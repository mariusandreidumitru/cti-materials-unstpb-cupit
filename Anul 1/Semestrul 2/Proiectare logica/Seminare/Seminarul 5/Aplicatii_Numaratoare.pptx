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88" r:id="rId2"/>
    <p:sldId id="317" r:id="rId3"/>
    <p:sldId id="357" r:id="rId4"/>
    <p:sldId id="358" r:id="rId5"/>
    <p:sldId id="359" r:id="rId6"/>
    <p:sldId id="360" r:id="rId7"/>
    <p:sldId id="302" r:id="rId8"/>
    <p:sldId id="392" r:id="rId9"/>
    <p:sldId id="363" r:id="rId10"/>
    <p:sldId id="393" r:id="rId11"/>
    <p:sldId id="394" r:id="rId12"/>
    <p:sldId id="395" r:id="rId13"/>
    <p:sldId id="397" r:id="rId14"/>
    <p:sldId id="285" r:id="rId15"/>
    <p:sldId id="396" r:id="rId16"/>
    <p:sldId id="398" r:id="rId17"/>
    <p:sldId id="300" r:id="rId18"/>
    <p:sldId id="292" r:id="rId19"/>
    <p:sldId id="293" r:id="rId20"/>
    <p:sldId id="294" r:id="rId21"/>
    <p:sldId id="303" r:id="rId22"/>
    <p:sldId id="304" r:id="rId23"/>
    <p:sldId id="305" r:id="rId24"/>
    <p:sldId id="306" r:id="rId25"/>
    <p:sldId id="282" r:id="rId26"/>
    <p:sldId id="307" r:id="rId27"/>
    <p:sldId id="399" r:id="rId28"/>
    <p:sldId id="321" r:id="rId29"/>
    <p:sldId id="332" r:id="rId30"/>
    <p:sldId id="334" r:id="rId31"/>
    <p:sldId id="346" r:id="rId32"/>
    <p:sldId id="348" r:id="rId33"/>
    <p:sldId id="347" r:id="rId34"/>
    <p:sldId id="349" r:id="rId35"/>
    <p:sldId id="351" r:id="rId36"/>
    <p:sldId id="352" r:id="rId37"/>
    <p:sldId id="401" r:id="rId38"/>
    <p:sldId id="353" r:id="rId39"/>
    <p:sldId id="354" r:id="rId40"/>
    <p:sldId id="355" r:id="rId4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36.0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380 327,'-16'3,"1"0,-1 1,1 1,0 0,0 1,0 1,1 0,0 1,0 1,1 0,0 1,1 0,0 1,1 0,0 1,0 0,1 1,-4 8,-3 5,1 1,2 0,1 1,1 1,2 0,0 0,2 1,1 0,1 7,3-26,1-1,0 1,0-1,1 1,1 0,0 0,0 0,1-1,0 1,1 0,1-1,-1 1,2-1,-1 0,1 0,1 0,0 0,0-1,5 7,-6-14,-1 1,1-1,0 1,-1-1,1 0,0-1,0 1,1-1,-1 1,0-1,0 0,1-1,-1 1,0-1,1 0,-1 0,0 0,1-1,-1 1,0-1,0 0,1-1,-1 1,0-1,0 1,0-1,-1 0,1-1,1 0,8-5,1-1,-1-1,-1-1,0 1,0-2,-1 0,3-4,7-15,-2-2,-1 0,-1-1,-2-1,-2 0,-1-1,-2 0,-1-1,-2 0,-1 0,-2-1,-2 0,-2 0,-1-2,3 15,-1-1,-2 1,0 0,-2 0,-1 0,-1 0,-1 1,-1-1,-1 2,-1-1,-10-18,16 38,1-1,-1 1,0 0,0 0,-1 0,1 1,-1-1,0 1,0 0,0 0,0 0,-1 0,1 1,-1-1,1 1,-1 1,0-1,0 1,0-1,0 2,0-1,0 0,0 1,0 0,0 0,0 0,0 1,0 0,0 0,0 0,0 0,0 1,-3 1,1 2,-1 0,1 0,0 0,0 1,0 0,1 1,0-1,1 1,-1 0,1 0,0 1,1 0,0 0,0 0,1 0,-1 3,-3 10,2 0,0-1,1 2,1-1,1 0,1 7,1 11,3-1,1-1,2 1,1-1,2 1,1-2,2 0,11 21,29 56,64 101,-102-190,4 9,3 5,1-1,2-1,22 26,-44-60,-1 0,1 0,-1 0,1 0,0 0,0 0,0 0,0 0,0-1,0 1,1-1,-1 1,0-1,1 0,-1 0,1 0,-1 0,1-1,-1 1,1-1,0 1,-1-1,1 0,0 0,-1 0,1 0,12-8</inkml:trace>
  <inkml:trace contextRef="#ctx0" brushRef="#br0" timeOffset="324.249">700 1035,'-2'7,"0"0,1-1,0 1,0 0,0 0,0 0,1 0,1 0,-1 0,1 0,0 0,1-1,-1 1,1 0,1-1,-1 1,1-1,0 0,1 0,-1 0,1 0,1 0,-1-1,1 0,0 0,0 0,1 0,7 3,0-1,1-1,0 0,0-1,0-1,1 0,-1 0,1-2,0 0,0-1,0 0,0-1,0-1,0 0,0-1,0 0,-1-2,1 0,4-2,-13 4,0-1,-1 0,0 0,1 0,-1 0,-1-1,1 0,0 0,-1 0,0-1,0 0,0 1,-1-1,1-1,-1 1,0 0,-1-1,1 1,-1-1,0 0,-1 0,1 0,-1 0,0 0,-1 0,1 0,-1 0,-1-4,1 0,-2 1,1-1,-1 0,0 0,-1 1,0 0,-1-1,0 1,0 0,-1 1,0-1,-1 1,1 0,-2 0,1 1,-1 0,-4-3,5 4,-1 1,0 0,-1 0,1 1,-1 0,0 0,0 1,0 0,-1 1,1-1,-1 2,1-1,-1 1,0 0,1 1,-1 0,0 1,1-1,-1 2,0-1,1 1,0 1,-1-1,1 1,0 1,0-1,1 1,-1 1,-9 8,1 1,0 0,1 1,0 0,2 2,0-1,0 2,2 0,0 0,1 1,1 0,1 1,1 0,0 0,-2 17,-13 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35.0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511 411,'-11'-7,"1"1,-1 0,0 0,-1 1,1 1,-1 0,0 0,0 1,0 1,0 0,-1 0,1 2,0-1,-1 1,1 1,0 1,-1-1,1 2,0 0,0 0,0 1,1 0,0 1,-1 1,1 0,1 0,-5 5,0 0,0 0,1 2,1-1,0 2,1 0,1 0,0 1,1 1,0 0,2 0,-1 0,2 1,1 1,0-1,1 1,0 0,2 0,0 0,1 1,1-1,1 1,1 7,0-17,1 0,1 0,0 0,0 0,0 0,1-1,1 1,-1-1,1 0,1-1,-1 1,1-1,1 0,-1 0,1-1,0 0,1 0,0-1,-1 0,2 0,-1-1,0 0,1 0,0-1,0 0,0-1,0 0,0 0,0-1,1 0,-1-1,1 0,-1 0,0-1,8-1,-5-1,1 0,-1-1,0 0,-1-1,1 0,-1-1,0 0,0-1,-1 0,0-1,0 0,0 0,-1-1,-1-1,0 1,0-1,0-1,5-10,3-8,-2 0,-1-1,-1-1,-1 0,-2 0,4-28,4-33,-5-1,-4 0,-4-1,-5-33,-11 53,10 73,0 0,0 0,0 0,0 0,0 0,0 0,0 0,0 1,0-1,0 1,-1 0,1-1,0 1,0 0,0 0,0 1,-1-1,1 0,0 1,0-1,0 1,0 0,0-1,0 1,0 0,0 0,0 1,0-1,1 0,-1 0,0 1,1 0,-1-1,1 1,-1-1,0 2,-16 14,0 0,1 1,0 1,2 1,0 0,1 1,1 0,1 1,2 1,0 0,1 0,1 1,-1 6,6-14,1-1,1 1,0-1,1 1,1 0,0-1,1 1,0-1,2 1,0-1,0 0,2 0,0-1,0 0,1 1,21 34,2-1,1-1,21 21,-36-47,12 13,-2 1,-2 0,-1 2,-2 1,-1 1,-3 0,-1 2,6 23,-7 2,-10-46</inkml:trace>
  <inkml:trace contextRef="#ctx0" brushRef="#br0" timeOffset="313.085">1005 865,'-5'23,"-3"19,-3 13,-2 11,2 9,2 4,3 1,4-5,6-6,6-9,1-16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4:37.8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410 1097,'0'-4,"0"-2</inkml:trace>
  <inkml:trace contextRef="#ctx0" brushRef="#br0" timeOffset="116262.305">383 228,'-1'-4,"1"1,-1-1,0 0,0 1,0-1,-1 0,1 1,-1 0,0-1,0 1,0 0,0 0,-1 0,1 0,-1 0,0 0,1 1,-1 0,-1-1,1 1,0 0,0 0,-1 1,1-1,-1 1,0 0,1 0,-1 0,-2 0,-4 3,-1 0,1 2,0-1,0 1,0 1,1-1,-1 2,1-1,1 1,-1 1,1 0,0 0,0 0,1 1,0 0,0 1,1-1,-2 4,-9 9,2 1,0 1,1 0,1 0,1 2,1-1,2 2,0-1,2 1,1 0,0 1,2-1,2 1,0 0,1 0,3 20,0-37,-1 0,2-1,-1 0,1 1,0-1,1 0,0-1,1 1,-1-1,2 0,-1 0,1 0,0-1,1 1,0-2,0 1,0-1,1 0,0 0,0-1,0 0,1-1,0 0,0 0,0-1,0 0,0 0,1-1,-1-1,1 1,-1-2,1 1,0-1,4-1,-2-1,-1 0,1-1,-1 0,0-1,0-1,0 1,-1-2,0 1,0-2,0 1,0-1,-1-1,-1 0,1 0,-1 0,0-1,-1 0,0-1,-1 0,0 0,0 0,0-3,9-19,-2-1,-1-1,-1 0,-2-1,-1 0,1-27,2-37,-4 0,-6-49,-1 132,1 9,0 0,-1 1,0-1,0 0,-1 0,0 1,0-1,0 1,-1-1,0 1,0-1,-1 1,0 0,0 0,0 0,-1 0,0 0,1 5,0 0,0 0,0 0,0 1,-1-1,1 1,0-1,0 1,0 0,0 0,-1 1,1-1,0 1,0-1,0 1,0 0,0 0,0 0,0 1,0-1,0 1,1 0,-1-1,1 1,-1 0,1 1,0-1,-1 0,1 1,0-1,0 2,-11 12,1 0,0 2,2-1,0 1,1 0,1 1,0 0,1 0,2 1,0 0,1 0,1 0,0 1,2-1,1 0,0 1,1-1,2 1,0-1,1 0,0 0,2 0,1-1,8 18,17 31,2-1,4-2,7 6,45 78,-61-102,-18-34</inkml:trace>
  <inkml:trace contextRef="#ctx0" brushRef="#br0" timeOffset="116590.425">837 682,'24'-6,"0"1,0 2,0 0,0 1,0 2,15 1,-36-1,1 0,-1 0,0 0,0 1,1-1,-1 1,0 0,0 0,0 0,0 0,0 1,0-1,0 1,0 0,-1 0,1 0,-1 0,1 0,-1 0,0 1,0-1,0 1,0 0,0-1,0 1,-1 0,0 0,1 0,-1 0,0 0,-1 1,1-1,0 0,-1 0,0 1,0-1,0 1,-4 13,-2-1,0 0,0 0,-2 0,0-1,-1 0,0-1,-1 0,-1-1,-3 4,-2 4,-106 145,122-165,-1-1,0 1,0 0,0-1,1 1,-1 0,0-1,1 1,-1 0,0 0,1 0,-1-1,1 1,0 0,-1 0,1 0,0 0,-1 0,1 0,0 0,0 0,0 0,0 0,0 0,0 0,0 0,0 0,0 0,0 0,1 0,-1 0,0-1,1 1,-1 0,0 0,1 0,-1 0,1 0,0-1,-1 1,1 0,0 0,-1-1,1 1,0 0,0-1,-1 1,1-1,0 1,0-1,0 0,0 1,0-1,0 0,0 1,0-1,0 0,0 0,0 0,0 0,0 0,17 0,-1-1,1-1,-1 0,0-1,0-1,0-1,5-2,8-1,271-75,-203 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33.0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374 284,'-3'-2,"-1"1,1-1,0 1,0 0,0 0,-1 0,1 0,-1 1,1-1,0 1,-1 0,1 0,-1 0,1 0,-1 1,1-1,-1 1,1 0,0 0,0 0,-1 0,1 1,0-1,0 1,0 0,0 0,0 1,-75 66,73-64,-18 18,1 2,1 0,1 0,1 2,2 1,0 0,2 1,1 0,-8 27,21-52,-1 1,1-1,-1 0,1 1,1-1,-1 1,1-1,0 1,0-1,0 1,0-1,1 1,0-1,0 1,0-1,0 0,1 1,-1-1,1 0,0 0,1 0,-1 0,1-1,-1 1,1-1,0 1,1-1,1 2,3-1,-1-1,1 1,0-2,0 1,0-1,1 0,-1-1,0 0,1 0,-1-1,1 0,-1 0,0-1,1 0,-1-1,0 0,0 0,0 0,0-1,0-1,0 1,-1-1,0 0,0-1,0 0,0 0,-1 0,1-1,-1 0,-1 0,1-1,1-3,19-26,-2-1,-1-2,-2 0,-1-1,-3-1,-1 0,-2-2,-2 0,-2 0,-1-1,-1-22,-6 51,2-4,-2 0,-1 0,0 0,-1 0,-1 0,-3-12,4 28,0 1,-1 0,1 0,-1-1,0 1,1 0,-1 0,0 0,0 0,0 0,-1 0,1 0,0 0,-1 1,1-1,-1 0,0 1,1-1,-1 1,0 0,0-1,0 1,0 0,0 0,0 0,0 1,0-1,-1 0,1 1,0-1,0 1,-1 0,1 0,0 0,0 0,-1 0,1 0,0 1,0-1,-1 1,1-1,0 1,0 0,0 0,0 0,0 0,0 0,0 1,-12 8,2 0,-1 1,2 0,-1 1,2 0,-1 1,2 0,0 1,0-1,1 2,1-1,0 1,2 1,-1-1,2 1,0-1,1 1,0 1,1-1,1 0,1 0,1 12,5 12,1 1,2-1,2 0,2-1,1 0,2-1,2-1,1-1,2 0,17 20,5 18,8 6,-43-71</inkml:trace>
  <inkml:trace contextRef="#ctx0" brushRef="#br0" timeOffset="462.823">682 739,'12'-8,"1"0,1 1,0 0,-1 1,2 1,-1 0,6 0,-15 3,0 1,-1 0,1 1,0-1,0 1,0 0,0 0,0 0,0 1,0-1,-1 1,1 1,0-1,0 1,-1-1,1 1,-1 1,0-1,1 1,-1-1,0 1,0 0,-1 1,1 0,-1-1,-1 0,0 0,0 0,0 0,-1 0,1 1,-1-1,0 1,0-1,0 1,0 0,-1-1,1 1,-1 0,0-1,0 1,-1 0,1-1,-1 1,1 0,-1-1,0 1,-1-1,1 1,0-1,-1 0,0 1,0-1,0 0,0 0,-6 9,-1-1,0 0,-1 0,0-1,0 0,-1-1,-3 1,9-6,-11 11,34-10,6-5,1 1,-1 1,1 1,-1 1,19 6,-36-8,0 0,0 0,0 1,0 0,-1 1,1 0,-1 0,0 0,0 0,-1 1,1 0,-1 1,0-1,0 1,-1 0,0 0,0 0,0 1,-1-1,0 1,2 3,-3-3,-1 0,1 0,-1 0,0 0,-1 1,0-1,0 0,0 0,-1 0,0 0,-1 0,1 0,-1 0,-1 0,1 0,-1-1,0 1,-1-1,0 0,0 0,0 0,-1 1,-8 8,0-1,-1 0,-1 0,0-2,-1 1,0-2,-10 5,2-2,0-1,-1-1,-1-1,0-2,0 0,-2-2,26-6,0 0,0 0,-1-1,1 1,0 0,-1-1,1 0,0 1,-1-1,1 0,0 0,-1 0,1-1,0 1,-1 0,1-1,0 0,0 1,-1-1,1 0,0 0,0 0,0-1,-3-11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39.4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1468 355,'-32'34,"1"2,2 1,2 1,1 2,2 0,2 2,2 0,2 2,1 0,3 0,1 2,-5 38,12-7,6-76,0 0,0 0,0 0,0 0,1 0,-1 0,0 0,1 0,-1 0,0 0,1 0,-1 0,1-1,-1 1,1 0,0 0,-1 0,1-1,0 1,0 0,0-1,-1 1,1-1,0 1,0-1,0 1,0-1,0 1,0-1,0 0,0 0,0 1,0-1,0 0,0 0,0 0,0 0,0 0,0 0,0-1,0 1,0 0,0 0,0-1,0 1,0 0,0-1,0 1,0-1,-1 0,1 1,0-1,49-34,3-15,-3-2,-2-2,8-17,-44 56,20-20,-2-3,-1 0,-2-2,-1-1,-3-1,-1-1,-2 0,-2-2,6-27,-22 67,0-1,0 1,-1 0,0-1,0 0,0 1,-1-1,0 1,0-1,0 0,-1 1,0-1,0 1,0-1,-1 1,0 0,0-1,0 1,0 0,-1 0,0 0,0 1,0-1,-1 1,0 0,1 0,-2 0,1 0,0 0,-4-1,-1 3,0 0,-1 1,1 0,-1 1,1 0,-1 0,1 1,-1 0,1 1,0 0,-1 0,1 1,0 1,1-1,-1 1,1 1,-1-1,1 1,0 1,1 0,0 0,0 0,0 1,0 0,-4 6,0 0,1 0,0 0,0 1,1 1,1-1,0 1,1 0,1 1,1 0,0 0,1 0,0 1,1-1,1 1,1 0,1-1,0 1,1 0,0 0,2-1,0 1,1-1,0 0,5 9,67 123,-63-131,-1 2,0-1,-2 2,0-1,-1 1,-1 1,-1 0,-1 0,-1 0,-1 0,-1 1,0 0,-2 0,-1 0,-1 12,-40 95,40-125,4-9</inkml:trace>
  <inkml:trace contextRef="#ctx0" brushRef="#br0" timeOffset="451.789">1775 903,'-59'283,"55"-264,-2 12,0 0,3 1,0 0,2 12,9-57,17-68,-8 21,2 0,3 2,2 1,25-41,-4 39,-45 58,1 0,-1 1,1-1,-1 1,0-1,1 1,0-1,-1 1,1-1,-1 1,1-1,-1 1,1 0,0-1,-1 1,1 0,0 0,-1 0,1-1,0 1,0 0,-1 0,1 0,0 0,-1 0,1 0,0 0,-1 0,1 1,0-1,0 0,-1 0,1 0,0 1,-1-1,1 0,-1 1,1-1,0 1,-1-1,1 1,-1-1,1 1,-1-1,0 1,1-1,-1 1,1 0,-1-1,0 1,1-1,-1 1,0 0,0 0,0-1,1 1,5 46,-6-44,-1 178,-1-109,3 1,6 43,-6-106,0 1,1-1,0 0,0 1,1-1,0 0,1 0,1-1,-1 1,1-1,1 0,-1 0,2-1,4 6,5-6,-4-8</inkml:trace>
  <inkml:trace contextRef="#ctx0" brushRef="#br0" timeOffset="695.139">1749 1290,'22'0,"22"-4,19-4,17-5,11-6,1 0,-8 2,-16 4,-20 4</inkml:trace>
  <inkml:trace contextRef="#ctx0" brushRef="#br0" timeOffset="1469.557">439 609,'-31'17,"1"1,1 1,1 2,1 1,0 1,2 1,1 1,0 1,2 1,2 1,0 1,2 1,1 1,-7 19,-40 97,63-146,0 0,0 0,0 1,1-1,-1 0,0 0,1 1,-1-1,1 1,0-1,-1 0,1 1,0-1,0 1,0-1,0 1,0-1,0 1,0-1,0 1,1-1,-1 1,0-1,1 0,-1 1,1-1,0 0,-1 1,1-1,0 0,0 0,0 0,0 0,0 1,0-1,0-1,0 1,2 1,3-5,0 1,0-1,0 0,0-1,-1 0,1 0,-1 0,0 0,0-1,0 0,-1 0,0 0,2-4,2 0,26-32,-3-2,-1-1,-3-1,-1-1,-2-2,-3 0,-2-2,-1 0,-3-1,-3 0,6-43,-13 59,-1 0,-2 0,-1 0,-2 0,-1-1,-2 1,-2 1,0-1,-3 1,-1 0,-2-1,-29-38,40 71,-1 0,1 0,0 1,-1-1,0 0,1 1,-1-1,0 1,0-1,0 1,1 0,-1 0,-1 0,1 0,0 0,0 0,0 1,0-1,-1 1,1-1,0 1,0 0,-1 0,1 0,0 0,-1 1,1-1,0 0,0 1,-1 0,1-1,0 1,-2 1,-2 3,0 0,-1 1,2 0,-1 0,1 0,0 1,0 0,0 0,1 0,0 0,1 1,-21 40,2 1,2 1,3 1,2 0,2 2,2-1,3 1,-2 45,9-82,1 0,0 0,1 0,0 0,2-1,-1 1,2-1,0 1,1-1,1 0,0-1,1 1,1-1,0-1,0 1,2-2,0 1,0-1,7 5,77 56,-72-59,-2 2,1 0,-2 0,0 2,-1 1,0 2,-13-14,0 0,0 1,-1-1,-1 1,1 0,-1 0,0 1,-1-1,0 1,0-1,-1 1,0-1,-1 1,0 0,0 0,-1-1,0 1,0 0,-4 7</inkml:trace>
  <inkml:trace contextRef="#ctx0" brushRef="#br0" timeOffset="2078.91">478 983,'8'20,"-1"1,0 0,-2 0,-1 0,0 0,-2 1,0-1,-1 16,-12 68,10-105,1 0,0-1,-1 1,1 0,0-1,-1 1,1 0,0 0,-1-1,1 1,-1 0,1 0,0 0,-1 0,1 0,-1-1,1 1,-1 0,1 0,0 0,-1 0,1 0,-1 0,1 0,-1 1,1-1,0 0,-1 0,1 0,-1 0,1 0,0 1,-1-1,1 0,0 0,-1 1,1-1,0 0,-1 1,1-1,0 0,-1 1,1-1,0 0,0 1,0-1,-1 0,1 1,0-1,0 1,0-1,0 1,0-1,0 0,0 1,0-1,0 1,0-1,0 1,0-1,0 0,0 1,0-1,0 1,0-1,0 1,1-1,-1 0,0 1,0-1,-8-33,4-4,2 1,2-1,2 1,1-1,1 1,2 0,2 1,1-1,13-31,20 0,-41 66,0-1,1 1,-1-1,0 1,1 0,-1-1,1 1,0 0,-1 0,1 0,0 0,-1 0,1 1,0-1,0 0,0 1,0 0,0-1,0 1,0 0,0 0,0 0,0 0,0 0,-1 0,1 1,0-1,0 1,0-1,0 1,0 0,0 0,-1 0,1 0,0 0,-1 0,1 0,5 8,0 0,-1 0,0 0,0 1,-1 0,0 0,-1 0,0 1,-1-1,0 1,-1 0,0 0,0 0,-1 2,0-6,-1 1,0 0,0 0,0 0,-1-1,0 1,0 0,-1-1,0 1,-1-1,0 1,0-1,0 0,-1 0,0 0,0-1,-1 0,0 1,0-1,0-1,-1 1,0-1,-3 3,-31 23,40-31,0 0,0 0,1 0,-1 0,0 0,0 0,0 0,0 0,0 0,1 0,-1 0,0 0,0 0,0 1,0-1,0 0,1 0,-1 0,0 0,0 0,0 0,0 1,0-1,0 0,0 0,0 0,0 0,0 1,0-1,1 0,-1 0,0 0,0 0,0 0,0 1,0-1,0 0,0 0,0 0,-1 0,1 1,0-1,0 0,0 0,0 0,0 0,0 1,0-1,0 0,0 0,0 0,0 0,-1 0,1 0,22-4,-17 3,17-5,1 2,0 0,0 1,0 1,0 2,0 0,1 1,-1 1,11 4,-30-6,0 1,-1 0,1 0,-1 0,1 0,-1 0,0 1,1-1,-1 1,0 0,0 0,0 0,0 1,-1-1,1 1,-1-1,1 1,-1 0,0 0,0 0,0 0,0 0,-1 1,1-1,-1 1,0-1,0 1,0-1,-1 1,1-1,-1 1,1 0,-1-1,-1 1,1 0,0-1,-1 1,0-1,0 1,0 1,-6 5,0 0,-1-1,1 0,-2 0,1-1,-1 0,-1 0,1-1,-1 0,-1-1,1 0,-1-1,0 0,-9 3,-15 6,0-2,-1-1,0-2,-1-1,0-2,0-1,0-2,-37-2,-11-5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43.7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517 135,'-15'1,"0"0,0 1,0 1,1 0,-1 1,1 1,0 0,0 1,0 1,1 0,0 0,0 2,1-1,-9 9,-1 3,1 0,0 2,2 0,0 1,1 1,2 1,0 2,-8 16,3 1,1 2,2 0,3 1,1 0,3 1,1 1,3 0,-1 40,20 32,-11-117,0 1,0-1,1 0,0 0,-1 0,1 0,1 0,-1 0,1-1,-1 1,1-1,0 0,0 0,0 0,1 0,-1 0,1 0,0-1,-1 0,1 0,0 0,0 0,0-1,1 1,2 0,2-3,0 1,1-1,-1-1,0 0,0 0,0-1,0 0,0 0,-1-1,1 0,-1-1,0 0,0 0,-1 0,1-1,-1-1,-1 1,1-1,2-3,29-31,-1-2,-2-1,-2-2,-2-1,-3-2,-1 0,-3-2,6-20,-14 31,-2 0,-2-1,-2-1,-1 0,-3 0,-1-1,-1-41,-4 68,-1 0,-1 1,0-1,-1 1,-1-1,-1 1,0 0,-4-8,7 19,1 0,-2 0,1 0,0 0,-1 0,1 0,-1 1,0-1,0 1,-1 0,1 0,-1 0,1 0,-1 1,0-1,0 1,0 0,0 0,0 1,-1-1,1 1,-1 0,1 0,-1 0,1 1,-1-1,1 1,-1 0,1 1,-1-1,0 1,-5 3,1 0,0 0,0 1,0 0,0 0,1 1,0 1,0-1,1 1,0 0,0 1,1 0,0 0,0 0,0 1,1 0,1 0,0 0,0 0,0 1,1 0,1-1,0 1,0 0,1 1,0-1,1 0,0 10,2-1,1 1,1 0,1-1,0 0,2 0,0 0,1-1,0 0,2-1,5 8,7 15,17 48,-3 2,-4 1,-4 2,-4 0,5 51,-14-77,-9-48</inkml:trace>
  <inkml:trace contextRef="#ctx0" brushRef="#br0" timeOffset="540.555">838 776,'0'489,"3"-470,1-42,-2 1,0-1,-1 1,-1-1,-2-12,2 20,-45-357,44 367,0 5,1-1,-1 0,1 0,-1 1,1-1,-1 0,1 0,-1 0,1 0,0 0,0 0,-1 1,1-1,0 0,0 0,0 0,0 0,0 0,0 0,0 0,0 0,1 0,-1 0,0 0,0 0,1 1,-1-1,1 0,-1 0,1 0,-1 1,1-1,-1 0,1 0,0 1,-1-1,1 0,0 1,0-1,-1 1,1-1,0 1,0 0,0-1,0 1,0 0,0-1,84 77,-65-57,21 17,-3 2,-1 1,-1 2,-3 1,-1 2,24 46,-53-86,0 1,-1-1,0 1,0 0,0 0,0 0,-1 0,0 0,0 0,0 1,-1-1,1 0,-1 0,-1 1,1-1,-1 0,0 0,0 0,0 1,-1-1,1 0,-1-1,-1 1,1 0,-1-1,0 1,0 0,-10 7,-1-2,0 0,0 0,-1-1,0-1,-1 0,0-1,0-1,0-1,-1 0,-3 0,6-1,-246 78,214-67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42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270 292,'-18'24,"-14"17,1 2,1 0,3 2,2 1,2 2,2 0,2 1,2 0,-4 27,19-61,0 1,1 0,1-1,0 1,2 0,-1-1,2 1,0-1,1 1,0-1,3 3,-5-12,1 1,0-1,0 0,1 0,0 0,0 0,0 0,1-1,-1 0,1 0,1 0,-1-1,1 1,0-1,-1-1,2 1,-1-1,0 0,1 0,0-1,-1 0,1 0,0-1,0 1,5-1,2-2,-1-1,0-1,0 0,0 0,0-2,-1 1,1-2,-1 1,0-2,-1 0,0 0,0-1,0 0,-1-1,0 0,-1 0,0-1,4-7,10-9,-1-2,-2-1,0-1,-2 0,-2-1,0-1,-3 0,0-2,6-28,-3-2,-3-2,-3 0,-2 0,-2-50,-6 103,-4-116,3 123,0-1,-1 0,1 0,-1 1,0-1,-1 1,0-1,0 1,0 0,0 0,-1 0,0 1,-1-1,1 1,-1 0,-4-3,5 5,0 1,0 0,0 0,-1 0,1 1,0-1,-1 1,1 0,-1 0,0 1,1-1,-1 1,0 0,1 1,-1-1,1 1,-1-1,0 1,1 1,0-1,-1 1,-2 1,-88 57,78-44,1 1,0 0,1 1,1 1,1 0,1 1,1 0,0 1,2 0,0 1,2 0,0 0,1 0,1 1,2 0,0 0,1 0,1 0,2 1,0-1,1 0,2 0,5 20,8-2,2-1,1 0,2-2,2-1,1-1,2-1,26 26,64 91,-5 50,-86-180,-13-21</inkml:trace>
  <inkml:trace contextRef="#ctx0" brushRef="#br0" timeOffset="355.556">1059 947,'2'0,"-1"0,1 0,0 1,0-1,-1 0,1-1,0 1,-1 0,1 0,0-1,-1 1,1-1,0 1,-1-1,1 0,-1 0,1 0,-1 1,0-1,1-1,-1 1,0 0,1 0,-1 0,0-1,0 1,0 0,0-1,-1 1,1-1,0 0,-1 1,1-1,0 1,-1-1,0 0,1 1,-1-1,0 0,0 0,0 1,0-1,0 0,-1-1,-4-1,-1-1,0 1,0 0,0 1,-1 0,1 0,-1 0,0 0,0 1,0 1,0-1,0 1,0 0,0 0,0 1,0 0,0 1,-1-1,1 1,-6 1,0 0,0 1,0 0,1 1,-1 0,1 1,0 0,0 1,1 1,0 0,0 0,0 1,1 1,0-1,1 2,0-1,0 1,1 1,0-1,1 1,0 2,-2 1,2 0,0 1,1 0,0 0,2 0,-1 1,2 0,0-1,1 1,1 0,0 0,1 1,0-1,2 0,0 0,1-1,1 6,-1-12,0 0,1 1,0-1,1 0,-1-1,2 1,-1-1,1 0,0 0,1-1,0 0,0 0,1 0,0-1,0 0,0-1,1 0,-1 0,1-1,0 0,3 0,4 2,1-2,0 0,0 0,1-2,-1 0,0-1,1-1,-1-1,1 0,-1-1,14-4,-5-1,0-1,-1-1,0-1,0-1,-1-1,-1-1,0-2,21-16,12-15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52.0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663 474,'0'9,"0"5,1-17,2-20,-1 1,0-1,-2 1,0-1,-2 1,-1-1,0 1,-2 0,0 0,-2 0,0 1,-8-17,6 23,0 0,-1 1,-1 0,0 0,0 1,-2 1,1 0,-2 1,1 0,-2 1,-6-4,13 9,-1 0,1 1,-1 0,0 1,0 0,-1 0,1 1,-1 0,1 1,-1 0,0 0,0 1,1 0,-1 1,0 0,1 1,-1 0,1 0,0 1,-1 0,-1 2,-3 2,1 1,-1 0,2 1,-1 1,1 0,0 1,1 0,1 0,-1 1,2 1,0 0,0 0,1 1,0 3,-8 14,2 2,2 0,1 0,2 1,-5 31,3 5,2 0,4 0,3 0,8 70,-4-113,1-1,1-1,2 1,0-1,2 0,7 15,-11-29,2 0,-1-1,1 0,1 0,0-1,0 1,1-2,0 1,0-1,1 0,0-1,1 0,0 0,0-1,8 4,-2-4,0 0,0-1,0-1,1-1,0 0,-1-1,1-1,0 0,0-2,0 0,-1 0,1-2,8-2,8-2,-1-3,0 0,0-2,-1-2,0 0,3-5,20-13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57.3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1,'2'0,"6"0,6 0,9 0,10 0,11 0,7 0,6 0,3 0,0 2,-4 1,-6 4,-10 2,-9 1,-10 0,-8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57.6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1,'0'7,"2"2,3-1,8-1,6-2,9-1,11-5,10-4,11-3,6-1,3 0,-10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6:58.5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598 1093,'-91'81,"90"-81,0 1,0-1,-1 1,1 0,0-1,0 0,-1 1,1-1,0 0,0 0,-1 0,1 1,0-1,-1-1,1 1,0 0,-1 0,1 0,0-1,0 1,-1-1,1 1,0-1,0 1,0-1,0 0,0 1,-1-1,1 0,1 0,-1 0,0 0,0 0,0 0,0 0,1 0,-1 0,0-1,-19-49,18 42,1 1,0-1,0 1,1-1,0 0,0 0,1 1,0-1,1 1,0-1,0 1,1-1,0 1,0 0,1 0,0 1,0-1,1 1,0 0,0 0,1 0,0 1,0 0,1 0,-1 0,1 1,1 0,-1 0,0 1,1 0,0 1,0-1,6 0,-10 3,0 0,1 0,-1 1,0 0,0 0,0 0,0 0,0 1,0 0,0 0,0 0,0 0,0 0,0 1,0 0,-1 0,1 0,0 0,-1 0,0 1,0 0,0-1,0 1,0 0,1 3,3 2,0 1,-1 1,-1 0,0-1,0 2,0-1,-2 0,1 1,-1 0,0 5,0 1,-1-1,0 0,-2 1,0 0,-1-1,0 1,-1-1,-1 0,-1 0,0 0,-1 0,-1 0,0-1,-8 13,-6 8,-2-1,-1-1,-2-1,-1-1,-26 24,19-22,-1 0,-1-3,-2-1,-1-2,-1-1,-2-2,0-2,-2-1,-40 13,16-21,66-14,0 0,0 0,-1 0,1 0,0 0,0 0,0 0,-1 0,1-1,0 1,0 0,0-1,0 1,0-1,-1 1,1-1,0 1,0-1,0 0,1 0,-1 1,0-1,0 0,0 0,0 0,1 0,-1 0,1 0,-1 0,0 0,1 0,0 0,-1-1,1 1,0 0,-1 0,1 0,0 0,0-1,0 1,0 0,0 0,0 0,1-1,-1 1,0 0,1 0,-1 0,0 0,1 0,0-1,3-7,1 0,0 1,1-1,0 1,0 0,1 1,0 0,0 0,0 0,1 1,0 0,1 0,-1 1,1 0,0 1,0 0,1 0,-1 1,1 0,7-1,-7 4,1 0,-1 1,1 0,-1 1,0 0,0 0,0 1,0 0,0 1,-1 1,1-1,-1 1,0 1,0-1,-1 2,0-1,0 1,-1 0,4 5,21 14,-14-11,0-1,1-1,0 0,1-1,1-1,-1-1,2-1,0-1,0-1,0 0,1-2,-1-1,1-1,0 0,1-2,-1-1,4-1,-22 1,0 0,-1-1,1 1,-1-1,1 0,-1-1,1 1,-1-1,0 0,1 0,-1 0,0 0,0-1,-1 0,1 0,-1 0,1 0,-1 0,0-1,0 1,0-1,-1 0,1 0,-1 0,0 0,0-1,0 1,-1 0,1-1,-1 1,0-1,-11-121,7 106</inkml:trace>
  <inkml:trace contextRef="#ctx0" brushRef="#br0" timeOffset="538.11">1145 238,'0'14,"0"13,-2 11,-3 11,-3 8,-5 6,-2 4,-4-1,0-5,1-5,1-11,3-12</inkml:trace>
  <inkml:trace contextRef="#ctx0" brushRef="#br0" timeOffset="787.439">1025 412,'16'18,"14"11,9 7,5 4,-1 2,-3-1,-4-4,-5-3,-6-5,-6-7,-5-8</inkml:trace>
  <inkml:trace contextRef="#ctx0" brushRef="#br0" timeOffset="1017.824">1480 131,'-2'0,"-1"9,0 12,0 14,2 13,0 11,-2 9,-3 7,-4 2,-1 0,-1-5,1-8,4-9,4-13,3-13</inkml:trace>
  <inkml:trace contextRef="#ctx0" brushRef="#br0" timeOffset="1520.722">1560 839,'3'-55,"2"-1,3 1,9-34,1-2,-18 90,0 0,0 1,0-1,-1 1,1-1,1 1,-1-1,0 1,0-1,0 1,0-1,0 1,0-1,0 1,1-1,-1 1,0-1,0 1,1-1,-1 1,0 0,1-1,-1 1,1-1,-1 1,0 0,1-1,-1 1,1 0,-1 0,1-1,-1 1,1 0,-1 0,1 0,-1 0,1-1,-1 1,1 0,-1 0,1 0,-1 0,1 0,-1 0,1 1,-1-1,1 0,-1 0,1 0,-1 0,1 0,-1 1,1-1,-1 0,1 1,-1-1,1 0,-1 1,0-1,1 0,-1 1,0-1,1 1,-1-1,0 0,1 1,-1-1,0 1,0 0,10 5,57 24,18 12,-82-39,0 0,0-1,-1 1,1 1,-1-1,1 0,-1 0,0 1,-1-1,1 1,-1 0,1-1,-1 1,0 0,0 0,-1 0,1 0,-1 0,0 0,0 0,0 0,-1 0,1 1,-3 7,0-1,0 0,-1 0,0 0,-1 0,-1 0,1-1,-1 0,-2 1,-34 75,41-84,1-1,-1 1,1-1,-1 0,1 1,0-1,0 1,0-1,0 0,0 1,0-1,0 1,0-1,0 1,1-1,-1 0,1 1,-1-1,1 0,-1 1,1-1,0 0,-1 0,1 1,0-1,0 0,0 0,0 0,0 0,0 0,1 0,-1-1,0 1,0 0,1 0,-1-1,0 1,1-1,-1 1,0-1,1 0,-1 0,1 1,-1-1,0 0,2 0,12-1,0-1,0 0,0 0,0-2,-1 0,1-1,-1 0,0-1,-1 0,1-1,-1-1,7-6,19-10</inkml:trace>
  <inkml:trace contextRef="#ctx0" brushRef="#br0" timeOffset="2337.095">2495 64,'-19'650,"15"-581,5-70,-1 1,0 0,1 0,-1 0,0-1,1 1,-1 0,0 0,1 0,-1 0,0 0,1 0,-1 0,0 0,1 0,-1 0,0 0,1 0,-1 0,0 0,1 0,-1 0,1 0,-1 0,0 0,1 1,-1-1,0 0,0 0,1 0,-1 0,0 1,1-1,-1 0,0 0,0 1,1-1,-1 0,0 1,0-1,0 0,0 1,1-1,-1 0,0 1,0-1,0 0,0 1,0-1,0 0,0 1,0-1,0 0,0 1,0-1,0 1,0-1,0 0,0 1,0-1,-1 0,1 1,0-1,0 0,17-27,-14 23,11-22,-9 15,1 0,1 0,-1 0,2 1,-1 0,1 0,1 1,6-6,-12 13,0 1,-1-1,1 1,0 0,-1 0,1 0,0 0,0 1,0-1,0 1,0 0,0-1,0 1,0 1,0-1,0 0,0 1,0-1,0 1,0 0,-1 0,1 0,0 0,0 1,-1-1,1 1,-1 0,1-1,-1 1,0 0,0 1,0-1,1 1,4 4,0 1,0 1,-1-1,1 1,-2 0,0 0,0 1,3 9,-6-17,-1 1,0 0,1 0,-1 0,-1 0,1 0,0 0,-1 0,0 0,1 0,-1 0,0 0,-1 0,1 0,0 0,-1 0,0 0,0 0,0 0,0-1,0 1,0 0,-1 0,1-1,-1 1,0-1,0 0,0 1,0-1,0 0,0 0,-1 0,1 0,-1-1,1 1,-1-1,-1 2,-4 0,0 0,0-1,-1 1,1-1,0-1,-1 0,1 0,-1-1,1 0,-1 0,1-1,-1 0,1 0,-1-1,1 0,-3-2,10 3,-1-1,1 1,0-1,-1 1,1-1,0 0,0 0,0 0,1 0,-1 0,0 0,1 0,-1 0,1 0,0 0,-1 0,1 0,0 0,0 0,1 0,-1 0,0 0,1 0,-1 0,1 0,-1 0,1 0,0 0,0 0,0 1,0-1,0 0,1 1,-1-1,0 0,1 1,-1 0,1-1,-1 1,1 0,0 0,0 0,0 0,-1 0,1 0,1 0,19-16,0 1,1 1,1 2,0 0,1 1,0 1,1 2,25-7,-49 15,0 0,0 1,0-1,0 0,0 0,0 1,1 0,-1-1,0 1,0 0,0 0,1 0,-1 0,0 0,0 1,1-1,-1 1,0-1,0 1,0 0,0 0,0 0,0 0,0 0,0 0,0 1,-1-1,1 1,0-1,-1 1,1 0,-1-1,0 1,0 0,1 0,16 95,-18-87,1 1,0-1,0 1,1-1,0 0,1 0,0 0,1 0,0 0,4 5,-7-13,1 0,-1 0,1-1,-1 1,1 0,0-1,0 1,0-1,0 1,0-1,0 0,0 0,0 0,0 0,0 0,1-1,-1 1,0-1,1 1,-1-1,0 0,1 0,-1 0,1 0,17-3</inkml:trace>
  <inkml:trace contextRef="#ctx0" brushRef="#br0" timeOffset="2572.464">2883 425,'7'5,"11"1,3-1</inkml:trace>
  <inkml:trace contextRef="#ctx0" brushRef="#br0" timeOffset="2962.102">3150 37,'-3'-13,"-4"-10,7 43,9 321,-4-52,13-188,-18-97,2-1,-1 0,0-1,0 1,1 0,0 0,-1-1,1 1,0-1,1 1,-1-1,0 0,1 0,-1 0,1 0,-1 0,1 0,0-1,0 1,0-1,0 0,0 0,0 0,0 0,0-1,0 1,0-1,1 0,-1 0,1 0,9-2,0-2,0 1,-1-1,0-1,0 0,0-1,0 0,-1-1,0 0,0-1,-1 0,0-1,0 0,-1 0,0-1,-1 0,0-1,0-1,18-28,-32 75,4-30,0 0,0 0,1 0,0 0,0 1,0-1,1 1,0-1,0 0,0 1,0-1,1 1,0-1,0 0,0 0,1 1,0-1,0 0,0 0,1-1,-1 1,1 0,0-1,1 0,-1 1,4 2,1-3,0 0,0-1,1 0,-1 0,1-1,0 0,0-1,0 0,0 0,4 0,22 0</inkml:trace>
  <inkml:trace contextRef="#ctx0" brushRef="#br0" timeOffset="3205.438">3672 412,'0'0</inkml:trace>
  <inkml:trace contextRef="#ctx0" brushRef="#br0" timeOffset="3456.321">3111 238,'6'-9,"15"-8,19-3,16-2,15-1,11 5,3 2,-4 4,-16 5</inkml:trace>
  <inkml:trace contextRef="#ctx0" brushRef="#br0" timeOffset="3987.897">2094 866,'16'2,"12"1,8 0,7-3,4-1,-3-1,-8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7:03.5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1056,'19'-2,"14"-4,14 1,9-1,10 0,6 0,6 2,2 0,2 0,-2 0,-6 1,-10-1,-17-1</inkml:trace>
  <inkml:trace contextRef="#ctx0" brushRef="#br0" timeOffset="780.479">1150 842,'2'180,"1"3,-8 0,-23 136,23-289,0-24,3-20,1-385,3 94,-2 299,0 1,0 1,0-1,0 0,1 0,-1 1,1-1,1 0,-1 1,0-1,1 1,0-1,0 1,1-2,0 5,-1 0,1 0,-1 0,1 0,0 1,-1-1,1 1,0-1,-1 1,1 0,0 0,-1 0,1 1,0-1,-1 0,1 1,0 0,-1 0,1-1,-1 2,1-1,-1 0,0 0,1 1,-1-1,0 1,0 0,0 0,0 0,2 0,14 8,-1 1,-1 0,0 2,0-1,-1 2,-1 0,0 1,-1 0,8 13,-20-26,0-1,0 0,0 1,0-1,-1 1,1 0,0-1,-1 1,1-1,-1 1,0 0,1-1,-1 1,0 0,0-1,0 1,0 0,0-1,-1 1,1 0,0-1,-1 1,1 0,-1-1,0 1,0-1,1 1,-1-1,0 1,0-1,0 0,0 1,-1-1,1 0,0 0,0 0,-1 0,1 0,-1 0,1 0,-1 0,1-1,-1 1,1-1,-1 1,0-1,1 1,-2 0,1 0,-1 0,1 0,0-1,-1 1,0 0,1-1,-1 0,1 1,-1-1,1 0,-1 0,0-1,1 1,-1-1,1 1,-1-1,1 0,-1 0,1 0,0 0,-1 0,1 0,0-1,0 1,0-1,0 1,0-1,0 0,0 0,1 0,-1 0,1 0,-1 0,1-1,0 1,0 0,0-1,0 1,0-1,0 1,1-1,-1 1,1-1,0 0,2-11,0 1,1-1,1 1,0 0,1 0,0 0,1 1,1 0,5-9,-5 9,28-52,12-20,-3-2,-5-1,8-32,-30 66,-2-1,-3 0,-2 0,-3-1,-2-1,-2-3,-3 59,1-9,0 0,-1-1,-1 1,1-1,-1 1,-1 0,0 0,0 0,-1-1,0 2,0-1,-1 0,0 1,-5-7,7 14,1 0,-1 0,1 0,-1 0,1 1,-1-1,0 1,1-1,-1 1,0 0,0-1,1 1,-1 0,0 0,0 0,1 0,-1 1,0-1,0 0,1 1,-1-1,0 1,1 0,-1-1,1 1,-1 0,1 0,-1 0,1 0,-1 0,1 0,0 1,0-1,0 0,-1 1,1-1,1 1,-1-1,0 1,0-1,0 1,1 0,-1-1,1 1,-1 0,1 0,0 1,-11 28,1 2,2-1,1 1,1 0,2 1,2-1,1 1,2 20,3 26,4 0,3 0,3 0,4-2,3 0,4-1,26 55,-34-92,-3-11</inkml:trace>
  <inkml:trace contextRef="#ctx0" brushRef="#br0" timeOffset="1200.285">1310 655,'324'106,"-282"-92,-2 3,0 1,-1 2,3 5,-30-18,0 1,-1 0,0 1,-1 0,0 1,0 0,-1 0,0 1,-1 0,0 1,-1 0,-1 0,0 1,5 12,-4 66,-7-88,0 0,-1 1,1-1,-1 0,0 0,0 0,0 0,0 0,-1 0,1-1,-1 1,1 0,-1-1,0 1,0-1,0 1,-1-1,1 0,0 0,-1 0,1 0,-1-1,0 1,0-1,0 1,0-1,-2 0,3 0,0-1,1 0,-1 0,0 0,0 0,0-1,0 1,0-1,0 1,1-1,-1 1,0-1,0 0,1 0,-1 0,0 0,1 0,-1 0,1 0,0-1,-1 1,1 0,0-1,0 1,0-1,0 0,0 1,0-1,0 0,0 0,-18-57,15 42,1 1,0-2,2 1,0 0,1 0,1 0,0-1,1 1,1 0,1 0,0 1,1-1,5-9,-7 21,1-1,0 1,0 1,0-1,0 1,1-1,0 1,0 0,0 1,0-1,1 1,-1 0,1 1,0-1,-1 1,1 0,0 1,1-1,-1 1,1 0,126 1,-65 8,-5 2</inkml:trace>
  <inkml:trace contextRef="#ctx0" brushRef="#br0" timeOffset="2016.85">3102 762,'8'91,"-4"-24,4-1,2 0,15 50,-12-91,-3-42,-5-40,-5 40,2 0,-1 0,2 0,0 0,2 0,-1 0,2 1,0 0,4-7,-7 18,0-1,0 1,0 0,0 0,1 0,0 1,0-1,0 1,1 0,-1 0,1 1,0-1,0 1,0 0,1 0,-1 0,1 1,-1 0,1 0,-4 2,-1 0,1 0,-1 0,1 0,-1 1,1-1,-1 0,1 1,-1-1,1 1,-1-1,0 1,1 0,-1 0,0 0,0-1,1 1,-1 0,0 0,0 1,0-1,0 0,0 0,-1 0,1 1,0-1,0 0,-1 1,1-1,-1 1,1-1,-1 1,0 0,8 55,-7-47,1 18,-2-13,1 0,0 0,1 0,1 0,0 0,1 0,1-1,1 1,-3-11,1 0,-1 0,1-1,0 0,1 0,-1 0,0 0,1-1,0 0,0 0,-1 0,1 0,0-1,0 0,0 0,1 0,-1 0,0-1,0 0,0 0,0-1,1 1,-1-1,0 0,0-1,0 1,0-1,31-4</inkml:trace>
  <inkml:trace contextRef="#ctx0" brushRef="#br0" timeOffset="2467.975">3703 1109,'-5'-10,"1"0,0-1,1 0,0 1,1-1,0 0,1-1,0 1,0 0,2-10,-2 5,-8-188,9 200,-1 3,1 1,-1-1,1 1,0-1,0 1,-1-1,1 1,0-1,0 1,0-1,-1 1,1-1,0 0,0 1,0-1,0 1,0-1,0 0,0 1,0-1,1 1,-1-1,0 1,0-1,0 0,1 1,-1-1,0 1,0-1,1 1,-1-1,0 1,1-1,-1 1,1 0,-1-1,1 1,-1 0,1-1,-1 1,1 0,-1-1,1 1,-1 0,1 0,-1 0,1-1,0 1,-1 0,1 0,-1 0,1 0,0 0,-1 0,1 0,95 44,-84-40,83 46,-92-48,0 1,0-1,-1 1,1-1,-1 1,0 0,0 0,0 0,0 0,0 0,-1 0,1 0,-1 1,0-1,0 1,0-1,-1 1,1-1,-1 1,0-1,0 1,0-1,0 1,0-1,-1 1,0 0,0-1,0 1,-67 162,67-164,1 0,0 1,0-1,0 1,0-1,0 1,0-1,1 0,-1 1,1-1,-1 0,1 1,0-1,0 0,0 0,0 0,1 0,-1 0,0 0,1 0,0 0,-1 0,1-1,0 1,0-1,0 1,0-1,0 0,0 0,0 1,0-2,1 1,-1 0,0 0,3 0,86 9,-91-10,109-7,-59 0</inkml:trace>
  <inkml:trace contextRef="#ctx0" brushRef="#br0" timeOffset="2716.309">4492 1096,'-7'0,"-2"0</inkml:trace>
  <inkml:trace contextRef="#ctx0" brushRef="#br0" timeOffset="3670.046">1337 1738,'-27'564,"27"-556,0 1,0-1,0 1,0 0,1-1,1 1,-1-1,1 1,1-1,0 1,1 0,-4-8,0-1,0 1,0 0,0-1,0 1,1-1,-1 1,0-1,0 1,1-1,-1 1,0-1,1 1,-1-1,0 0,1 1,-1-1,1 1,-1-1,1 0,-1 0,1 1,-1-1,1 0,-1 0,1 1,-1-1,1 0,-1 0,1 0,-1 0,1 0,0 0,-1 0,1 0,-1 0,1 0,-1 0,1 0,-1 0,1-1,0 1,-1 0,1 0,-1-1,1 1,-1 0,0 0,1-1,-1 1,1-1,-1 1,1 0,-1-1,0 1,1-1,-1 0,15-31,-7-24,-7 47,-1 0,2 0,-1 0,1 0,1 0,-1 0,1 1,1-1,3-6,-5 12,0 1,1-1,-1 1,0 0,1 0,-1 0,1 0,0 0,0 1,-1-1,1 1,0 0,0 0,0 0,1 0,-1 0,0 1,0-1,0 1,1 0,-1 0,0 0,0 0,3 1,74 22,-69-19,1 1,-1 1,0 0,0 1,-1-1,1 2,-2 0,1 0,-1 1,0 0,-1 0,0 1,-1 0,7 11,-13-19,-1-1,1 1,-1 0,1-1,-1 1,1 0,-1-1,0 1,0 0,0 0,0-1,0 1,0 0,0 0,-1-1,1 1,-1 0,1-1,-1 1,0 0,0-1,1 1,-1-1,0 1,0-1,0 0,-1 1,1-1,0 0,0 0,-1 0,1 0,-1 0,1 0,-1 0,1 0,-2 0,-65 16,59-17,-1 1,0-1,1 0,-1-1,0 0,1-1,-1 0,1 0,0-1,0 0,0-1,-7-3,15 7,0-1,0 1,1-1,-1 1,0 0,0-1,0 0,1 1,-1-1,0 1,1-1,-1 0,0 0,1 1,-1-1,1 0,-1 0,1 0,0 1,-1-1,1 0,0 0,-1 0,1 0,0 0,0 0,0 0,0 0,0 0,0 0,0 0,0 1,0-1,1 0,-1 0,0 0,1 0,-1 0,0 0,1 1,-1-1,1 0,0 0,34-26,19 2,0 2,2 3,23-5,-65 21,5-2,-12 3,1 0,-1 1,0 0,1 0,0 0,-1 1,1 1,0-1,0 1,0 0,5 1,-11 1,0 0,0 0,0 0,0 0,0 1,0-1,-1 0,1 1,-1-1,0 1,1 0,-1-1,0 1,-1 0,1-1,0 1,-1 0,1 0,-1 0,0 0,0 0,0 0,-1-1,1 1,-1 0,1 0,-1 0,0-1,0 1,0 0,-1 0,-1 19,2-19,1-1,0 1,0 0,0 0,0 0,0 0,0 0,1 0,-1 0,1 0,0-1,0 1,0 0,0 0,0-1,1 1,-1-1,1 1,0-1,0 0,0 1,0-1,0 0,0 0,0-1,1 1,-1 0,1-1,-1 1,1-1,0 0,-1 0,1 0,0 0,0-1,0 1,0-1,1 1,18 0</inkml:trace>
  <inkml:trace contextRef="#ctx0" brushRef="#br0" timeOffset="4984.088">1805 1951,'47'11,"0"2,-1 2,0 2,15 10,-49-23,-1 1,0 0,0 1,0 1,0-1,-1 2,0-1,-1 1,0 1,0 0,-1 0,0 1,0 0,-1 0,-1 0,0 1,0 0,-1 1,0-1,-1 1,0 0,-1 0,-1 0,1 7,-4 65,1-82,1-1,0 0,1 0,-1 0,0 0,0 0,0 0,1 0,-1 0,0-1,1 1,-1 0,1-1,-1 1,1-1,-1 0,1 1,-1-1,1 0,0 0,-1 0,1 0,-1 0,1 0,-1-1,1 1,-1 0,1-1,-1 1,1-1,-1 0,1 1,-1-1,0 0,0 0,2-1,15-8,0-1,-1 0,-1-2,0 0,0-1,-2 0,1-1,4-9,26-23,-46 47,1 0,0 1,0-1,0 0,0 0,0 1,0-1,0 0,0 0,0 1,0-1,0 0,0 0,0 1,0-1,0 0,0 0,0 1,0-1,0 0,0 0,0 1,1-1,-1 0,0 0,0 0,0 1,0-1,0 0,1 0,-1 0,0 0,0 1,0-1,1 0,-1 0,0 0,0 0,1 0,-1 0,0 0,0 1,1-1,-1 0,0 0,0 0,1 0,-1 0,0 0,0 0,1 0,-1 0,0 0,0-1,1 1,-1 0,0 0,0 0,0 0,1 0,-1 0,0 0,0-1,0 1,1 0,-1 0,0 0,0-1,-1 33,-1-18,3-10,-1 1,1-1,0 1,0-1,0 1,1-1,-1 0,1 0,0 0,0 0,0 0,1 0,0-1,-1 1,1-1,1 1,-1-1,0 0,1 0,-1-1,1 1,0-1,0 0,0 0,1 1,112 31,-62-26,-1-3,1-2,-1-2,1-3,0-3,-1-1,31-10,16-19,-100 35,0 0,0 0,1-1,-1 1,0 0,0-1,0 1,0-1,0 0,0 1,0-1,0 0,0 0,0 0,0 1,0-1,0 0,0 0,-1 0,1 0,0 0,-1-1,1 1,-1 0,1 0,-1 0,0-1,1 1,-1 0,0 0,0 0,0-1,0 1,0 0,0 0,0-1,0 1,-1 0,1 0,0-1,-1 1,1 0,-1 0,1 0,-1 0,0 0,1 0,-1 0,0 0,0 0,0 0,0 0,0 0,0 0,0 1,0-1,0 0,0 1,-1-1,-16-6,-1 1,0 0,0 2,0 0,-1 1,1 1,-1 1,1 0,-7 2,-97 8,118-8,0 0,0 0,0 1,0-1,0 1,1 0,-1 0,0 1,1 0,0-1,0 1,0 1,0-1,0 0,1 1,-1 0,1 0,0 0,0 0,1 1,-1-1,-1 5,3-7,0 1,0 0,1 0,-1 0,1 0,-1 0,1 0,0 0,0 0,0-1,1 1,-1 0,1 0,-1 0,1 0,0 0,0-1,1 1,-1 0,0-1,1 1,0-1,-1 1,1-1,0 0,0 0,0 0,1 0,-1 0,0 0,1-1,-1 1,1-1,0 1,0-1,5 3,0-1,0 0,1 0,0-1,-1 0,1-1,0 0,0 0,0-1,0 0,2-1,10-2,0-2,0 0,-1-1,0-1,0-1,14-9,33-11,-66 27,0 0,0 1,0-1,0 1,1 0,-1-1,0 1,0 0,0-1,1 1,-1 0,0 0,1 0,-1 0,0 1,0-1,1 0,-1 0,0 1,0-1,0 0,1 1,-1 0,0-1,0 1,0 0,0-1,0 1,0 0,0 0,0 0,-1 0,1 0,0 0,0 0,-1 0,1 0,0 0,-1 0,1 0,-1 1,0-1,1 0,-1 0,0 1,30 63,-28-63,-1 0,1 0,-1-1,1 1,-1-1,1 1,0-1,0 0,0 0,0 0,0 0,0 0,0 0,0 0,0-1,0 1,0-1,0 1,1-1,-1 0,0 0,0 0,0 0,1 0,-1-1,0 1,0-1,0 1,0-1,0 0,1 0,1-1,0 0,0-1,0 0,0 1,-1-1,1 0,-1-1,0 1,0-1,0 1,0-1,-1 0,1 0,-1 0,0 0,0-1,-1 1,1-1,-1 1,0-3,9-95,-23 14,13 87,-1 1,1-1,-1 0,1 0,0 0,-1 1,1-1,0 0,0 0,-1 0,1 1,0-1,0 0,0 0,0 0,0 0,0 0,1 1,-1-1,0 0,0 0,0 0,1 0,-1 1,1-1,-1 0,0 0,1 1,-1-1,1 0,0 1,-1-1,1 1,-1-1,1 0,0 1,0-1,-1 1,1 0,0-1,0 1,-1 0,1-1,0 1,0 0,0 0,0 0,-1 0,1 0,167 23,-164-22,40 5,1 2,-1 2,0 2,-1 2,-1 1,8 6,-45-19,0 1,0-1,0 1,0 0,-1 0,1 1,-1-1,0 1,0 0,0 0,-1 0,1 1,-1-1,0 1,0 0,-1 0,1 0,-1 0,0 0,-1 1,1-1,-1 1,0-1,0 1,-1-1,1 1,-2 3,-2 9,2-17,0 1,0 0,0 0,0-1,1 1,-1 0,1 0,-1 0,1 0,0 0,0 0,0-1,0 1,0 0,0 0,0 0,0 0,1 0,-1 0,1 0,0-1,-1 1,1 0,0 0,0-1,0 1,0 0,0-1,1 1,-1-1,0 0,1 1,-1-1,1 0,0 1,16 0,-1 0,0-1,1-1,0 0,-1-1,0-1,1-1,0 0,1-1,1 0,0-1,-1-1,0-1,0 0,-1-2,0 0,8-6,-19 11,0-1,-1 0,1 0,-1 0,-1-1,1 0,-1 0,0-1,0 1,-1-1,1 0,-2 0,1 0,-1-1,0 1,-1-1,1 0,-2 0,1 0,-1 0,0 0,-1-2,1 8,-1-1,0 1,1 0,-1-1,0 1,-1 0,1-1,0 1,-1 0,1-1,-1 1,0 0,1 0,-1-1,0 1,-1 0,1 0,0 0,0 0,-1 1,0-1,1 0,-1 1,0-1,1 1,-1-1,0 1,0 0,0-1,0 1,-1 0,1 1,0-1,0 0,-1 1,1-1,0 1,-1 0,1-1,0 1,-1 0,1 1,0-1,-1 0,1 1,-1 0,-1 3,0 1,0 0,0 0,1 0,0 0,0 1,0 0,1-1,0 1,0 0,0 0,1 0,0 0,0 0,0 1,1-1,0 0,0 2,0-1,0 0,1 0,0-1,0 1,0 0,1 0,0 0,0-1,1 1,-1-1,1 0,1 0,-1 0,1 0,0 0,1-1,-1 0,1 0,0 0,1 0,-1-1,1 0,-1 0,1-1,0 1,1-1,-1 0,1-1,-1 0,3 1,21 5,2-1,-1-1,1-1,0-2,-1-2,23-1,30-2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8:08.7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1747 1,'-15'0,"1"0,0 0,0 1,0 1,0 1,0 0,0 1,1 0,-1 1,1 0,0 1,1 1,-1 0,2 1,-1 0,-7 7,-9 2,-198 132,6 10,0 15,151-118,2 3,3 3,3 2,3 4,3 1,2 4,4 1,4 2,-4 14,-14 36,61-122,4-8</inkml:trace>
  <inkml:trace contextRef="#ctx0" brushRef="#br0" timeOffset="555.891">263 1084,'-2'31,"-2"0,-1 0,-2-1,0 0,-11 24,16-48,-14 41,-3 0,-1-1,-19 28,38-72,1-1,1 0,-1-1,0 1,0-1,0 1,0 0,0-1,0 1,0 0,0-1,0 1,-1-1,1 1,0 0,0-1,0 1,-1-1,1 1,0-1,-1 1,1-1,0 1,-1-1,1 1,-1-1,1 1,-1-1,1 1,-1-1,1 0,-1 0,1 1,-1-1,1 0,-1 0,0 1,1-1,-1 0,0 0,1 0,-1 0,1 0,-1 0,0 0,1 0,-1 0,1 0,-1 0,0 0,1-1,-1 1,1 0,-1 0,0-1,1 1,-1 0,1-1,-1-122,1 54,10-112,-9 181,0 0,0-1,0 1,-1 0,1 0,0 0,0 0,-1 0,1 0,0 0,0 0,0 1,-1-1,1 0,0 0,0 1,-1-1,1 0,0 1,-1-1,1 1,0-1,-1 1,1-1,-1 1,1-1,-1 1,1-1,-1 1,1 0,-1-1,0 1,1 0,-1 0,0-1,1 1,-1 0,0 0,9 8,6 1,1-1,0-1,0 0,1-2,0 0,0 0,1-2,-1 0,1-1,0-1,0 0,0-2,10 0,-13 1,-13-1,37 6,-38-5,0-1,-1 1,1-1,0 1,-1-1,1 1,0-1,-1 1,1 0,-1-1,0 1,1 0,-1-1,1 1,-1 0,0 0,0-1,1 1,-1 0,0 0,0 0,0-1,0 1,0 0,0 0,0 0,0-1,0 1,0 0,0 0,-1 0,1-1,0 1,-1 0,1 0,0-1,-1 1,1 0,-1-1,1 1,-1 0,1-1,-1 1,0-1,1 1,-12 14,-1 0,0-1,0-1,-2 0,0 0,-5 2,-13 11,-209 191,168-144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8:27.1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247 48,'0'4,"0"7,-2 5,-1 7,-2 7,0 7,-2 3,0 6,0 0,-2 0,-1-1,-2-4,-1-4,3-4,-1-3,3-5,2-6</inkml:trace>
  <inkml:trace contextRef="#ctx0" brushRef="#br0" timeOffset="717.114">140 7,'-6'-6,"20"21,116 110,-97-98,-2 2,-1 1,-1 2,-2 0,1 5,-21-28,-1 1,0-1,-1 1,0 0,-1 1,0-1,-1 1,0-1,0 1,-1 0,0 0,-1 0,-1 0,0 1,0-1,-1 0,0 0,-1 0,0 0,-1 0,0-1,-1 1,0-1,-1 0,0 0,0 0,-1 0,0-1,-1 0,0-1,-3 3,-3-2,-1-1,0 0,0-1,-1-1,0 0,0-1,0-1,-1 0,0-1,1-1,-1 0,0-1,0-1,0-1,0 0,0-1,1 0,-1-2,1 1,-6-4,7 4,-76-7,83 15,10-2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8:36.8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32 185,'-8'32,"4"-46,-11-189,15 218,-1-12,0-1,0 1,1 0,-1-1,1 1,0 0,-1 0,1 0,1 0,-1-1,0 1,1 0,-1 0,1 0,0-1,0 1,0 0,0-1,0 1,0-1,1 1,0-1,-1 0,1 0,0 0,0 0,0 0,0 0,0 0,1 0,-1-1,1 1,-1-1,1 0,-1 0,1 0,0 0,-1 0,1 0,1-1,9-1,-1-1,0 0,1-1,-1 0,0-1,-1-1,1 1,3-4,41-14,-53 21,-1 1,0-1,0 1,0-1,0 1,0 0,0 0,1 0,-1 0,0 1,0-1,0 0,0 1,0-1,0 1,0 0,0 0,0 0,0 0,0 0,0 0,-1 0,1 1,0-1,-1 1,1-1,-1 1,0 0,1-1,-1 1,0 0,0 0,0 0,0 0,0 0,-1 0,1 0,-1 0,1 0,-1 0,0 2,22 84,-4 1,-3 1,-5 7,-8-80,3 5,-2 1,-1 0,-1-1,0 1,-2 0,-1-1,0 1,-2-1,-1 1,0-1,-9 21,12-40,0 1,0-1,-1 1,1-1,-1 0,0 0,0 0,0 0,0 0,0-1,-1 0,1 1,-1-1,1 0,-1-1,0 1,0-1,0 1,0-1,0 0,0-1,0 1,0-1,-1 0,1 0,0 0,0 0,0-1,0 0,0 0,0 0,0 0,0 0,0-1,0 0,1 0,-1 0,1 0,-1 0,-2-3,-6-3,0-1,1-1,0 0,0 0,1-1,0 0,1-1,0 0,1-1,0 0,1 0,1 0,0-1,1 0,-3-13,8 22,0 0,1 0,0 1,0-1,1 0,-1 1,1-1,0 1,0 0,1-1,-1 1,1 0,0 0,0 1,0-1,0 1,1-1,0 1,-1 0,1 0,0 1,0-1,1 1,-1 0,4-2,5-4,-8 5,18-14,1 0,1 2,1 1,0 2,1 0,23-6,-43 16,1 2,-1-1,0 1,1 0,-1 0,1 1,-1 0,0 0,1 1,-1 0,0 1,0-1,3 3,34 9,-26-10</inkml:trace>
  <inkml:trace contextRef="#ctx0" brushRef="#br0" timeOffset="254.522">727 105,'-9'5,"-5"5,-1 11,3 8,3 11,4 7,1 8,3 3,1-1,0-4,3-9,3-8,2-12,5-9,1-8</inkml:trace>
  <inkml:trace contextRef="#ctx0" brushRef="#br0" timeOffset="636.499">981 172,'-14'19,"-1"0,-1-1,-1-1,0 0,-2-2,1 0,-2 0,0-2,-1-1,0 0,-4 0,23-12,0 1,0-1,0 1,0 0,0 0,0 0,0 0,1 0,-1 0,0 0,0 1,1-1,-1 0,1 1,-1 0,1-1,0 1,0 0,0 0,0-1,0 1,0 0,0 0,0 0,1 0,-1 0,1 0,-1 1,1-1,0 0,0 0,0 0,0 2,6 9,0 1,0-1,1-1,0 1,1-1,1-1,0 1,1-1,-6-7,6 8,0-1,2 0,-1 0,2-2,-1 1,1-1,0-1,1-1,0 0,0 0,1-2,-1 1,1-2,1 0,-1-1,0-1,1 0,6 0,25 1,0-2,1-2,-1-2,13-4,-43 3,-10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8:47.2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295 121,'-5'0,"-1"5,0 3,1 3,2 4,-2 4,1 6,-1 5,-3 2,-1 3,0 2,0-1,1-4,-1-5,2-6,2-5</inkml:trace>
  <inkml:trace contextRef="#ctx0" brushRef="#br0" timeOffset="247.03">1 41,'0'-4,"4"-2,9 0,13 1,14 2,13-2,12 1,6 1,2 1,-2 0,-9 1,-10 1,-14 2,-13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9:32.7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741 342,'-23'-17,"8"4,0 1,-1 1,0 0,-1 1,0 1,0 0,-1 2,0 0,0 1,-13-3,15 10,1 0,-1 0,0 2,1 0,-1 0,1 2,0 0,1 0,-1 2,1 0,0 0,-10 8,8-5,0 0,0 2,1 0,1 0,0 1,0 1,2 0,-1 1,2 0,0 1,1 1,1-1,0 1,1 1,-5 18,-10 39,4 1,3 0,-1 38,8-51,-6 49,5 1,6 1,4-1,5 4,-3-88,1-1,2 0,0 1,2-2,1 1,2-1,0 0,8 12,-11-25,1-1,0 0,1 0,0-1,1-1,1 1,-1-2,2 1,0-2,0 1,0-2,1 1,0-2,1 0,0 0,10 2,-3-2,0-1,0-1,0-1,1-1,0-1,-1-1,1 0,0-2,0-1,-1 0,1-2,-1 0,0-2,0 0,-1-1,4-3,-3-4,-2-1,1-1,-2-1,0-1,-1-1,-1 0,-1-1,0-1,-2 0,0-1,-1 0,-2-1,0 0,-2 0,5-21,22-61,-5-1,-5-2,-4 0,-6-2,-4 0,-4 0,-6 0,0 66,-2 0,-2 0,-2 1,-2 0,-1 0,-3 0,-1 1,-2 1,-2 0,-2 1,-1 1,-3 0,0 2,-13-13,31 43,-1 0,0 0,-1 1,1 0,-1 0,0 1,-1-1,1 1,-1 1,0-1,0 1,-1 0,1 1,-1 0,0 0,0 1,0 0,0 0,0 0,0 1,0 1,-1-1,1 2,0-1,0 1,-1 0,1 0,0 1,0 0,0 1,-7 3,4 3,0 0,0 1,1 1,0 0,1 0,1 0,-1 1,2 1,0-1,0 1,1 1,1-1,0 1,1 0,0 0,0 3,-9 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9:34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656 21,'-27'0,"18"-1,1 0,0 0,-1 1,1 1,0-1,0 1,-1 1,1 0,0 0,0 0,0 1,1 0,-1 1,1-1,0 1,-1 1,-3 3,-25 29,1 1,3 1,0 2,3 2,2 0,-14 32,3 9,4 1,4 1,3 1,-7 55,14-61,2-17,3 1,2 0,4 1,2 0,3 1,3 19,3-66,0-1,2 0,0-1,1 1,0 0,2-1,0-1,1 1,1-1,1 0,0-1,1 0,0-1,2 0,0-1,0 0,1-1,1 0,0-2,1 0,0 0,1-1,0-1,9 3,-9-7,1-1,0-1,0 0,0-1,0-1,0 0,1-2,-1 0,0-1,0-1,0 0,-1-2,1 0,-1 0,0-2,0 0,-1-2,0 1,-1-2,12-8,-2-1,0-1,-1-2,-1 0,-2-1,0-2,-1 0,-1-1,-2-1,-1 0,-1-1,4-13,3-12,-4 0,-1-1,-3-1,-2 0,-3-1,-2-2,3-22,-4 0,-3-1,-4 1,-3-1,-3 1,-9-28,10 80,0 2,-2-1,-1 1,-1 0,-2 1,0 0,-1 0,-2 2,0 0,-2 0,0 2,-2 0,0 1,-1 1,-1 1,-1 0,-15-8,32 22,0 0,0 1,-1-1,1 1,-1 1,0-1,0 1,0 0,0 0,0 0,-1 1,1 0,0 0,-1 1,1 0,0 0,-1 0,1 1,-1 0,1 0,0 1,0-1,0 1,0 1,0-1,0 1,1 0,-1 1,1-1,-4 4,0 3,1 0,0 1,0 0,1 0,0 1,1 0,-3 9,-13 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9:35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555 76,'-12'-4,"0"1,1 1,-1 0,0 1,0 0,0 1,0 0,0 1,0 1,1 0,-1 0,0 1,1 0,0 1,-1 0,1 1,1 1,-1-1,1 2,0-1,1 1,-1 1,1 0,-1 2,-17 28,1 2,3 0,1 2,2 0,-12 38,30-76,-23 63,3 2,2 0,4 1,3 1,2 1,1 60,3 66,13 115,-6-296,0-1,1 1,1 0,0 0,1-1,1 1,1-1,0 0,1 0,0-1,2 0,0 0,0 0,1-1,1-1,1 1,0-2,0 1,1-2,1 1,0-2,0 0,7 4,-3-6,0-1,0 0,1-2,0 1,0-2,0-1,0 0,1-1,-1-1,1-1,0 0,-1-2,1 0,-1-1,0-1,0 0,0-2,0 0,-1-1,0 0,-1-2,1 0,-1 0,3-5,0-3,-1-1,-1-1,0-1,-1-1,-1 0,-1 0,-2-2,10-21,68-197,-42 86,-6-2,-8-1,-2-37,-26 149,-3 0,-2 0,-1-1,-3 1,-7-37,5 58,0 1,-2-1,0 1,-2 1,-1 0,-1 0,0 0,-2 2,-1 0,0 0,-8-7,16 20,1 1,-2-1,1 1,-1 0,0 0,0 1,-1 0,0 0,0 1,-1 0,1 1,-1 0,0 0,0 0,0 2,-1-1,1 1,-1 0,1 1,-1 0,1 0,-1 1,0 1,0-1,1 2,-1-1,1 1,-1 1,1 0,-1 0,-3 6,0-1,1 2,1-1,-1 2,2 0,-1 0,2 1,-1 0,2 0,-1 1,1 3,-22 36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09:37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535 2,'-7'0,"0"0,0 0,0 1,0 0,-1 0,1 1,1 0,-1 0,0 1,0 0,1 0,0 1,-1-1,1 1,0 0,1 1,-1 0,1 0,0 0,0 0,1 1,0 0,-4 5,-30 53,3 1,3 2,-10 35,12-31,-26 66,-37 132,77-210,2 0,3 1,2 1,4-1,2 1,2 6,2-43,1 0,1 0,0 0,2-1,1 0,1 0,1 0,1-1,1 0,1-1,0 0,2-1,0 0,2-1,0 0,1-2,1 0,0 0,1-2,1 0,0-1,19 10,-25-16,1-1,0 0,0-1,1 0,0-1,0-1,0 0,1-1,-1-1,1 0,-1-1,1-1,-1 0,1-1,0-1,-1 0,0-2,1 1,-1-2,-1 0,1-1,7-4,-3-2,-1-1,-1-1,0-1,-1-1,-1 0,0-1,-2 0,1-1,-2-1,-1 0,0 0,-1-2,6-18,4-17,-3-1,-2-1,-3 0,2-38,1-16,-5 0,-5 0,-5-1,-4 1,-6 0,-19-85,25 172,-1-1,-1 1,-1 0,-1 0,-2 1,0 0,-2 0,0 2,-1-1,-16-18,26 37,-1 1,0-1,0 1,0 0,0 0,-1 1,1-1,-1 1,1 0,-1 0,0 0,0 1,0-1,0 1,0 1,0-1,0 1,0-1,0 1,-1 1,1-1,0 1,0 0,-4 1,-34 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0:35.9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0,'2'6,"1"4,0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41.1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133 234,'-17'23,"1"0,2 1,0 1,2 0,1 0,1 2,1-1,-1 7,5-16,1 1,0-1,1 1,1 0,1 1,0 1,1-15,0 0,1 0,-1 0,1 0,0 0,0 0,1-1,-1 1,1 0,0 0,0-1,1 0,0 1,-1-1,1 0,1 0,-1 0,0-1,1 1,0-1,0 0,0 0,0 0,1 0,6 1,0-1,0 0,1-1,0 0,-1 0,1-2,0 1,0-1,-1-1,1 0,0-1,-1 0,1-1,-1 0,0-1,0 0,0-1,0 0,-1 0,0-1,0-1,0 0,-1 0,0-1,-1 0,1 0,-1-1,-1 0,7-10,-1-1,-1-1,-1 1,-1-2,-1 0,-1 0,-1 0,0-1,-2 0,-1 0,-1 0,0-1,-2 0,-1 1,-1-1,-1 1,-4-20,4 29,0 1,-1-1,0 1,-2 0,1 0,-1 0,-1 1,-5-8,8 15,0 0,0 1,0 0,-1 0,1 0,-1 0,0 0,0 1,-1 0,1 0,-1 0,1 0,-1 1,0-1,0 1,0 1,0-1,-1 1,1 0,0 0,0 0,-1 1,0-1,1 2,0-1,0 1,0 0,0 0,0 0,0 1,0-1,1 1,-1 1,1-1,-1 0,1 1,0 0,0 0,0 0,0 1,1-1,-1 1,1 0,0 0,0 0,0 1,1-1,0 0,-1 1,1 1,-5 11,1 1,0 0,1 0,1 0,1 1,0 9,0-3,1 0,0 1,3-1,0 0,1 0,1 0,2 0,0 0,2-1,1 1,0-2,2 1,1-1,1-1,0 0,2-1,1 0,0-1,2 0,-5-6,0 0,1-2,0 1,1-1,0-1,1-1,0 0,0-1,1 0,1-2,-1 0,1 0,15 2,-14-7</inkml:trace>
  <inkml:trace contextRef="#ctx0" brushRef="#br0" timeOffset="465.762">734 515,'82'27,"-71"-22,0 1,0-1,0 2,-1 0,0 0,-1 0,8 9,-14-14,-1 0,0 0,0 1,0-1,-1 0,1 1,0 0,-1-1,0 1,0 0,0 0,0 0,0 0,0-1,-1 1,1 0,-1 0,0 1,0-1,0 0,0 0,-1 0,1 0,-1 0,1-1,-1 1,0 0,-1 0,1 0,0-1,-1 1,1 0,-3 2,-2 2,-1 0,0 0,-1-1,0 0,0 0,0-1,0 1,-1-2,0 1,0-2,-5 3,2-1,11-5,1 0,0 0,-1 0,1 0,-1 0,1 0,-1 0,1 1,0-1,-1 0,1 0,-1 0,1 1,0-1,-1 0,1 0,0 1,-1-1,1 0,0 1,-1-1,1 0,0 1,0-1,-1 1,1-1,0 0,0 1,0-1,0 1,0-1,-1 0,1 1,0-1,0 1,0-1,0 1,0-1,0 1,1-1,-1 0,0 1,0-1,0 1,0-1,0 1,1-1,-1 0,0 1,0-1,1 0,-1 1,0-1,0 0,1 1,-1-1,0 0,1 1,-1-1,1 0,-1 0,0 0,1 1,-1-1,1 0,-1 0,37 17,-26-13,0-1,-1 2,1-1,-1 1,1 1,-2 0,1 0,-1 1,0 1,0-1,-1 1,0 1,0-1,-1 1,0 1,3 6,-9-13,0-1,0 1,-1 0,1 0,-1 0,0 0,0-1,0 1,0 0,-1 0,1 0,-1 0,1 0,-1-1,0 1,0 0,0-1,-1 1,1-1,0 1,-1-1,0 1,0-1,0 0,0 0,0 0,0 0,0 0,0-1,-3 2,-79 40,65-37,-1 0,1-1,-1-1,0-1,1-1,-1-1,0 0,-9-2,3-2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39.9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1587 219,'-362'12,"-571"-23,897 10,-81 8,117-7,0 0,0 0,1 1,-1-1,0 0,0 0,1 0,-1 0,0 1,0-1,0 0,1 0,-1 0,0 1,0-1,0 0,0 0,0 0,1 1,-1-1,0 0,0 0,0 1,0-1,0 0,0 1,0-1,0 0,0 0,0 1,0-1,0 0,0 0,0 1,0-1,0 0,0 0,-1 1,1-1,0 0,0 0,0 1,0-1,0 0,-1 0,1 0,0 1,0-1,0 0,99 3,-63-5</inkml:trace>
  <inkml:trace contextRef="#ctx0" brushRef="#br0" timeOffset="491.219">530 99,'-33'3,"1"1,0 2,0 1,0 2,1 1,0 1,-18 10,46-19,-218 99,219-101,1 0,-1 1,0-1,1 1,-1-1,1 1,-1 0,1 0,-1 0,1 0,-1 0,1 0,0 0,-1 0,1 0,0 1,0-1,0 0,0 1,0-1,0 1,1-1,-1 1,0 0,1-1,-1 1,1 0,0-1,-1 1,1 0,0-1,0 1,0 0,0 0,0-1,1 1,-1 0,1 0,65 25,-21-10,4 4,2-2,0-2,1-3,0-1,1-4,0-1,32 0,-83-8,0 0,0 0,0 0,0-1,0 1,-1 0,1-1,0 1,0-1,0 0,-1 1,1-1,0 0,-1 0,1 0,-1 0,1 0,-1-1,0 1,1 0,-1-1,0 1,0-1,0 1,0-1,0 0,0 1,0-1,-1 0,1 1,-1-1,1 0,-1 0,0 0,1 0,-1 1,0-1,0 0,0 0,-1 0,1-1,-1-23,-1 0,-2 0,0 1,-2 0,-5-18,1 7,-1-5,-15-98,39 110,-1 22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37.6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147 340,'10'9,"15"6,19-1,21-2,21-3,20-3,15-3,7-4,3-1,-5-2,-11 2,-15-3,-21 0,-21 1,-20 1</inkml:trace>
  <inkml:trace contextRef="#ctx0" brushRef="#br0" timeOffset="599.393">469 220,'-45'9,"2"2,-1 2,2 2,-14 7,-14 5,-99 33,204-54,-20-4,0 1,0 1,0 0,-1 1,0 0,0 2,0-1,-1 2,0 0,0 0,-1 1,9 9,38 23,-31-23,1 0,1-2,0-2,1 0,0-2,1-2,0 0,24 2,-54-11,0 0,0-1,-1 1,1-1,0 1,0-1,0 0,0 0,0 0,0 0,0 0,0 0,0 0,0-1,0 1,0-1,0 1,0-1,0 0,-1 0,1 0,0 0,0 0,-1 0,1 0,-1 0,1-1,-1 1,0-1,1 1,-1-1,0 0,0 1,0-1,0 0,0 0,-1 1,1-1,0 0,-1-2,-1-8,0 0,-2 1,1-1,-2 0,1 1,-1 0,-1 0,0 0,-1 0,0 1,-5-6,10 14,-109-160,95 139,15 22,0 1,0-1,0 1,0-1,0 1,0 0,0-1,0 1,0-1,0 1,0-1,0 1,0 0,0-1,0 1,0-1,1 1,-1-1,0 1,0 0,1-1,-1 1,0 0,0-1,1 1,-1 0,0-1,1 1,-1 0,0 0,1-1,-1 1,0 0,1 0,-1 0,1-1,-1 1,0 0,1 0,-1 0,1 0,-1 0,1 0,-1 0,1 0,-1 0,0 0,1 0,-1 0,1 0,-1 1,0-1,1 0,-1 0,1 0,-1 0,0 1,1-1,-1 0,0 1,1-1,-1 0,0 0,1 1,-1-1,0 1,1-1,33 10,4 4</inkml:trace>
  <inkml:trace contextRef="#ctx0" brushRef="#br0" timeOffset="1237.21">1965 220,'-22'13,"0"2,0 0,2 2,0 0,0 1,2 1,0 0,2 2,0 0,1 1,1 0,1 1,-3 9,11-20,1 0,0-1,0 2,1-1,1 0,0 1,0 6,2-16,0 1,0 0,0-1,0 1,1-1,0 1,-1-1,1 0,1 1,-1-1,0 0,1 1,-1-1,1 0,0 0,0 0,0-1,1 1,-1 0,1-1,-1 1,1-1,0 0,0 0,0 0,0-1,0 1,3 1,6-1,0 0,1 0,-1-2,1 1,-1-1,0-1,1 0,-1-1,0 0,0-1,0-1,0 1,0-2,-1 0,0 0,0-1,0 0,-1-1,1 0,-2-1,1 0,-1-1,-1 0,1 0,2-5,4-6,-2 1,0-2,-2 1,0-2,-1 1,-1-2,-1 1,-2-1,0 0,-1 0,-1-1,-1 0,-1 1,-2-1,0 0,-1 0,-2 0,-2-8,5 25,-1 1,-1-1,1 1,-1 0,0-1,-1 1,1 0,-1 0,0 1,-1-1,1 0,-1 1,-1 0,1 0,0 0,-1 1,0-1,0 1,-1 0,1 1,-1-1,0 1,1 0,-2 0,1 1,0 0,0 0,-1 0,-2 1,-1-1,0 2,0-1,1 1,-1 1,0-1,0 2,1-1,-1 2,1-1,-1 1,1 0,0 1,0 0,1 1,-1 0,1 0,0 1,0-1,1 2,-1-1,2 1,-1 1,1-1,0 1,0 0,1 0,0 0,-1 5,0 2,1 0,1 1,0-1,1 1,1 0,0 0,1 0,1 0,1 0,0 0,1-1,0 1,2 0,0-1,0 1,1-1,1 0,1-1,4 8,20 31,1-1,3-1,2-3,19 19,-50-60,116 160,-114-158</inkml:trace>
  <inkml:trace contextRef="#ctx0" brushRef="#br0" timeOffset="1569.318">2327 581,'10'-3,"-1"1,1 1,-1-1,1 2,0-1,0 1,-1 1,1 0,0 0,-1 1,1 0,-1 1,0-1,1 2,-2 0,1 0,0 0,-1 1,5 4,-11-6,1 0,-1 0,-1 0,1 0,0 0,-1 0,0 0,0 1,0-1,0 1,0-1,-1 1,1-1,-1 1,0-1,0 1,0-1,-1 1,1-1,-1 1,0-1,0 1,0-1,-1 1,-42 76,2-28,30-40,1 0,1 1,0 1,1 0,1 0,0 1,0-1,1 4,6-16,1 0,-1-1,1 1,-1 0,1-1,0 1,0 0,0-1,0 1,0 0,0-1,0 1,0 0,1-1,-1 1,1 0,-1-1,1 1,0-1,-1 1,1-1,0 1,0-1,0 0,0 1,0-1,1 0,-1 0,0 0,1 0,-1 0,0 0,1 0,1 1,60 12,134-7,-136-5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36.8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347 201,'-18'2,"1"1,1 1,-1 1,0 0,1 1,0 1,1 0,-1 1,1 1,1 0,0 1,0 1,1 0,0 1,1 0,1 1,0 0,0 1,1 0,1 1,1 0,0 0,0 1,2 0,0 0,1 1,0 1,4-11,-1-1,1 1,1-1,-1 1,1-1,0 1,1-1,-1 1,1 0,0-1,1 0,0 1,0-1,0 0,1 0,0 0,0 0,1-1,-1 1,1-1,0 0,1 0,-1 0,1 0,0-1,0 0,0 0,1 0,-1-1,1 0,0 0,0 0,0-1,6 2,-2-2,0 0,1-1,-1 0,1-1,-1 0,1 0,-1-1,1 0,-1-1,0 0,0-1,0 0,0-1,0 0,-1 0,1-1,-1-1,0 0,6-3,0-2,0 0,-1-1,-1-1,0 0,-1 0,0-1,-1-1,-1 0,1-2,-1-1,-1-1,0 0,-2-1,0 1,-1-1,-1-1,-1 1,-1-1,0 0,-2 0,0 0,-2 0,0 0,-1 1,-1-1,-1 0,-1 1,-4-9,6 21,-1-1,-1 1,1 0,-1 1,-1-1,1 1,-2 0,1 0,-1 0,1 1,-2 0,1 1,-6-4,9 7,1 0,-1 0,0 0,0 1,0-1,0 1,0 0,0 0,0 0,0 1,0-1,-1 1,1 0,0 0,0 1,-1-1,1 1,0 0,0 0,0 0,0 1,0-1,0 1,1 0,-1 0,1 1,-1-1,1 1,0-1,-3 3,-3 8,1 0,0 0,1 1,1 0,0 0,1 0,0 1,1 0,1 0,0 0,1 0,1 1,0-1,1 0,0 1,3 13,5 22,2 1,2-1,2-1,3 0,1-1,3-1,2-1,1-1,3-1,14 17,-9-19,-20-32</inkml:trace>
  <inkml:trace contextRef="#ctx0" brushRef="#br0" timeOffset="279.314">814 696,'10'-16,"4"-12,1-8,-1-5,-2 0,-3 2,-3 7,-3 5,-2 14,-1 17,-2 16,-2 17,0 14,2 12,4 7,5 4,1 1,-1-13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35.6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118 241,'23'2,"20"3,20 1,19-1,19-1,14-4,9-1,1-1,-5 0,-13 0,-19 1,-21 0,-23 0</inkml:trace>
  <inkml:trace contextRef="#ctx0" brushRef="#br0" timeOffset="567.053">573 0,'-285'87,"28"-23,256-64,0 0,-1 0,1 0,0 0,0 0,0 0,0 1,0-1,-1 0,1 0,0 1,0-1,0 1,0-1,0 1,0 0,0-1,0 1,0 0,1 0,-1-1,0 1,0 0,1 0,-1 0,0 0,1 0,-1 0,1 0,-1 0,1 0,0 0,-1 0,1 1,0-1,0 0,0 0,0 0,0 0,0 0,0 1,0-1,0 0,1 0,-1 0,0 0,1 0,-1 0,1 0,-1 0,1 0,-1 0,1 0,0 0,-1 0,1 0,0 0,0-1,0 1,0 0,0 0,22 19,1 0,1-2,1 0,1-2,15 7,-35-19,30 18,0-3,1 0,1-3,1-1,0-2,1-2,0-1,29 2,-68-11,0-1,0 1,1 0,-1-1,0 0,0 1,1-1,-1 0,0 0,0 0,1 0,-1-1,0 1,0-1,0 1,0-1,1 0,-1 0,0 0,0 0,0 0,-1 0,1 0,0-1,0 1,-1-1,1 1,0-1,-1 0,0 0,1 1,-1-1,0 0,0 0,0 0,0 0,-1-1,1 0,-1-11,-1 1,-1 0,0-1,-1 1,0 0,-1 0,0 0,-1 1,-6-10,6 10,-57-126,60 107,10 26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56.9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 23,'-84'-18,"80"13,19 5,243 8,-97-5,110 19,-155 3,-91-25,-16-1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57.7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0 188,'117'13,"78"0,150-11,-326-3,1 2,-1-2,1 0,0-1,-1-1,0-1,2-2,-21 6,-1 0,1 0,0 0,0 0,0-1,0 1,0 0,0 0,0 0,-1 0,1-1,0 1,0 0,0 0,0-1,0 1,0 0,0 0,0 0,0-1,0 1,0 0,0 0,0-1,0 1,0 0,0 0,0 0,1-1,-1 1,0 0,0 0,0 0,0 0,0-1,0 1,1 0,-1 0,0 0,0 0,0-1,0 1,1 0,-1 0,0 0,0 0,0 0,1 0,-1 0,0 0,0 0,1 0,-1 0,0 0,0 0,0 0,1 0,-1 0,-18-3,-18 8,28-5</inkml:trace>
  <inkml:trace contextRef="#ctx0" brushRef="#br0" timeOffset="298.715">589 1,'-51'0,"334"13,-279-12,15-1,-1 2,1 0,-1 1,1 1,-1 0,-1 1,1 2,-1-1,0 2,10 6,-26-13,0 0,0 0,0 0,1 0,-1 0,0 0,0 1,0-1,-1 0,1 1,0-1,0 1,-1-1,1 1,-1-1,0 1,1-1,-1 1,0 0,0-1,0 1,0-1,0 1,0 0,0-1,-1 1,1-1,0 1,-1 0,1-1,-1 0,0 1,0-1,1 1,-1-1,0 0,0 1,0-1,0 0,-1 0,1 0,0 0,-1 0,-60 47,-31 2,-3-3,-1-5,-53 13,60-23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2:32.2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103 8803,'7'0,"11"0,14 0,16 0,17 0,16-3,12 0,7 0,-1 1,-7 0,-13 1,-18 0,-16 1,-17 0</inkml:trace>
  <inkml:trace contextRef="#ctx0" brushRef="#br0" timeOffset="612.358">397 8522,'-354'132,"352"-132,0 0,1 0,-1 0,0 0,1 0,-1 0,0 1,1-1,-1 1,1-1,-1 1,1 0,-1-1,1 1,-1 0,1 0,0 0,-1 0,1 0,0 1,0-1,0 0,0 0,0 1,0-1,0 1,0-1,1 1,-1-1,0 1,1-1,-1 1,1 0,0-1,0 1,-1 0,1-1,0 1,0 0,1-1,-1 1,0 0,1-1,-1 1,0-1,1 1,0-1,0 2,80 54,-51-40,43 27,2-4,74 28,-146-66,4 2,1-1,-1 0,1 0,0 0,0-1,0-1,0 1,1-1,-1 0,0-1,0 0,1 0,-1-1,0 0,1-1,-5-1,0-1,-1 1,0-1,1 0,-1 0,-1 0,1 0,0-1,-1 1,0-1,0 1,-1-1,1 0,-1 0,0 0,0 0,-1 0,1 0,-1 0,0 0,0 0,-1 0,-1-21,-2 0,0 1,-2-1,-1 1,0 1,-2-1,-1 1,-1 1,-1 0,-1 0,-13-16,23 30,16 21,-8-7,15 13</inkml:trace>
  <inkml:trace contextRef="#ctx0" brushRef="#br0" timeOffset="2030.718">1935 8415,'-20'5,"0"2,1 0,-1 1,2 1,-1 1,1 1,1 0,0 1,0 1,1 1,1 0,1 1,0 1,0 0,2 0,0 2,1-1,1 2,-3 6,5-11,2 0,-1 1,2 0,0 0,0 0,1 0,1 1,1 0,0-1,2 1,-1 2,1-16,0 1,0-1,1 1,-1-1,0 0,1 1,0-1,-1 1,1-1,0 0,0 0,0 1,1-1,-1 0,0 0,1 0,0 0,-1-1,1 1,0 0,0-1,0 1,0-1,0 1,0-1,0 0,0 0,1 0,-1 0,0-1,1 1,-1-1,1 1,-1-1,0 0,1 0,-1 0,1 0,-1 0,1 0,-1-1,1 1,-1-1,1 0,19-7,1-2,-1 0,-1-1,0-2,-1 0,0-1,-1-1,0 0,0-3,14-8,-1-2,-1-2,-1-1,-2-1,-1-1,-1-1,-2-2,-2 0,-1-2,-2 0,-1-1,-3-1,-1 0,5-25,-17 52,-1 1,1 0,-2-1,0 1,0 0,-1-1,-1 1,-3-12,4 20,0 0,0 0,-1 0,1 1,-1-1,0 0,-1 1,1-1,-1 1,1-1,-1 1,0 0,0 0,0 1,0-1,-1 1,1-1,-1 1,0 0,1 0,-1 1,0-1,0 1,0 0,0 0,0 0,-4 0,-7 2,0 0,0 2,1-1,-1 2,1 0,0 0,0 2,0-1,1 2,0 0,0 0,1 2,0-1,0 1,1 1,0 0,1 1,0 0,0 0,1 2,-1-1,1 1,1 0,0 1,1 0,0 0,1 1,1 0,0 0,1 0,0 1,1-1,1 1,1-1,0 1,1 0,1 0,0 0,1-1,1 1,1-1,0 0,0 1,4 5,15 32,3-1,1-1,17 21,-1 0,-35-58,13 20,-1 0,-3 2,0 0,-3 1,7 23,-16-45,1-4</inkml:trace>
  <inkml:trace contextRef="#ctx0" brushRef="#br0" timeOffset="2398.734">2242 8949,'-3'6,"-1"1,1-1,0 1,0 0,1 0,0 0,0 0,0 0,1 0,0 0,1 1,0-1,0 0,0 1,1-1,0 0,0 0,1 0,0 0,0 0,1 0,0 0,0-1,1 1,-1-1,3 2,0-1,1 0,1-1,-1 0,1-1,0 1,0-1,1-1,-1 0,1 0,0-1,0 0,0 0,0-1,1 0,-1-1,1 0,2 0,-6-1,0 1,-1-2,1 1,0-1,-1 1,1-1,0-1,-1 1,0-1,1 0,-1-1,0 1,0-1,0 0,0 0,-1 0,1-1,-1 0,0 0,0 0,0 0,0 0,-1-1,0 0,0 0,0 0,-1 0,1 0,-1-2,1-3,0 0,-2 1,1-1,-1 0,0 0,-1 0,0 0,-1-1,0 1,-1 1,0-1,0 0,-1 0,0 1,-1-1,-4-7,5 12,1 1,-1-1,0 0,0 1,0 0,0 0,-1 0,0 0,0 0,0 1,0 0,-1 0,1 0,-1 0,0 1,0-1,0 1,0 0,0 1,0-1,0 1,-1 0,1 1,0-1,-1 1,1 0,0 0,-1 1,1 0,0-1,-6 3,1 1,1 1,-1 0,1 0,-1 1,2 0,-1 1,1 0,0 0,0 1,1 0,0 0,0 1,1 0,0 0,1 1,0-1,0 1,1 0,1 0,-1 1,2-1,-1 1,1-1,1 1,0 9,-1 20</inkml:trace>
  <inkml:trace contextRef="#ctx0" brushRef="#br0" timeOffset="89426.442">6574 7626,'29'-125,"-18"87,-2 0,-1 0,1-39,-20 144,-22 302,29-322</inkml:trace>
  <inkml:trace contextRef="#ctx0" brushRef="#br0" timeOffset="89682.757">6400 7960,'13'0,"15"0,13 0,11 0,6 0,4 0,-1 0,-5 2,-11 1</inkml:trace>
  <inkml:trace contextRef="#ctx0" brushRef="#br0" timeOffset="90950.409">6387 8361,'0'13,"1"0,1 0,0 0,1-1,0 1,1-1,0 0,1 0,1 0,0 0,0-1,1 0,0 0,1-1,1 0,-1 0,8 5,25 38,-33-43,0 1,-1 0,-1 0,0 1,0-1,-1 1,-1 1,0-1,0 1,-1-1,-1 1,0 0,-1 0,-1 0,1 0,-2 2,0-12,1-1,-1 1,0-1,0 0,0 1,0-1,-1 0,1 0,-1 1,1-1,-1 0,0-1,0 1,1 0,-1 0,-1-1,1 1,0-1,0 0,0 1,-1-1,1 0,-1 0,1-1,-1 1,1 0,-1-1,1 0,-1 1,0-1,1 0,-1-1,1 1,-1 0,1-1,-1 1,1-1,-1 0,1 0,-1 0,1 0,0 0,-1 0,1-1,0 1,0-1,0 1,0-1,0 0,-1-2,-7-4,1-1,0-1,1 0,0 0,0-1,1 0,0 0,1-1,0 0,1 0,1 0,0 0,-1-4,6 9,0 1,0 0,0 0,1 0,-1 0,2 0,-1 0,1 0,-1 0,2 1,-1 0,1-1,-1 1,1 0,1 1,-1-1,1 1,0 0,0 0,0 0,0 1,1 0,0-1,9-7,3-3,0 1,-1 0,0-1,-1-1,-1 0,0-1,-1-1,-1 0,11-18,-24 34,1 0,0 0,-1 1,1-1,-1 0,1 0,-1 0,1 0,-1 0,0 0,1 0,-1 1,0-1,0 0,0 0,1 0,-1 0,0 0,0 0,-1 0,1 0,0 0,0 0,0 0,-1 0,1 0,0 0,-1 0,1 0,-1 0,1 0,-1 1,1-1,-1 0,0 0,1 1,-1-1,0 0,0 1,0-1,1 1,-1-1,0 1,0-1,0 1,0 0,0-1,0 1,0 0,0 0,0 0,0-1,0 1,0 0,0 0,0 1,0-1,-59 10,49-7,-1 0,1 1,0 1,0 0,0 0,0 1,1 1,0 0,0 0,1 1,0 0,1 0,-1 1,2 0,-1 1,1 0,1 0,-6 10,12-17,-1-1,1 1,-1-1,1 1,0 0,0 0,0-1,0 1,1 0,-1-1,1 1,-1-1,1 1,0 0,0-1,0 0,0 1,1-1,-1 0,1 1,-1-1,1 0,0 0,0 0,0 0,0-1,0 1,19 13</inkml:trace>
  <inkml:trace contextRef="#ctx0" brushRef="#br0" timeOffset="91483.98">6948 8041,'22'-2,"-1"-1,0-1,0-1,-1-1,0-1,0 0,0-1,-1-2,0 0,-1-1,0 0,0-2,-2 0,11-11,-17 15,0 0,-1 0,0-1,-1-1,0 1,0-1,-1-1,-1 1,0-1,-1 0,0-1,-1 1,0-1,-1 0,0 0,-1-2,-1 13,0 1,-1-1,1 0,-1 0,1 0,-1 0,0 0,0 0,0 0,0 0,0 0,-1 0,1 0,0 0,-1 0,0 0,1 0,-1 0,0 1,0-1,0 0,0 0,0 1,0-1,-1 1,1-1,0 1,-1 0,1-1,-1 1,0 0,1 0,-1 0,0 0,0 0,1 0,-1 1,0-1,0 1,0-1,0 1,0 0,0-1,0 1,0 0,0 0,0 1,0-1,0 0,0 1,0-1,0 1,-1 0,-6 7,0 1,0 0,1 0,0 1,0 0,1 0,1 1,0 0,0 0,1 0,0 1,1-1,1 1,-1 1,-15 59,3 1,3 1,3-1,4 2,3 52,-2-32,5-63,-1 0,-3 0,0-1,-2 0,-1 1,-1-2,-2 0,-1 0,-7 10,2-13</inkml:trace>
  <inkml:trace contextRef="#ctx0" brushRef="#br0" timeOffset="91732.828">7015 8335,'18'-12,"13"-5,10-5,8-1,4 1,0 3,-5 3,-10 6</inkml:trace>
  <inkml:trace contextRef="#ctx0" brushRef="#br0" timeOffset="91983.691">7443 8428,'-5'16,"-1"9,-2 9,0 1,2 1,2-3,1-1,1-4,2-5,-3-6,1-6</inkml:trace>
  <inkml:trace contextRef="#ctx0" brushRef="#br0" timeOffset="92164.909">7576 8080,'-2'-4,"-1"0,-2 4,-1 5,2 6,1-1</inkml:trace>
  <inkml:trace contextRef="#ctx0" brushRef="#br0" timeOffset="92414.274">7697 8442,'-4'13,"-5"10,0 7,2 3,-1 1,1-1,2-4,2-5,1-3,1-9,1-5</inkml:trace>
  <inkml:trace contextRef="#ctx0" brushRef="#br0" timeOffset="92597.781">7710 8388,'0'18,"0"11,5 5,5 0,7 1,4-5,1-3,1-5,-1-7,-1-5,-3-6,-2-4,-4-4</inkml:trace>
  <inkml:trace contextRef="#ctx0" brushRef="#br0" timeOffset="92750.375">8004 8321,'-9'20,"-7"19,-4 11,-1 5,4-1,2-3,2-7,2-12</inkml:trace>
  <inkml:trace contextRef="#ctx0" brushRef="#br0" timeOffset="-4538.147">451 6784,'37'8,"617"37,-87-2,-316-31,-261-13,-3 1</inkml:trace>
  <inkml:trace contextRef="#ctx0" brushRef="#br0" timeOffset="-3653.01">919 6556,'-41'-3,"0"1,0 2,0 2,0 2,1 2,0 1,0 2,0 2,-15 7,42-14,0 0,1 0,-1 1,1 1,0 0,1 0,0 1,0 1,0 0,1 1,-6 6,14-13,1 0,-1 0,1 0,0 0,0 0,0 1,0-1,0 0,0 1,0-1,1 1,-1-1,1 1,0-1,0 1,0-1,0 1,0-1,1 1,-1-1,1 1,-1-1,1 1,0-1,0 0,0 1,0-1,1 0,-1 0,0 0,1 0,0 0,0 1,71 53,-62-49,16 10,-1-2,-2 0,0 2,-1 0,0 2,-2 1,0 0,14 19,23 34,-57-72,0-1,0 1,1-1,-1 0,0 1,0-1,1 0,-1 0,0 0,1 0,-1 0,0 0,0 0,1 0,-1-1,0 1,0 0,1-1,-1 1,0-1,0 1,0-1,0 0,0 1,0-1,0 0,0 0,0 0,0 0,0 0,0 0,0 0,-1 0,1 0,-1 0,1 0,0-1,21-47,-7-4,-3-1,-2 0,-2 0,-3-1,-2-35,-2 82,0-11,0-1,-2 1,0-1,-1 1,-1 0,-2-6,-3 16,7 16</inkml:trace>
  <inkml:trace contextRef="#ctx0" brushRef="#br0" timeOffset="-3029.795">2376 6116,'0'22,"0"20,0 15,0 15,0 10,0 6,0 1,-2-2,-1-3,0-5,0-9,2-11,0-17</inkml:trace>
  <inkml:trace contextRef="#ctx0" brushRef="#br0" timeOffset="-2356.076">2523 6637,'-3'22,"1"0,1 0,1 0,1 1,3 20,-3-35,0 0,1-1,0 1,1-1,-1 1,1-1,1 0,-1 0,1-1,0 1,1-1,0 0,0 0,0 0,0 0,1-1,0 0,4 2,-7-5,1 0,-1-1,1 1,-1-1,1 0,-1 0,1 0,0-1,-1 1,1-1,0 0,-1 0,1 0,0 0,0-1,-1 0,1 0,-1 0,1 0,-1 0,1 0,-1-1,1 0,-1 0,0 0,0 0,0 0,0-1,-1 1,1-1,-1 0,1 0,-1 0,0 0,0 0,0 0,0-1,40-88,-34 113,-5-5,1-1,0 1,1 0,0-1,1 0,6 8,-11-19,1 0,0 0,1-1,-1 1,1-1,-1 0,1 1,0-1,0 0,0-1,1 1,-1 0,1-1,0 0,-1 0,1 0,0 0,0-1,0 1,0-1,1 0,-1 0,0-1,0 1,1-1,-1 0,2 0,3-4,0 0,0-1,-1 0,1 0,-1 0,0-1,-1-1,1 1,-2-1,1 0,0-1,-1 0,-1 0,1 0,-1-1,-1 1,4-9,-8 16,28-56,-3-1,-2-1,-3-2,-3 0,-2 0,-3-1,-3-1,0-21,-2 26,-2 0,-3 0,-2 0,-3-8,-6 28,9 37,0 1,0-1,0 0,0 1,-1-1,1 0,0 0,-1 1,1-1,0 1,-1-1,1 0,-1 1,1-1,-1 1,1-1,-1 1,0-1,1 1,-1-1,0 1,1 0,-1-1,0 1,1 0,-1 0,0-1,1 1,-1 0,0 0,0 0,1 0,-1 0,0 0,0 0,1 0,-1 0,0 0,0 1,1-1,-1 0,0 0,1 1,-1-1,0 1,-3 2,0 1,0 0,0 1,1-1,-1 1,1-1,0 1,0 0,1 0,0 1,-2 3,-6 23,1 2,1-1,2 1,2 0,0 0,3 1,1-1,1 0,2 1,2 4,8 46,3-1,4-1,3-1,4-1,21 40,-46-116,7 17,0-1,1 0,0-1,2 0,1-1,0 0,4 2,-2-7</inkml:trace>
  <inkml:trace contextRef="#ctx0" brushRef="#br0" timeOffset="-2100.247">2844 6249,'16'7,"21"7,22 5,25 6,18 4,9 2,-13-6</inkml:trace>
  <inkml:trace contextRef="#ctx0" brushRef="#br0" timeOffset="-839.722">3472 7078,'9'-8,"0"0,-1 0,0 0,0-1,-1 0,0-1,-1 0,0 0,-1 0,0 0,0-1,-1 0,-1 0,1 0,-2-1,0 1,0-1,-1 1,0-1,-1 0,-1 1,0-1,0 1,-1-1,-1 1,0-1,-3-8,-39-70,45 89,0 1,-1-1,1 0,0 1,-1-1,1 1,0-1,0 0,-1 1,1-1,0 0,0 1,0-1,0 0,0 1,0-1,0 0,0 1,0-1,0 1,0-1,1 0,-1 1,0-1,0 0,1 1,-1-1,0 1,1-1,-1 1,0-1,1 1,-1-1,1 1,-1-1,1 1,-1-1,1 1,-1 0,1-1,0 1,-1 0,1 0,0-1,-1 1,1 0,-1 0,1 0,0 0,-1 0,1 0,0 0,41 3,-34-2,36 4,0 2,0 2,-1 2,28 11,-67-21,0 0,-1 1,1-1,0 1,0 0,-1 0,1 0,-1 0,1 1,-1-1,0 1,0 0,0 0,-1 0,1 0,-1 1,1-1,-1 1,0-1,-1 1,1 0,-1 0,1 0,-1 0,0 0,0 0,-1 0,1 0,-1 0,0 0,0 1,-12 36,10-38,0 0,0 1,1-1,-1 1,1-1,0 1,0 0,0-1,0 1,1 0,-1 0,1 0,0 0,0-1,1 1,-1 0,1 0,0 0,0-1,0 1,0 0,0-1,1 1,0-1,0 0,0 1,0-1,0 0,1 0,-1 0,2 0,9 4,1-1,0-1,0 0,1-1,-1-1,1 0,0 0,0-2,13 0,-26 0,12 1,0 0,0-1,0-1,0 0,0-1,0 0,-1-1,1 0,0-1,-1-1,0 0,0-1,0-1,0 0,-1 0,0-1,0-1,-1 0,0 0,0-1,0-2,-9 9,0 0,0-1,-1 1,0 0,1-1,-1 1,0-1,0 1,0-1,-1 1,1-1,0 0,-1 1,0-1,0 0,0 0,0 1,0-1,0 0,-1 1,1-1,-1 0,0 1,0-1,0 1,0-1,0 1,0-1,-1 1,1 0,-1 0,0-1,1 1,-1 0,0 1,0-1,-1 0,1 1,0-1,0 1,-1-1,-2 0,-2-1,0-1,-1 1,0 1,0-1,0 2,0-1,0 1,0 0,-1 0,1 1,0 0,0 1,0 0,-1 0,-6 3,11-3,0 0,0 0,0 1,0-1,0 1,0 0,0 0,1 1,-1-1,1 1,0 0,0 0,0 0,0 0,0 0,0 1,1-1,0 1,0 0,0 0,0 0,0 0,1 0,0 0,0 0,0 0,0 0,1 1,-1-1,1 5,1-5,-1 0,1 0,0 0,0 0,0 0,0 0,1 0,-1 0,1 0,0-1,0 1,1 0,-1-1,1 0,0 0,0 0,0 0,0 0,0 0,1-1,-1 0,1 1,-1-1,1-1,0 1,0 0,2 0,6 2,-1-1,1 0,0-1,-1 0,1 0,0-1,0-1,0 0,3-1,-9 1,-1 0,0-1,0 0,0 1,0-1,0-1,0 1,0-1,0 0,-1 0,1 0,0-1,-1 0,0 0,0 0,0 0,0-1,0 1,-1-1,1 0,-1 0,0 0,0-1,-1 1,1-1,-1 1,0-1,0 0,-1 0,1 0,-1-3,-1 9,0-1,-1 1,1-1,0 0,-1 1,1-1,-1 1,1-1,-1 0,1 1,-1-1,1 0,-1 0,0 1,1-1,-1 0,1 0,-1 0,0 0,1 0,-1 0,1 0,-1 0,0 0,1 0,-1 0,1 0,-1 0,0 0,1 0,-1-1,1 1,-1 0,1 0,-1-1,1 1,-1 0,1-1,-1 1,1-1,-1 1,1-1,0 1,-1-1,1 1,0-1,-1 1,1-1,0 1,0-1,-1 1,1-1,0 0,0 1,0-1,0 1,0-2,-3 8,1 0,0 1,0-1,1 0,0 0,0 1,0-1,1 1,0-1,0 1,0-1,1 0,0 1,1-1,-1 0,1 1,0-1,1 0,-1 0,1-1,0 1,1-1,-1 1,1-1,0 0,1 0,-1-1,1 1,0-1,0 0,0 0,1-1,-1 0,1 0,0 0,0 0,0-1,0 0,0 0,0-1,1 0,-1 0,1 0,2-1,-5 0,0-1,-1 1,1-1,-1 0,1 0,-1 0,0-1,1 1,-1-1,0 0,0 0,0 0,0 0,-1 0,1-1,-1 1,1-1,-1 0,0 0,0 0,0 0,0 0,0 0,-1 0,1-2,23-89,-18-124,-7 216,-1 0,1 1,0-1,0 0,0 1,0-1,0 0,0 0,0 1,0-1,1 0,-1 1,1-1,-1 0,1 1,0-1,-1 1,1-1,0 1,0-1,0 1,0-1,1 1,-1 0,0 0,0 0,1 0,-1 0,1 0,-1 0,1 0,-1 0,1 1,0-1,-1 0,1 1,0 0,-1-1,1 1,0 0,0 0,-1 0,3 0,5 1,1 1,0 0,-1 0,1 1,-1 0,0 1,1 0,-2 1,1-1,-1 2,1-1,-1 1,-1 0,1 1,-1 0,5 6,-9-7,0 0,0 0,-1 1,0-1,0 1,0 0,-1-1,0 1,0 0,0 0,-1 0,0 0,-1 3,8 60,-6-66,1-1,0 1,-1-1,2 1,-1-1,0 0,1 0,-1 0,1 0,0 0,0-1,0 1,0-1,1 0,-1 0,0 0,1 0,0-1,-1 1,1-1,0 0,2 0,88 11,-90-12,11 2,0-1,0-1,0 0,0-1,0-1,0 0,0-1,0 0,-1-2,1 0,-1 0,0-1,-1-1,1 0,-1-1,-1 0,1-1,-2 0,1-1,-1-1,0 0,-5 4,-1 0,1 0,-1 0,0-1,-1 0,0 0,0 0,-1 0,0-1,-1 1,1-1,-2 0,1 0,-1 1,-1-1,1 0,-1 0,-2-8,1 15,-1 0,0-1,1 1,-1 0,0 0,-1 0,1 1,0-1,0 0,-1 1,1 0,-1-1,1 1,-1 0,1 0,-1 1,0-1,0 0,1 1,-1 0,0-1,0 1,1 0,-1 1,0-1,0 0,0 1,1-1,-1 1,0 0,1 0,-1 0,1 0,-1 1,1-1,0 1,-1-1,1 1,0 0,0 0,0 0,0 0,0 0,0 1,-1 1,0 1,1 0,-1 0,1 0,0 0,0 1,0-1,1 0,0 1,0-1,0 1,1 0,0-1,0 1,0-1,1 1,-1-1,1 1,1-1,-1 1,1-1,0 0,0 0,1 1,-1-2,2 2,3 6,1 0,0-1,1 0,0-1,0 0,1 0,1-1,-1-1,2 1,2 0,13 6,1-1,0-2,1 0,0-2,1-2,12 2,24 4</inkml:trace>
  <inkml:trace contextRef="#ctx0" brushRef="#br0" timeOffset="50115.426">2897 461,'-11'36,"1"1,2 1,1 0,2 0,2 0,2 1,1-1,4 23,-3 11,8 673,-3-151,-7-367,1-63,2-161,-1-1,0 0,1 1,0-1,-1 0,1 0,0-1,0 1,0 0,0 0,0-1,1 1,-1-1,0 0,1 0,-1 0,1 0,-1 0,1 0,0-1,-1 1,1-1,0 0,-1 0,1 0,0 0,-1 0,1-1,-1 1,1-1,0 1,-1-1,3-1,10 1,630 0,-115 39,54-28,202 23,98-26,-266 20,-103 0,-79-13,178 14,-302-26,-294 0,-18-2,0 1,0-1,0 0,0 0,-1 0,1 0,0 0,0 0,0 1,0-1,0 0,0 0,0 0,0 0,0 0,0 1,0-1,-1 0,1 0,0 0,0 0,0 1,0-1,0 0,0 0,1 0,-1 0,0 1,0-1,0 0,0 0,0 0,0 0,0 0,0 1,0-1,0 0,0 0,0 0,1 0,-1 0,0 0,0 1,0-1,0 0,0 0,1 0,-1 0,-9 3</inkml:trace>
  <inkml:trace contextRef="#ctx0" brushRef="#br0" timeOffset="54072.626">2831 367,'0'-3,"0"-1,1 1,0 0,0 0,0 0,0 1,0-1,1 0,-1 0,1 1,0-1,-1 0,1 1,0 0,1-1,-1 1,0 0,1 0,-1 1,1-1,0 0,-1 1,1-1,0 1,0 0,0 0,0 0,0 1,0-1,0 1,0-1,0 1,0 0,1 0,-1 0,0 1,0-1,294-4,276 13,393-3,-595-7,752 1,-20 28,-472 6,-82-29,-227 9,-37-4,-90 1,88 20,-281-31,0 0,0 0,-1 0,1 0,0 0,-1 0,1 1,0-1,0 0,-1 1,1 0,-1-1,1 1,0 0,-1 0,1 0,-1 0,0 0,1 0,-1 0,0 0,0 1,0-1,1 0,-1 1,-1-1,1 1,0-1,0 1,-1 0,1-1,0 1,-1 0,0-1,1 1,-1 0,0-1,0 1,0 2,-21 118,13 268,-14-69,-5 211,27-471,2 16,-4 0,-4-1,-3 1,8-69,-9 48,3-1,2 1,2 1,-3 75,0 109,5-240,0 1,0-1,0 1,0-1,0 0,0 0,0 1,-1-1,1 0,0 0,-1 0,1-1,-1 1,1 0,-1 0,1-1,-1 1,1-1,-1 1,0-1,1 0,-1 0,0 1,1-1,-1 0,0-1,0 1,1 0,-1 0,1-1,-1 1,0-1,1 1,-1-1,1 0,-1 0,1 0,-1 0,1 0,-17-3,-284-7,176 10,16-2</inkml:trace>
  <inkml:trace contextRef="#ctx0" brushRef="#br0" timeOffset="54315.477">2897 1169,'17'6,"33"32,1-2,2-3,24 10,36 24,-112-67,0 1,1 0,-1-1,0 1,1 0,-1 0,0 0,0 0,0 0,0 0,0 0,0 0,0 0,0 1,-1-1,1 0,0 0,-1 1,1-1,-1 1,1-1,-1 0,0 1,1-1,-1 1,0-1,0 1,0-1,0 1,0-1,-1 1,1-1,0 0,-1 1,1-1,-1 1,1-1,-1 0,0 1,1-1,-1 0,0 0,0 0,0 1,0-1,0 0,0 0,-89 52,-190 58,180-78</inkml:trace>
  <inkml:trace contextRef="#ctx0" brushRef="#br0" timeOffset="55595.607">304 1369,'244'15,"83"12,254 12,23-25,-110-15,-309-13,-135 15,-50-1</inkml:trace>
  <inkml:trace contextRef="#ctx0" brushRef="#br0" timeOffset="63581.219">1053 1236,'-8'-10,"25"26,1-1,0 0,2-1,-1-1,13 5,22 16,-53-34,11 6,0 1,-1 1,0 0,0 0,0 1,-1 1,-1-1,0 2,0-1,-1 1,0 1,-1-1,0 1,-1 0,0 2,-5-10,-1 0,1 0,-1 0,0 0,0 0,-1 0,1 0,-1 0,0 0,0 0,0 0,0 0,-1 0,0 0,0-1,0 1,0 0,0-1,-1 0,1 0,-1 0,0 0,0 0,0 0,-1-1,1 1,-3 0,-103 49,0-20,62-20</inkml:trace>
  <inkml:trace contextRef="#ctx0" brushRef="#br0" timeOffset="66662.478">251 340,'42'-2,"-18"2,0-1,0-1,0-1,0-1,-1-1,0-2,0 0,0-1,-1-1,0-1,-1-1,0-1,0-1,-2-1,3-3,-15 12,0-1,0 0,-1-1,0 1,0-1,-1 0,0-1,0 0,0 1,-1-1,0-1,-1 1,0-1,0 1,-1-1,0 0,-1 0,0 0,0 0,-1-1,0 7,0 1,0 0,0 0,-1 0,1 0,-1 0,1 0,-1 0,0 0,0 0,0 0,0 0,0 1,0-1,0 0,-1 1,1-1,0 0,-1 1,0 0,1-1,-1 1,0 0,0 0,0 0,1 0,-1 0,0 1,0-1,0 0,0 1,-1-1,1 1,0 0,0 0,0 0,0 0,0 0,0 0,0 1,0-1,0 1,0-1,0 1,0 0,0 0,0 0,0 0,0 0,0 0,1 0,-1 1,0 0,-9 9,2 0,-1 0,1 1,1 0,0 1,1 0,0 0,1 1,0 0,2 0,-1 0,2 1,0-1,0 1,0 13,0 27,2 0,2 0,3 0,2 0,5 13,6 57,-15-111,-1-1,0 1,-1-1,-1 1,0-1,0 1,-2-1,0 1,0-1,-1 0,-1 0,-2 4,-8 8</inkml:trace>
  <inkml:trace contextRef="#ctx0" brushRef="#br0" timeOffset="66913.805">344 594,'2'-4,"10"-5,13-2,12 1,14-1,8-1,2 3,-4-1,-8 2,-7 3,-11 1</inkml:trace>
  <inkml:trace contextRef="#ctx0" brushRef="#br0" timeOffset="67067.92">826 500,'0'0</inkml:trace>
  <inkml:trace contextRef="#ctx0" brushRef="#br0" timeOffset="67265.391">946 568,'0'16,"0"9,0 6,0 2,0-3,0-2,0 0,0-4,0-1,-2-4,-1-4,0-3</inkml:trace>
  <inkml:trace contextRef="#ctx0" brushRef="#br0" timeOffset="67513.258">879 260,'14'4,"4"2</inkml:trace>
  <inkml:trace contextRef="#ctx0" brushRef="#br0" timeOffset="67762.616">1159 527,'0'19,"0"9,0 8,-2 2,-3-1,-3-4,0-6,-1-5,1-7</inkml:trace>
  <inkml:trace contextRef="#ctx0" brushRef="#br0" timeOffset="67932.163">1186 581,'0'18,"5"11,5 4,7 0,6-2,4-6,3-5,-3-6,0-5,-6-5</inkml:trace>
  <inkml:trace contextRef="#ctx0" brushRef="#br0" timeOffset="68165.538">1427 568,'-2'-14,"-1"-7,0 8,-2 10,1 14,-2 17,-3 13,1 11,2 8,2 4,1-7</inkml:trace>
  <inkml:trace contextRef="#ctx0" brushRef="#br0" timeOffset="69065.751">3981 1998,'-11'0,"0"1,0 1,0 0,0 1,0 0,1 0,0 1,0 0,0 1,0 0,0 1,1 0,0 0,1 1,-1 0,1 1,1 0,-1 1,-4 4,1 0,1 1,0 1,2 0,-1 0,2 1,0-1,0 2,2-1,0 1,1 1,2-14,1-1,-1 1,1-1,0 1,1 0,-1-1,1 1,-1 0,1 0,0-1,1 1,-1 0,1 0,-1-1,1 1,0 0,0-1,1 1,-1-1,1 1,0-1,0 0,0 0,0 0,0 0,1 0,-1 0,1-1,0 1,0-1,2 2,4-3,-1-1,1 0,-1 0,1-1,-1 0,0-1,1 0,-1 0,0-1,0 0,0 0,-1-1,1 0,-1 0,0-1,0 0,0 0,-1-1,0 0,14-9,-1-1,-1-1,-1-1,0 0,-1-1,-1-1,-1 0,-1-1,-1-1,-1 0,-1-1,0 0,-2 0,-1-1,-1 0,0 0,-2-1,-1 1,-1-20,-16-43,13 85,0-1,0 1,0-1,0 1,-1 0,1 0,0 0,-1-1,0 1,0 1,1-1,-1 0,0 0,-1 1,1-1,0 1,0 0,-1-1,1 1,0 0,-1 1,1-1,-1 0,0 1,1-1,-1 1,1 0,-1 0,0 0,1 0,-1 0,0 0,-5 4,0 0,1 0,-1 1,1 0,0 0,0 1,1 0,-1 0,1 0,1 1,-1 0,1 0,0 0,1 1,0 0,0 0,0 0,1 0,0 0,1 1,0-1,-1 8,-1 4,1-1,0 1,1 0,1 0,1-1,1 1,1 0,0 0,2-1,0 1,1-1,1 0,1 0,0-1,6 8,134 240,-137-250</inkml:trace>
  <inkml:trace contextRef="#ctx0" brushRef="#br0" timeOffset="69400.897">4261 2386,'13'9,"-1"-1,1 0,0-1,0 0,1-1,0 0,0-1,1-1,-1 0,1-1,0-1,0 0,0-1,0 0,-10-1,0-1,0 1,0-1,0 0,-1-1,1 1,0-1,-1 0,1 0,-1 0,0 0,0-1,0 0,0 0,0 0,0 0,-1-1,0 1,1-1,-1 0,-1 0,1 0,0 0,-1-1,0 1,0-1,0 1,-1-1,0 0,0 1,0-1,0 0,-1 0,1 0,-1 0,-1 0,1 0,-1 0,0 1,0-1,-1-4,1 5,-1 0,0 0,1 1,-1-1,-1 0,1 1,0-1,-1 1,0 0,0 0,0 0,0 0,0 0,-1 0,1 1,-1 0,0 0,0 0,1 0,-1 1,0-1,-1 1,1 0,0 0,0 0,0 1,-1 0,1-1,-4 2,-1-1,-1 1,1 0,-1 1,1 0,0 0,0 1,0 1,0-1,1 1,-1 1,1-1,0 2,-1 0,-28 27,6 1</inkml:trace>
  <inkml:trace contextRef="#ctx0" brushRef="#br0" timeOffset="70210.75">4047 2839,'-38'217,"21"-55,7 1,8 91,2-88,-4-83,-4 0,-3-1,-4 0,-3-2,-26 68,-3 21,53-150,-3-23</inkml:trace>
  <inkml:trace contextRef="#ctx0" brushRef="#br0" timeOffset="70878.944">3860 3602,'2'18,"1"-1,0 0,1 0,1 0,1 0,0-1,1 0,1 0,5 7,-6-8,1-1,0 1,1-1,1-1,0 0,1 0,0-1,1 0,7 4,-18-15,0 0,1 0,-1 0,1 0,0-1,-1 1,1 0,-1-1,1 0,0 1,-1-1,1 0,0 0,0 0,-1 0,1 0,0 0,-1 0,1-1,0 1,-1-1,1 1,0-1,-1 0,1 1,-1-1,1 0,-1 0,1 0,-1 0,0 0,0-1,1 1,-1 0,0 0,0-2,31-56,2-65,-27 91,1 1,2 0,1 0,2 1,2-1,-4 12</inkml:trace>
  <inkml:trace contextRef="#ctx0" brushRef="#br0" timeOffset="71996.939">1841 3695,'46'-192,"-39"181,-5 42,-2 5,2 74,-13 99,6-164</inkml:trace>
  <inkml:trace contextRef="#ctx0" brushRef="#br0" timeOffset="72266.589">1614 4097,'5'0,"10"0,14 0,16 0,12-3,6 0,1 1,-6-1,-12 4,-12 1</inkml:trace>
  <inkml:trace contextRef="#ctx0" brushRef="#br0" timeOffset="72663.109">1695 4364,'10'-5,"1"0,0 1,0 0,0 1,1 0,-1 1,1 0,-1 1,1 0,0 1,-1 0,1 1,0 0,-1 1,1 0,-1 1,1 0,5 3,-15-5,1 1,-1-1,0 1,1-1,-1 1,0 0,0 0,0 0,0 0,-1 0,1 1,-1-1,1 0,-1 1,0-1,1 1,-1-1,-1 1,1 0,0-1,-1 1,1 0,-1 0,0 0,0-1,0 1,0 0,0 0,-1-1,1 1,-1 0,0-1,0 1,0 0,0-1,0 1,0-1,-1 1,1-1,-3 2,-9 12,-1-1,0 0,-1-1,-1-1,0 0,-1-1,0-1,-1 0,0-2,-1 0,-77 49,97-58,0 0,-1 0,1 0,0 0,-1 0,1 1,0-1,-1 0,1 0,0 1,-1-1,1 0,-1 1,1-1,0 0,-1 1,1-1,-1 1,1-1,-1 1,0-1,1 1,-1-1,1 1,-1 0,0-1,0 1,1 0,-1-1,0 1,0 0,0-1,1 1,-1 0,0-1,0 1,0 0,0-1,-1 1,1 0,0-1,0 1,0 0,0-1,-1 1,1 0,0-1,-1 1,1-1,0 1,-1-1,1 1,-1 0,1-1,-1 0,1 1,-1-1,1 1,-1-1,1 0,-1 1,0-1,1 0,-1 1,0-1,1 0,-2 0,34 5,0-2,0-1,1-1,-1-2,8-2,-33 2,132-12,-80 4</inkml:trace>
  <inkml:trace contextRef="#ctx0" brushRef="#br0" timeOffset="73430.1">2483 3869,'5'5,"1"-1,0 1,-1-1,2-1,-1 1,0-1,1 0,-1-1,1 1,0-1,0-1,0 1,0-1,0 0,0-1,0 0,0 0,0 0,0-1,0 0,0-1,1 1,8-3,0-1,0 0,0-1,0-1,-1 0,0-2,-1 1,11-10,-18 14,0-1,0 0,0 0,-1 0,0-1,0 0,0-1,-1 1,0-1,-1 0,1 0,-1-1,0 1,-1-1,0 0,0 0,-1 0,0 0,0 0,-1-1,0 1,-1 0,0-1,0 1,-1-8,0 14,0-1,0 1,0 0,0-1,0 1,-1 0,1 0,-1 0,0 0,1 0,-1 0,0 0,0 1,0-1,0 0,-1 1,1 0,0 0,-1 0,1 0,0 0,-1 0,0 0,1 1,-1-1,1 1,-1 0,1 0,-1 0,0 0,1 0,-1 0,1 1,-1-1,-2 2,-2 0,0 0,0 1,1 0,-1 0,0 1,1-1,0 1,0 1,0-1,0 1,1 0,-1 2,-4 6,0 1,1-1,1 2,1-1,0 1,0 0,2 1,0-1,0 1,2 0,-1 7,-11 183,15-204,13 444,-13-426,-1-1,-1 0,-1 0,0 0,-1 0,-1-1,-1 1,-3 4,-2-3</inkml:trace>
  <inkml:trace contextRef="#ctx0" brushRef="#br0" timeOffset="73689.405">2510 4217,'9'-5,"15"-1,14-2,14-2,10-1,3 1,-4-1,-9 3,-10 2,-13 0,-11 0</inkml:trace>
  <inkml:trace contextRef="#ctx0" brushRef="#br0" timeOffset="74110.788">3098 4176,'-7'12,"-4"10,-1 11,3 8,1 7,4 2,1-1,-1-2,1-4,-2-7,0-10</inkml:trace>
  <inkml:trace contextRef="#ctx0" brushRef="#br0" timeOffset="74561.582">3191 4230,'0'7,"0"6,0 9,0 7,0 5,0 4,-2 2,-1-1,-2-5,0-3,0-8</inkml:trace>
  <inkml:trace contextRef="#ctx0" brushRef="#br0" timeOffset="74810.676">3232 4337,'-2'16,"1"8,3 1,4-1,5-2,3-4,4-4,1-4,-3-4</inkml:trace>
  <inkml:trace contextRef="#ctx0" brushRef="#br0" timeOffset="74977.231">3379 4176,'0'-2,"-2"4,-1 10,0 15,-2 12,0 11,1 7,1 5,2-3,0-4,0-12</inkml:trace>
  <inkml:trace contextRef="#ctx0" brushRef="#br0" timeOffset="76199.557">5477 1985,'-23'10,"0"2,1 1,0 0,1 2,0 1,2 0,0 1,0 1,2 1,0 1,2 0,-3 5,13-16,0 0,0 1,1 0,0 0,1 0,0 0,0 0,1 0,1 1,0 0,0-8,1 0,0 1,0-1,1 0,-1 1,1-1,-1 0,1 1,0-1,1 0,-1 0,0 0,1 0,0 0,-1 0,1-1,0 1,1 0,-1-1,0 0,1 1,-1-1,1 0,0 0,0-1,-1 1,1 0,1-1,-1 0,0 0,0 0,3 1,6-1,0-1,-1 0,1-1,-1 0,1-1,-1 0,1-1,-1 0,0-1,0 0,-1-1,1 0,-1 0,0-1,0-1,-1 1,0-2,0 1,-1-1,3-3,4-3,0-1,-1-1,-1 0,-1 0,0-1,-1-1,0 0,-2-1,0 0,-1 0,-1 0,-1-1,-1 0,-1-1,0 1,-1-6,-2 21,0 0,0 0,-1 0,1-1,-1 1,-1 0,1 0,-1-1,0 1,0 0,0 0,-1 0,1 0,-1 0,0 0,-1 1,1-1,-1 1,0-1,0 1,-1 0,1 0,-1 1,0-1,0 1,0-1,0 1,-1 0,1 1,-1-1,0 1,1 0,-1 0,0 1,0-1,-6 0,0 3,0 1,0 0,1 1,-1 0,0 0,1 1,0 1,0 0,0 0,0 1,1 0,0 1,0 0,1 0,0 1,0 0,1 0,0 1,0 0,1 0,0 0,1 1,0 0,0 0,1 2,0 0,1 0,1 0,0 0,0 0,1 0,1 0,0 0,0 0,2 0,-1 1,2-1,-1-1,2 1,-1 0,2-1,-1 0,2 0,-1 0,2 0,-1-1,1 0,1-1,5 6,105 141,-101-127</inkml:trace>
  <inkml:trace contextRef="#ctx0" brushRef="#br0" timeOffset="76469.859">5772 2425,'5'-18,"1"-13,2-8,1-4,3 1,-2 5,0 6,-1 14,-3 16,-2 17,-2 18,-1 14,-3 15,-4 10,0 7,-2 0,0-13</inkml:trace>
  <inkml:trace contextRef="#ctx0" brushRef="#br0" timeOffset="77478.825">5425 2974,'0'80,"-1"172,-15 50,-33 369,-42-172,79-192,10-290,1 70,4-81</inkml:trace>
  <inkml:trace contextRef="#ctx0" brushRef="#br0" timeOffset="79248.128">4234 4712,'54'-224,"-95"424,7-19,27-147</inkml:trace>
  <inkml:trace contextRef="#ctx0" brushRef="#br0" timeOffset="79499.515">4007 4966,'9'4,"10"2,11 0,11-2,11 0,7-5,1-1,-6 0,-11 0</inkml:trace>
  <inkml:trace contextRef="#ctx0" brushRef="#br0" timeOffset="79962.873">4167 5139,'-24'46,"2"1,2 1,-5 22,22-62,-10 47,13-53,0-1,0 0,0 1,0-1,0 0,0 1,1-1,-1 0,1 1,-1-1,0 0,1 0,0 1,-1-1,1 0,0 0,0 0,0 0,-1 0,1 0,0 0,0 0,1 0,-1 0,0-1,0 1,0 0,0-1,1 1,-1-1,0 1,1-1,-1 0,0 1,1-1,-1 0,1 0,13 0,1 0,0-1,-1-1,1-1,-1 0,14-5,12-2,-7 4,-7 1</inkml:trace>
  <inkml:trace contextRef="#ctx0" brushRef="#br0" timeOffset="80219.186">4288 5286,'-7'16,"-5"12,1 8,-1 7,1 6,2 2,1 3,2 1,0-2,1-10</inkml:trace>
  <inkml:trace contextRef="#ctx0" brushRef="#br0" timeOffset="81064.401">4582 4966,'19'-2,"0"-1,0-1,0 0,0-2,-1 0,1-1,-2 0,1-2,-1 0,15-11,-25 17,0-1,0 0,0 0,-1 0,1-1,-1 0,0 0,-1 0,1-1,-1 0,0 0,-1 0,1-1,-1 0,-1 1,1-1,-1-1,0 1,-1 0,0-1,0 1,0-1,-1-2,-1 9,0 0,0-1,0 1,0 0,-1 0,1 0,0-1,-1 1,1 0,-1 0,1 0,-1 0,1 0,-1 0,0 0,0 0,1 0,-1 0,0 0,0 1,0-1,0 0,0 1,0-1,0 0,0 1,0-1,0 1,0 0,-1-1,1 1,0 0,0 0,0-1,-1 1,1 0,0 0,0 0,0 1,-1-1,1 0,-1 0,-45 27,32-8,0 0,1 2,2 0,0 0,1 1,1 1,1-1,1 2,1-1,2 1,0 0,1 3,-9 67,4 1,5 0,5 54,0-56,-1-89,1 8,-1-1,0 1,-1 0,0-1,0 1,-1-1,-1 1,0-1,-1 0,0 0,0 0,-3 3,-5 1</inkml:trace>
  <inkml:trace contextRef="#ctx0" brushRef="#br0" timeOffset="81313.525">4595 5406,'9'-9,"10"-5,9-3,5 0,6 0,-1 3,-2 2,-6 2</inkml:trace>
  <inkml:trace contextRef="#ctx0" brushRef="#br0" timeOffset="81481.078">4903 5313,'2'5,"1"3,0 1</inkml:trace>
  <inkml:trace contextRef="#ctx0" brushRef="#br0" timeOffset="81915.912">4903 5313,'7'0,"2"5,-1 3,-3 5,-3 8,-4 4,-4 5,-1 1,-1 4,0-2,1-2,3-3,-1-4,1-5</inkml:trace>
  <inkml:trace contextRef="#ctx0" brushRef="#br0" timeOffset="82196.672">5063 5354,'-2'13,"-1"12,-2 8,-1 6,0 2,-3 2,1-3,-1-5,-1-7,1-5,3-7</inkml:trace>
  <inkml:trace contextRef="#ctx0" brushRef="#br0" timeOffset="82450.641">5077 5474,'0'14,"2"8,6 4,5 1,3-2,4-2,2-5,1-6,-3-5,-3-3</inkml:trace>
  <inkml:trace contextRef="#ctx0" brushRef="#br0" timeOffset="82713.086">5277 5367,'-9'20,"-3"14,-2 10,2 5,0 0,3-1,2-9</inkml:trace>
  <inkml:trace contextRef="#ctx0" brushRef="#br0" timeOffset="83429.678">5237 3616,'83'101,"-51"-59,2 0,2-3,2-1,18 13,-54-49,-1 0,1 0,0 0,0-1,0 1,0 0,1-1,-1 0,0 1,1-1,-1 0,1 0,-1 0,1-1,-1 1,1 0,-1-1,1 0,0 0,-1 0,1 0,0 0,-1 0,1-1,0 1,-1-1,1 1,-1-1,1 0,-1 0,0-1,1 1,-1 0,0-1,0 1,0-1,0 0,0 0,0 0,1-1,7-11,-2-1,0 0,0-1,-1 1,-1-1,-1-1,0 0,9-25,52-98,-42 104</inkml:trace>
  <inkml:trace contextRef="#ctx0" brushRef="#br0" timeOffset="84476.423">6948 2880,'0'765,"-18"-385,5-182,9 1,8 12,29 321,-35-319,2-221</inkml:trace>
  <inkml:trace contextRef="#ctx0" brushRef="#br0" timeOffset="85466.804">6721 2092,'-8'4,"0"1,0 0,0 0,0 1,1 0,0 1,1-1,-1 1,1 0,0 1,1 0,0 0,0 0,1 0,0 1,-1 2,-3 4,0 1,1-1,1 1,1 0,0 0,1 1,0 0,2-1,0 1,0 0,2 2,0-17,0 0,0 0,0 1,1-1,-1 0,1 0,0 0,-1 0,1 0,0 0,0 0,0 0,0 0,1 0,-1 0,0 0,1-1,-1 1,1-1,0 1,0-1,-1 1,1-1,0 0,0 0,0 0,0 0,0 0,1-1,-1 1,0-1,0 1,0-1,1 0,-1 0,0 0,0 0,0 0,1 0,-1 0,0-1,0 0,0 1,1-1,12-6,0 0,-1-1,0 0,-1-2,0 1,0-1,-1-1,-1 0,1-1,-2 0,0-1,0 0,-1-1,1-4,2-1,0 0,-2-1,-1-1,0 1,-2-1,0-1,-1 0,-2 1,0-2,-1 1,-1 0,-1-1,-1 1,-1 0,-1-1,-1 1,-6-19,9 39,0 0,0-1,-1 1,1 0,-1-1,0 1,0 0,0 0,0 0,0-1,0 1,0 0,-1 0,1 1,-1-1,1 0,-1 0,0 1,0-1,0 1,0 0,0-1,0 1,0 0,0 0,0 0,-1 0,1 1,0-1,-1 1,1-1,0 1,-1 0,1 0,-1 0,1 0,0 0,-1 1,1-1,0 1,-1-1,1 1,0 0,0 0,-1 0,0 1,-4 5,1 0,0 0,1 1,0 0,0 0,0 0,1 1,1-1,-1 1,1 0,1 0,0 0,0 1,0-1,1 0,1 10,0 11,2 1,1 0,2-1,0 0,3 0,0 0,2-1,1 0,1-1,1 0,2-1,1-1,1 0,1-1,13 14,-14-16,-4-5</inkml:trace>
  <inkml:trace contextRef="#ctx0" brushRef="#br0" timeOffset="85847.783">7135 2279,'1'-1,"-1"-1,1 1,0 0,-1 1,1-1,0 0,-1 0,1 0,0 0,0 0,0 1,0-1,0 0,0 1,0-1,0 1,0-1,0 1,0-1,0 1,0 0,0 0,1 0,-1-1,0 1,0 0,0 0,0 0,1 1,-1-1,0 0,0 0,0 1,0-1,0 0,0 1,0-1,0 1,1 0,4 0,3 0,0 0,0 0,0 1,0 1,0-1,0 1,0 1,-1 0,0 0,0 0,0 1,0 0,-1 1,0 0,0 0,0 0,5 8,-11-11,0 0,0 0,0 0,0 0,0 0,0 0,-1 1,0-1,0 0,0 0,0 1,0-1,0 0,-1 0,0 1,0-1,0 0,0 0,0 0,0 0,-1 0,0 0,1 0,-48 62,48-64,-23 24,-33 49,57-72,0 0,1 0,-1 0,0-1,1 1,-1 0,1 0,0 0,-1-1,1 1,0 0,0-1,0 1,0-1,1 1,-1-1,0 0,1 1,-1-1,0 0,1 0,0 0,-1 0,1 0,0 0,-1 0,1-1,0 1,0-1,0 1,-1-1,1 0,0 1,0-1,0 0,0 0,1-1,187 16,-120-14</inkml:trace>
  <inkml:trace contextRef="#ctx0" brushRef="#br0" timeOffset="86551.953">6708 3723,'29'84,"-24"-73,1 0,1 0,0-1,0 1,1-2,0 1,1-1,0-1,0 1,11 6,-15-12,0 0,1 0,-1 0,1 0,0-1,0 0,0 0,0-1,0 1,0-1,1-1,-1 1,0-1,0 0,1-1,-1 1,0-1,0 0,0-1,0 0,0 0,4-2,1-2,-1 0,0-1,0 0,0 0,-1-2,-1 1,1-1,-1 0,-1 0,0-1,0 0,-1-1,0 1,0-1,-2 0,1-1,-1 1,-1-1,0-2,12-24,-8 28</inkml:trace>
  <inkml:trace contextRef="#ctx0" brushRef="#br0" timeOffset="87477.023">6882 4966,'29'383,"-13"-308,36 221,-40 48,-9-140,5 461,-3-617,2-70,-6 8</inkml:trace>
  <inkml:trace contextRef="#ctx0" brushRef="#br0" timeOffset="93814.141">8539 1931,'-17'12,"0"1,0 1,1 0,1 1,1 1,0 0,1 1,1 0,0 1,1 1,1 0,1 0,1 1,1 0,0 0,2 1,0-1,1 1,1 0,1 14,1-33,0 0,1 1,0-1,-1 0,1 1,0-1,0 0,0 1,1-1,-1 0,0 1,1-1,-1 0,1 0,0 1,0-1,0 0,0 0,0 0,1 0,-1 0,0 0,1-1,0 1,-1 0,1-1,0 1,0-1,0 0,0 1,0-1,0 0,0 0,0 0,0-1,0 1,1 0,-1-1,0 0,1 1,9-4,0-1,-1 0,1 0,-1-1,0 0,0-1,-1-1,0 1,0-2,-1 1,1-1,-2-1,1 0,-1 0,0 0,5-10,1 1,-1-1,0-1,-1 0,-2-1,0 0,-1 0,-1-1,0 0,-2-1,-1 0,-1 0,-1 0,-1 0,-1 0,-1-1,-1-9,0 25,-1 0,1 0,-2 0,1 0,-1 1,0-1,0 1,-1-1,0 1,-1 1,1-1,-4-2,6 6,0 1,0 0,0 0,-1-1,1 2,-1-1,0 0,1 1,-1-1,0 1,0 0,0-1,0 2,0-1,0 0,0 1,-1-1,1 1,0 0,0 0,0 0,0 0,-1 1,1-1,0 1,0 0,0 0,0 0,0 0,0 0,1 1,-3 1,-2 2,1 1,0 0,1 1,-1-1,1 1,0 0,1 1,0-1,0 1,0-1,1 1,0 0,1 1,0-1,0 0,0 1,1-1,1 1,-1-1,2 1,-1-1,1 1,1 2,3 21,2-1,1 0,2 0,0-1,3 0,0-1,7 8,9 26,39 100,-62-149</inkml:trace>
  <inkml:trace contextRef="#ctx0" brushRef="#br0" timeOffset="94253.67">8820 2131,'11'0,"0"0,0 0,-1 1,1 1,0 0,0 0,-1 1,0 1,1-1,-1 2,-1-1,1 1,-1 1,1 0,-2 0,9 8,-15-12,0 0,0 0,0 0,0 0,-1 0,1 0,-1 1,1-1,-1 1,0-1,0 1,0 0,-1-1,1 1,0 0,-1-1,0 1,0 0,0 0,0-1,0 1,0 0,-1 0,1-1,-1 1,0 0,0-1,0 1,0-1,0 1,0-1,-1 1,0-1,1 0,-1 0,0 0,0 0,-1 1,2-2,-1-1,1 1,0 0,0 0,0 0,0-1,-1 1,1 0,0 0,1 0,-1 1,0-1,0 0,0 0,1 0,-1 1,0-1,1 0,-1 1,1-1,0 0,-1 1,1-1,0 1,0-1,0 1,0-1,0 0,0 1,0-1,1 1,-1-1,0 0,1 1,-1-1,1 0,0 1,-1-1,1 0,0 0,0 1,0-1,0 0,0 0,0 0,0 0,0 0,17 14,-16-14,1 0,-1 0,1 0,-1 1,0-1,0 0,0 1,0 0,0 0,0-1,0 1,0 0,-1 1,1-1,-1 0,1 0,-1 1,0-1,0 1,0-1,0 1,-1-1,1 1,-1-1,1 1,-1 0,0-1,0 1,0 0,0-1,-1 1,1 0,-1-1,1 1,-1-1,0 1,0-1,0 1,-1 0,-13 13,-1-1,-1-1,0 0,-1-2,0 0,-7 3,0 1,-3 1</inkml:trace>
  <inkml:trace contextRef="#ctx0" brushRef="#br0" timeOffset="94744.355">8967 2867,'-12'165,"9"103,3-106,-26 799,21-863,2-93</inkml:trace>
  <inkml:trace contextRef="#ctx0" brushRef="#br0" timeOffset="95216.605">8659 3923,'0'17,"0"1,1 0,0-1,2 1,0-1,1 1,1-1,0-1,1 1,1-1,1 0,0 0,1-1,0 0,2 0,0-1,0-1,1 0,1-1,12 11,-22-20,1 1,-1 0,1-1,-1 0,1 1,0-2,0 1,1 0,-1-1,0 0,1 0,-1 0,1 0,0-1,0 0,0 0,-1 0,1-1,0 1,0-1,0 0,0-1,0 1,0-1,0 0,0 0,-1 0,1-1,0 0,-1 0,1 0,-1 0,0-1,1 0,4-10,-1-1,-1 0,0 0,0 0,-2-1,0 1,0-1,-2-1,0 1,0 0,-2-1,0 0,-1-3,4-16,0-3,32-165,-35 199,-1 1,1-1,0 1,1-1,-1 1,0 0,1 0,0-1,-1 1,1 0,1 0,-1 1,0-1,1 0,-1 1,1 0,0-1,0 1,0 0,0 0,0 1,0-1,2 0,12 2</inkml:trace>
  <inkml:trace contextRef="#ctx0" brushRef="#br0" timeOffset="95846.401">8672 5367,'6'-18,"15"-50,-3-2,-3 0,-3 0,-2-15,-9 63,-1 22,0 1,0-1,-1 0,1 0,0 0,0 0,0 1,0-1,-1 0,1 0,0 0,0 0,0 0,-1 0,1 0,0 0,0 0,-1 1,1-1,0 0,0 0,0 0,-1 0,1 0,0 0,0 0,-1-1,1 1,0 0,0 0,0 0,-1 0,1 0,0 0,0 0,0 0,-1-1,-8 36,2 0,1 0,1 0,3 1,0 19,11 125,-4-130</inkml:trace>
  <inkml:trace contextRef="#ctx0" brushRef="#br0" timeOffset="96097.245">8486 5701,'20'0,"16"0,14 0,11-2,7-1,3 0,2 0,-4 1,-13 1</inkml:trace>
  <inkml:trace contextRef="#ctx0" brushRef="#br0" timeOffset="96500.17">8659 6088,'-2'16,"-3"17,-1 11,1 11,1 6,1 2,2 0,0-2,1-5,0-6,0-13</inkml:trace>
  <inkml:trace contextRef="#ctx0" brushRef="#br0" timeOffset="96916.561">8981 6155,'-10'2,"0"1,0-1,0 2,0-1,1 2,-1-1,1 1,1 1,-1-1,1 1,0 1,0 0,0 0,1 0,0 1,1 0,0 0,0 1,1 0,0 0,0 0,1 1,0-1,1 1,0 0,1 0,0 0,0 0,1 1,0-1,1 0,0 1,1-1,0 0,1 0,0 0,0 1,1-2,0 1,1 0,0-1,1 1,0-1,0-1,1 1,0-1,1 0,3 4,-5-7,0-1,0 0,1 0,-1-1,1 1,0-1,0 0,0-1,0 0,0 0,1 0,-1-1,0 1,1-2,-1 1,1-1,0 0,-1 0,1-1,-1 1,1-2,-1 1,0-1,1 0,-1 0,0 0,0-1,0 0,-1 0,1-1,-1 0,1 0,-1 0,-1 0,1-1,-1 0,1 0,-1 0,-1 0,1-1,-1 0,0 1,0-1,0-1,-3 3,1 1,-1-1,0 0,0 0,0 0,0 0,-1 0,0 0,0 1,0-1,0 0,0 0,-1 1,1-1,-1 1,0-1,0 1,-1 0,1 0,-1 0,1 0,-1 0,0 1,0-1,0 1,0 0,-1 0,1 0,-1 0,1 0,-1 1,0 0,1-1,-1 1,0 1,0-1,0 1,0-1,1 1,-1 0,0 0,0 1,0-1,0 1,-3 1,2-2,-1 0,0 1,1 0,-1 0,1 0,-1 0,1 1,-1 0,1 0,0 1,0 0,0 0,1 0,-1 0,1 0,-1 1,1 0,0 0,0 0,1 1,-1-1,1 1,0 0,0 0,1 0,0 0,0 0,0 1,0-1,1 1,-1-1,2 1,-1-1,1 1,-1 5,7 14</inkml:trace>
  <inkml:trace contextRef="#ctx0" brushRef="#br0" timeOffset="97496.8">9462 5420,'0'3,"1"-1,-1 1,1-1,0 0,0 0,0 1,0-1,0 0,0 0,1 0,-1 0,1 0,-1 0,1-1,0 1,0 0,0-1,0 1,0-1,0 0,0 0,0 0,0 0,1 0,-1 0,0-1,1 1,-1-1,0 1,1-1,-1 0,1 0,-1 0,1 0,-1 0,0-1,1 1,-1-1,0 0,12 1,-1 0,0-1,0-1,0-1,0 1,0-2,-1 0,1 0,-1-1,0-1,0 0,-1-1,0 0,0-1,0 0,-1 0,-1-1,1 0,-1-1,-1 0,0-1,0 0,-1 0,-1 0,1-1,-2 0,0 0,0-1,-1 1,0-5,-3 14,0 1,-1-1,1 0,-1 1,0-1,1 0,-1 0,0 0,-1 1,1-1,0 0,-1 0,0 1,1-1,-1 0,0 1,0-1,-1 1,1-1,0 1,-1-1,0 1,1 0,-1 0,0 0,0 0,0 0,0 0,-1 1,1-1,0 1,-1-1,1 1,-1 0,0 0,1 0,-1 0,0 1,0-1,-3 3,0 0,1 0,0 1,-1-1,1 1,0 0,0 1,1-1,-1 1,1 0,0 0,0 1,0-1,0 1,1 0,0 0,0 0,0 0,1 1,-2 2,-11 29,1 2,2 0,1 1,2 0,2 0,2 1,1-1,3 1,1 0,2 0,2 7,30 377,-34-387</inkml:trace>
  <inkml:trace contextRef="#ctx0" brushRef="#br0" timeOffset="97879.506">9475 5701,'87'0,"-1"-4,1-4,58-14,-129 18,41-1,-56 7,0-1,0 0,0 1,0-1,0 1,0-1,-1 1,1-1,-1 1,1-1,-1 1,1 0,-1-1,0 1,0 0,0-1,0 1,0 0,0-1,0 1,0 0,-1-1,1 1,-1 0,1-1,-1 2,0 1,-38 188,47-151,0-29</inkml:trace>
  <inkml:trace contextRef="#ctx0" brushRef="#br0" timeOffset="98216.594">10050 5406,'-2'-2,"-1"-1</inkml:trace>
  <inkml:trace contextRef="#ctx0" brushRef="#br0" timeOffset="98928.458">10130 5674,'-3'7,"-2"9,-1 10,-1 11,-2 6,0 1,0 2,1-4,2-6,3-10</inkml:trace>
  <inkml:trace contextRef="#ctx0" brushRef="#br0" timeOffset="99116.495">10143 5701,'0'16,"2"12,4 8,7 3,5 1,8-4,3-6,4-7,0-9,-5-6</inkml:trace>
  <inkml:trace contextRef="#ctx0" brushRef="#br0" timeOffset="99297.014">10424 5554,'-3'18,"-4"18,-4 13,-3 10,0 10,-1 3,3-11</inkml:trace>
  <inkml:trace contextRef="#ctx0" brushRef="#br1" timeOffset="110769.88">813 2171,'17'-41,"-2"10,-2-1,-1 0,-1-1,-2 0,-2 0,2-17,-9 50,-1 0,1 0,0 0,0 0,-1 0,1 0,0 0,-1 0,1 0,0 0,-1 0,1 0,0 0,-1 0,1 0,0-1,-1 1,1 0,0 0,0 0,-1 0,1 0,0-1,0 1,-1 0,1 0,0-1,0 1,0 0,-1 0,1-1,0 1,0 0,0-1,0 1,0 0,0 0,-1-1,1 1,0 0,0-1,0 1,0 0,0-1,0 1,0 0,0-1,0 1,1 0,-1-1,0 1,0 0,0 0,0-1,0 1,0 0,1-1,-1 1,0 0,0 0,0 0,1-1,-1 1,0 0,-12 23,2 10,2 1,1 0,2 1,1-1,1 1,3 0,1 7,15 32,-7-59</inkml:trace>
  <inkml:trace contextRef="#ctx0" brushRef="#br1" timeOffset="111427.728">1013 2092,'-2'3,"1"1,-1-1,1 1,0-1,0 1,1 0,-1 0,1 0,0-1,0 1,0 0,0 0,1-1,-1 1,1 0,0 0,0-1,1 1,-1-1,1 1,0-1,-1 0,2 1,-1-1,0 0,0 0,1-1,0 1,0 0,-1-1,1 0,1 1,-1-1,0 0,2 0,2-1,0 1,0-2,0 1,0-1,1 0,-1 0,0-1,0 0,0 0,0-1,0 0,0 0,-1-1,1 1,-1-2,7-3,-10 6,0-1,0 0,0 0,0 0,-1-1,1 1,-1-1,1 1,-1-1,0 0,0 0,0 0,0 0,-1 0,1-1,-1 1,0 0,0-1,0 1,0-1,-1 1,1-1,-1 1,0-1,0 0,0 1,-1-1,1 1,-1-1,0 1,0-1,0 1,0 0,-1-2,0 1,-1 0,1 0,-1 1,0-1,0 1,0-1,0 1,-1 0,1 1,-1-1,0 0,0 1,0 0,0 0,0 0,0 1,-1-1,1 1,-1 0,1 0,-4 0,5 1,1-1,-1 1,0 0,0 0,1 0,-1 0,0 0,0 1,1-1,-1 1,0 0,1 0,-1 0,1 0,-1 0,1 1,0-1,-1 1,1-1,0 1,0 0,0 0,0 0,0 0,1 0,-1 0,1 1,-1-1,1 0,0 1,0-1,0 1,0-1,0 1,0 2,1-2,-1 0,1 0,0-1,0 1,0 0,1 0,-1-1,1 1,-1 0,1 0,0-1,0 1,0-1,0 1,1-1,-1 1,1-1,-1 0,1 0,0 0,0 0,0 0,0 0,0 0,0 0,0-1,1 1,-1-1,1 0,-1 0,2 1,84 21,-76-22,0 1,1-2,-1 0,0 0,1-1,-1-1,0 0,0 0,6-3,-13 3,-19 11,13-8,-1 0,1 1,0-1,-1 0,1 1,0 0,0-1,0 1,0-1,0 1,0 0,1 0,-1 0,0-1,1 1,0 0,-1 0,1 0,0 0,0 0,0 0,0 0,0 0,0 0,1 0,-1-1,1 1,-1 0,1 0,0 0,0-1,0 1,0 0,0-1,0 1,0-1,0 1,1-1,-1 1,1-1,-1 0,1 0,-1 0,1 0,0 0,-1 0,1 0,0 0,0-1,0 1,-1-1,1 1,0-1,0 0,0 0,1 1,2-1,0 1,0-1,0 0,0-1,0 1,0-1,0 0,0 0,0 0,0-1,-1 0,1 1,-1-2,1 1,-1-1,1 1,-1-1,0 0,-1-1,1 1,0-1,-1 1,0-1,0 0,0-1,0 1,-1 0,1-1,-1 1,0-1,-1 0,1 0,-1 1,0-1,0 0,0 0,-1 0,0 0,0 0,0-1,-1 1,1 0,-1 0,0 0,0 2,0 0,0-1,0 1,-1 0,1-1,-1 1,1 0,-1 0,0 0,0 0,0 1,-1-1,1 1,-1-1,0 1,1 0,-1 0,0 0,0 0,0 0,0 1,-1-1,1 1,0 0,-1 0,1 0,-1 1,1-1,-1 1,1 0,-1 0,1 0,-1 0,1 0,-1 1,1 0,0 0,-1 0,1 0,0 0,-1 0,1 1,-1 1,-1 2,1 0,0 0,0 0,0 1,1 0,0 0,0 0,1 0,-1 0,1 0,0 1,1 0,-5 20</inkml:trace>
  <inkml:trace contextRef="#ctx0" brushRef="#br1" timeOffset="112293.935">1761 1891,'-4'16,"-2"12,0 8,1 5,2 2,0 0,2-2,1-3,-2-7,-3-8,-1-8</inkml:trace>
  <inkml:trace contextRef="#ctx0" brushRef="#br1" timeOffset="112650.487">2015 1918,'-191'101,"189"-101,0 1,0 0,0 0,0 0,0 0,0 0,1 0,-1 1,0-1,0 0,1 1,-1 0,1-1,0 1,-1 0,1 0,0 0,0-1,0 1,0 0,0 1,1-1,-1 0,0 0,1 0,0 0,-1 0,1 1,0-1,0 0,0 0,1 0,-1 1,0-1,1 0,0 2,4 7,1 0,-1 0,2 0,0 0,0-1,1 0,0-1,0 0,1 0,1-1,7 6,-9-10,0-1,0 0,0 0,1-1,-1 0,1-1,0 0,-1 0,1-1,0 0,-1 0,1-1,0 0,-1-1,1 0,2-1,11-4</inkml:trace>
  <inkml:trace contextRef="#ctx0" brushRef="#br1" timeOffset="112893.843">2176 1944,'-5'16,"-3"12,-1 8,-1 3,1 1,3-2,1-4,3-4,1-8</inkml:trace>
  <inkml:trace contextRef="#ctx0" brushRef="#br1" timeOffset="113098.289">2350 1891,'-3'16,"0"12,-2 8,-3 5,1 4,-2 2,2-1,1-3,2-5,2-4,1-6,0-7</inkml:trace>
  <inkml:trace contextRef="#ctx0" brushRef="#br1" timeOffset="113536.632">2148 2077,'50'-9,"0"2,0 2,37 1,-82 3,-1 0,1 1,0 0,0-1,0 2,-1-1,1 0,0 1,0 0,-1 0,1 1,-1-1,1 1,-1 0,1 0,-1 0,0 1,0-1,0 1,0 0,-1 0,1 1,-1-1,0 1,0 0,0-1,0 1,0 1,-1 8,-1-1,-1 0,1 1,-2-1,0 0,0 1,-1-1,-1 0,0 0,0 0,-1-1,-1 1,0-1,0 0,-1 0,-1-1,-4 7,-8 18,14-28,0 1,0 0,1 0,0 0,1 1,0 0,0-1,1 1,0 0,0 0,1 0,0 0,1 1,0-1,0 0,1 0,0 0,1 0,0 0,1 0,1 3,-3-9,2 0,-1-1,0 1,0-1,1 0,-1 1,1-1,0 0,-1-1,1 1,0 0,0-1,0 0,1 1,-1-1,0-1,0 1,1 0,-1-1,0 0,1 1,-1-1,0 0,1-1,-1 1,0-1,1 1,-1-1,0 0,0 0,1-1,2 0,0-1,0 0,0-1,0 1,-1-1,1 0,-1 0,0-1,0 0,-1 1,1-2,-1 1,0 0,0-1,0-1,8-22,-4 2</inkml:trace>
  <inkml:trace contextRef="#ctx0" brushRef="#br1" timeOffset="113779.983">2457 2265,'-16'-4,"-3"-2,8 0,16 1,16-1,17-1,15 0,9 2,0 1,-4 1,-14 2</inkml:trace>
  <inkml:trace contextRef="#ctx0" brushRef="#br1" timeOffset="117562.323">3045 3067,'0'18,"1"1,1 0,1-1,1 0,0 1,1-2,1 1,1 0,8 13,60 116,-74-146,-1 0,1 0,0 0,-1 0,1 1,-1-1,1 0,-1 0,1 0,-1 0,0 1,0-1,1 0,-1 0,0 1,0-1,0 0,-1 0,1 1,0-1,0 0,-1 0,1 1,0-1,-1 0,1 0,-1 0,0 0,1 0,-1 0,0 0,0 0,0 0,0 0,1 0,-1 0,0-1,0 1,-1 0,1-1,0 1,0-1,0 1,0-1,0 1,-1-1,1 0,0 0,0 1,-1-1,1 0,0 0,0 0,-1-1,-59 2,31-4</inkml:trace>
  <inkml:trace contextRef="#ctx0" brushRef="#br1" timeOffset="117833.595">3058 3120,'2'-6,"3"-6,4 1,1-1,5 1,5 1,5 2,5 1,6 0,2 2,-2 2,-1 2,-8 0</inkml:trace>
  <inkml:trace contextRef="#ctx0" brushRef="#br1" timeOffset="118261.45">3298 3214,'-6'16,"2"-8,1 0,0 0,0 0,1 1,0-1,0 0,1 1,0 0,0-1,1 1,1 3,-1-10,1 0,0 0,0 0,0 0,0 0,0-1,0 1,1 0,-1-1,1 1,-1-1,1 1,-1-1,1 0,0 0,0 0,0 0,-1 0,1 0,0 0,0 0,0-1,0 1,0-1,1 0,-1 1,0-1,0 0,0 0,0-1,1 1,65-11,-62 10,0-1,0 0,-1-1,1 0,-1 1,0-2,1 1,-2 0,1-1,0 0,-1 0,1-1,-1 1,-1-1,1 0,-1 0,1 0,-1 0,-1-1,1 1,-1-1,0 0,0 0,-1 0,1 0,-1 0,-1 0,1 0,-1-4,-1 7,0 1,0-1,0 0,0 1,-1-1,1 1,-1-1,0 1,0-1,0 1,0 0,0 0,0 0,0 0,-1 1,1-1,-1 0,1 1,-1 0,1-1,-1 1,0 0,0 1,0-1,0 0,1 1,-1 0,0-1,-1 1,-3 0,1 0,-1 0,1 1,0 0,-1 0,1 0,0 1,0 0,0 0,0 0,0 1,1 0,-2 1,3-2,0 1,0 0,1-1,-1 1,1 1,0-1,0 0,0 1,0 0,0 0,1 0,0 0,0 0,0 0,0 0,1 1,-1-1,1 1,0-1,0 1,1 0,0-1,0 1,0 0,0-1,0 1,1-1,0 1,0-1,0 1,1-1,0 1,-1-1,1 0,1 0,-1 0,1 1,20 17,1-4</inkml:trace>
  <inkml:trace contextRef="#ctx0" brushRef="#br1" timeOffset="118544.209">3673 3041,'0'4,"3"7,0 7,-1 9,3 5,-1 7,0 2,-1-1,-1 2,-1-4,-1-2,-2-6,-1-5,-2-8,-1-6</inkml:trace>
  <inkml:trace contextRef="#ctx0" brushRef="#br1" timeOffset="118968.123">3994 3027,'-166'88,"158"-85,5-2,0-1,0 0,1 1,-1-1,0 1,1 0,-1 0,0 0,1 0,0 1,-1-1,1 1,0-1,-1 1,1 0,0 0,0 0,1 0,-1 0,0 0,1 0,-1 1,1-1,0 1,-1-1,1 1,0-1,1 1,-1 0,0 0,1-1,0 1,-1 0,1 0,0-1,1 1,-1 0,0 0,1 1,4 3,-1 0,1 0,0-1,1 1,-1-1,1-1,0 1,1-1,-1 0,1-1,0 1,1-1,-1-1,0 1,1-1,0-1,0 1,0-1,0-1,5 1,20 2,0-2,1 0,-1-3,14-2,-47 3,107-10,-97 7,-16 2</inkml:trace>
  <inkml:trace contextRef="#ctx0" brushRef="#br1" timeOffset="120371.405">4569 5981,'100'-21,"-98"21,-1-1,1 0,-1 0,1 1,-1-1,1 1,0-1,-1 1,1 0,0-1,0 1,-1 0,1 0,0 0,-1 1,1-1,0 0,0 1,-1-1,1 1,-1-1,1 1,0 0,-1 0,1 0,-1 0,0 0,1 0,-1 0,0 0,0 0,1 1,-1-1,0 0,0 1,-1-1,1 1,0-1,0 1,-1-1,1 1,-1 0,1-1,-1 2,-2 7,-1 0,0 0,-1-1,0 0,-1 0,0 0,0 0,-1-1,0 0,0 0,-1 0,0-1,-5 4,-13 17,-42 65,66-91,1-1,-1 1,1-1,-1 0,1 1,-1-1,1 1,0-1,0 1,0-1,0 1,0-1,0 1,0-1,1 1,-1-1,0 1,1-1,-1 0,1 1,-1-1,1 1,0-1,0 0,0 0,0 1,0-1,0 0,0 0,0 0,0 0,0 0,0 0,1-1,-1 1,0 0,1-1,-1 1,0-1,1 1,-1-1,1 1,0-1,72 7,-68-7,14 1,1-2,-1 0,0-1,0-2,0 0,0 0,4-4,2-3</inkml:trace>
  <inkml:trace contextRef="#ctx0" brushRef="#br1" timeOffset="120617.276">4970 5928,'-2'-3,"1"0,5 1,10 2,8 1,8 1,5 0,2-1,0-2,-2-2,-9-1,-7-2</inkml:trace>
  <inkml:trace contextRef="#ctx0" brushRef="#br1" timeOffset="121081.025">4970 5915,'-10'160,"10"-159,-1 1,1-1,0 1,-1-1,1 0,0 1,0-1,0 1,0-1,1 0,-1 1,0-1,1 1,-1-1,0 0,1 0,0 1,-1-1,1 0,0 0,-1 1,1-1,0 0,0 0,0 0,0 0,0 0,0-1,0 1,1 0,-1 0,0-1,0 1,1 0,-1-1,0 0,1 1,-1-1,0 0,1 1,-1-1,1 0,-1 0,0 0,1 0,0-1,178-34,-178 35,0-1,0 1,0 0,0 0,0 1,0-1,0 0,0 1,-1-1,1 1,0 0,0-1,0 1,-1 0,1 0,0 0,-1 0,1 1,-1-1,1 0,-1 1,0-1,0 1,1-1,-1 1,0-1,0 1,-1 0,1 0,0-1,0 1,-1 0,1 0,-1 0,0 0,0 0,1 0,-1-1,0 2,-1 2,1 0,-1 0,1 1,-1-1,-1 0,1 0,-1-1,0 1,0 0,0 0,-1-1,1 0,-1 1,-2 1,-1 0,0 0,0 0,-1-1,1 0,-2 0,1 0,0-1,-1 0,0-1,1 0,-1 0,-1 0,1-1,0 0,-1-1,1 0,-1 0,1-1,-1 0,1-1,-9-1,17 2,0 0,1-1,-1 1,0 0,0-1,0 1,0 0,1-1,-1 1,0 0,0-1,0 1,0 0,0-1,0 1,0-1,0 1,0 0,0-1,0 1,0-1,0 1,0 0,-1-1,1 1,0 0,0-1,0 1,-1 0,1-1,0 1,0 0,-1-1,1 1,0 0,0 0,-1-1,1 1,0 0,-1 0,1 0,0 0,-1-1,1 1,0 0,-1 0,1 0,-1 0,14-5</inkml:trace>
  <inkml:trace contextRef="#ctx0" brushRef="#br1" timeOffset="121351.814">5397 5915,'-4'13,"-2"12,0 8,2 6,0 2,0 0,0-1,0-3,2-3,0-5,4-7,3-8,1-5</inkml:trace>
  <inkml:trace contextRef="#ctx0" brushRef="#br1" timeOffset="121680.028">5612 5955,'-24'8,"0"0,1 2,1 0,0 2,0 1,1 0,1 2,-19 16,37-30,0 0,0 0,0 0,0 0,1 1,-1-1,0 1,0-1,1 1,-1 0,1 0,0 0,-1-1,1 1,0 0,0 1,0-1,0 0,1 0,-1 0,1 0,-1 1,1-1,0 0,0 1,-1-1,2 0,-1 1,0-1,0 0,1 0,-1 1,1-1,0 0,0 0,6 4,1 0,0-1,0 0,1 0,0-1,-1 0,1-1,1 0,-1 0,8 1,-6-1,21 6,0 1,-1 2,-1 0,18 12,-45-22,1-1,0 1,0-1,-1 0,1 0,0 0,0 0,0-1,0 0,0 0,0 0,0 0,0 0,1-1,16-1</inkml:trace>
  <inkml:trace contextRef="#ctx0" brushRef="#br1" timeOffset="121896.624">5972 6262,'-2'0,"1"0,1 0</inkml:trace>
  <inkml:trace contextRef="#ctx0" brushRef="#br1" timeOffset="123683.328">6507 9524,'-8'-27,"11"7,0 0,2 1,0-1,1 1,1 0,1 1,0-1,4-4,5-2,-17 25,1 0,-1 0,1-1,-1 1,0 0,1 0,-1 0,1 0,-1 0,0-1,1 1,-1 0,1 0,-1 0,1 0,-1 0,0 1,1-1,-1 0,1 0,-1 0,0 0,1 0,-1 1,1-1,-1 0,0 0,1 0,-1 1,0-1,1 0,-1 1,0-1,0 0,1 1,-1-1,0 0,0 1,0-1,1 0,-1 1,0-1,0 1,0-1,0 0,0 1,0-1,0 1,0-1,0 1,0-1,0 0,0 1,0-1,0 1,0-1,0 0,0 1,-1-1,1 1,0-1,0 0,0 1,-1-1,1 0,-14 120,7-86,1-2,-3 13,2 1,1 0,2 28,6-57,1-8</inkml:trace>
  <inkml:trace contextRef="#ctx0" brushRef="#br1" timeOffset="124051.981">6721 9337,'35'0,"-19"-1,0 0,0 1,0 1,0 1,0 0,0 1,0 1,6 3,-20-7,0 1,0 0,0 0,0 0,0 0,0 0,0 1,0-1,0 0,-1 1,1 0,-1-1,1 1,-1 0,0 0,1-1,-1 1,0 0,0 0,0 0,-1 1,1-1,0 0,-1 0,0 0,1 1,-1-1,0 0,0 0,0 0,0 1,-1-1,1 0,0 0,-1 1,0-1,1 0,-1 0,0 0,0 0,-1 1,-9 14,-1-1,0 0,-1-1,-1-1,-14 13,0 0,-72 80,100-106,-1-1,1 1,-1-1,1 1,0-1,-1 1,1 0,0-1,-1 1,1-1,0 1,-1 0,1-1,0 1,0 0,0-1,0 1,0 0,0-1,0 1,0 0,0-1,0 1,0 0,0-1,0 1,1 0,-1-1,0 1,0 0,1-1,-1 1,0-1,1 1,-1-1,1 1,-1-1,1 1,-1-1,1 1,-1-1,1 1,-1-1,1 0,0 1,-1-1,1 0,0 0,36 5,-34-5,53 0,0-3,0-3,-1-2,3-3,-29 5</inkml:trace>
  <inkml:trace contextRef="#ctx0" brushRef="#br1" timeOffset="128200.809">7135 9618,'3'-2,"0"1,-1 6,-1 3,-3 9,-2 4,-3 7,0 5,0 3,0 1,1 0,2-1,1-4,1-6,1-7</inkml:trace>
  <inkml:trace contextRef="#ctx0" brushRef="#br1" timeOffset="128580.791">7350 9430,'0'1,"-1"20,1 1,1-1,1 0,1 0,1 0,0 0,2 0,0-1,7 12,21 18,-34-50,1 1,-1-1,0 1,1-1,-1 1,0-1,1 1,-1-1,0 1,0-1,0 1,1-1,-1 1,0 0,0-1,0 1,0-1,0 1,0-1,0 1,0-1,0 1,-1 0,1-1,0 1,0-1,0 1,-1-1,1 1,0-1,-1 1,1-1,0 1,-1-1,1 0,0 1,-1-1,1 1,-1-1,1 0,-1 0,1 1,-1-1,1 0,-1 0,1 1,-1-1,1 0,-1 0,1 0,-1 0,0 0,1 0,-1 0,1 0,-39 3,34-3,-1 1,0-1,0 0,0 0,0 0,0-1,0 0,0 0,0-1,0 0,0 0,1 0,-1-1,1 1,0-1,0 0,0-1,-1-1,-9-12</inkml:trace>
  <inkml:trace contextRef="#ctx0" brushRef="#br1" timeOffset="128830.57">7336 9324,'11'-7,"11"-2,8-2,7 1,2 2,1 3,-3 2,-6 1,-7 1</inkml:trace>
  <inkml:trace contextRef="#ctx0" brushRef="#br1" timeOffset="129014.08">7697 9337,'-2'18,"-4"16,0 8,1 4,1 3,1 0,2-3,0-6,1-4,0-7,2-7,6-9,4-8,-1-5</inkml:trace>
  <inkml:trace contextRef="#ctx0" brushRef="#br1" timeOffset="129398.053">7951 9391,'-260'181,"232"-156,29-24,-1-1,0 1,1 0,-1 0,1 0,-1 0,1 0,0 0,-1 0,1-1,0 1,-1 0,1-1,0 1,0 0,0-1,0 1,-1-1,1 1,0-1,0 0,0 1,0-1,0 0,0 0,0 0,0 1,0-1,0 0,0 0,0 0,0-1,0 1,1 0,-1 0,32 5,3-1,1 2,-1 1,-1 2,1 1,30 14,-10 15,-49-36,-1-3</inkml:trace>
  <inkml:trace contextRef="#ctx0" brushRef="#br1" timeOffset="133543.442">9047 7453,'-2'0,"-1"-3,-3-2,1-1</inkml:trace>
  <inkml:trace contextRef="#ctx0" brushRef="#br1" timeOffset="139711.085">9234 7185,'0'-2,"-1"0,1 1,-1-1,1 0,-1 1,0-1,0 1,0-1,0 1,0-1,0 1,0 0,-1 0,1-1,0 1,-1 0,1 0,-1 0,1 0,-1 1,1-1,-1 0,0 1,1-1,-1 1,0-1,0 1,1 0,-1 0,0 0,0 0,0 0,1 0,-1 0,0 0,1 1,-1-1,0 1,0 0,1-1,-1 1,0 0,-64 43,58-37,0 0,0 0,1 1,0 0,0 1,1-1,0 1,1 0,0 1,0 0,1-1,0 1,1 1,0-1,0 0,1 1,1-1,0 1,0 0,1-1,0 2,4-6,-1 1,2 0,-1-1,1 0,0 0,0-1,0 1,1-1,0 0,0 0,0-1,0 0,1 0,0-1,0 1,0-1,0-1,0 1,1-1,-1-1,1 1,-1-1,1-1,0 1,-1-1,1-1,5 0,-10 1,0 0,0 0,0-1,0 1,-1-1,1 0,0 1,0-1,-1-1,1 1,-1 0,1 0,-1-1,1 0,-1 1,0-1,0 0,0 0,0 0,0 0,0-1,-1 1,1 0,-1-1,1 1,-1-1,0 0,0 1,0-1,0 0,-1 0,1 1,-1-1,0 0,1 0,-1 0,0 0,-1 0,1 1,-1-1,1 0,-1 0,0 0,0 1,-1-3,1 2,0 0,0 0,0 1,-1-1,1 1,-1-1,0 1,0-1,0 1,0 0,0 0,0 0,-1 0,1 0,-1 0,1 1,-1-1,0 1,1 0,-1 0,0 0,0 0,0 0,0 0,0 1,0 0,0-1,0 1,0 0,0 1,0-1,0 0,0 1,0 0,0 0,0 0,1 0,-1 0,0 0,0 1,1-1,-1 1,1 0,0 0,-1 0,1 0,0 0,0 0,0 0,0 1,1-1,-1 1,1 0,-1-1,1 1,0 0,-1 1,1 0,0 0,0 0,0 0,0 0,1 0,-1 0,1 0,0 0,1 0,-1 0,1 0,-1 0,1 0,0 0,1 0,-1 0,1-1,-1 1,1 0,0-1,1 0,-1 1,0-1,1 0,0 0,0 0,0 0,0-1,0 1,1-1,-1 0,3 1,21 13</inkml:trace>
  <inkml:trace contextRef="#ctx0" brushRef="#br1" timeOffset="139964.409">9434 7492,'0'2,"-2"6,-1 8,-2 5,0 7,0 5,0 4,-3 0,1-2,1-4,2-5,1-8</inkml:trace>
  <inkml:trace contextRef="#ctx0" brushRef="#br1" timeOffset="140297.24">9649 7211,'38'19,"-26"-14,-1 0,0 0,-1 1,1 1,-1 0,0 0,-1 1,8 8,-15-13,0-1,0 1,0 0,-1 0,0 0,1-1,-1 1,0 0,0 1,-1-1,1 0,0 0,-1 0,0 0,0 0,0 1,0-1,-1 0,1 0,-1 0,0 0,0 0,0 0,0 0,0 0,0 0,-1 0,0 0,0-1,-1 3,-73 73,61-64,9-9,2-2,-1 1,1-1,-1 1,1 0,1 1,-1-1,1 1,-1-1,1 1,0 0,1 0,-1 1,1-1,-1 5,4-8,1 1,0-1,-1 1,1-1,0 0,0 1,0-1,1 0,-1 0,0 0,1-1,-1 1,1-1,0 1,-1-1,1 0,0 0,0 0,0 0,0-1,0 1,0-1,0 1,0-1,0 0,0-1,1 1,-1 0,111-2,-81-4</inkml:trace>
  <inkml:trace contextRef="#ctx0" brushRef="#br1" timeOffset="140584.471">10009 7345,'0'5,"0"6,3 5,2 5,5 3,4 2,1 2,1-3,-3-2,-3-4,-6-2,-8-4,-11-4,-8-4,-6-5,-2-5,-1-6,5-1</inkml:trace>
  <inkml:trace contextRef="#ctx0" brushRef="#br1" timeOffset="140827.738">10090 7238,'16'-9,"12"-5,8-1,5 3,2 3,-2 4,-8 1</inkml:trace>
  <inkml:trace contextRef="#ctx0" brushRef="#br1" timeOffset="141128.897">10370 7292,'-2'20,"-1"14,-2 10,-3 5,1 2,-2-2,2-3,1-7,2-8,1-9</inkml:trace>
  <inkml:trace contextRef="#ctx0" brushRef="#br1" timeOffset="141445.656">10598 7372,'-27'15,"15"-9,0 0,1 1,0 0,0 1,0 1,1-1,0 1,1 1,0 0,1 0,-3 5,10-13,-1 0,1 1,0-1,0 0,0 1,0-1,0 1,0 0,1-1,-1 1,1 0,0-1,0 1,0 0,0-1,0 1,1 0,-1-1,1 1,0-1,0 1,0 0,0-1,0 0,0 1,0-1,1 0,0 0,-1 1,1-1,0 0,0-1,0 1,0 0,0-1,0 1,1-1,0 1,18 8,1-2,-1-1,1-1,1 0,-1-2,1-1,-1 0,15-1,52 8,-65-6</inkml:trace>
  <inkml:trace contextRef="#ctx0" brushRef="#br1" timeOffset="141699.034">10919 7813,'0'0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4.2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1,'-2'16,"-1"16,0 13,1 9,0 7,1 5,1 4,-3 0,-2-4,-1-12</inkml:trace>
  <inkml:trace contextRef="#ctx0" brushRef="#br0" timeOffset="366.659">402 14,'-17'33,"-2"-1,-2 0,-1-2,-1 0,-1-2,-1-1,-2 0,-1-2,-1-2,-31 20,54-38,3-4,1 0,0 0,-1 0,1 0,-1 0,1 1,0-1,0 1,0 0,0-1,0 1,0 0,1 0,-1 0,0 0,1 1,0-1,-1 0,1 1,0-1,0 1,1-1,-1 1,0-1,1 1,-1-1,1 1,0 0,0-1,0 1,0-1,1 1,-1 0,1-1,-1 1,1-1,1 2,8 5,1-1,1-1,-1 0,1 0,1-1,-1-1,1 0,10 2,1 2,17 8,2-1,0-3,1-2,0-1,9-1,-28-7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5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1,'18'2,"18"1,11 0,5 2,0 1,-7 1,-10-1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5.5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0,'23'3,"18"0,17-1,9 1,3-2,-11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5.9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39,'3'-3,"0"-1,0 1,1 0,-1 0,1 0,0 1,0-1,0 1,0 0,0 0,0 0,1 1,-1-1,1 1,-1 0,1 0,-1 1,1-1,-1 1,1 0,0 0,2 1,-5 0,-1 0,1-1,-1 1,1 0,-1 0,1 0,-1 0,0 0,1 1,-1-1,0 0,0 1,0-1,0 1,0-1,0 1,-1-1,1 1,0-1,-1 1,1 0,-1 0,0-1,1 1,-1 0,0-1,0 1,0 0,0 0,0-1,-1 1,1 0,-1 0,-16 57,-110 103,126-161,0 0,0 0,0 0,0 0,1 0,-1 0,0 1,0-1,1 0,-1 1,1-1,-1 0,1 1,-1-1,1 1,0-1,0 1,0-1,0 0,0 1,0-1,0 1,0-1,0 1,1-1,-1 1,1-1,-1 0,1 1,-1-1,1 0,0 0,0 1,0-1,0 0,0 0,0 0,0 0,0 0,7 4,1-1,0 0,1-1,-1 0,0 0,1-1,-1 0,1-1,0 0,3-1,0 2,262 10,-221-9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6.9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11,'18'-2,"18"-1,13 0,8 1,1 3,-9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7.2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1,'13'2,"17"1,14 0,13-1,8-3,-6-1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20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0,'16'0,"15"3,10 0,8 2,3 0,-4 2,-10-1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20.8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1,'14'9,"13"3,14-1,8-2,8-2,-5-3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21.7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16,'-2'-6,"-1"-4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20.9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68 28,'0'13,"-3"15,0 10,0 6,-2 5,-1 1,-4-2,-1-1,1-3,2-4,3-4,1-4,5-7,2-8</inkml:trace>
  <inkml:trace contextRef="#ctx0" brushRef="#br0" timeOffset="480.93">536 1,'-15'4,"1"0,0 1,1 1,-1 0,1 1,1 1,-1 0,1 0,0 1,1 1,0 0,1 0,0 1,0 1,1 0,1 0,0 0,1 1,0 0,1 1,0-1,1 1,1 0,0 1,1-1,1 1,-1 5,4-11,0 1,1-1,0 0,1 0,0 0,0 0,1-1,0 1,0-1,1 0,0 0,1 0,0-1,0 0,0 0,1-1,0 1,0-1,1-1,0 1,0-1,0-1,0 0,1 0,0 0,-1-1,1-1,1 1,-1-1,0-1,0 0,1 0,-1-1,4 0,-10 0,0 0,0-1,0 1,0-1,0 0,0 1,0-2,0 1,0 0,0 0,-1-1,1 0,0 1,-1-1,1 0,-1 0,0 0,0-1,1 1,-2 0,1-1,0 0,0 1,-1-1,1 0,-1 0,0 0,0 0,0 0,-1 0,1 0,0 0,-1 0,0 0,0 0,0 0,0-1,-1 1,1 0,-1 0,1 0,-1 0,0 0,-1 0,1 0,0 1,-1-1,1 0,-1 1,0-1,0 1,0-1,-1 0,-2 0,0 0,0 0,0 0,0 1,-1-1,1 2,-1-1,1 0,-1 1,1 0,-1 0,0 1,-1 0,5-1,-1 1,1 0,-1 0,1 0,0 0,-1 1,1-1,0 1,-1-1,1 1,0 0,0 0,-1 0,1 0,0 0,0 1,0-1,0 0,1 1,-1 0,0-1,0 1,1 0,0 0,-1 0,1 0,0 0,0 0,0 0,0 1,0-1,0 1,1-1,0 0,0 0,0 1,0-1,1 0,-1 0,1 0,0-1,-1 1,1 0,0 0,0 0,0 0,0-1,0 1,1 0,-1-1,0 1,1-1,-1 0,1 1,0-1,-1 0,1 0,0 0,0 0,-1 0,1 0,1 0,19 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20.0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0,'0'21,"0"15,-2 13,-1 8,-2 3,0 0,0-3,2-7,1-9,3-12,1-11</inkml:trace>
  <inkml:trace contextRef="#ctx0" brushRef="#br0" timeOffset="320.142">357 26,'-22'34,"4"-2,-1-1,-2-1,-1-1,-1-1,-2 0,-1-2,0-1,-2-1,-1-2,-1-1,-20 11,33-23,17-9,0 1,0 0,0-1,0 1,0 0,1 0,-1-1,0 1,0 0,1-1,-1 1,0-1,1 1,-1 0,1-1,-1 1,0-1,1 1,0-1,-1 1,1-1,-1 1,1-1,-1 0,1 1,0-1,-1 0,1 1,0-1,-1 0,1 0,0 0,0 0,-1 0,1 0,0 0,-1 0,1 0,0 0,0 0,-1 0,1 0,0-1,0 1,2 1,102 25,1-5,1-4,78 1,-125-16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9.1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125 174,'2'18,"6"16,5 8,8 6,10 2,7-1,6-1,1-6,-2-4,-7-4,-8-6,-10-6,-10-3,-13-6,-13-5,-12-3,-1-3</inkml:trace>
  <inkml:trace contextRef="#ctx0" brushRef="#br0" timeOffset="383.784">206 0,'6'4,"0"0,0 1,-1-1,1 1,-1 0,0 0,0 1,-1 0,0 0,0 0,0 0,-1 0,0 1,0-1,0 1,-1 0,0 0,-1 0,1 0,-1 0,-1 1,1-1,-1 0,0 0,-1 1,0-1,0 0,-1 0,1 0,-2 0,1 0,-1 0,0-1,0 1,-1-1,1 0,-5 5,-12 18,-1-1,-1-1,-1-1,-1 0,-7 2,-41 45,70-70,-1-1,0 0,1 0,-1 0,1 0,-1 1,1-1,0 1,0 0,0-1,0 1,1 0,-1 0,1 0,-1 0,1 0,0 0,0 1,1-1,-1 0,1 0,-1 1,1-1,0 0,0 1,1-1,-1 0,1 1,0-1,-1 0,2 2,4-1,0 0,0 0,1-1,-1 0,1 0,0 0,-1-1,1 0,1 0,-1-1,0 0,0 0,0-1,3 1,1 0,46 3,0-2,1-3,7-2,-24-1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8.1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0,'-5'21,"-3"18,-1 11,2 9,1 5,2 2,2-2,3-5,4-8,4-10,-1-13</inkml:trace>
  <inkml:trace contextRef="#ctx0" brushRef="#br0" timeOffset="297.204">335 94,'-85'93,"-54"47,34-70,105-69,1-1,-1 0,1 0,-1 1,1-1,-1 0,1 0,-1 1,1-1,-1 1,1-1,-1 0,1 1,-1-1,0 1,1-1,-1 1,0-1,1 1,-1-1,0 1,0 0,0-1,1 1,-1-1,0 1,0 0,0-1,0 1,0-1,0 1,0 0,0-1,0 1,0-1,-1 1,1 0,0-1,0 1,0-1,-1 1,1-1,0 1,-1-1,1 1,-1-1,1 1,0-1,-1 1,1-1,-1 0,1 1,-1-1,1 0,-1 0,1 1,-1-1,0 0,1 0,-1 1,1-1,-1 0,0 0,191 32,110 7,-255-38</inkml:trace>
  <inkml:trace contextRef="#ctx0" brushRef="#br0" timeOffset="548.045">749 268,'16'0,"14"0,12 0,4 0,-2 3,-9-1</inkml:trace>
  <inkml:trace contextRef="#ctx0" brushRef="#br0" timeOffset="722.112">749 468,'19'5,"14"1,14 0,7-3,4-5,-8-2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7.3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193 1,'-78'168,"-20"14,96-179,0 0,1 0,-1 0,0 0,1 0,-1 0,1 0,0 0,0 1,1-1,-1 0,1 1,-1-1,1 1,0-1,0 0,0 1,1-1,0 1,-1-1,1 0,0 0,0 1,1-1,-1 0,1 0,-1 0,1 0,0 0,0-1,0 1,1-1,-1 1,3 1,8 1,1 0,0 0,0-2,0 0,1 0,-1-2,1 1,0-2,-1 0,1-1,8-1,30-4,-7 0</inkml:trace>
  <inkml:trace contextRef="#ctx0" brushRef="#br0" timeOffset="252.15">354 254,'-14'14,"-6"16,-1 11,4 14,5 9,4 12,2 9,-1 7,1-12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16.4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0,'2'20,"1"17,0 12,-1 8,-3 5,-3 3,-3 3,-4-5,-1-5,1-13</inkml:trace>
  <inkml:trace contextRef="#ctx0" brushRef="#br0" timeOffset="330.115">410 53,'-23'11,"1"1,0 1,0 1,1 1,1 1,1 1,0 0,1 2,-9 12,26-30,-26 27,2 2,1 0,1 2,1 0,-6 17,27-48,0 0,1 1,-1-1,1 0,-1 0,1 0,-1 1,1-1,0 0,-1 1,1-1,0 0,0 1,0-1,0 0,0 1,1-1,-1 0,0 1,1-1,-1 0,0 1,1-1,0 0,-1 0,1 0,0 0,-1 1,1-1,0 0,0 0,0 0,0-1,0 1,0 0,0 0,0 0,0-1,1 1,-1-1,0 1,0-1,1 1,-1-1,0 0,1 1,-1-1,0 0,1 0,-1 0,1 0,66 14,1-3,54 2,-92-10,92 6,-72-6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5:41.4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1.5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1,'0'2,"0"6,0 3,0 8,-2 6,-1 7,-3 7,-1 6,-1 5,2-6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1.7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0,'0'17,"-2"14,-4 11,-2 8,0 5,-1 2,0-9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2.0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0,'2'16,"4"13,0 8,-1 7,0 3,-5 2,-1 1,-4 1,0-9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2.4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0,'0'17,"0"9,0 7,0 6,0 5,0 4,-2 4,-4-1,0-8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2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1,'0'21,"-3"14,0 10,-2 9,0 5,-2 4,1 0,-2 1,1 0,2-3,1-11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3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1,'-3'16,"0"14,-2 10,0 7,0 5,2 5,-2 2,1-8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3.4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 0,'0'19,"0"10,0 8,-3 4,0 5,0 3,0 3,2 5,-1 1,2 2,0 4,0 1,0-9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3.8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0,'0'17,"0"7,0 7,0 2,0 5,0 6,-3 4,0 4,0-1,1-8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4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1,'0'16,"-3"12,0 9,0 5,1 2,0 0,1 0,1-2,0-5,0-8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5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0,'2'19,"4"12,0 11,-1 8,0 6,-3 8,0 7,-4 6,-5 5,-2-11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5.8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 0,'0'5,"0"6,0 5,0 8,0 9,0 7,0 8,0 3,0 6,0 4,0 4,-2 2,-2 1,1-10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6.1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0,'0'16,"0"18,0 13,0 10,0 5,0 4,0 3,0 1,0 0,0-11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6.4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1,'0'13,"0"13,0 8,0 5,0 3,0 4,0 1,0-7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6.7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1,'0'14,"0"9,0 6,0 2,0 3,0 0,0 1,0 5,0 1,0 2,0 0,0 0,0-8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7.0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1,'0'14,"2"9,1 8,0 3,0 3,-2 2,-2 1,-1 1,-1 1,1-1,0 1,1-3,0-1,1-2,2-2,1-3,0 0,-1-5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8.4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0,'2'7,"1"10,0 12,-1 14,0 14,-1 12,-1 12,1-8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8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1,'-2'23,"-1"17,0 11,1 8,0 9,3 6,2 7,-1 8,1-11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9.3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1,'7'18,"3"19,-1 18,-2 17,-5 14,-4 11,-2 8,-1-14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0.1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1,'0'21,"0"16,0 11,0 9,0 9,0 7,0 5,0 6,0 1,0-12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0.4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1,'2'14,"1"9,0 8,-1 3,0 2,-1 5,-1 3,1 2,-1 4,2 1,1-7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0.7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1,'0'16,"0"10,0 8,0 4,2 4,1-1,0-1,-1-3,0-2,-1-7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1.0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0,'0'17,"0"9,0 5,0 3,0 1,2 1,1-2,2-3,1 0,0 0,1 0,-2-5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1.2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1,'2'18,"4"12,0 4,2 5,-1 1,-2 1,-1-1,-1-1,0 0,1-2,1-2,2-3,1-7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3.2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0,'-7'19,"-3"12,1 9,2 6,2 6,4 2,7 1,7 2,2-10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3.5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0,'0'17,"0"9,0 8,0 5,-2 5,-1 2,-3 2,1 1,1-9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3.8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1,'0'16,"0"10,2 6,1 1,3 3,-1 1,0 2,-2-5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4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1,'4'14,"2"9,0 8,-1 3,-2 3,-1 2,-1 1,0 3,-1 2,-1 0,1-8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4.2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1,'-5'16,"-1"8,0 4,1 3,4 0,4-3,2-3,0-7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4.4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0,'2'24,"4"18,2 12,3 4,-1-8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5.4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 0,'0'14,"0"7,-2 4,-1 3,0 4,-2 5,0 4,1-6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6.0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0,'-3'19,"0"15,3 11,0 8,2 6,-3 6,-4 5,-2 2,-5 2,-1-11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6.6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1,'2'6,"4"8,0 8,-1 10,-1 8,-1 7,-1 7,-1 6,-1 7,0 3,-1 4,1 1,0-12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7.2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0,'-2'19,"-4"15,0 11,1 9,1 8,4 4,4 4,3 0,1-11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7.6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0,'-3'19,"-2"15,-1 13,-2 11,1 7,1 3,5 5,1 2,2-13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8.1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1,'5'21,"1"18,2 15,0 11,1 9,-2 6,-1 6,-2-13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8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1,'0'21,"0"16,0 11,2 9,3 7,1 3,-1 5,-1 2,-1-12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9.1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1,'-2'16,"-1"10,0 5,1 5,0 5,1 5,1 4,2 3,1 3,2 3,3 2,-1 0,0-10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9.4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0,'-3'14,"0"12,0 8,0 5,1 8,4 7,0 6,1 10,0 8,-1-8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0.9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0,'0'16,"0"13,0 12,0 9,0 8,0 5,0 4,0 2,0-11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1.2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0,'2'14,"1"14,0 11,-1 11,0 8,-1 6,0 7,-1 4,0-10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1.7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0,'-5'21,"-1"14,0 10,1 9,1 7,2 7,3 6,2 4,2 3,1 4,-1-12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2.1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0,'0'19,"0"12,2 11,1 8,0 4,0 4,-2 5,0 0,0 2,-1 0,0 2,0-11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2.4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1,'0'21,"0"11,0 8,0 1,0 0,2-1,1-1,3 2,1 1,1 3,1 1,-1-8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4.0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 21,'-11'37,"2"1,2 0,1 1,2-1,2 1,1 0,2 0,2 0,2-1,4 19,-9-55,0 0,0-1,0 1,0 0,1 0,-1 0,0 0,1 0,0 0,-1 0,1 0,0-1,0 1,0 0,0-1,0 1,0 0,0-1,1 0,-1 1,1-1,-1 0,1 1,-1-1,1 0,0 0,-1 0,1-1,0 1,0 0,0-1,0 1,0-1,0 1,0-1,-1 0,1 0,0 0,0 0,0 0,1-1,4-5,0 0,-1 0,0-1,0 0,0 0,-1-1,0 0,-1 0,0 0,0 0,0-1,-1 1,1-5,-3 9,7-12,-1-1,-1-1,0 1,-1-1,-1 0,-1 0,0 0,-2-1,0 1,-1-1,-1 1,0 0,-1-1,-2 1,1 0,-2 0,-6-15,9 30,0-1,0 0,0 1,0-1,0 1,-1 0,1 0,-1 0,0 0,0 0,0 1,-1-1,1 1,0 0,-1 0,0 0,1 0,-1 1,0-1,0 1,0 0,0 0,0 0,0 1,0 0,0 0,0 0,0 0,0 0,0 1,-1 0,1-1,1 2,-1-1,0 0,0 1,0 0,1 0,-4 2,0 5,0 1,0 0,1 0,0 0,1 1,0 0,1 0,0 0,0 1,2 0,-1-1,1 1,1 0,0 0,1 3,-4 36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4.8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66 148,'-10'24,"1"1,2-1,0 2,2-1,0 1,2-1,1 1,1 0,2 15,0-33,0-1,1 1,0-1,0 1,0-1,1 0,0 0,1 0,0-1,0 1,0-1,1 1,-3-5,0 0,0 0,0 0,-1 0,2 0,-1-1,0 1,0-1,0 1,1-1,-1 0,1 0,-1 0,1 0,-1 0,1-1,0 1,-1-1,1 0,0 0,-1 0,1 0,0 0,-1 0,1-1,0 1,-1-1,1 0,-1 0,1 0,-1 0,0 0,1 0,-1-1,2-1,5-5,-1 0,-1-1,1 0,-1 0,-1-1,0 0,0 0,-1 0,-1-1,1 0,-2 0,1 0,-1 0,-1 0,0-4,3-2,-2 0,0 0,0 0,-2 0,0-1,-1 1,-1 0,0-1,-2 1,0 0,0 0,-2 0,0 1,-1-1,-1 1,0 1,-1-1,-2-1,9 15,-1-1,1 1,-1 0,1-1,-1 1,0 0,0 0,0 0,-1 0,1 1,0-1,-1 0,1 1,-1 0,1 0,-1-1,1 1,-1 1,0-1,0 0,0 1,1-1,-1 1,0 0,0 0,0 0,0 1,1-1,-1 0,0 1,0 0,1 0,-1 0,0 0,1 0,-1 0,1 1,-6 6,0 0,1 0,0 1,1 0,0 0,0 1,1-1,0 1,1 1,0-1,0 1,1-1,1 1,-1 8,-11 46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5.5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14 165,'-7'72,"2"1,4-1,3 10,-1-71,0 0,1 0,1 0,-1 0,1 0,1 0,0 0,1-1,3 5,-7-12,1 0,0 0,0-1,0 1,1 0,-1-1,0 0,1 0,0 1,-1-2,1 1,0 0,0 0,0-1,0 0,0 1,1-1,-1 0,0-1,0 1,1-1,-1 1,0-1,1 0,-1 0,1 0,-1-1,0 1,0-1,1 0,-1 0,0 0,2-1,3-2,1 0,-1 0,-1-1,1 0,-1-1,1 0,-2 0,1 0,-1-1,0 0,0 0,-1 0,0-1,0 0,1-2,5-12,-1 0,-1 0,-1-1,-1 0,1-7,-3 13,-1 0,-1-1,0 1,-1-1,0 0,-2 1,0-1,-1 0,-1 1,-1-1,0 1,-1-1,-1 1,-1 0,0 1,-1 0,-5-9,10 22,-1-1,1 1,0 0,-1-1,0 1,0 0,0 0,0 1,0-1,-1 1,1-1,-1 1,0 0,1 1,-1-1,0 0,0 1,0 0,0 0,0 0,0 1,0-1,-1 1,1 0,0 0,0 1,0-1,0 1,0 0,-2 0,-3 4,0 1,1 0,0 0,0 0,0 1,1 1,0-1,0 1,1 0,0 1,0-1,1 1,0 0,1 1,0-1,1 1,-1 1,-20 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6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41 245,'-5'31,"-2"6,1 0,2 0,2 1,1-1,3 3,-3-38,1 0,-1 1,1-1,0 0,0 0,0 0,0 1,1-1,-1 0,1 0,-1 0,1 1,0-1,0 0,0 0,0 0,0 0,0-1,0 1,1 0,-1 0,0-1,1 1,0-1,-1 1,1-1,0 0,0 1,0-1,0 0,0 0,0 0,0-1,0 1,0 0,0-1,1 0,-1 1,0-1,0 0,0 0,1 0,-1 0,0-1,1 1,5-5,1-1,-1 0,-1-1,1 1,-1-1,0-1,-1 1,1-1,-2 0,1-1,-1 1,2-6,-6 12,11-16,-1-1,-1 0,0 0,-2-1,0-1,-2 1,0-1,-1-1,-1 1,-1 0,-1-1,-1 0,0 1,-2-1,-1 0,-2-9,4 26,-1 1,0-1,0 0,-1 1,1-1,-1 0,0 1,0 0,0-1,-1 1,1 0,-1 0,0 0,0 1,-1-1,1 1,-1 0,0 0,1 0,-1 0,-1 0,1 1,0 0,-1 0,1 0,-1 1,1-1,-1 1,0 0,0 0,1 1,-1-1,0 1,-3 1,0 3,1 1,0 0,0 1,0 0,1 0,0 0,0 1,1 0,-1 0,1 0,1 1,0 0,0 0,0 0,1 0,0 0,1 1,0-1,0 1,1 0,0 1,-18 91,7 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7.3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128 18,'-19'31,"2"0,2 1,1 0,1 1,2 1,1 0,2 1,-3 28,10-57,1 0,-1 0,1 0,0 0,1 0,-1 0,1-1,0 1,1 0,0 0,0-1,0 1,0-1,1 0,0 1,0-1,0-1,1 1,-1 0,1-1,0 0,1 1,-1-2,1 1,0 0,0-1,0 0,0 0,0-1,1 1,5 1,-2-2,0 0,1-1,0 0,-1-1,1 1,-1-2,1 1,0-2,-1 1,1-1,-1 0,0-1,0 0,0-1,0 0,0 0,-1-1,0 0,0 0,0-1,-1 0,1-1,-2 1,1-1,-1-1,0 1,0-1,-1 0,0 0,0-1,-1 0,0 1,-1-2,0 1,0-1,2-5,-1 0,0-1,-2 1,1-1,-2 1,0-1,-1 0,-1 1,0-1,-1 1,-3-12,3 19,1 1,-1 0,-1 0,1 0,-1 0,-1 1,1-1,-1 1,0 0,-1 0,1 0,-1 1,0-1,0 1,-1 0,0 1,0-1,0 1,0 1,-1-1,1 1,-1 0,0 0,0 1,-6-2,6 3,1 0,-1 1,0 0,0 0,0 0,0 1,0 0,0 0,1 0,-1 1,0 1,1-1,-1 1,1 0,0 0,0 0,0 1,1 0,-1 1,1-1,-2 3,-5 5,0 0,2 1,-1 1,2-1,0 2,0-1,1 1,-1 5,-14 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8.0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70 116,'-7'23,"0"1,2 0,0 0,2 1,1-1,0 1,2 0,1-1,1 1,1-1,6 21,-8-41,0 0,0 0,0 0,0 0,1-1,0 1,0 0,0-1,0 1,0-1,1 0,0 0,0 0,-1 0,2 0,-1 0,0-1,0 0,1 0,0 0,-1 0,1 0,0 0,0-1,0 0,0 0,0 0,0 0,0-1,0 0,0 1,3-2,1-3,0 0,-1 0,0-1,0 0,0-1,-1 1,1-1,-1 0,-1-1,1 0,-1 0,0 0,-1 0,0-1,0 0,0 0,-1 0,0 0,-1 0,1-6,2 1,0 0,-1 0,-1 0,0-1,-1 1,0-1,-1 1,-1-1,0 0,0 1,-2-1,0 0,0 1,-1 0,-1 0,0 0,-1 0,0 0,-1 1,-1 0,0 0,0 1,-1-1,-7-5,12 13,0 1,-1 0,1 0,-1 1,1-1,-1 1,0-1,0 1,0 1,-1-1,1 0,0 1,-1 0,1 0,0 0,-1 1,1-1,-1 1,0 0,1 1,-1-1,1 1,0 0,-1 0,1 0,-1 0,1 1,0 0,0 0,0 0,0 0,0 1,1-1,-1 1,1 0,-1 0,0 2,-3 4,1 0,1 0,-1 0,2 1,-1 0,1 0,1 1,-2 7,-7 33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8.7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65 222,'-11'23,"2"1,0 0,1 0,2 1,0 0,2 0,0 0,2 1,1 20,1-42,-1 0,1 1,1-1,-1 0,1 1,-1-1,1 0,0 1,1-1,-1 0,1 0,0 0,0 0,0 0,0-1,1 1,0 0,-1-1,1 0,0 0,1 0,-1 0,1 0,-1-1,1 1,0-1,0 0,0 0,0-1,0 1,0-1,0 0,0 0,1 0,-1 0,1-1,-1 0,0 0,1 0,2-1,3-3,0-1,0-1,-1 0,1 0,-1-1,-1 0,0-1,0 0,0 0,-1 0,0-1,0 0,-1-1,-1 1,0-1,4-9,1 2,-1 0,-1-1,-1 0,0 0,-2-1,0 0,0 0,-2 0,-1 0,0 0,-1-1,-1 1,-1 0,-1-1,-1 1,0 0,-1 0,-1 0,-2 0,5 14,0-1,-1 1,0 0,0 0,0 1,-1-1,1 1,-1-1,0 1,-1 0,1 1,-1-1,1 1,-1 0,0 0,0 0,-1 1,1-1,0 1,-1 1,0-1,1 1,-1 0,0 0,1 1,-1-1,0 1,0 1,1-1,-1 1,0 0,0 0,1 1,-1-1,1 1,0 1,-1-1,1 1,0 0,-3 2,-1 3,0 0,1 0,0 1,0-1,1 2,0-1,1 1,-2 4,-16 33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9.3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0 487,'50'-120,"-6"-2,20-93,-63 214,7-25,-8 26,0 0,0 1,0-1,0 0,1 0,-1 0,0 1,0-1,0 0,1 0,-1 0,0 0,0 0,0 1,1-1,-1 0,0 0,0 0,1 0,-1 0,0 0,0 0,1 0,-1 0,0 0,0 0,1 0,-1 0,0 0,0 0,1 0,-1 0,0 0,0 0,1 0,-1 0,0 0,0-1,0 1,1 0,-1 0,0 0,0 0,0-1,1 1,-1 0,0 0,0 0,0-1,0 1,0 0,1 0,-1-1,0 1,0 0,0 0,0 0,0-1,0 1,0 0,12 90,11 371,-19-333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0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101 63,'-11'21,"2"-1,0 1,1 1,1 0,1 0,0 0,2 1,1-1,1 1,1 0,1 0,1 0,2 12,-3-28,1-1,0 1,0-1,0 1,1-1,0 0,0 1,1-1,-1 0,1 0,1-1,-1 1,1-1,0 1,0-1,1-1,-1 1,1 0,0-1,1 0,-1 0,1-1,-1 1,1-1,0-1,0 1,0-1,1 0,-1 0,1-1,-1 0,1 0,-1 0,1-1,-1 0,1 0,0-1,-1 1,6-3,2-3,-1 0,-1-1,1 0,-1-1,0-1,-1 0,0 0,0-1,-1 0,0-1,-1 0,0-1,-1 0,-1 0,0-1,0 0,-1 0,-1-1,0 0,2-9,-6 12,1 0,-2 0,1 0,-2 0,1 0,-2 0,1 0,-1 0,-1 0,0 0,-1 0,0 1,0 0,-1 0,-1 0,1 0,-2 1,1 0,-1 0,-1 1,1 0,-1 0,-1 1,0 0,0 0,0 1,0 0,-1 1,0 0,0 0,-1 1,1 1,-1 0,0 0,0 1,0 0,0 1,0 0,-10 1,14 0,0 1,0 0,0 0,0 1,0-1,0 2,0-1,1 1,-1 0,1 0,0 1,0-1,0 1,0 1,0-1,1 1,0 0,0 0,1 1,-1 0,1-1,0 1,1 1,-1-1,1 0,0 1,1 0,0 0,0 0,0-1,1 2,0-1,0 0,1 0,0 0,0 0,1 4,11 44,6-6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1.4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 0,'-17'31,"2"1,1 0,1 1,2 1,1 0,2 0,2 1,0 0,3 0,0 16,3-44,0 1,0-1,0 1,1 0,1-1,-1 1,1-1,0 1,1-1,-1 0,1 0,1 0,0-1,0 1,0-1,0 0,1 0,0 0,1 0,-1-1,1 0,0 0,0-1,0 0,1 0,0 0,0-1,0 0,0 0,0 0,0-1,1 0,-1-1,1 0,5 0,-4-1,0-1,-1 0,1-1,0 0,-1 0,1-1,-1 0,0 0,0-1,0 0,0-1,0 1,-1-2,0 1,0-1,-1 0,0 0,0-1,0 0,-1 0,0 0,4-8,0 1,-2-1,0 0,0-1,-1 1,-1-1,-1-1,0 1,-1 0,-1-1,-1 0,0-14,-2 16,0 1,-1-1,0 0,-1 1,-1 0,-1 0,1 0,-2 0,-3-5,6 13,0 0,-1 1,1 0,-1-1,0 1,0 0,-1 1,0-1,1 1,-1 0,-1 0,1 1,-1-1,1 1,-1 1,0-1,0 1,0 0,0 0,-1 0,1 1,-4 0,2 1,1 0,0 0,-1 1,1 1,0-1,-1 1,1 0,0 1,0-1,1 1,-1 1,1-1,-1 1,1 1,0-1,1 1,-1 0,1 0,-5 5,-3 6,0 0,1 1,0 1,2 0,0 0,-3 10,-11 30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2.1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0 466,'2'-26,"1"0,1 1,1-1,1 1,3-6,-2 6,68-235,-68 239,-2 23,-2 76,-3 8,19 516,-12-527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24 248,'-5'17,"0"1,1 0,0 0,2 0,0 0,1 1,1-1,1 1,0-1,1 0,1 0,1 0,1 0,2 5,-5-17,1-1,-1 0,1 0,0 0,1 0,-1 0,1 0,0-1,0 0,0 0,1 0,0 0,-1-1,1 1,1-1,-1-1,0 1,1-1,-1 0,1 0,0 0,-1-1,1 0,0 0,0 0,0-1,0 0,0 0,0-1,-1 0,1 1,0-2,0 1,0-1,-1 0,1 0,-1-1,0 1,0-1,1 0,-2-1,3-1,6-8,0-1,-1-1,-1-1,0 1,-2-2,1 1,-2-1,0-1,-1 1,-1-1,0 0,-2-1,0 0,-1 1,-1-1,0 0,-2 0,0-2,0 9,0 0,0 0,-1 0,0 1,-1-1,-1 0,0 1,0-1,-1 1,-1 0,1 0,-2 1,0-1,0 1,-1 1,0-1,0 1,-1 0,-1 1,1 0,-1 0,-1 0,7 6,-1 0,0 1,1-1,-1 1,0-1,0 1,0 0,0 1,0-1,0 1,0 0,0 0,0 0,0 0,0 1,0-1,0 1,0 0,0 1,0-1,0 0,1 1,-1 0,0 0,0 1,-3 2,0 1,1 0,-1 0,1 0,0 1,1 0,0 1,0-1,0 1,1 0,-1 3,-8 22,1 0,2 1,1 0,2 1,2 0,-12 78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4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100 135,'-8'11,"1"0,1 0,0 1,0 0,1 0,0 0,1 1,1 0,0 0,1 0,0 0,1 0,1 0,0 0,0 0,1 0,1 0,0 0,1 0,1 0,0 0,0-1,1 0,1 0,0 0,0-1,1 0,1 0,5 5,-11-13,0-1,0 1,1-1,0 0,-1 0,1 0,0 0,0 0,0-1,0 1,0-1,0 0,0 0,1 0,-1 0,0 0,1-1,-1 0,0 0,1 1,-1-2,0 1,1 0,-1-1,0 0,1 1,-1-1,0-1,0 1,0 0,0-1,0 0,3-1,6-10,0 0,0-1,-1-1,-1 0,-1 0,0-1,-1 0,-1 0,0-1,0-3,0 6,0-1,-2 0,1 0,-2 0,0-1,-1 1,-1-1,0 0,-1 0,0 0,-2 0,0 0,0 0,-2 0,0 1,-1-1,-1-2,1 13,0-1,-1 1,1-1,-1 2,-1-1,1 0,0 1,-1 0,0 0,0 1,-1 0,1 0,0 0,-1 1,0-1,1 2,-1-1,0 1,0 0,0 0,0 1,0 0,0 0,0 1,0 0,0 0,0 1,0 0,1 0,-1 0,0 1,1 0,0 0,0 1,0-1,0 1,1 1,-1-1,1 1,0 1,-5 2,0 1,2 1,-1 0,1 0,0 1,1 0,1 0,0 0,0 1,-1 5,-5 17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4.7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115 56,'-12'12,"1"0,0 1,1 1,1 0,0 0,1 1,0 0,1 0,1 1,1-1,0 2,1-1,0 0,2 1,0 0,1-1,0 1,1 0,1 0,1-1,1 1,0-1,1 1,3 7,-5-18,1 0,-1 0,1 0,1 0,-1 0,1-1,0 1,0-1,1 0,0 0,0-1,0 1,0-1,0 0,1-1,0 1,0-1,0 0,0 0,0-1,1 0,-1 0,1-1,-1 0,1 0,0 0,-1-1,1 0,0 0,0 0,-1-1,1 0,0-1,-1 1,0-1,1-1,3-1,1-4,0-1,-1 0,0-1,-1 0,0-1,-1 0,0 0,0 0,-1-1,-1-1,0 1,0-1,-2 0,0 0,0 0,-1-1,0 1,-2-1,1 0,-2 1,0-1,0 0,-1 0,-1 1,0-1,-1 1,-2-6,2 7,-1 1,0 1,0-1,-1 0,0 1,-1 0,0 0,-1 1,1 0,-2 0,0 0,0 1,0 0,-1 1,0 0,-1 0,1 1,-1 0,0 1,-1 0,1 0,-1 1,-1 0,8 4,0 0,0 0,0 0,0 1,0-1,0 1,0 0,0 0,0 0,1 0,-1 1,0 0,1-1,-1 1,1 1,0-1,0 0,0 1,0 0,0-1,0 1,1 0,-1 1,0 0,-39 87,27-35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5.5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1 454,'157'-442,"-149"430,-7 37,-24 545,19-461,2-19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6.2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1 493,'1'-28,"2"1,1-1,2 1,8-26,-7 23,68-248,-67 256,-4 24,-1 84,1 40,5 0,6 0,14 44,-6-60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08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64 153,'-11'22,"1"0,1 0,1 1,1 0,2 1,0-1,1 1,1 2,2-18,1 0,0 0,0 0,0 0,1 0,1 0,-1 0,1-1,0 1,1 0,0-1,0 0,1 1,0-1,0-1,0 1,1-1,0 1,0-1,1-1,0 1,0-1,0 0,0 0,6 2,-6-3,1 0,0-1,-1 0,1-1,0 1,0-1,1-1,-1 1,0-1,1 0,-1-1,0 0,1 0,-1-1,0 0,1 0,-1 0,0-1,0 0,0-1,0 1,0-1,-1-1,1 1,-1-1,0 0,0-1,0 1,-1-1,0-1,1 1,2-4,1-7,0 0,-1 0,0 0,-2-1,0 0,0 0,-2-1,0 0,-1 1,-1-1,0 0,-2 0,0-1,-1 1,-1-5,1 13,-1-1,1 1,-2 0,1-1,-2 1,1 0,-1 0,-1 1,0 0,0-1,-1 1,0 1,0-1,-1 1,0 0,-1 1,1 0,-1 0,-1 1,0 0,1 0,-2 1,1 0,-1 0,1 1,-1 1,0-1,-7 0,11 4,0 0,1 0,-1 1,0 0,0 0,1 0,-1 1,1 0,-1 0,1 0,0 1,0-1,0 1,0 1,0-1,1 1,0-1,-1 1,1 0,1 1,-1-1,1 1,-1 0,1 0,-1 2,-4 8,1 0,0 1,1-1,1 2,0-1,1 0,1 1,0 3,1 0,1 1,1-1,0 0,1 0,2 1,0-1,1 0,3 8,11 24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0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0 363,'184'-299,"-150"243,-34 56,0-1,0 1,0 0,0-1,0 1,1 0,-1-1,0 1,0 0,0-1,0 1,0 0,1 0,-1-1,0 1,0 0,0 0,1-1,-1 1,0 0,0 0,1 0,-1-1,0 1,0 0,1 0,-1 0,0 0,1 0,-1 0,0-1,1 1,-1 0,0 0,1 0,-1 0,0 0,1 0,-1 0,0 0,1 1,-1-1,0 0,1 0,-1 0,0 0,0 0,1 0,-1 1,0-1,1 0,-1 0,0 0,0 1,1-1,-1 0,0 0,0 1,0-1,0 0,1 1,-1-1,0 0,3 23,-3 330,8-132,-8-218,1 1,0 1,-1-1,0 0,0 1,0-1,-1 0,1 0,-1 1,0-1,0 0,-1 0,1 0,-1 0,0 0,0 0,0 0,0-1,-1 1,0-1,0 2,1-5,0 0,0 1,0-1,-1 0,1 0,0 0,0 0,0-1,0 1,0-1,0 1,0-1,0 0,1 1,-1-1,0 0,0 0,0-1,1 1,-1 0,1 0,-1-1,1 1,-1-1,1 1,0-1,0 0,0 1,0-1,-1-2,21-7,233-32,-191 32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1.4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27,'9'-4,"1"0,-1 0,1 1,0 0,0 0,0 1,0 1,0-1,0 2,1 0,9 0,-15 1,0 0,-1-1,1 1,0 1,-1-1,1 1,-1 0,0 0,1 0,-1 1,0-1,0 1,0 0,-1 0,1 0,-1 1,0-1,0 1,0 0,0 0,-1 0,1 0,-1 0,0 1,0-1,0 3,0 3,1-1,-2 1,0 0,0 0,0 0,-1-1,-1 1,0 0,0 0,-1-1,0 1,-1 0,0-1,0 0,-1 0,0 0,-1 0,-1 2,-14 21,-2-1,-1 0,-1-2,-3 1,23-25,-73 81,76-85,0-1,0 1,1 0,-1 0,0-1,0 1,0 0,1 0,-1 0,0 0,1 0,-1 0,1 0,-1 1,1-1,0 0,-1 0,1 0,0 0,0 0,0 1,0-1,0 0,0 0,0 0,0 1,0-1,0 0,1 0,-1 0,1 0,-1 0,1 0,-1 0,1 0,-1 0,1 0,0 0,0 0,-1 0,1 0,0 0,0 0,0-1,0 1,0 0,0-1,0 1,0-1,0 1,0-1,1 0,-1 1,0-1,0 0,0 0,0 0,1 0,-1 0,0 0,1 0,15 0,0 0,0-1,0-1,0 0,0-2,0 0,-1-1,0 0,11-6,-17 8,123-46,-72 25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2.7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50,'14'-8,"1"1,0 0,0 1,1 0,0 1,0 1,9-1,-24 5,1-1,0 1,-1 0,1 0,-1 0,1 0,0 0,-1 0,1 0,-1 1,1-1,0 1,-1-1,1 1,-1-1,0 1,1 0,-1 0,1 0,-1 0,0 0,0 0,1 0,-1 0,0 0,0 1,0-1,-1 0,1 1,0-1,0 0,-1 1,1-1,-1 1,1 0,-1-1,1 1,-1-1,0 1,0 0,0-1,0 1,0-1,0 1,-1 0,1-1,0 1,-1 0,-4 11,0 0,0-1,-1 0,-1 0,0 0,-1-1,0 0,-1 0,0-1,-1 0,0-1,-6 5,-6 7,22-21,0 0,-1 0,1 1,0-1,0 0,-1 0,1 0,0 0,0 0,0 0,-1 1,1-1,0 0,0 0,0 0,0 1,-1-1,1 0,0 0,0 0,0 1,0-1,0 0,0 0,0 1,0-1,-1 0,1 0,0 1,0-1,0 0,0 0,0 1,0-1,1 0,-1 1,0-1,0 0,0 0,0 0,0 1,0-1,0 0,0 0,1 1,-1-1,0 0,0 0,0 0,0 1,1-1,-1 0,0 0,0 0,1 0,-1 0,0 0,0 1,0-1,1 0,-1 0,0 0,1 0,-1 0,0 0,0 0,22 1,-15-2,3 2,0 0,-1 1,1 0,-1 1,0-1,0 2,0-1,0 1,0 1,-1 0,0 0,0 0,0 1,-1 1,6 5,-9-9,1 2,-2-1,1 0,0 1,-1-1,0 1,0 0,0 0,-1 1,1-1,-1 0,-1 1,1-1,-1 1,0 0,0-1,0 1,-1 0,0 0,0-1,-1 1,1 0,-1 0,-1-1,1 1,-3 5,1-4,-1-1,-1 1,1-1,-1 0,0 0,-1 0,1-1,-1 0,0 0,0 0,-1-1,1 0,-1 0,0-1,0 0,-1 0,1 0,0-1,-1 0,0-1,1 1,-1-1,0-1,0 0,1 0,-1 0,0-1,0-1,7 2,0 0,0 0,0 0,0 0,0 0,0 0,1 0,-1-1,0 1,0 0,0-1,0 1,1-1,-1 1,0-1,1 1,-1-1,0 1,1-1,-1 0,0 1,1-1,-1 0,1 1,0-1,-1 0,1 0,-1 0,1 0,0 1,0-1,-1 0,1 0,0 0,0 0,0 0,0 0,0 1,0-1,0 0,1 0,-1 0,0 0,0 0,1 1,-1-1,0 0,1 0,-1 0,29-35,-7 16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4.1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 51,'-5'-1,"-1"1,1-1,0 2,-1-1,1 1,-1-1,1 1,0 1,0-1,-1 1,1 0,0 0,0 1,1-1,-1 1,0 0,1 0,0 1,0-1,0 1,0 0,0 0,1 0,0 1,0-1,0 1,0 0,1-1,-2 6,-1 1,0 1,1 0,1 0,0 0,1 0,0 1,0-1,2 1,-1-1,2 1,0-1,1 9,0-14,0 1,0-1,0 0,1-1,0 1,0 0,1-1,0 0,0 0,0 0,1 0,0-1,0 1,0-1,1 0,0-1,0 0,0 0,0 0,1 0,-1-1,1 0,0-1,0 1,0-1,0-1,1 1,-1-1,0-1,0 1,1-1,-1 0,1-1,-1 0,0 0,0-1,0 1,0-1,0-1,0 0,3-2,-2 0,1-1,0 0,-1-1,-1 0,1 0,-1-1,0 0,-1 0,1-1,-2 1,1-1,-1 0,-1-1,0 0,0 1,-1-1,0 0,0 0,-2-1,1 1,-1 0,0-1,-1 1,-1-1,1 1,-1-1,-1 1,0 0,-1 0,0 0,0 0,-1 0,0 0,-1 1,0 0,-1 0,0 0,0 1,0 0,-1 0,-6-4,9 8,0 1,0-1,-1 1,1 0,-1 1,1-1,-1 1,0 0,0 0,0 1,0-1,0 1,-1 0,1 0,0 1,-1 0,1 0,0 0,0 0,-1 1,1 0,0 0,0 1,0-1,0 1,0 0,0 0,-2 2,-1 4,1 0,0 1,0 0,1 0,0 0,1 1,0 0,1 0,-1 0,2 1,0-1,0 1,1 0,0 0,1 0,0 0,1 7,-2 33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41.4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0,'-3'17,"0"14,0 9,1 4,2 0,7-1,4-2,2-5,2-1,1 1,-3-6</inkml:trace>
  <inkml:trace contextRef="#ctx0" brushRef="#br0" timeOffset="30610.322">42 260,'0'3,"0"4,0 9,0 9,0 13,0 13,-3 13,-2 12,-1 10,-2 6,1 4,1-3,2-8,2-11,3-17,2-19,-1-17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7.3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0,'0'17,"0"11,0 7,0 1,0 0,0-2,0-2,2-2,1 1,0 2,-1 0,0 2,1 1,1 0,-1-2,-1-2,0-6</inkml:trace>
  <inkml:trace contextRef="#ctx0" brushRef="#br0" timeOffset="33584.047">11 329,'-3'18,"0"14,3 12,3 13,3 13,4 13,-1 14,-1 13,-2 9,-7 5,-6-2,-1-8,-2-14,1-18,2-19,2-21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34.3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1,'0'21,"-3"20,0 18,-2 15,-3 11,-2 10,-2 9,2-12</inkml:trace>
  <inkml:trace contextRef="#ctx0" brushRef="#br0" timeOffset="35299.465">26 643,'1'160,"-23"777,18-836,6-95,2-16,1-17,1-10,-3 21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4.9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1 456,'70'-328,"-56"201,-37 376,19-173,-13 383,16-372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5.8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80 168,'-9'29,"0"1,2 0,2 1,0-1,2 1,2 0,0 7,1-22,-1 2,-1-6,1 1,1-1,0 1,1 0,0-1,0 1,2-1,-1 0,2 0,0 0,4 10,-7-20,0-1,0 1,0 0,0-1,1 1,-1-1,0 0,1 1,-1-1,1 0,-1 0,1 0,0 0,0 0,-1 0,1 0,0-1,0 1,0-1,0 1,0-1,0 0,-1 1,1-1,0 0,0-1,0 1,0 0,0 0,0-1,0 1,0-1,0 0,-1 1,1-1,0 0,0 0,-1 0,1-1,58-54,-44 35,-1-1,-2-1,0 0,-2 0,0-2,-1 1,-2-1,5-24,-9 34,-2 0,1-1,-2 1,0 0,-1 0,0-1,-2 1,1 0,-2-1,0 1,-1 1,0-1,-1 0,-1 1,-7-13,11 22,0 0,-1 0,1 1,-1-1,0 0,-1 1,1 0,-1 0,1 0,-1 0,-1 1,1-1,0 1,-1 0,1 1,-1-1,0 1,0 0,0 0,0 0,-1 1,1-1,0 1,-1 1,1-1,0 1,-1 0,1 0,-1 0,1 1,0 0,-1 0,1 0,0 1,0 0,0 0,0 0,0 1,0-1,1 1,-3 2,-1 4,0 1,1 0,0 0,0 1,1 0,1 0,0 1,0-1,1 1,0 0,1 0,1 1,0-1,1 0,0 1,1 8,1 26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6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100 522,'-1'1,"1"1,-1-1,1 1,0 0,0-1,0 1,0 0,0-1,0 1,0 0,0-1,1 1,-1-1,1 1,-1 0,1-1,0 1,-1-1,1 0,0 1,0-1,0 1,0-1,0 0,0 0,1 0,-1 0,0 0,0 0,1 0,-1 0,1 0,-1 0,1-1,-1 1,1-1,0 1,-1-1,1 0,-1 1,1-1,5-5,0 0,-1 0,0 0,0-1,0 0,0 0,-1-1,0 1,-1-1,1 0,-1 0,-1-1,1 1,-1-1,1-4,4-5,0-1,-2 0,0-1,-1 0,0 0,-2 0,0 0,-1 0,-1 0,-1-1,-1 1,-1-1,0 1,-1 0,-1 0,-1 0,-1 1,0 0,-5-7,7 18,-2 0,1 0,-1 0,0 1,0 0,-1 0,0 0,0 1,0 0,-5-2,9 5,0 1,0-1,0 1,0-1,0 1,0 0,-1 0,1 0,0 1,-1-1,1 1,0 0,-1 0,1 0,0 0,-1 1,1-1,0 1,-1 0,1 0,0 0,0 0,0 1,0-1,0 1,0 0,0-1,-1 3,-1 2,0 0,0 0,1 1,0 0,0 0,1 0,0 0,0 0,0 1,1 0,0-1,1 1,0 0,-4 26,2 0,1 0,2 1,2-1,1 0,1 0,5 12,10 52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7.7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 1,'-67'325,"30"-161,36-164,1 1,-1 0,1 0,-1 0,1 0,0 0,-1 0,1 0,0 0,0 0,0 0,0 0,0 0,0 0,0 0,0 0,0 0,0-1,0 1,0 0,1 0,-1 0,0 0,1 0,-1 0,1 0,-1 0,1-1,-1 1,1 0,0 0,-1-1,1 1,0 0,0-1,0 1,-1-1,1 1,0-1,0 1,0-1,0 1,0-1,0 0,0 0,0 1,0-1,0 0,0 0,0 0,0 0,80-41,-32 13,-40 23,1 2,0-1,0 1,0 1,0 0,0 0,1 1,-1 1,0-1,11 2,18-7,-28 0</inkml:trace>
  <inkml:trace contextRef="#ctx0" brushRef="#br0" timeOffset="269.282">314 301,'-7'-12,"-3"-1,1 8,2 15,2 19,2 21,-1 25,0 26,-3 26,-1-10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19.5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52 198,'-47'247,"46"-244,0 0,0 0,0 0,1 0,0 1,0-1,-1 0,2 0,-1 1,0-1,1 0,-1 0,1 0,0 0,0 1,0-1,1 0,-1-1,1 1,0 0,-1 0,1-1,0 1,1-1,-1 0,0 1,1-1,-1 0,1 0,0-1,-1 1,3 0,3-2,0 0,1 0,-1-1,0-1,1 0,-1 0,0 0,0-1,-1 0,1 0,0-1,-1 0,0-1,0 1,0-1,-1-1,0 1,0-1,3-4,8-5,-1-1,0-1,-1 0,-1-1,-1-1,0 0,-1-1,3-10,-11 22,0 0,-1-1,0 1,0-1,-1 1,0-1,-1 0,0 0,0 1,-1-1,0 0,0 0,-1 0,0 0,-1 0,0 1,0-1,-1 1,0-1,-1 1,0 0,0 0,-1-1,-1 1,0 1,-1 0,0 0,0 0,0 0,-1 1,0 1,0-1,0 1,-1 0,1 1,-1 0,-9-2,13 4,0 1,-1-1,1 1,0 0,-1 1,1-1,-1 1,1 0,0 0,-1 1,1 0,-1 0,1 0,0 1,0-1,0 1,0 0,0 1,0-1,0 1,1 0,-1 0,1 1,0-1,-2 3,-1 3,1 0,0 0,1 0,0 1,0 0,1 0,0 0,1 0,0 1,1 0,0-1,0 1,1 0,1 8,0 37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0.3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0 407,'70'-245,"-42"83,-30 372,-11 306,12-438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1.1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84 232,'-7'8,"0"0,0 1,0 0,1 0,1 0,-1 1,2-1,-1 1,1 1,1-1,0 0,0 1,1 0,1 0,0-1,0 1,1 0,0 0,1 1,-1-9,0 1,0 0,0 0,1-1,-1 1,1 0,0 0,0-1,1 1,-1-1,1 1,-1-1,1 0,0 0,1 1,-1-1,0 0,1-1,0 1,-1 0,1-1,0 0,0 0,1 0,-1 0,0 0,1 0,-1-1,1 0,-1 1,1-1,0-1,0 1,-1-1,1 1,0-1,0 0,0 0,-1-1,1 1,0-1,10-5,-2-1,1-1,-1 0,-1 0,1-2,-1 1,-1-1,0-1,0 0,-1 0,-1-1,1 0,-2 0,0-1,-1 0,2-4,-1 3,-1-1,-1 1,0-2,0 1,-2 0,0-1,-1 0,0 1,-1-1,-1-7,-1 15,1 0,-1 0,-1 0,1 1,-2-1,1 0,-1 1,0-1,0 1,-1 0,0 0,0 0,-1 0,0 1,0 0,0 0,-1 0,0 1,0 0,-1 0,-1-1,4 3,-1 1,1 0,-1 0,1 0,-1 0,0 0,0 1,0 0,0 0,0 1,0-1,0 1,0 0,0 0,0 1,0 0,0 0,0 0,0 0,0 1,0-1,0 1,1 1,-1-1,1 1,0-1,0 1,0 0,0 1,0-1,0 1,1 0,0-1,-1 2,-6 10,1-1,0 1,1 1,1 0,0 0,2 0,-1 1,2-1,-3 18,-3 25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1.8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0 600,'49'-108,"-5"-1,-5-3,-4-1,0-28,-31 125,-6 28,-1 11,-12 131,8 1,6 0,9 44,2-70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7:52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640 217,'0'16,"0"6</inkml:trace>
  <inkml:trace contextRef="#ctx0" brushRef="#br0" timeOffset="198.976">722 818,'2'16,"2"15,-1 14,-3 12,-2-2</inkml:trace>
  <inkml:trace contextRef="#ctx0" brushRef="#br0" timeOffset="30195.297">66 66,'10'3,"14"-3,15-4,12-5,10-3,3-2,-2 2,-8 2,-9 4,-14 4,-13 6,-11 1</inkml:trace>
  <inkml:trace contextRef="#ctx0" brushRef="#br0" timeOffset="30631.218">94 66,'-3'8,"-19"39,3 0,2 0,-6 35,21-80,1 1,0 0,0 0,0 0,0 0,0 0,1 0,-1 0,1 0,0 0,0 0,0 0,0 0,0 0,1 0,0 0,-1 0,1-1,0 1,0 0,1 0,-1 0,0-1,1 1,0-1,0 1,-1-1,1 0,1 0,-1 0,0 0,0 0,1 0,-1 0,1-1,0 1,-1-1,1 0,0 0,1 1,3-3,-1 1,1-1,-1 0,0 0,1-1,-1 0,0 0,0 0,0-1,-1 0,1 0,0 0,-1-1,0 0,0 0,0-1,63-33,-64 38,0-1,0 1,0 0,-1 0,1 0,0 0,0 1,0-1,-1 1,1 0,0 0,-1 1,1-1,-1 1,1-1,-1 1,0 0,1 1,-1-1,0 0,-1 1,1 0,0 0,-1 0,2 2,52 85,-49-77,0 0,-1 1,0 0,-1 0,-1 0,0 0,-1 1,0-1,-2 1,1 0,-2 0,0 0,-1-1,0 1,-1 0,-1-1,0 1,-1-1,0 0,-6 11,3-13,0 0,-1-1,0 0,-1-1,0 1,-1-2,0 1,-1-2,0 1,0-1,0-1,-1 0,-1-1,1 0,-1-1,0 0,0-1,0 0,0-1,-1-1,1 0,-9 0,21-2,-1 0,1 1,-1-1,1 0,0 0,-1 0,1 0,-1 0,1 0,-1-1,1 1,0 0,-1-1,1 1,-1-1,1 0,0 1,0-1,-1 0,1 0,0 1,0-1,0 0,0 0,0 0,0-1,0 1,0 0,0 0,1 0,-1-1,0 1,3-9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5.0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0,'0'5,"0"6,0 10,0 9,3 11,0 10,0 8,-1 7,0 8,-1 4,-1-11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5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0,'0'19,"0"12,0 11,0 8,2 6,1 6,0 6,-3 5,-2-9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5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0,'-3'16,"0"15,-2 11,0 13,0 8,0 8,-1 3,2-11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5.9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1,'-2'20,"-1"18,0 12,0 10,2 7,0 5,0 5,1 5,0 3,0-13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6.3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1,'-2'18,"-1"14,-3 7,1 10,0 5,-1 6,1 3,1 3,1 2,1-1,1-4,1-11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6.6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0,'0'19,"0"15,0 11,0 8,0 5,0 6,0 2,-2 3,-1-11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6.9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 1,'0'16,"0"10,-3 8,0 3,0 1,0 4,2 2,0 1,0 1,1 0,0-7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7.1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 1,'-2'16,"-1"12,0 9,1 5,0 4,1 2,0 1,1 3,0 1,0 0,0 2,0 0,-2 0,-1-9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7.3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1,'0'14,"0"16,0 15,0 8,0-3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8.0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0,'2'7,"1"12,-2 9,-2 9,-2 10,-2 9,1 6,-1 5,-1 2,2 1,1 0,0-2,2-13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8.2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 0,'-4'21,"-5"16,0 12,1 5,5 5,4-3,6-4,2-6,4-5,-2-9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8.4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0,'0'19,"0"13,0 5,0 2,0-7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9.1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1 425,'197'-396,"-196"392,12-21,-13 25,0 1,0-1,1 0,-1 0,0 1,0-1,0 0,0 0,0 0,0 1,0-1,1 0,-1 0,0 0,0 1,0-1,1 0,-1 0,0 0,0 0,0 0,1 0,-1 0,0 1,0-1,0 0,1 0,-1 0,0 0,0 0,1 0,-1 0,0 0,0 0,1 0,-1 0,0 0,0 0,1 0,-1-1,0 1,0 0,0 0,1 0,-1 0,0 0,0 0,0-1,1 1,-1 0,0 0,0 0,0 0,0-1,0 1,1 0,-1 0,0-1,0 1,0 0,-5 142,-7 389,12-516,-1 0,0-1,1 1,1-1,1 1,0-1,1 0,0 1,1-1,1 0,0-1,7 13,0-11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29.8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0 584,'23'-72,"2"1,33-63,-31 76,63-138,-86 187,-3 6,0-1,1 1,-1 0,0 1,1-1,0 0,0 0,0 1,0-1,0 1,0-1,1 1,-1 0,1 0,2-1,5 14,-1 86,-6 689,-6-728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0.5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0 626,'6'-27,"0"-1,2 1,0 0,13-23,-15 34,163-351,-123 284,-46 83,-1 1,1-1,0 1,0-1,0 1,0-1,0 1,1-1,-1 1,0-1,0 1,0-1,0 0,0 1,1-1,-1 1,0-1,0 1,1-1,-1 0,0 1,1-1,-1 0,0 1,1-1,-1 0,1 1,-1-1,0 0,1 0,-1 1,1-1,-1 0,1 0,-1 0,1 0,-1 0,1 0,-1 0,1 0,-1 0,1 0,-1 0,1 0,-1 0,1 0,-1 0,1 0,-1-1,0 1,1 0,-1 0,1 0,-1-1,1 1,-1 0,0-1,1 1,-1 0,1-1,1 170,-4-124,-3 87,-4 395,11-465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1.2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1 530,'11'-51,"3"0,1 1,3 0,2 1,6-5,14-38,4-15,-29 82,-4 28,-5 100,-23 525,22-495,2-19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2.6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57 299,'-11'26,"1"1,1 0,2 0,0 0,2 1,2 0,0 0,2 1,0-1,3 12,7 37,4-107,-1-88,-5 0,-7-68,1-33,1 200,14 23,-5 6,0-1,0-1,1 0,-1-1,2 0,-1 0,1-2,0 1,0-2,1 0,0 0,-1-1,1-1,0 0,14-1,69-6,-76 2</inkml:trace>
  <inkml:trace contextRef="#ctx0" brushRef="#br0" timeOffset="249.92">15 435,'14'5,"14"1,12-2,10-5,6-4,-2-1,-5 0,-11 6,-12 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5.0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0,'-3'19,"-2"17,-3 15,-3 14,-1 13,0 10,4 3,2 0,5-1,4-5,3-16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5.3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0,'0'21,"0"16,0 14,0 11,0 10,0 9,0 6,0 6,-3 2,0-15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6.1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0,'-3'7,"0"12,1 11,-1 16,2 12,0 14,0 13,1 8,0 5,0 1,0-15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7.0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0,'0'17,"0"16,0 15,0 15,0 16,0 12,0 13,0 6,0 3,0 2,0-1,0-20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7.4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1,'-2'16,"-2"15,1 16,1 14,0 13,1 9,3 8,1 5,0 3,-1-14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7.9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1,'0'12,"0"12,0 15,0 14,0 12,0 9,0 8,0 6,0 3,0-1,0-16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38.1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0,'-2'17,"-4"14,1 13,-1 10,2 6,2 4,2 2,3 0,-1-10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3.5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 49,'-16'39,"10"-24,2 0,0 1,1-1,0 1,1 0,1-1,1 1,0 0,1 0,2 10,-2-18,1 0,0 0,0 0,0 0,1 0,0 0,1-1,0 1,0-1,0 0,1 0,0 0,1-1,-1 0,1 0,1 0,-1-1,1 0,-1 0,9 3,-12-6,0-1,0 0,1 0,-1 0,0 0,1 0,-1-1,1 0,-1 0,1 0,-1 0,1 0,-1 0,0-1,1 0,-1 0,1 0,-1 0,0 0,0-1,0 1,0-1,0 0,0 0,0 0,0 0,-1-1,1 1,-1-1,1 0,57-92,-56 87,1-1,-1 1,0-1,-1 0,0 0,-1-1,0 1,0 0,-1-1,0 1,0-1,-1 1,-1-1,0 1,0-1,-1 1,0-1,0 1,-1 0,0 0,-1 0,0 1,0-1,-1 1,0 0,-1 0,1 0,-2 0,2 4,1 0,-1 0,0 1,0-1,0 1,0 0,0 1,-1-1,1 1,-1 0,0 1,0-1,1 1,-1 0,0 1,0-1,0 1,0 0,0 1,0-1,0 1,0 0,1 1,-1-1,0 1,1 1,-1-1,1 1,0-1,-1 2,2-1,-1 0,0 1,1 0,-1 0,-2 4,0 2,1 1,1-1,0 1,0 0,1 0,0 0,1 1,0-1,1 1,0 0,1 0,0 0,1 9,4 34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4.4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42 151,'-6'13,"1"1,1-1,0 1,1 1,0-1,1 0,0 1,2 0,0-1,0 1,1-1,1 1,0-1,1 0,1 0,0 0,1 0,1 0,0-1,0 0,8 10,-13-20,1 0,0 0,0-1,1 1,-1-1,0 1,1-1,0 0,-1 0,1 0,0 0,0 0,0 0,0-1,0 0,1 0,-1 0,0 0,1 0,-1 0,0-1,1 0,-1 1,1-1,-1-1,1 1,-1 0,0-1,1 0,-1 0,0 0,1 0,-1 0,0-1,0 1,0-1,7-9,0 0,-1 0,-1-1,0 0,0 0,-1-1,-1 0,0 0,-1-1,0 0,-1 0,-1 0,0 0,-1 0,0-1,-1 1,-1-3,2 5,-1 0,0 0,-1 0,0 0,-1 0,-1 0,1 0,-2 0,0 0,0 1,-1-1,-1 1,0 0,0 0,-1 0,0 1,-1 0,0 0,-1 1,0 0,-3-3,7 10,1 0,-1 1,0-1,0 1,0 0,0 0,0 0,0 0,0 1,0 0,0-1,0 2,0-1,-1 0,1 1,0 0,0 0,0 0,0 0,1 1,-1-1,0 1,0 0,1 0,-1 0,1 1,0-1,0 1,0 0,0 0,0 0,1 0,-1 1,1-1,0 1,0-1,0 1,0 0,1-1,-1 1,1 2,-9 17,2 0,0 0,1 1,2 0,0 0,2 1,1-1,0 4,-1 44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5.3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 79,'-10'6,"0"-1,0 1,1 0,-1 1,1 0,1 1,-1 0,2 0,-1 1,1 0,0 0,1 1,0-1,0 1,1 1,1-1,-1 1,2 0,-3 10,2-3,0-1,1 2,1-1,1 0,1 0,0 1,1-1,1 0,1 0,1 0,0 0,2 1,-3-8,1-1,1 0,0-1,0 1,1-1,0 0,0 0,1-1,1 1,-5-6,0 0,0 0,0 0,1 0,-1-1,1 0,-1 0,1 0,0 0,0 0,-1-1,2 1,-1-1,0 0,0-1,0 1,0-1,0 1,1-1,-1-1,0 1,0 0,0-1,4-1,0-1,0 0,-1-1,1 0,-1-1,0 1,0-1,0-1,-1 1,1-1,-2 0,1-1,-1 1,0-1,0 0,0-1,0-1,5-11,0 0,-1-1,-2 1,0-2,3-15,-5 19,-2 1,0-1,0 0,-2 0,0-1,-1 1,-1 0,-1 0,0 0,-1 0,-1 1,-1-1,-1 1,0 0,-1 0,-1 1,-6-10,12 21,-1 1,0 0,0 0,0 1,0-1,-1 1,1-1,-1 1,0 0,0 0,0 1,0-1,0 1,-1 0,1 0,-1 0,0 1,1 0,-1 0,0 0,0 0,1 1,-1-1,0 1,0 1,0-1,0 1,0-1,1 2,-1-1,0 0,1 1,-1 0,1 0,-1 0,1 0,-1 2,-7 9,1 0,0 0,1 1,1 0,0 1,1 0,1 1,0-1,1 1,1 1,0-1,1 1,1 0,0 7,-9 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6.1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91 142,'-11'14,"0"2,2-1,0 1,0 0,1 1,2 0,-1 0,2 1,0 0,2 0,0 0,0 0,2 0,0 12,1-22,0 0,1 0,0 0,1 0,-1 0,1 0,1 0,0-1,0 1,1 1,-3-6,1-1,-1 0,1 1,-1-1,1 0,0 0,0 0,-1 0,1 0,1-1,-1 1,0-1,0 1,1-1,-1 0,1 0,-1 0,1 0,-1 0,1 0,-1-1,1 1,0-1,-1 0,1 0,0 0,0 0,-1 0,1-1,0 1,-1-1,1 0,8-4,-2-1,1-1,-1 1,0-1,0-1,-1 0,1 0,-2-1,0 0,0 0,0 0,-1-1,-1 0,1 0,-2-1,1 0,-2 1,1-1,-2-1,2-8,1 5,-2 0,1-1,-2 1,0-1,-1 0,-1 0,0 0,-1 0,-1 1,0-1,-1 1,-1-1,-1 1,0 0,0 0,-2 1,0-1,0 2,-5-6,11 17,0 1,0-1,0 1,0-1,0 1,0-1,0 1,-1 0,1 0,-1 0,1-1,-1 2,1-1,-1 0,1 0,-1 0,0 1,1-1,-1 1,0-1,0 1,0 0,1-1,-1 1,0 0,0 0,0 0,1 1,-1-1,0 0,0 1,1-1,-1 1,0 0,0-1,1 1,-1 0,1 0,-1 0,1 0,-1 0,1 1,0-1,0 0,-1 1,1-1,0 1,-7 10,1 0,1 0,0 0,1 1,0-1,1 1,-2 9,-36 171,25-91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7.5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65 211,'-6'7,"0"-1,0 1,0 0,1 0,0 1,1 0,-1 0,1 0,1 0,0 1,0-1,0 1,1 0,1 0,-1 0,2 0,-1 0,1 0,0 0,1 0,0 0,1 0,-1-1,2 1,-1 0,1-1,1 1,-1-1,2 0,-1 0,1 0,0-1,0 0,1 0,0 0,0-1,7 6,-10-10,0-1,0 1,1-1,-1 1,1-1,-1 0,1 0,-1 0,1-1,-1 1,1-1,0 0,-1 0,1 0,0-1,-1 1,1-1,-1 0,1 0,-1 0,1 0,-1-1,1 1,-1-1,0 0,0 0,0 0,0 0,2-3,5-4,-1 0,0-1,-1 0,0-1,-1 1,0-2,5-10,-2 1,-1 1,0-2,-2 1,-1-1,0 0,-2-1,2-21,-5 34,0 0,-1-1,0 1,-1 0,0 0,-1 1,0-1,0 0,-1 0,0 1,-1 0,0-1,-1 1,0 1,0-1,0 1,-1 0,-1 0,-1-1,5 6,0-1,0 1,0 1,-1-1,1 0,-1 1,0 0,0 0,0 0,0 0,0 1,0-1,0 1,-1 0,1 0,0 1,-1-1,1 1,-1 0,1 0,0 0,-1 1,1 0,-1 0,1 0,0 0,0 1,0-1,0 1,0 0,0 0,0 1,1-1,-1 1,1 0,-1 0,1 0,-1 2,-7 10,1 1,1 1,0-1,1 1,1 1,1 0,0 0,1 0,1 0,1 1,1-1,-1 18,-2 24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9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1,'-2'16,"-1"13,0 10,0 8,1 6,1 4,1 6,-3 4,-2 6,-3 4,-1-11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9.4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 0,'-5'17,"-1"14,0 13,1 9,1 7,2 8,1 2,1 5,0 3,0 2,0 1,0 1,1-13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49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0,'0'16,"0"15,0 12,0 7,0 7,0 5,0 5,0 3,0 5,0 1,-3 1,0 0,-2-2,-1-14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0.0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0,'0'17,"2"9,1 5,3 5,-1 2,0 3,-1 0,-2 4,-1 0,0 2,-1-7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0.2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1,'0'13,"0"11,0 4,0 5,0 2,0 1,-2 5,-1 4,-2 3,-1 6,2 3,0 3,2-1,1-5,0-10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0.4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0,'3'21,"0"16,2 14,3 9,4 6,5 4,4-1,1 2,-3 0,-5 0,-5-12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1.4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 0,'-27'30,"0"2,2 0,1 1,2 2,2 0,0 1,1 4,11-21,0 0,0 1,2 0,1 0,0 0,2 0,0 1,1-1,1 1,1 0,2 12,-2-28,1 0,1 0,-1 0,1 0,-1 0,1 0,1 0,-1-1,1 1,0-1,0 0,0 1,0-2,1 1,-1 0,1-1,0 1,0-1,1 0,-1-1,1 1,-1-1,1 1,0-1,0-1,0 1,0-1,0 0,0 0,0 0,0-1,0 0,1 0,-1 0,0-1,0 1,0-1,0 0,0-1,0 1,1-2,5-3,0 0,0-1,0-1,-1 1,0-2,-1 0,0 0,0 0,-1-1,0 0,-1-1,0 0,0 0,-2-1,1 1,-1-1,-1 0,0-1,-1 1,0-1,-1 0,0-1,0 2,-1 0,0 0,-1 0,0 0,0 0,-2 0,1-1,-2 1,0 1,0-1,-1 0,0 1,-1 0,0 0,-1 0,0 1,-1-1,0 1,-1 1,0 0,0 0,-1 0,-4-3,9 10,0 0,1 0,-1 1,0-1,0 1,0 0,0 0,0 0,0 0,0 1,-1 0,1 0,0 0,0 0,0 0,0 1,0 0,-1 0,1 0,1 0,-1 1,0 0,0 0,0 0,1 0,-1 0,1 1,0-1,0 1,0 0,0 0,0 0,0 0,1 1,0-1,0 1,-1-1,-7 15,0 1,1 0,1 0,1 1,0-1,2 2,-3 13,-3 22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2.0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81 174,'-5'16,"0"0,1 0,1 0,0 1,2-1,0 1,0 0,2-1,0 1,1-1,0 1,3 5,-4-20,-1 0,0 0,1 0,0-1,-1 1,1 0,0 0,0-1,0 1,0-1,0 1,0-1,1 1,-1-1,0 0,1 0,-1 1,1-1,-1 0,1 0,0 0,-1-1,1 1,0 0,0-1,-1 1,1-1,0 1,0-1,0 0,0 0,-1 0,1 0,0 0,0 0,0-1,0 1,0-1,-1 1,1-1,0 1,0-1,-1 0,1 0,0 0,8-8,0 1,-1-1,0-1,-1 0,0 0,0 0,-1-1,-1-1,0 1,0-1,-1 0,2-7,0 1,0-1,-2 0,0 0,-1 0,0 0,-2-3,-1 16,-1 0,1 0,-1 0,-1 0,1 0,-1 0,0 0,-1 0,1 0,-1 0,0 0,0 1,-1-1,0 1,0 0,0 0,-1 0,0 0,0 0,0 1,-2-2,3 3,0 1,0 0,0 0,0 0,-1 0,1 1,-1-1,1 1,-1 0,0 0,1 0,-1 1,0-1,0 1,1 0,-1 0,0 0,0 0,1 1,-1-1,0 1,1 0,-1 0,0 1,1-1,0 1,-1 0,1 0,0 0,0 0,0 0,0 1,-1 0,-5 6,0 0,0 0,1 0,1 1,0 1,0-1,1 1,0 0,-2 8,-10 32,6-4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2.8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171 219,'-9'4,"0"0,0 1,0 0,1 0,0 1,0 0,0 1,1-1,0 1,0 1,1-1,0 1,0 1,1-1,0 1,0-1,1 1,0 1,1-1,0 0,0 1,1 0,0 0,0 8,3-15,0 1,0 0,0 0,1-1,-1 1,1-1,0 1,-1-1,2 0,-1 1,0-1,1 0,-1-1,1 1,0 0,0-1,0 1,0-1,1 0,-1 0,0 0,1-1,0 1,-1-1,1 0,0 0,-1 0,1 0,0-1,0 0,0 0,0 0,0 0,-1 0,1-1,0 1,0-1,0 0,-1 0,1-1,0 1,-1-1,0 0,1 0,-1 0,0 0,0 0,0-1,6-3,-1 0,0-1,-1 1,1-2,-1 1,-1-1,1 0,-1-1,-1 1,0-1,0 0,0 0,-1-1,-1 1,0-1,0 0,-1 0,0 0,0 0,-1-1,-1 1,0 0,0-1,0-2,-1 0,-1 0,1 0,-2 0,0 0,-1 0,0 1,-1-1,0 1,-1 0,0 1,-1-1,0 1,-1 0,0 1,0 0,-8-6,13 13,0-1,0 2,1-1,-2 0,1 1,0-1,0 1,-1 0,0 0,1 0,-1 1,0-1,0 1,1 0,-1 0,0 0,0 1,0-1,0 1,-1 0,1 0,0 1,0-1,0 1,0 0,0 0,1 0,-1 0,0 1,0-1,1 1,-1 0,1 0,-1 1,1-1,0 1,0 0,-3 6,0 1,1 1,0-1,1 1,0-1,0 1,1 0,1 0,0 1,1-1,-1 6,-2 30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3.4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1 533,'66'-161,"-41"93,-3 0,-4-1,-2-1,-2-12,-8 68,-6 47,0-32,13 750,-8-606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8:54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1 220,'98'-204,"-90"188,-5 32,-33 188,22-96,5-1,4 1,7 22,-3-77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07:50.6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5842 1323,'0'30,"0"27,0 30,0 27,3 26,2 23,3 23,0 18,2 13,0 4,-1-6,-2-15,-2-21,-3-25,0-27,-2-28,0-32</inkml:trace>
  <inkml:trace contextRef="#ctx0" brushRef="#br0" timeOffset="893.348">5896 1216,'-68'-114,"68"113,-1 0,0 0,1-1,-1 1,1 0,-1 0,1 0,0 0,0-1,-1 1,1 0,0 0,0-1,0 1,0 0,0 0,1-1,-1 1,0 0,1 0,-1 0,0 0,1-1,-1 1,1 0,0 0,-1 0,1 0,0 0,0 0,0 0,-1 0,1 1,0-1,0 0,0 0,0 1,1-1,-1 1,0-1,0 1,0-1,0 1,1 0,-1-1,1 1,65-4,-54 4,373 25,425-33,-375-4,1037 2,7 4,-445 35,43 7,292 8,-1265-45,37 0,79 12,-198-7,-23-4,0 0,0 0,-1 0,1 0,0 0,0 0,0 1,-1-1,1 0,0 0,0 0,0 0,0 1,0-1,-1 0,1 0,0 0,0 0,0 1,0-1,0 0,0 0,0 1,0-1,0 0,0 0,0 0,0 1,0-1,0 0,0 0,0 0,0 1,0-1,0 0,0 0,0 1,0-1,0 0,0 0,1 0,-1 0,0 1,0-1,0 0,0 0,0 0,1 0,-1 1,0-1,0 0,0 0,0 0,1 0,-1 0,0 0,0 0,0 0,1 0,-1 0,-14 6</inkml:trace>
  <inkml:trace contextRef="#ctx0" brushRef="#br0" timeOffset="2561.143">5869 3690,'-5'271,"-18"72,11-226,-41 524,28-315,29-309,10-30,-6 4,1 1,1 0,-1 1,1 0,1 1,-1 0,1 0,0 1,1 1,-1 0,1 0,0 1,0 1,0 0,0 0,0 1,5 1,422-12,-267 9,858-36,54-16,1595 111,-1848-20,543 33,137 18,-1432-82,65 2,-1 6,58 17,-192-28,-10-3</inkml:trace>
  <inkml:trace contextRef="#ctx0" brushRef="#br0" timeOffset="4793.752">14345 1269,'1'-2,"0"-1,0 0,0 0,0 0,1 1,-1-1,1 1,0-1,-1 1,1-1,0 1,1 0,-1 0,0 0,1 0,-1 1,1-1,-1 1,1-1,0 1,-1 0,1 0,0 0,0 0,0 1,0-1,0 1,0-1,0 1,0 0,0 0,0 1,0-1,2 1,-2-1,304-6,-193 8,1057-1,-1169-1,0 0,0-1,0 1,0 1,0-1,0 0,0 0,-1 1,1-1,0 1,0 0,0-1,-1 1,1 0,0 0,-1 0,1 0,-1 0,1 0,-1 1,0-1,1 0,-1 1,0-1,0 1,0 0,0-1,0 1,0 0,-1-1,2 3,10 17,21 59,-25 126,-9-151,1-26,0 178,15 74,-5-178,29 387,-48 326,14-423,-1-234,-10 70,2-127,4 0,6 17,0 231,-7-225,16 2,-16 114,2-240,-1 0,0 0,0 0,0 0,0 1,0-1,0 0,0 0,0 0,0 0,0 0,-1 0,1 1,-1-1,1 0,0 0,-1 0,0 0,1 0,-1-1,0 1,1 0,-1 0,0 0,0 0,0-1,0 1,0 0,1-1,-1 1,0-1,-1 1,1-1,0 1,0-1,0 0,0 0,0 1,0-1,0 0,0 0,-1 0,1 0,0 0,0-1,0 1,0 0,0 0,0-1,0 1,-1-1,1 1,0-1,-348-42,233 32</inkml:trace>
  <inkml:trace contextRef="#ctx0" brushRef="#br0" timeOffset="5582.52">9506 2486,'-3'21,"0"17,1 15,-1 9,2 3,0 0,0-3,1-4,0-8,0-10,0-12</inkml:trace>
  <inkml:trace contextRef="#ctx0" brushRef="#br0" timeOffset="5833.019">9519 2553,'2'18,"6"15,7 12,11 4,8 1,7-2,4-3,0-8,-7-10</inkml:trace>
  <inkml:trace contextRef="#ctx0" brushRef="#br0" timeOffset="6017.609">9960 2446,'-7'4,"-2"12,1 11,1 15,2 14,1 11,3 8,-2 2,0-3,0-4,2-15</inkml:trace>
  <inkml:trace contextRef="#ctx0" brushRef="#br0" timeOffset="6481.581">10081 3074,'12'-282,"-13"281,1-1,0 1,0 0,0-1,0 1,0 0,0 0,0-1,0 1,0 0,0-1,1 1,-1 0,1 0,-1-1,1 1,-1 0,1 0,0 0,-1 0,1 0,0 0,0 0,0 0,0 0,0 0,0 0,0 1,0-1,0 0,0 1,0-1,1 1,-1-1,0 1,0-1,1 1,-1 0,0 0,0 0,1 0,-1 0,0 0,1 0,-1 0,0 0,1 0,-1 1,0-1,17 5,1 1,-1 1,-1 0,0 1,0 1,0 1,-1 1,11 9,-23-17,-1 0,0 0,0 1,0-1,-1 1,1 0,-1-1,0 1,0 0,0 0,-1 1,1-1,-1 0,0 1,0-1,0 0,-1 1,0-1,0 1,0-1,0 1,-1-1,1 0,-1 1,0-1,-1 0,1 1,-1-1,0 0,0 0,0 0,0 0,-1-1,-1 3,-18 27,16-26,1 0,0 1,0-1,1 1,0 0,0 0,1 0,0 0,0 1,1-1,-1 5,3-11,1 1,-1-1,0 0,1 0,-1 0,1 1,0-1,0 0,-1 0,1 0,1 0,-1-1,0 1,0 0,1 0,-1-1,1 1,0-1,-1 1,1-1,0 1,0-1,0 0,0 0,0 0,0 0,0-1,0 1,64 15,123-10,-131-9</inkml:trace>
  <inkml:trace contextRef="#ctx0" brushRef="#br0" timeOffset="7311.797">11163 2246,'13'600,"-7"-456,-6-144,0 1,0-1,0 1,0-1,-1 1,1-1,0 1,0-1,0 1,0-1,0 1,0-1,0 1,1-1,-1 1,0-1,0 1,0-1,0 1,1-1,-1 1,0-1,0 1,1-1,-1 0,0 1,1-1,-1 1,0-1,1 0,-1 1,1-1,-1 0,1 0,-1 1,0-1,1 0,-1 0,1 0,-1 1,1-1,-1 0,1 0,-1 0,1 0,0 0,-1 0,1 0,-1 0,1 0,-1 0,1-1,-1 1,1 0,20-24,-15 16,2-5,1 1,1 0,0 0,1 1,0 0,1 1,0 0,0 1,1 1,0 0,7-3,-17 10,0 0,0 0,0 0,1 1,-1-1,0 1,1 0,-1-1,0 2,1-1,-1 0,0 1,0-1,1 1,-1 0,0 0,0 0,0 1,0-1,0 1,0-1,0 1,-1 0,1 0,-1 1,1-1,-1 0,0 1,0-1,0 1,0 0,0 0,-1 0,1 0,0 3,2 1,-1 1,0 0,-1 0,0 0,0 1,-1-1,0 0,0 1,-1-1,0 1,-1-1,0 1,-1 6,1-10,-1-1,1 1,-1-1,1 0,-1 1,0-1,-1 0,1 0,-1 0,0-1,0 1,0 0,0-1,-1 0,1 0,-1 0,0 0,0-1,0 0,0 1,0-1,0-1,-1 1,1-1,-1 1,1-1,-1 0,0-1,1 1,-1-1,0 0,1 0,-1-1,0 1,1-1,-1 0,1 0,-1-1,1 1,0-1,-1 0,1 0,-2-2,4 1,-1-1,0 0,1 0,0 0,0 0,0 0,0 0,1-1,0 1,0-1,0 1,0-1,1 1,0-1,-1 1,2-1,-1 1,0-1,1 1,0-1,0 1,1-1,-1 1,1 0,0-1,0 1,0 0,0 0,1 1,0-1,0 0,0 1,0 0,0 0,1-1,10-5,-1-1,2 2,-1 0,1 1,0 0,1 1,-1 1,1 1,1 0,-1 1,0 0,1 2,-1 0,7 1,-18-1,-1 0,0 1,0 0,0 0,1 0,-1 1,0-1,0 1,0 0,0 0,0 0,0 1,0 0,0-1,0 1,-1 1,1-1,-1 0,1 1,-1 0,0 0,0 0,0 0,-1 0,1 1,-1-1,1 1,-1-1,0 1,-1 0,1 1,7 153,-9-156,1 1,-1-1,0 0,1 0,-1 0,1 0,0 0,0 0,0 0,0-1,0 1,0 0,0 0,0-1,1 1,-1-1,1 1,-1-1,1 1,0-1,-1 0,1 0,0 0,0 0,0 0,0 0,0-1,0 1,0 0,0-1,0 0,0 1,14-1</inkml:trace>
  <inkml:trace contextRef="#ctx0" brushRef="#br0" timeOffset="7843.153">11591 2406,'21'2,"-1"0,0 1,0 0,0 2,-1 1,0 0,0 1,0 1,-1 1,0 1,0 0,13 12,-21-14,0 0,-1 0,-1 1,1 1,-1 0,-1 0,0 0,0 1,-1 0,-1 0,1 0,-2 1,0 0,0 0,-1 0,-1 0,0 1,0-1,-1 6,4 61,18 115,-23-192,-1 0,1 0,0 0,0 0,1 0,-1 0,0-1,1 1,-1 0,1 0,0 0,-1 0,1 0,0-1,0 1,0 0,0-1,0 1,1 0,-1-1,0 0,1 1,-1-1,1 0,0 0,-1 0,1 0,0 0,0 0,-1 0,1 0,0-1,0 1,0-1,0 0,0 1,0-1,0 0,0 0,0 0,0 0,0-1,2 1,11-11,0 0,-1-1,0-1,-1 0,0-1,-1 0,5-8,-6 8,67-90,-78 104,0 0,0 0,0 0,0 1,0-1,0 0,0 0,0 0,0 0,0 1,1-1,-1 0,0 0,0 0,0 0,0 0,0 1,0-1,0 0,1 0,-1 0,0 0,0 0,0 0,0 0,1 0,-1 1,0-1,0 0,0 0,0 0,1 0,-1 0,0 0,0 0,0 0,0 0,1 0,-1 0,0 0,0 0,0 0,1 0,-1-1,0 1,-6 28,4-20,2-7,-3 6,0 0,1 0,0 1,0-1,1 1,0-1,0 1,1-1,-1 1,2 0,-1-1,1 1,1-1,-1 1,1-1,0 1,1-1,0 0,0 0,1 0,-1-1,1 1,1-1,3 5,61 19,-32-23</inkml:trace>
  <inkml:trace contextRef="#ctx0" brushRef="#br0" timeOffset="8572.194">12753 2821,'-108'-54,"103"52,0 1,1 0,-1 0,0 1,0-1,0 1,0 0,0 0,0 1,0 0,0 0,0 0,1 0,-1 1,0-1,1 1,-1 0,1 1,0-1,-1 1,1 0,-3 3,1 0,0 0,0 1,1-1,0 1,1 0,-1 1,1-1,1 1,0 0,0 0,0 0,1 0,0 0,-1 7,3-11,-1 0,1 0,-1 0,1 0,1 0,-1 0,0 0,1 0,0 0,0 0,0 0,0 0,1 0,0-1,-1 1,1-1,1 1,-1-1,0 0,1 1,-1-1,1-1,0 1,0 0,1-1,-1 1,0-1,1 0,-1 0,1 0,1 0,1 0,1 1,0-2,0 1,1 0,-1-1,0-1,0 1,1-1,-1 0,0-1,0 0,1 0,-1-1,0 1,0-1,0-1,-1 0,1 0,-1 0,1 0,-1-1,0 0,0-1,-1 1,1-1,-1 0,0-1,0 1,-1-1,4-5,-5-7,-11 26,6-5,1 0,0 1,0 0,0-1,0 1,0 0,1-1,0 1,0 0,0-1,0 1,0 0,1-1,0 1,-1 0,1-1,1 1,-1-1,0 1,1-1,0 0,0 1,0-1,0 0,0 0,1-1,-1 1,1 0,0-1,3 3,3 2,0 0,1-1,0 0,1-1,-1 0,1 0,0-1,0-1,6 2,-13-4,0 0,0 0,1 0,-1 0,1-1,-1 0,1 0,-1 0,0 0,1-1,-1 0,1 1,-1-2,0 1,0 0,0-1,0 0,0 0,0 0,0-1,0 1,-1-1,1 0,-1 0,0 0,0 0,0 0,0-1,-1 0,1 1,-1-1,0 0,0 0,1-3,3-16,-2 1,0-1,-1 0,-2 0,0 0,-1 0,-3-15,2-4,2-47,-1 88,1-1,0 1,-1-1,1 1,0-1,0 1,0 0,0 0,0-1,0 1,1 0,-1 0,0 0,0 0,1 0,-1 0,1 0,-1 1,1-1,-1 1,1-1,-1 1,1-1,0 1,-1 0,1 0,0 0,-1-1,1 2,-1-1,2 0,51 9,-53-9,6 1,1 0,0 1,-1 0,0 0,1 1,-1-1,0 2,0-1,0 1,-1 0,1 0,-1 1,0 0,-1 0,1 1,-1-1,0 1,0 0,0 1,-1-1,0 1,-1 0,1 0,-1 0,-1 0,3 7,-5-1,0 0,-1 0,0 0,-1 0,0 0,-1 0,0-1,-1 1,-5 8,4-7,0-1,1 1,1 0,0 0,0 0,2 0,0 0,0 2,2-11,0-1,0 1,0 0,0 0,1-1,0 1,0-1,0 1,0-1,1 0,0 0,-1 0,2 0,-1 0,0-1,1 0,-1 1,1-1,0 0,0-1,1 1,-1-1,0 0,1 0,-1 0,2 0,14 4,0 0,0-1,0-1,0-1,14 0,99-3,-78-6</inkml:trace>
  <inkml:trace contextRef="#ctx0" brushRef="#br0" timeOffset="12056.813">2741 2967,'0'0,"-18"5,18-5,0 0,0 0,1 0,-1 0,0 0,0 1,0-1,0 0,0 0,1 0,-1 0,0 0,0 0,0 1,0-1,0 0,0 0,0 0,0 0,0 1,0-1,0 0,0 0,0 0,0 0,0 1,0-1,0 0,0 0,0 0,0 0,0 1,0-1,0 0,0 0,0 0,0 0,0 0,0 1,0-1,0 0,0 0,-1 0,163 6,569 30,-385-35,264 10,-607-11,751 30,-384-31,-241 15,-52-19,-85 7,-2-1</inkml:trace>
  <inkml:trace contextRef="#ctx0" brushRef="#br0" timeOffset="12421.399">5922 2673,'-4'-4,"18"9,34 13,0 3,-2 2,0 2,-2 1,0 3,-2 1,-2 3,5 5,-40-33,0-1,0 1,0 0,-1 0,1 0,-1 0,0 1,-1 0,1-1,-1 2,-1-1,1 0,-1 0,0 1,0-1,-1 1,0 0,0-1,0 1,-1 0,0 0,0 0,-1-1,-1 4,-4 0,0 0,-2 0,1-1,-1 1,0-2,-1 1,0-1,-1-1,1 0,-1 0,-1-1,1 0,-4 1,13-7,-254 124,211-105,-16 7</inkml:trace>
  <inkml:trace contextRef="#ctx0" brushRef="#br0" timeOffset="15184.266">6926 2861,'0'62,"13"-101,-9 21,-1 0,0-1,-1 1,-1-1,-1 1,-1-1,-3-17,4 33,0 0,-1 0,0 0,0 0,1 0,-2 0,1 0,0 0,-1 1,1-1,-1 0,0 1,1 0,-1-1,-1 1,1 0,0 0,0 0,-1 0,1 0,-1 1,0-1,1 1,-1 0,0-1,0 1,0 1,0-1,0 0,0 1,0-1,0 1,0 0,0 0,0 0,0 1,0-1,0 1,0-1,0 1,0 0,0 0,-1 1,-7 6,0 1,1 0,0 1,0 0,1 0,0 1,1 0,1 1,-1 0,2 0,0 0,0 1,1 0,0 2,-3 6,1 1,1 0,0 1,2-1,1 1,0 0,2-1,1 9,0-21,1 0,0-1,0 1,1 0,1-1,-1 1,1-1,1 0,0 0,0 0,1 0,0-1,1 1,0-1,0-1,0 1,1-1,0 0,1-1,3 3,5 0,0-1,0-1,0 0,1-2,0 0,0 0,1-2,-1 0,1-1,0-1,-1 0,1-1,0-1,-1-1,1-1,-1 0,1-1,-1-1,7-4,25-8</inkml:trace>
  <inkml:trace contextRef="#ctx0" brushRef="#br0" timeOffset="15450.55">7379 2861,'0'9,"0"12,0 12,0 9,0 6,-2 5,-1 0,0-3,1-7,3-8,5-11,7-12,1-7</inkml:trace>
  <inkml:trace contextRef="#ctx0" brushRef="#br0" timeOffset="15709.146">7754 2780,'-14'2,"0"1,0 0,0 1,1 1,-1 0,1 1,0 0,1 1,-1 0,1 1,1 0,-1 1,1 1,1-1,0 2,-2 2,3-4,1 1,0 0,0 1,1 0,0 0,1 0,-2 6,6-13,1-1,-1 1,1-1,0 1,0-1,0 1,1 0,-1 0,1-1,0 1,0 0,1 0,-1-1,1 1,-1 0,1 0,0-1,1 1,-1-1,0 1,1-1,0 0,0 1,0-1,0 0,1 0,0 0,10 8,1-1,0-1,1-1,0 0,0 0,1-2,0 0,0-1,0 0,5-1,32 8,0-3,1-3,0-2,41-2,-48-2</inkml:trace>
  <inkml:trace contextRef="#ctx0" brushRef="#br0" timeOffset="16771">7379 2727,'0'-7,"0"-4,0 6,0 15,0 21,0 22,0 20,0-2</inkml:trace>
  <inkml:trace contextRef="#ctx0" brushRef="#br0" timeOffset="17819.768">7928 4371,'-42'28,"0"3,3 1,0 1,2 3,2 1,1 1,2 2,-21 36,49-69,0-2,1 0,0 0,0 1,0-1,0 1,1 0,0 0,0 0,1 0,0 0,0 0,0 0,0 1,1-1,0 0,1 2,1-6,0 0,-1 1,2-1,-1 0,0 0,0 0,1-1,-1 1,1 0,-1-1,1 1,0-1,-1 0,1 0,0 0,0-1,0 1,0-1,0 1,0-1,0 0,0 0,0 0,0 0,0-1,0 1,0-1,-1 0,1 0,23-5,0-1,0-1,-1-1,0-1,-1-1,-1-2,1 0,-2-2,0 0,8-8,-10 7,-1-1,-1 0,-1-2,0 0,-1 0,-1-2,-1 0,-1 0,-1-1,-1-1,-1 0,-1-1,-1 0,-1 0,-1 0,-1-1,-1 0,-1 0,-2 0,0 0,-2-8,-21-59,21 90,0-1,0 1,0 0,0 0,0 0,-1 0,1 0,-1 0,1 0,-1 0,0 1,0-1,1 1,-1-1,0 1,0 0,-1-1,1 1,0 0,0 0,0 1,-1-1,1 0,0 1,-1 0,1-1,-1 1,1 0,0 0,-1 0,1 1,-1-1,1 0,0 1,-1 0,1-1,-1 2,-7 4,1 1,0 0,1 1,-1 0,1 0,1 1,0 0,0 0,0 1,1 0,1 0,0 0,0 1,1-1,0 1,1 0,1 1,-1 2,-8 37,1 0,4 1,1 0,3 1,3 41,2-56,1-1,2 0,1-1,2 1,1-2,2 1,2-1,13 23,-16-36</inkml:trace>
  <inkml:trace contextRef="#ctx0" brushRef="#br0" timeOffset="18793.2">8342 4746,'-123'268,"116"-250,11-41,28-53,4 3,3 0,16-18,-51 85,25-32,-27 38,0 1,-1-1,1 1,-1 0,1-1,-1 1,1 0,-1 0,0 0,1 0,-1 0,0 0,0 1,0-1,0 0,0 1,0-1,0 0,0 1,0-1,-1 1,1 0,-1-1,1 1,-1-1,0 1,1 0,-1-1,0 2,1 0,26 84,-4 1,4 41,-15-31,-11-76</inkml:trace>
  <inkml:trace contextRef="#ctx0" brushRef="#br0" timeOffset="19068.734">8276 4906,'-14'0,"-6"0,6 0,13 0,20 0,23-2,20-3,15-4,9-1,3-5,-14 1</inkml:trace>
  <inkml:trace contextRef="#ctx0" brushRef="#br0" timeOffset="19742.087">9626 4411,'-16'7,"1"1,-1 0,2 1,-1 0,1 1,1 1,0 0,0 1,1 0,1 1,0 1,0-1,2 2,0-1,0 2,1-1,1 1,1 0,-2 7,2-9,0 0,1 0,0 0,1 0,1 1,0 0,1 0,0 0,2 0,0 0,0 0,1 0,1 0,-1-12,1 1,-1-1,1 0,-1 0,1 1,0-1,0 0,1-1,-1 1,0 0,1-1,0 1,0-1,0 0,0 0,0 0,0 0,0 0,0-1,1 1,-1-1,1 0,-1 0,1 0,0-1,-1 1,4-1,3 1,1-1,-1-1,1 1,-1-2,0 1,1-2,-1 1,0-1,2-2,10-7,-1 0,0-2,-1-1,0 0,-1-2,-1 0,-1-1,0 0,-1-2,-2 0,0-1,0 0,-2-1,-1 0,-1-1,4-12,3-5,-2 0,-1-1,-2 0,-2-1,-2 0,-1-1,-1-23,-5 60,0 1,0-1,0 0,-1 1,0-1,0 1,0-1,-1 0,0 1,0-1,0 1,-1-1,1 1,-1 0,-1-1,1 1,-1 0,0 1,0-1,0 0,-1 1,1 0,-1 0,0 0,-1 0,1 0,-1 1,-2-2,-1 5,0 0,0 0,0 1,0 0,0 0,0 1,0 0,0 0,0 1,1 0,-1 0,1 1,0 0,0 1,0-1,1 1,0 0,-1 1,2-1,-1 1,1 1,0-1,0 1,1-1,-1 2,-2 6,-3 6,0 1,1 0,2 0,0 1,1 0,1 0,1 1,1-1,1 1,1 0,1-1,1 1,1 0,3 12,3 9,3 1,0-2,3 0,2 0,2-1,19 33,57 83,-64-134,-19-21</inkml:trace>
  <inkml:trace contextRef="#ctx0" brushRef="#br0" timeOffset="20373.234">10053 4746,'-8'15,"0"1,1 0,0 1,1 0,1 0,1 0,0 1,1-1,1 7,15-49,7-65,-16 67,0 1,2 0,1 0,0 1,2-1,2-3,-9 22,0-1,1 1,-1 0,1 1,0-1,0 0,0 1,0-1,0 1,0 0,0 0,1 0,-1 1,1-1,0 1,-1 0,1 0,0 0,0 0,-1 1,1 0,0-1,0 1,0 1,0-1,-1 0,1 1,0 0,0 0,-1 0,1 1,0-1,-1 1,1-1,-1 1,1 1,-1-2,1 1,0 0,0 1,-1-1,1 0,-1 1,0 0,0 0,0 0,0 0,-1 0,1 1,-1-1,1 1,-1-1,-1 1,1 0,0 0,-1 0,0 0,0 0,0 0,0 1,-1-1,1 0,-1 0,0 0,-1 1,1-1,-1 0,0 0,0 0,0 0,-2 2,-1 0,0 0,0 0,0-1,-1 1,1-1,-1 0,-1-1,1 0,-1 1,0-1,0-1,0 1,0-1,0-1,-5 2,-1 2,36 0,-15-8,0 1,0 1,0 0,1 0,-1 1,0 0,0 1,0 0,0 0,-1 1,1 0,-1 1,1 0,-1 0,0 0,0 1,-1 0,0 1,0 0,0 0,0 0,3 6,-9-9,1 0,-1 0,0 0,0 0,0 0,0 1,0-1,0 0,-1 1,0-1,0 1,0-1,0 0,0 1,-1-1,1 0,-1 1,0-1,0 0,0 0,-1 1,1-1,-1 0,0-1,1 1,-1 0,-1 0,1-1,0 1,-1-1,1 0,-1 1,-7 6,0-1,-1 0,0-1,0 0,-1 0,1-1,-11 3,4-2,-1-1,1-1,-1-1,0 0,0-1,-1-1,-13-1,31-1,0 0,0 1,0-1,-1-1,1 1,0 0,0 0,0-1,0 1,0-1,-1 0,1 1,0-1,0 0,1 0,-1-1,0 1,0 0,0 0,1-1,-1 1,1-1,-1 0,1 1,0-1,-1 0,1-1,-2-11</inkml:trace>
  <inkml:trace contextRef="#ctx0" brushRef="#br0" timeOffset="21271.542">11403 4358,'-18'20,"1"1,0 0,2 2,0 0,2 0,0 2,2-1,0 2,2-1,1 1,1 1,0 8,4-27,1 0,0 0,1 1,0-1,0 0,0 1,1-1,1 1,-1-1,1 1,1-1,0 0,0 0,0 0,1 0,1 0,-1 0,1-1,0 0,1 1,-1-2,2 1,-1 0,1-1,0 0,0 0,0-1,1 0,0 0,0-1,0 1,7 2,-2-4,-1-1,1 0,-1-1,1 0,0-1,-1 0,1-1,-1 0,1-1,-1 0,1-1,-1 0,0-1,0 0,0-1,4-2,13-9,-1 0,0-1,-1-2,-1 0,10-12,-11 10,0-2,-1 0,-2-1,0-1,-2-2,0 1,-2-2,-2-1,0 0,-2 0,-1-1,8-30,-18 53,0-1,0 0,-1 1,0-1,-1 0,1 0,-2 0,1 1,-1-1,0 0,0 0,-1 1,0-1,-1 1,1-1,-2 1,1 0,-1 0,0 0,0 1,-1-1,1 1,-1 0,-1 0,1 1,-1 0,-1 0,-2-1,0 2,0-1,-1 2,0-1,0 1,0 1,0-1,0 2,0-1,-1 2,1-1,-1 1,1 1,0 0,-1 0,1 1,0 1,0-1,0 2,1-1,-1 1,1 1,-1 0,2 0,-1 1,0 0,1 0,0 1,1 0,-1 0,2 1,-1 0,1 0,0 1,0 0,1 0,-4 9,5-4,0 1,1-1,0 1,1-1,1 1,0 0,1 0,0 0,1 0,1 0,1-1,0 1,1-1,1 3,9 23,2 0,2-1,1-1,10 12,189 297,-202-321,-5-9</inkml:trace>
  <inkml:trace contextRef="#ctx0" brushRef="#br0" timeOffset="21581.853">12326 4826,'-16'-10,"-14"-2,-9 1,-5 6,-1 9,4 9,7 8,10 7,10 5,15 2,19 0,19-1,19-6,18-9,14-6,8-7,-13-3</inkml:trace>
  <inkml:trace contextRef="#ctx0" brushRef="#br0" timeOffset="22310.72">13890 4358,'-6'-5,"-1"0,0 1,0 0,-1 1,1-1,-1 2,0-1,0 1,0 0,0 0,0 1,0 0,0 1,0 0,0 0,-1 0,1 1,0 1,0-1,0 1,0 1,1-1,-1 1,0 1,1-1,0 1,0 1,0-1,1 1,-6 5,-8 7,1 1,0 1,2 1,0 0,2 1,0 1,1 0,1 1,2 0,0 1,1 0,1 1,-4 22,10-40,1 1,0-1,0 0,1 1,0 0,0-1,1 1,0 0,0-1,1 1,0 0,0-1,0 1,1-1,1 1,-1-1,1 0,0 0,1 0,0 0,0-1,0 0,1 1,0-1,0-1,5 6,4-5,-1 0,1 0,-1-1,1-1,1 0,-1-1,1-1,-1 0,1-1,-1-1,1 0,0-1,-1 0,1-1,-1-1,1 0,-1-1,4-2,2-2,-1 0,1-2,-2 0,0-1,0-1,-1-1,0 0,-1-1,-1-1,0-1,-1 0,-1 0,0-2,-1 1,-1-2,-1 1,0-1,-2-1,0 0,-1 0,-1-1,-1 1,-1-1,-1 0,0-18,0 15,-2 1,0-1,-2 1,-1-1,0 1,-2-1,-1 1,-5-15,8 29,-1 1,-1 0,1 0,-1 0,0 0,-1 1,0-1,0 1,-1 0,0 1,0-1,0 1,-1 0,0 1,0 0,-1 0,1 0,-1 1,0 0,0 1,0-1,-1 2,1-1,-4 1,7 1,-1 0,0 1,1-1,-1 1,0 1,0-1,1 1,-1 0,0 1,1-1,-1 1,1 0,0 0,0 1,0 0,0-1,0 2,0-1,1 1,-1-1,1 1,0 0,0 1,1-1,-1 1,1-1,0 1,0 0,1 1,-1-1,1 0,0 1,0-1,1 1,0-1,0 1,0 0,1 16,0-1,1 0,1 0,1 1,1-2,1 1,1 0,1-1,0 0,2 0,0-1,1 0,1-1,7 9,12 27,-10-18,0 0,-3 2,-1 0,-2 1,-1 0,-2 1,-2 0,-2 1,-2 0,0 11,-3-2,-1-47</inkml:trace>
  <inkml:trace contextRef="#ctx0" brushRef="#br0" timeOffset="22573.531">14292 4679,'0'18,"0"13,0 10,0 5,0 2,0-1,0-4,0-6,0-8,0-11,0-9</inkml:trace>
  <inkml:trace contextRef="#ctx0" brushRef="#br0" timeOffset="22847.808">14278 4572,'16'14,"14"10,14 10,8 4,6 6,3 1,1 3,-7 0,-8-1,-11-5,-15-4,-20-5,-23-5,-24-5,-25-5,-21-4,-12-6,10-4</inkml:trace>
  <inkml:trace contextRef="#ctx0" brushRef="#br0" timeOffset="23902.957">14425 0,'0'9,"0"12,2 16,4 18,0 15,1 15,2 5,2 4,-1 0,0-8,-2-8,-2-10,-2-10,-2-12,-1-11,-1-11</inkml:trace>
  <inkml:trace contextRef="#ctx0" brushRef="#br0" timeOffset="24429.317">14558 922,'-17'-2,"0"0,0 2,0 0,0 1,0 0,0 2,-10 2,22-4,0 0,0 1,1-1,-1 1,0 0,1 0,0 1,-1-1,1 1,0 0,0 0,0 1,1-1,-1 1,1-1,0 1,0 0,0 0,1 1,-1-1,1 1,0-1,0 1,1-1,-1 1,1 0,0 0,0 0,2 2,0 1,1-1,0 0,0 0,0 0,1 0,0 0,0 0,1-1,0 1,0-1,0 0,1 0,0-1,0 1,0-1,1 0,-1-1,1 1,1-1,-1 0,1-1,-1 0,1 0,0 0,1 0,8 3,1 0,0-2,0 0,0 0,0-2,1 0,-1-1,0 0,1-2,-1 0,1-1,-1-1,0 0,0-2,0 0,-1 0,0-2,1 0,-12 5,1-1,-1 1,1-1,-1 0,0-1,0 1,0-1,-1 0,1 0,-1-1,0 1,0-1,-1 0,1 0,-1 0,0 0,-1-1,1 1,-1-1,0 0,0 0,-1 0,0 0,0 0,0 0,-1 0,0 0,0 0,0 0,-1 0,0 0,0 0,0 0,-1 0,0 1,0-1,-1 0,-1-2,-2 0,0 1,-1 0,1 0,-2 0,1 1,-1 0,0 0,0 1,-1 0,1 0,-1 1,0 0,0 1,-1 0,1 0,-1 1,1 1,-1-1,0 1,0 1,1 0,-1 0,0 1,0 0,1 1,-1 0,1 1,-1 0,1 0,0 1,0 0,0 0,1 1,0 0,-4 4,-33 29,8 1</inkml:trace>
  <inkml:trace contextRef="#ctx0" brushRef="#br0" timeOffset="25021.047">14452 2059,'-2'18,"-4"15,-2 14,-2 9,-3 5,0 4,2-1,0-4,2-8,3-8,2-12</inkml:trace>
  <inkml:trace contextRef="#ctx0" brushRef="#br0" timeOffset="25440.198">14438 2139,'3'-119,"-2"118,0-1,-1 0,1 0,0 1,0-1,0 1,0-1,0 1,1-1,-1 1,0 0,1-1,-1 1,1 0,-1 0,1 0,-1 0,1 0,0 1,0-1,-1 0,1 1,0-1,0 1,0 0,0-1,-1 1,1 0,0 0,2 1,61 9,-55-8,12 2,1 2,-1 0,-1 2,0 0,0 1,0 2,-1 0,-1 1,0 0,6 7,-23-18,1 1,-1 0,0 0,0 0,0 0,0 0,0 0,-1 0,1 1,-1-1,1 1,-1-1,0 1,0-1,0 1,0 0,0-1,-1 1,1 0,-1 0,0 0,0-1,0 1,0 0,0 0,-1 0,1-1,-1 1,0 0,0-1,0 1,0 1,-8 5,0 0,0-1,0 0,-1 0,0-1,-1 0,1-1,-1-1,-1 1,1-2,-1 1,1-2,-1 1,-7-1,-163 32,179-35,2 0,0-1,0 1,0 0,0 0,0 0,0 0,0 0,0 0,0 0,0 1,0-1,0 0,0 0,0 1,0-1,1 1,-1-1,0 1,0-1,0 1,0 0,0-1,1 1,-1 0,0-1,1 1,-1 0,0 0,1 0,-1 0,1 0,0-1,-1 1,1 0,0 0,-1 0,1 0,0 0,0 0,0 0,0 0,0 0,0 0,0 1,8 8,0 0,1 0,1-1,-1 0,1-1,1 0,-1 0,2-1,-1-1,9 5,-19-11,34 18,1-1,1-1,0-2,1-2,0-1,1-3,0 0,0-3,1-1,21-2,16-13,-54 1</inkml:trace>
  <inkml:trace contextRef="#ctx0" brushRef="#br0" timeOffset="25688.365">14452 1844,'21'-4,"24"-2,28 0,26 2,21-2,11 1,-3 1,-24 1</inkml:trace>
  <inkml:trace contextRef="#ctx0" brushRef="#br0" timeOffset="27172.317">7821 5334,'13'802,"-3"-472,-14 1,-16 24,-25 66,-17 230,65-687,0 12</inkml:trace>
  <inkml:trace contextRef="#ctx0" brushRef="#br0" timeOffset="28245.981">9960 5293,'0'0,"-1"0,0 0,1 0,-1 0,1 0,-1 0,0 0,1 0,-1 0,0 0,1 0,-1 0,1 0,-1 1,0-1,1 0,-1 0,1 1,-1-1,0 0,1 1,-1-1,1 1,-1-1,1 0,0 1,-1-1,1 1,-1-1,1 1,0 0,0-1,-1 1,1-1,0 1,0 0,-1-1,1 1,0-1,0 1,0 0,0-1,0 1,0 0,0-1,0 2,-9 140,9-100,13 1379,-22-1129,-14-1,-58 278,70-512,-12 69,-6 112,29-227,-1-8,0 1,1 0,-1-1,1 1,0 0,0-1,1 1,-1-1,1 1,0 0,0-1,0 0,0 1,0-1,1 1,0 0,0-4,-1 0,1 0,-1 0,1 0,-1 0,1-1,-1 1,1 0,-1-1,1 1,-1-1,1 0,-1 1,0-1,1 0,-1 0,0 0,0 0,0 0,0 0,0 0,0 0,0 0,0-1,0 1,0 0,0-1,-1 1,1-1,-1 0,1 1,14-21</inkml:trace>
  <inkml:trace contextRef="#ctx0" brushRef="#br0" timeOffset="29221.284">11858 5280,'-3'29,"2"-1,1 1,1-1,4 28,-1-11,32 1091,3 261,-40-684,-4-653,0-90,7 1</inkml:trace>
  <inkml:trace contextRef="#ctx0" brushRef="#br0" timeOffset="30098.364">14131 5347,'0'-5,"-1"33,-1 607,27-223,2-24,-17 1,-32 266,-30-255,15-133,12 8,23-252,0-2,1 0,0 0,2 0,0 1,2-1,0 0,6 19,-9-38,0 0,1-1,-1 1,0 0,1 0,0-1,-1 1,1 0,0-1,0 1,0-1,0 1,0-1,0 1,0-1,0 0,0 0,1 1,-1-1,1 0,-1 0,1 0,-1 0,1-1,0 1,-1 0,1-1,0 1,-1-1,1 0,0 1,0-1,0 0,-1 0,1 0,0 0,0 0,-1-1,1 1,0 0,0-1,-1 0,1 1,0-1,18-13</inkml:trace>
  <inkml:trace contextRef="#ctx0" brushRef="#br0" timeOffset="31045.244">7767 8128,'-4'0,"-2"-2,0 1,2 6,1 8,1 12,1 12,0 16,3 18,1 16,1 15,-2 12,-2 5,-9 3,-2-20</inkml:trace>
  <inkml:trace contextRef="#ctx0" brushRef="#br0" timeOffset="32472.892">9826 8435,'0'2,"0"6,0 6,0 9,-2 12,-1 17,0 17,5 15,5 12,5 9,1 6,-2-17</inkml:trace>
  <inkml:trace contextRef="#ctx0" brushRef="#br0" timeOffset="33562.436">11925 8729,'0'-2,"0"1,2 6,6 11,5 18,4 25,-2 24,-6 23,-3-6</inkml:trace>
  <inkml:trace contextRef="#ctx0" brushRef="#br0" timeOffset="35857.84">1 3035,'9'-4,"1"1,0 0,0 1,1 0,-1 1,0 0,1 0,-1 1,0 0,4 2,12-2,308-25,27 11,365 14,-320 39,-331-38,-49-3,1 2,-1 1,1 1,-1 1,1 1,-1 2,18 6,-30-8,-1 0,1-1,0-1,0 0,0-1,0-1,1 0,84 12,32 28,183-40,-213 13,-108-15,-2-1</inkml:trace>
  <inkml:trace contextRef="#ctx0" brushRef="#br0" timeOffset="36566.465">2140 2620,'33'19,"343"137,-86-19,-276-130,67 50,-80-55,-1 0,0-1,1 1,-1 0,0 0,0 0,-1-1,1 1,0 0,0 0,-1-1,1 1,-1 0,0 0,1-1,-1 1,0-1,0 1,0-1,0 1,0-1,0 0,-1 1,1-1,0 0,-1 0,1 0,-1 0,1 0,-1 0,1 0,-1-1,0 1,1 0,-1-1,0 1,0-1,1 0,-1 0,0 0,-1 0,-1 2,-311 146,207-93,2-2</inkml:trace>
  <inkml:trace contextRef="#ctx0" brushRef="#br0" timeOffset="53960.748">468 1336,'51'-14,"0"-3,-2-1,0-3,-2-2,0-2,38-28,-37 23,-3-2,0-2,34-35,-64 55,0-2,-1 1,-1-2,-1 0,0 0,-1-2,-1 1,-1-1,0 0,-2-1,5-16,-10 33,-1-1,1 1,-1-1,0 1,0-1,0 1,-1-1,1 0,-1 1,0-1,0 0,0 1,0-1,-1 0,0 1,1-1,-1 0,0 1,-1-1,1 1,-1 0,0-1,1 1,-1 0,-1 0,1 0,0 0,-1 0,1 1,-1-1,0 1,0 0,0 0,0 0,0 0,-1 0,-3 2,-1 0,0 0,1 1,-1 0,0 0,1 1,0 0,-1 0,1 1,0 0,0 0,0 0,0 1,1 0,0 1,0-1,0 1,0 1,1-1,-1 1,1 0,1 0,-1 0,1 0,0 1,1 0,0 0,0 0,-1 3,-7 25,2 0,1 1,1-1,2 2,2-1,1 0,2 1,3 11,-3-6,16 736,-18-734,-1-1,-2 1,-2-1,-4 7,-2-5</inkml:trace>
  <inkml:trace contextRef="#ctx0" brushRef="#br0" timeOffset="54212.789">535 1671,'30'-21,"34"-15,34-13,30-8,18-5,2-1,-23 10</inkml:trace>
  <inkml:trace contextRef="#ctx0" brushRef="#br0" timeOffset="54856.443">1511 1443,'0'3,"0"7,-2 11,-1 11,0 9,-1 9,-1 8,1 5,1 0,1-2,1-6,0-12</inkml:trace>
  <inkml:trace contextRef="#ctx0" brushRef="#br0" timeOffset="55154.734">1739 1484,'0'20,"0"19,-3 13,-2 8,-6 4,-2 1,-2-4,-1-6,3-7,1-10,3-11</inkml:trace>
  <inkml:trace contextRef="#ctx0" brushRef="#br0" timeOffset="55415.206">1685 1698,'14'16,"11"9,8 6,7-1,5 0,0-6,0-5,-5-2,-5-6,-7-3,-7-6,-8-8,-6-2</inkml:trace>
  <inkml:trace contextRef="#ctx0" brushRef="#br0" timeOffset="55627.242">2113 1524,'2'-18,"1"-9,2-3,0 0,0 10,-1 18,-2 20,-1 23,0 23,-1 19,0 13,0 8,-1-12</inkml:trace>
  <inkml:trace contextRef="#ctx0" brushRef="#br0" timeOffset="60975.72">7727 8970,'-10'339,"-1"-199,7 1,6 0,12 69,-8-106,-4 0,-8 53,-1 139,3-244,-3 0,-2-1,-2 0,-4 3,-24 128,21-53,-6-1,-7 5,16-77,2 0,2 1,3 0,2 1,3 7,-4 172,1 25,7-165,-5 0,-8 48,-64 373,74-495,0-1,-2 1,-1-1,0 0,-2 0,0-1,-2 0,-7 15,13-28,0 0,0 0,1 1,0-1,1 1,0-1,0 1,1 0,0-1,1 1,0 5,1 17,-2-27,0-1,0 0,1 0,-1 0,1 0,0 0,0 0,0 0,0 0,1 0,-1 0,1 0,0 0,-1-1,1 1,1-1,-1 0,0 1,0-1,1 0,-1 0,1-1,0 1,0 0,-1-1,1 0,0 1,0-1,0 0,0-1,2 1,106 8,-91-9,119-1,77 0,176 22,-76 23,-296-46,-21 2,0 0,0 0,0 1,0-1,0 0,0 0,0 0,0 1,0-1,0 1,0-1,0 1,0-1,0 1,0-1,0 1,0 0,1-1,-1 1,0 0,0 0,1 0,-1 0,1-1,-1 1,1 0,-1 0,1 0,-1 0,1 0,0 0,0 0,-1 1,1-1,-3 11</inkml:trace>
  <inkml:trace contextRef="#ctx0" brushRef="#br0" timeOffset="62946.515">8463 13650,'4'-3,"5"0,2 0,4 1,4 0,8 1,8 3,10 1,11 0,7-1,4 2,-2 0,-6 2,-8 0,-8 1,-9-1,-11-1</inkml:trace>
  <inkml:trace contextRef="#ctx0" brushRef="#br0" timeOffset="63608.719">9826 13596,'20'2,"19"1,16 0,12-1,8 0,4-1,-4 0,-7-1,-8 0,-13 2,-11 3,-12 1</inkml:trace>
  <inkml:trace contextRef="#ctx0" brushRef="#br0" timeOffset="64387.607">10201 13234,'14'-66,"4"0,2 1,3 0,33-110,-40 116,-13 50,-4 20,-62 339,35-149,15-117</inkml:trace>
  <inkml:trace contextRef="#ctx0" brushRef="#br0" timeOffset="65132.553">10081 13876,'13'-8,"1"0,0 0,0 2,1 0,0 0,0 1,0 1,8 0,-18 2,1 1,-1 1,1-1,-1 1,1 0,-1 0,1 1,-1 0,0 0,1 0,-1 0,0 1,1 0,-1 0,0 0,-1 1,1-1,0 1,-1 1,1-1,-1 0,0 1,0 0,0 0,1 3,-2-2,0 0,0 1,0-1,-1 1,0-1,0 1,-1 0,0-1,0 1,0 0,0 0,-1 0,0 0,0 0,-1 0,0 0,0 0,0 0,-1-1,0 1,0 0,0-1,-1 0,1 1,-1-1,-2 1,-5 10,0-1,-2 0,0-1,0-1,-2 0,1-1,-16 11,-117 77,145-100,0 1,0-1,0 1,0-1,0 1,0 0,0-1,0 1,0 0,0 0,0-1,0 1,0 0,0 0,1 0,-1 0,0 0,1 1,-1-1,1 0,-1 0,1 0,-1 0,1 1,0-1,0 0,0 0,-1 1,1-1,0 0,1 0,-1 0,0 1,0-1,0 0,1 0,-1 1,1-1,-1 0,1 0,-1 0,1 0,0 0,-1 0,1 0,0 0,0 0,0 0,0 0,0-1,0 1,0 0,0-1,0 1,0 0,1-1,110 12,-88-13,303 10,-309-8,-3 0</inkml:trace>
  <inkml:trace contextRef="#ctx0" brushRef="#br0" timeOffset="65940.743">11096 13288,'24'4,"0"0,0-2,0 0,0-2,0 0,0-2,0-1,0-1,0-1,-1-1,0-1,0 0,14-9,-15 8,-1-2,0 0,-1-2,0 0,-1-1,0-1,-1-1,4-5,-15 14,-1-1,0 0,0 0,-1 0,1-1,-2 0,1 0,-1 0,0 0,-1-1,0 1,0-1,-1 0,0 0,-1 0,1 0,-2 0,1-1,-2 1,1 0,-1 0,-1-2,2 8,0 1,-1-1,1 1,-1-1,0 1,0-1,0 1,0-1,0 1,0 0,-1 0,1-1,-1 1,0 0,0 0,1 0,-1 1,0-1,0 0,-1 1,1 0,0-1,-1 1,1 0,0 0,-1 0,1 0,-1 1,0-1,1 1,-1-1,1 1,-1 0,0 0,1 0,-1 0,1 1,-1-1,0 1,1 0,-1-1,1 1,-1 0,1 0,0 1,-1-1,1 0,0 1,0 0,0-1,0 1,0 0,0 0,0 1,-9 13,1 0,0 0,1 2,1-1,0 1,2 0,0 0,1 1,1 0,-2 18,-11 83,6 1,5 0,7 66,0-137,0 40,2-21,-4 0,-2 1,-3-1,-3 0,-11 34,-1-44,12-44</inkml:trace>
  <inkml:trace contextRef="#ctx0" brushRef="#br0" timeOffset="66198.8">11150 13743,'27'-5,"25"-5,24-4,20-4,11-2,2 2,-5 2,-12 5,-23 4</inkml:trace>
  <inkml:trace contextRef="#ctx0" brushRef="#br0" timeOffset="66524.974">12059 13876,'-7'20,"-2"17,-2 12,1 8,2 3,3 0,2-3,1-2,2-6,0-9,0-11</inkml:trace>
  <inkml:trace contextRef="#ctx0" brushRef="#br0" timeOffset="66771.492">12353 13996,'-4'16,"-5"12,-2 11,-2 5,-1 4,0 1,2-1,1-4,0-5,2-7,2-9</inkml:trace>
  <inkml:trace contextRef="#ctx0" brushRef="#br0" timeOffset="67022.828">12286 14037,'13'18,"12"11,9 7,4 2,4-1,-2-5,-2-2,-4-5,-5-7,-5-5,-5-9,-5-3</inkml:trace>
  <inkml:trace contextRef="#ctx0" brushRef="#br0" timeOffset="67251.215">12701 13916,'0'-13,"0"-10,0-2,0 4,-2 14,-2 16,-1 18,0 19,0 14,2 11,0 5,0 3,-3-2,0-15</inkml:trace>
  <inkml:trace contextRef="#ctx0" brushRef="#br0" timeOffset="77948.415">9907 9064,'-5'85,"-4"0,-4 0,-19 69,8-45,-9 111,28-92,6 1,7 16,-6-118,9 212,-6 228,-19-123,15-291,0-3,-2-1,-2 0,-2 1,-6 24,10-74,0 1,1 0,-1 0,1 0,0 0,-1 0,1 0,0 0,-1 0,1 0,0 0,0 0,0 0,0 0,0 0,0 0,0 0,0 0,0 0,1 0,-1 0,0 0,1 0,-1 0,1 0,-1 0,1 0,-1-1,1 1,-1 0,1 0,0 0,0-1,-1 1,1 0,0-1,0 1,0-1,0 1,0-1,0 1,0-1,0 0,-1 1,1-1,1 0,-1 0,0 0,0 0,0 0,0 0,0 0,237-22,-43 22,-1 10,44 13,-69-7,332 29,-404-27,-87-15</inkml:trace>
  <inkml:trace contextRef="#ctx0" brushRef="#br0" timeOffset="79242.519">11418 11697,'174'8,"-13"6,1-7,42-9,86 3,-186 10,-110-9,-2-2</inkml:trace>
  <inkml:trace contextRef="#ctx0" brushRef="#br0" timeOffset="80665.5">13583 11603,'2'3,"6"0,10 2,15 1,17-2,17 0,14-2,10-1,5 0,-2-1,-6 0,-15-1,-15 1,-17 2,-18 1,-17 0,-10-1</inkml:trace>
  <inkml:trace contextRef="#ctx0" brushRef="#br0" timeOffset="89212.145">14158 11243,'26'-53,"-3"0,-2-2,-2 0,-3-1,-2 0,-1-12,-2 20,-11 71,-74 311,54-251,0-11</inkml:trace>
  <inkml:trace contextRef="#ctx0" brushRef="#br0" timeOffset="90038.1">14077 11858,'1'22,"0"1,-2-1,-1 0,-1 1,-1-1,0 0,-2-1,-1 1,0-1,-9 16,-53 134,69-169,0 0,1 0,0 0,-1 0,1-1,0 1,0 0,0 0,0-1,0 1,0-1,0 1,1-1,-1 1,1-1,-1 0,1 0,-1 0,1 0,0 0,-1 0,1 0,0 0,0-1,0 1,0-1,-1 1,1-1,0 0,0 1,0-1,0 0,0-1,0 1,0 0,0 0,0-1,0 1,-1-1,1 0,0 1,0-1,7 0,187-21,-191 22,0-1,0-1,-1 1,1-1,-1 0,1 0,-1 0,1 0,-1-1,0 0,0 1,-1-2,1 1,0 0,-1-1,0 0,0 1,0-1,0 0,-1-1,0 1,1 0,-1-1,-1 0,1 1,0-4,1-6,0 0,0 0,-2 0,0-1,0 1,-1-1,-1-1,0 16,1 0,-1 1,1-1,0 0,-1 0,1 1,-1-1,1 0,-1 0,1 0,0 0,-1 0,1 1,-1-1,1 0,-1 0,1 0,-1 0,1 0,-1-1,1 1,-1 0,1 0,-1 0,1 0,0 0,-1-1,1 1,-1 0,1 0,0-1,-1 1,1 0,-1 0,1-1,0 1,-1-1,1 1,0 0,0-1,-1 1,1-1,0 1,0 0,0-1,0 1,-1-1,1 1,0-1,0 1,0-1,0 1,0-1,0 1,0-1,0 1,0 0,0-1,1 1,-1-1,0 1,0-1,0 1,1-1,-25 103,22-86,-8 120,6 88,4-219,0 61</inkml:trace>
  <inkml:trace contextRef="#ctx0" brushRef="#br0" timeOffset="91523.372">14867 11590,'8'3,"0"-1,0 0,1 0,-1 0,1-1,0-1,-1 0,1 0,3-1,22-2,0-3,0 0,0-2,-1-2,0-1,0-1,7-6,-12 6,0-2,-1-1,0 0,-1-2,0-2,-17 12,0-1,0 1,-1-2,0 1,0-1,-1 0,-1-1,1 1,-1-1,-1-1,0 1,-1-1,1 0,1-11,-5 16,0 0,0-1,-1 1,0-1,0 1,-1-1,0 1,0 0,0-1,-1 1,0 0,-2-6,3 10,0 0,0 0,0 0,0 0,-1 0,1 1,0-1,-1 0,0 0,1 1,-1-1,0 1,0 0,0-1,0 1,0 0,0 0,0 0,0 1,0-1,0 0,-1 1,1-1,0 1,0 0,-1 0,1 0,0 0,-1 0,1 0,0 1,0-1,0 1,-1 0,1-1,0 1,-1 1,-8 5,1 0,0 1,0 0,1 1,0 0,0 1,1 0,0 0,1 1,0 0,1 0,0 0,1 1,0 0,1 0,0 0,1 1,0 0,-20 88,5 1,4 0,5 1,4 1,4 0,12 87,-6-60,-4-114,0-2,-1 1,0-1,0 0,-2 1,0-1,-1 0,-4 14,-4-4</inkml:trace>
  <inkml:trace contextRef="#ctx0" brushRef="#br0" timeOffset="91728.258">14920 11978,'11'-4,"16"-5,18-2,20-4,15-2,10 0,3 1,-5 0,-17 3</inkml:trace>
  <inkml:trace contextRef="#ctx0" brushRef="#br0" timeOffset="91959.324">15762 11884,'0'21,"-2"17,-4 12,-4 9,-4 6,-1 3,2-1,3-3,3-7,4-10,1-12</inkml:trace>
  <inkml:trace contextRef="#ctx0" brushRef="#br0" timeOffset="92307.431">16015 12058,'-2'23,"-3"16,-3 14,-5 6,-2 2,-1-2,0-7,3-7,1-10,3-7,2-10</inkml:trace>
  <inkml:trace contextRef="#ctx0" brushRef="#br0" timeOffset="92664.515">16043 12125,'1'17,"1"-1,0 1,1-1,1 1,1-1,0 0,1 0,1-1,0 0,2 0,-1-1,2 1,-1-2,2 0,0 0,1-1,0 0,0-1,1 0,2 0,-11-8,0 1,0-1,1 0,-1 0,0-1,1 1,0-1,0 0,-1 0,1-1,0 1,1-1,-1 0,0 0,0-1,0 0,0 0,1 0,-1 0,0-1,0 0,0 0,0 0,0-1,0 1,0-1,1-1,3-7,-1 0,0 0,0-1,-1 0,-1 0,0-1,0 0,-1 0,-1 0,0-1,0 1,-1-1,-1 0,0-9,0 16,37-183,-31 171,-9 40,-24 97,-34 96,38-146</inkml:trace>
  <inkml:trace contextRef="#ctx0" brushRef="#br0" timeOffset="94330.431">12006 8757,'-9'725,"6"-456,3-262,0 1,0 0,1-1,0 1,0-1,1 0,0 1,0-1,1 0,0 0,0 0,0-1,1 1,0-1,0 0,1 0,1 1,47 1,-36-8,63 4,0 4,0 3,31 11,-15-4,989 181,-463-97,744 131,191 62,44-31,-1493-248,397 73,-478-84,-18-4</inkml:trace>
  <inkml:trace contextRef="#ctx0" brushRef="#br0" timeOffset="94902.495">20374 11203,'21'-48,"-2"-1,-2-1,-3 0,-2-1,-1-1,2-48,-11-49,-4 313,-11 151,5-247</inkml:trace>
  <inkml:trace contextRef="#ctx0" brushRef="#br0" timeOffset="95086.124">20147 11483,'18'2,"17"4,19 0,17 1,11 0,5 1,0-1,-15-2</inkml:trace>
  <inkml:trace contextRef="#ctx0" brushRef="#br0" timeOffset="95603.495">20200 11884,'26'45,"3"-1,1-2,2-1,2-1,13 10,-2 0,-26-29,14 15,-1 1,-2 2,-1 1,14 29,-41-66,1 0,-1 0,-1 0,1 1,0-1,-1 0,0 1,1 0,-2-1,1 1,0-1,-1 1,1 0,-1 0,0-1,0 1,-1 0,1-1,-1 1,0 0,0-1,0 1,0-1,0 1,-1-1,0 1,0-1,0 0,-2 2,-5 1,-1-1,0 0,0 0,-1-1,1-1,-1 0,0 0,0-1,0-1,0 1,0-2,0 0,0 0,-1-1,1 0,0-1,-4-1,2 2,1-1,0 0,-1-1,1 0,0-1,1 0,-1-1,1 0,0-1,0 0,1-1,0 0,0-1,0 0,1 0,0-1,1 0,0-1,0 0,1-1,6 5,0 1,1-1,0 0,0 0,1 1,0-1,-1 0,2 1,-1-1,1 0,0 1,0 0,0-1,1 1,0 0,0 0,0 0,1 1,-1-1,1 1,0 0,1 0,-1 0,1 1,-1-1,1 1,0 0,5-2,132-90,-111 78,-1-1,0-1,-2-2,0-1,-2-1,0-1,-2-1,0-1,-2-2,12-19,-31 44,0-1,-1 1,1-1,-1 0,0 1,0-1,0 0,0 0,-1 0,0-1,0 1,0 0,0 0,-1-1,1 1,-1 0,0-1,0 1,-1-1,1 1,-1 0,0 0,0-1,-1 1,1 0,-1 0,0 0,0 0,0 1,-1-1,1 0,-1 1,0 0,0 0,-2-2,-5 2,0 0,0 0,0 2,-1-1,1 1,0 1,-1-1,1 2,-1 0,1 0,0 1,-1 0,1 0,0 2,1-1,-1 1,0 0,-8 6,11-7,-1 0,1 0,-1 1,1 0,0 0,0 0,1 1,-1 1,1-1,0 1,1 0,-1 0,1 0,0 1,1 0,0 0,0 0,0 0,1 1,0 0,0-1,1 3,3 20</inkml:trace>
  <inkml:trace contextRef="#ctx0" brushRef="#br0" timeOffset="96350.802">21577 11337,'19'6,"0"0,0-1,1-1,0-1,-1 0,1-2,0 0,0-1,0-1,0-1,-1-1,1-1,-1 0,0-2,0 0,3-2,-12 5,0-1,1-1,-2 0,1 0,0 0,-1-2,0 1,-1-1,1 0,-1-1,0 0,-1 0,0 0,-1-1,1 0,-2-1,1 1,-1-1,-1 0,0 0,0-1,-1 1,0-1,-1 0,0 0,-1 0,0 0,-1 0,0 0,-1 0,0 0,-1-4,1 11,1 1,-1 0,0-1,0 1,0 0,-1 0,1-1,-1 1,1 0,-1 0,0 1,0-1,-1 0,1 1,0-1,-1 1,0 0,1 0,-1 0,0 0,0 0,0 1,0-1,-1 1,1 0,0 0,-1 0,1 0,0 1,-1-1,1 1,-1 0,1 0,-1 0,1 0,0 1,-1-1,1 1,-2 1,-6 5,1 0,0 1,1 0,0 1,0 0,0 1,2-1,-1 2,1-1,0 1,1 0,1 0,-1 1,2 0,0 0,0 0,1 0,1 1,-1 4,-13 81,4 0,4 0,4 1,5-1,6 29,-4-39,0-30,1-15,-2 0,-2 1,-2-1,-1 0,-3-1,-1 1,-2-1,-6 12,-6-9</inkml:trace>
  <inkml:trace contextRef="#ctx0" brushRef="#br0" timeOffset="96611.295">21470 11671,'21'-9,"22"-3,22-2,21 1,13 1,9 1,1 1,-6 1,-20 1</inkml:trace>
  <inkml:trace contextRef="#ctx0" brushRef="#br0" timeOffset="97013.265">22567 11965,'-9'23,"-6"21,-2 16,2 12,1 6,3-1,1-3,2-9,3-17</inkml:trace>
  <inkml:trace contextRef="#ctx0" brushRef="#br0" timeOffset="97301.251">22847 12071,'-14'21,"-6"20,-3 17,1 9,4 4,5-3,5-5,3-11,3-12,2-14</inkml:trace>
  <inkml:trace contextRef="#ctx0" brushRef="#br0" timeOffset="97540.832">22861 12112,'2'20,"3"16,8 12,6 3,4 1,5-5,3-5,0-10,-1-11,-5-8</inkml:trace>
  <inkml:trace contextRef="#ctx0" brushRef="#br0" timeOffset="97711.891">23342 12125,'2'-14,"1"-8,-2-1,-6 10,-7 19,-8 21,-8 23,-3 19,-3 13,-3 4,5-12</inkml:trace>
  <inkml:trace contextRef="#ctx0" brushRef="#br0" timeOffset="98961.83">14024 8863,'454'-1,"2232"43,-2162-11,359 73,-854-99,181 42,-181-35,-15-3</inkml:trace>
  <inkml:trace contextRef="#ctx0" brushRef="#br0" timeOffset="99671.972">19652 8289,'5'-92,"4"0,4 0,8-19,5-34,3-24,-31 207,-80 495,68-461</inkml:trace>
  <inkml:trace contextRef="#ctx0" brushRef="#br0" timeOffset="99939.311">19451 8516,'23'0,"21"0,19-2,15-2,7-1,4 0,-8 0,-9 2,-18 1</inkml:trace>
  <inkml:trace contextRef="#ctx0" brushRef="#br0" timeOffset="100276.893">19532 8970,'5'11,"4"-35,42-212,-69 279,0 14,2 0,3 2,3 0,2 0,3 1,2-1,3 1,4 18,2-36</inkml:trace>
  <inkml:trace contextRef="#ctx0" brushRef="#br0" timeOffset="100740.699">20026 8836,'-3'-3,"-1"0,1 0,-1 0,0 1,0-1,0 1,0 0,-1 0,1 0,-1 1,1-1,-1 1,1 0,-1 0,0 1,1 0,-1 0,0 0,1 0,-1 0,0 1,1 0,-1 0,0 0,1 1,0 0,-1-1,-3 4,-2 0,0 1,0 0,0 1,1 0,0 1,0 0,1 0,0 1,0 0,1 1,-1 1,1-1,0 0,1 1,1 0,0 0,0 0,1 0,0 1,1-1,0 1,1 0,1 0,-1 0,2 0,0 0,0 0,1 0,1 0,0 0,1 0,0 0,0-1,1 1,1-1,0 0,1 0,0-1,0 0,1 0,1 0,2 0,1-1,0 0,1-1,-1 0,2-1,-1 0,1-1,0 0,0-1,1-1,0 0,0-1,12 2,-17-4,0 1,0-2,-1 1,1-2,0 1,0-1,0 0,-1-1,1 0,0 0,-1-1,0 0,0 0,0-1,0 0,0-1,-1 1,1-2,-2 1,1-1,0 0,3-5,-5 5,-1 0,1-1,-2 1,1-1,-1 0,0 0,0 0,-1-1,0 1,0 0,-1-1,0 0,0 1,-1-1,0 1,0-1,-1 0,0 1,0-1,-1 1,0-1,0 1,-1 0,0 0,0 0,0 0,-1 0,0 1,-1 0,1 0,-1 0,0 0,-1 1,1 0,-1 0,0 0,0 1,-1-1,0 2,1-1,-6-1,4 2,-1 1,0 0,0 0,0 0,0 1,0 1,0 0,0 0,0 1,0 0,0 0,0 1,0 0,0 1,1 0,-1 0,1 1,0 0,0 0,0 1,1 0,-1 0,1 1,1 0,-1 0,1 1,0 0,0 0,1 0,0 1,0 0,1 0,0 0,0 0,1 1,0-1,0 1,1 0,1 0,-1 0,1 3,7 36</inkml:trace>
  <inkml:trace contextRef="#ctx0" brushRef="#br0" timeOffset="101268.085">20801 8008,'23'7,"-1"0,1-2,0-1,0 0,1-2,-1-1,0 0,1-2,-1-1,0-1,20-4,-26 5,1-1,-1-1,-1 0,1-1,0-1,-1-1,0 0,-1-1,0 0,0-2,-1 0,0 0,0-1,-1-1,-1 0,0-1,-1 0,0-1,-1 0,0-1,-2 0,1 0,-2-1,0 0,3-12,-8 20,-1 1,0 0,0-1,0 1,-1-1,0 1,-1 0,0-1,0 1,0 0,-2-4,2 8,0 0,0 1,0-1,-1 1,1-1,-1 1,1-1,-1 1,0 0,0-1,0 1,0 0,-1 1,1-1,-1 0,1 1,-1-1,1 1,-1 0,0 0,1 0,-1 0,0 0,0 0,0 1,0 0,0-1,0 1,0 0,0 0,-3 1,-1 0,0 0,1 0,-1 1,1 0,-1 0,1 1,0 0,0 0,0 0,0 1,1 0,-1 0,1 0,0 1,0-1,1 1,-1 0,0 2,-6 8,1-1,0 2,1-1,1 2,1-1,-5 13,-3 29,2 0,2 1,3 0,3 1,2 0,3 13,9 668,-11-704,-1 0,-1 0,-2 0,-2-1,-1 1,-5 3</inkml:trace>
  <inkml:trace contextRef="#ctx0" brushRef="#br0" timeOffset="101555.304">20816 8663,'27'-3,"27"-2,27-3,26-3,14-3,-14 0</inkml:trace>
  <inkml:trace contextRef="#ctx0" brushRef="#br0" timeOffset="102094.485">21818 8690,'0'16,"0"16,0 15,0 10,0 7,0 4,-2-1,-1-4,0-14</inkml:trace>
  <inkml:trace contextRef="#ctx0" brushRef="#br0" timeOffset="102342.939">22152 8757,'-6'15,"-6"16,-2 12,-1 11,2 6,0 1,1-3,3-7,-1-9,3-12</inkml:trace>
  <inkml:trace contextRef="#ctx0" brushRef="#br0" timeOffset="102530.449">22138 8850,'5'18,"8"13,8 8,9 4,7-1,4-2,3-7,0-8,-3-9,-8-6</inkml:trace>
  <inkml:trace contextRef="#ctx0" brushRef="#br0" timeOffset="102713.991">22567 8770,'0'-16,"2"-8,1-1,0 5,-3 15,-6 20,-4 24,-5 23,-5 23,-1 19,-3 13,1-13</inkml:trace>
  <inkml:trace contextRef="#ctx0" brushRef="#br0" timeOffset="104175.431">19760 7673,'2'-7,"-2"-2,-4 7,-10 16,-13 18,-13 19,-17 15,-13 11,5-8</inkml:trace>
  <inkml:trace contextRef="#ctx0" brushRef="#br1" timeOffset="110960.115">6270 7753,'5'3,"7"2,15 1,13-1,13-1,12-1,8-1,1-2,-3 1,-7-1,-12-1,-12 1,-14 0</inkml:trace>
  <inkml:trace contextRef="#ctx0" brushRef="#br1" timeOffset="111347.678">6618 7407,'-19'20,"12"-13,-1 1,2 0,-1 0,1 1,0-1,1 2,0-1,0 0,-1 5,6-13,0-1,-1 1,1 0,0 0,0 0,0 0,-1 0,1 0,0 0,0 0,0 0,1 0,-1 0,0 0,0 0,0 0,1 0,-1 0,0 0,1 0,-1 0,1 0,-1-1,1 1,0 0,-1 0,1-1,0 1,0 0,-1-1,1 1,0 0,0-1,0 1,0-1,-1 0,1 1,0-1,0 0,0 1,0-1,0 0,0 0,0 0,0 0,1 0,45-11,-42 8,0-1,0 0,-1-1,1 1,-1-1,0 0,0 0,-1 0,0 0,0-1,0 1,0-1,-1 0,0 0,0 0,-1 0,1 0,-1-5,0 7,-1 0,1 0,-1 0,0 0,0 0,0 0,-1 0,1 1,-1-1,0 0,0 0,-1 0,1 1,-1-1,0 1,0-1,0 1,0 0,0 0,-1 0,1 0,-1 0,0 0,0 1,0-1,0 1,-1 0,1 0,-1 0,0 0,2 1,0 0,0 0,0 1,0-1,0 0,-1 1,1 0,0-1,0 1,-1 0,1 0,0 0,0 1,-1-1,1 0,0 1,0 0,0-1,-1 1,1 0,0 0,0 0,0 0,0 1,1-1,-1 1,0-1,1 1,-1-1,0 1,1 0,0 0,-1 1,-23 71,22-42</inkml:trace>
  <inkml:trace contextRef="#ctx0" brushRef="#br1" timeOffset="111645.515">6578 8154,'6'0,"1"0,-1-1,0 0,1-1,-1 1,0-1,0 0,0-1,-1 1,1-1,0 0,-1-1,0 1,0-1,-3 2,1 0,-1 0,0 1,0-2,0 1,-1 0,1 0,-1 0,1-1,-1 1,0-1,1 1,-1-1,-1 0,1 1,0-1,-1 0,1 0,-1 0,0 1,0-1,0 0,0 0,0 0,-1 1,1-1,-1 0,0 0,0 1,0-1,0 1,0-1,-1-1,0 1,1 0,-1-1,-1 1,1 0,0 0,-1 0,1 1,-1-1,0 1,0-1,0 1,0 0,-1 0,1 0,0 0,-1 1,1-1,-1 1,0 0,1 0,-1 1,0-1,0 1,0-1,1 1,-1 0,0 1,0-1,0 1,1 0,-1-1,0 2,1-1,-1 0,1 1,-1-1,1 1,0 0,-1 0,1 1,0-1,1 1,-1-1,0 1,0 1,2-2,0 1,0-1,0 1,0-1,0 0,1 1,-1-1,1 1,0-1,0 1,0-1,0 1,0-1,1 1,-1-1,1 1,-1-1,1 1,0-1,0 0,0 1,0-1,1 0,-1 0,1 0,-1 0,1 1,15 12</inkml:trace>
  <inkml:trace contextRef="#ctx0" brushRef="#br1" timeOffset="112513.041">7032 7540,'5'-5,"1"0,0 0,0 1,0 0,0 0,1 1,0 0,-1 0,1 0,0 1,0 0,1 0,2 0,-8 2,9-4,0 0,1 1,0 1,0 0,-1 0,1 1,1 1,-1 0,0 0,0 1,-1 1,1 0,0 1,0 0,-1 1,9 3,-17-4,0-1,0 1,0-1,-1 1,1 0,-1 0,1 0,-1 0,0 1,0-1,-1 1,1-1,-1 1,1-1,-1 1,-1 0,1 0,0-1,-1 1,0 0,1 0,-2 0,1 0,0-1,-1 1,0 0,0 0,0 0,-47 100,15-60,-2-1,-2-1,-1-3,-21 15,-37 40,46-31,50-62,-1 0,0 0,1 0,0 1,-1-1,1 0,0 0,0 0,-1 1,1-1,0 0,0 0,0 1,1-1,-1 0,0 0,0 1,1-1,-1 0,1 0,-1 0,1 0,-1 1,1-1,0 0,-1 0,1 0,0 0,0-1,0 1,0 0,0 0,0 0,0-1,0 1,0 0,0-1,0 1,0-1,0 1,1-1,-1 0,0 0,1 1,60 7,-61-8,66-1,0-3,-1-3,27-8,-48 8,13-2,-12 2</inkml:trace>
  <inkml:trace contextRef="#ctx0" brushRef="#br1" timeOffset="113399.939">8596 7673,'-9'3,"-1"0,6-1,11 1,13-4,12-1,9 0,8 0,2 0,-1 1,-3 0,-3 1,-6 0,-7 0,-8-2,-9-1</inkml:trace>
  <inkml:trace contextRef="#ctx0" brushRef="#br1" timeOffset="113742.269">8810 7407,'-51'21,"51"-21,0 1,-1-1,1 1,0-1,0 1,0-1,0 1,0-1,0 1,-1-1,1 1,0-1,1 1,-1-1,0 1,0-1,0 1,0-1,0 1,0-1,1 1,-1-1,0 1,0-1,1 1,-1-1,0 1,1-1,-1 0,0 1,1-1,-1 1,1-1,-1 0,1 0,-1 1,0-1,1 0,-1 0,1 1,0-1,-1 0,1 0,-1 0,1 0,-1 0,1 0,-1 0,1 0,-1 0,1 0,-1 0,1 0,-1 0,1-1,-1 1,1 0,-1 0,1 0,-1-1,1 1,6 0,0 0,0-1,0 1,0-1,-1-1,1 1,0-1,-1 0,1-1,-1 0,0 0,0 0,0-1,0 1,0-1,-1-1,0 1,0-1,0 0,4-5,-9 9,1 0,0 0,0 0,-1-1,1 1,0 0,-1-1,0 1,1 0,-1-1,0 1,1 0,-1-1,0 1,0-1,0 1,0-1,-1 1,1 0,0-1,-1 1,1 0,0-1,-1 1,0 0,1-1,-1 1,0 0,1 0,-1 0,0-1,0 1,0 0,0 0,0 1,0-1,-1 0,1 0,0 0,0 1,-1-1,1 1,0-1,-1 1,1-1,0 1,-2 0,-1-2,0 1,-1-1,0 1,1 1,-1-1,0 1,1-1,-1 1,0 1,1-1,-1 1,0 0,1 0,-3 0,4 2,0-1,1 0,-1 1,1-1,-1 1,1 0,0 0,0-1,0 2,0-1,1 0,-1 0,1 0,0 1,0-1,0 1,0-1,1 1,-1-1,1 1,0-1,0 1,0 0,1 2,1 23</inkml:trace>
  <inkml:trace contextRef="#ctx0" brushRef="#br1" timeOffset="114035.058">8851 8074,'9'-18,"3"-10,-1-6,-4-1,-8 3,-8 5,-6 6,-3 8,-2 10,0 10,4 11,4 9,5 5,10 1,9-3,9-6,1-7</inkml:trace>
  <inkml:trace contextRef="#ctx0" brushRef="#br1" timeOffset="114422.081">9265 7459,'8'15,"-8"11,-1 1,-1 0,-2-1,0 1,-2-1,-1-1,-1 1,-1-1,-1 0,-1-1,-1 0,-10 13,-6 19,26-52,1-3,0 0,0 0,0 0,0 0,0 0,0 0,1 0,-1 0,0 0,1 0,-1 1,1-1,-1 0,1 0,0 1,-1-1,1 0,0 1,0-1,0 0,0 1,0-1,0 0,0 1,1-1,-1 0,0 0,1 1,-1-1,1 0,-1 0,1 1,0-1,-1 0,1 0,0 0,0 0,0 0,0 0,0 0,0-1,0 1,0 0,0 0,1 0,16 0,0 0,-1-1,1 0,0-2,0 0,0-1,-1-1,1-1,5 0,61-16,-66 15</inkml:trace>
  <inkml:trace contextRef="#ctx0" brushRef="#br1" timeOffset="114698.344">9492 7727,'-9'-2,"-3"5,-2 15,2 17,2 21,4 22,2 15,-1 13,0 6,-1-16</inkml:trace>
  <inkml:trace contextRef="#ctx0" brushRef="#br1" timeOffset="115925.715">10414 7686,'7'3,"7"0,5 0,7 2,5 0,7-2,6 0,4 1,6 0,2 0,-1 0,-5 1,-7-2,-6 0,-8-1,-8-4,-7-3,-7 0</inkml:trace>
  <inkml:trace contextRef="#ctx0" brushRef="#br1" timeOffset="116643.33">10776 7486,'-4'-7,"-3"-32,7 37,9-42,-9 43,0 0,1 0,-1 0,0 0,0 0,0 0,0 0,0 1,-1-1,1 0,0 0,0 0,-1 0,1 0,0 1,-1-1,1 0,-1 0,1 0,-1 1,1-1,-1 0,1 1,-1-1,0 0,0 1,1-1,-1 1,0-1,0 1,1 0,-1-1,0 1,0 0,0-1,0 1,0 0,0 0,1 0,-1 0,0 0,0 0,0 0,0 0,0 0,-1 0,1 0,-1 0,1 1,0-1,-1 0,1 1,0-1,0 0,-1 1,1 0,0-1,0 1,-1 0,1-1,0 1,0 0,0 0,0 0,0 0,0 0,1 0,-1 0,0 0,0 1,1-1,-1 0,1 0,-1 1,1-1,0 0,-1 1,1-1,0 0,0 1,0-1,0 0,0 1,0-1,0 1,0-1,1 0,-1 1,0-1,1 0,-1 0,1 1,0-1,-1 0,1 0,0 0,0 0,0 0,0 0,0 0,0 0,0 0,0 0,16 10,1-1</inkml:trace>
  <inkml:trace contextRef="#ctx0" brushRef="#br1" timeOffset="116966.865">10749 8061,'83'-16,"-80"15,0 0,0 0,0-1,-1 1,1-1,-1 0,1 0,-1 0,0 0,0 0,1 0,-2 0,1-1,0 1,0-1,-1 0,1 1,-1-1,0 0,0 0,0 0,0 0,0 0,-1 0,0 0,1-1,-1 1,-1 1,1-1,-1 0,1 1,-1-1,0 1,0-1,0 1,0-1,0 1,-1 0,1 0,-1-1,1 1,-1 0,0 0,0 1,0-1,0 0,0 1,0-1,-1 1,1-1,0 1,-1 0,1 0,-1 0,1 1,-1-1,1 0,-1 1,0 0,1 0,-1-1,0 2,1-1,-1 0,0 0,1 1,-1 0,1-1,-1 1,1 0,-1 0,1 0,0 1,-1-1,1 0,0 1,0 0,0-1,0 1,0 0,0 0,1 0,-2 1,1 0,0 1,0-1,0 0,1 1,-1-1,1 1,-1-1,1 1,1 0,-1-1,0 1,1 0,0 0,0-1,0 1,0 0,0 0,1-1,0 1,0 0,0-1,0 1,0-1,1 1,0-1,-1 1,1-1,1 0,-1 0,0 0,1 0,-1 0,1-1,0 1,3 1,70 21,-34-19</inkml:trace>
  <inkml:trace contextRef="#ctx0" brushRef="#br1" timeOffset="119435.745">11350 7513,'-4'3,"1"1,0 0,0 0,0 0,0 1,1-1,0 1,0-1,0 1,0 0,1 0,0 0,0 0,0 0,1 0,-1 0,1 0,0 0,1 0,-1 0,1 0,0 0,0 0,1 0,-1 0,1-1,0 1,1 0,0 1,11 14,0-1,2 0,0-1,1-1,1 0,1-2,0 0,14 8,89 81,-120-103,0 1,1 0,-1 0,0 0,0 1,0-1,-1 0,1 1,-1-1,1 1,-1-1,0 1,0 0,0 0,0 0,0-1,-1 1,1 0,-1 0,0 0,1 0,-2 0,1 0,0 0,-1 0,1 0,-1 0,0 0,0 1,-5 2,1-1,-1 0,-1 0,1 0,0-1,-1 0,0 0,0-1,0 0,-1 0,1 0,-1-1,1 0,-1-1,-6 1,-117 12,123-14,1-1,0 1,0-1,0 0,0-1,1 0,-1 0,0 0,1-1,-1 0,1 0,0-1,0 0,0 0,0 0,1-1,-3-2,5 3,0 0,0 0,0-1,1 1,0-1,0 1,0-1,0 0,1 0,0 0,0 0,0 0,0 0,1 0,0 0,0 0,0 0,1 0,0 0,0 0,0 0,0 0,1 0,0 0,0 0,5-10,0 2,1-1,0 1,1 0,0 0,1 1,8-7,130-105,-113 98,-1-1,-1-1,-1-2,10-15,-36 38,0-1,-1 0,1 0,-2-1,1 1,-1-1,-1 0,3-10,-5 16,0 0,0 0,-1-1,1 1,-1 0,0-1,0 1,0 0,-1-1,1 1,-1 0,0 0,0-1,0 1,0 0,0 0,-1 0,1 0,-1 0,0 1,0-1,0 0,0 1,0 0,-1-1,1 1,-3-1,-3-1,1 1,-2 0,1 1,0 0,0 0,-1 0,1 1,-1 1,1-1,-1 1,0 1,1 0,-1 0,1 1,0 0,-1 0,1 0,0 1,0 1,1 0,-1 0,1 0,-1 1,1 0,1 0,-1 0,-1 4,-3 0,1 2,1-1,0 2,0-1,1 1,0 0,1 1,1-1,0 2,1-1,-3 10,-6 26</inkml:trace>
  <inkml:trace contextRef="#ctx0" brushRef="#br1" timeOffset="120360.182">12753 7486,'5'5,"8"1,9-1,9 0,7-2,8-1,3-1,3 0,-2-1,-1 0,-8-3,-10 0</inkml:trace>
  <inkml:trace contextRef="#ctx0" brushRef="#br1" timeOffset="120700.652">13021 7192,'-36'63,"36"-62,-1 1,1-1,0 0,-1 1,1-1,0 1,0-1,0 1,0-1,0 0,0 1,0-1,1 1,-1-1,0 0,1 1,-1-1,1 0,0 1,-1-1,1 0,0 0,0 1,0-1,-1 0,1 0,1 0,-1 0,0 0,0 0,0-1,0 1,1 0,-1-1,0 1,0 0,1-1,-1 0,1 1,-1-1,0 0,1 0,-1 1,1-1,-1 0,2-1,0 1,0 1,1-2,-1 1,0 0,0-1,0 0,0 1,0-1,0 0,0-1,0 1,0 0,0-1,-1 0,1 1,-1-1,1 0,-1 0,0-1,0 1,1 0,-2-1,1 0,0 1,0-1,-1 0,0 0,1 0,-1 0,0 0,0 0,-1 0,1 0,-1 0,1 0,-1 0,0 0,0-1,-1 1,1 0,-1 0,1 0,-1 0,0 0,0 0,0 0,-1 0,1 0,-1 0,1 1,-1-1,0 1,0-1,0 1,-1 0,0-1,2 2,-1 0,0 1,0-1,0 1,0-1,0 1,0 0,0-1,0 1,0 0,-1 1,1-1,0 0,0 1,0-1,0 1,1-1,-1 1,0 0,0 0,0 0,0 0,1 0,-1 0,0 0,1 1,-1-1,1 1,0-1,-1 1,1-1,0 1,0 0,0 0,0 0,-12 18</inkml:trace>
  <inkml:trace contextRef="#ctx0" brushRef="#br1" timeOffset="120991.935">13021 7860,'39'-154,"-38"152,-1 1,0 0,1-1,-1 1,0 0,0-1,0 1,0-1,0 1,0 0,0-1,-1 1,1-1,0 1,-1 0,1 0,-1-1,1 1,-1 0,0 0,1-1,-1 1,0 0,0 0,0 0,0 0,0 0,0 0,0 0,0 1,-1-1,1 0,0 1,0-1,-1 0,1 1,0 0,-1-1,1 1,0 0,-1 0,1-1,-1 1,1 0,0 1,-1-1,1 0,0 0,-1 0,1 1,0-1,-1 1,1-1,0 1,-1 0,1-1,0 1,0 0,0 0,-1 0,-1 1,-1 1,1-1,-1 1,1 0,0 0,0 0,0 0,1 1,-1-1,1 1,-1 0,1 0,1-1,-1 1,0 1,1-1,0 0,0 0,0 0,1 1,-1-1,1 0,0 0,0 1,0-1,1 0,0 1,0-1,0 0,0 0,0 0,1 0,0 0,0 0,0 0,0 0,1-1,-1 1,1-1,0 0,0 0,20 11</inkml:trace>
  <inkml:trace contextRef="#ctx0" brushRef="#br1" timeOffset="121344.741">13395 7633,'14'-75,"3"0,17-44,2-7,-20 66,-11 54,-4 17,-25 253,13-180,2-28,3 1,3 0,2 22,3-53</inkml:trace>
  <inkml:trace contextRef="#ctx0" brushRef="#br1" timeOffset="121747.739">13984 7313,'0'-5,"0"0,-1 1,0-1,0 1,0 0,-1-1,0 1,1 0,-1 0,-1 0,1 0,-1 0,1 0,-1 1,0-1,0 1,-1 0,1 0,-1 0,1 0,-1 1,0 0,0-1,0 1,0 0,-1 1,1-1,0 1,-3 0,-3 4,0 0,0 1,0 0,0 1,0 0,1 1,0 0,0 0,1 1,0 0,0 0,0 1,1 0,1 1,-3 2,-3 3,0 0,0 1,1 1,1 0,1 0,0 1,2 0,-1 1,2-1,0 1,2 1,0-1,0 1,2-1,1 1,0 0,1 0,1 1,2-10,1-1,0 0,0 0,1-1,0 1,1-1,-1 0,2 0,-1-1,1 0,0 0,0-1,1 0,0 0,0 0,1-1,-1-1,1 1,0-1,0-1,1 0,-1 0,1-1,-1 0,1 0,0-1,0-1,0 1,-1-2,1 1,7-2,-11 1,-1 1,1 0,-1-1,1 0,-1-1,1 1,-1-1,0 0,0 0,0 0,0-1,0 0,0 0,-1 0,0-1,1 1,-1-1,0 0,-1 0,1-1,-1 1,0-1,0 1,0-1,-1 0,1 0,-1 0,0-1,-1 1,0 0,1-1,-1 1,-1-1,1 1,-1-1,0 1,-1-1,1 0,-1 1,-1-5,-1 6,1-1,-1 1,0 0,0 0,-1 1,1-1,-1 1,0-1,0 1,0 0,0 0,0 1,-1 0,1-1,-1 1,0 1,0-1,0 1,1 0,-1 0,0 0,0 0,0 1,-1 0,1 0,0 1,0-1,0 1,0 0,1 0,-1 1,0 0,0-1,1 2,-1-1,1 0,0 1,-4 3,-120 78,65-33</inkml:trace>
  <inkml:trace contextRef="#ctx0" brushRef="#br1" timeOffset="131564.767">20628 1216,'0'18,"0"18,0 18,0 16,0 12,0 8,0 3,0-4,0-6,0-7,0-10,0-14,0-16</inkml:trace>
  <inkml:trace contextRef="#ctx0" brushRef="#br1" timeOffset="131937.282">21110 1310,'-148'96,"88"-52,-197 128,191-121,65-48,1 0,-1 0,1 0,0 0,0 0,0 0,0 0,0 0,1 0,-1 0,1 0,0 0,0 0,0 0,0 0,1 0,-1-1,1 1,0 0,0-1,0 1,0-1,0 0,0 0,0 0,1 0,-1 0,1 0,0-1,1 2,7 6,54 59,-40-39,2-1,2-2,0 0,1-2,16 8,-38-27,0-1,0 0,1 0,-1-1,1 0,0 0,0-1,0-1,1 1,-1-1,7-1,17-2</inkml:trace>
  <inkml:trace contextRef="#ctx0" brushRef="#br1" timeOffset="137470.822">21537 1564,'5'0,"7"0,12 0,13 0,9 2,8 1,4 0,-1 0,-8 1,-12 2,-17 3,-12-1</inkml:trace>
  <inkml:trace contextRef="#ctx0" brushRef="#br1" timeOffset="137751.685">21537 1778,'18'4,"18"2,16 0,12-2,12 0,9-2,4-1,-3-1,-15 0</inkml:trace>
  <inkml:trace contextRef="#ctx0" brushRef="#br1" timeOffset="137999.025">22526 1524,'3'-4,"0"-1,1 1,-1 0,1 0,0 0,0 1,0-1,0 1,0 0,1 0,-1 1,1-1,0 1,0 0,0 0,0 1,0 0,1-1,-1 2,0-1,0 0,1 1,-1 0,0 1,1-1,-1 1,0 0,0 0,1 1,-1-1,0 1,0 0,1 1,-3-1,0 0,-1 0,1 1,-1-1,1 1,-1-1,0 1,0 0,0 0,0 0,-1 0,1 0,-1 0,0 0,1 0,-2 1,1-1,0 0,-1 1,1-1,-1 1,0-1,0 1,0-1,-1 1,1-1,-1 0,-1 3,-40 89,-108 106,147-199,1 0,0 1,0-1,0 0,1 1,-1 0,1 0,-1-1,1 1,0 0,0 0,0 0,0 0,1 0,-1 0,1 0,0 1,0-1,0 0,0 0,0 0,1 0,0 0,-1 0,1 0,0 0,0 0,1 0,-1 0,1-1,-1 1,1 0,0-1,2 3,5 0,0 0,1-1,0 0,0 0,0-1,0-1,0 0,0 0,1-1,7 1,131 8,0-6,16-8,-75 3,-7-1</inkml:trace>
  <inkml:trace contextRef="#ctx0" brushRef="#br1" timeOffset="138397.535">20695 2499,'-2'9,"-1"13,0 13,-2 14,0 13,-1 10,-2 6,-2 1,-2-2,0-4,1-11,2-15</inkml:trace>
  <inkml:trace contextRef="#ctx0" brushRef="#br1" timeOffset="138726.001">21056 2553,'-12'3,"1"1,-1 0,1 1,0 1,0 0,0 0,1 1,0 0,0 1,1 0,-8 8,-16 14,1 1,2 2,1 1,1 1,2 2,2 0,1 2,-6 16,29-55,-2 2,1 0,-1 0,1 0,-1 0,1 0,0 0,0 0,0 0,0 1,0-1,0 0,1 1,-1-1,1 1,0-1,-1 1,1-1,0 1,1-1,-1 0,0 1,1-1,-1 1,1-1,0 1,0-1,0 0,0 0,0 1,0-1,0 0,1 0,-1 0,1 0,0-1,0 1,-1 0,2 0,141 10,-32-6,-27 0,1-4,68-8,-110 0</inkml:trace>
  <inkml:trace contextRef="#ctx0" brushRef="#br1" timeOffset="138899.585">21550 2793,'18'-2,"20"-1,19 0,14 1,3 0,-5 1,-15 3,-17 1</inkml:trace>
  <inkml:trace contextRef="#ctx0" brushRef="#br1" timeOffset="139082.12">21604 2981,'16'9,"21"4,20-2,19-4,14-8,11-6,3-9,-15-1</inkml:trace>
  <inkml:trace contextRef="#ctx0" brushRef="#br1" timeOffset="139439.174">22593 2553,'-11'11,"0"0,1 1,1 1,0-1,0 2,2-1,-1 1,2 0,0 1,0-1,2 1,0 0,0 0,2 1,-1-1,2 1,0 6,-3 5,4-22,-8 36,2 1,3-1,1 1,3 40,-1-80,0 0,1 1,-1-1,0 0,1 0,0 0,-1 1,1-1,0 0,0 0,0 0,1 0,-1 0,0 0,1-1,-1 1,1 0,0-1,-1 1,1-1,0 0,0 1,0-1,0 0,0 0,0 0,0 0,0-1,1 1,-1 0,0-1,0 0,1 0,-1 1,0-1,0 0,1-1,-1 1,0 0,1-1,-1 1,0-1,12-3,0 0,-1-1,0-1,0 0,0-1,-1 0,0-1,0 0,-1-1,0-1,-1 1,0-2,0 1,-1-1,-1-1,0 0,0 0,-1 0,-1-1,2-3,7-41,-15 57,0 0,0 1,0-1,0 0,-1 1,1-1,0 0,0 0,-1 1,1-1,0 0,0 0,-1 1,1-1,0 0,-1 0,1 0,0 0,-1 0,1 1,0-1,-1 0,1 0,0 0,-1 0,1 0,0 0,-1 0,1 0,0 0,-1 0,1 0,0 0,-1-1,1 1,0 0,-1 0,1 0,0 0,0-1,-1 1,1 0,0 0,-1 0,1-1,0 1,0 0,0 0,-1-1,1 1,0 0,0-1,0 1,0 0,-1-1,1 1,0 0,0-1,0 1,0 0,0-1,0 1,0 0,0-1,0 1,0 0,-7 10,0 1,0 0,1 1,1-1,0 1,0 0,1 0,1 1,-1 2,-9 46,2 0,3 1,3 0,3 19,-1 1</inkml:trace>
  <inkml:trace contextRef="#ctx0" brushRef="#br1" timeOffset="140155.457">20575 3943,'0'23,"0"16,0 11,0 8,0 6,-2 1,-2 1,-1 0,-3 1,1-2,-2-3,2-6,1-5,2-6,2-12</inkml:trace>
  <inkml:trace contextRef="#ctx0" brushRef="#br1" timeOffset="140529.727">21029 3997,'-74'78,"-3"-2,-3-4,-71 47,99-71,53-46,-1 0,0 0,1 1,-1-1,1 0,0 0,0 0,0 0,0 0,0 0,0 0,1 0,-1-1,0 1,1 0,-1-1,1 1,0-1,0 0,-1 1,1-1,0 0,0 0,0 0,0 0,0-1,1 1,-1 0,1-1,5 4,48 28,-2 3,-2 1,16 17,-40-30,-10-6,-1-2,2 0,0-1,1-1,0-1,1 0,0-2,1 0,0-2,14 4,44-16,-46-7</inkml:trace>
  <inkml:trace contextRef="#ctx0" brushRef="#br1" timeOffset="140804.59">21511 4211,'18'0,"17"0,19 0,14 0,9 2,2 1,-4 0,-14 2,-17-1</inkml:trace>
  <inkml:trace contextRef="#ctx0" brushRef="#br1" timeOffset="141024.305">21497 4545,'16'2,"18"1,21-2,20-4,16-6,11-3,6-5,0-1,-1-3,-9-2,-20 4</inkml:trace>
  <inkml:trace contextRef="#ctx0" brushRef="#br1" timeOffset="141335.262">22620 4171,'-3'-2,"-1"0,1 0,-1 1,1-1,-1 1,0 0,0 0,0 0,0 1,0 0,0-1,0 1,1 1,-1-1,0 0,0 1,0 0,0 0,0 0,1 0,-1 1,0-1,1 1,-1 0,1 0,0 1,0-1,0 0,0 1,0 0,0 0,1 0,-1 0,1 0,-2 3,4 3,0 0,0 0,1 0,0 0,0 0,1 0,1 0,-1-1,1 1,1-1,-1 1,2-1,-1 0,1-1,0 1,0-1,1 0,3 2,66 84,-51-66,-1 1,-1 2,-1 0,-1 1,6 18,-24-46,0 1,0-1,0 1,-1-1,1 1,-1 0,0 0,0-1,-1 1,1 0,-1 0,1 0,-1 0,-1 0,1 0,-1 0,1-1,-1 1,0 0,0 0,-1-1,1 1,-1 0,1-1,-1 1,-1-1,1 0,0 0,-1 0,1 0,-1 0,-1 1,-2 0,-1 0,1 0,-1-1,0 0,0 0,0-1,0 1,0-2,0 1,0-1,-1 0,1 0,-1-1,1 0,-1 0,1-1,0 0,-1 0,1-1,0 0,0 0,0-1,0 0,0 0,1 0,-1-1,1 0,0-1,0 1,0-1,1 0,0 0,0-1,0 0,0 0,1 0,0 0,1 0,-1-1,1 0,0 0,1 0,0 0,0 0,0 0,1-1,0-2,5-16,2 0,1 1,1 0,2 0,0 1,1 0,1 0,2 2,0-1,1 2,2 0,4-4,-16 18,51-66,-22 31,-2-1,-2-2,-2-1,16-35,-42 78,-1 0,1 0,0 0,-1 0,1 0,-1 0,0 0,0-1,0 1,-1 0,1-1,-1 1,0-1,0 1,0 0,0-1,0 1,-1-1,0 1,1 0,-1-1,-1 1,1 0,0 0,-1 0,1 0,-1 0,0 0,-1 0,-3 0,1 1,-1-1,0 1,-1 1,1-1,0 1,0 0,-1 1,1 0,-1 0,1 0,0 0,-1 1,1 0,0 1,0-1,0 1,0 0,-3 2,-19 7,0 1,0 1,1 2,1 0,1 2,-6 6,-29 22</inkml:trace>
  <inkml:trace contextRef="#ctx0" brushRef="#br1" timeOffset="141985.569">20414 5200,'0'19,"0"18,0 18,0 13,0 8,-2 5,-1 0,-2-4,-1-5,2-7,0-12,2-16</inkml:trace>
  <inkml:trace contextRef="#ctx0" brushRef="#br1" timeOffset="142214.055">20855 5308,'-89'65,"3"5,-45 48,99-89,22-19,-1-2,1 1,0 0,0 1,1 0,1 1,0 0,0 0,1 0,1 1,-3 6,8-15,1-1,0 1,-1-1,1 1,0 0,0-1,1 1,-1 0,1-1,-1 1,1-1,0 1,0-1,0 1,0-1,0 0,0 1,1-1,-1 0,1 0,0 0,-1 0,1 0,0 0,0-1,0 1,1 0,64 38,-64-39,48 20,1-1,1-3,1-3,0-2,1-2,0-2,42-1,-37-4</inkml:trace>
  <inkml:trace contextRef="#ctx0" brushRef="#br1" timeOffset="144774.688">21591 5441,'13'-7,"17"-2,18 0,17 2,10 2,2 4,-4 5,-13 4,-16 2,-19 5,-12-1</inkml:trace>
  <inkml:trace contextRef="#ctx0" brushRef="#br1" timeOffset="145019.493">21617 5722,'14'4,"17"2,23 0,18-1,14-2,7-1,-2 1,-9 3,-14 4,-18 2</inkml:trace>
  <inkml:trace contextRef="#ctx0" brushRef="#br1" timeOffset="145282.726">22432 5909,'23'-32,"-2"0,-1-2,-1 0,-3-1,0 0,-2-2,-2 0,-2 0,-1-1,-2 0,-1-1,-1-14,-4 26,-5 23,-1 19,-30 116,5 3,1 38,21-120,7-46,-9 52,2-1,3 2,3 2,3-30</inkml:trace>
  <inkml:trace contextRef="#ctx0" brushRef="#br1" timeOffset="145613.982">22954 5508,'-7'-4,"0"1,1 0,-1 1,0-1,-1 2,1-1,0 1,-1 0,1 0,0 1,-1 0,1 0,-1 1,1 0,0 0,-1 0,1 1,0 1,0-1,0 1,1 0,-1 1,1-1,-1 1,1 0,-1 2,-6 9,0 0,1 2,0-1,1 2,1-1,1 1,1 1,0 0,1 0,1 0,1 1,1 0,0 0,2 0,0 4,0-14,0 1,1 0,0 0,0 0,1 0,1 0,0 0,0-1,1 1,1 0,0-1,0 1,1-1,0 0,1 0,0 0,0-1,1 1,1-2,-1 1,2-1,-1 1,1-2,0 1,0-1,6 3,-3-4,1 0,0-1,0 0,1-1,0 0,-1-1,1-1,0 0,0 0,0-1,0-1,1 0,-1-1,0-1,0 0,0 0,-1-1,1-1,-1 0,1-1,1-1,-9 3,0-1,-1 1,1-1,-1 0,1 0,-1-1,0 1,-1-1,1 0,-1 0,0 0,0 0,-1-1,1 1,-1-1,0 0,-1 1,0-1,0 0,0 0,0 0,-1 0,0 0,0 0,-1 0,1 0,-1 0,-1 1,1-1,-1 0,0 1,0-1,-1 1,1-1,-1 1,0 0,-1 0,0 0,1 1,-1-1,-1 1,1 0,0 0,-1 1,0-1,0 1,0 0,-1 0,1 0,0 1,-4-1,-1 1,1 1,0 0,0 0,-1 1,1 0,0 1,-1 0,1 0,0 1,0 1,0-1,0 1,1 1,-1-1,1 2,-1-1,2 1,-1 0,0 1,1 0,0 0,0 0,1 1,0 0,0 0,0 1,1 0,0 0,1 0,0 0,0 1,1-1,0 1,0 1,-11 37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1.1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24,'-10'0,"1"0,5 0,12 0,17-3,18 0,17-2,10 0,2 1,-9 0,-15 7,-16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1.3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76,'22'0,"25"-3,21-2,20-5,15-4,7-1,-2-1,-20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2.4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0,'16'0,"16"0,17 0,16 0,10 3,4 0,-5 4,-12 4,-17 4,-16-1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2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60,'16'0,"21"0,23-2,21-3,17-5,11-4,5-1,-18 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3.0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81 532,'3'-4,"-1"0,0 0,1 0,0 1,0-1,0 1,0 0,0 0,1 0,-1 0,1 0,0 1,0 0,0 0,0 0,0 0,1 0,-1 1,0 0,1 0,-1 0,1 1,-1-1,1 1,0 0,-1 0,3 1,8-2,0 2,0 0,-1 0,1 1,0 1,-1 0,1 2,-1-1,0 2,0-1,8 7,-19-11,-1 0,1 1,-1-1,1 1,-1 0,1-1,-1 1,0 0,0 1,0-1,0 0,0 1,-1-1,1 1,-1-1,1 1,-1 0,0 0,0-1,0 1,0 0,-1 0,1 0,-1 0,0 0,0 0,0 0,0 0,0 0,-1 0,1 0,-1 0,0 1,-5 8,-1-1,0-1,0 1,-1-1,0 0,-1-1,0 0,-1 0,1-1,-2 0,-3 2,3-1,-259 187,248-176,22-19,0-1,-1 1,1-1,0 1,0-1,0 1,0 0,-1-1,1 1,0 0,0-1,0 1,0-1,0 1,1 0,-1-1,0 1,0-1,0 1,0 0,1-1,-1 1,0-1,1 1,-1-1,0 1,1-1,-1 1,1-1,-1 1,1-1,-1 0,1 1,-1-1,1 0,-1 1,1-1,-1 0,1 0,-1 1,1-1,0 0,-1 0,1 0,-1 0,1 0,0 0,-1 0,1 0,0 0,-1 0,1 0,-1 0,1-1,0 1,-1 0,1-1,40 4,1-3,-1-1,0-2,27-6,-23 4,320-43,-301 39</inkml:trace>
  <inkml:trace contextRef="#ctx0" brushRef="#br0" timeOffset="711.976">629 24,'19'-6,"0"1,0 1,1 0,-1 2,1 0,14 1,26 6,-58-5,-1 0,1 1,-1-1,0 0,1 1,-1-1,1 1,-1 0,0-1,0 1,1 0,-1 0,0 0,0 0,0 0,0 0,0 0,0 0,0 1,-1-1,1 0,0 0,-1 1,1-1,-1 0,1 1,-1-1,1 1,-1-1,0 0,0 1,0-1,0 1,0-1,0 1,0-1,0 1,-1 0,-2 6,-1-1,0 1,0-1,0 1,-1-1,0 0,-1-1,1 1,-1-1,-1-1,1 1,-1-1,-3 2,-3 4,-160 139,171-149,0 0,0 0,0 1,0-1,1 1,-1-1,0 1,1 0,-1-1,1 1,0 0,0 0,0 0,0 0,0 0,0 0,0 0,0 0,1 1,-1-1,1 0,0 0,0 1,0-1,0 0,0 1,0-1,0 0,1 0,-1 0,1 1,0-1,0 0,-1 0,1 0,2 2,3 0,0-1,1 1,0-1,0 0,0-1,0 0,0 0,0-1,1 1,-1-2,3 1,250 11,-175-11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0.3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6 520,'0'-1,"-1"1,1-1,-1 0,1 1,-1-1,1 0,0 0,0 1,-1-1,1 0,0 0,0 0,0 0,0 1,0-1,0 0,0 0,0 0,0 0,0 1,1-1,-1 0,0 0,0 1,1-1,-1 0,1 0,-1 1,1-1,-1 0,1 1,-1-1,1 0,-1 1,1-1,0 1,-1-1,1 1,0-1,0 1,-1 0,1-1,0 1,0 0,-1 0,2-1,39-16,-22 12,0 1,0 0,1 1,-1 2,1 0,-1 0,12 3,-28-2,0 0,1 0,-1 1,0-1,0 1,0 0,0-1,0 2,0-1,0 0,0 1,0-1,0 1,-1 0,1 0,-1 0,1 0,-1 0,0 0,0 1,0-1,0 1,0 0,-1-1,1 1,-1 0,0 0,1 0,-1 0,-1 0,1 0,0 0,-1 1,1 1,-4 10,-1 0,0-1,-1 1,0-1,-1 0,-1-1,0 1,-1-1,0-1,-1 0,0 0,-1 0,0-1,-1-1,-4 3,7-4,-145 148,152-157,0 1,0-1,0 1,0 0,0-1,0 1,0 0,0 0,0 0,0 0,0 0,0-1,0 2,1-1,-1 0,1 0,-1 0,0 0,1 0,0 0,-1 1,1-1,0 0,-1 0,1 1,0-1,0 0,0 0,0 1,0-1,1 0,-1 0,0 1,1-1,-1 0,0 0,1 0,-1 0,1 1,0-1,-1 0,1 0,0 0,0 0,0 0,0-1,0 1,0 0,0 0,0-1,1 2,11 2,1-1,0 0,1-1,-1-1,0 0,1-1,10-1,7 1,136-3,0-8,48-13,-180 18,-36 4</inkml:trace>
  <inkml:trace contextRef="#ctx0" brushRef="#br0" timeOffset="1444.704">581 159,'-2'4,"-1"0,1 0,0 0,0 0,0 0,1 0,0 1,0-1,0 0,0 1,0-1,1 1,0-1,0 1,0-1,1 1,-1-1,1 1,0-1,0 0,1 0,-1 1,1-1,0 0,0 0,0 0,1-1,0 1,-1 0,1-1,0 0,1 0,-1 0,0 0,1 0,0-1,0 1,3 1,-1-2,0 0,0-1,1 1,-1-1,1-1,-1 1,0-1,1 0,-1-1,1 1,-1-1,0 0,1-1,-1 0,0 0,0 0,0-1,0 1,-1-1,1-1,-1 1,0-1,0 0,0 0,0-1,-1 1,1-1,-1 0,0 0,2-4,0 1,0-1,-1 0,0 0,0 0,-1-1,0 1,-1-1,0 0,-1 0,0-1,0 1,-1 0,-1-1,0 1,0 0,-2-9,2 15,0 1,-1-1,1 1,-1 0,0-1,0 1,-1 0,1 0,-1 0,1 0,-1 0,0 0,0 0,0 0,0 1,-1-1,1 1,-1 0,0-1,1 1,-1 1,0-1,0 0,0 1,-1-1,1 1,0 0,0 0,-1 0,1 1,-1-1,1 1,0-1,-1 1,1 0,-1 1,1-1,-11 6,1 1,0 0,0 0,0 2,1-1,1 2,0-1,0 2,1-1,0 2,0-1,2 1,-1 0,2 1,-5 8,4-9,-37 59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4.3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1,'18'0,"17"0,17 0,15 0,15 0,6 0,1 2,-7 1,-14 2,-20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4.6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55,'16'0,"21"0,27-2,25-3,23-3,15-3,4-3,-20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5.9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27,'15'-4,"18"-2,14 0,12 2,10 0,5 2,-3 1,-10 3,-15 6,-15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6.1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61,'21'4,"22"2,25-2,23-7,21-7,15-9,3-4,-20 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6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174 509,'1'-4,"-1"1,1-1,0 1,1-1,-1 1,0 0,1 0,0 0,0 0,0 0,0 0,0 0,1 1,-1-1,1 1,-1-1,1 1,0 0,0 0,0 0,0 1,0-1,1 1,-1 0,0 0,1 0,-1 0,1 0,-1 1,1-1,-1 1,1 0,-1 0,1 1,0-1,-1 1,0-1,1 1,-1 0,1 1,-1-1,0 0,0 1,0 0,0 0,0 0,0 0,0 0,2 1,0 1,0-1,0 1,-1 0,0 0,1 0,-1 1,-1 0,1 0,-1 0,0 0,0 0,0 0,-1 1,1-1,-1 1,-1 0,1 0,-1 0,0 0,-1 0,1 0,-1 0,0 0,-1 0,1 0,-1 0,0 0,-1-1,1 1,-1 0,-1 0,-1 2,-10 17,-1 0,-1-1,-1-1,-1-1,-2 0,0-1,-1-2,-22 17,36-30,-139 129,145-134,-1 0,0 0,1 0,-1 0,1 0,-1 0,1 1,0-1,-1 1,1-1,0 1,0-1,0 1,0 0,0 0,1-1,-1 1,0 0,1 0,-1 0,1 0,0-1,-1 1,1 0,0 0,0 0,1 0,-1 0,0 0,1 0,-1 0,1 0,-1-1,1 1,0 0,0 0,0-1,0 1,0 0,0-1,0 1,0-1,1 0,0 1,93 14,-42-15,1-3,-1-2,0-3,0-2,-1-2,-1-2,16-8,-22 3</inkml:trace>
  <inkml:trace contextRef="#ctx0" brushRef="#br0" timeOffset="473.9">655 0,'8'33,"-24"203,16-232,1 0,-1 0,1 0,0 0,0 0,0-1,0 1,1 0,0 0,-1-1,1 1,0-1,1 0,-1 0,1 0,-1 0,1 0,0 0,0 0,0-1,1 0,-1 1,0-1,1-1,0 1,-1 0,1-1,0 0,0 0,0 0,0 0,12 1,0-2,0 1,0-2,0 0,0-1,0-1,-1 0,1-1,-1-1,0 0,0-1,0-1,-1 0,1-1,-8 4,-1 0,1 0,-1 0,0-1,0 1,0-2,0 1,-1 0,0-1,0 0,-1-1,1 1,-2-1,1 1,-1-1,2-5,-4 9,-1 1,0-1,-1 1,1-1,0 1,-1 0,1-1,-1 1,0-1,0 1,0 0,0 0,0 0,0-1,-1 1,1 0,-1 0,1 1,-1-1,0 0,0 0,0 1,0-1,0 1,0 0,0 0,0-1,0 1,-1 1,1-1,0 0,-1 0,1 1,-1 0,1-1,-1 1,1 0,-1 0,1 0,-1 1,1-1,0 0,-1 1,1 0,-1 0,1-1,0 1,0 1,0-1,-1 0,1 0,0 1,0-1,1 1,-3 1,0 5,1 1,-1-1,1 1,1-1,0 1,0 0,0 0,1 0,1 0,-1 0,2 1,-2 3,1 307,-3-239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0:24.8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50 591,'27'-10,"0"2,1 1,0 1,0 1,0 1,0 2,1 1,8 1,56 17,-90-16,0 0,-1 0,1 0,-1 1,1-1,-1 1,0-1,1 1,-1 0,0 0,0 0,0 0,-1 0,1 0,0 1,-1-1,1 0,-1 1,0-1,0 1,0 0,0-1,0 1,-1 0,1 0,-1-1,0 1,1 0,-1 0,-1 0,1 2,-4 6,0 1,-1 0,-1-1,0 0,0 0,-1-1,0 0,-1 0,0 0,-1-1,1 0,-2-1,1 0,-9 5,17-12,-268 193,206-137,62-56,1 0,0 0,0 0,1 0,-1 0,0 1,0-1,1 0,-1 0,0 0,1 0,-1 0,1 0,-1 0,1 0,0 0,-1 0,1 0,0-1,0 1,-1 0,1 0,0-1,0 1,0 0,0-1,0 1,0-1,0 1,0-1,0 0,0 1,1-1,-1 0,0 0,0 0,0 0,0 0,0 0,0 0,1 0,-1 0,1-1,35 5,1-1,0-3,0 0,31-6,-47 4,325-42,-249 26</inkml:trace>
  <inkml:trace contextRef="#ctx0" brushRef="#br0" timeOffset="693.161">559 3,'50'-1,"-18"0,0 0,0 2,0 2,0 1,-1 1,1 2,4 2,-34-9,-1 0,1 0,-1 1,1-1,-1 0,1 1,-1-1,1 1,-1-1,0 1,1 0,-1 0,0 0,1-1,-1 1,0 0,0 1,0-1,0 0,0 0,0 0,0 1,0-1,-1 0,1 1,0-1,-1 0,1 1,-1-1,1 1,-1-1,0 1,0-1,0 1,0 0,0-1,0 1,0-1,0 1,-1-1,1 1,0-1,-1 1,1-1,-1 0,0 1,1-1,-1 0,0 1,0-1,0 0,0 0,0 0,0 1,-1-1,-131 79,132-79,0-1,0 0,0 1,0-1,0 1,1-1,-1 1,0 0,0-1,0 1,1 0,-1 0,0 0,1-1,-1 1,1 0,-1 0,1 0,-1 0,1 0,0 0,-1 0,1 0,0 0,0 0,0 0,0 0,0 0,0 0,0 0,0 0,0 0,0 0,1 0,-1 0,0 0,1 0,-1 0,1 0,-1 0,1 0,-1 0,1-1,0 1,-1 0,1 0,0-1,0 1,-1 0,1-1,0 1,0-1,0 1,0-1,0 1,0-1,0 0,0 1,0-1,0 0,0 0,0 0,0 0,82 34,-67-30,-1 1,0 1,0 1,0 0,-1 1,0 0,-1 1,0 0,0 2,-1-1,-10-8,0 0,0 0,-1 0,1 0,-1 1,1-1,-1 0,0 1,0-1,0 1,0-1,-1 1,1-1,-1 1,1-1,-1 1,0 0,0-1,0 1,0 0,-1-1,1 1,-1 0,1-1,-1 1,0-1,0 1,0-1,0 0,-1 2,-57 59,-49 11,51-41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19:25.3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2188,'-11'17,"1"0,1 0,0 1,1 1,1-1,1 1,0 0,2 1,0-1,1 1,1 0,1 0,0 0,2 0,0 0,2 0,0-1,1 1,4 9,-5-19,1 0,1-1,0 0,0 0,1 0,0-1,1 0,-1 0,2 0,-1-1,1 0,0 0,7 3,-10-6,0-1,1 0,-1-1,1 1,-1-1,1 0,0 0,0-1,0 0,0 0,0 0,0-1,0 0,0 0,0 0,0-1,0 0,0 0,0-1,0 1,0-1,-1-1,1 1,0-1,5-6,0 0,0-1,-1 0,-1-1,1 1,-2-2,1 0,-2 0,0 0,0-1,-1 0,-1 0,0 0,0-1,-2 0,0 0,0 0,-1 0,-1 0,-1 0,0-4,2 0,-2 1,0-1,-1 0,-1 0,-1 1,0-1,-1 1,-1 0,-1 0,0 0,-1 1,-1 0,0 0,-1 1,-1 0,-1 1,-10-12,18 23,0 0,0 0,0 0,0 0,-1 1,1 0,-1-1,0 1,0 0,1 1,-1-1,0 1,0 0,-1 0,1 0,0 0,0 1,0 0,-1 0,1 0,0 0,0 0,0 1,-1 0,1 0,0 0,0 0,0 1,-1 0,-4 7,-1 0,1 1,1 0,0 0,0 1,1 0,1 0,0 1,0-1,1 1,0 1,1-1,1 1,0-1,1 1,0 0,1 0,0 0,1 10,0-3,0 0,2 1,0-1,2 0,0 0,1 0,3 6,19 42</inkml:trace>
  <inkml:trace contextRef="#ctx0" brushRef="#br0" timeOffset="397.486">655 2256,'-8'0,"1"1,-1 0,0 1,0-1,1 1,-1 1,1 0,-1 0,1 0,0 1,0 0,1 0,-1 1,1-1,0 2,0-1,0 1,1-1,0 2,0-1,1 0,0 1,0 0,0 0,1 0,-2 6,-2 3,2-1,0 1,1 0,1 0,0 0,1 0,1 1,1-1,0 1,1-1,1 0,2 10,-2-15,0-1,1 1,1 0,0-1,0 0,1 0,1 0,-1 0,2-1,-1 0,1 0,1-1,-1 1,1-2,1 1,-1-1,1-1,1 1,-1-2,1 1,0-1,0-1,1 0,-1 0,1-1,0 0,0-1,0 0,0-1,0 0,0-1,0 0,1-1,-1 0,0 0,0-2,6-1,-9 1,0-1,0 1,0-2,-1 1,1-1,-1 0,0 0,-1-1,1 0,-1-1,0 1,-1-1,0 0,0 0,0-1,-1 1,0-1,0 0,-1 0,0-1,0 1,-1-1,0 1,-1-1,0-4,1-2,-2-1,0 1,-1 0,0-1,-1 1,-1 0,0 0,-1 0,-1 0,-1 0,0 1,0 0,-1 0,-3-1,5 5,-1 0,0 0,-1 1,-1 0,1 0,-1 1,0 0,-1 0,0 1,0 0,-1 1,0 0,0 0,0 1,-1 0,0 1,-8-2,15 6,0 0,0 0,0 0,0 1,0 0,0 0,0 0,0 0,0 0,1 1,-1-1,0 1,1 0,-1 0,1 1,0-1,0 1,0 0,0-1,0 1,1 0,-1 1,1-1,-1 1,-38 91,38-83,0 0,1 0,0 0,1 1,0-1,1 0,0 1,1-1,1 0,-1 0,2 0,0 0,0 0,2 0,-1-1,1 1,1-1,0-1,0 1,1-1,0 0,3 2,35 30</inkml:trace>
  <inkml:trace contextRef="#ctx0" brushRef="#br0" timeOffset="771.991">1188 2311,'-12'21,"0"0,2 1,0 0,2 1,0 0,2 0,0 1,2 0,0 0,1 16,2-29,0-1,1 0,0 1,1-1,0 1,1-1,0 0,1 0,-1 0,2 0,0 0,0-1,1 1,0-1,0 0,1-1,0 1,1-1,-1-1,2 1,-1-1,1 0,0-1,1 1,-1-2,1 1,7 2,-5-4,0 0,0-1,0-1,1 0,-1 0,1-1,-1-1,1 0,-1 0,1-1,-1 0,1-1,-1-1,0 0,0 0,0-1,0 0,-1-1,0 0,0-1,0 0,0-1,-1 0,0 0,-1-1,1 0,-2-1,1 1,-1-2,0 1,-1-1,0 0,-1 0,0 0,0-1,-1 0,1-4,0 0,0 0,-1 0,-1-1,-1 1,0-1,-1 0,-1 1,0-1,-1 0,-1 0,0 1,-1-1,-1 1,0 0,-1 0,-1 0,0 1,-1 0,-1 0,0 0,-1 1,0 0,-8-7,11 15,1 0,-2 1,1-1,0 2,-1-1,0 1,0 0,0 0,0 1,0 0,0 0,-1 0,1 1,-1 0,1 1,-1 0,1 0,-1 1,1-1,-1 2,1-1,-1 1,1 0,0 1,0-1,-4 3,-3 3,-1-1,1 2,0 0,1 1,0 0,0 1,1 0,1 1,0 0,1 1,-8 11,8-8,1 0,0 1,1 0,0 1,2-1,0 1,1 1,1-1,0 5,2-15,2-1,-1 0,1 1,0-1,0 1,1-1,0 1,1-1,-1 0,1 1,1-1,-1 0,1-1,1 1,-1 0,1-1,0 0,0 1,1-2,0 1,0 0,0-1,1 0,3 2,59 28,3-11</inkml:trace>
  <inkml:trace contextRef="#ctx0" brushRef="#br0" timeOffset="1144.993">1980 2324,'-10'9,"0"1,1 0,0 0,0 1,1 0,1 1,0-1,1 2,0-1,0 0,2 1,-1 0,2 0,-1 3,3-8,-1 0,1 0,1 1,-1-1,1 1,1-1,0 0,0 1,0-1,1 0,1 0,-1 0,1 0,1 0,-1-1,1 1,0-1,1 0,0 0,0-1,1 1,-1-1,3 1,2 1,0-1,1-1,-1 0,1 0,0-1,1 0,-1-1,1 0,0-1,0-1,0 0,1 0,-1-1,0-1,0 0,1 0,-1-1,0-1,0 0,0-1,0 0,0-1,0 0,-1-1,0-1,0 1,-1-1,1-1,-1 0,0-1,-1 0,0 0,0-1,-1 0,0-1,5-7,-7 6,-1-1,0 1,0-1,-1 0,-1 0,0-1,-1 1,0-1,0 1,-2-1,0 1,0-1,-1 0,0 1,-1-1,-1 1,0 0,-1 0,0 0,-1 0,-4-8,5 11,-1 0,-1 0,1 0,-1 0,-1 1,0 0,0 1,0-1,-1 1,0 1,-1 0,1 0,-1 0,0 1,0 1,-1-1,0 1,1 1,-1 0,-1 0,1 1,0 1,0-1,-1 2,1-1,-6 2,1 1,1 0,-1 1,1 1,-1 1,1 0,0 0,1 1,0 1,0 1,0 0,1 0,0 1,0 1,-1 2,-12 12,2 1,0 0,2 2,1 0,-12 23,-18 41,11-7</inkml:trace>
  <inkml:trace contextRef="#ctx0" brushRef="#br0" timeOffset="4035.707">2225 3990,'20'-18,"-2"-1,-1 0,0-1,-1-1,-2-1,0-1,-1 1,-1-2,-1 0,3-13,3-15,-2-1,-2 0,-3-1,1-25,-9 53,-11 43,-5 36,2 1,2 0,2 0,3 1,2 0,3 0,2 0,2 0,3-1,2 1,3-1,9 29,-2-12</inkml:trace>
  <inkml:trace contextRef="#ctx0" brushRef="#br0" timeOffset="4907.543">191 5465,'-9'5,"0"0,0 0,1 1,0 0,0 0,0 1,1 0,0 1,0-1,1 1,0 0,0 1,1 0,0 0,1 0,0 0,-7 17,2-1,1 2,1-1,1 1,0 9,2-12,2 1,0 0,2-1,0 1,2 0,4 17,-5-31,2-1,-1 0,1 0,1 0,0 0,0 0,1-1,0 0,0 0,1 0,1 0,-1-1,1 0,1-1,-1 1,9 4,-11-8,1 0,0-1,-1 0,1 0,0-1,0 0,1 0,-1 0,0-1,1 0,-1 0,1 0,-1-1,1 0,-1 0,1-1,-1 0,1 0,-1 0,0-1,1 0,-1 0,0-1,0 1,-1-2,1 1,3-3,3-2,-1-1,-1 0,0 0,0-1,0 0,-2-1,1 0,-1-1,-1 0,0 0,-1 0,4-9,-4 1,0 1,-1-1,-1 0,0 0,-2 0,0-1,-2 1,0 0,-1-1,-1 1,-1 0,-1 0,0 0,-2 0,0 1,-1 0,-1 0,-1 0,-1 1,-2-2,9 14,0 1,0-1,0 1,-1 0,0 0,0 0,0 0,-1 0,1 1,-1 0,0 0,0 0,-1 1,1 0,-1 0,0 0,0 1,0 0,0 0,0 0,0 1,0-1,-1 2,1-1,0 1,-1 0,1 0,0 0,-1 1,1 0,-1 1,1 1,0 1,0-1,1 2,-1-1,1 0,0 1,0 0,0 0,1 1,-1-1,1 1,1 0,-1 0,1 0,0 1,1-1,-1 1,1-1,1 1,-1 0,0 3,0 3,1 0,0-1,0 1,1 0,1 0,0 0,1-1,0 1,1-1,1 1,1 4,31 48,6-11</inkml:trace>
  <inkml:trace contextRef="#ctx0" brushRef="#br0" timeOffset="5341.113">1011 5465,'-14'2,"1"0,-1 1,1 0,0 1,1 1,-1-1,1 2,-1 0,2 1,-1 0,1 0,0 1,0 1,1 0,1 0,-1 1,1 1,-4 7,5-9,1 2,0-1,1 1,1 0,-1 0,2 1,0 0,0-1,1 1,0 1,1-1,1 0,0 1,0-1,1 0,1 1,0-1,1 1,0-1,1 0,0 0,1 0,0-1,1 1,0-1,1 0,0 0,1-1,0 0,4 4,0-2,0-1,0-1,1 1,1-2,0 0,0 0,1-1,0-1,0 0,0-1,1-1,9 3,-13-5,0-1,0 1,0-2,0 1,0-2,0 1,0-2,1 1,-1-1,0-1,0 0,-1-1,1 0,0 0,-1-1,0-1,0 0,1-1,-4 2,-1-1,0 0,-1 0,1-1,-1 0,0 0,0 0,-1 0,0-1,0 1,0-1,-1 0,0-1,-1 1,1 0,-1-1,-1 1,1-1,-2 0,1 1,-1-1,0 0,0-4,-2-10,-1 1,0 0,-2 0,0 1,-1-1,-2 1,0 1,-1-1,5 8,-1 0,-1 1,0 0,-1 0,0 1,0 0,-1 0,0 1,-1 0,0 0,-1 1,1 0,-1 1,-1 0,-5-3,14 9,-1 0,0 1,0-1,1 0,-1 1,0 0,0 0,0 0,0 0,0 0,1 0,-1 1,0-1,0 1,0 0,1 0,-1 0,1 0,-1 0,0 1,1-1,0 1,-1 0,1-1,0 1,0 0,0 0,0 1,0-1,1 0,-1 1,1-1,-1 0,1 2,-4 5,1 0,0 0,1 1,0-1,0 1,1 0,0 0,1 0,-1 1,17 98,2-62</inkml:trace>
  <inkml:trace contextRef="#ctx0" brushRef="#br0" timeOffset="5647.288">1679 5806,'95'-207,"-51"120,43-112,-79 188,-12 36,-12 46,4 1,3 0,2 0,4 1,4 0,3 13,-2-71,1 0,0-1,1 1,0-1,1 0,1 0,0-1,1 0,0 0,1 0,1-1,2 2,22 21</inkml:trace>
  <inkml:trace contextRef="#ctx0" brushRef="#br0" timeOffset="6008.364">2348 5683,'1'13,"-1"0,2 0,0-1,0 1,1-1,0 1,2-1,-1 0,1 0,1-1,0 1,1-1,0-1,0 1,1-1,1 0,-1-1,2 0,-1-1,1 0,0 0,1-1,0 0,0-1,1 0,-1-1,1 0,4 0,-6-3,1-1,-1 0,1-1,0 0,-1 0,1-1,0-1,-1 0,0 0,1-1,-1 0,0-1,0 0,-1-1,1 0,-1 0,0-1,0 0,-1-1,0 0,0 0,0-1,-1 0,0 0,-1 0,0-1,0 0,-1 0,0-1,-1 0,3-6,-2-1,0 1,-1-1,0 0,-1 0,-2 0,1 0,-2 0,0-1,-1 1,-1 0,-1 0,0 0,-1 0,-1 1,0-1,-1 1,-1 0,-1 1,0 0,-1 0,0 0,-1 1,-1 1,-1 0,1 0,-2 1,0 1,4 5,0 1,0 1,-1-1,1 2,-1-1,0 1,0 1,0 0,0 0,-1 1,1 0,0 1,-1 0,1 1,0 0,0 0,-1 1,1 1,0 0,1 0,-1 1,0 0,1 0,0 1,0 1,1-1,-1 1,-3 4,-15 12,1 0,1 2,0 1,2 0,-3 8,-37 50</inkml:trace>
  <inkml:trace contextRef="#ctx0" brushRef="#br0" timeOffset="6526.973">1160 6871,'7'14,"7"10,1 0</inkml:trace>
  <inkml:trace contextRef="#ctx0" brushRef="#br0" timeOffset="6769.84">1174 7704,'-3'14,"0"10,3 4,5 1,5-3,0-5</inkml:trace>
  <inkml:trace contextRef="#ctx0" brushRef="#br0" timeOffset="7024.159">1215 8456,'0'19,"0"10,0 3,0-4</inkml:trace>
  <inkml:trace contextRef="#ctx0" brushRef="#br0" timeOffset="7025.159">1174 9302,'-3'19,"0"8,0 0</inkml:trace>
  <inkml:trace contextRef="#ctx0" brushRef="#br0" timeOffset="7274.964">1079 9917,'-3'16,"0"10,0 1</inkml:trace>
  <inkml:trace contextRef="#ctx0" brushRef="#br0" timeOffset="2872.424">204 3854,'-12'17,"0"0,1 1,1 0,1 1,1 0,0 0,1 1,1 0,1 0,1 0,1 1,1 0,0-1,2 1,0 0,2 0,0-1,4 18,-3-24,1 0,0-1,1 1,0-1,1 0,0-1,1 1,1-1,0-1,3 4,-7-10,-1-1,1 0,0 0,0-1,0 1,0-1,1 0,-1 0,1 0,0-1,0 1,0-1,0 0,0-1,1 1,-1-1,0 0,1-1,-1 1,1-1,-1 0,0 0,1-1,-1 0,1 0,-1 0,4-1,0-2,-1 0,0 0,0 0,-1-1,1-1,-1 1,0-1,-1 0,1-1,-1 1,0-1,-1 0,0-1,0 0,0 1,-1-1,3-8,0-2,-1 1,0 0,-1-1,-1 0,-1-1,-1 1,0 0,-1-9,-1 9,-1-1,-1 1,-1 0,-1-1,0 1,-1 1,-1-1,0 1,-2 0,0 0,-1 1,0 0,-1 1,-1 0,-1 0,0 1,-11-9,20 19,-1 1,0-1,0 1,0 0,-1 0,1 1,-1-1,1 1,-1 0,0 0,0 1,0-1,0 1,0 0,0 0,0 1,-1 0,1 0,0 0,0 0,0 1,-1 0,1 0,0 0,0 1,0-1,1 1,-6 3,-1 5,0 1,1 0,0 0,1 1,0 1,1 0,1 0,-1 0,2 1,0 0,1 0,0 0,1 1,1 0,0 0,1 0,1 0,0 0,1 6,0 1,0 1,2 0,0 0,2-1,0 0,2 1,0-1,22 53</inkml:trace>
  <inkml:trace contextRef="#ctx0" brushRef="#br0" timeOffset="3255.928">792 3962,'-11'12,"1"-1,1 1,0 0,1 1,0 0,1 1,1-1,0 1,0 1,2-1,-1 1,2-1,0 1,1 0,1 0,0 1,1-1,1 11,-1-17,1 0,0 0,1 0,-1-1,2 1,-1-1,1 1,1-1,-1 0,1 0,1 0,-1-1,1 0,1 0,-1 0,1 0,0-1,1 0,0 0,0-1,0 1,0-2,1 1,0-1,0 0,0-1,0 0,1 0,-1-1,9 2,-6-3,0 0,0-1,0 0,0-1,0 0,0-1,0 0,-1-1,1 0,-1-1,1 0,-1 0,0-1,-1-1,1 1,-1-1,0-1,-1 0,0 0,0-1,0 0,-1 0,0-1,-1 0,0 0,0 0,-1-1,0 0,0 0,-2 0,1-1,-1 1,0-1,-1 0,0-5,0 3,-1 0,-1 0,0 0,-1 1,0-1,0 0,-2 0,0 1,0-1,-1 1,0 0,-1 0,-1 0,0 1,0 0,-1 0,-1 1,0-1,0 2,-1-1,-2-1,7 8,0 0,0 0,-1 0,1 0,-1 1,0 0,0 0,0 0,0 1,0 0,0 0,0 0,0 0,0 1,-1 0,1 0,0 0,0 1,0-1,-1 1,1 1,0-1,0 1,1 0,-1 0,0 0,0 0,1 1,0 0,-1 0,0 1,-6 5,0 1,1 0,0 0,0 1,1 1,1-1,0 1,0 1,1 0,-4 12,7-18,0 1,1 0,0 0,1 0,0 1,0-1,1 1,0-1,0 1,1-1,0 1,0 0,1-1,0 1,1-1,0 0,0 1,1-1,0 0,1 1,23 30</inkml:trace>
  <inkml:trace contextRef="#ctx0" brushRef="#br0" timeOffset="3658.952">1557 3894,'-5'-3,"1"-1,0 1,-1 0,0 0,0 0,0 1,0-1,0 1,0 1,-1-1,1 1,0 0,-1 0,1 0,-1 1,0 0,1 0,-1 0,1 1,-1-1,1 2,-1-1,1 0,0 1,0 0,-1 0,1 1,1 0,-1-1,-2 3,-1 6,0 0,0 1,2-1,-1 2,2-1,-1 1,2-1,0 1,0 1,1-1,1 0,0 1,1-1,0 1,1 0,1-1,0 1,3 11,-3-14,1 1,1-1,0 0,1 0,0 0,0-1,1 1,1-1,0 0,0-1,1 1,0-1,0 0,1-1,0 0,1 0,0-1,0 0,0 0,1-1,0-1,1 1,-1-2,1 1,0-2,0 1,0-1,0-1,1 0,-1 0,1-1,0 0,0 0,0-2,0 1,0-1,0-1,0 0,0-1,-1 0,1-1,-1 0,0-1,0 0,-1-1,1 0,-1-1,0 0,-1 0,0-1,0 0,-1-1,0 0,0 0,-1-1,0 0,-1 0,0 0,0-1,-2 0,1 0,0-6,-1 1,-1 0,-1 0,0-1,-2 1,0-1,0 1,-2 0,0-1,-1 1,0 0,-1 0,-1 0,-1 1,0 0,-1 0,-1 0,0 1,-1 0,0 0,-1 1,-11-11,17 20,-1 0,1 0,0 0,-1 1,0 0,0 0,0 0,0 1,0-1,-1 1,1 0,-1 1,1-1,-1 1,1 0,-1 1,0-1,0 1,1 0,-1 1,0-1,0 1,1 0,-1 1,-3 0,-4 5,1 1,0 0,0 0,1 2,0-1,0 1,1 1,1-1,0 2,0-1,1 2,0-1,1 1,1 0,0 0,1 0,0 1,1 1,-1-2,1 0,1 0,0 0,0 0,2 1,-1-1,2 1,0-1,0 1,2 0,-1-1,2 0,0 1,1 3,17 32</inkml:trace>
  <inkml:trace contextRef="#ctx0" brushRef="#br0" timeOffset="8512.249">136 13017,'38'-95,"4"2,4 2,53-77,-66 112,2 11,-27 54,-5 78,-9 50,-1 12,6 1,9 44,28 3,-14-123</inkml:trace>
  <inkml:trace contextRef="#ctx0" brushRef="#br0" timeOffset="8871.288">928 13154,'47'-137,"-9"34,-4-2,-5-1,14-107,-39 186,6 64,39 500,-43-484,3-1,1 0,16 42,-4-32</inkml:trace>
  <inkml:trace contextRef="#ctx0" brushRef="#br0" timeOffset="9518.554">1857 13113,'-1'-127,"7"-212,-2 309,-1 25,-2 20,-1 20,-1 0,-2 1,-1-1,-2 0,-1-1,-6 15,9-30,1-1,1 1,1 0,0 0,2 0,0 4,0 5,-1 11,2 0,2 0,1 0,2-1,1 0,3 0,1 2,10-8,-11-27</inkml:trace>
  <inkml:trace contextRef="#ctx0" brushRef="#br0" timeOffset="10025.533">2758 12689,'-6'1,"0"-1,0 1,0 1,0-1,1 1,-1 0,0 0,1 1,-1-1,1 1,0 0,0 1,0-1,1 1,-1 0,1 1,0-1,0 0,0 1,0 0,0 2,-7 10,1 0,1 1,0 1,1-1,-3 15,3-8,1 0,1 1,1 0,2 0,1 0,0 0,2 1,1-1,5 24,-4-36,0-1,1 0,1 0,0 0,1 0,0-1,1 0,1 0,0 0,0-1,1 1,1-2,-1 0,2 0,-1 0,2-1,-1-1,1 1,0-2,2 1,-1-2,0-1,1-1,-1 1,1-2,0 0,0-1,1 0,-1-1,0 0,1-1,-1-1,0 0,0 0,1-2,-1 1,-1-2,1 0,0 0,-1-1,0-1,0 0,0-1,-1 0,0 0,-1-2,1 1,-1-1,-1 0,0-1,0 0,-1-1,0 0,-1 0,-1-1,1 1,0-6,2-4,-1 0,-1 0,-1-1,-1 0,-1 0,-1-1,-1 1,-1-1,-1 1,-1-1,0 1,-2-1,-1 1,-1 0,0 0,-2 0,-1 1,0 0,-2 1,0 0,-1 0,-1 1,-1 0,-1 1,0 1,-14-13,22 24,0 0,-1 1,0 0,0 0,0 0,0 1,-1 0,0 1,0 0,0 0,0 0,0 1,0 0,-1 1,1 0,-1 0,1 1,-1 0,1 0,0 1,-1 0,1 1,-1 0,-6 2,2 2,1 1,-1 0,1 0,1 2,-1-1,1 1,1 1,0 0,0 0,1 1,0 1,1-1,-2 6,-12 20,2 1,1 1,-9 31,-9 37</inkml:trace>
  <inkml:trace contextRef="#ctx0" brushRef="#br0" timeOffset="10605.492">450 14642,'-1'0,"0"-1,0 1,0-1,0 0,0 1,1-1,-1 0,0 0,0 1,1-1,-1 0,0 0,1 0,-1 0,1 0,0 0,-1 0,1 0,-1 0,1 0,0 0,0 0,0 0,0-1,0 1,0 0,0 0,0 0,0-1,0 0,-1-320,5 130,2 167,2 29,23 98,15 140,9 176,-45-329</inkml:trace>
  <inkml:trace contextRef="#ctx0" brushRef="#br0" timeOffset="10927.63">1338 14696,'4'-119,"5"-1,6 2,8-22,-15 105,-8 35,0 0,0 0,1 1,-1-1,0 0,0 0,0 0,0 0,0 0,0 0,1 0,-1 0,0 0,0 0,0 0,0 0,0 0,1 0,-1 0,0 0,0 0,0 0,0 0,1 0,-1 0,0 0,0 0,0 0,0 0,0 0,1 0,-1 0,0 0,0 0,0 0,0 0,0-1,0 1,0 0,1 0,-1 0,0 0,0 0,0 0,0-1,3 23,4 204,-7-115,6 0,4 0,21 90,-12-126</inkml:trace>
  <inkml:trace contextRef="#ctx0" brushRef="#br0" timeOffset="11280.218">2225 14573,'0'-88,"-2"13,4 0,7-39,-9 110,0-3,1 1,-1-1,1 0,1 1,-1-1,1 0,0 1,0 0,1 0,0 0,0 0,1 0,-1 0,1 1,1-1,3-3,-6 8,-1 1,0 0,1 0,-1 0,0 0,1 0,-1 0,1 0,-1 0,0 0,1 1,-1-1,0 1,1-1,-1 1,0-1,0 1,1 0,-1-1,0 1,0 0,0 0,0 0,0 0,0 0,0 0,0 0,-1 0,1 1,0-1,-1 0,1 0,-1 1,1-1,-1 0,1 1,-1-1,0 0,0 1,0-1,0 2,9 30,-3 1,0 1,-3-1,0 1,-3-1,-2 34,-26 339,23-324</inkml:trace>
  <inkml:trace contextRef="#ctx0" brushRef="#br0" timeOffset="11625.335">2977 14328,'3'-28,"2"1,0 0,2 0,1 1,1 0,1 1,1 0,2 0,0 1,2 1,2-3,8 4,-24 21,0 1,-1 0,1 0,0 0,0 0,-1 1,1-1,0 0,-1 0,1 0,0 0,-1 1,1-1,0 0,-1 1,1-1,0 1,-1-1,1 1,-1-1,1 1,-1-1,1 1,-1-1,1 1,-1-1,0 1,1 0,-1-1,0 1,0 0,1-1,-1 1,0 0,0-1,0 1,0 0,0 0,0-1,0 1,0 0,0 0,0-1,0 1,0 114,-12 118,16 187,4-313,-1-16</inkml:trace>
  <inkml:trace contextRef="#ctx0" brushRef="#br0" timeOffset="14766.529">1379 15612,'4'3,"0"1,-1 0,1 0,-1 0,0 0,0 0,0 1,0 0,-1-1,0 1,0 0,0 0,-1 0,0 0,0 0,0 1,0-1,-1 0,4 14,7 14,1 0,2-1,0 0,3-1,0-1,2 0,2-1,0-2,2 0,0-1,16 11,-9-11,1-2,1-1,1-2,1-1,1-1,0-3,2 0,6 0,198 55,-100-14,-94-47,0-2,0-2,33-1,26 4,-98-9,132 16,86-5,241-20,-218-10,-76 2,-20-28,-67 15,-77 27,29-7,0-2,-1-1,0-3,-1 0,3-4,171-125,-48 32,-152 108,0 0,0 0,0-1,-1-1,0 1,0-2,0 1,-1-1,0 0,-1-1,0 0,0 0,-1-1,3-5,-9 15,0 0,1-1,-1 1,0 0,0 0,0-1,0 1,0 0,0-1,1 1,-1 0,0-1,0 1,0 0,0-1,0 1,0 0,0-1,0 1,-1 0,1-1,0 1,0 0,0-1,0 1,0 0,0 0,-1-1,1 1,0 0,0 0,0-1,-1 1,1 0,0 0,0-1,-1 1,1 0,0 0,-1 0,1 0,0 0,0-1,-1 1,1 0,0 0,-1 0,1 0,0 0,-1 0,1 0,0 0,-1 0,1 0,0 0,-1 0,1 0,-14 0</inkml:trace>
  <inkml:trace contextRef="#ctx0" brushRef="#br0" timeOffset="18808.222">4834 15871,'-1'-1,"0"0,0-1,1 1,-1 0,0-1,0 1,1 0,-1-1,1 1,0 0,-1-1,1 1,0-1,0 1,0-1,0 1,0-1,0 1,0-1,0 1,1-1,-1 1,0 0,1-1,-1 1,1 0,0-1,0 1,0-1,67-125,11-11,26-45,17-60,-67 112,-6-2,-5-2,-7-2,-4-13,-10 53,3 2,5 0,19-34,-42 108,29-62,-4-2,-3-1,-5-1,-3-1,1-27,11-295,49-158,-62 425,22-224,-30-341,-13 615,16-623,5 173,-8 36,-9 291,-5 82,7 1,5-1,17-64,-27 191,36-170,10-155,-9-199,-26 445,25-188,-10-43,17-337,7-305,-45 108,-7 517,1 271,-2-262,-21-101,-71-551,83 865,-4 1,-18-60,7 52,0-4,-5 0,-6 2,-34-75,30 111,-4 3,-3 1,-3 2,-28-28,39 55,-3 1,-2 2,-1 3,-3 1,-2 2,-2 3,-1 2,-10-2,-18-8,-1 5,-2 3,-2 4,-74-20,16 25,-1 6,-72 1,-36-6,133 12,-1 5,0 6,-1 4,1 7,0 4,1 6,-16 8,-298 70,351-75,1 3,0 4,2 4,1 3,1 4,2 3,2 3,-66 49,115-68,0 2,2 1,1 1,0 1,3 1,0 1,1 1,-8 20,-123 213,-116 330,211-433,50-134</inkml:trace>
  <inkml:trace contextRef="#ctx0" brushRef="#br0" timeOffset="21285.653">6391 5997,'-34'19,"2"2,1 1,0 1,-9 11,22-19,-34 28,1 2,2 3,3 2,1 2,3 1,-12 25,48-69,3-5,0 0,0 0,1 0,-1 0,1 0,0 1,0 0,1-1,-1 1,1 0,0-1,0 1,1 0,-1 4,1-9,1 0,-1 1,1-1,-1 0,0 1,1-1,-1 0,1 0,-1 1,1-1,-1 0,1 0,-1 0,1 0,-1 0,1 1,-1-1,1 0,0 0,-1 0,1-1,-1 1,1 0,-1 0,1 0,-1 0,1 0,-1-1,1 1,-1 0,0 0,1-1,-1 1,1 0,-1-1,1 1,-1 0,0-1,1 1,-1-1,0 1,0-1,1 1,-1 0,22-20,0-1,-2-1,0 0,-2-1,7-13,2 0,307-424,-332 456,-2 4,0-1,0 1,0-1,0 1,0-1,0 0,0 1,0-1,0 1,1-1,-1 0,0 1,0-1,0 1,1-1,-1 1,0-1,1 1,-1-1,0 1,1-1,-1 1,0-1,1 1,-1 0,1-1,-1 1,1 0,-1-1,1 1,-1 0,1 0,0-1,-1 1,1 0,-1 0,1 0,-1 0,1 0,0 0,-1 0,1 0,-1 0,1 0,0 0,-1 0,1 0,-1 0,1 1,-1-1,1 0,0 0,-1 1,1-1,-1 0,0 1,1-1,-1 1,1-1,-1 0,1 1,-1-1,0 1,1 0,3 98,6-62,0 0,3 0,1-2,1 0,2 0,2-2,1 0,1-1,15 15,12 25,-43-64,21 30,-1 1,-2 1,-2 1,-2 1,9 29,-27-69,0 0,1 0,-1 1,0-1,0 0,-1 1,1-1,0 1,-1-1,1 1,-1 0,0-1,0 1,0-1,0 1,0 0,-1-1,1 1,-1-1,0 1,1-1,-1 1,0-1,-1 0,1 0,0 1,-1-1,1 0,-1 0,0 0,1 0,-1 0,0-1,0 1,0-1,0 1,-1-1,1 1,-4-2,0 0,0-1,0 1,0-1,0 0,0-1,0 0,0 1,1-2,-1 1,1-1,0 0,-1 0,1 0,0-1,1 1,-1-1,-2-4,-51-29,46 34,0 1,1-1,-1 2,0 0,0 0,0 1,0 1,-8 1,-18 0,-9-4,1-1,-1-2,1-2,-37-11,46 9,-5-2,0 1,-1 2,0 3,0 1,-24 1,41 11,44-10,14-19,-1-1,-1-2,-1-1,-1-1,-1-2,-1 0,2-7,184-236,-181 232,-28 43,-31 95,-61 204,85-284,18-31,82-184,-81 169,-15 27,0 1,0-1,0 0,0 0,1 0,-1 0,0 1,0-1,0 0,1 0,-1 0,0 0,0 0,0 0,1 0,-1 0,0 0,0 1,1-1,-1 0,0 0,0 0,1 0,-1 0,0-1,0 1,0 0,1 0,-1 0,0 0,0 0,1 0,-1 0,0 0,0 0,0-1,1 1,-1 0,0 0,0 0,0 0,0-1,0 1,1 0,-1 0,0 0,0-1,0 1,0 0,0 0,0-1,0 1,0 0,0 0,0 0,0-1,0 1,-1 23,0-19,-3 28,1-15,1-1,0 1,1-1,1 1,0 0,1-1,1 1,1-1,3 13,-5-27,-1 0,0 0,1 0,-1 0,1 0,0-1,-1 1,1 0,0 0,0-1,0 1,0-1,0 1,1-1,-1 1,0-1,1 0,-1 1,1-1,-1 0,1 0,0 0,-1 0,1-1,0 1,0 0,0-1,0 1,-1-1,1 0,0 1,0-1,0 0,0 0,0 0,0-1,0 1,0 0,-1-1,1 1,0-1,0 0,0 1,-1-1,1 0,0 0,-1 0,1 0,-1-1,1 1,-1 0,0-1,1 1,-1 0,0-1,0 0,0 1,0-1,0 0,0 1,-1-1,4-9,-2 0,1-1,-2 1,1 0,-2-1,1 1,-2-1,1 1,-1-1,-2-1,4 12,-1 0,0 0,0 0,0 0,0 0,0 0,0 0,0 0,0 0,0 0,0 0,0 0,-1 0,1 0,0 0,-1 0,1 1,-1-1,1 0,-1 0,1 0,-1 0,1 1,-1-1,0 0,1 1,-1-1,0 1,0-1,0 0,1 1,-1 0,0-1,0 1,0-1,0 1,0 0,0 0,0 0,0 0,0-1,0 1,0 0,0 0,0 1,0-1,0 0,0 0,0 0,1 1,-1-1,0 0,0 1,0-1,0 1,0-1,1 1,-1 0,0-1,-3 6,1 0,0 0,1 0,-1 0,1 1,0-1,1 1,-1-1,1 1,1 0,-1-1,1 1,0 0,1-1,0 1,0 0,0-1,1 1,0 1,-1-3,1-1,-1 1,1 0,0-1,0 1,0-1,1 0,0 0,0 0,0 0,0 0,0-1,1 1,-1-1,1 0,0 0,0-1,0 1,1-1,-1 1,1-1,-1-1,1 1,0-1,-1 0,5 1,-7-2,0 0,0 0,0 0,1 0,-1-1,0 1,0-1,0 0,0 1,0-1,0 0,0 0,0 0,0 0,0-1,0 1,-1 0,1-1,-1 0,1 1,-1-1,1 0,-1 1,0-1,0 0,0 0,0 0,0 0,0 0,-1 0,1-2,12-73,-12 67,1-89,-10 87,0 32,-26 137,18-94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5.6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1,'179'11,"64"-9,-127-2,1733 11,-356 7,-1347-13,-137-3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2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382 258,'-101'370,"57"-232,-6-2,-54 101,87-205,6-25,11-23,75-242,39-219,-69 271,-24 123,-21 84,0-1,0 0,0 1,0-1,0 0,0 0,0 1,1-1,-1 0,0 1,0-1,0 0,1 0,-1 1,0-1,0 0,1 0,-1 0,0 1,0-1,1 0,-1 0,0 0,1 0,-1 0,0 1,1-1,-1 0,0 0,1 0,-1 0,0 0,1 0,-1 0,0 0,1 0,-1 0,0 0,1-1,-1 1,0 0,0 0,1 0,-1 0,0 0,1-1,-1 1,0 0,0 0,34 255,64 432,-91-644</inkml:trace>
  <inkml:trace contextRef="#ctx0" brushRef="#br0" timeOffset="275.263">0 640,'14'14,"21"4,25 0,24-4,18-8,8-11,-15-3</inkml:trace>
  <inkml:trace contextRef="#ctx0" brushRef="#br0" timeOffset="609.213">833 121,'-10'43,"2"1,2 0,1 0,3 0,1 0,2 1,6 27,-7-62,3 32,7 119,20 95,2-156,-30-97,0 0,0 0,0 0,0 0,0-1,1 1,0-1,-1 1,1-1,0 0,0 0,0 0,0-1,0 1,1-1,-1 1,0-1,1 0,-1 0,1-1,-1 1,1-1,0 0,-1 1,1-2,-1 1,4-1,5-2,0-2,0 1,0-2,0 1,-1-2,0 0,0 0,-1-1,0 0,0 0,-1-1,0-1,-1 1,0-2,0 1,-1-1,0 0,-1 0,-1-1,0 0,0 0,-1 0,0-1,0-8,-3 17,1 0,0-1,-1 0,0 0,0 0,0 0,-1 0,1 0,-1 0,-1 0,1 0,-1 0,1 0,-1 0,-1 0,1 0,-2-2,2 6,-1 0,1 1,-1-1,1 1,-1 0,1-1,-1 1,1 0,-1 0,0 0,1 0,-1 0,1 0,-1 0,1 1,-1-1,1 0,-1 1,1-1,-1 1,1 0,-1 0,1-1,0 1,-1 0,1 0,0 0,0 0,0 0,0 1,0-1,0 0,0 0,0 1,0-1,1 1,-1-1,0 1,-5 5,0 0,1 1,-1-1,1 1,1 1,0-1,0 1,0 0,1 0,0 0,1 0,0 0,1 0,0 1,0-1,1 0,0 1,1-1,0 1,0-1,1 0,0 0,1 1,0-2,0 1,1 0,0-1,0 1,1-1,0 0,1-1,0 1,0-1,2 1,2-1,0-1,0 0,1-1,-1 0,1-1,0 0,1 0,-1-2,1 1,-1-1,1-1,0 0,30 1</inkml:trace>
  <inkml:trace contextRef="#ctx0" brushRef="#br0" timeOffset="1476.71">874 517,'-29'-6,"42"2,76 5,1 4,39 10,-87-11,0 2,0 2,-1 1,0 2,-1 3,0 0,-1 3,26 15,-56-26,0 0,0 0,-1 1,0-1,-1 2,1-1,-1 1,-1 1,1-1,-1 1,-1 0,0 0,0 1,-1-1,0 1,-1 0,0 0,0 0,-1 1,0-1,-1 1,0 0,-19 164,18-173,0 0,-1 0,1-1,0 1,0 0,0 0,0 0,1-1,-1 1,0 0,1 0,-1-1,1 1,0 0,-1-1,1 1,0 0,0-1,0 1,0-1,0 0,0 1,1-1,-1 0,0 0,1 1,-1-1,1 0,-1 0,1-1,0 1,-1 0,1-1,0 1,-1-1,1 1,0-1,0 0,-1 1,1-1,0 0,0 0,0 0,-1-1,1 1,0 0,0-1,0 0,11-1,-1-1,0-1,0 0,-1 0,1-1,-1-1,0 0,0 0,-1-1,0-1,0 1,0-2,-1 1,-1-1,1-1,-2 1,1-2,-1 1,-1-1,0 0,0 0,3-10,-2-9,-5 18,-2 18,-2 3,0 0,1 0,0 1,0-1,1 1,0-1,1 1,0-1,1 1,0-1,0 0,1 0,0 0,0 0,1 0,0-1,1 0,0 0,0 0,1 0,0-1,0 0,1 0,0 0,0-1,6 4,-6-7,0 0,0-1,0 0,0 0,0-1,0 0,1 0,-1 0,0-1,0 0,1-1,-1 0,0 0,0 0,1-1,-1 0,0 0,-1-1,1 0,5-3,0-1,1-1,-1 0,0-1,-1 0,0-1,0 0,-1-1,-1 0,0 0,1-2,7-19,-2-1,-1-1,-1 0,-2-1,-1 0,-2 0,-2-1,-1 0,-2 0,-1-1,-2-21,3-24,-3 0,-4 1,-3-1,-4-2,10 74,-1-1,-1 0,0 1,0-1,-1 1,0 0,-1 0,-4-8,8 17,1 0,-1 0,0 0,1 0,-1 0,0 0,0 1,1-1,-1 0,0 0,0 1,0-1,0 0,0 1,0-1,0 1,0 0,0-1,0 1,0 0,0 0,0-1,-1 1,1 0,0 0,0 0,0 0,0 0,0 1,0-1,-1 0,1 0,0 1,0-1,0 1,0-1,0 1,0-1,0 1,1 0,-2 0,-27 39,17-11,2 1,2 0,0 1,2 0,1 0,2 0,1 1,2-1,0 1,2-1,2 0,1 3,7 25,3-2,2 0,2-1,3 0,2-2,30 48,22 13,-71-108,0-1,0-1,1 1,0-1,0 0,0 0,1-1,-1 0,1 0,0 0,0-1,0 0,1-1,-1 1,1-1,3 0,-6-2,0 0,-1-1,1 1,0-1,0 0,-1 0,1 0,0-1,-1 0,0 0,1 0,-1 0,0-1,0 0,0 1,0-1,-1-1,1 1,-1-1,0 1,0-1,0 0,0 0,-1 0,1 0,47-113,-25 20,-35 229,9-124,1 0,-1 0,2 0,-1 0,1-1,0 1,1 0,0 0,0-1,0 1,1-1,1 0,-1 0,1 0,0 0,0-1,1 1,0-1,0 0,1 0,-1-1,1 0,0 0,1 0,4 2,21 8</inkml:trace>
  <inkml:trace contextRef="#ctx0" brushRef="#br0" timeOffset="1721.056">2923 585,'-19'-7,"-8"-2,-2-2,2-2,2 0,7 1</inkml:trace>
  <inkml:trace contextRef="#ctx0" brushRef="#br0" timeOffset="1973.38">2103 339,'16'-4,"27"-5,31-2,31 0,28 2,16 3,-16 2</inkml:trace>
  <inkml:trace contextRef="#ctx0" brushRef="#br0" timeOffset="2159.395">3100 981,'30'-7,"0"-2,-1-1,0-1,-1-2,0-1,-1 0,-1-3,0 0,-1-1,0-2,-18 14,-1 1,0-1,0-1,0 1,0-1,-1 0,-1 0,1 0,-1-1,0 0,-1 0,1 0,-2 0,1 0,-1-1,0 1,-1-1,0 1,-1-1,1 0,-1 1,-1-1,0 0,0 1,-2-6,1 11,1 0,-1 0,1 1,-1-1,0 1,0-1,0 1,-1 0,1 0,0-1,-1 2,0-1,1 0,-1 0,0 1,0 0,0-1,0 1,0 0,0 1,0-1,0 0,0 1,0 0,-1 0,1 0,0 0,0 0,0 0,-1 1,-4 1,0 0,0 0,0 1,0 0,1 0,-1 1,1 0,0 0,0 0,1 1,-3 2,1 0,0-1,1 1,0 0,0 1,1 0,0 0,0 0,1 1,0 0,0 0,1 0,0 0,1 1,0-1,1 1,-1 0,2 0,0 0,0 0,1 0,0 0,0 0,1 0,1 0,0 0,0 0,1 0,0-1,0 1,1-1,1 0,-1 0,2 0,1 2,11 6,0-2,2 0,-1-1,2 0,0-2,0-1,1 0,1-2,0 0,0-2,0-1,1 0,0-2,2 0,71 11,-12-6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6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0,'-5'19,"-1"17,0 17,2 16,3 12,1 13,5 12,0 6,-1 1,2-8,2-10,0-12,0-12,0-20</inkml:trace>
  <inkml:trace contextRef="#ctx0" brushRef="#br0" timeOffset="324.659">77 1298,'101'13,"-97"-13,0 0,1 0,-1-1,0 0,0 0,-1 0,1 0,0 0,0-1,-1 0,1 0,0 0,-1 0,0 0,0-1,1 0,-2 1,1-1,0 0,0-1,-1 1,0 0,2-3,-3 3,0 1,0 0,-1 0,1-1,0 1,-1 0,0-1,0 1,1 0,-1-1,-1 1,1-1,0 1,0 0,-1-1,0 1,1 0,-1 0,0-1,0 1,0 0,0 0,-1 0,1 0,0 0,-1 0,0 1,1-1,-1 0,0 1,-1-2,-2 0,1 0,-1 0,0 0,0 1,0 0,0-1,0 2,-1-1,1 1,0 0,-1 0,1 0,-3 0,4 1,1 0,-1 0,0 0,0 0,1 0,-1 1,0-1,1 1,-1 0,0 1,1-1,0 0,-1 1,1 0,0 0,0 0,0 0,0 0,0 1,0-1,0 1,1 0,0-1,-1 1,1 1,0-1,1 0,-1 0,0 1,1-1,0 1,0-1,0 1,0 0,0-1,1 1,0 0,-1 0,3-1,-1 0,1 0,0 0,0 0,0 0,0 0,0 0,1-1,-1 1,1-1,-1 1,1-1,0 0,0 0,0 0,0-1,0 1,2-1,32 16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8.5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0 228,'2'-14,"4"-11,2-7,1-2,0 3,-1 3,1 8,3 4,4 4,2 3,-3 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9.2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0,'23'0,"22"0,22 0,20 0,16 0,12 0,5 0,0 0,-6 3,-9 0,-10 0,-12-3,-20-2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14.1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472 679,'-28'-9,"0"2,-1 0,1 2,-1 2,-1 0,1 2,0 1,0 1,0 2,0 1,-22 6,46-9,0 0,-1 0,1 0,0 1,0 0,1 0,-1 1,0-1,1 1,-1 0,1 0,0 0,0 1,0-1,1 1,-1 0,1 0,0 0,0 1,0-1,0 1,1 0,0-1,0 1,0 0,1 0,0 1,-1 2,5-3,0-1,0 0,0 0,0 0,1 0,0 0,0 0,0-1,0 0,0 0,1 0,-1-1,1 1,0-1,0 0,0 0,0-1,0 1,0-1,0 0,0-1,1 1,-1-1,0 0,0 0,1-1,4-1,3 2,0-1,-1-1,1 0,0-1,-1-1,0 0,1 0,-2-1,1-1,-1 0,1 0,-2-1,1-1,-1 0,0 0,-1-1,0 0,0-1,-1 1,0-2,-1 1,0-1,0-1,-1 1,2-8,1-15,-1-1,-2 0,-1-1,-2 1,-2-1,-1 1,-2-14,2 49,0-41,-1-1,-3 1,-1 1,-2-1,-1 1,-7-13,15 51,0 0,0 0,0 0,0 1,0-1,-1 0,1 0,-1 1,1-1,-1 0,0 0,0 1,0-1,0 1,0-1,0 1,0-1,0 1,-1 0,1 0,0-1,-1 1,1 0,-1 0,1 0,-1 1,0-1,1 0,-1 1,0-1,0 1,1-1,-1 1,0 0,0-1,0 1,1 0,-1 1,0-1,0 0,0 0,1 1,-1-1,0 1,0-1,1 1,-1 0,1 0,-1 0,0 0,1 0,-1 0,0 1,-9 11,2 0,-1 1,2 0,0 1,1 0,0 0,1 1,1-1,0 1,-1 12,-1-7,1 1,1 0,2 0,0 1,1-1,1 1,1-1,1 1,1-1,1 1,1-1,1 0,1 0,1-1,1 1,1-2,0 1,2-1,0-1,1 0,2 0,-1-2,2 1,0-2,14 11,-21-19,0-1,0 0,1 0,0-1,1-1,-1 1,1-2,0 1,0-1,1-1,-1 0,1 0,0-1,-1 0,1-1,0 0,0-1,0 0,0-1,0 0,0-1,-1 0,1-1,0 0,-1 0,0-1,0-1,0 0,0 0,-1-1,0 0,7-6,-6 0,-1-1,1-1,-2 0,0 0,-1 0,0-1,-1 0,-1-1,0 1,-1-1,-1 0,0 0,-1 0,-1-1,-1 1,0 0,-2-6,-14-43,16 63,-1 0,0 1,0-1,1 1,-1-1,0 1,-1-1,1 1,0 0,0 0,0-1,-1 1,1 0,-1 0,1 0,-1 0,1 0,-1 1,1-1,-1 0,0 1,0 0,1-1,-1 1,0 0,1-1,-1 1,0 0,0 0,0 1,1-1,-1 0,0 1,-1 0,-3 2,1 1,0 0,0 0,0 1,0-1,1 1,0 0,0 1,0-1,0 1,1-1,0 1,0 0,1 0,-1 1,2-1,-1 0,0 1,1-1,1 1,-1-1,1 1,0 0,0 0,1 1,0 1,0 0,1-1,0 1,0-1,1 0,0 0,1 0,-1 0,2-1,-1 1,1-1,0 0,0 0,1-1,0 1,0-1,1-1,0 1,1 0,47 33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14.5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1125,'28'-14,"-1"-1,0-1,-2-2,0-1,-1 0,-1-2,-1-1,0-1,2-5,-1-15,-22 42,-1 1,0-1,1 0,-1 0,1 1,-1-1,0 0,0 0,1 0,-1 0,0 0,0 1,0-1,0 0,0 0,0 0,0 0,0 0,-1 0,1 1,0-1,0 0,-1 0,1 0,0 1,-1-1,1 0,-1 0,1 1,-1-1,1 0,-1 1,0-1,1 0,-1 1,0-1,0 1,1-1,-1 1,0 0,0-1,1 1,-1 0,0 0,0-1,0 1,0 0,0 0,0 0,-7 1,0 1,0 0,0 0,0 1,1 0,-1 0,1 1,0 0,0 0,0 1,0 0,1 0,0 1,0-1,0 1,1 1,-2 1,1-2,1-1,0 2,0-1,0 0,0 1,1 0,0 0,1 0,-1 0,1 1,1 0,0-1,0 1,0 0,1 0,0 0,0 0,1 0,0 0,1 0,0 0,0 0,0 0,1 0,1 0,-1-1,1 1,3 6,4-3,-1-1,1 0,1 0,0-1,0-1,0 0,1 0,1-1,-1-1,1 0,0 0,1-1,-1-1,1 0,0-1,8 0,39 8</inkml:trace>
  <inkml:trace contextRef="#ctx0" brushRef="#br0" timeOffset="299.199">520 880,'-4'7,"1"1,0 1,0-1,1 0,0 1,0-1,1 1,0 0,1-1,0 1,0 0,1-1,0 1,0 0,1-1,0 1,1-1,0 0,0 0,1 0,0 0,0-1,1 1,0-1,0 0,1 0,6 8,2 0,0-1,1 0,0-1,1-1,1-1,-1 0,2-1,0-1,15 6,-27-11,-1-1,0-1,1 1,0-1,0 0,-1 0,1 0,0-1,0 0,1 0,-1-1,0 1,0-2,0 1,0 0,0-1,0 0,0-1,0 1,0-1,0 0,0-1,-1 1,1-1,-1 0,0-1,0 1,0-1,0 0,-1 0,2-2,3-14,-1 0,-1-1,-1 0,-1 0,-1 0,-1-1,0 1,-2-1,0 1,-2-1,0 0,-2-2,3 18,-1-14,0 8</inkml:trace>
  <inkml:trace contextRef="#ctx0" brushRef="#br0" timeOffset="600.92">1175 1262,'20'-12,"-1"-1,-1 0,0-1,-1-1,-1-1,0 0,-1-1,0-1,-2 0,0-1,-1 0,-1-1,-1 0,-1-1,5-15,-13 34,0 0,0 0,0 0,-1-1,1 1,0 0,-1-1,0 1,1-1,-1 1,0 0,0-1,-1 1,1 0,0-1,-1 1,1 0,-1-1,0 1,0 0,0 0,0-1,0 1,0 0,-1 0,1 0,-1 1,1-1,-1 0,0 0,1 1,-1-1,0 1,0 0,0-1,0 1,-1 0,1 0,0 1,0-1,-1 0,1 1,0-1,-1 1,1 0,0-1,-1 1,1 0,-1 1,-5 0,1 1,-1 0,1 0,0 1,0 0,0 0,0 1,0-1,1 2,0-1,0 1,0 0,0 0,1 0,-1 1,1 0,1 0,-1 0,1 1,0 0,1-1,0 1,0 0,0 1,1-1,0 0,0 1,1 0,0-1,0 1,1 0,0-1,0 1,2 3,1-1,1 0,0 0,1 0,0-1,1 0,0 0,0 0,1 0,0-1,0-1,1 1,0-1,0 0,1-1,0 0,0 0,1-1,-1 0,1-1,2 1,37 14</inkml:trace>
  <inkml:trace contextRef="#ctx0" brushRef="#br0" timeOffset="1124.993">1626 948,'-2'19,"0"0,2 1,0-1,1 1,1-1,0 0,4 11,-5-24,1 0,0-1,0 1,0 0,1-1,0 1,0-1,0 0,1 0,-1 0,1 0,1-1,-1 1,0-1,1 0,0-1,0 1,0-1,1 0,-1 0,1 0,-1-1,1 0,0 0,4 0,-6-1,1-1,0 1,0-1,0 0,0-1,0 1,0-1,0 0,-1 0,1-1,0 1,-1-1,1 0,-1 0,0-1,1 1,-1-1,0 0,-1 0,1-1,0 1,-1-1,0 1,0-1,0 0,2-4,5-8,-1 0,0-1,-1 0,-1 0,-1 0,3-11,-5 15,-2 8,0-1,-1 1,1-1,-1 1,0-1,0 1,-1-1,0 1,0-1,0 0,-1-4,0 10,0 0,0-1,-1 1,1 0,0 0,0 0,0 0,0 0,-1 0,1 1,0-1,0 0,0 1,0-1,0 0,0 1,0-1,0 1,0 0,0-1,0 1,0 0,0 0,0-1,0 1,0 0,1 0,-1 0,0 0,1 0,-1 0,1 0,-1 0,1 0,0 0,-1 1,1 0,-4 2,1 1,0 0,0 0,0 0,1 1,-1-1,1 0,1 1,-1 0,1-1,0 1,0 0,0 0,1 0,0-1,0 1,1 0,0 0,0 0,0-1,0 1,1 0,0-1,0 0,1 1,0-1,-1 0,2 0,-1 0,1-1,-1 1,1-1,0 0,1 0,-1 0,3 1,1-2,-1-1,1 0,0-1,0 0,-1 0,1-1,0 0,0 0,0-1,0 0,0 0,0-1,-1 0,1 0,-1 0,1-1,-1-1,0 1,0-1,-1 0,1-1,-1 0,0 0,0 0,0-1,-1 1,1-1,-2-1,1 1,-1-1,0 0,0 0,2-5,33-57,-38 69,0 1,-1-1,1 1,0 0,-1-1,1 1,0 0,-1-1,1 1,-1 0,1 0,-1-1,1 1,-1 0,1 0,-1 0,0 0,0 0,1-1,-1 1,0 0,0 0,0 0,0 0,0 0,0 0,0 0,0 0,-1 0,1 0,0 0,0-1,-1 1,1 0,-1 0,1 0,-1 0,1 0,-1 19,-1-8,0 0,1 0,1 0,0 0,0 0,1 0,1-1,0 1,1 0,0 0,0-1,1 0,1 0,5 10,5-3</inkml:trace>
  <inkml:trace contextRef="#ctx0" brushRef="#br0" timeOffset="1325.454">2049 415,'-14'0,"-4"5,2 6,14 8,19 8,18 6,15 4,10 6,-5-5</inkml:trace>
  <inkml:trace contextRef="#ctx0" brushRef="#br0" timeOffset="2249.756">2418 893,'0'15,"-2"-3,1-1,0 1,1-1,1 1,-1-1,2 1,0-1,0 0,1 1,0-1,1-1,0 1,1 0,0-1,1 0,0 0,0-1,1 1,2 1,-7-10,1 1,-1-1,0 0,1 0,-1 0,0 0,1 0,0 0,-1 0,1-1,-1 0,1 1,0-1,-1 0,1 0,0 0,-1-1,1 1,-1-1,1 1,0-1,-1 0,1 0,-1 0,0 0,1 0,-1-1,0 1,0-1,0 0,0 1,0-1,0 0,0-1,54-75,-47 63,-1-1,0 0,-1-1,-1 0,-1 0,3-15,-8 32,1-1,-1 1,0 0,1-1,-1 1,0-1,0 1,0 0,0-1,1 1,-1-1,0 1,0-1,0 1,0 0,0-1,0 1,0-1,0 1,0-1,0 1,0 0,0-1,0 1,-1-1,1 1,0-1,0 1,0 0,-1-1,1 1,0 0,0-1,-1 1,1 0,0-1,-1 1,1 0,0 0,-1-1,1 1,0 0,-1 0,1-1,-1 1,1 0,0 0,-1 0,1 0,-1 0,1 0,-1 0,1 0,0 0,-1 0,1 0,-1 0,1 0,-1 0,1 0,-1 0,-20 20,16-11,0 0,0 0,1 1,0 0,1-1,0 1,1 0,0 1,0-1,1 0,0 10,1-16,0 0,0 0,0 0,1 0,0 0,-1 0,1 0,0-1,1 1,-1 0,1-1,0 1,-1-1,2 1,-1-1,0 0,1 0,-1 0,1 0,0 0,0 0,0-1,0 0,1 1,-1-1,0 0,1-1,0 1,-1-1,1 1,0-1,1 0,3-1,-1-1,1 0,0 0,-1 0,1-1,-1 0,1 0,-1-1,0 0,0-1,0 1,0-1,-1-1,1 1,-1-1,0 0,-1 0,1-1,-1 0,0 0,-1 0,1-1,-1 1,0-1,-1 0,0 0,0 0,0-1,0-5,8-34,-11 47,-1 0,1 0,0 0,0 0,0 0,0 0,0 0,0 0,-1 0,1 0,0 0,0 0,0-1,0 1,0 0,-1 0,1 0,0 0,0 0,0 0,0 0,0 0,0 0,0-1,0 1,-1 0,-4 18,3-11,1 0,-1 1,1-1,0 0,1 1,0-1,0 1,0-1,1 1,0-1,1 0,0 1,0-1,0 0,1 0,0 0,0-1,1 1,0-1,0 1,0-1,1-1,0 1,0-1,1 1,-1-2,1 1,0 0,0-1,1 0,-1-1,1 0,2 1,-4-2,0-1,0 0,1 0,-1 0,0-1,0 0,0 0,1 0,-1-1,0 1,0-1,0 0,0-1,0 1,0-1,0 0,-1-1,1 1,-1-1,1 1,-1-1,0-1,0 1,0-1,-1 1,1-1,-1 0,0 0,1-2,6-9,-1-1,0 0,-1-1,-1 0,-1-1,0 1,2-15,23-123,8-120,-21 132,23-178,-40 263,0 58,-1-1,0 0,0 0,0 0,0 0,0 0,0 0,0 0,0 0,0 1,0-1,0 0,0 0,-1 0,1 0,0 0,-1 1,1-1,-1 0,1 0,-1 0,1 1,-1-1,1 0,-1 1,0-1,1 1,-1-1,0 1,0-1,1 1,-1-1,0 1,0-1,0 1,0 0,1 0,-1-1,0 1,0 0,0 0,0 0,0 0,0 0,0 0,0 0,1 0,-1 1,0-1,0 0,0 1,0-1,0 0,1 1,-1-1,0 1,0-1,1 1,-1-1,0 1,1 0,-10 6,2 1,-1 1,1-1,1 2,-1-1,1 1,1 0,-3 6,-8 19,2 0,1 1,2 0,1 1,2 1,2 0,1 0,2 0,1 0,3 1,1-1,1 1,3-1,1 0,1 0,3-1,7 21,-7-27,0 0,2-1,1 0,2 0,1-2,1 0,1-1,2 0,0-2,2 0,21 18,-40-40,1 1,1-1,-1 1,0-1,1 0,0-1,-1 1,1-1,0 0,0 0,1 0,-1-1,0 0,0 0,1 0,-1-1,1 0,-1 0,0 0,1 0,-1-1,0 0,1 0,-1-1,0 1,0-1,0 0,0-1,4-1,2-7,0 1,0-2,-1 1,0-1,-1-1,0 0,-1 0,-1-1,0 0,-1 0,0-1,-2 1,1-1,-2 0,0 0,0-1,-1-3,-6-35,3 53,1 0,-1 0,1 0,-1 0,1 0,-1 0,1 0,-1 0,0 0,0 0,1 0,-1 0,0 0,0 1,0-1,0 0,0 1,0-1,0 1,0-1,0 1,-1-1,1 1,0 0,0-1,0 1,0 0,-1 0,1 0,0 0,0 0,0 0,-1 0,1 1,0-1,0 0,0 1,0-1,0 0,0 1,-1 0,-4 3,-1 1,1 0,1 0,-1 0,1 1,0 0,0 0,0 0,1 1,0 0,0 0,1 0,0 0,0 0,1 0,0 1,0 0,1-1,0 1,0 1,-2 5,1 1,1-1,1 1,0-1,1 1,0 0,1-1,1 0,0 1,1-1,0 0,2-1,-1 1,2-1,-1 0,2-1,0 1,0-2,1 1,1-1,0 0,0-1,1 0,0-1,1 0,0-1,0 0,1-1,0 0,11 3,13 1</inkml:trace>
  <inkml:trace contextRef="#ctx0" brushRef="#br0" timeOffset="2459.627">3046 470,'14'-12,"25"1,28 7,27 9,16 6,6 3,-16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10.7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1 577,'24'34,"-1"1,-2 0,-2 2,-1 0,4 18,0-5,-22-48,1 0,-1 0,0 0,0-1,1 1,-1 0,1 0,0 0,-1-1,1 1,0 0,0-1,0 1,0 0,0-1,1 0,-1 1,0-1,1 0,-1 1,1-1,-1 0,1 0,0 0,-1 0,1-1,0 1,0 0,-1-1,1 1,0-1,0 0,0 1,0-1,0 0,0 0,0 0,-1-1,1 1,0 0,0-1,0 1,0-1,-1 0,1 1,0-1,-1 0,1 0,0 0,12-14,0 0,-1 0,0-2,-2 1,0-2,-1 1,0-1,-2-1,0 0,0-3,3-11,-7 22,-6 16,-2 6,1 1,0 0,1 0,0 0,1 0,0 0,1 0,0 1,1 3,0-12,-1 1,1 0,1-1,-1 1,1-1,-1 0,1 1,0-1,1 0,-1 0,1 0,0 0,0-1,0 1,0-1,1 1,-1-1,1 0,0-1,0 1,0-1,0 1,0-1,1-1,1 2,1-1,0 0,1 0,-1 0,1-1,0 0,0-1,-1 0,1 0,0-1,-1 1,1-2,0 1,-1-1,1 0,-1-1,0 0,0 0,0 0,0-1,0 0,-1 0,0-1,0 0,0 0,0 0,-1-1,0 0,0 0,-1 0,1-1,-1 1,-1-1,4-7,-4 5,0 0,0 0,-1 0,-1-1,1 1,-1-1,-1 1,0-1,0 1,-1-1,-1-5,1 15,1 0,-1 0,0 0,1 1,-1-1,0 0,1 0,-1 1,0-1,1 1,-1-1,1 0,-1 1,1-1,-1 1,1-1,-1 1,1 0,-1-1,1 1,0-1,-1 1,1 0,0-1,0 1,0 0,-1-1,1 1,0 0,0 0,0-1,0 1,0 0,0-1,0 1,0 0,0 0,1-1,-1 1,0 0,0-1,1 1,0 104,0-100,0-1,1 0,-1 1,1-1,-1 0,1 0,0 0,1 0,-1 0,1-1,0 1,-1-1,2 1,-1-1,0 0,1 0,-1-1,1 1,0-1,0 1,0-1,1 0,1 0,0 0,0-1,0 0,1 0,-1 0,0-1,0 0,1 0,-1-1,0 1,0-1,1-1,-1 1,0-1,0 0,-1 0,1-1,0 0,-1 0,0 0,1-1,-1 0,-1 0,1 0,0 0,-1-1,1-1,2-1,-2 0,1-1,-1 0,0 0,0 0,-1 0,0 0,0-1,-1 0,0 0,-1 0,0 0,0 0,-1-1,-1 1,1 0,-1-1,-1-1,1 10,0 0,0 0,-1 0,1 1,0-1,-1 0,1 0,0 0,-1 0,1 0,-1 1,0-1,1 0,-1 0,1 1,-1-1,0 0,0 1,1-1,-1 1,0-1,0 1,0-1,0 1,0 0,1 0,-1-1,0 1,0 0,0 0,0 0,0 0,0 0,0 0,0 0,0 0,0 0,0 0,0 0,0 1,0-1,1 0,-1 1,0-1,0 1,0-1,0 1,1-1,-1 1,0 0,1-1,-1 1,0 0,1-1,-1 1,1 0,-1 0,1 0,-1 0,1-1,0 1,-1 0,1 0,0 0,0 0,0 0,-1 1,-2 2,-1 1,1 0,0 0,1 0,-1 1,1-1,0 1,0-1,0 1,1 0,0 0,0 0,1 0,-1-1,1 1,1 0,-1 0,1 0,0 0,0 0,1-1,-1 1,1 0,1-1,-1 0,1 1,0-1,0 0,0 0,1-1,0 1,0-1,0 0,0 0,1 0,0 0,-1-1,3 2,100 31,-52-28</inkml:trace>
  <inkml:trace contextRef="#ctx0" brushRef="#br0" timeOffset="900.878">1285 577,'-3'23,"0"0,2-1,0 1,2 0,0 0,3 10,-2-27,-1 1,1 0,0-1,0 1,1-1,0 0,0 0,0 0,1 0,0-1,0 1,0-1,1 0,0 0,0 0,0-1,0 0,1 0,-1 0,1-1,0 0,1 0,2 1,-3-2,0 0,0 0,0-1,1 0,-1 0,0 0,1-1,-1 0,0 0,1-1,-1 1,0-2,1 1,-1 0,0-1,0-1,0 1,-1-1,1 0,0 0,-1 0,0-1,0 0,0 0,0 0,-1 0,1-1,-1 0,0 0,-1 0,1-1,-1 0,5-7,-1-1,-1 0,0 0,-1-1,-1 1,0-1,-1 0,0-1,-1 1,-1-14,-7-3,6 32,0-1,-1 1,1 0,-1-1,1 1,-1 0,1-1,-1 1,1 0,-1 0,1 0,-1 0,1 0,-1 0,0 0,1-1,-1 2,1-1,-1 0,1 0,-1 0,1 0,-1 0,1 0,-1 0,1 1,-1-1,1 0,-1 0,1 1,-1-1,1 0,-1 1,1-1,0 1,-1-1,1 0,0 1,-1-1,1 1,0-1,-1 1,1-1,0 1,0-1,0 1,0-1,-1 1,1-1,0 1,0-1,0 1,0 0,-5 8,0 1,0-1,1 1,0 0,1 0,0 0,0 1,1-1,1 1,0-1,0 1,1 0,0-1,2 11,0-17,-1 1,1-1,0 0,0 0,0 0,1 0,-1-1,1 1,0-1,0 1,0-1,0 0,1 0,-1 0,1-1,0 1,0-1,0 0,0 0,0 0,0 0,1-1,-1 0,1 0,-1 0,2 0,7 1,0-1,0 0,0-1,0-1,0 1,0-2,-1 0,10-3,-12 4,-1-1,1 0,-1-1,0 0,1 0,-1-1,-1 0,1-1,-1 0,1 0,-1-1,-1 0,1 0,-1-1,0 0,-1 0,0-1,0 1,0-1,-1-1,0 1,-1-1,0 0,0 0,-1 0,0 0,0-1,-1 1,0-5,-3 7,-1 15,-2 16,3-18,1-1,-1 1,1-1,0 1,0-1,0 1,1-1,0 0,0 1,0-1,1 0,0 1,0-1,0 0,0 0,1-1,0 1,0-1,0 1,1-1,0 0,-1 0,1 0,1-1,1 2,7 1,1-1,0-1,0 0,0-1,1-1,-1 0,1-1,0 0,-1-1,1-1,-1-1,1 0,-1 0,1-1,-1-1,0-1,1-1,-3 3,0-1,-1-1,0 0,0-1,0 0,-1 0,0-1,0-1,0 0,-1 0,0-1,1-1,-10 10,0 1,0-1,0 1,0-1,0 1,0-1,0 1,0-1,0 1,0-1,1 1,-1-1,0 0,0 1,1-1,-1 1,0-1,0 0,1 1,-1-1,1 0,-1 1,0-1,1 0,-1 1,1-1,-1 0,0 0,1 1,-1-1,1 0,-1 0,1 0,-1 0,1 0,-1 0,1 0,-1 0,1 0,-1 0,1 0,-1 0,1 0,-1 0,1 0,-1-1,1 1,-1 0,1 0,-1 0,0-1,1 1,-1 0,1-1,-1 1,0 0,1-1,-1 1,0 0,0-1,1 1,-1-1,0 1,2 4,1 1,-1 0,1-1,-1 1,1-1,1 0,-1 0,1 0,-1 0,1-1,0 1,0-1,1 0,-1 0,1-1,-1 1,1-1,0 0,0 0,0-1,0 1,0-1,0 0,0-1,1 1,-1-1,0 0,0 0,1-1,0 0,5 0,-1 0,1-1,-1 0,0-1,0 0,0-1,0 0,-1 0,1-1,-1 0,0-1,-1 0,1 0,6-8,-11 10,-1 0,0 0,0 0,0-1,0 1,-1-1,0 1,0-1,0 0,0 0,-1 0,0 0,0 0,0 0,0-1,-1 1,0 0,0 0,-1 0,1-1,-1 1,0 0,-1 0,1 0,-1 0,0 0,0 1,0-1,-1 1,0-1,0 0,-2-3,-1 1,0-1,0 1,0 0,-1 1,0 0,0 0,-1 0,0 1,0 0,0 0,-1 1,1 0,-1 1,0 0,0 0,-1 1,1 1,0 0,-1 1,1 0,-1 1,1 0,-1 0,1 1,0 1,0-1,0 1,0 1,0 0,1 0,0 1,-1 0,2 0,-1 1,1 0,-5 4,7-5,0-1,0 2,0-1,0 0,1 1,0 0,0 0,1 0,0 0,0 1,0-1,1 1,0 0,0 0,1 0,-1 0,2 0,-1 0,1 0,0 0,0 0,1 0,0 0,0 0,1 0,1 3,-1-5,1 1,0 0,0-1,1 1,0-1,0 0,0 0,0-1,1 1,0-1,-1 0,2 0,2 1,31 18</inkml:trace>
  <inkml:trace contextRef="#ctx0" brushRef="#br0" timeOffset="1170.158">2814 86,'-12'-16,"-8"-8,-5 0,-1 7,1 12,4 16,4 16,6 15,6 13,12 8,4-6</inkml:trace>
  <inkml:trace contextRef="#ctx0" brushRef="#br0" timeOffset="2370.035">2937 741,'7'-1,"0"-1,0 0,-1 0,1-1,0 0,-1 0,1 0,-1-1,0 0,-1 0,1-1,0 0,-1 0,0 0,-1 0,1-1,-1 0,0 0,0 0,-1 0,1-1,-2 1,1-1,1-6,2-8,0-1,-2 0,-1 0,0 0,-2-1,0 1,-2-10,-20-82,20 110,0 1,-1-1,1 0,-1 1,0 0,0-1,0 1,0 0,-1 0,1 0,-1 0,0 1,0-1,0 1,0 0,0-1,0 1,-1 1,1-1,-1 0,1 1,-1 0,0 0,1 0,-1 0,0 0,0 1,-2 0,4 0,1 0,-1 0,0 0,0 0,1 0,-1 0,0 1,1-1,-1 1,0-1,1 1,-1 0,1 0,-1-1,1 1,-1 0,1 1,0-1,-1 0,1 0,0 0,0 1,0-1,0 1,0-1,0 1,0-1,1 1,-1-1,0 1,1 0,-1-1,1 1,0 0,0-1,-1 1,1 0,0 0,0-1,1 1,-1 0,0-1,1 1,-1 0,1-1,-1 1,1 0,0-1,-1 1,1-1,0 1,0-1,0 1,1 0,8 5,1-1,0 1,0-2,0 1,1-2,-1 1,1-2,0 1,0-2,1 1,11-1,-3 2,9 1,-6-2,-1 1,1 1,-1 0,0 2,0 1,-1 1,0 1,0 1,13 9,-29-14,0 1,0-1,-1 1,0 1,-1-1,1 0,-1 1,-1 0,0 0,0 0,0 1,-1-1,0 0,-1 1,0 0,0-1,0 1,-2 0,1-1,-1 1,-1 6,5 67,-2-77,0-1,0 0,1 1,-1-1,1 0,0 0,0 0,1 0,-1 0,1 0,0 0,0-1,0 0,0 1,1-1,-1 0,1-1,0 1,0-1,0 0,0 1,0-2,0 1,1 0,-1-1,1 0,-1 0,1 0,-1-1,2 1,33 3,0 0,0-3,-1-1,1-2,0-1,0-3,-1 0,0-3,23-9,-46 15,0-1,-1-1,1 0,-1-1,-1 0,1-1,-1 0,0-2,-1 1,0-2,0 1,-1-2,0 1,-1-1,0-1,1-2,-10 12,1-1,-1 1,0 0,0-1,0 1,0-1,0 1,-1-1,1 1,-1-1,0 1,0-1,1 0,-2 1,1-1,0 0,0 1,-1-1,0 1,1-1,-1 1,0-1,0 1,0 0,-1-1,1 1,0 0,-1 0,0 0,1 0,-1 0,0 0,0 0,0 1,0-1,0 1,0-1,-1 1,1 0,-1 0,1 0,0 0,-2 0,-4-1,0 1,0 0,1 1,-1 0,0 0,0 0,0 1,1 0,-1 1,0 0,1 0,0 0,-1 1,1 0,0 1,0 0,1 0,-1 0,1 1,0 0,0 0,0 0,1 1,0 0,0 0,0 0,1 0,0 1,0 0,1 0,-1 0,2 0,-1 1,-1 6,4-11,-1 0,0 1,1-1,0 1,0-1,0 1,1-1,-1 1,1-1,-1 1,1-1,0 0,1 1,-1-1,1 0,-1 0,1 0,0 0,0 0,0 0,0-1,1 1,-1-1,1 1,-1-1,1 0,0 0,0 0,0-1,0 1,0 0,2-1,2 2,0 0,1-1,0 0,-1-1,1 1,0-1,0-1,0 0,0 0,-1 0,1-1,0 0,0-1,1 0,-2 0,1-1,-1 0,0 0,0-1,0 0,-1 0,1 0,-1-1,0 0,0 0,-1-1,1 0,-1 0,-1 0,1 0,-1-1,0 1,0-1,-1 0,0-1,0 1,-1 0,0-1,0 0,-1 1,1-3,-11 29,8-13,0 0,1 0,0 1,0-1,1 0,0 0,0 0,0 0,1 0,0 0,0 0,0 0,1 0,0-1,0 0,0 1,1-1,-1 0,1-1,1 1,-1-1,1 1,-1-1,1-1,0 1,1-1,-1 0,1 0,-1 0,1-1,0 0,0 0,0 0,0-1,0 0,0 0,0-1,0 1,1-1,-1-1,0 1,0-1,0 0,0 0,0-1,0 0,0 0,2-2,-3 1,0 0,0-1,-1 0,0 0,0 0,0-1,0 1,-1-1,1 0,-1 0,0 0,-1 0,1-1,-1 1,0-1,-1 1,1-1,-1 0,0 0,5-114,-17-22,11 141,1 0,-1 0,1 0,-1 0,1 0,-1 1,1-1,0 0,-1 0,1 1,0-1,0 0,-1 1,1-1,0 1,0-1,0 1,0-1,0 1,0 0,0-1,0 1,0 0,0 0,0 0,0 0,0 0,0 0,0 0,-1 0,1 0,0 0,0 1,0-1,0 0,0 0,0 1,0-1,0 1,0-1,0 1,-1-1,1 1,0 0,0-1,-1 1,1 0,0 0,-1 0,1-1,-1 1,1 0,-1 0,1 0,-1 0,0 0,5 2,51 35,-3 2,-1 2,-1 3,31 37,-28 2,-51-82,0 1,0-1,0 0,0 0,0 0,0 0,0 0,0-1,1 1,-1-1,1 0,-1 0,1 0,0 0,-1-1,1 0,0 1,-1-1,1-1,0 1,-1 0,1-1,0 0,-1 0,1 0,-1 0,0-1,1 1,-1-1,0 0,0 0,0 0,3-2,-1 1,11-2,0-2,0 0,-1-1,0-1,-1 0,0-1,0-1,-1 0,0-1,-1 0,-1-1,0 0,0-1,-1 0,-1 0,-1-1,6-12,-13 25,0-1,0 1,0-1,0 1,0-1,0 0,-1 1,1-1,-1 0,0 1,1-1,-1 0,-1 0,1 1,0-1,-1 0,1 0,-1 1,0-1,0 1,0-1,0 1,0-1,-1 1,1 0,-1-1,1 1,-1 0,0 0,0 0,0 0,0 1,0-1,-1 0,1 1,0 0,-1-1,-3 1,1 1,-1 0,1 0,-1 0,1 0,-1 1,1 0,-1 0,1 0,0 1,0 0,0 0,0 0,0 1,0 0,0 0,1 0,-1 0,1 1,0-1,0 1,0 0,1 0,-1 1,1-1,0 1,0 0,1 0,0 0,-1 0,2 0,-1 0,0 0,1 1,0-1,0 1,1-1,0 1,0-1,0 1,1 5,3-1,1 0,0 0,0 0,1-1,0 1,1-1,0-1,0 1,1-1,0-1,1 0,0 0,0 0,0-1,0 0,1-1,0 0,1-1,-1 0,1 0,1-1,60 19,1-4,0-3,2-3,-1-3,1-3,69-5,-35 1</inkml:trace>
  <inkml:trace contextRef="#ctx0" brushRef="#br0" timeOffset="2775.53">6133 605,'-8'-2,"1"0,0 0,0 1,-1-1,1 2,-1-1,1 1,0 0,-1 1,1 0,-1 0,1 0,0 1,0 0,0 1,0 0,0 0,0 0,1 1,-1-1,1 2,0-1,0 1,1 0,-1 0,1 0,0 1,1 0,-1 0,1 0,0 1,1-1,-1 2,3-5,0-1,1 0,-1 1,1-1,0 1,0-1,-1 0,1 1,1-1,-1 1,0-1,1 0,-1 1,1-1,0 0,0 1,0-1,0 0,0 0,0 0,0 0,1 0,-1 0,1 0,0 0,-1 0,1-1,0 1,0-1,0 1,0-1,0 0,0 0,1 0,-1 0,0 0,1-1,0 1,96 12,-89-14,1-1,-1 0,0 0,0-1,0 0,0-1,0 0,0-1,-1 0,0 0,0-1,0-1,-5 5,0-1,-1 0,1 0,-1 0,0 0,0-1,0 1,-1-1,1 0,-1 0,0 0,0 0,0 0,-1 0,1-1,-1 1,0 0,0-1,0 1,-1-1,0 1,0-1,0 0,0 1,-1-1,0 1,0 0,0-1,0 1,1 3,0 0,0 0,0 0,0 0,0 0,0 0,-1 0,1 0,0 0,-1 0,1 0,0 0,-1 0,1 0,-1 1,0-1,1 0,-1 0,1 0,-1 1,0-1,0 0,0 1,1-1,-1 1,0-1,0 1,0-1,0 1,0 0,0-1,0 1,0 0,0 0,0 0,0 0,0 0,0 0,0 0,0 0,0 0,0 0,0 0,0 0,1 1,-1-1,0 1,0-1,0 0,0 1,0-1,0 1,1 0,-1-1,0 1,0 0,1-1,-1 2,1 1,-1 0,1 1,1-1,-1 1,0-1,1 1,0-1,0 0,0 1,0-1,1 0,-1 0,1 0,-1 0,1 0,0 0,0 0,1-1,-1 1,1-1,-1 1,1-1,0 0,0 0,-1 0,2 0,26 15,0-2,2 0,0-2,0-1,1-2,1-1,0-2,0-1,0-2,5-1,-35-2,116 13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09.6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0 659,'75'-162,"-53"120,-1-2,-2 0,-2-1,-2-1,-2-1,4-30,-23-20,5 94,1 1,-1-1,0 0,-1 0,1 0,0 1,-1-1,0 1,1-1,-1 1,0-1,0 1,0 0,-1 0,1 0,0 0,-1 1,1-1,-1 1,0-1,0 1,1 0,-1 0,0 0,0 0,0 1,0-1,0 1,0-1,-1 1,-1 2,-1 0,1 0,0 1,-1-1,1 1,0 0,1 1,-1-1,0 1,1 0,0 0,0 0,0 1,1-1,-1 1,1 0,0 0,1 0,-1 0,1 1,0-1,0 1,0-1,1 1,0 0,0 0,1 4,-8 27,3-1,1 1,2 0,1-1,2 1,1 0,2 0,2-1,1 0,2 0,10 24,-15-48,1 1,0-1,1 0,0 0,1 0,0-1,1 0,0-1,1 0,0 0,1 0,-1-1,2-1,0 0,0 0,0-1,1-1,7 4,38 5,-4-8</inkml:trace>
  <inkml:trace contextRef="#ctx0" brushRef="#br0" timeOffset="327.671">641 564,'1'-5,"-1"0,0 0,0 0,0 0,-1 1,0-1,0 0,0 0,0 1,-1-1,0 0,0 1,0 0,0-1,-1 1,0 0,0 0,0 0,0 1,0-1,-1 1,0 0,0 0,0 0,0 0,0 1,0 0,-1-1,1 2,-1-1,1 0,-1 1,-1 0,-1 0,-1 0,1 1,0 1,0-1,0 1,0 0,0 1,0-1,0 1,1 1,-1-1,0 1,1 1,0-1,0 1,0 0,0 0,1 1,-1-1,1 1,0 1,1-1,-1 1,1-1,0 1,1 1,-1-1,1 0,0 1,0 3,2-8,1 1,-1 0,1-1,-1 1,1 0,0-1,0 1,1 0,-1 0,0-1,1 1,0 0,0-1,-1 1,1-1,1 1,-1-1,0 1,1-1,-1 0,1 0,0 1,-1-1,1-1,0 1,0 0,1 0,-1-1,0 1,1-1,-1 1,0-1,1 0,-1 0,1 0,0-1,0 1,7 2,0-1,0 0,0 0,1-1,-1 0,0-1,0 0,1-1,4-1,-4 0,1-1,-1 0,0 0,0-1,0-1,0 0,-1 0,0-1,6-5,-11 8,-1 0,0-1,0 1,0-1,-1 0,1 0,-1 0,0-1,0 1,-1-1,1 1,-1-1,0 0,0 0,-1 0,1 0,-1 0,0 0,-1-1,1 1,-1 0,0-2,0 6,1 0,-1-1,0 1,1 0,-1 0,0 0,0-1,0 1,0 0,0 0,-1 0,1-1,0 1,0 0,-1 0,1 0,-1 0,1 0,-1 0,1-1,-1 1,0 0,1 1,-1-1,0 0,0 0,0 0,0 0,0 1,0-1,0 0,0 1,0-1,0 1,0-1,0 1,0-1,-1 1,1 0,0 0,0-1,0 1,-1 0,1 0,0 0,0 1,0-1,-1 0,1 0,0 1,0-1,0 0,0 1,0-1,0 1,0-1,0 1,0 0,0 0,0-1,0 1,0 0,0 0,0 0,1 0,-1 0,0 0,1 0,-1 0,1 0,-3 4,1 0,0 1,0-1,0 1,0-1,1 1,0-1,1 1,-1 0,1-1,0 1,0 0,1-1,0 1,0 0,0-1,0 1,1-1,0 0,0 1,1-1,-1 0,1 0,0-1,1 1,-1 0,1-1,0 0,0 0,0 0,2 1,42 27,5-7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20.6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0,'23'0,"26"0,29 0,21 0,15 0,6 0,0 0,-10 3,-13 2,-19 1,-19 0,-18-4,-17-3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25.7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309 671,'-10'-5,"0"1,-1 0,0 1,0 0,0 1,0 0,0 1,-1 0,1 0,0 1,-1 1,1 0,0 1,0 0,0 0,0 1,0 1,0 0,1 0,0 1,-6 4,11-4,-1 0,0 1,1 0,0 0,1 0,-1 0,1 1,0 0,1 0,-1 0,2 0,-1 1,-1 5,3-9,0-1,1 1,-1 0,1 0,0-1,0 1,0 0,0-1,1 1,-1 0,1-1,0 1,0 0,0-1,1 1,-1-1,1 0,0 1,0-1,0 0,0 0,1 0,-1 0,1-1,-1 1,1-1,0 0,0 1,2 0,1 0,1 0,-1-1,1 0,0 0,0 0,0-1,0 1,0-2,0 1,0-1,0 0,0-1,0 1,0-1,0-1,0 1,0-1,6-3,0 0,1-1,-1 0,-1-1,1 0,-1-1,-1-1,1 1,9-11,-14 11,0 1,0 0,-1-1,0 0,-1-1,0 0,0 1,0-1,-2-1,1 1,-1-1,1-4,-6-3,-7 26,5-2,1 0,1 0,-1 0,1 1,1-1,-1 1,1 0,1 0,-1-1,1 1,1 0,-1-1,1 1,1 0,-1-1,1 1,1-1,-1 0,1 1,0-1,1-1,0 1,0 0,0-1,1 0,0 0,0 0,1-1,-1 1,1-1,1-1,-1 1,0-1,1 0,0-1,0 1,0-1,0-1,1 1,-1-1,1-1,-1 1,1-1,2-1,1-1,0 0,0-1,0-1,0 0,0 0,0-1,-1 0,0-1,0 0,0-1,-1 0,1-1,-1 1,-1-2,0 1,0-1,0-1,-1 1,0-1,-1-1,2-2,7-14,0 1,-3-2,0 0,-1 0,-2-1,-1-1,3-20,1-27,-3-1,-3 0,-5-66,-17-1,16 141,-1 1,1-1,0 1,-1-1,0 1,1 0,-1-1,0 1,0 0,0-1,-1 1,1 0,0 0,-1 0,0 0,1 0,-1 1,0-1,0 0,0 1,0-1,0 1,0 0,-1 0,1-1,0 2,0-1,-1 0,1 0,-1 1,1-1,-1 1,1 0,-1 0,1 0,-1 0,1 0,-1 0,1 1,-1-1,1 1,-1 0,1 0,0 0,0 0,-2 1,-9 7,1 1,1 1,0 0,0 1,1 0,0 0,1 1,1 0,0 1,0 0,2 0,-2 4,-3 4,0 1,1 0,1 0,1 1,2 1,0-1,2 1,0 0,2 0,0 0,2 0,1 0,1 0,1 0,1 0,1-1,2 0,0 0,1 0,2-1,6 12,-5-17,1-1,1 0,0-1,1-1,1 0,1-1,0 0,0-1,1-1,1-1,0-1,0 0,1-1,1-1,-1-1,1 0,0-2,1 0,1-1,-11-4,-1 1,1-1,-1-1,1 0,-1-1,0 0,1 0,-1-1,0 0,-1-1,1 0,-1-1,1 0,-1 0,-1-1,1 0,-1-1,0 0,0 0,-1 0,0-1,-1 0,1-1,-1 1,-1-1,0-1,1-1,4-9,0 0,-1-1,-1 0,-1 0,-1-1,-1 0,-1 0,-1 0,-1 0,0-19,-2 39,0 0,1 1,-1-1,0 1,0-1,0 0,0 1,-1-1,1 0,0 1,-1-1,1 1,-1-1,1 1,-1-1,0 1,1-1,-1 1,0 0,0-1,0 1,0 0,0 0,-1 0,1 0,0 0,-1 0,1 0,0 0,-1 0,1 1,-1-1,1 0,-1 1,1 0,-1-1,1 1,-1 0,0-1,1 1,-1 0,0 0,1 1,-2-1,-5 4,0 1,0 0,1 0,0 1,0-1,0 2,0-1,1 1,0 0,1 0,-1 1,1-1,1 1,-1 1,2-1,-1 0,1 1,-1-1,1-1,0 1,1 0,-1-1,2 1,-1 0,1 0,0 1,1-1,0 0,0 0,0 0,1 0,1 0,-1 0,1 0,1 0,0 0,0-1,0 1,1-1,0 0,0 0,4 4,4 0,1 0,0-1,0-1,1 0,1-1,-1 0,1-1,1-1,-1 0,1-2,0 1,0-2,1 0,-1-1,14 0,39 3</inkml:trace>
  <inkml:trace contextRef="#ctx0" brushRef="#br0" timeOffset="329.854">1853 480,'-37'0,"10"-1,0 1,0 1,0 1,0 2,0 0,0 3,25-7,0-1,0 2,0-1,0 0,0 0,0 0,0 1,0-1,0 1,0 0,1 0,-1-1,0 1,0 0,1 0,-1 1,1-1,-1 0,1 0,-1 1,1-1,0 1,0-1,0 1,0 0,0-1,0 1,0 0,0 0,0 0,1 0,-1-1,1 1,0 0,0 0,-1 0,1 0,0 0,0 0,1 0,-1 0,0 0,1 0,-1 0,1 0,0-1,-1 1,1 0,1 1,9 7,1-1,0 0,0 0,1-1,0-1,0-1,1 1,0-2,10 3,4 3,6 2,109 56,-141-68,1 0,-1 0,0 0,0 0,0 1,0-1,0 1,0-1,0 1,0 0,-1 0,1 0,0 0,-1 0,0 0,0 0,1 0,-1 1,0-1,-1 0,1 1,0-1,-1 1,1-1,-1 1,0-1,0 1,0-1,0 1,0-1,-1 1,1-1,-1 0,1 1,-1-1,0 1,0-1,0 0,0 0,-1 1,0 1,-12 5,1-1,-1 0,-1-1,1 0,-1-1,0-1,-1 0,1-1,-1-1,0 0,0-2,-3 1,16-2,-100 10,59-8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22.5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383 0,'0'31,"-1"97,5 0,20 115,-19-216,1 0,0-1,2 0,1-1,3 5,-9-23,0-1,1 1,0-1,0 1,0-1,0 0,1 0,0-1,0 0,1 0,-1 0,1 0,0-1,1 0,-1 0,1-1,0 0,-1 0,1 0,0-1,1 0,6-2,-1-1,1 0,-1-1,1-1,-1 0,0 0,0-2,0 1,-1-2,0 0,0 0,0-1,0 0,-1-1,-1-1,1 0,4-6,6-1,-1-2,-1-1,-1 0,0-1,10-18,-16 6,-14 24</inkml:trace>
  <inkml:trace contextRef="#ctx0" brushRef="#br0" timeOffset="261.297">1 260,'27'0,"34"-3,33 0,28-2,20-3,6 0,-21 2</inkml:trace>
  <inkml:trace contextRef="#ctx0" brushRef="#br0" timeOffset="898.619">834 696,'14'-22,"0"-2,-1 0,-2 0,0-1,-2 0,0-1,-2 0,-1 0,2-25,-7 48,0 0,-1 0,1-1,-1 1,0 0,0 0,0 0,0-1,0 1,-1 0,1 0,-1 0,0 0,0 0,0 0,-1 0,1 0,-1 0,1 1,-1-1,0 0,0 1,0-1,0 1,-1 0,1 0,-1 0,1 0,-1 0,0 1,1-1,-1 1,0 0,0-1,0 1,0 1,0-1,-1 0,1 1,0-1,0 1,0 0,-1 0,1 1,0-1,-1 1,1-1,0 1,1-1,0 1,-1 0,1 0,-1 0,1 0,0 1,0-1,0 1,0-1,0 1,0 0,0-1,0 1,1 0,-1 0,0 1,1-1,0 0,0 0,0 1,0-1,0 0,0 1,0-1,1 1,-1-1,1 1,0 0,0-1,0 1,0-1,0 1,0-1,1 1,-1-1,1 1,4 1,1 0,-1 0,1-1,0 0,0 0,0 0,0-1,0 0,1 0,-1-1,1 1,-1-2,1 1,0-1,-1 1,87 10,-58-8,-1 1,0 1,0 2,16 6,-46-11,1-1,0 1,-1 0,1 1,-1-1,1 1,-1 0,0 0,0 0,0 0,-1 1,1-1,-1 1,0 0,0 0,0 1,-1-1,1 0,-1 1,0 0,0-1,-1 1,1 0,-1 0,0 0,-1 1,1 115,0-118,-1-1,1 1,0-1,0 1,0-1,1 1,-1-1,1 0,-1 0,1 0,0 0,-1 0,1 0,0 0,0-1,1 1,-1 0,0-1,0 0,1 0,-1 0,1 0,-1 0,1 0,-1 0,1-1,0 1,2-1,76 0,-61-4,0 0,-1-1,1-1,-1-1,-1-1,0 0,0-2,0 0,-1 0,-1-2,1 0,11-13,-22 18,0 0,0 0,0-1,-1 0,0-1,0 1,-1-1,0 0,2-8,-5 15,0-1,0 0,-1 1,1-1,0 1,-1-1,0 0,0 1,0-1,0 0,0 1,0-1,-1 0,1 1,-1-1,0 0,0 1,0-1,0 1,0 0,-1-1,1 1,-1 0,1 0,-1 0,0 0,0 0,0 0,0 0,0 1,0-1,0 1,-1-1,1 1,0 0,-3-1,1 1,0-1,0 1,-1 0,1 1,0-1,0 1,-1 0,1 0,0 0,-1 0,1 1,0 0,0 0,-1 0,1 0,0 1,0-1,0 1,1 0,-1 1,0-1,1 0,-1 1,1 0,0 0,0 0,0 0,0 1,1-1,-1 1,1-1,-2 4,1-2,0 1,0 0,1-1,-1 1,1 0,1 0,-1 0,1 0,0 1,0-1,1 0,0 0,0 1,0-1,1 0,0 0,0 1,1-1,0 0,0 0,0-1,3 5,0-1,2-1,-1 0,1-1,0 0,1 0,-1 0,1-1,1 0,-1-1,1 0,0 0,0-1,1 0,-1-1,1 0,6 2,2-1,1-1,-1 0,1-1,-1-1,1-1,0 0,0-1,9-3,22-7</inkml:trace>
  <inkml:trace contextRef="#ctx0" brushRef="#br0" timeOffset="1888.896">2090 41,'-7'6,"0"1,1 1,0-1,0 1,0 0,1 0,1 1,-1-1,1 1,1 0,-1 0,2 1,-1-1,1 0,1 1,0 0,-6 24,1-1,2 2,1-1,2 0,2 1,1-1,1 0,2 0,1 0,2 0,5 11,20 17,-32-61,0 0,0 1,0-1,0 0,0 0,1 0,-1 0,0 0,1 0,-1-1,0 1,1 0,-1-1,1 1,-1-1,1 1,-1-1,1 0,-1 1,1-1,-1 0,1 0,-1 0,1 0,-1-1,1 1,0 0,-1-1,1 1,-1-1,0 1,1-1,-1 0,1 1,-1-1,0 0,0 0,1 0,-1 0,0 0,0 0,0-1,51-67,-46 59,1-1,0 2,0-1,1 1,0 0,1 0,0 1,4-3,-11 9,0 1,0-1,0 1,0 0,0 0,1 0,-1 0,0 1,0-1,1 1,-1-1,0 1,1 0,-1 0,1 0,-1 0,0 0,1 0,-1 1,0-1,1 1,-1-1,0 1,0 0,1 0,-1 0,0 0,0 1,0-1,0 1,-1-1,1 1,0-1,0 2,3 2,-1 1,1 0,-1 0,0 1,-1-1,0 1,0 0,0 0,-1 0,1 4,1 3,-2-1,0 1,0-1,-1 1,-1 0,0-1,-2 10,2-20,0 1,-1-1,0 1,0-1,0 0,0 1,0-1,0 0,-1 0,0 1,1-1,-1-1,0 1,-1 0,1 0,0-1,-1 1,0-1,1 0,-1 0,0 0,0 0,0 0,0-1,-1 1,1-1,0 0,-1 0,1 0,-1 0,-2-1,1 0,-1 0,1-1,0 0,0 0,-1 0,1-1,0 0,0 0,0 0,0 0,1-1,-1 0,1 0,-1 0,1-1,0 1,0-1,1 0,-1 0,1-1,0 1,0-1,0 1,1-1,-1 0,1 0,1 0,-1 0,0 0,1 0,0-5,1 6,0 1,1-1,0 1,0 0,0-1,0 1,0 0,1-1,0 1,-1 0,1 0,0 1,0-1,1 0,-1 1,1-1,-1 1,1 0,0-1,0 1,0 1,0-1,2-1,77-29,-59 25,1 2,0 0,0 1,0 2,0 1,1 0,20 3,-42-1,0-1,0 1,0 0,0-1,0 1,0 1,0-1,0 0,0 1,0 0,-1-1,1 1,-1 0,1 0,-1 0,0 1,0-1,0 1,0-1,0 1,0 0,-1-1,1 1,-1 0,0 0,0 0,0 0,0 0,-1 1,1-1,6 31,-7-26,1 0,0-1,0 1,1-1,0 1,0-1,0 1,1-1,0 0,1 0,0-1,0 1,0-1,1 0,-1 0,2 0,-1-1,0 1,1-1,0-1,1 1,-1-1,4 2,-5-4,1-1,-1 1,1-1,0 0,-1 0,1-1,0 0,0 0,-1 0,1 0,0-1,0 0,-1-1,1 1,-1-1,1 0,-1 0,0-1,1 1,-1-1,-1 0,1-1,0 1,-1-1,3-2,4-5,0-1,0 0,-1-1,0 0,-1-1,-1 0,0 0,3-10,29-90,-60 152,18-33,0 0,0 0,0-1,1 1,0 0,0 0,0 0,1 0,0 1,0-1,0 0,0 0,1 0,0 0,0 0,0 0,1 0,0-1,0 1,0 0,0-1,1 1,-1-1,1 0,0 0,1 0,-1 0,1 0,-1-1,1 0,0 0,1 0,-1 0,3 1,4 0,0-1,0 0,0-1,0 0,1-1,-1 0,0 0,1-1,-1-1,1 0,-1-1,0 0,0-1,0 0,0 0,0-1,-1-1,0 0,0 0,0-1,0 0,-1-1,0 0,-1-1,1 1,-1-2,-1 1,0-1,0 0,0 0,-1-1,-1-1,39-99,-49 134,0 0,1 1,2-1,0 1,2 17,0-36,0-1,1 1,-1-1,1 1,0-1,1 1,-1-1,1 0,0 0,1 0,-1 0,1 0,0 0,0-1,0 1,1-1,-1 0,1 0,0 0,0 0,1-1,-1 0,1 0,0 0,0 0,0-1,0 0,3 1,22 2,-3-4</inkml:trace>
  <inkml:trace contextRef="#ctx0" brushRef="#br0" timeOffset="2151.19">3428 150,'-14'-4,"-5"2,2 7,7 9,11 8,5-1</inkml:trace>
  <inkml:trace contextRef="#ctx0" brushRef="#br0" timeOffset="2406.061">3715 696,'12'3,"0"0,1-1,-1-1,1 0,0-1,-1 0,1-1,-1 0,1-1,-1 0,1-1,-1 0,0-1,0-1,-1 0,1-1,-1 0,-1 0,1-1,-1 0,0-1,0-1,-1 1,0-1,-1-1,0 0,4-6,-10 13,0 0,-1 1,1-1,-1 0,0 0,1 0,-1 0,-1 0,1 0,0 0,-1-1,0 1,1 0,-1 0,0 0,-1-1,1 1,-1 0,1 0,-1 0,0 0,0 0,0 0,-1 0,1 0,-1 0,1 1,-1-1,0 1,0-1,0 1,0-1,-1 1,1 0,-1 0,1 0,-1 1,0-1,0 1,1-1,-1 1,-3-1,-3-1,0 0,-1 1,0 0,1 0,-1 1,0 0,0 1,0 0,0 1,0 0,1 0,-1 1,0 0,1 1,0 0,-1 0,1 1,0 1,1-1,-1 1,1 1,0 0,0 0,1 0,0 1,0 0,-6 8,12-13,-1 1,1 0,-1 0,1 0,0 0,0 0,0 0,1 0,-1 0,1 0,-1 0,1 0,0 0,0 1,1-1,-1 0,1 0,-1 0,1 0,0 0,0 0,1 0,-1 0,0 0,1-1,0 1,0 1,4 2,0 1,0-1,0 0,1-1,-1 0,1 0,1 0,-1-1,1 0,0 0,48 17,2-2,0-2,1-4,0-1,1-4,24 0,-57-5,110 12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21.0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110 220,'0'16,"0"17,-3 14,-2 14,-4 10,1 4,-1 0,0-10,3-10,2-15</inkml:trace>
  <inkml:trace contextRef="#ctx0" brushRef="#br0" timeOffset="248.85">0 233,'7'19,"12"15,13 11,16 7,14 5,10-2,5-4,-2-7,-4-11,-10-11,-13-9,-12-14,-12-6</inkml:trace>
  <inkml:trace contextRef="#ctx0" brushRef="#br0" timeOffset="498.184">546 1,'-9'14,"-3"16,0 17,5 14,8 11,11 5,10 1,6-2,3-3,-3-16</inkml:trace>
  <inkml:trace contextRef="#ctx0" brushRef="#br0" timeOffset="860.783">765 656,'37'-255,"-20"84,-16 170,-1 0,0 0,1-1,-1 1,0 0,0 0,0 0,0-1,0 1,0 0,0 0,-1-1,1 1,0 0,-1 0,1 0,0 0,-1 0,0 0,1-1,-1 1,0 0,1 1,-1-1,0 0,0 0,0 0,0 0,0 1,0-1,0 0,0 1,0-1,0 1,0-1,0 1,0-1,-1 1,1 0,0 0,0-1,0 1,-1 0,1 0,0 0,0 0,0 1,-1-1,1 0,0 0,0 1,0-1,-1 1,-1 2,0 0,0 0,0 1,1-1,-1 1,1 0,0-1,0 1,0 0,1 0,-1 0,1 0,0 1,0-1,0 0,1 0,0 1,-1-1,2 0,-1 1,0-1,1 0,0 0,0 1,0-1,0 0,1 0,0 0,-1 0,2-1,-1 1,0 0,1-1,-1 1,1-1,0 0,0 0,0 0,1-1,-1 1,2 0,16 9,0-1,0 0,1-2,0-1,1-1,-1 0,2-2,7 0,62 18,-91-23,0 0,0 0,1 0,-1 1,0-1,0 0,0 1,0 0,0-1,0 1,0 0,-1 0,1 0,0 0,0 0,-1 1,1-1,0 0,-1 1,1-1,-1 1,0 0,0-1,1 1,-1 0,0 0,-1 0,1 0,0 0,0 0,-1 0,1 0,-1 0,0 0,0 0,1 0,-1 0,0 0,-1 0,1 0,0 0,-1 0,0 2,-54 63,46-60,1 1,0 0,1 1,0 0,1 0,0 1,0-1,-3 9,8-16,1-1,-1 1,1 0,-1 0,1 0,0-1,-1 1,1 0,0 0,1 0,-1 0,0 0,0-1,1 1,-1 0,1 0,-1-1,1 1,0 0,0-1,0 1,0 0,0-1,0 1,0-1,0 0,1 1,-1-1,1 0,-1 0,1 0,-1 0,1 0,-1 0,1 0,0-1,0 1,-1 0,1-1,0 0,1 1,80 11,-83-12,57 0,0-2,-1-2,0-3,0-3,29-9,-28 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1.8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359 642,'-16'-6,"0"1,0 0,-1 2,0 0,1 0,-1 2,0 0,0 1,0 1,-7 1,16-1,-1 0,0 1,1 1,-1-1,1 1,0 1,0 0,0 0,0 0,1 1,-1 0,1 1,1-1,-1 1,1 1,0-1,0 1,1 0,0 0,-2 4,5-9,0 1,1 0,-1 0,0 0,1 0,0 0,0 0,0 1,0-1,0 0,1 1,-1-1,1 0,0 1,0-1,0 0,1 1,-1-1,1 0,0 1,0-1,0 0,0 0,0 0,1 0,-1 0,1 0,0 0,0 0,0-1,0 1,0-1,1 1,-1-1,1 0,0 0,-1 0,1 0,0-1,0 1,0-1,3 1,9 1,0-1,0-1,0 0,0-1,0-1,0 0,0-1,-1-1,1 0,0-1,-1 0,0-1,0-1,0 0,-1-1,0-1,0 0,-1-1,0 0,6-6,-2 0,-1 1,-1-2,0 0,-2-1,1 0,-2-1,-1 0,0 0,-1-1,-1-1,0 0,-2 0,-1 0,0 0,-1-1,-1 0,-2 0,0 0,-1 0,-2-17,1-1,-3-1,0 1,-3 0,-1 1,-2 0,-7-14,15 46,1 3,0-1,0 1,0-1,0 1,-1 0,0 0,1-1,-1 1,0 0,-1 1,1-1,0 0,-1 1,0-1,1 1,-2-1,2 3,1 0,-1 1,0-1,1 1,-1-1,1 1,-1-1,1 1,-1 0,1 0,0 0,-1-1,1 1,0 1,0-1,0 0,-1 0,1 0,0 1,1-1,-1 0,0 1,0-1,1 1,-1-1,0 1,1-1,0 1,-1 0,1-1,0 2,-13 41,3 0,1 0,3 1,1 0,2 17,3-55,-4 29,1 0,2 0,2 0,1 0,2 0,2-1,8 33,-12-63,-1 1,1-1,0 1,1-1,-1 0,1 0,0 0,0 0,1 0,-1 0,1-1,0 0,0 0,1 0,-1 0,1-1,0 0,-1 0,2 0,-1 0,0-1,0 0,1 0,-1 0,1-1,0 0,0 0,-1 0,1-1,0 0,3 0,1-2,0 0,0-1,-1 0,1-1,-1 0,0 0,0-1,0-1,-1 1,1-1,-2 0,1-1,-1 0,0 0,0-1,0 0,4-8,1-2,0-2,-1 0,-1 0,-1-1,-1 0,-1 0,2-12,-6 25,-1 0,0 0,0 1,-1-1,0 0,0 0,-1-1,0 1,-1 0,0 0,0 0,0 0,-3-6,3 13,0 0,0 0,0 0,-1 1,1-1,0 0,0 1,0-1,-1 0,1 1,0 0,0-1,-1 1,1 0,-1 0,1-1,0 1,-1 0,1 0,0 1,-1-1,1 0,0 0,-1 1,1-1,0 1,-1-1,1 1,0-1,0 1,0 0,0 0,-1-1,1 1,0 0,0 0,0 0,1 0,-1 0,0 0,0 1,1-1,-1 0,0 0,1 1,-1-1,1 0,0 0,-1 2,-4 4,0 0,0 1,1 0,0 0,0 1,1-1,0 1,1 0,0-1,0 1,1 0,0 0,0 0,1 1,0-1,1 0,0 0,0 0,1 0,0-1,1 1,0 0,0-1,1 1,0-1,0 0,1-1,5 7,3-1,0-2,1 0,0 0,1-1,0-1,1 0,0-2,3 2,60 24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3.3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1 226,'-1'-21,"1"0,2 0,0 0,1 1,1-1,3-7,-8 27,1 0,0 0,0 0,0 0,0 0,0 0,0 0,0 0,0 0,1 0,-1 0,0 0,1 0,-1 0,0 0,1 1,-1-1,1 0,0 0,-1 0,1 1,0-1,-1 0,1 0,0 1,0-1,-1 1,1-1,0 1,0-1,0 1,0-1,0 1,0 0,0 0,0-1,0 1,0 0,0 0,0 0,-1 0,1 0,0 0,0 0,0 1,0-1,0 0,0 0,0 1,0-1,0 1,0-1,0 1,0-1,0 1,4 7,0 1,-1 0,0 0,-1 0,0 0,0 0,-1 1,0 0,1 9,-1-4,39 191,-41-203,0 0,1 0,0 0,0 0,0 0,0-1,0 1,1 0,-1-1,1 1,0-1,0 1,0-1,0 0,0 1,0-1,0 0,1-1,-1 1,1 0,-1-1,1 1,0-1,0 0,0 0,-1 0,1 0,0 0,0-1,0 0,0 1,0-1,0 0,1 0,-1-1,0 1,0-1,0 1,-1-1,3-1,5-5,-1-1,-1 0,0 0,0-1,0 0,-1-1,-1 1,1-1,-2-1,1 1,-1-1,-1 0,0 0,-1 0,0-1,0 1,-1-1,-1 0,0 1,-1-1,0-10,0 20,0-2,1-1,-1 0,0 1,0-1,0 0,-1 1,1-1,-1 1,0-1,-1 1,1-1,-1 1,0 0,0 0,0-1,-1 1,3 4,-1 0,1 0,-1 0,1 0,-1 0,1-1,-1 1,0 0,1 0,-1 0,1 1,-1-1,1 0,-1 0,1 0,-1 0,1 0,-1 1,1-1,-1 0,1 1,-1-1,1 0,-1 0,1 1,0-1,-1 1,1-1,0 0,-1 1,1-1,0 1,-1-1,1 1,0-1,0 1,0-1,-1 1,1-1,0 1,0 0,0-1,0 1,0-1,0 1,0 0,-2 8,-1 1,2 1,-1-1,1 0,1 0,0 0,1 1,0-1,0 0,1 0,0 0,1 0,0 0,2 4,-3-8,1 0,-1 0,1 0,0 0,1-1,-1 0,1 1,0-1,1 0,-1-1,1 1,0-1,0 0,0 0,0-1,1 1,0-1,-1 0,1-1,0 1,1-1,-1 0,2 0,-4-2,0 0,-1 0,1 0,-1 0,1 0,-1-1,1 1,-1-1,1 0,-1 0,1 0,-1-1,0 1,0-1,1 0,-1 0,-1 0,1 0,0-1,0 1,-1-1,1 1,-1-1,0 0,0 0,0 0,0 0,-1 0,1 0,0-4,4-7,-2 0,0-1,0 1,-1-1,-1 0,0-12,-1-112,-8 167,5-18,0 0,1 0,0 1,1-1,0 0,1 1,0-1,1 0,0 0,0 0,1 0,0 0,1-1,0 1,1-1,0 0,0 0,1 0,0-1,0 0,1 0,0-1,1 0,-1 0,1 0,4 1,5 0,1-1,0 0,0-2,1 0,-1-1,1-1,0 0,0-2,0 0,0-1,0-1,0-1,0 0,0-2,-1 0,1-1,-1-1,6-3,-14 5,1-1,-1 0,-1-1,1 0,-1-1,0 0,0 0,-1-1,0 0,0 0,3-6,-8 11,-1-1,1 1,-1-1,0 0,0 0,-1 0,1 0,-1 0,0 0,0 0,0 0,0 0,-1 0,0-1,1 1,-2 0,1 0,0-1,-1 1,0 0,0 0,0 0,-1 0,1 0,-1 0,0 0,0 0,0 1,0-1,-1 1,-2-3,-1 0,-1 0,1 1,-1-1,0 2,0-1,-1 1,1 0,-1 0,0 1,0 0,0 1,0 0,-1 0,1 0,0 1,-1 0,1 1,-1 0,1 1,-4 0,5-1,0 1,0 0,1 0,-1 1,0 0,1 0,-1 0,1 1,0 0,0 0,0 1,0-1,0 1,1 1,0-1,0 1,0 0,0 0,1 0,0 1,0 0,0-1,1 1,0 1,-1 1,3-6,0 1,1 0,-1-1,0 1,1 0,0-1,-1 1,1 0,0 0,1 0,-1-1,0 1,1 0,-1 0,1-1,0 1,0 0,0-1,0 1,1-1,-1 0,1 1,-1-1,1 0,0 0,0 0,0 0,0 0,0 0,0 0,1-1,-1 1,0-1,1 0,-1 0,1 0,0 0,8 4,-1-2,1 0,1 0,-1-1,0 0,1-1,-1 0,7-1,-2 0,0-2,0 0,-1-1,1-1,-1 0,0-1,0 0,0-2,-1 1,0-2,11-7,-26 16,1 0,0-1,-1 1,1 0,0 0,-1-1,1 1,0 0,0 0,-1 0,1-1,0 1,0 0,0 0,0 0,0 0,0-1,1 1,-1 0,0 0,0 0,1-1,-1 1,0 0,1 0,-1-1,1 1,-1 0,1 0,-1-1,1 1,-1-1,1 1,0 0,-1-1,1 0,0 1,-1-1,1 1,0-1,0 0,-1 1,1-1,0 0,0 0,0 0,-1 1,1-1,0 0,0 0,0 0,0 0,0-1,-1 1,1 0,0 0,0 0,0-1,-1 1,1 0,0-1,0 1,-1-1,1 1,0-1,-1 1,1-1,-1 1,1-1,12 116,-12-111,0 0,0-1,1 1,-1-1,1 1,0-1,0 1,0-1,0 0,1 0,-1 0,1 0,0 0,0-1,0 1,0-1,1 0,-1 0,0 0,1 0,0-1,-1 0,1 1,0-1,-1 0,1-1,0 1,2-1,-2 1,-1-2,1 1,-1 0,0-1,1 1,-1-1,1 0,-1 0,0-1,0 1,0-1,0 1,0-1,0 0,0 0,0 0,-1-1,1 1,-1 0,1-1,-1 0,0 0,0 0,0 0,0-1,29-84,-26 64,-1 0,-1-1,-2 1,0-1,-1 1,-2-1,0 1,-2 0,0 0,-3-3,-14-11,19 37,13 10,126 24,-73-22,50 24,-108-32,-1-1,1 1,-1 0,0 1,0-1,0 1,-1 0,1 0,-1 0,0 1,0 0,-1 0,1 0,-1 0,0 0,0 0,-1 1,2 3,3 77,-8-78,0 1,1-1,0 1,1-1,0 0,0 1,1-1,0 0,0 0,1 0,0 0,0 0,1-1,1 3,1-6,0 1,0-1,0-1,0 1,1-1,-1 0,1 0,0-1,0 0,0 0,0-1,0 0,0 0,1-1,-1 1,0-2,0 1,0-1,1 0,-1 0,0-1,6-2,1 1,-1-1,0 0,0 0,-1-1,1-1,-1 0,-1-1,1 0,-1-1,0 0,0-1,-1 0,-1-1,1 1,-2-2,1 0,-1 0,-1 0,0-1,-1 0,0 0,-1-1,0 1,0-5,-4 14,0-1,-1 1,1-1,-1 0,0 1,0-1,0 1,0-1,-1 1,0-1,1 1,-1-1,0 1,-1 0,1-1,-1 1,1 0,-1 0,0 0,0 0,0 0,-1 0,1 1,-1-1,1 1,-1 0,0 0,0 0,0 0,0 0,0 0,-1 1,1 0,0-1,-1 1,1 1,-1-1,1 0,-1 1,1 0,-1-1,1 1,-3 1,2-1,-1 0,0 1,1 0,-1 0,0 0,1 1,-1-1,1 1,0 0,-1 0,1 1,0-1,0 1,1 0,-1 0,0 0,1 0,0 1,0 0,0-1,0 1,1 0,-1 0,1 1,0-1,0 0,1 1,-1-1,1 1,0 0,0-1,0 1,1 0,0-1,0 1,0 0,0 0,1-1,0 1,0 0,0-1,1 1,-1-1,1 1,0-1,0 1,4 3,0 1,1-1,0 0,0 0,1-1,0 0,0 0,0-1,1 0,0 0,0-1,1-1,8 4,136 39,-39-25,-5-5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4.5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0,'7'10,"11"9,15 9,13 6,-1-2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5.5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231 10,'-16'-5,"-13"1,-8 6,-4 9,1 10,9 11,9 9,8-3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5.4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0 490,'1'-8,"0"-1,1 0,0 1,1-1,-1 1,1 0,1 0,0 0,0-1,4-7,47-100,63-99,-77 162,-41 52,1 1,-1-1,1 1,-1 0,1-1,-1 1,1 0,-1-1,1 1,0 0,-1 0,1-1,0 1,-1 0,1 0,0 0,-1 0,1 0,0 0,-1 0,1 0,-1 0,1 0,0 0,-1 0,1 1,0-1,-1 0,1 0,-1 1,1-1,0 0,-1 1,1-1,-1 1,1-1,-1 1,1-1,-1 1,0-1,1 1,-1-1,0 1,1-1,-1 1,0 0,0-1,1 1,-1-1,0 1,0 0,0-1,0 1,0 0,9 44,-9-38,50 289,-44-241,-6-55,0 1,-1-1,1 1,0 0,0-1,0 1,0-1,0 1,-1-1,1 1,0 0,0-1,-1 1,1-1,0 0,-1 1,1-1,-1 1,1-1,-1 1,1-1,0 0,-1 1,1-1,-1 0,0 0,1 1,-1-1,1 0,-1 0,1 0,-1 0,0 1,1-1,-1 0,1 0,-1 0,0 0,1-1,-1 1,1 0,-1 0,1 0,-1 0,0-1,1 1,-1 0,1 0,-1-1,1 1,-1 0,1-1,0 1,-1-1,1 1,-1 0,1-1,0 1,-1-1,-26-28,21 21,1 0,0-1,0 0,1 0,0 0,1 0,0-1,0 0,1 1,1-1,-1-9,1 14,1 0,1 0,-1 1,1-1,-1 0,2 1,-1-1,0 0,1 1,0-1,0 1,0 0,0 0,1 0,0 0,0 0,0 0,0 1,0-1,1 1,0 0,-1 0,1 1,0-1,3-1,2 0,1-1,-1 2,1-1,-1 1,1 1,0 0,0 0,0 1,0 0,0 0,1 2,-1-1,0 1,0 0,0 1,0 1,-1-1,4 3,-10-4,1 1,-1 1,0-1,0 0,0 1,0 0,-1 0,1 0,-1 0,1 0,-1 0,0 0,-1 1,1-1,0 1,-1-1,0 1,0 0,0 0,0 0,-1-1,1 1,-1 0,0 0,0 0,0 0,-1 0,1-1,-1 1,0 0,0 0,-1-1,-1 4,-2 38,5-43,0 0,0 0,0-1,1 1,-1 0,1 0,-1 0,1 0,-1 0,1-1,0 1,0 0,0-1,0 1,0-1,1 1,-1-1,0 1,1-1,-1 0,1 0,-1 0,1 1,-1-1,1-1,0 1,0 0,-1 0,1-1,0 1,0-1,0 0,0 1,1-1,68-3,-62 1,-1-1,0 0,0 0,0-1,-1 1,1-2,-1 1,0-1,0 0,0-1,-1 1,0-1,0-1,-1 1,1-1,-1 0,-1 0,1 0,-1-1,-1 0,1 1,-1-1,-1-1,1 1,-1 0,-1-1,0 1,0-1,0 1,-1-1,0 1,-1-1,0 1,-1-1,1 1,-1 0,-1-1,0 1,0-1,-1 5,1 0,-1 0,0 0,0 0,0 1,-1-1,1 1,-1 0,1 0,-1 1,0-1,0 1,-1 0,1 1,0-1,-1 1,1 0,0 1,-1-1,1 1,-1 0,1 0,-1 1,1-1,-1 1,1 0,-1 1,1-1,0 1,0 0,0 1,0-1,0 1,1 0,-1 0,1 1,0-1,0 1,0 0,0 0,0 0,1 0,0 1,-3 4,3-3,-1 1,1 0,0 0,1-1,-1 2,1-1,1 0,-1 0,1 1,1-1,-1 0,1 1,1-1,-1 0,1 1,1-1,-1 0,1 1,0-1,1 0,0-1,0 1,0 0,1-1,0 0,0 0,0 0,1 0,0 0,0-1,1 0,-1 0,1-1,6 4,70 21,-43-23</inkml:trace>
  <inkml:trace contextRef="#ctx0" brushRef="#br0" timeOffset="342.067">971 490,'21'12,"13"3,9 0,3-3,2-4,-6-2,-10-4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4.2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0,'-4'21,"2"16,7 11,7 5,6-3,3-4,-3-13,-4-12</inkml:trace>
  <inkml:trace contextRef="#ctx0" brushRef="#br0" timeOffset="506.378">416 300,'0'3,"3"0,2-2,1-2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3.8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349 106,'-16'-13,"0"0,-2 1,0 0,0 1,0 2,-2 0,-6-2,20 8,1 1,-1 0,0 1,0-1,0 1,0 1,0-1,0 1,-1 0,1 0,0 0,0 1,0 0,0 1,0-1,0 1,1 0,-1 0,1 1,-1 0,1 0,0 0,0 1,0-1,0 1,1 0,-2 1,3-1,-1-1,1 0,0 1,0-1,0 1,0 0,1 0,0 0,-1 1,1-1,1 1,-1-1,1 1,0-1,0 1,0 0,0-1,1 1,0 0,0 0,0-1,1 1,-1 0,1 0,0-1,1 1,-1-1,1 1,0-1,0 0,0 1,1-1,-1 0,1 0,0-1,0 1,0-1,4 4,3-2,0-1,1 0,0 0,-1-1,1 0,0-1,0 0,0-1,1 0,-1-1,0 0,0-1,1 0,-1-1,0 0,0-1,-1 0,1 0,0-1,-1-1,0 0,0 0,-1-1,1 0,2-3,-6 4,0 0,-1-1,0 0,0 1,0-1,-1-1,0 1,0-1,0 0,-1 1,0-2,0 1,-1 0,0 0,0-1,-1 1,0-1,0 0,-1 1,0-1,0 0,-1 0,1 7,0 0,0 0,0 0,0-1,0 1,0 0,0 0,0 0,0 0,-1 0,1-1,0 1,-1 0,1 0,-1 0,1 0,-1 0,0 0,1 0,-1 1,0-1,0 0,0 0,1 0,-1 1,0-1,0 0,0 1,0-1,0 1,0-1,0 1,-1 0,1-1,0 1,0 0,0 0,0 0,0 0,-1 0,1 0,0 0,0 0,0 0,0 0,0 1,0-1,-1 0,1 1,0-1,0 1,0-1,0 1,-3 8,1-1,-1 1,2 0,-1 1,1-1,1 0,-1 0,2 1,-1-1,1 1,1-1,-1 1,2 0,-3-1,2 0,-1 0,1-1,0 1,1 0,0 0,0 0,1-1,0 1,1-1,-1 0,2 0,-1 0,1-1,0 0,1 1,0-2,0 1,0-1,1 0,0 0,0-1,4 3,-6-7,-1-1,1 1,0-1,0 0,-1 0,1 0,0-1,-1 0,1 0,-1 0,1 0,-1-1,1 1,-1-1,0 0,0-1,0 1,0-1,0 0,-1 0,1 0,-1 0,0-1,0 1,0-1,0 0,0 0,-1 0,0 0,14-19</inkml:trace>
  <inkml:trace contextRef="#ctx0" brushRef="#br0" timeOffset="279.324">841 202,'0'7,"2"2,3 0,6-2,1-2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27.1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554 506,'41'5,"0"-1,0-2,0-1,0-3,-1-1,1-2,-1-2,1-1,-2-3,19-7,-4 3,-2-3,0-2,-1-2,-1-3,-1-1,-1-3,21-18,-58 38,0 0,-1 0,0-1,-1 0,0-1,-1 0,2-3,-8 11,0-1,0 1,-1 0,1 0,-1-1,0 1,0-1,0 1,0-1,-1 0,1 1,-1-1,0 0,0 1,0-1,-1 0,1 1,-1-1,0 1,0-1,0 1,-1-1,1 1,-1 0,1 0,-1-1,0 1,-2-2,-6-3,1 0,-1 1,0 0,-1 0,0 1,0 1,0-1,-1 2,0 0,0 0,0 1,0 0,0 1,0 1,-1 0,1 1,-9 0,15 0,0 0,0 0,0 0,0 1,1 0,-1 0,0 1,0-1,0 1,1 0,-1 1,1 0,0 0,0 0,0 0,0 1,0-1,1 1,-1 0,1 1,0-1,1 1,-1 0,1 0,0 0,-1 2,-3 14,1 0,0 1,2 0,1 0,0 0,2 0,0 1,2-1,0 0,1 0,3 6,-5-26,78 576,-69-503,-3 1,-4 0,-2 0,-5 0,-2 0,-4-1,-8 24,-38 44,29-98</inkml:trace>
  <inkml:trace contextRef="#ctx0" brushRef="#br0" timeOffset="470.735">910 861,'6'-16,"0"1,2 0,0 1,0 0,1 0,1 0,1 1,0 1,0 0,1 1,1 0,-1 0,2 2,0-1,6-2,9-4,1 2,0 0,0 2,2 2,-1 0,1 3,10-1,56 2,-94 6,-1 0,1 1,0 0,0 0,0 0,-1 1,1-1,0 1,-1 0,0 0,1 0,-1 0,0 1,0-1,0 1,0 0,-1 0,1 0,-1 0,0 0,0 1,0-1,1 3,3 11,-2 1,0 0,-1 1,0-1,-2 0,0 1,-1-1,-1 1,-2 5,1 28,2-50,-1 0,1 0,-1 0,1 0,0 0,0 0,0 0,0 1,0-1,1 0,-1 0,0 0,1 0,0 0,-1 0,1 0,0-1,0 1,0 0,0 0,1-1,-1 1,0 0,1-1,-1 1,1-1,-1 0,1 0,0 1,0-1,-1 0,1 0,0-1,0 1,0 0,0-1,0 1,0-1,1 1,6-4,1 0,-1 0,0-1,0 0,0 0,-1-1,1-1,-1 1,0-1,-1-1,1 1,-1-1,-1-1,1 1,-1-1,-1 0,5-7,4-8,0 0,-2-1,0-1,-2 0,-1 0,5-23,-20 67,1 0,1 0,1 1,1 0,0-1,2 1,0 0,1-1,1 1,1 0,0-1,7 18,-8-32,0 0,1 0,-1-1,1 1,0-1,1 0,-1 0,1 0,0 0,0 0,0-1,0 0,0 0,1 0,0 0,-1-1,4 2,19 4</inkml:trace>
  <inkml:trace contextRef="#ctx0" brushRef="#br0" timeOffset="1860.158">8 1093,'0'0,"1"-1,-1 1,0 0,0 0,0-1,0 1,0 0,0 0,0-1,0 1,0 0,0 0,0-1,0 1,0 0,0-1,-1 1,1 0,0 0,0-1,0 1,0 0,0 0,0 0,-1-1,1 1,0 0,0 0,0 0,-1-1,1 1,0 0,0 0,-1 0,1 0,0 0,0 0,-1-1,1 1,0 0,0 0,-1 0,1 0,0 0,0 0,-1 0,1 0,0 0,0 0,-1 0,1 0,0 0,2-5,11-28,3 0,0 1,2 1,2 0,11-12,-26 36,-3 2,0 0,1 0,-1 0,1 0,1 0,-1 1,1 0,-1-1,1 1,0 1,1-1,-1 1,1-1,-1 1,1 0,0 1,0-1,1 1,-1 0,0 0,1 1,-1 0,1 0,-1 0,1 0,-1 1,6 0,0 5,-1 1,1 0,-1 1,0-1,-1 2,0 0,0 0,0 0,-1 1,-1 0,5 7,-3-5,-4-5,10 9,-1 2,0-1,-1 2,-1-1,-1 2,-1-1,0 2,-2-1,0 1,0 3,-8-22,1 0,-1 1,0-1,0 0,0 0,1 1,-1-1,-1 0,1 0,0 0,0 1,0-1,0 0,-1 0,1 0,-1 1,1-1,-1 0,1 0,-1 0,0 0,1 0,-1 0,0 0,0 0,0 0,0-1,0 1,0 0,0 0,0-1,0 1,0-1,0 1,0-1,-1 1,1-1,0 0,0 1,0-1,-1 0,1 0,0 0,0 0,-1 0,0-1,-58-12,54 11,1 0,-1 0,1-1,0 0,0 0,0 0,0-1,0 1,1-1,-1 0,1-1,0 1,0-1,1 1,-1-1,1 0,0-1,1 1,-1 0,1-1,0 0,0 1,1-1,0 0,0 0,0 0,1 0,-1 0,2 0,-1 0,1 0,-1 0,2 1,-1-1,1 0,-1 0,2 1,-1-1,2-1,7-5,1 1,0 0,1 1,0 1,0 0,1 1,0 0,1 1,-1 1,2 0,-1 1,0 1,2 0,1-2,1 0,0 1,-1 2,2 0,-1 0,0 2,17 1,-33 0,0 1,0-1,-1 1,1 0,0 0,-1 0,1 0,-1 0,1 0,-1 1,0-1,0 1,1 0,-1 0,0 0,0 0,-1 0,1 0,0 0,-1 1,1-1,-1 0,0 1,0-1,0 1,0 0,0-1,0 1,-1 1,3 84,-3-73,-1 0,4 48,-3-62,1 1,-1-1,1 1,0-1,0 1,0-1,0 1,0-1,0 0,0 0,0 1,1-1,-1 0,0 0,1 0,-1-1,1 1,-1 0,1 0,-1-1,1 1,-1-1,1 1,0-1,-1 0,1 0,0 1,-1-1,1 0,0-1,-1 1,1 0,0 0,-1-1,2 1,6-3,0 0,-1 0,1 0,0-1,-1-1,0 1,0-1,0-1,-1 1,0-1,0 0,0-1,-1 0,0 0,0 0,-1-1,0 0,0 0,-1 0,0-1,0 1,-1-1,0 0,-1 0,0 0,0 0,-1-1,0 1,0-4,-2 13,1 0,0 1,0-1,-1 0,1 0,0 0,-1 0,1 0,0 0,-1 0,1 1,0-1,-1 0,1 0,0 0,-1 0,1 0,0-1,-1 1,1 0,0 0,-1 0,1 0,0 8,1-1,0 1,0-1,1 1,0-1,0 0,0 0,1 0,0 0,1 0,0 0,0-1,0 0,1 0,-1 0,2 0,-1-1,3 3,5 3,0 0,1 0,1-2,-1 0,1 0,1-1,11 3,37 10,-4-7</inkml:trace>
  <inkml:trace contextRef="#ctx0" brushRef="#br0" timeOffset="2484.004">1879 315,'0'4,"5"7,5 6,7 4,0-1</inkml:trace>
  <inkml:trace contextRef="#ctx0" brushRef="#br0" timeOffset="2946.763">2453 819,'-4'-5,"1"-1,-1 1,0-1,0 1,0 0,-1 1,0-1,0 1,0 0,0 0,-1 0,0 1,1 0,-1 0,-1 0,1 1,0 0,0 0,-1 1,1 0,-1 0,1 0,-1 1,0 0,1 0,-1 0,1 1,-1 0,1 1,-1-1,1 1,0 0,0 1,0 0,0 0,0 0,-3 3,6-4,-1 0,1 1,0 0,0-1,0 1,0 0,0 1,1-1,-1 0,1 1,0 0,0-1,0 1,1 0,-1 0,1 0,0 0,0 0,0 0,1 0,0 0,-1 0,1 1,1-1,-1 0,1 0,-1 0,1 0,0 0,1 0,-1 0,1 0,-1 0,1-1,0 1,1 0,-1-1,1 0,-1 0,4 3,7 2,1 0,-1-1,1-1,1-1,-1 0,1 0,0-1,0-1,1-1,-1 0,0-1,1-1,-1 0,1-1,-1-1,0 0,2-1,-2 1,0-1,-1 0,1-1,-1 0,0-1,0-1,0 0,-1-1,0 0,0-1,-1-1,0 0,0 0,-1-2,0 1,-1-1,-1 0,1-1,-2-1,0 1,0-1,1-4,13-52,-26 128,2-41,1 1,0 0,2-1,0 1,1-1,1 1,2 6,-4-21,0 1,1 0,-1-1,1 1,0-1,0 1,1-1,-1 0,1 0,0 0,0 0,0-1,1 1,-1-1,1 0,0 0,0 0,0 0,0-1,1 0,-1 1,0-2,1 1,0 0,-1-1,1 0,0 0,0 0,0-1,1 0,25-1</inkml:trace>
  <inkml:trace contextRef="#ctx0" brushRef="#br0" timeOffset="3120.362">2767 273,'9'21,"10"14,2 1</inkml:trace>
  <inkml:trace contextRef="#ctx0" brushRef="#br0" timeOffset="4065.946">3272 861,'19'-40,"-2"0,-2-1,-2 0,1-9,-13 41,-3 14,-4 17,3-6,0 0,1 0,0 0,2 0,0 0,0 0,2 0,-2-11,1 0,0 0,0 0,1 0,0 0,-1-1,1 1,1-1,-1 1,1-1,0 0,0 0,0 0,0 0,1 0,-1-1,1 1,0-1,0 0,1-1,-1 1,0-1,1 1,2 0,3 0,0 0,0-1,1 0,-1-1,1 0,0 0,-1-1,1 0,-1-1,1 0,-1-1,1 0,-1-1,0 0,0-1,0 0,0 0,-1-1,0 0,0-1,0 0,-1 0,1-1,-2 0,1-1,-1 1,0-1,0-1,-1 1,0-1,-1 0,0-1,-2 3,-3 6,0 0,0 1,0-1,0 0,0 0,0 0,0 0,0 1,0-1,1 0,-1 0,0 0,0 1,1-1,-1 0,1 0,-1 1,1-1,-1 0,1 1,-1-1,1 1,0-1,-1 1,1-1,0 1,-1-1,1 1,0-1,0 1,-1 0,1 0,0-1,0 1,0 0,-1 0,1 0,0 0,0 0,0 0,0 0,-1 0,1 0,0 0,0 0,0 1,-1-1,1 0,0 1,0-1,-1 0,1 1,11 9,-1-1,2 0,-1-1,1 0,0-1,0 0,1-1,5 1,-10-4,0 1,-1 0,1 0,-1 1,0 0,0 1,-1-1,1 1,-1 1,3 3,-3-1,1-1,0-1,1 1,-1-1,2 0,-1-1,0 0,1-1,0 0,1 0,-1-1,1-1,0 1,-1-2,1 0,1 0,1 0,3-3,0 1,0-2,0 0,-1-1,1-1,-1 0,0-1,0-1,0 0,-1-1,0-1,0 0,-1 0,0-2,0 0,-1 0,-1-1,0 0,0-1,-1-1,-1 1,0-1,0-1,-1 0,-1 0,-1-1,0 1,3-12,5-23,-2 0,-2 0,-2-1,-2 0,-3 0,-1-1,-3 1,-7-46,-13-4,21 99,0 0,-1 0,1 0,0 0,0 0,-1 0,1 0,0 0,-1 0,1 0,-1 0,1 0,-1 0,1 0,-1 0,0 1,0-1,1 0,-1 0,0 1,0-1,0 0,0 1,0-1,0 1,0-1,0 1,0 0,0-1,0 1,0 0,0 0,0 0,0-1,0 1,0 0,0 0,0 1,0-1,0 0,0 0,0 1,0-1,0 0,0 1,0-1,0 1,0-1,0 1,0-1,0 1,0 0,0 0,1-1,-1 1,0 0,1 0,-1 0,0 0,1 0,-1 0,1 0,0 0,-1 0,-9 20,1 0,0 1,2 0,0 1,2 0,1 0,0 0,2 0,0 21,2-42,-3 41,2-1,2 1,1 0,3 0,1-1,2 0,13 37,-12-53,0 0,2-1,1 0,1 0,1-1,1-1,1 0,1-1,1-1,1-1,0 0,17 11,-31-27,0 0,0 0,0 0,0-1,1 0,0 0,-1-1,1 1,0-1,0 0,3 0,-8-3,1 1,0 0,0-1,-1 0,1 1,-1-1,1 0,0 0,-1 0,0 0,1 0,-1 0,1 0,-1-1,0 1,0 0,0-1,0 1,0-1,0 1,0-1,0 0,-1 1,1-1,-1 0,1 1,-1-1,0 0,1 0,-1 1,0-1,0 0,0 0,-1 0,1 1,0-1,-1 0,1 0,-1 1,1-1,-1 0,0 1,0-1,-7-24,-1 0,-1 1,-1 1,-1 0,-1 0,-1 1,-2 1,0 1,-12-12,-2-5,-2 1,-1 1,-2 2,-1 2,-2 1,-1 2,-1 1,-2 3,0 1,-2 2,0 2,-10-1,148 33,735 67,-637-59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39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1,'26'10,"-2"1,1 1,-2 1,0 1,0 1,-2 2,0 0,0 1,-2 1,0 0,-2 2,9 12,-22-26,-3-6,-1 1,0-1,0 0,1 0,-1 0,0 0,1 0,-1 0,1 0,-1 1,1-2,0 1,0 0,-1 0,1 0,0 0,0 0,0 0,0-1,0 1,0-1,0 1,0 0,0-1,0 1,0-1,0 0,0 1,1-1,-1 0,0 0,0 0,0 0,0 0,1 0,-1 0,0 0,0 0,0-1,0 1,0 0,1-1,-1 1,0-1,0 1,0-1,75-114,-60 90,49-56,-64 81,0 1,0-1,0 0,0 0,-1 0,1 1,0-1,0 0,0 1,0-1,0 1,-1-1,1 1,0 0,-1-1,1 1,0-1,-1 1,1 0,0 0,-1-1,1 1,-1 0,0 0,1 0,-1 0,0 0,1 0,-1-1,0 1,0 0,0 0,0 0,0 0,0 0,0 0,0 0,0 0,0 0,-1 0,1 0,0-1,0 1,-1 0,1 0,0 2,1 26,-1-7,1 0,1 0,1 0,1 0,4 11,-6-28,0 1,0-1,0 0,1 0,0 0,-1-1,2 1,-1-1,0 1,1-1,0 0,0 0,0-1,1 1,-1-1,1 0,0 0,-1-1,1 1,1-1,-1 0,0 0,0-1,4 1,1-2,0 0,1 0,-1-1,1-1,-1 0,0 0,0-1,0 0,0-1,0 0,-1-1,0 0,0 0,0-1,-1 0,1 0,-1-1,-1 0,1-1,-2 0,1 0,-1 0,0-1,0 0,-1 0,0 0,-1-1,0 1,1-6,2-24,-17 64,9-20,-1 1,1 0,0-1,0 1,1 0,0 0,0 0,0 0,1-1,0 1,0 0,0 0,1-1,-1 1,2-1,-1 1,0-1,1 0,0 0,0 0,1 0,-1-1,1 1,0-1,0 0,1 0,-1 0,1-1,0 1,0-1,0-1,0 1,1-1,1 2,1-3,-1 0,0-1,0 1,0-1,1-1,-1 1,0-1,0 0,0-1,0 0,0 0,0-1,-1 1,1-1,-1-1,0 1,1-1,-2 0,1-1,0 1,-1-1,5-5,-1 0,0 0,-1 0,0 0,-1-1,0-1,0 1,-1-1,-1 0,0 0,-1-1,0 1,0-4,-3-14,-1 30,0 0,0-1,0 1,0-1,1 1,-1 0,0-1,0 1,0-1,0 1,0 0,0-1,0 1,-1-1,1 1,0 0,0-1,0 1,0-1,0 1,-1 0,1-1,0 1,0 0,0-1,-1 1,1 0,0 0,-1-1,1 1,0 0,-1 0,1-1,0 1,-1 0,1 0,0 0,-1 0,1-1,-1 1,1 0,0 0,-1 0,1 0,-1 0,1 0,0 0,-1 0,1 0,-1 0,1 0,0 1,-1-1,1 0,0 0,-1 0,1 0,-1 1,1-1,0 0,-1 0,1 1,0-1,0 0,-4 5,0 1,1-1,0 1,0-1,1 1,-1 0,1 0,1 0,-1 0,1 0,0 1,0-1,1 0,0 1,0-1,1 5,-1-5,1-1,1 1,-1 0,1-1,0 1,0-1,1 1,-1-1,1 0,0 0,1 0,-1-1,1 1,0-1,0 0,0 0,1 0,-1-1,1 1,0-1,0 0,5 2,7 2,0 0,1 0,-1-2,1 0,1-1,11 1,63 5,-3-5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42.9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0,'0'16,"0"15,0 11,0 8,0 3,2-2,6-6,3-11,0-11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43.3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22,'56'-9,"0"3,0 2,0 2,50 5,-81 0,0 0,0 1,-1 1,0 2,0 0,0 2,17 8,-30-12,-1 1,-1 0,1 0,-1 0,0 1,-1 1,1 0,-1 0,-1 0,0 1,0 0,0 1,-1-1,-1 1,0 0,0 1,-1-1,0 3,0 5,-1 1,-2-1,0 1,0-1,-2 1,0-1,-1 1,-5 17,5-24,2-11,-1 0,1 0,0 0,-1 0,1 0,0 1,0-1,0 0,0 0,0 0,0 1,0-1,0 0,1 0,-1 0,0 0,1 0,-1 0,1 1,-1-1,1 0,0 0,-1 0,1-1,0 1,0 0,-1 0,1 0,0 0,0-1,0 1,0 0,0-1,0 1,0-1,0 1,0-1,1 0,-1 1,0-1,0 0,0 0,0 0,1 0,-1 0,0 0,0 0,0 0,0 0,1 0,-1-1,0 1,0-1,0 1,13-4,0 0,-1-1,0-1,0 0,0-1,-1 0,0-1,0 0,-1-1,0-1,0 1,-1-2,2-3,-5 6,0 0,-1-1,0 0,0 0,-1 0,-1-1,1 1,-1-1,-1 0,0 0,-1 0,2-9,-5 20,1 0,-1 0,1-1,-1 1,1 0,-1-1,0 1,1-1,-1 1,0-1,1 1,-1-1,0 0,0 1,1-1,-1 0,0 1,0-1,0 0,1 0,-1 0,0 0,0 0,0 0,0 0,1 0,-1 0,0 0,0 0,0 0,1-1,-1 1,0 0,0-1,0 1,1-1,-1 1,0-1,1 1,-1-1,0 1,1-1,-1 1,1-1,-1 0,1 1,-1-1,1 0,0 0,-1 1,1-1,0 0,-1 0,1 0,0 1,0-1,0 0,0 0,0 0,0 0,0 0,-4 6,1 1,0-1,0 1,1-1,0 1,0 0,0 0,0 0,1 0,0 0,1 0,-1 1,1-1,0 0,1 0,-1 0,1 1,1-1,-1 0,1 0,0 0,0-1,1 1,-1 0,1-1,1 0,-1 0,1 0,0 0,4 4,14 8,2-2,-1-1,2 0,0-2,0-1,1-1,1-1,-1-2,1 0,1-2,13 1,61 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52.1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298 562,'-16'2,"0"2,1 0,-1 1,1 1,0 0,1 1,0 1,0 0,0 1,1 0,0 1,1 0,0 1,1 1,0 0,1 0,0 1,1 0,0 1,1 0,1 0,0 1,0 3,5-14,1 0,-1 0,1 0,0 0,0 0,1 0,-1 0,1 0,0 0,0 0,0 0,0 1,1-1,0 0,0 0,0 0,0 0,1-1,-1 1,1 0,0 0,0-1,0 1,1-1,-1 0,1 0,0 0,0 0,0 0,2 1,1 0,1-1,-1-1,1 1,-1-1,1 0,0-1,0 1,0-1,0-1,0 1,0-1,0 0,0-1,0 0,0 0,-1 0,5-2,7-2,0-1,0-1,-1-1,1 0,14-11,-9 5,-1-1,-1-1,-1-1,0-1,-1-1,-1-1,-1 0,-1-1,-1-1,0 0,-2-1,-1-1,-1 0,0 0,-2-1,-1-1,-1 1,2-20,-3 0,-2 0,-2 0,-2 0,-2 1,-2-1,-2 0,-5-13,-16-18,26 75,0 0,0 1,0-1,1 0,-1 1,0-1,0 1,0-1,0 1,0 0,0-1,0 1,0 0,0 0,0 0,0-1,0 1,0 0,0 0,0 1,0-1,0 0,0 0,0 0,0 1,0-1,0 0,0 1,0-1,0 1,0-1,0 1,0 0,1-1,-1 1,0 0,0 0,1-1,-1 1,1 0,-1 0,0 0,1 0,-1 1,-9 13,0 1,1 0,0 1,2 0,0 1,1-1,0 1,-1 15,-6 17,2 0,3 1,2 0,2 0,2 0,3 1,6 41,-7-84,1 1,0 0,1-1,0 1,0-1,1 1,0-1,1 0,0 0,0-1,1 1,0-1,0 0,1 0,0-1,1 1,0-1,0-1,0 1,1-1,0-1,0 1,0-2,6 4,-4-6,0 0,0 0,0-1,0 0,0-1,0 0,1-1,-1 0,0-1,-1 0,1 0,0-1,0 0,-1-1,0 0,0 0,2-3,8-3,0-2,-1 0,-1-1,0-1,-1 0,0-1,7-11,-14 16,-1 0,0-1,-1 0,0-1,0 1,-1-1,-1-1,0 1,0-1,-2 0,1 0,-2 0,0 0,0-1,-1 1,-1-10,0 21,0 0,0 0,-1 0,1 1,0-1,-1 0,0 0,1 0,-1 0,0 1,0-1,0 0,0 1,0-1,0 1,0-1,-1 1,1-1,-1 1,1 0,-1 0,1 0,-1 0,1 0,-1 0,0 0,0 0,0 1,1-1,-1 1,0-1,0 1,0 0,0-1,0 1,0 0,0 0,0 1,0-1,1 0,-1 1,0-1,0 1,0 0,0-1,1 1,-1 0,0 0,1 0,-1 0,-7 6,-1 0,2 1,-1 0,1 0,0 1,1 0,0 0,0 1,1-1,0 2,1-1,0 1,1-1,0 1,1 0,0 1,0-1,2 1,-1-1,1 5,1-8,1 0,-1 0,2 0,-1 0,1-1,0 1,1 0,0-1,0 1,0-1,1 0,0 0,0-1,1 1,0-1,0 0,1 0,0 0,0-1,0 0,0 0,1-1,0 1,0-2,0 1,0-1,1 0,5 2,28 7,0-1,1-3,1-1,-1-2,1-1,0-3,0-2,22-3,-3-1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56.0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352 107,'-28'-9,"0"2,-1 1,1 1,-1 1,-1 2,1 0,-17 3,-32 25,76-25,1 0,-1 0,0 0,1 0,-1 0,1 1,-1-1,1 0,-1 1,1-1,0 1,0-1,0 1,0 0,0-1,0 1,0 0,1 0,-1 0,0 0,1-1,0 1,-1 0,1 0,0 0,0 0,0 0,0 0,1 0,-1 0,0 0,1 0,-1 0,1-1,0 1,-1 0,1 0,0-1,0 1,1 0,5 4,0 1,0-2,1 1,-1-1,2 0,-1-1,0 0,1 0,0-1,-1 0,1-1,1 0,-1 0,0 0,0-2,1 1,8-1,-5 1,1-1,0-1,0 0,0-1,-1 0,1-1,0 0,-1-1,0-1,5-2,-13 4,1 0,0 0,-1 0,0-1,1 0,-1 0,-1 0,1 0,-1-1,0 0,0 0,0 0,0 0,-1-1,0 1,0-1,-1 0,0 0,0 0,0 0,0 0,-1-1,0-2,-15-51,13 59,0-1,1 1,-1 0,0 0,0 0,0-1,0 1,0 0,0 0,0 0,-1 0,1 1,0-1,-1 0,1 0,0 1,-1-1,1 1,-1-1,1 1,-1 0,1-1,-1 1,1 0,-1 0,1 0,-1 0,1 0,-1 0,1 1,-1-1,1 1,-1-1,1 1,0-1,-1 1,1 0,0-1,-1 2,-2 2,-1 0,2 1,-1-1,0 1,1 0,0 1,0-1,0 0,1 1,0 0,0-1,0 1,1 0,0 0,0 0,1 0,-1 0,1 0,0 0,1 0,-1 0,1 0,1 1,1 3,1 0,0-1,0 0,1 0,1 0,-1 0,1-1,1 0,-1 0,1-1,1 0,-1 0,1 0,1-1,-1-1,1 1,0-1,0-1,0 1,1-2,0 1,1-1,55 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40.3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465 1102,'5'-21,"0"0,2 0,0 0,1 1,11-18,-1-3,63-130,-81 169,1 1,0-1,0 1,-1-1,1 1,0 0,0-1,0 1,0 0,1 0,-1 0,0-1,0 1,1 0,-1 1,1-1,-1 0,1 0,-1 1,1-1,-1 1,1-1,0 1,-1-1,1 1,0 0,-1 0,1 0,0 0,-1 0,1 0,-1 1,1-1,0 0,-1 1,1 0,-1-1,1 1,-1 0,1-1,-1 1,1 0,-1 0,0 0,0 0,1 1,0 0,16 16,-1 0,-1 2,-1 0,0 1,-2 0,7 14,-18-33,0 0,0 0,-1 0,1 1,-1-1,1 1,-1-1,0 1,0-1,0 1,0 0,-1-1,1 1,-1 0,0 0,1 0,-1-1,0 1,-1 0,1 0,0-1,-1 1,0 0,1 0,-1-1,0 1,0-1,-1 1,1-1,-1 1,1-1,-1 0,0 0,-1 3,-4-3,1 0,-1 0,1 0,-1 0,0-1,1 0,-1-1,0 0,0 0,0 0,0-1,1 0,-1 0,0-1,1 1,-1-1,1-1,-1 0,1 1,0-2,0 1,1-1,-6-4,11 8,-1 0,1 0,-1-1,1 1,-1 0,1-1,-1 1,1 0,-1-1,1 1,0-1,-1 1,1-1,0 1,-1 0,1-1,0 1,0-1,0 0,-1 1,1-1,0 1,0-1,0 1,0-1,0 1,0-1,0 0,0 1,0-1,0 1,0-1,0 1,1-1,-1 1,0-1,0 1,0-1,1 1,-1-1,0 1,1-1,-1 1,0-1,1 1,-1 0,1-1,-1 1,1 0,-1-1,1 1,-1 0,1 0,-1-1,1 1,-1 0,1 0,35-8,41 3,-55 6,0-2,1-1,-1-1,0 0,0-2,-1-1,1 0,-1-2,-1 0,3-2,-17 7,1-1,-1 1,0-1,0 0,0-1,0 0,-1 0,0 0,0 0,0-1,-1 0,1 0,-1 0,-1 0,1-1,-1 0,-3 5,1 1,-1 0,0 0,1-1,-1 1,0 0,0-1,0 1,0 0,0-1,-1 1,1 0,0-1,-1 1,1 0,-1 0,1-1,-1 1,1 0,-1 0,0 0,1 0,-1 0,0 0,0 0,0 0,0 0,0 0,0 0,0 1,0-1,-1 0,1 1,0-1,0 1,0-1,-1 1,1 0,-1-1,-53 2,45 1,1 0,0 1,1 0,-1 0,0 1,1 0,0 1,0 0,0 0,1 1,0 0,0 0,0 1,0-1,1 2,1-1,-1 0,1 1,-1 3,5-8,0 0,0 0,0-1,1 1,-1 0,1 0,0 0,0 0,0 0,0 0,0 0,1 0,-1 0,1-1,0 1,0 0,0 0,0 0,0-1,1 1,-1-1,1 1,0-1,0 0,0 1,0-1,0 0,0 0,0-1,1 1,-1 0,1-1,-1 1,2 0,98 35,54-18,-78-15</inkml:trace>
  <inkml:trace contextRef="#ctx0" brushRef="#br0" timeOffset="456.287">1981 734,'-1'26,"2"1,1-1,1 0,1 0,3 6,-5-25,0 0,0 0,0-1,1 1,0-1,0 0,1 0,0 0,0 0,0-1,1 1,0-1,0 0,0-1,1 1,-1-1,1 0,0 0,0-1,1 0,5 3,-3-4,0 0,0-1,-1 0,1 0,0-1,0 0,0-1,0 1,0-2,0 1,-1-2,1 1,-1-1,1 0,-1 0,0-1,0-1,-1 1,1-1,-1 0,0-1,0 0,-1 0,0 0,0-1,0 0,-1 0,0 0,0-1,-1 0,0 0,0 0,-1 0,0-1,0-2,18-68,-24 85,0 1,1 0,0 0,0 0,0 0,1 0,0 1,1-1,0 0,0 0,0 0,1 1,0-1,1 0,-1 0,1 0,1 0,-1 0,1-1,0 1,1-1,0 0,0 0,0 0,0 0,1-1,0 1,0-1,1-1,-1 1,1-1,1 1,73 11,-41-18</inkml:trace>
  <inkml:trace contextRef="#ctx0" brushRef="#br0" timeOffset="1969.639">2759 789,'-3'2,"-1"1,1 0,0 1,0-1,0 1,1-1,-1 1,1 0,0 0,0 0,0 0,1 0,-1 0,1 0,0 1,0-1,1 0,-1 1,1-1,0 1,0-1,0 0,1 1,-1-1,1 1,0-1,1 0,-1 0,1 1,-1-1,1 0,1-1,-1 1,0 0,1-1,0 1,0 0,9 3,1-1,0 0,-1-1,2 0,-1-1,0-1,1 0,0-1,-1 0,1-1,0 0,0-1,0-1,0 0,0-1,0-1,0 1,-1 0,0-1,1-1,-1 0,-1-1,1 0,-1-1,6-4,-14 8,0 0,-1 0,1-1,-1 0,0 0,0 0,0 0,0 0,0 0,-1-1,1 0,-1 1,0-1,0 0,-1 0,1 0,-1 0,0 0,0-1,0 1,0 0,-1 0,0-1,1 1,-2 0,1-1,-1 1,1-1,-1 5,1 1,0 0,0 0,-1-1,1 1,0 0,-1-1,1 1,-1 0,1-1,-1 1,1-1,-1 1,1-1,-1 1,0-1,1 1,-1-1,0 1,1-1,-1 0,0 1,1-1,-1 0,0 0,0 0,1 0,-1 1,0-1,0 0,0 0,1 0,-1-1,0 1,0 0,1 0,-1 0,0 0,0-1,1 1,-1 0,0-1,1 1,-1-1,0 1,1-1,-1 1,1-1,-1 1,1-1,-1 1,1-1,-1 0,1 1,-1-1,1 0,0 1,0-1,-1 0,1 0,0 1,0-1,0 0,0 0,0 1,0-1,0 0,0 0,-2 5,0 1,0 0,1 0,0 1,0-1,0 0,0 0,1 0,0 1,0-1,1 0,-1 0,1 0,0 1,1-1,-1 0,1 0,0-1,0 1,1 0,-1-1,1 1,0-1,0 0,0 0,1 0,0 0,-1 0,1-1,1 0,-1 0,0 0,1 0,-1-1,1 1,0-1,1 0,7 3,-1-1,1 0,-1-1,1-1,0 0,0 0,0-1,0-1,0 0,0-1,0-1,0 0,0 0,0-1,-1-1,1 0,-1-1,0 0,0-1,-1 0,0-1,0 0,0-1,-1 0,0-1,0 0,-1 0,-1-1,0 0,0-1,3-6,3-39,-8 115,-2-50,0-1,0 1,1-1,0 0,1-1,0 1,0-1,0 0,1 0,0-1,0 0,1 0,0-1,0 0,0 0,0-1,1 0,0 0,0-1,0 0,0-1,0 0,1 0,4-1,0 1,1-1,0 0,0-2,0 1,0-2,-1 0,1 0,-1-2,1 0,-1 0,0-2,-1 1,1-2,-1 0,6-4,-7 1,0 0,-1 0,0-1,-1-1,0 0,-1-1,0 1,-1-2,0 1,-1-1,-1 0,0-1,-1 1,2-9,-12 81,4 5,2 0,3 0,2-1,4 0,14 51,-6-22,3 18,-5 0,-2 56,-20-109,6-55,-1-1,1 0,-1 0,0 1,1-1,-1 0,1 0,-1 0,0 0,1 0,-1 0,0 0,1 0,-1 0,0 0,1 0,-1 0,0 0,1-1,-1 1,1 0,-1 0,0-1,1 1,-1 0,1-1,-1 1,1-1,-1 1,1-1,-1 1,1-1,0 1,-1-1,1 1,0-1,-1 1,1-1,0 0,0 1,-1-1,1 0,0 1,0-1,0 0,-12-26,0 0,2 0,2-1,0 0,2-1,1 1,1-2,4 28,-19-118,7 0,4-1,6-12,2 124,-1-12,1 1,1 0,1 0,0 0,2 0,0 1,2-1,6-16,-10 32,0 0,0 0,0 1,1-1,0 1,-1 0,1 0,0 0,0 0,1 0,-1 1,1-1,-1 1,1 0,0 0,0 0,0 1,0-1,0 1,0 0,0 0,0 1,0-1,1 1,-1 0,0 0,0 0,0 0,2 1,6 1,0 1,0 0,-1 0,1 1,-1 1,1 0,-1 0,-1 1,7 5,59 60,-74-69,0 1,0 0,0 0,0 0,0 0,-1 0,1 1,-1-1,0 0,0 1,0-1,-1 1,1-1,-1 1,0-1,0 1,0 0,0-1,-1 1,1-1,-1 1,0-1,0 0,0 1,-1-1,1 0,-2 3,-4 1,-1 0,0 0,0-1,0 0,-1 0,0-1,0 0,0-1,0 0,-1 0,0-1,1 0,-1-1,-1 0,1 0,0-1,0-1,0 0,-1 0,-2-1,11 1,0 1,0-1,0 1,-1-1,1 0,0 0,0 0,0 0,0-1,-1 1,1 0,0-1,0 0,0 1,0-1,0 0,0 0,0 0,0 0,1 0,-1-1,0 1,1-1,-1 1,1-1,-1 1,1-1,0 0,-1 0,1 0,0 1,0-1,0 0,1 0,-1 0,0-1,1 1,0 0,-1 0,1 0,0 0,0 0,0-1,0 1,0 0,1 0,-1 0,1 0,0-2,5-4,2 0,-1 1,1 0,0 0,0 1,0-1,1 2,0 0,0 0,1 0,7-2,-1 0,83-39,-34 17,-1-2,39-28,-85 47,0-1,0-1,-1 0,-1-1,0-1,-2 0,0-1,0-1,-2 0,8-14,-7 3,-2-1,-1 0,-1 0,-1-1,-2 0,-1-1,-1 1,-2-1,-1 0,-2 0,-4-27,4 53,2-3,-1 0,-1-1,0 1,0-1,-1 1,0 0,-1 0,0 0,0 0,-1 0,0 1,-1-1,0 1,0 0,0 1,-3-3,5 9,-1-1,1 1,-1 0,1 0,-1 1,0-1,1 1,-1-1,0 1,1 0,-1 1,0-1,1 1,-1-1,1 1,-1 0,1 0,-1 1,1-1,-1 1,1 0,0-1,0 1,0 1,0-1,0 0,1 1,-1 0,1-1,0 1,-1 0,1 0,0 0,0 2,-16 20,2 0,1 1,0 1,3 0,0 1,1 1,2-1,1 2,1-1,2 1,1 0,1 0,1 6,0-8,2 0,1-1,1 1,1-1,2 0,0 0,2 0,1 0,8 17,-10-31,0 0,1 0,0 0,1-1,0 0,1 0,0-1,1-1,0 1,1-2,0 1,0-2,1 1,0-1,1-1,0 0,0-1,0-1,3 1,-7-3,-1 0,1-1,-1 0,1-1,0 1,0-2,0 1,0-1,0-1,-1 1,1-1,0-1,0 0,-1 0,1-1,-1 0,0 0,0-1,0 0,0-1,0 1,-1-1,0-1,0 0,-1 0,1 0,-1 0,-1-1,1 0,-1-1,1-1,1-5,-1-1,-1 1,0-1,-1 0,0 0,-2-1,0 1,0 0,-1-1,-1-5,-8-24,7 44,1 0,0 1,0-1,-1 0,1 0,-1 0,1 0,0 1,-1-1,0 0,1 1,-1-1,1 0,-1 1,0-1,1 1,-1-1,0 1,0-1,1 1,-1-1,0 1,0 0,0 0,0-1,0 1,1 0,-1 0,0 0,0 0,0 0,0 0,0 0,0 0,1 0,-1 0,0 1,0-1,0 0,0 1,1-1,-1 0,0 1,0-1,1 1,-1-1,0 1,-5 5,0 1,1-1,-1 1,1 0,1 1,0-1,0 1,0 0,1 0,0 0,0 1,1-1,0 0,1 1,0 0,0-1,1 1,0-1,0 0,0 0,1 0,1 0,-1-1,1 1,0 0,1-1,0 1,0-1,1 0,0 0,0 0,0-1,1 1,0-1,1 0,-1-1,1 1,0-1,0 0,1 0,-1-1,1 0,0 0,5 1,17 9,0-2,2-1,-1-2,1 0,29 2,43 6</inkml:trace>
  <inkml:trace contextRef="#ctx0" brushRef="#br0" timeOffset="12494.158">1 2550,'16'1,"0"0,1-1,-1-1,0-1,1 0,-1-1,0 0,-1-2,1 0,-1 0,0-2,0 0,0 0,-1-1,4-4,22-31,-39 42,0 0,0 0,0-1,-1 1,1 0,0 0,-1 0,1 0,-1-1,0 1,1 0,-1 0,0-1,0 1,0 0,0-1,0 1,0 0,0-1,0 1,0 0,-1 0,1-1,-1 1,1 0,-1 0,1-1,-1 1,1 0,-1 0,0 0,0 0,0 0,0 0,0 0,0 0,0 0,0 1,0-1,0 0,0 1,-1-1,-1-1,-1 1,1 0,-1 0,1 1,-1-1,1 1,-1-1,0 1,1 0,-1 1,0-1,1 1,-1-1,1 1,-1 0,1 0,-1 1,1-1,0 1,-1-1,1 1,0 0,-2 2,-59 62,59-60,1 1,0-1,0 1,1 0,0 0,0 0,0 0,1 1,0-1,0 1,1-1,0 1,0 0,1-1,0 1,1 0,-1-1,1 1,1 0,0-1,0 0,0 1,1-1,0 0,0 0,1 0,-1 0,2-1,-1 0,1 0,0 0,1 1,7 2,1 0,-1-1,2-1,-1 0,1-1,0 0,0-2,1 1,-1-2,1 0,0-1,0 0,0-2,0 0,0 0,12-3,47-5</inkml:trace>
  <inkml:trace contextRef="#ctx0" brushRef="#br0" timeOffset="12916.03">615 2317,'11'7,"0"-1,1 0,0-1,0-1,0 0,0 0,1-1,-1-1,1 0,-1-1,1 0,0-1,0-1,0 1,-1-2,1 0,9-3,-5 3,0-1,1-1,-2-1,1 0,0-1,-1-1,0 0,-1-1,0-1,0 0,-1-1,0-1,0 0,-1-1,-1 0,0-1,-1-1,0 1,-1-2,-1 1,0-2,6-14,-9 15,-1 0,0-1,-1 0,-1 1,-1-1,0 0,-1-1,-1 1,0 0,-1 0,-1 0,0 0,-1 0,-1 0,-1 0,0 1,-6-11,9 23,0-1,0 1,0 1,-1-1,1 0,-1 0,0 1,0 0,0-1,0 1,0 1,0-1,-1 0,1 1,-1-1,1 1,-1 0,0 0,1 0,-1 1,0 0,1-1,-1 1,0 0,0 1,1-1,-1 1,0-1,1 1,-1 0,1 1,-1-1,1 0,-1 1,1 0,0 0,0 0,0 0,0 1,0-1,0 1,0 0,-11 13,0 1,1 1,1 0,1 1,0 0,1 1,2 0,0 0,1 1,0-1,2 2,1-1,0 1,2 4,-15 123,7 1,6 1,7 1,-2-70,1 43,1 4,-5 0,-18 118,18-228,-1 0,-1 0,-1 0,0 0,-2-1,0 0,-1 0,0-1,-9 12,-7 1</inkml:trace>
  <inkml:trace contextRef="#ctx0" brushRef="#br0" timeOffset="13415.207">492 2946,'64'-31,"2"2,0 4,22-5,-52 19,199-58,51-1,-243 60,11-6,-53 15,-1 0,0 1,0-1,0 0,0 1,0-1,0 0,0 1,0-1,0 1,0-1,0 0,-1 1,1-1,0 0,0 1,-1-1,1 1,0-1,-1 1,1-1,0 1,-1-1,1 1,-1-1,1 1,-1-1,1 1,-1 0,1-1,-1 1,0 0,1-1,-1 1,1 0,-1 0,0 0,1-1,-1 1,0 0,1 0,-1 0,0 0,-2-1,-1-1,-1-1,1 0,0 1,0-1,0-1,1 1,-1 0,1-1,0 0,0 0,0 0,0 0,1 0,0 0,-1-1,2 1,-1-1,0 0,2 2,-1 1,0-1,0 1,0 0,0-1,-1 1,1 0,-1-1,1 1,-1 0,0 0,1 0,-1 0,0 1,0-1,-1 1,1-1,0 1,0-1,-1 1,1 0,-1 0,1 0,-1 1,0-1,1 1,-1-1,1 1,-1 0,0 0,1 0,-1 0,0 0,-4 1,-1 1,1-1,0 1,0 0,-1 1,2 0,-1 0,0 0,0 1,1 0,-2 2,2-2,0 0,-1 1,2 0,-1 1,1-1,-1 1,2 0,-1 0,1 1,0-1,0 1,0 0,1 0,0 0,1 1,0-1,0 1,0-1,1 1,0 0,0-1,1 1,0 0,1 0,0-1,0 1,0 0,1-1,0 1,1-1,-1 0,1 0,2 2,5 1,2-1,-1 0,1 0,0-2,1 1,0-2,0 1,0-2,1 0,0 0,0-2,0 1,0-2,1 0,-1-1,10 0,137 5,-90-10</inkml:trace>
  <inkml:trace contextRef="#ctx0" brushRef="#br0" timeOffset="14280.65">2022 2618,'-2'-1,"-1"-1,1 1,-1 0,0 1,1-1,-1 0,0 1,1 0,-1-1,0 1,1 0,-1 0,0 1,1-1,-1 0,0 1,1 0,-1 0,0 0,1 0,-1 0,1 0,0 0,-1 1,1-1,0 1,0 0,0 0,0 0,0 0,-47 70,47-68,0 0,1 0,-1 0,1 0,0 1,0-1,0 0,1 0,0 1,-1-1,1 1,1-1,-1 0,1 1,0-1,0 0,0 0,0 0,1 1,-1-1,1 0,0-1,0 1,1 0,-1-1,1 1,0-1,0 0,0 0,0 0,1 0,-1 0,4 1,5 0,0 0,1-1,-1 0,1-1,-1 0,1-1,0-1,0 0,0-1,0 0,-1-1,1 0,-1-1,1 0,-1-1,0-1,0 0,-1 0,1-1,-1-1,0 1,-1-2,2-1,9-8,-1 0,-1-1,-1-1,0-1,-1 0,-1-1,-2-1,0-1,-1 0,-1 0,3-11,14-40,-3-2,-4-1,-1-10,1-11,-5 0,-4-1,-3-13,-10 104,2-2,-2 0,1 0,-2 0,1 1,-1-1,-1 0,1 0,-3-6,3 15,1 1,0-1,-1 0,1 0,-1 1,1-1,-1 0,0 0,1 1,-1-1,0 1,1-1,-1 0,0 1,0 0,1-1,-1 1,0-1,0 1,0 0,0 0,1-1,-1 1,0 0,0 0,0 0,0 0,0 0,0 0,0 0,1 0,-1 0,0 1,0-1,0 0,0 0,0 1,1-1,-1 1,0-1,0 1,1-1,-1 1,0-1,1 1,-1 0,0-1,1 1,-1 0,1 0,-1-1,1 1,0 0,-1 1,-11 16,0 1,2 0,0 1,1 0,1 0,1 1,1 0,0 1,2-1,1 1,-1 18,-1-8,2 1,1 0,1 1,2-1,2 0,1 0,1-1,2 1,1-1,1-1,2 1,1-2,2 1,1-2,1 0,1-1,3 1,-8-12,0 0,1-1,1 0,1-1,0-1,0-1,2 0,0-1,0 0,1-2,0 0,1-1,0-1,0 0,1-2,5 1,-19-6,-1-1,1 0,0 0,-1-1,1 0,-1 0,1 0,-1 0,1-1,-1 0,0 0,0-1,0 1,0-1,0 0,0 0,-1-1,1 1,-1-1,0 0,-1-1,4-3,62-112,-59 98,32-48,-41 71,0-1,0 1,0-1,0 1,0-1,0 1,0-1,-1 1,1 0,0 0,0-1,-1 1,1 0,0 0,-1 0,1 0,-1 0,1 0,-1 0,1 0,-1 0,0 0,0 0,1 0,-1 0,0 0,0 0,0 0,0 0,0 0,0 0,0 0,-1 0,1 0,0 0,-1 1,1-1,1 45,8 56,-8-97,1-1,-1 0,1 0,0 0,0 0,1 0,-1 0,1-1,0 1,0-1,0 1,0-1,0 0,1-1,-1 1,1 0,0-1,0 0,0 0,0 0,3 1,4-1,0 0,0-1,-1 0,1 0,0-1,0 0,0-1,-1-1,1 1,0-2,-1 0,1 0,-1 0,0-2,0 1,-1-1,1 0,-1-1,0 0,0-1,-1 0,0 0,0-1,-1 0,0 0,0-1,-1 0,0 0,0 0,-1-1,-1 1,0-1,1-4,0 4,-1-1,-1 0,0 0,0 0,-1 0,0-1,-1 1,0 0,-1-3,-11 1,-3 31,10-10,1-1,0 1,1 0,0 0,0 0,1 0,0 0,1 0,-1 0,1 1,1-1,0 0,0 0,0 0,1 0,0 0,1 0,0 0,0-1,1 0,0 1,0-1,0 0,1-1,0 1,1-1,-1 0,1 0,0-1,3 2,87 41,-50-34</inkml:trace>
  <inkml:trace contextRef="#ctx0" brushRef="#br0" timeOffset="14532.975">2445 2140,'33'-2,"38"1,37 3,36 7,28 5,16 8,-22 0</inkml:trace>
  <inkml:trace contextRef="#ctx0" brushRef="#br0" timeOffset="15315.885">4057 2523,'-8'-7,"0"1,-1-1,1 2,-1-1,0 1,0 1,-1-1,0 2,1-1,-1 1,0 1,-1 0,1 0,0 1,-1 0,1 1,0 0,-1 1,1 0,0 1,0 0,-1 0,0 1,4 1,0 0,0 1,1 0,-1 0,1 0,0 1,0 0,1 0,0 0,0 1,0 0,1 0,0 0,1 0,-1 1,1 0,1-1,-1 1,1 0,1 0,-1 0,1 0,1 3,0-8,1 1,0-1,0 1,0-1,1 1,-1-1,1 0,0 0,0 1,0-1,0 0,0-1,1 1,-1 0,1-1,0 1,0-1,0 0,0 0,0 0,0 0,0-1,1 1,-1-1,1 0,-1 0,3 0,100 8,-97-9,0-1,0 1,0-1,0-1,0 0,0 0,0-1,-1 0,0 0,1-1,-1 0,0 0,-1-1,1 0,-1-1,0 0,0 0,-1 0,0-1,0 1,0-2,-1 1,0 0,-1-1,1 0,-1 0,-1-1,0 1,0-1,0 0,-1-2,-8-22,5 33,1-1,0 1,0-1,-1 1,1-1,0 1,-1-1,1 1,0-1,-1 1,1 0,-1-1,1 1,-1 0,1-1,-1 1,1 0,-1 0,1 0,-1-1,1 1,-1 0,1 0,-1 0,1 0,-1 0,1 0,-1 0,0 0,1 0,-1 0,1 0,-1 0,1 0,-1 1,1-1,-1 0,1 0,-1 1,1-1,-1 0,1 0,-1 1,1-1,-1 1,1-1,0 0,-1 1,1-1,0 1,-1-1,1 1,0-1,0 1,-1-1,-2 7,-1-1,1 1,0-1,1 1,-1 0,2 0,-1 0,0 0,1 0,1 0,-1 0,1 1,0-1,1 0,0 0,0 0,0 0,1 0,0 0,1 0,-1 0,2 1,-1-3,0 0,1 0,0-1,0 1,0-1,0 0,1 0,0 0,0 0,0-1,0 0,0 0,1 0,-1-1,1 1,0-1,-1-1,1 1,0-1,0 0,0-1,0 1,1-1,-1 0,0-1,0 1,0-1,0-1,0 1,-1-1,1 0,0 0,-1 0,1-1,-1 0,0 0,0-1,0 1,0-1,0 0,-1 0,0-1,0 1,0-1,0 0,1-4,2-3,-1 0,-1-1,0 1,-1-1,0 0,-1 0,0-1,-1 1,-1-1,0 1,-1-1,-1-12,4-51,-3 76,1 0,-1-1,0 1,0 0,1-1,-1 1,1 0,-1-1,1 1,-1 0,1 0,0-1,0 1,-1 0,1 0,0 0,0 0,0 0,0 0,0 0,0 1,1-1,-1 0,0 1,0-1,1 0,-1 1,0 0,1-1,-1 1,0 0,1-1,-1 1,0 0,1 0,-1 0,1 0,-1 1,0-1,1 0,0 1,56 20,-45-16,-1 2,-1-1,1 2,-1 0,0 0,-1 1,0 0,-1 0,1 2,-2-1,0 1,0 0,-1 0,0 1,-1 0,0 0,-1 1,0 0,1 8,25 142,-29-159,1 1,0-1,0 0,0 0,0 0,0 0,1 0,0-1,0 1,0-1,0 0,0-1,1 1,-1-1,1 0,-1 0,1 0,0 0,0-1,0 0,0 0,4 0,115-4,-112 1,-1 0,0-1,1 0,-1-1,0 0,-1-1,1 0,-1-1,0 0,-1 0,1-1,-1 0,0-1,-1 0,0-1,0 1,-1-1,0-1,-1 1,0-1,0-1,-1 1,0-1,2-8,9-70,-16 85,1 1,-1 0,0-1,-1 1,1 0,0 0,-1 0,0-1,0 1,0 0,0 0,0 0,-1 0,1 0,-1 0,0 1,0-1,0 1,0-1,0 1,-1-1,1 1,-1 0,1 0,-1 1,-1-2,2 2,-1 1,0-1,0 0,0 1,1-1,-1 1,0 0,0 0,0 0,0 1,0-1,1 1,-1-1,0 1,0 0,1 0,-1 0,0 0,1 1,-1-1,1 1,0-1,-1 1,1 0,0 0,0 0,0 0,0 1,1-1,-44 74,43-71,1 1,-1 0,1 0,0 0,1 0,-1 0,1 0,0 0,1 0,-1 0,1 0,1-1,-1 1,1 0,0 0,0-1,0 1,1-1,0 0,0 0,1 0,-1 0,1 0,0-1,0 1,0-1,1 0,0-1,0 1,0-1,3 2,19 10,0-2,1-1,1-1,0-1,0-2,1-1,0-1,8-1,66 11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43.6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191 319,'-2'16,"-1"17,-1 20,2 16,5 15,4 15,6 8,4 8,2 2,-1-2,-4-7,-7-10,-11-10,-12-16,-4-19</inkml:trace>
  <inkml:trace contextRef="#ctx0" brushRef="#br0" timeOffset="806.914">0 947,'6'-61,"3"0,2 1,3 0,2 0,22-48,-36 102,0 0,0-1,1 1,0 0,0 1,0-1,1 0,0 1,0 0,0 0,1 0,0 0,0 1,0 0,0 0,1 0,-1 1,1 0,0 0,0 0,0 1,0-1,1 2,-1-1,1 1,0 0,3 3,1 1,0 0,-1 1,1 1,-1-1,0 1,-1 1,1 0,-1 0,0 1,-1 0,0 1,0 0,0 0,-1 1,0 0,-1 0,0 0,1 4,-4-11,-1 1,0-1,-1 0,1 1,0 0,-1-1,0 1,1 0,-1 0,0 0,0 0,-1 0,1 0,-1 0,1 0,-1 0,0 0,0 0,0 0,0 0,-1 0,0 0,1 0,-1 0,0 0,0 0,0-1,-1 1,1 0,-1 0,0-1,1 1,-1-1,0 0,0 0,-1 1,1-1,0 0,-1-1,0 2,-6 1,1-1,-1 1,0-1,0-1,-1 0,1 0,0-1,-1 0,1 0,-1-1,1-1,0 1,-1-1,1-1,0 0,-1 0,1-1,0 0,1-1,-9-4,16 8,1 0,-1 0,0 0,1-1,-1 1,0 0,0-1,1 1,-1-1,0 1,1 0,-1-1,1 1,-1-1,1 0,-1 1,1-1,-1 1,1-1,-1 0,1 1,0-1,0 0,-1 0,1 1,0-1,0 0,0 0,-1 1,1-1,0 0,0 0,0 1,0-1,1 0,-1 0,0 1,0-1,0 0,1 0,-1 1,0-1,1 0,-1 1,0-1,1 0,-1 1,1-1,-1 1,1-1,-1 1,1-1,0 1,-1-1,1 1,0-1,-1 1,1 0,0-1,-1 1,1 0,113-15,-73 12,-8 2,-1-2,1-1,-1-1,0-2,28-10,-57 17,0-1,1 0,-1 0,0 0,1 0,-1 0,0-1,0 1,0-1,0 0,-1 0,1 0,0 0,-1-1,1 1,-1-1,0 0,0 1,0-1,0 0,-1 0,1 0,-1 0,1 0,-1-1,0 1,0 0,-1-1,1 1,-1-1,0 1,0 0,0-1,0 1,0-1,-1 1,1 0,-1-1,0 1,0 0,0-1,-1 1,1 0,-1 0,-1-2,1 3,1-1,-1 1,0 0,0 0,0 0,-1 0,1 0,0 0,-1 1,1-1,-1 1,1-1,-1 1,0 0,0 0,1 0,-1 1,0-1,0 1,0-1,0 1,0 0,0 0,0 0,0 1,0-1,0 1,1-1,-1 1,0 0,0 0,1 0,-1 1,0-1,1 1,-1-1,1 1,0 0,-1 0,1 0,0 0,0 0,1 0,-1 1,0-1,1 1,-2 1,1 2,0-1,1 1,-1 0,1 0,0 0,1 0,-1 0,1 0,0 0,1 0,-1 0,1 0,1 0,-1 0,1 0,0-1,0 1,1-1,-1 1,1-1,0 0,1 0,-1 0,2 1,5 6,0 0,1 0,1-1,0-1,0 0,1 0,0-1,11 5,-14-8,0-1,0 0,0 0,1-1,0-1,-1 0,1 0,1-1,-1 0,0-1,0 0,1-1,5-1,-12-1,-1-1,0 0,0 0,0-1,0 1,0-1,-1 0,1 0,-1 0,0 0,0 0,-1-1,1 0,-1 1,0-1,0 0,-1 0,0 0,0 0,0 0,0 0,-1-1,1 1,-1 0,-1 0,1 0,-1 0,0-4,1 7,-10-211,9 209,1 3,-1 0,1 0,-1 0,1 0,0 0,-1 0,1 0,0 0,0 0,0 0,0 0,0 0,0 0,0 0,0-1,0 1,0 0,0 0,1 0,-1 0,0 0,1 0,-1 0,1 0,-1 0,1 1,0-1,-1 0,1 0,0 0,0 0,-1 1,1-1,0 0,0 1,0-1,0 1,0-1,0 1,0-1,0 1,0 0,0 0,0-1,0 1,0 0,97 35,109 45,-205-79,1 0,-1 1,0-1,0 0,0 1,0-1,0 1,0 0,0-1,0 1,0 0,-1 0,1 0,-1 0,0 1,1-1,-1 0,0 1,0-1,-1 0,1 1,0-1,-1 1,1-1,-1 1,0 0,0-1,0 1,0-1,-1 1,1-1,0 1,-1 0,-13 38,11-37,0 1,1-1,0 1,0 0,0-1,0 1,1 0,0 0,0 0,0 0,0 0,1 1,0-1,0 0,1 0,-1 0,1 0,0 0,0 0,1 0,0 0,0 0,0 0,0-1,1 1,-1-1,4 4,4-1,0-1,1 0,0-1,0 0,0-1,0 0,1 0,-1-1,1-1,0 0,0-1,0 0,0-1,0 0,0-1,0 0,0-1,0 0,4-3,19-4</inkml:trace>
  <inkml:trace contextRef="#ctx0" brushRef="#br0" timeOffset="4932.999">1420 579,'0'-12,"2"-1,4 6,2 9,1 13,-2 11,0 11,-1 5,-1 1,-2-2,-1-7,-1-8</inkml:trace>
  <inkml:trace contextRef="#ctx0" brushRef="#br0" timeOffset="5188.826">1461 182,'-2'5,"5"8,13 9,12 8,2-1</inkml:trace>
  <inkml:trace contextRef="#ctx0" brushRef="#br0" timeOffset="5472.26">1843 687,'7'5,"-1"0,2 0,-1-1,0 0,1 0,0-1,0 0,0 0,0-1,0 0,0 0,1-1,-1 0,1 0,-1-1,1-1,-1 1,1-1,5-2,-11 3,0-1,0 1,0-1,0 0,0 0,0 0,0 0,0-1,-1 1,1-1,0 0,-1 1,0-1,1 0,-1-1,0 1,0 0,0-1,0 1,0-1,-1 0,1 1,-1-1,0 0,0 0,0 0,0 0,0 0,0 0,-1 0,0 0,1 0,-1 0,0 0,-1 0,1-1,-1 1,1 0,-1 0,0 0,0 0,0 0,0 1,-1-1,1 0,-1 0,0 1,0-2,-3-2,0 0,0 1,0-1,-1 1,0 0,0 0,0 1,0-1,-1 1,0 1,0-1,-3 0,7 3,-1-1,1 1,-1 0,1 0,-1 1,1-1,-1 1,0 0,1-1,-1 2,1-1,-1 0,0 1,1-1,-1 1,1 0,-1 1,1-1,0 0,-1 1,1 0,0 0,0 0,0 0,0 0,-2 3,3-2,1-1,-1 1,1 0,-1 0,1 0,0 0,0 0,1 0,-1 0,1 0,-1 0,1 1,0-1,0 0,0 0,1 0,-1 0,1 0,-1 1,1-1,0 0,1 0,-1-1,0 1,1 0,-1 0,1-1,0 1,0-1,0 1,0-1,1 0,-1 0,1 0,-1 0,1 0,-1 0,1-1,2 1,32 23</inkml:trace>
  <inkml:trace contextRef="#ctx0" brushRef="#br0" timeOffset="6206.823">2568 715,'-2'-7,"0"0,1 1,-2-1,1 1,-1-1,0 1,0 0,-1 0,0 0,0 1,0-1,-1 1,0 0,0 0,0 1,-1-1,1 1,-1 0,0 1,0-1,0 1,-1 0,1 1,-4-2,-4 0,1 1,-1-1,0 2,0 0,0 1,0 0,0 1,0 1,0 0,0 0,-11 4,17-3,0 1,1 0,-1 0,0 0,1 1,0 0,0 1,0 0,-5 4,10-8,0 1,0 0,0 0,1-1,-1 1,1 0,-1 0,1 1,-1-1,1 0,0 0,0 1,0-1,0 1,1-1,-1 1,1-1,-1 1,1-1,0 1,0-1,0 1,0-1,0 1,1-1,-1 1,1-1,0 1,0-1,0 1,0-1,0 0,0 1,6 3,-1 1,1-1,0-1,0 1,1-1,0-1,0 0,0 0,0 0,0-1,1 0,0 0,-1-1,1-1,0 1,0-1,0-1,1 0,4 2,0-2,0 0,1-1,-1 0,0-1,0-1,8-2,-18 4,0 0,0 0,0-1,0 1,-1-1,1 0,0 0,-1 0,1 0,-1-1,0 0,0 1,0-1,0 0,0 0,-1-1,1 1,-1-1,0 1,0-1,0 0,0 1,-1-1,0 0,1 0,-1 0,0-3,-1 5,0 0,0-1,0 1,0 0,0 0,0 0,-1 0,1 0,-1 0,1 0,-1 0,0 0,0 0,0 0,0 0,0 0,0 0,-1 1,1-1,-1 0,1 1,-1 0,1-1,-1 1,0 0,0 0,0-1,1 1,-1 1,0-1,0 0,-1 0,1 1,0-1,0 1,0 0,0 0,0 0,0 0,0 0,-3 0,3 3,0-1,-1 1,1 0,0-1,0 1,1 0,-1 1,1-1,-1 0,1 0,0 0,0 1,0-1,1 1,-1-1,1 1,0-1,0 1,0-1,0 1,1-1,0 0,0 4,0-4,-1 1,1 0,0 0,0 0,1-1,-1 1,1 0,0-1,0 1,0-1,0 0,1 0,0 0,-1 0,1 0,0 0,0-1,0 0,0 1,1-1,-1 0,1 0,-1-1,1 1,0-1,98 20,30-16,-93-5</inkml:trace>
  <inkml:trace contextRef="#ctx0" brushRef="#br0" timeOffset="7018.414">3086 701,'-34'-8,"1"2,-1 1,0 1,0 2,0 2,-11 1,44-1,-8-1,1 1,0 0,-1 1,1 0,-1 0,1 0,0 1,-1 1,1-1,0 1,1 1,-1-1,1 1,-1 1,1-1,-3 4,9-7,0 0,0 1,0-1,0 0,0 1,0-1,1 1,-1-1,1 1,-1-1,1 1,-1-1,1 1,0-1,0 1,0 0,0-1,0 1,0-1,0 1,0 0,1-1,-1 1,0-1,1 1,0-1,-1 1,1-1,0 1,0-1,0 0,0 0,0 1,0-1,0 0,0 0,1 1,55 27,-44-27,0 1,1-2,-1 0,1 0,-1-1,1-1,-1 0,1-1,-1-1,0 0,0 0,0-2,0 1,0-2,-1 1,0-2,-1 0,1 0,-1-1,0 0,-1-1,0 0,-1-1,0 0,0-1,-1 1,0-2,-1 1,2-6,8-24,-3-2,-1 1,-3-2,-1 0,-2 0,-2 0,-2-1,-2 0,-2 1,3 5,-1 18,0 1,-1-1,-1 0,-1 0,-4-14,6 34,0 0,0 0,0 0,0 0,0 0,-1 0,1-1,0 1,-1 0,1 0,-1 0,1 0,-1 0,1 0,-1 1,0-1,1 0,-1 0,0 0,0 0,0 1,1-1,-1 0,0 1,0-1,0 1,0-1,0 1,0-1,0 1,-1 0,1 0,0-1,0 1,0 0,0 0,0 0,0 0,0 0,0 0,-1 1,1-1,0 0,0 1,0-1,0 0,0 1,0-1,0 1,0 0,0-1,0 1,1 0,-1-1,0 1,0 0,0 0,1 0,-1 0,1 0,-1 0,1 0,-1 0,1 0,-1 0,1 0,0 0,-1 1,-12 20,1 1,1 0,2 1,0 1,1-1,1 1,2 1,0-1,0 18,1-12,1 1,1-1,2 1,2 0,0-1,2 1,2-1,5 16,-8-33,2 0,0 0,1 0,0-1,1 0,0 0,1 0,1-1,0 0,0-1,1 0,1-1,0 0,0 0,1-1,0-1,0 0,1 0,4 0,-10-4,0 0,1-1,0 1,-1-2,1 1,0-1,1 0,-1-1,0 0,0 0,1-1,-1 0,0 0,0-1,1 0,-1-1,0 1,0-2,0 1,0-1,-1 0,1-1,-1 0,0 0,0 0,0-1,0 0,-1-1,0 1,0-1,2-5,-1-1,0 0,-1 0,-1 0,0-1,0 0,-1 0,-1 0,0-1,-1 1,0-2,-2 13,0 0,1-1,-1 1,0 0,-1 0,1-1,0 1,-1 0,1 0,-1 0,1 0,-1 0,0 0,0 0,0 0,0 0,0 0,-1 0,1 0,-1 1,1-1,-1 1,1-1,-1 1,0-1,0 1,0 0,0 0,1 0,-2 0,1 0,0 1,0-1,0 0,0 1,0 0,0-1,-1 1,1 0,0 0,0 0,-1 1,1-1,-7 0,0 1,1-1,-1 1,1 1,0 0,-1 0,1 1,0 0,0 0,0 1,1 0,-1 0,1 1,0 0,-5 4,9-6,0 0,0-1,0 1,1 0,-1 1,1-1,0 0,-1 1,2-1,-1 1,0-1,1 1,0 0,-1 0,1 0,1 0,-1 0,1 0,-1 0,1 0,1 0,-1 0,0 0,1 0,0 0,0 0,0 0,0-1,1 1,-1 0,1-1,0 1,0-1,1 1,1 2,0 0,0-1,1 1,0-1,0 0,0-1,1 1,0-1,0 0,0-1,0 1,0-1,1 0,-1-1,1 1,0-2,0 1,0 0,0-1,0-1,0 1,0-1,0 0,0-1,0 0,0 0,0 0,0-1,0 0,0 0,-1-1,1 0,4-3,-8 4,-1-1,1 0,-1 0,0 0,0 0,0-1,-1 1,1 0,-1-1,0 0,1 1,-2-1,1 0,0 1,-1-1,0 0,0 1,0-1,0-1,9 65,-1-44,2-1,-1 0,2 0,0-1,1 0,0-1,1-1,1 0,8 6,-14-12,35 31,-5-8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0:58.0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1 192,'12'39,"-1"2,-2-1,2 30,-6-35,1 0,2 0,1-1,2 0,3 4,-13-35,0 1,0-1,0 0,1 0,-1 0,1 0,0 0,0 0,0 0,0-1,0 1,0-1,1 1,0-1,-1 0,1 0,0 0,0 0,0-1,0 1,0-1,0 0,0 0,1 0,-1 0,0 0,1-1,0 0,6-3,-1-1,1-1,0 1,-1-2,0 1,0-1,-1-1,0 0,0 0,0 0,-1-1,0 0,-1-1,0 1,0-1,1-3,5-5,-1 0,-1-1,0 0,-1 0,-1-1,-1-1,-1 1,4-20,-18 64,5 68,3-90,1-1,-1 1,1 0,0 0,0-1,0 1,0 0,0-1,1 1,-1-1,1 0,-1 1,1-1,0 0,0 0,0 0,0 0,1 0,-1-1,0 1,1-1,-1 1,1-1,-1 0,1 0,0 0,-1 0,1-1,0 1,0-1,1 1,6-2,-1 0,1-1,-1 0,0 0,1-1,-1 0,0 0,-1-1,1 0,-1-1,0 0,0 0,0-1,0 0,-1 0,0-1,-1 0,0 0,0-1,0 1,-1-1,0-1,0 1,-1-1,0 1,-1-1,0 0,0-1,-1 1,0 0,-1-1,1-8,-11 58,8-32,2 0,-1 0,1 0,0 0,1-1,0 1,0 0,1-1,0 0,0 1,1-1,-1 0,2-1,-1 1,1-1,0 0,0 0,1 0,-1 0,1-1,1 0,-1-1,1 1,-1-1,1-1,1 1,-1-1,0 0,1-1,-1 0,1 0,0 0,0-1,0 0,0-1,-1 0,1 0,0-1,0 1,0-2,4 0,-6 0,0 0,-1-1,1 1,-1-1,1 0,-1 0,0-1,0 1,0-1,-1 0,0-1,1 1,-1-1,-1 0,1 0,-1 0,0 0,0-1,1-3,26-113,-22 79,-1 36,1 28,-6-15,3 11,2 0,0 0,1-1,1-1,1 1,0-1,11 12,-17-21,1-1,0 0,1 1,-1-2,1 1,0-1,0 0,1 0,-1 0,1-1,0 0,0 0,0-1,0 0,0 0,1-1,-1 0,0 0,1-1,4 0,-4-2,0 0,0 0,0-1,0-1,0 1,-1-1,0-1,0 1,0-1,0-1,0 1,-1-1,0 0,-1 0,1-1,-1 0,0 0,-1 0,0 0,0-1,0 0,-1 0,0 0,0-3,27-46,-30 57,0 0,0 1,0-1,1 0,-1 1,0-1,0 0,0 0,0 1,0-1,1 0,-1 0,0 1,0-1,1 0,-1 0,0 0,0 1,1-1,-1 0,0 0,0 0,1 0,-1 0,0 0,1 0,-1 0,0 1,0-1,1 0,-1 0,0 0,1 0,-1 0,0-1,1 1,-1 0,0 0,0 0,1 0,-1 0,0 0,1 0,-1 0,0-1,0 1,1 0,-1 0,0 0,0-1,0 1,1 0,-1 0,0-1,0 1,0 0,0 0,1-1,-1 1,0 0,0-1,0 1,0 0,0-1,0 1,0 0,0 0,0-1,4 28,-4-23,0 2,0 0,0 0,1 0,0 0,0-1,0 1,1 0,0-1,0 1,0-1,1 0,0 0,0 0,0 0,0 0,1 0,0-1,0 0,0 0,1 0,-1 0,1-1,0 1,0-1,0-1,0 1,0-1,1 0,-1 0,1 0,0-1,4 0,0-1,0 0,0-1,0 0,0 0,0-1,0 0,0-1,0-1,-1 1,0-1,0-1,0 0,0 0,0-1,-1 0,0 0,-1-1,1 0,-1 0,-1-1,1 1,4-10,-11 17,0 1,0-1,0 0,0 0,0 1,0-1,0 0,0 0,1 0,-1 1,0-1,0 0,0 0,0 0,0 0,0 1,0-1,0 0,1 0,-1 0,0 0,0 0,0 1,0-1,1 0,-1 0,0 0,0 0,0 0,1 0,-1 0,0 0,0 0,0 0,1 0,-1 0,0 0,0 0,0 0,1 0,-1 0,0 0,0 0,0 0,1 0,-1 0,0 0,0 0,0 0,1 0,-1 0,0-1,0 1,0 0,0 0,1 0,-1 0,0 0,0-1,0 1,0 0,0 0,0 0,0 0,1-1,-1 1,0 0,0 0,1 26,1-5,-1-18,1 1,-1-1,1 1,0-1,0 0,0 0,0 0,1 0,-1 0,1 0,0-1,0 1,0-1,0 0,0 0,0 0,1 0,-1 0,1-1,-1 0,1 0,0 0,-1 0,5 0,95 4,-91-5,-9-1,0 1,0 0,0-1,0 1,0 1,0-1,0 0,0 1,0 0,0-1,0 1,0 0,0 0,-1 1,1-1,0 1,-1-1,1 1,-1 0,1 0,-1 0,0 0,0 0,0 1,0-1,0 1,1 4,1-1,0 0,0 0,1 0,-1 0,1-1,0 0,1 0,-1 0,1-1,0 0,0 0,0 0,1-1,-1 0,1 0,5 1,-9-2,1-1,0 1,-1-1,1 0,0 0,0 0,0-1,0 1,0-1,0 0,0 0,0 0,0-1,0 1,0-1,0 0,0 0,0 0,-1-1,1 1,0-1,-1 0,1 0,-1 0,0-1,0 1,0-1,0 0,0 0,0 0,-1 0,0 0,2-2,-3-3,0 0,-1 0,0 0,0 0,0 0,-1 0,-1 0,1 0,-1 0,0 1,-1-1,0 1,0-1,-1 1,0 0,0 0,0 1,-1-1,0 1,-1 0,1 0,-1 1,0-1,0 1,-1 1,0-1,1 1,-1 0,-1 1,1 0,-1 0,1 0,-1 1,0 0,0 1,1-1,-1 2,-7-1,6 2,1 0,0 1,0 0,1 0,-1 1,0 0,1 0,-1 0,1 1,0 1,1-1,-1 1,1 0,-1 1,2-1,-1 1,1 0,-1 1,2-1,-1 1,2-2,0-1,0 1,0 0,1 0,-1 0,1 0,0 0,1 0,0 0,-1 1,2-1,-1 1,1-1,-1 1,1-1,1 0,-1 1,1-1,0 1,0-1,1 0,0 1,0-1,0 0,0 0,1-1,0 1,0 0,3 3,17 15</inkml:trace>
  <inkml:trace contextRef="#ctx0" brushRef="#br0" timeOffset="878.345">2282 1,'-4'0,"0"0,-1 1,1-1,0 1,0 0,0 1,0-1,0 1,1-1,-1 1,0 0,1 0,-1 1,1-1,0 1,0 0,0 0,0 0,0 0,1 0,-1 1,1-1,0 1,0-1,0 2,-3 6,0 0,1 1,0-1,1 1,1-1,0 1,0 0,1 3,2 19,0-1,3 1,0-1,2 0,2 0,1-1,1 0,2-1,1 0,1-1,2 0,4 4,-12-20,0 1,1-2,0 1,1-2,1 1,0-1,0-1,1 0,1 0,3 1,-14-11,0 0,0 0,0 0,0-1,0 1,1 0,-1-1,0 0,0 1,1-1,-1 0,0 0,1 0,-1-1,0 1,0 0,1-1,-1 0,0 1,0-1,0 0,0 0,0 0,0-1,0 1,0 0,0-1,0 1,-1-1,1 1,-1-1,1 0,-1 0,1 0,-1 0,0 0,0-1,34-83,-25 49,-3 0,-1-1,-2 0,-1 0,-2 0,-2 0,-4-22,-6 16,3 56,9-4,1-1,1 0,-1 1,1-1,0 0,1 0,0-1,0 1,0-1,1 0,0 0,0 0,0-1,1 0,0 0,0 0,0 0,1-1,-1 0,1-1,3 2,-3-1,0-2,-1 1,1 1,-1-1,0 1,0 1,0-1,0 1,-1 0,0 0,0 0,0 1,-1-1,1 1,-1 1,-1-1,1 0,-1 1,0 0,-1 0,1 1,3 35,-6-35,0 1,1-1,0 0,0 0,1 0,0 0,0 0,1 0,0 0,1-1,0 1,0-1,0 0,1 0,0-1,0 1,1-1,-1 0,1 0,2 0,-1-2,-1 0,1 0,0-1,0 0,0 0,1 0,-1-1,1 0,-1-1,1 0,0 0,-1-1,1 1,0-2,0 1,-1-1,1 0,0-1,-1 0,1 0,3-2,-7 0,-1 1,0-1,1 0,-2 0,1 0,0 0,-1-1,0 1,0-1,0 1,0-1,-1 0,0 1,0-1,0 0,-1 0,1 0,-1 0,0 0,-1 0,1 0,-1-1,0 47,1-37,1 0,-1 0,1 0,0 0,0 0,0 0,1-1,-1 1,1 0,0-1,0 1,1-1,-1 1,1-1,-1 0,1 0,0 0,0 0,0-1,1 1,-1-1,0 0,1 0,0 0,-1-1,1 1,0-1,0 0,0 0,0 0,0 0,0-1,1 1,0-1,1 0,-1 0,1 0,-1 0,0-1,1 0,-1 0,0-1,0 1,1-1,-1 0,0 0,-1-1,1 0,0 0,-1 0,0 0,1-1,-1 1,-1-1,1 0,0 0,-1-1,0 1,0-1,0 1,-1-1,0 0,1 0,-2 0,1 0,-1-1,1 1,-1 0,-1-1,1 1,-1 0,0-1,0 1,-1-1,1 1,-1 0,-1-1,0-2,0 5,0 0,0 1,0-1,-1 0,1 1,-1-1,0 1,1 0,-1 0,0 0,0 0,-1 0,1 1,0-1,-1 1,1 0,0 0,-1 0,0 0,1 1,-1 0,1-1,-1 1,1 0,-1 1,0-1,1 1,-1 0,1-1,-1 2,1-1,0 0,-1 1,1-1,0 1,0 0,0 0,0 0,0 0,1 1,-1-1,1 1,-1 0,1 0,-1 2,-1-2,1 0,-1 1,1-1,0 1,0 0,1 0,-1 0,1 0,0 0,0 0,0 1,1-1,-1 1,1-1,0 1,0 0,1-1,0 1,-1 0,1-1,1 1,-1 0,1 0,0-1,0 1,0-1,1 1,-1-1,1 1,0-1,1 0,-1 0,1 0,-1 0,1 0,1-1,-1 1,0-1,20 8</inkml:trace>
  <inkml:trace contextRef="#ctx0" brushRef="#br0" timeOffset="1661.778">3319 83,'-5'-1,"0"-1,-1 1,1 0,-1 0,1 1,-1 0,0 0,1 0,-1 1,1-1,-1 1,1 0,0 1,-1 0,1 0,0 0,0 0,0 1,0-1,1 1,-1 1,1-1,-1 1,1-1,0 1,1 0,-1 1,1-1,-1 1,2-1,-1 1,0 0,1 0,0 0,0 1,0-1,1 0,0 1,0-1,0 1,0-1,1 4,3 15,0 1,1-1,2 0,0 0,2 0,1-1,0 0,2-1,0 0,3 1,13 31,98 251,-125-304,0 1,0-1,0 0,0 1,0-1,0 1,1-1,-1 0,0 1,1-1,0 0,-1 1,1-1,0 0,-1 0,1 1,0-1,0 0,0 0,0 0,0 0,0 0,0-1,1 1,-1 0,0 0,0-1,1 1,-1-1,0 1,1-1,-1 1,0-1,1 0,-1 0,1 0,-1 0,0 0,1 0,-1 0,1 0,-1 0,1-1,-1 1,0 0,1-1,-1 1,0-1,2-1,6-9,1-1,-2 0,0 0,0-1,-1 0,0 0,-1-1,-1 0,-1 0,1-1,-2 1,1-7,1-2,0 0,-1 0,-2 0,0-1,-1 1,-3-21,2 42,0 1,0-1,0 0,0 1,0-1,-1 0,1 1,-1-1,1 1,-1-1,1 1,-1-1,0 1,0-1,0 1,0-1,0 1,0 0,0 0,0 0,0-1,-1 1,1 0,-1 1,1-1,0 0,-1 0,1 0,-1 1,0-1,1 1,-1-1,1 1,-1 0,0 0,1 0,-1 0,0 0,1 0,-1 0,0 0,1 1,-1-1,0 0,1 1,-1 0,1-1,-1 1,1 0,-1 0,1 0,0 0,-1 0,1 0,0 0,0 0,0 0,0 1,-1 0,0 1,0 0,0 1,1-1,-1 0,1 1,0-1,0 1,0 0,1-1,-1 1,1 0,0 0,0-1,0 1,0 0,1 0,-1-1,1 1,0-1,0 1,0 0,1-1,0 0,-1 1,1-1,0 0,0 0,1 0,-1 0,0 0,1-1,0 1,0-1,0 1,0-1,0 0,0 0,1-1,-1 1,0-1,1 1,3 0,113 34,-48-18,-68-17,0 1,0-1,0 1,0 0,0 0,0 0,0 0,-1 1,1-1,-1 1,1 0,-1 0,0 1,0-1,-1 0,1 1,-1 0,0 0,0-1,0 1,0 0,-1 1,1-1,-1 0,0 0,0 1,0 3,-1-4,0 1,1 0,-1 0,1-1,1 1,-1 0,1-1,-1 1,1-1,0 0,1 0,-1 0,1 0,0 0,0 0,0-1,1 1,-1-1,1 0,-1 0,1 0,0 0,0-1,1 0,3 2,2 0,0-1,0-1,0 1,1-2,-1 1,0-1,1-1,-1 0,1-1,-1 0,0 0,1-1,-1 0,0-1,0 0,0-1,-1 0,1 0,-1-1,0-1,0 1,-1-1,0-1,0 1,0-2,-1 1,0-1,0 0,-1 0,0-1,0 1,-1-2,0 1,-1 0,4-11,-7 8,-5 15,-8 20,7-13,1 0,1 0,0 0,0 0,1 1,0-1,0 1,1-1,1 1,0-1,1 1,-1 0,2-1,0 1,0-1,1 0,0 0,1 0,3 7,-6-15,0 0,0 0,1-1,-1 1,1 0,-1-1,1 1,0-1,-1 1,1-1,0 0,0 0,0 0,0 0,0 0,0 0,1 0,-1-1,0 1,0-1,0 1,1-1,-1 0,0 0,0 0,1 0,0-1,14-4</inkml:trace>
  <inkml:trace contextRef="#ctx0" brushRef="#br0" timeOffset="1921.592">4303 261,'-16'-5,"-8"4,-5 3,3 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1:08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1368,'19'0,"17"-3,15 0,12-2,14-3,15-2,15-2,10 2,7-1,-1 2,-5 3,-15 1,-25 3</inkml:trace>
  <inkml:trace contextRef="#ctx0" brushRef="#br0" timeOffset="1936.396">1215 397,'-2'21,"47"224,-23-143,57 371,-67-421,-5-63,-5-40,-3 0,-2-1,-2 2,-2-1,-6-13,2 1,-19-128,7-1,4-164,19 346,-1 8,0 1,1 0,-1-1,1 1,0-1,-1 1,1-1,0 1,0-1,0 1,0-1,0 1,0-1,0 1,1-1,-1 1,0 0,1-1,-1 1,1-1,0 1,-1 0,1-1,0 1,0 0,0 0,0 0,0 0,0 0,0 0,0 0,0 0,1 0,-1 0,0 0,1 1,-1-1,0 1,1-1,-1 1,1-1,-1 1,1 0,-1 0,1-1,105 34,7-12,1-5,0-4,1-6,113-9,-133 3,1141-27,-893 7,379-16,1169-23,-630 46,-49 2,581-4,-1234 16,895-1,-1159 12,-294-12,-1 0,1 0,-1 0,1 0,0 0,-1 0,1 0,0 1,-1-1,1 0,-1 1,1-1,-1 1,1 0,-1-1,1 1,-1 0,0 0,1 0,-1 0,0 0,0 0,0 1,0-1,0 0,0 1,0-1,0 0,0 1,-1-1,1 1,-1-1,1 1,-1-1,1 1,-1 1,0 159,12 72,9 0,27 91,-33-225,-6-58,9-62,-14 16,0 1,0-1,0 1,1 0,-1 1,1-1,0 1,-1 0,1 0,0 1,1-1,-1 1,0 0,0 0,0 1,4 0,244-11,-191 11,1074 14,-872-13,952 20,-1048-14,-157-5,-18 1,-18 1,0-2,-1-1</inkml:trace>
  <inkml:trace contextRef="#ctx0" brushRef="#br0" timeOffset="2949.612">4698 520,'11'31,"2"-1,0-1,2 0,2-1,0-1,2 0,0-1,2-1,17 14,-10-6,5 4,-12-14,0 0,-2 2,-1 0,0 1,-2 0,-1 1,1 7,-15-33,0 1,0 0,0 0,0 0,0 0,-1 0,1 0,-1 1,1-1,-1 0,0 0,1 0,-1 0,0 1,-1-1,1 0,0 0,-1 0,1 0,-1 0,0 0,1 1,-1-1,0-1,0 1,0 0,-1 0,1 0,0-1,-1 1,1 0,-1-1,0 1,1-1,-8 2,0 0,0-1,0 0,0-1,0 1,0-2,-1 1,1-2,0 1,-1-1,-2 0,-4 2,1-2,-1 0,1-1,-1 0,1-1,0-1,0 0,0-2,0 1,1-2,0 0,0 0,1-2,-10-7,20 14,1-1,-1 0,1 0,0 0,0 0,0-1,0 1,1 0,-1-1,1 1,0-1,0 0,0 1,1-1,-1 0,1 0,0 1,0-1,0 0,0 0,1 0,-1 1,1-1,0 0,0 1,1-1,-1 1,2-4,63-88,3 19,-43 52,-2-1,-1-1,-1-2,-2 0,0-1,-2-1,-1-1,3-10,-19 38,1 0,-1 1,0-1,0 0,0 0,0 0,0 0,0 0,-1 0,0 0,1 0,-1 0,-1 0,1 0,0 0,-1 0,1 0,-1 0,0 0,0 0,0 0,0 0,-1 0,1 1,-1-1,1 0,-1 1,0 0,0-1,0 1,-1 0,1 0,0 0,-1 0,1 1,-1-1,0 1,1-1,-1 1,0 0,0 0,-1 0,-4 0,0 0,0 1,-1 0,1 0,-1 1,1 0,0 0,0 1,0 0,0 0,0 1,0 0,1 1,-1 0,1 0,0 0,0 1,0 0,1 0,0 1,0 0,0 0,1 0,-1 1,2 0,-1 0,1 0,0 0,0 1,1 0,0-1,1 1,-1 0,2 1,-1-1,1 0,0 0,1 1,0-1,0 0,1 1,0-1,0 0,1 2,20 38,7-8</inkml:trace>
  <inkml:trace contextRef="#ctx0" brushRef="#br0" timeOffset="3741.495">5886 821,'4'7,"1"1,0-1,0 0,1 0,0 0,0-1,0 0,1 0,-1-1,2 1,-1-1,0-1,1 0,0 0,0 0,0-1,1 0,-1-1,1 0,-1 0,1-1,0 0,0 0,-1-1,1 0,0-1,0 0,1 0,-2-1,0 0,-1 0,1-1,-1 0,0 0,1-1,-2 1,1-2,0 1,-1-1,0 0,6-5,-10 7,1 0,-1 0,1 0,-1 0,0 0,0-1,-1 1,1 0,-1-1,1 0,-1 1,0-1,-1 0,1 1,-1-1,1 0,-1 0,0 0,0 1,-1-1,1 0,-1 0,0 1,0-1,0 0,0 1,-2-3,-2-2,0 1,0 0,-1 0,0 0,-1 0,1 1,-1 0,0 1,-1 0,1 0,-1 0,0 1,0 0,-1 0,1 1,-1 0,0 1,0 0,0 0,0 1,0 0,0 1,0 0,0 0,0 1,0 0,0 0,0 1,-6 3,10-4,1 1,0 0,-1 0,1 0,0 0,0 1,1 0,-1 0,1 0,-1 0,1 0,0 1,0-1,0 1,1 0,-1 0,1 0,0 0,0 1,0-1,1 0,-1 1,1-1,0 1,1 0,-1-1,1 1,0 0,0-1,0 1,1 0,-1-1,1 1,0-1,1 1,-1-1,1 1,0-1,0 0,0 0,1 0,0 1,7 5,0-1,1 0,0 0,0-1,1 0,0-1,0-1,1 0,0 0,0-2,0 1,7 0,46 14</inkml:trace>
  <inkml:trace contextRef="#ctx0" brushRef="#br0" timeOffset="4344.878">6514 944,'-45'-332,"24"285,27 55,0-1,1 0,0-1,0 0,0 0,1 0,0-1,0 0,1 0,-1-1,1 0,5 1,41 16,0-3,1-2,54 7,-104-22,-2-1,0 1,0-1,0 0,-1 1,1 0,0 0,0 0,-1 0,1 1,-1 0,1-1,-1 1,1 0,-1 1,0-1,0 0,0 1,-1 0,1 0,-1 0,1 0,-1 0,0 0,0 1,0 0,-8 77,5-76,-1 0,0 0,1 0,0 0,0 0,1 1,-1-1,1 0,0 0,0 0,1 1,0-1,0 0,0 0,0 0,1 0,0 0,0 0,0-1,1 1,-1 0,1-1,0 0,1 0,-1 1,9 2,-1-1,1 0,0 0,1-1,-1-1,1 0,0-1,0 0,0-1,0-1,1 0,-1 0,0-1,0-1,1 0,8-3,-10 3,0 0,0-1,0 0,0-1,-1 0,1-1,-1-1,0 1,0-2,-1 1,1-2,-1 1,-1-1,1-1,-1 0,-1 0,1-1,-1 0,-1 0,0-1,0 0,-1 0,0-1,0 1,-2-1,1-1,-1 1,-1 0,0-1,-1 0,1-2,-3 12,1 0,-1 1,1-1,-1 0,0 0,1 0,-1 0,0 0,0 0,0 1,-1-1,1 0,0 0,-1 0,1 0,-1 1,1-1,-1 0,0 0,0 1,0-1,0 1,0-1,0 1,-1-1,1 1,0-1,-1 1,1 0,-1 0,1 0,-1 0,1 0,-1 0,0 0,0 1,1-1,-1 1,0-1,0 1,0-1,0 1,0 0,1 0,-1 0,0 0,-1 1,-4 1,1 1,0 0,0 0,0 1,0 0,0 0,1 0,-1 1,1 0,1 0,-1 0,1 0,0 1,0 0,0 0,1 0,0 0,0 1,0-1,1 1,0-1,0 1,1 0,0 0,0 0,1 0,0 0,0 0,0 0,1 0,0-1,0 1,3 6,0-6,0-1,0 1,1-1,0-1,0 1,0-1,1 1,0-1,0-1,0 1,1-1,-1 0,1-1,0 0,0 0,2 1,122 27,-81-24,0-3,1-2,25-2,-28-4</inkml:trace>
  <inkml:trace contextRef="#ctx0" brushRef="#br0" timeOffset="28616.165">1052 1285,'5'0,"6"0,7 0,12-2,8-4,8-2,3 0,-2-1,-5 0,-9 8,-13 7,-16 9,-17 3,-5-2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2:52.0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294 537,'-9'-4,"1"0,-1 0,0 1,0 1,0-1,-1 2,1-1,0 1,-1 0,1 1,-1 0,1 1,0 0,-1 0,1 1,0 1,0-1,0 1,0 1,0-1,1 2,0-1,0 1,0 0,0 1,1 0,0 0,-1 1,4-4,1 1,-1 0,1 0,0 0,0 0,0 0,1 0,-1 1,1-1,0 1,0 0,1 0,0-1,-1 1,2 0,-1 0,0 0,1 0,0 1,0-1,1 0,-1 0,1 0,0 0,1-1,-1 1,1 0,0 0,0-1,0 1,1-1,-1 1,1-1,0 0,0 0,1-1,-1 1,1-1,0 1,0-1,0 0,0 0,1-1,-1 0,4 2,2-1,-1-1,1 0,0-1,0 0,0 0,0-1,-1-1,1 0,0 0,0 0,0-1,-1-1,1 0,-1 0,0-1,0 0,0-1,-1 1,1-2,4-3,-1 0,0-1,0 0,-1-1,-1 0,0 0,0-2,-1 1,0-1,-1 0,-1-1,0 1,-1-2,0 0,4-23,-2-1,-1 1,-1-2,-3 1,-1-1,-2 1,-2-1,-1 1,-7-28,-19-46,29 111,0 1,0-1,-1 1,1-1,-1 1,1 0,-1-1,1 1,-1 0,0 0,1-1,-1 1,0 0,0 0,0 0,0 0,0 0,0 0,0 0,0 0,-1 0,1 1,0-1,0 0,-1 1,1-1,0 1,-1 0,1-1,-1 1,1 0,0 0,-1 0,1 0,-1 0,1 0,-1 0,1 0,0 0,-1 1,1-1,-1 1,1-1,0 1,0 0,-1-1,1 1,0 0,0 0,0 0,0 0,0 0,0 0,0 0,0 0,0 0,0 0,0 1,0 0,-10 18,1 0,0 1,2 0,0 1,2 0,0 0,2 1,0-1,1 1,1 19,-1-8,1 0,2-1,2 1,1 0,1-1,6 21,-7-41,0 0,1-1,1 1,0-1,0 0,1 0,1-1,0 0,0 0,1 0,1-1,0 0,0-1,0 0,2-1,-1 1,1-2,4 3,-10-7,1 0,-1 0,1 0,0-1,0 0,0 0,0 0,0-1,0 0,1 0,-1-1,0 0,0 0,1 0,-1-1,0 0,0 0,0 0,0-1,0 0,0 0,0 0,0-1,-1 0,1 0,-1-1,0 1,0-1,0 0,-1-1,1 1,2-5,5-9,-1 0,-1-1,-1 0,0-1,-2 0,0 0,-2-1,0 0,-1 0,-1 0,-1-1,-1 1,-1-15,0 36,0 0,0 0,0 0,0-1,-1 1,1 0,0 0,0 0,0 0,0 0,-1 0,1 0,0 0,0 0,0 0,0 0,0 0,0 0,-1-1,1 1,0 0,0 0,0 0,0 0,0 0,0 0,0-1,0 1,0 0,-4 18,3-13,1 1,0-1,0 1,0-1,1 0,-1 1,2-1,-1 0,0 0,1 0,0 0,0 0,1 0,-1 0,1-1,0 1,0-1,1 0,-1 0,1 0,0 0,0-1,0 1,1-1,0 1,9 4,1 0,0 0,0-1,0-1,1-1,0 0,9 1,45 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2:59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1 397,'83'356,"-82"-353,-2-1,1 1,0-1,0 0,0 1,0-1,1 1,-1-1,1 1,-1-1,1 0,0 1,0-1,0 0,0 0,0 0,1 0,-1 0,1 0,-1 0,1 0,0 0,-1-1,1 1,0 0,0-1,0 0,1 0,-1 1,0-1,0 0,1-1,-1 1,0 0,1-1,-1 1,1-1,-1 0,0 0,1 0,2 0,9-10,0 0,-1 0,0-1,-1-1,0 0,0-1,-2 0,1-1,-2 0,5-9,-7 12,78-131,-101 180,15-33,0 1,0-1,0 1,0-1,1 1,0-1,0 1,1 0,-1-1,1 1,1-1,-1 0,1 1,-1-1,2 0,-1 0,0 0,1 0,0 0,0-1,1 1,-1-1,1 0,0 0,0 0,0-1,1 1,-1-1,3 1,11 6,1-2,0 0,1 0,0-2,0-1,0 0,1-2,0 0,0-1,19-1,-27 0,-1 1,1-2,0 0,-1 0,1-1,0-1,-1 0,1-1,-1 0,0-1,0 0,0-1,-1 0,1-1,-1 0,0-1,-8 4,0 0,-1 0,1 0,-1-1,0 1,0-1,0 1,-1-1,1 0,-1 1,0-1,0 0,0 0,0 0,-1 0,1 0,-1 0,0 0,-1 0,1 0,-1 0,1 0,-1 0,0 1,-1-1,1 0,-1 0,1 1,-1-1,0 1,0 0,-1-1,1 1,-1 0,0 0,0 0,0 1,0-2,0 1,0-1,0 1,-1 0,0 1,1-1,-1 0,0 1,-1 0,1 0,0 0,0 1,-1-1,1 1,-1 0,1 0,-1 1,0-1,1 1,-1 0,0 0,1 1,-1-1,1 1,-1 0,0 0,1 1,0-1,-1 1,1 0,-3 2,4-2,0 1,0-1,0 1,1-1,-1 1,1 0,0 0,0 0,0 0,0 1,0-1,1 0,0 1,-1 0,1-1,1 1,-1-1,0 1,1 0,0 0,0-1,0 1,0 0,0-1,1 1,0 0,0-1,0 1,0 0,2 6,1-1,0 1,1-1,0 0,0 0,1 0,0-1,0 1,1-2,1 2,16 10,1-1,1 0,0-2,1-1,1-2,1 0,0-2,0-1,1-1,0-2,0-1,1-1,8-1,39 6</inkml:trace>
  <inkml:trace contextRef="#ctx0" brushRef="#br0" timeOffset="681.277">1504 724,'-17'-8,"1"1,-1 1,0 0,0 1,0 1,-1 0,1 2,-1 0,0 1,0 0,0 2,-16 2,30-3,-1 0,1 1,0 0,0 0,-1 0,1 0,0 1,0-1,0 1,0 0,1 1,-1-1,0 0,1 1,0 0,-1 0,1 0,0 0,1 1,-1-1,0 1,1-1,0 1,0 0,0 0,1 0,-1 0,1 0,0 1,0-1,0 0,0 1,1-1,0 0,0 1,0-1,1 0,-1 1,1-1,0 1,2 0,0 1,0-1,0 0,1 0,0 0,0-1,0 1,1-1,-1 0,1 0,0-1,0 1,0-1,1 0,-1 0,1-1,-1 0,1 0,1 0,9 3,0-1,0-1,0 0,0-2,1 1,11-2,-15-1,-1 0,1-1,0-1,-1 0,1 0,-1-1,0-1,0 0,0-1,-1 0,0 0,0-2,-1 1,1-1,-2-1,1 1,-1-2,-1 1,1-1,-2-1,1 0,-2 0,5-9,13-31,-2-2,-2 0,-3-2,-2 0,-1-7,23-167,-36 222,0 2,0 1,-1-1,0 1,0-1,0 1,0 0,-1-1,1 1,-1-1,-1 1,1 0,0 0,-2-2,2 5,0 0,0 1,0-1,0 1,0-1,0 1,0-1,0 1,-1 0,1-1,0 1,0 0,0 0,-1 0,1 0,0 0,0 0,0 0,-1 1,1-1,0 0,0 1,0-1,0 1,0-1,0 1,0-1,0 1,0 0,0-1,0 1,0 0,0 0,0 0,1 0,-1 0,0 0,0 0,-13 15,1 1,1 0,0 1,2 0,0 0,1 1,0 1,2-1,0 1,1 1,1 4,-2-3,2 0,1 0,0 1,2-1,0 1,2 0,1 0,0 0,2-1,0 1,2-1,0 1,2-2,0 1,2-1,0 0,1 0,1-1,1-1,1 0,0-1,2 1,-8-13,0 1,0-1,0 0,1 0,0-1,0 0,0-1,1 1,-1-2,1 1,0-1,0-1,0 1,1-1,-1-1,0 0,1 0,-1-1,1 0,-1-1,1 0,-1-1,0 1,1-2,-1 1,0-1,-1-1,1 0,0 0,-1-1,0 1,0-2,-1 1,1-1,-1-1,0 1,-1-1,1 0,-2 0,1-1,-2 3,-1 0,0 0,0 0,-1 0,1 0,-1-1,0 1,-1-1,1 1,-1-1,0 0,0 1,-1-5,0 9,1 1,-1 0,0-1,0 1,0-1,0 1,0-1,0 1,0 0,0-1,0 1,0-1,0 1,0-1,0 1,-1 0,1-1,0 1,0 0,0-1,-1 1,1-1,0 1,0 0,-1-1,1 1,0 0,-1 0,1-1,0 1,-1 0,1 0,0-1,-1 1,1 0,-1 0,1 0,0 0,-1 0,1-1,-1 1,1 0,0 0,-1 0,1 0,-1 0,1 0,-1 0,1 1,0-1,-1 0,1 0,-1 0,1 0,0 0,-1 1,1-1,0 0,-1 0,1 1,0-1,-1 0,1 1,0-1,-1 1,-18 22,15-16,1 1,0-1,1 0,0 1,0-1,1 1,-1 0,2-1,-1 1,1 4,0-9,0 0,0-1,1 1,-1 0,1 0,0-1,-1 1,1 0,1-1,-1 1,0-1,0 1,1-1,-1 0,1 1,0-1,0 0,0 0,0 0,0 0,0-1,1 1,-1-1,0 1,1-1,-1 0,1 0,0 0,-1 0,2 0,1 0,0 0,0 0,0-1,0 0,-1 0,1 0,0-1,0 1,0-1,0 0,-1-1,1 1,0-1,-1 0,1 0,-1 0,0-1,0 0,0 0,0 0,0 0,-1 0,1-1,-1 1,0-1,0 0,0 0,-1 0,1-1,2-2,-1-1,-1 0,1 0,-1 0,0 0,-1-1,0 1,0-1,-1 1,0-1,0 0,-1 0,-1 1,1-1,-1 0,-1-1,2 8,-1-1,0 0,0 1,1-1,-2 1,1 0,0-1,0 1,-1 0,1-1,-1 1,0 0,0 0,1 1,-1-1,0 0,-1 1,1-1,0 1,0-1,-1 1,1 0,-1 0,1 0,-1 0,1 1,-1-1,0 1,1 0,-1-1,0 1,1 0,-1 0,1 1,-1-1,0 1,1-1,-1 1,1 0,-1 0,1 0,-1 0,1 0,0 1,-1-1,1 1,0-1,0 1,0 0,0 0,0 0,-3 3,-1 1,1 1,0-1,1 0,-1 1,1 0,1 0,-1 1,1-1,0 1,1-1,0 1,0 0,1 0,0 0,-3 34</inkml:trace>
  <inkml:trace contextRef="#ctx0" brushRef="#br0" timeOffset="1238.786">2418 943,'32'-333,"-29"252,3 88,0-1,1 1,0-1,0-1,0 1,0-1,1 0,0-1,0 0,0 0,7 1,211 88,-222-91,1 0,-1 1,0-1,-1 1,1 0,0 0,-1 0,0 1,0-1,0 1,0 0,0 0,-1 0,0 0,1 0,-2 0,1 1,0-1,-1 1,0-1,0 1,0-1,-1 1,1 0,-1-1,0 1,-1 0,0 4,-2 20,1-24,0 0,1 0,-1 0,1 0,1 0,-1 1,1-1,0 0,0 1,0-1,1 0,-1 0,1 1,1-1,-1 0,1 0,0 0,0 0,0-1,1 1,0 0,0-1,0 0,0 1,0-1,1-1,0 1,0 0,0-1,0 0,1 0,6 1,-1 0,1 0,0-1,0-1,0 0,0 0,1-1,-1-1,0 0,0 0,1-1,-1-1,0 0,0 0,0-1,0 0,0-1,-1-1,0 1,9-6,-12 5,-1-1,0 1,0-1,0 0,0 0,-1-1,0 1,0-1,-1 0,0-1,0 1,-1-1,0 0,0 0,-1 0,0 0,0 0,-1 0,0-3,-1 10,1 1,-1-1,0 0,0 1,0-1,0 1,0-1,0 0,0 1,0-1,0 1,0-1,0 0,0 1,-1-1,1 1,0-1,0 0,-1 1,1-1,0 1,-1-1,1 1,0-1,-1 1,1 0,-1-1,1 1,-1-1,1 1,-1 0,1-1,-1 1,1 0,-1 0,0-1,1 1,-1 0,1 0,-1 0,0 0,1 0,-1 0,1 0,-1 0,0 0,1 0,-1 0,1 0,-1 0,0 1,1-1,-1 0,1 0,-1 1,-29 21,25-18,1 1,0 0,0 0,0 1,1-1,-1 1,1 0,0 0,1 0,0 0,0 0,0 0,1 1,-1-1,2 1,-1-1,1 1,0-1,0 1,1-1,-1 1,2-1,-1 1,1-1,0 0,0 0,0 0,1 0,0 0,0 0,1-1,0 1,0-1,0 0,0 0,1-1,0 1,1 0,64 21,-38-21</inkml:trace>
  <inkml:trace contextRef="#ctx0" brushRef="#br0" timeOffset="1501.591">3170 314,'-17'-7,"0"1,12 2,16 5,6 3</inkml:trace>
  <inkml:trace contextRef="#ctx0" brushRef="#br0" timeOffset="1858.922">3578 0,'-3'5,"-1"0,1-1,0 1,1 0,-1 1,1-1,0 0,0 1,0-1,1 1,-1 4,2-8,-10 61,2 0,3 1,3-1,3 1,5 23,2 33,5 0,6-1,15 45,-31-151,-1-4,-1 0,1 0,1 0,0-1,0 1,1-1,0 0,0 0,1 0,0 0,0-1,1 0,4 5,-7-11,0 1,0-1,0 1,0-1,1 0,-1-1,0 1,1 0,-1-1,0 0,1 0,-1 0,1 0,-1 0,0-1,1 1,-1-1,0 0,0 0,1-1,-1 1,0 0,1-2,65-44,-54 34,-1-1,0-1,-1-1,-1 0,-1 0,0-1,-1-1,-1 1,-1-2,0 1,3-16,-5-16,-6 49,0 0,0 0,0 0,0 0,0 0,-1 0,1 0,0 0,-1-1,1 1,-1 0,0 1,1-1,-1 0,0 0,1 0,-1 0,0 0,0 1,0-1,1 0,-1 1,0-1,0 0,0 1,0 0,0-1,-1 1,1-1,0 1,0 0,0 0,0 0,0 0,0 0,0 0,-1 0,1 0,0 0,-1 0,-3 3,-1-1,1 1,0 0,0 0,0 0,0 1,1-1,-1 1,1 1,0-1,0 0,0 1,1 0,-1 0,1 0,1 0,-1 1,1-1,0 1,0-1,0 1,1 0,0 0,0-1,0 1,1 0,0 0,0 6,1-3,1 0,-1 1,1-1,1 0,-1 0,2 0,-1 0,1-1,1 0,-1 1,1-1,1-1,-1 1,1-1,1 0,-1 0,1-1,1 0,4 3,2 1,0 0,1-1,0-1,1 0,0-2,0 1,0-2,1 0,-1-1,6 0,20 0</inkml:trace>
  <inkml:trace contextRef="#ctx0" brushRef="#br0" timeOffset="2106.34">3497 329,'18'-12,"30"-1,39 6,37 11,33 10,17 2,-21-2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2:54.6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165 641,'0'18,"2"19,1 11,2 7,5 2,4-5,0-6,-1-12</inkml:trace>
  <inkml:trace contextRef="#ctx0" brushRef="#br0" timeOffset="863.659">0 314,'84'17,"-1"5,-1 3,39 19,-96-34,0 1,-1 1,0 1,-1 2,9 8,-24-17,0 0,-1 1,0 0,-1 0,0 0,0 1,0 0,-1 1,0-1,-1 1,0 0,0 0,-1 0,0 0,-1 1,1 6,2 166,-4-178,0-1,0 1,1 0,-1-1,1 0,0 1,0-1,0 0,1 0,-1 0,1 0,0-1,0 1,0-1,0 1,0-1,0 0,0 0,1 0,-1-1,1 1,0-1,-1 0,1 0,0 0,0-1,-1 1,1-1,0 0,5 1,1-1,-1 0,0 0,0-1,0-1,1 1,-1-1,-1-1,1 0,0 0,5-3,-5 0,-1 0,1 0,-1-1,0 0,0-1,-1 0,0 0,-1 0,1-1,-2 0,1 0,-1-1,-1 1,0-1,1-2,-2 43,-2-23,-1 1,1-1,0 0,1 1,0-1,0 0,1 0,0 0,1 0,-1-1,1 1,1-1,-1 0,1 0,1-1,-1 1,1-1,0-1,1 1,-1-1,1 0,0 0,0-1,1 0,-1 0,1 0,0-1,6 1,-5 0,1-1,0-1,0 0,0 0,0 0,1-2,-1 1,0-1,0-1,1 0,-1 0,0-1,0 0,0-1,0 0,-1 0,1-1,-1-1,0 1,0-2,0 1,-1-1,0 0,0-1,0 0,-1 0,9-17,0 1,-2-2,-2 0,0 0,-1-1,-2-1,0 0,-2 0,-1-1,-1 1,-1-11,17-85,-6-1,-5-1,-6-4,-4 122,1 1,-1 1,0-1,0 0,-1 1,1-1,-1 1,0-1,-1 1,1 0,-1-1,0 1,-1 0,2 4,0 1,0-1,0 1,0-1,0 1,0 0,0-1,0 1,0 0,0 0,0 0,0 0,0 0,0 0,0 0,0 0,0 0,0 0,-1 1,1-1,0 0,0 1,0-1,0 1,1-1,-1 1,0-1,0 1,0 0,0-1,0 1,1 0,-1 0,0 0,1 0,-1-1,1 1,-1 0,1 0,-1 0,1 0,-1 1,-12 20,1 0,1 1,1 1,1 0,2 0,0 0,1 1,1 0,0 14,-1-4,2 0,1 0,2 1,2-1,0 0,3 0,1 0,1 0,2 0,2-1,1-1,1 1,2-2,1 0,16 23,-27-47,1 0,0 0,0-1,1 0,0 0,0 0,1-1,0 1,0-2,0 1,1-1,0 0,0 0,0-1,0-1,1 1,0-1,0 0,-1-1,1 0,1-1,-1 0,0 0,0-1,0 0,0 0,1-1,-1-1,0 1,0-1,3-2,-1-3,1-1,-2-1,1 1,-1-2,-1 1,0-2,0 1,-1-1,0 0,-1-1,0 0,-1 0,0 0,-1-1,0 0,-1 0,-1 0,0 0,-1-1,0 1,-1-6,-5-29,3 47,1 0,0 0,-1 0,1 0,-1 1,1-1,-1 0,1 0,-1 1,0-1,1 0,-1 1,0-1,0 1,1-1,-1 1,0-1,0 1,0 0,0-1,0 1,1 0,-1-1,0 1,0 0,0 0,0 0,0 0,0 0,0 0,0 0,0 0,0 1,1-1,-1 0,0 0,0 1,0-1,0 1,1-1,-1 1,0-1,0 1,1-1,-1 1,0 0,0 0,-6 5,1 0,-1 1,1 0,1 1,-1-1,1 1,0 0,1 0,0 1,0-1,1 1,0 0,1 0,0 0,0 0,1 1,0-3,1 1,0 0,1-1,-1 1,1 0,1-1,0 1,0-1,0 0,1 1,0-1,0 0,1-1,0 1,0 0,1-1,-1 0,1 0,1-1,-1 1,1-1,0 0,0-1,0 1,1-1,0-1,0 1,0-1,0 0,6 1,98 27,-63-24</inkml:trace>
  <inkml:trace contextRef="#ctx0" brushRef="#br0" timeOffset="1117.975">1311 354,'-18'-7,"-11"-2,3 0,17 0,25 0,32 3,34 2,32 2,-3 1</inkml:trace>
  <inkml:trace contextRef="#ctx0" brushRef="#br0" timeOffset="1600.723">2186 955,'-3'-28,"2"0,2 1,0-1,1 0,2 1,1 0,1 0,4-8,-1-2,-1-1,-2 1,1-33,-10 23,8 46,122 38,109 18,-234-54,1 0,0 0,-1 0,1 0,0 0,-1 1,1-1,-1 1,0 0,0-1,1 1,-1 0,0 1,-1-1,1 0,0 0,-1 1,1-1,-1 1,0-1,1 1,-1 0,-1-1,1 1,0 0,-1 0,1 0,-1-1,0 1,0 0,0 3,-20 71,15-67,2 0,-1 0,2 1,-1-1,2 1,-1 0,1-1,1 1,0 0,2-6,0 0,1-1,-1 1,1-1,0 0,1 0,-1 0,1 0,-1-1,1 1,0-1,1 0,-1 0,1 0,-1-1,1 1,0-1,-1 0,1-1,0 1,0-1,1 0,-1 0,0-1,0 1,0-1,1 0,-1-1,4 0,81-11,-51 0</inkml:trace>
  <inkml:trace contextRef="#ctx0" brushRef="#br0" timeOffset="2348.496">2977 573,'-4'9,"-1"0,2 1,-1-1,1 1,0 0,1 0,0 0,1 0,0 1,1-1,0 0,0 0,1 1,1-1,-1 0,2 0,-1 0,1 0,1-1,0 1,0-1,1 0,0 0,1 0,0-1,0 0,1 0,3 4,-4-7,0 0,0 0,0-1,1 0,-1 0,1 0,0-1,0 0,1 0,-1-1,1 0,-1 0,1-1,-1 0,1 0,0 0,0-1,-1-1,1 1,0-1,-1-1,1 1,-1-1,1-1,-1 1,0-1,0 0,0-1,0 0,-1 0,1 0,-1-1,0 0,0 0,-1-1,2-1,2-9,-1 1,0-1,-1 0,-1 0,-1-1,0 0,-1 0,-1 0,-1-1,0 1,-1-13,-7-3,6 32,0 1,-1-1,1 1,0 0,-1-1,1 1,0 0,-1-1,1 1,0 0,-1-1,1 1,-1 0,1 0,-1-1,1 1,-1 0,1 0,-1 0,1 0,-1 0,1 0,-1 0,1 0,-1 0,1 0,-1 0,1 0,-1 0,1 0,-1 0,1 0,0 1,-1-1,1 0,-1 0,1 1,-1-1,1 0,0 0,-1 1,1-1,0 1,-1-1,1 0,0 1,-1-1,1 1,0-1,0 0,-1 1,1-1,0 1,0-1,0 1,0-1,0 1,0-1,0 1,-5 7,2-1,-1 1,1-1,0 1,1 0,0 0,0 1,0-1,1 0,1 1,-1-1,1 0,1 1,-1-1,2 0,-1 1,1-1,0 0,1 0,0 0,3 6,-2-9,1 0,-1 0,1 0,0 0,1-1,-1 1,1-1,0-1,0 1,0-1,1 0,-1-1,1 1,0-1,-1-1,1 1,0-1,0 0,0-1,0 1,0-1,0-1,0 1,0-1,0-1,-1 1,1-1,0 0,-1-1,1 0,-1 0,0 0,0 0,0-1,0 0,-1-1,5-3,0-3,0 0,-1 0,0-1,-1-1,0 1,-1-1,-1 0,0-1,-1 0,3-11,-2 10,-2 41,-5-19,1 1,0-1,0 1,0 0,1-1,0 1,1 0,-1-1,2 0,-1 1,1-1,0 0,0 0,1 0,0-1,0 1,1-1,-1 0,1 0,1-1,-1 0,1 1,0-2,2 2,5 0,1-1,-1 0,1-1,0 0,0-2,0 1,1-2,-1 0,0-1,1 0,-1-1,0 0,0-1,0-1,1-1,-5 2,1-1,-1 0,-1 0,1-1,0-1,-1 1,0-1,0-1,0 0,-1 0,0-1,0 0,-1 0,0-1,0 0,0 0,-1-1,-1 0,1 0,-1 0,-1 0,0-1,0 0,-1 0,0 0,-1 0,0-1,1-9,-3 17,1 1,-1-1,0 1,0-1,0 1,0-1,0 1,0-1,-1 1,1-1,-1 1,0 0,0-1,0 1,0 0,0-1,0 1,0 0,-1 0,1 0,-1 0,0 0,0 0,1 1,-1-1,0 0,0 1,-1 0,1-1,0 1,0 0,-1 0,1 0,0 0,-1 1,1-1,-1 1,1-1,-1 1,1 0,-1 0,1 0,-1 0,1 1,-1-1,1 1,-1-1,1 1,-1 0,-1 1,0 0,-1 1,0 1,1-1,0 1,0-1,0 1,0 0,1 0,0 1,-1-1,1 1,1 0,-1 0,1 0,0 0,0 0,0 0,1 0,0 1,0-1,0 1,1-1,0 1,0-1,0 1,0-1,1 1,0-1,0 0,1 1,-1-1,1 0,0 0,1 0,-1 0,1 0,0-1,0 1,1-1,0 1,11 6,0 0,0-2,1 1,0-2,1 0,0-1,0-1,1-1,-1 0,1-1,0-1,0-1,10 0,43 6</inkml:trace>
  <inkml:trace contextRef="#ctx0" brushRef="#br0" timeOffset="2935.434">4740 654,'-14'-2,"1"0,0 0,-1 1,1 1,-1 1,1-1,-1 2,1 0,0 1,-1 0,2 1,-1 0,0 1,1 1,0 0,0 0,0 1,1 1,0 0,-4 5,13-11,-1 1,1-1,0 1,0-1,0 1,0 0,1 0,-1 0,1 0,0 0,0 0,0 1,0-1,1 0,-1 0,1 1,0-1,0 0,0 1,0-1,0 0,1 1,-1-1,1 0,0 0,0 0,1 0,-1 0,0 0,1 0,0 0,0 0,0 0,0-1,0 1,0-1,1 0,1 2,5 2,1 0,0-1,0-1,0 1,0-2,1 1,0-1,-1-1,1 0,0-1,0 0,0 0,0-1,0-1,0 1,0-2,0 0,0 0,0-1,-1 0,7-4,-9 3,1 0,-1-1,0-1,-1 1,1-1,-1-1,0 1,0-1,-1 0,0-1,-1 1,1-1,-1-1,-1 1,0 0,1-4,7-18,-2 1,-2-1,0-1,0-11,8-56,-4-1,-5 0,-4-93,-15 135,11 57,0-1,0 1,0-1,0 1,0 0,0 0,0 0,-1-1,1 1,0 0,0 0,0 0,0 1,0-1,0 0,0 0,0 1,0-1,0 0,0 1,0-1,0 1,0-1,0 1,0 0,0-1,1 1,-1 0,0 0,0-1,1 1,-1 0,1 0,-1 0,0 0,1 0,0 0,-12 16,0 1,2 0,0 1,2 0,0 1,1 0,0 0,2 0,-2 19,1-10,2 0,1 0,1 0,2 1,1-1,1 0,1 1,6 19,-6-35,1 1,0-1,1 0,0-1,1 1,1-1,0 0,1-1,0 0,1 0,0-1,1 0,1 0,-1-1,2 0,-1-1,1-1,4 2,-4-4,1-1,0 0,1-1,-1 0,1-1,-1-1,1 0,0-1,0-1,0 0,0 0,-1-2,1 1,0-2,-1 0,1-1,-1 0,0-1,0 0,-1-1,1 0,-1-1,-1-1,1 0,-1 0,-1-1,0-1,0 0,-1 0,0-1,0 0,5-9,-3-17,-11 36,0 1,0-1,0 0,0 1,0-1,0 1,0-1,-1 1,1-1,0 1,0-1,0 1,-1-1,1 1,0-1,-1 1,1 0,0-1,-1 1,1-1,-1 1,1 0,0-1,-1 1,1 0,-1 0,1-1,-1 1,1 0,-1 0,1 0,-1 0,0-1,1 1,-1 0,1 0,-1 0,1 0,-1 0,1 0,-1 1,1-1,-1 0,0 0,1 0,-1 0,1 1,-1-1,1 0,0 0,-1 1,1-1,-1 0,1 1,-1-1,1 1,0-1,-1 0,1 1,0-1,-1 1,1-1,0 1,0-1,-6 5,0-1,0 1,1 0,0 1,0-1,0 1,1 0,0 0,0 0,0 1,1 0,0-1,0 1,1 0,0 0,0 1,0-1,1 0,0 1,1-1,0 0,0 1,0-1,1 1,0-1,1 0,0 1,0-3,1 0,-1 0,2-1,-1 1,0-1,1 0,0 0,0 0,0 0,0-1,1 0,0 1,24 13</inkml:trace>
  <inkml:trace contextRef="#ctx0" brushRef="#br0" timeOffset="3182.285">5450 259,'-5'14,"8"11,3 2</inkml:trace>
  <inkml:trace contextRef="#ctx0" brushRef="#br0" timeOffset="3923.875">5873 654,'-4'-7,"0"0,-1 0,0 0,0 0,-1 1,0 0,0 0,0 1,-1 0,1 0,-1 0,-1 1,1 0,0 0,-1 1,0 0,0 0,0 1,0 0,0 0,-1 1,1 0,0 0,-1 1,1 0,0 1,-1 0,1 0,0 1,0 0,0 0,0 1,0 0,0 0,1 1,-1 0,1 1,0-1,1 1,-1 0,1 1,0 0,0 0,0 0,1 1,0-1,-1 3,4-4,-1-1,1 1,0-1,0 1,0 0,1 0,-1 0,1 0,0 0,1 0,-1 0,1 0,0 0,1 0,-1 0,1 0,0 0,0 0,0 0,1 0,0 0,0-1,0 1,0-1,1 1,0-1,-1 0,2 0,-1 0,0 0,1-1,0 1,0-1,0 0,0 0,0 0,4 1,3 0,1 1,0-1,0-1,0 0,0-1,0 0,1-1,-1-1,1 0,-1 0,1-1,-1-1,0 0,0 0,1-2,-2 1,1-1,0-1,-1 0,0-1,0 0,0-1,-1 0,0-1,-1 0,1 0,-2-1,1 0,4-7,-11 14,0 0,-1-1,1 1,-1 0,0-1,1 1,-1 0,0-1,-1 1,1-1,0 0,-1 1,1-1,-1 0,0 1,0-1,0 0,0 1,0-1,-1 0,1 1,-1-1,0 0,0-1,-1 4,1 0,-1 0,0-1,1 1,-1 0,0 0,1 0,-1 1,1-1,-1 0,0 1,1-1,-1 1,1-1,-1 1,1 0,0-1,-1 1,1 0,0 0,-1 0,1 0,0 0,0 1,0-1,0 0,0 0,0 1,0-1,0 1,0-1,-2 3,0 0,0 0,1 0,-1 0,1 0,0 0,0 1,0-1,0 1,1 0,0-1,0 1,0 0,0 0,1-1,0 1,0 0,0 0,1 0,0 0,0-1,0 1,0 0,1-1,-1 1,1-1,0 1,1-1,-1 0,1 0,0 0,0 0,0-1,0 1,1-1,-1 1,1-1,0-1,0 1,0 0,0-1,1 0,1 1,1-1,-1 1,1-2,0 1,0-1,0 0,0 0,0-1,0 0,0 0,0-1,-1 0,1 0,0 0,0-1,0 0,-1-1,1 1,-1-1,0 0,0-1,0 1,0-1,-1-1,1 1,-1-1,0 0,-1 0,1 0,-1-1,0 1,0-1,1-3,4-15,-1 1,0-1,-2 0,-1 0,-2-1,0 1,-1-1,-1 0,-2 0,-1-7,-8-64,42 115,133 101,-161-114,1-1,-1 1,0 0,0 0,0 1,-1-1,0 1,-1 0,1 0,-1 0,-1 0,1 0,-1 0,0 0,-1 0,0 1,0-1,0 0,-1 0,0 1,-1-1,1 0,-1 0,-2 3,2 1,0-7,0 1,0-1,1 1,0-1,0 1,0 0,0 0,1 0,0 0,0-1,0 1,0 0,1 0,0 0,0-1,0 1,1 0,0-1,0 1,0-1,0 0,0 0,1 1,0-2,0 1,1 0,7 3,0-1,0-1,1 0,0-1,0 0,0-1,1 0,-1-1,1 0,-1-1,1 0,0-1,-1-1,1 0,12-3,-14 3,0-1,0 0,0 0,-1-1,1-1,0 0,-1 0,0-1,0-1,-1 1,1-2,-1 1,0-1,-1 0,0-1,0 0,-1-1,1 1,-2-1,1 0,-2-1,1 0,-1 0,-1 0,1 0,-2-1,0 0,0 0,-1 0,1-3,-3 10,-1 1,1-1,0 1,-1-1,0 0,0 1,0-1,0 1,-1 0,1-1,-1 1,0 0,0 0,0 0,0 0,0 1,-1-1,1 0,-1 1,0 0,0-1,0 1,0 0,0 1,0-1,0 1,-1-1,1 1,-1 0,1 0,-1 0,1 1,-1-1,1 1,-1 0,0 0,1 0,-1 0,0 1,1-1,-1 1,1 0,-1 0,1 1,0-1,-1 1,-2-1,1 1,0-1,0 1,0 1,0-1,0 1,0-1,0 1,1 1,0-1,-1 1,1 0,1-1,-1 2,0-1,1 0,0 1,0-1,1 1,-1 0,1 0,0 0,0 1,0-1,1 0,0 1,0-1,0 0,1 1,0-1,0 1,0-1,1 1,0-1,0 1,0-1,0 0,1 1,5 4,0-1,0-1,1 1,0-1,0-1,1 1,0-2,0 1,1-1,-1 0,5 1,60 32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2:52.7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0 959,'67'-294,"-63"280,-3 8,0 0,1 0,0 1,0-1,0 0,1 0,0 1,0 0,0-1,1 1,0 0,-1 1,3-2,-5 6,0-1,0 1,0 0,0 0,0-1,0 1,0 0,0 0,0 0,0 0,0 0,0 1,0-1,0 0,0 0,0 1,0-1,0 1,0-1,0 1,0-1,0 1,-1-1,1 1,0 0,0-1,-1 1,1 0,0 0,-1 0,1-1,-1 1,1 0,0 1,13 20,-1 1,0 0,-2 1,-1 1,-1-1,-1 2,0 2,-3-13,-1-1,1-1,-1 1,0 0,-1 0,0 0,-1 0,-1 0,0 10,-1-23,0 0,0 0,0 0,0 0,0 0,0 0,-1 0,1 0,0 0,0 0,-1 0,1 0,-1 0,1 0,-1 0,1 0,-1 0,0 0,0-1,1 1,-1 0,0 0,0-1,0 1,1 0,-1-1,0 1,0-1,0 0,0 1,0-1,0 0,0 1,0-1,-1 0,1 0,0 0,0 0,0 0,0 0,0 0,0 0,0 0,0-1,0 1,0 0,0-1,0 1,0-1,0 1,0-1,0 1,0-1,1 0,-1 1,0-1,0 0,1 0,-1 0,0 1,1-1,-1 0,1 0,-1 0,1 0,-1 0,-1-8,0 0,0 1,0-1,1 0,1 0,-1 0,1 0,1 0,0 0,0 0,1 0,0 1,0-1,1 1,0-1,1 1,0 0,0 0,1 0,0 1,1-2,81-130,-61 103,-1-2,-2 0,-2-2,-2 0,-2-1,9-29,-19 40,0-1,-2 1,-1-1,-2 0,-1 0,-1-1,-5-29,-4 33,9 27,0 1,-1-1,1 1,0-1,-1 1,1 0,-1-1,1 1,-1 0,1 0,0-1,-1 1,1 0,-1 0,1-1,-1 1,1 0,-1 0,0 0,1 0,-1 0,1 0,-1 0,1 0,-1 0,1 0,-1 0,1 0,-1 0,1 1,-1-1,1 0,-1 0,1 1,-1-1,1 0,0 0,-1 1,1-1,-1 1,1-1,0 0,-1 1,1-1,0 1,-1-1,1 0,0 1,0-1,0 1,-1-1,1 1,0-1,-6 11,0 0,1 0,0 1,1-1,1 1,-1 0,2 0,0 0,0 0,1 10,-1-10,-4 69,3 0,4 1,3-1,4 0,4 0,3-1,4 3,-17-77,1 13,2 0,0 0,1-1,1 0,1-1,1 1,2 2,-11-19,1 1,0-1,-1 1,1-1,0 1,0-1,0 1,0-1,0 0,0 0,1 1,-1-1,0 0,1 0,-1 0,1-1,-1 1,1 0,-1 0,1-1,-1 1,1-1,0 1,-1-1,1 0,0 0,-1 0,1 0,0 0,-1 0,1 0,0 0,0-1,-1 1,1-1,-1 1,1-1,10-11</inkml:trace>
  <inkml:trace contextRef="#ctx0" brushRef="#br0" timeOffset="188.495">110 358,'23'0,"31"0,32 2,29 4,16 2,4 5,-20 0</inkml:trace>
  <inkml:trace contextRef="#ctx0" brushRef="#br0" timeOffset="493.594">847 822,'2'7,"1"-1,0 0,0 0,1 0,-1-1,1 1,0-1,1 0,0 0,-1-1,1 1,1-1,-1 0,1 0,-1-1,1 1,0-1,0-1,1 1,-1-1,-2 0,1-1,-1 1,0-1,1 0,0-1,-1 1,1-1,-1 0,1 0,0 0,-1 0,1-1,-1 0,1 0,-1 0,1 0,-1-1,0 0,0 0,0 0,0 0,0-1,0 0,0 1,-1-1,1-1,-1 1,0 0,0-2,0 2,-1-1,1 0,-1 0,0 1,0-2,-1 1,1 0,-1 0,0 0,0-1,0 1,-1-1,1 1,-1-1,0 1,-1 0,1-1,-1 1,0-1,0 1,0 0,0 0,-1-1,0 1,0 0,0 0,0 1,-1-2,-2-1,1 0,-1 0,0 0,-1 1,1 0,-1 0,0 0,0 1,-1 0,0 0,1 0,-1 1,0 0,0 1,-1 0,-1-1,2 1,0 1,0 0,0 0,0 1,-1 0,1 0,0 0,0 1,0 0,0 0,0 1,0 0,0 0,1 1,-1 0,1 0,-1 0,1 1,0 0,0 0,1 1,-1 0,1 0,0 0,0 0,1 1,0 0,0-1,0 2,1-1,-1 0,1 2,2-4,0-1,1 0,-1 0,1 0,0 0,-1 0,2 1,-1-1,0 0,1 0,-1 0,1 0,0 0,0 0,0 0,0 0,1 0,-1 0,1 0,0-1,0 1,0-1,0 1,0-1,0 0,1 0,-1 0,1 0,2 2,4 1,0 0,1 0,0 0,0-2,0 1,0-1,0 0,6 0,40 3,-2-4</inkml:trace>
  <inkml:trace contextRef="#ctx0" brushRef="#br0" timeOffset="1268.032">1134 249,'-4'-2,"-1"0,1 0,-1 1,1 0,-1 0,1 0,-1 1,0-1,1 1,-1 0,0 1,0-1,1 1,-1 0,1 0,-1 0,1 1,-1-1,1 1,0 0,0 0,0 1,0-1,0 1,0 0,1 0,-1 0,1 1,0-1,0 1,0 0,1 0,-1 0,0 1,1 3,0 0,0 0,1 0,0 0,0 0,1 0,0 0,0 0,1 0,0 0,1 0,0 0,0 0,0 0,4 5,58 110,130 194,-186-301,52 81,-58-94,0-1,0 1,1-1,-1 0,1 0,0 0,0 0,-1 0,1 0,0-1,1 1,-1-1,0 0,0 0,0 0,1 0,-1-1,1 0,-1 1,0-1,1 0,-1 0,1-1,-1 1,0-1,1 0,-1 0,0 0,0 0,2-1,4-5,0 0,-1 0,0-1,0 0,-1 0,0-1,0 0,-1 0,-1-1,1 0,-1 0,-1 0,0 0,-1-1,1 1,-2-1,0 0,0 0,-1 0,0-11,2-1,-1 0,-1 0,-1 0,-1 0,-1 1,-2-4,-5 3,9 23,0 1,0-1,0 0,0 0,0 1,0-1,-1 0,1 0,0 1,0-1,0 0,0 0,0 1,-1-1,1 0,0 0,0 0,0 0,-1 1,1-1,0 0,0 0,-1 0,1 0,0 0,0 1,-1-1,1 0,0 0,0 0,-1 0,1 0,0 0,0 0,-1 0,1 0,0 0,-1 0,1 0,0 0,0-1,-1 1,1 0,0 0,0 0,-1 0,1 0,0 0,0-1,0 1,-1 0,1 0,0 0,0-1,0 1,0 0,-1 0,1 0,0-1,0 1,0 0,0 0,0-1,0 4,1 0,-1 0,1-1,0 1,0 0,0-1,0 1,1-1,-1 1,1-1,0 1,-1-1,1 0,0 0,0 0,0 0,1 0,-1 0,0-1,1 1,-1-1,1 0,-1 0,1 1,0-2,1 2,137 40,-19-9,-118-31,0 0,0 0,-1 0,1 0,-1 1,1-1,-1 1,0 0,0 0,0 0,0 1,0-1,-1 1,0-1,1 1,-1 0,-1 0,1 0,-1 0,1 0,-1 0,0 0,-1 1,1-1,-1 0,1 1,-1-1,-1 0,1 2,-1 19,0-21,-1-1,2 1,-1-1,0 1,1 0,-1 0,1 0,0-1,1 1,-1 0,1 0,-1-1,1 1,0 0,0-1,1 1,-1-1,1 1,0-1,0 0,0 0,0 0,0 0,1 0,-1 0,1 0,0-1,0 0,0 1,0-1,0 0,1 0,-1-1,0 1,2 0,5-1,0 0,0 0,-1-1,1 0,0-1,0 0,-1 0,1-1,0 0,-1-1,0 0,0-1,0 0,0 0,0-1,-1 0,0-1,3-2,4-3,-2-1,1 0,-2-1,0 0,0-1,-1 0,-1-1,0 0,4-10,0-15,-23 54,5-7,1 1,0-1,0 0,1 1,0 0,0-1,1 1,0 0,0 0,1 0,0 0,0 0,1 0,0 0,1 0,-1-1,1 1,1 0,0-1,0 0,0 1,1-1,0-1,0 1,1 0,0-1,0 0,0 0,1-1,0 1,0-1,0 0,3 1,55 8,-35-16</inkml:trace>
  <inkml:trace contextRef="#ctx0" brushRef="#br0" timeOffset="1530.33">2404 426,'-17'-9,"-2"-4,11 4,7 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2:48.3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288 271,'-170'386,"87"-181,74-174,12-28,33-72,15-58,-5-2,0-23,-1 5,36-73,-55 169,-25 51,-1 0,0 0,1 0,-1 0,1 0,-1 0,0 0,1 0,-1 0,0 0,1 0,-1 0,1 0,-1 0,0 0,1 0,-1 0,1 0,-1 0,0 0,1 1,-1-1,0 0,1 0,-1 1,0-1,0 0,1 0,-1 1,0-1,1 0,-1 1,0-1,0 0,0 1,0-1,1 0,-1 1,0-1,0 0,0 1,0-1,0 1,0-1,0 0,0 1,0-1,0 1,0-1,0 0,0 1,0-1,0 0,0 1,-1-1,1 1,0-1,0 0,0 1,-1-1,1 1,20 398,45 102,-59-446,-7-41</inkml:trace>
  <inkml:trace contextRef="#ctx0" brushRef="#br0" timeOffset="685.679">1 599,'12'-5,"179"-4,-128 9,424 0,-470 0,-8 0,0-1,-1 1,1 1,0 0,0 0,-1 1,1 0,-1 0,1 1,-1 0,0 0,3 2,-9-1,1 0,-1 0,1 0,-1 0,0 0,-1 0,1 0,-1 1,0-1,0 1,0-1,-1 1,1-1,-1 1,0-1,0 1,-1-1,1 1,-1-1,0 1,-1-1,1 0,-1 1,0 0,-2 16,-7 74,5 1,4 0,10 93,-2 72,-7-235,-3-19,-1-18,-9-49,2 0,3-1,0-52,8 100,-8-101,5 0,11-111,-6 212,-1 2,1 1,0-1,1 0,0 1,0-1,1 1,1 0,-1 0,2 0,-1 0,3-1,-5 9,0 0,0 0,0 0,0 0,0 0,0 1,1-1,-1 1,1 0,-1 0,1 0,0 0,-1 0,1 0,0 1,0-1,0 1,-1 0,1 0,0 0,0 0,0 0,-1 1,1-1,0 1,0 0,-1-1,1 1,0 1,73 38,-64-31,0 0,-1 0,-1 1,1 0,-1 1,-1 1,0-1,3 7,-9-14,-1-1,0 1,0 0,-1 0,1 0,-1 0,0 0,0 0,0 0,0 0,-1 1,1-1,-1 0,0 0,-1 1,1-1,-1 0,0 0,0 0,0 0,0 0,-1 0,0 0,1 0,-2 0,1-1,0 1,-1-1,1 1,-4 2,-5 3,0 0,0-1,0 0,-1-1,-1 0,1-1,-1 0,0-1,0-1,-1 0,1 0,-1-2,-10 2,3-4,16-4,9-2</inkml:trace>
  <inkml:trace contextRef="#ctx0" brushRef="#br0" timeOffset="1583.254">1489 804,'-168'-51,"166"51,1 0,-1 0,1-1,-1 1,1 0,0 0,-1 1,1-1,-1 0,1 0,0 1,-1-1,1 0,0 1,-1 0,1-1,0 1,0 0,-1 0,1-1,0 1,0 0,0 0,0 0,0 0,0 0,1 1,-1-1,0 0,0 0,1 1,-1-1,1 0,-1 1,1-1,0 0,-1 1,1-1,0 1,1 60,0-55,-2-4,1 0,1 0,-1 0,0 0,1 0,-1 0,1 0,0 0,0 0,1 0,-1 0,0 0,1-1,0 1,-1 0,1-1,0 0,0 1,1-1,-1 0,0 0,1 0,-1 0,1-1,0 1,0-1,-1 1,1-1,0 0,0 0,0 0,0-1,0 1,0-1,1 0,-1 1,0-1,0-1,0 1,0 0,0-1,0 0,1 1,6-6,1-1,-1 0,0 0,-1-1,0 0,0 0,-1-1,0 0,0-1,-1 0,-1 0,4-5,16-22,-26 36,0 1,0 0,0-1,0 1,0-1,0 1,0 0,0-1,0 1,1 0,-1-1,0 1,0 0,0 0,1-1,-1 1,0 0,0-1,1 1,-1 0,0 0,1 0,-1-1,0 1,1 0,-1 0,0 0,1 0,-1 0,0-1,1 1,-1 0,1 0,-1 0,0 0,1 0,-1 0,0 0,1 0,-1 1,1-1,-1 0,0 0,1 0,-1 0,0 0,1 1,-1-1,0 0,1 0,-1 0,0 1,0-1,1 0,-1 0,0 1,0-1,1 0,-1 1,0-1,0 0,0 1,5 28,-3-18,0-1,0 0,1-1,1 1,-1-1,1 0,1 0,0 0,0-1,1 0,0 0,0 0,1-1,0 1,0-2,1 1,0-1,0 0,0-1,1 0,0 0,0-1,0 0,0 0,1-1,-1-1,1 0,0 0,0 0,0-1,0-1,0 0,2 0,-8-1,1 1,0-1,-1 0,1 0,-1 0,1-1,-1 1,0-1,0 0,0-1,0 1,0-1,0 1,-1-1,1 0,-1 0,0-1,1 1,-2-1,1 0,0 0,-1 0,0 0,0 0,0 0,0 0,-1-1,1 1,-1-2,4-15,-1-1,-2 1,0-1,-1 1,-1-15,0 33,0-98,0 100,0-1,0 1,1 0,-1 0,0 0,1-1,-1 1,1 0,0 0,-1 0,1 0,0 0,-1 0,1 0,0 0,0 0,0 1,0-1,0 0,0 0,0 1,0-1,0 1,0-1,0 1,0-1,1 1,-1 0,0-1,0 1,0 0,1 0,-1 0,0 0,0 0,2 0,49 12,-39-8,9 0,0 2,0 1,-1 1,-1 0,1 2,-1 0,15 11,-31-17,0 1,0-1,0 0,0 1,-1 0,0 0,0 0,0 0,0 0,-1 1,0-1,0 1,-1 0,1 0,-1-1,-1 1,1 0,-1 0,0 0,0 0,-1 1,4 34,-2-38,0 0,-1 0,1 0,1-1,-1 1,0 0,0-1,1 1,0-1,-1 0,1 1,0-1,0 0,0 0,1 0,-1 0,0 0,1-1,-1 1,1-1,0 0,-1 0,1 1,0-2,0 1,0 0,-1-1,1 1,0-1,0 0,3 0,95-7,-84 3,0-1,-1 0,0-1,0 0,-1-1,1-1,-2-1,1 0,-1-1,0 0,-1-1,-1-1,0 0,1-2,2 3,-13 32,-2-15,-1 1,1 0,0 0,1 0,0-1,0 1,0 0,1-1,0 1,0-1,0 1,1-1,0 0,1 0,-1 0,1-1,0 1,0-1,1 0,0 0,0 0,0-1,3 2,47 20,-31-19</inkml:trace>
  <inkml:trace contextRef="#ctx0" brushRef="#br0" timeOffset="1821.052">2746 394,'9'-2,"3"-1</inkml:trace>
  <inkml:trace contextRef="#ctx0" brushRef="#br0" timeOffset="2220.541">3019 26,'-2'40,"1"1,3 0,5 35,-1-10,2 81,-7-1,-9 63,5-178,1-21,0 1,1-1,0 0,1 1,0-1,1 0,0 1,1-1,0 0,0 0,1 0,2 3,-4-10,1-1,0 1,0-1,0 0,0 0,1 0,-1 0,1 0,-1-1,1 1,0-1,-1 1,1-1,0 0,0 0,0-1,0 1,0 0,0-1,0 0,0 0,0 1,0-2,0 1,0 0,0-1,0 1,2-2,79-31,63-80,-147 113,0 0,0-1,0 1,1 0,-1-1,0 1,0 0,1-1,-1 1,0 0,1-1,-1 1,0 0,1 0,-1 0,1-1,-1 1,0 0,1 0,-1 0,1 0,-1 0,0 0,1 0,-1 0,1 0,-1 0,1 0,-1 0,0 0,1 0,-1 0,1 0,-1 0,0 0,1 1,-1-1,1 0,-1 0,0 0,1 1,-1-1,0 0,1 1,-1-1,0 0,0 1,1-1,-1 0,0 1,0-1,0 0,1 1,-1-1,0 1,0-1,0 0,0 1,0-1,0 1,0 0,1 33,-2-22,1-8,1 1,-1-1,1 0,0 0,0-1,1 1,-1 0,1 0,0 0,0-1,0 1,0-1,1 0,-1 0,1 1,0-2,0 1,0 0,0-1,1 1,-1-1,1 0,1 1,90 28,-55-25</inkml:trace>
  <inkml:trace contextRef="#ctx0" brushRef="#br0" timeOffset="2385.101">3456 572,'0'0</inkml:trace>
  <inkml:trace contextRef="#ctx0" brushRef="#br0" timeOffset="2573.598">3033 339,'18'-2,"23"-3,23-4,21 1,15 1,9 4,-14 3</inkml:trace>
  <inkml:trace contextRef="#ctx0" brushRef="#br0" timeOffset="2971.533">4139 817,'-3'-14,"-2"-1,1 1,-2 0,0 0,-1 1,0 0,-1 0,0 0,-1 1,-1 1,0-1,-4-3,9 11,0-1,-1 1,1-1,-1 1,0 1,0-1,0 1,-1 0,1 1,-1 0,1 0,-1 0,0 0,0 1,1 0,-1 1,0 0,0 0,0 0,0 1,0 0,0 0,0 1,1 0,-1 0,1 0,-4 2,2 1,0-1,0 1,0 1,1 0,0 0,0 0,0 1,1 0,0 0,0 1,1-1,-4 7,6-10,1 1,0-1,0 1,0 0,0-1,0 1,1 0,0 0,0 0,1 0,-1 0,1 0,0 0,0 0,1 0,-1 0,1 0,0 0,1 0,-1 0,1 0,0-1,0 1,1 0,3 1,1 0,-1-1,1 0,0 0,1-1,-1 0,1 0,0 0,0-1,0-1,0 1,1-1,-1-1,0 1,1-1,0-1,-1 0,1 0,-1-1,1 0,-1 0,1-1,-1 0,2-1,-2 1,1 0,-1-1,0-1,0 1,0-1,0 0,-1-1,0 0,0 0,0-1,0 0,-1 0,0 0,0-1,-1 0,0 0,0 0,0-1,-1 1,0-1,-1 0,0-1,0 1,-1 0,0-1,0 0,-1 1,0-1,0 0,-1 0,-1-1,-7-29,7 39,0 0,1 0,-1 0,0 0,0 1,0-1,1 0,-1 0,0 0,0 0,1 1,-1-1,0 0,1 1,-1-1,0 1,1-1,-1 1,1-1,-1 1,0-1,1 1,-1-1,1 1,0 0,-1-1,1 1,-1 0,1 0,0-1,0 1,-1 0,1 0,0-1,0 1,0 0,0 0,0-1,0 1,0 0,0 0,0-1,0 1,1 0,-1 0,0 0,0-1,1 1,0 7,2 0,-1 0,1 0,0 0,1-1,-1 1,2-1,-1 0,1 0,0-1,0 1,1-1,0 0,0-1,0 1,1-1,0 0,0-1,0 0,0 0,1 0,0-1,-1 0,5 0,35 16,2-2,0-3,34 6,44 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27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1699 713,'-64'-20,"0"3,-1 3,-1 3,0 2,0 4,0 2,-1 3,0 4,22 5,0 2,1 2,0 2,1 2,1 2,1 2,0 1,2 2,1 2,1 2,-17 16,35-29,0 1,0 0,1 2,1 0,1 1,1 0,1 2,0 0,2 0,0 1,1 0,2 1,0 1,-3 16,7-11,2 1,1-1,1 1,2-1,1 1,1-1,1 0,2 0,1 0,1-1,4 8,16 36,3-2,3 0,32 45,-31-55,3-2,3-1,43 46,-66-84,0 0,2-1,0-1,1-1,0-1,2-1,0 0,0-2,1-1,0-1,23 6,-16-9,0-1,0-2,1-2,-1 0,1-2,-1-2,0-1,1-1,-1-1,-1-2,23-8,-3-2,-2-2,0-2,-1-2,-1-2,-1-2,28-23,-43 28,-1-1,-2-2,0-1,-2 0,0-2,-2-1,-1-1,-2-1,-1-1,-1-1,-2 0,-1-1,-2 0,-1-1,1-11,-2-15,-1 0,-4-1,-2 1,-2-1,-4 0,-3-14,3 48,-2-1,0 0,-2 1,-1-1,-1 2,-1-1,-2 1,0 1,-2 0,-1 0,-1 1,-2 1,0 1,-1 0,-1 2,-1 0,-5-3,-3 3,-2 0,0 2,-1 1,-1 1,0 2,-1 1,-1 2,0 1,-32-5,11 6,-1 1,-1 3,0 3,1 2,-51 6,76-2,0 1,0 1,0 2,1 1,0 1,-1 2,18-5,0-1,0 2,1 0,0 0,1 1,-1 1,1 0,1 0,0 1,0 0,1 1,1 0,-1 1,-3 7,4-1,0 0,0 0,2 1,0 0,2 0,-2 13,-3 34</inkml:trace>
  <inkml:trace contextRef="#ctx0" brushRef="#br0" timeOffset="1147.472">1862 71,'-34'-13,"0"1,-1 1,0 2,0 2,-1 1,0 2,0 1,-6 2,-12-3,1 3,0 2,-1 3,1 1,0 4,1 1,0 3,1 2,0 2,-22 12,-27 21,2 5,3 4,-20 20,72-47,2 1,1 2,1 2,2 2,2 1,2 2,2 1,1 1,3 2,1 1,2 0,3 2,2 1,2 1,2 0,3 1,-4 31,3 27,4 1,5 0,9 83,-1-152,1-1,1-1,3 1,1-1,2 0,2-1,1-1,2 0,2-2,1 0,12 14,34 35,3-3,4-3,63 52,-53-52,-75-71,15 18,1-2,1 0,1-1,1-2,0-1,2-1,0-1,1-2,1-1,1-1,0-2,4 0,1-5,1-2,0-2,-1-2,1-1,0-2,0-1,-1-2,7-3,37-11,0-3,-1-3,11-10,-26 10,-2-3,-2-3,0-2,-2-4,-2-1,-2-3,-1-3,-2-2,5-8,-2-3,33-46,-72 82,-1 0,-1-2,-1 0,-1 0,-1-1,-1 0,-1-1,-1 0,-1-1,-1-2,-3-22,-2 0,-1-1,-3 1,-3 0,-1 0,-3 1,-2 0,-7-17,14 45,-22-86,-5 2,-4 1,-4 2,-5 2,-4 2,-58-84,67 123,-3 2,-2 2,-3 1,-1 3,-17-10,38 37,-1 2,-1 1,-1 1,-1 1,0 2,-2 1,0 2,0 1,-1 2,0 1,-6 1,17 6,-1 1,0 0,0 2,0 1,0 2,0 0,1 1,-1 1,1 2,0 0,1 2,0 0,-16 10,-24 15,2 4,1 2,2 2,-10 13,-71 62,8-1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34.2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2191 955,'-9'-15,"-1"0,0 1,-1 0,0 1,-1 0,0 1,-1 1,-1 0,0 0,0 1,-1 1,0 0,-1 2,-15-7,-7 5,-1 1,1 3,-1 1,0 1,0 2,-23 4,5-2,52-1</inkml:trace>
  <inkml:trace contextRef="#ctx0" brushRef="#br0" timeOffset="1460.548">2341 1078,'-265'-282,"246"265,0 0,-1 2,-1 0,-1 1,0 1,0 1,-2 1,1 2,-1 0,0 1,-18-3,-30 0,0 4,0 2,0 4,0 2,-37 8,71-6,0 1,0 2,1 1,0 2,0 2,1 2,0 0,1 3,1 1,0 1,2 2,0 2,1 0,1 2,2 2,-4 5,4 3,1 1,2 1,2 1,2 2,1 0,2 1,1 1,3 0,1 1,2 1,2 0,2 0,2 1,0 34,5-39,2 0,2 0,1-1,2 1,1-1,3-1,0 0,3 0,1-1,1-1,22 33,3-3,2-3,4-1,1-2,4-3,38 33,-57-58,0-2,2-2,1 0,1-3,1-1,1-2,1-1,1-3,0-1,31 7,-27-11,1-3,0-1,0-3,1-2,-1-1,1-3,0-2,-1-1,0-3,28-8,-50 7,0 0,-1-2,0-1,-1 0,0-2,-1 0,0-2,-1 0,-1-1,-1-1,0-1,-1 0,-1-1,0-1,-2-1,0 0,2-7,7-18,-1-1,-3-1,-1 0,-3-1,-2-1,-2-1,-2 1,-3-1,-2-1,-2 1,-2-11,-2 24,-1 0,-2 0,-1 1,-2-1,-2 1,-1 1,-4-6,8 25,0 0,-1 1,-1 0,-1 0,0 1,-1 0,-1 1,0 1,-1-1,-1 2,1 0,-2 0,0 2,0 0,-12-6,-24-6</inkml:trace>
  <inkml:trace contextRef="#ctx0" brushRef="#br0" timeOffset="2238.983">2355 641,'-32'-36,"0"1,-3 1,0 2,-2 1,-2 3,-1 0,0 3,-2 1,-1 3,-1 1,0 2,-2 2,1 2,-8 1,-15 3,-1 3,1 3,-1 3,1 3,-1 3,1 3,1 3,-1 3,-53 19,63-15,1 2,0 3,2 2,1 3,1 2,1 2,2 2,2 3,1 1,2 3,2 2,1 1,3 2,1 2,3 2,2 0,-4 13,9-7,2 0,3 2,2 1,3 0,2 1,3 1,3 1,-1 36,8-49,2 1,3-1,1 0,3 0,1 0,3-1,2 0,2-1,2 0,2-1,3 2,16 19,3-2,3-2,2-1,3-3,3-1,2-3,2-2,3-3,1-3,48 28,-28-24,3-4,1-3,3-5,1-3,2-3,0-5,3-4,0-3,0-5,2-4,0-4,0-4,0-4,41-7,-86 3,0-1,0-3,0-2,-1-2,-1-2,0-2,-1-3,-1-1,-1-2,-1-2,-1-2,-1-2,-1-1,-1-2,21-24,-21 8,-2-2,-2-1,-2-1,-3-2,-2-2,-2 0,-3-1,-2-2,-3 0,-2-1,-3-1,-2 0,-3-1,-3 1,-2-21,-4 18,-3 0,-2 0,-3 0,-3 1,-3 1,-2 0,-3 0,-2 2,-3 1,-23-38,-4 4,-4 3,-4 2,-4 2,-4 4,-2 2,-6 3,-7-4,-3 4,-3 4,-4 4,-18-6,51 38,-2 2,-1 3,-2 2,-1 4,0 2,-2 4,-28-4,53 15,0 3,0 1,0 2,-1 2,0 1,1 3,0 2,0 1,1 2,-1 2,-11 7,-19 14,2 3,2 3,1 2,2 4,2 3,2 2,-39 43,-74 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54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1 248,'1'-37,"2"0,1 0,3 0,0 0,5-6,-2 23,-2 24,4 36,12 233,-21-203,-2-39,1 28,3 0,2 0,12 47,-4-61,-1-15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55.2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0 471,'93'-301,"-73"150,-18 133,6 29,7 65,-4 0,0 40,-2-25,12 120,-13-120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56.3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0 453,'114'-359,"-81"266,-28 107,6 282,27 85,-29-306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3:57.7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1 490,'1'-18,"2"0,0 0,1 0,1 0,0 1,1 0,2-1,5-18,76-276,-87 351,22 487,-14-460,-6-87,-3 7,-1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00.8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84 161,'-3'0,"0"1,-1-1,1 1,0 0,0 0,-1 0,1 0,0 0,0 1,0-1,1 1,-1 0,0 0,1 0,-1 0,1 1,-1-1,1 1,0-1,0 1,0 0,1-1,-1 1,1 0,-1 0,1 0,0 1,0-1,0 0,0 3,-10 102,19-20,-7-85,0 0,0 0,0 0,0 0,0-1,1 1,-1 0,1-1,0 1,0-1,0 1,0-1,0 0,0 0,0 0,1 0,-1-1,1 1,0-1,-1 1,1-1,0 0,0 0,0 0,0 0,0-1,1 1,1-1,0 0,0 0,0 0,-1-1,1 0,0 0,0 0,-1-1,1 0,0 1,-1-2,0 1,1 0,-1-1,0 0,0 0,-1 0,1 0,-1-1,1 0,-1 1,0-1,2-4,1-2,1 1,-2-1,1-1,-1 1,-1-1,0 0,-1 0,0 0,1-10,0-12,-3 0,0 0,-2 0,-4-22,5 49,-1 1,1-1,-1 1,0-1,0 1,0 0,-1-1,0 1,0 0,0 0,-1 0,0 0,0 1,0-1,0 1,-1-1,1 1,-1 0,0 1,-1-1,1 1,0-1,-1 2,0-1,0 0,-4-1,6 4,0 0,-1 0,1 0,0 0,0 1,0-1,0 1,0 0,0 0,0 0,1 0,-1 1,0-1,0 1,1-1,-1 1,1 0,0 0,-1 0,1 0,0 1,0-1,-1 3,-38 62,35-55,1 0,1 1,0-1,1 1,0 0,1 0,0 0,1 1,1 4,1 11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01.9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13 247,'-5'75,"5"48,0-115,2 0,-1 0,1 0,0-1,1 1,0 0,0-1,1 0,-1 1,2-1,-1-1,1 1,0-1,0 0,1 0,0 0,0-1,0 0,1 0,-1 0,1-1,0 0,1 0,-1-1,1 0,-1 0,1-1,0 0,0 0,7 0,-9-3,0 0,0 0,-1-1,1 0,-1 1,1-2,-1 1,0-1,1 0,-1 0,-1 0,1-1,0 1,-1-1,0-1,0 1,0 0,0-1,1-3,3-4,0-1,-1 0,0 0,-1 0,-1-1,0 0,0-6,1-7,-1 0,-1 0,-2 0,-1-1,-1 1,-1 0,-1 0,-2-1,-1 2,-6-22,8 39,0 1,0-1,-1 0,0 1,-1 0,1 0,-2 0,1 1,-1-1,0 1,-5-3,9 7,-1 1,0 0,0 0,0 0,0 0,0 1,0-1,0 1,0 0,-1 0,1 0,0 0,-1 1,1-1,-1 1,1 0,0 0,-1 0,1 0,-1 1,1-1,-1 1,1 0,0 0,0 0,-1 0,1 1,0 0,0-1,0 1,0 0,-1 1,-8 10,-1 0,1 0,1 1,1 0,0 1,1 1,0-1,1 1,1 1,1-1,0 1,1 0,-1 10,-12 53,6-5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03.0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77 248,'-13'23,"2"1,0 0,2 0,1 1,0 1,2-1,1 1,-1 23,6-43,1 1,0 0,0 0,1 0,0-1,0 1,1-1,-1 0,1 1,1-1,-1 0,1-1,0 1,0-1,1 1,0-1,0-1,0 1,0-1,1 0,-1 0,1 0,0-1,0 0,1 0,-1 0,1-1,-1 0,1-1,0 1,-1-1,1 0,4-1,-7 0,0 0,0 0,0 0,0-1,0 0,0 0,-1 0,1 0,0-1,0 0,-1 1,1-1,-1 0,0-1,0 1,1-1,-2 1,1-1,0 0,0 0,-1 0,0 0,1-1,-1 1,1-4,38-95,-40 99,9-30,-1 0,-2-1,-1 0,-2-1,-1 1,-2-1,-1 0,-2 1,-1-4,1 29,0 0,0 0,-1 0,-1 0,1 0,-1 1,-1-1,1 1,-2 0,1 1,-5-6,7 10,1 0,-1 0,0 0,-1 1,1-1,0 1,-1 0,1 0,-1 0,0 0,1 1,-1-1,0 1,0 0,0 0,0 1,0-1,0 1,0 0,-1 0,1 0,0 0,0 1,0 0,0 0,0 0,-3 1,-3 5,0-1,0 1,1 1,0 0,1 0,0 1,0 0,0 0,1 1,1 0,0 0,0 1,1 0,0 0,1 0,0 0,1 1,0-1,1 1,0 0,1 0,0 0,1-1,1 5,1 44,6-5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03.8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 81,'-3'2,"0"0,0-1,1 1,-1 0,1 0,-1 0,1 1,0-1,0 1,0-1,0 1,0 0,1-1,-1 1,1 0,0 0,-1 0,2 0,-1 0,0 1,0-1,1 0,0 1,-8 30,1 1,2 0,1 0,2 1,1-1,3 15,-2-45,0 1,1-1,-1 1,1-1,0 1,1-1,-1 1,1-1,0 0,0 0,1 0,0 0,0 0,0 0,0-1,1 1,-1-1,1 0,0 0,1-1,-1 1,0-1,1 0,0 0,3 1,1-1,-1 0,1-1,-1-1,1 1,0-1,-1-1,1 0,0 0,0-1,-1 0,1 0,0-1,-1 0,1-1,-1 1,0-2,0 1,0-1,0 0,-1-1,0 0,0 0,1-1,3-3,-1 0,0-1,0 0,-1-1,0 0,-1 0,0-1,-1 0,0 0,-1-1,-1 0,0 0,0 0,-1-3,-1 5,-1 0,0 0,-1-1,0 1,-1 0,0 0,0 0,-2 0,1-1,-1 1,-1 1,0-1,-1 0,0 1,0-1,-1 1,0 0,-1 1,0-1,-1 1,0 1,0-1,-1 1,0 0,0 1,-1 0,0 0,0 1,-1 0,0 0,-9-3,14 7,0 1,0 0,0 0,-1 0,1 0,-1 1,1 0,0 0,-1 0,1 1,0 0,-1 0,1 0,0 0,0 1,0 0,0 0,0 1,0-1,1 1,-1 0,1 0,0 1,0-1,0 1,0 0,1 0,-1 0,0 1,-9 13,1 1,0 1,1-1,1 2,1-1,-1 6,-21 59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13.1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728 0,'-19'57,"0"-2,-3 0,-2-2,-2-1,-3 0,-2-3,-2 0,-2-2,-2-2,-40 38,63-70,0 0,-1-1,0-1,-1 0,0-1,-1-1,-1 0,13-6,-1-1,0 0,0 0,0 0,0-1,-1 0,1 0,0 0,-1-1,1 0,0 0,-1-1,1 0,0 0,0 0,0-1,0 1,0-2,0 1,0-1,0 0,-2-2,-2-2,1-2,0 0,1 0,-1 0,2-1,0 0,0 0,0-1,2 0,-1 0,1-1,1 0,0 1,1-1,0-1,1 1,0 0,1 0,0-1,1 1,1-6,0 7,2 0,-1 1,1-1,0 1,1 0,1 0,-1 0,2 0,-1 1,1 0,1 0,-1 0,2 1,-1 0,1 1,0-1,1 2,-1-1,1 1,1 0,-1 1,1 0,0 1,0 0,0 0,1 1,-1 0,1 1,0 0,0 1,0 0,-1 1,1 0,0 1,4 0,2 3,0 0,-1 1,1 0,-1 1,0 1,-1 1,1 0,-1 1,-1 1,0 0,0 1,1 3,144 155,-146-153,10 12,-10-11,0-1,0 0,2-1,0 0,1-2,0 0,1 0,11 5,16-8,-44-10,1 1,0-1,0 0,0-1,0 1,0 0,0 0,0 0,0 0,0-1,-1 1,1 0,0-1,0 1,0-1,-1 1,1-1,0 1,0-1,-1 1,1-1,0 0,-1 1,1-1,-1 0,1 0,-1 0,1 1,-1-1,0 0,1 0,-1 0,0 0,0 0,1 0,-1 1,0-1,0 0,0 0,0 0,0 0,0 0,-1 0,1 0,0 0,-2-8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09.8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249 118,'0'-9,"0"22,-8 958,13-378,-1-452,-1-128,1-20,-1-5</inkml:trace>
  <inkml:trace contextRef="#ctx0" brushRef="#br0" timeOffset="2083.327">249 63,'-27'62,"-143"246,170-307,-11 28,11-29,0 0,0 1,0-1,0 1,0-1,0 1,0-1,0 1,0-1,0 0,0 1,0-1,0 1,1-1,-1 0,0 1,0-1,0 1,1-1,-1 0,0 1,1-1,-1 0,0 0,1 1,-1-1,0 0,1 0,-1 1,0-1,1 0,-1 0,1 0,-1 1,1-1,-1 0,0 0,1 0,-1 0,1 0,-1 0,1 0,-1 0,0 0,1 0,-1 0,1-1,-1 1,1 0,-1 0,0 0,1 0,-1-1,0 1,1 0,-1 0,1-1,-1 1,24-5,1 1,0 1,0 1,0 1,22 3,-6-2,220 20,-235-20,-25 0,-1 0,0 0,1-1,-1 1,0 0,1 0,-1 0,0 0,1-1,-1 1,0 0,0 0,1 0,-1-1,0 1,0 0,1 0,-1-1,0 1,0 0,0-1,0 1,1 0,-1-1,0 1,0 0,0-1,0 1,0 0,0-1,0 1,0 0,0-1,0 1,0 0,0-1,0 1,0 0,0-1,-1 1,1 0,0-1,0 1,0 0,0-1,-1 1,1 0,0 0,0-1,-1 1,1 0,0 0,0-1,-1 1,1 0,0 0,-1 0,1 0,0 0,0-1,-1 1,1 0,-1 0,1 0,0 0,-1 0,-72-85,-72-124,69 62,58 125,7 41,12 64,-6 42,5-125,0-1,0 1,-1 0,1-1,-1 1,1-1,0 1,-1 0,1 0,-1-1,1 1,-1 0,1 0,0 0,-1-1,1 1,-1 0,1 0,-1 0,1 0,-1 0,1 0,-1 0,0 0,1 0,-1 0,1 0,-1 0,1 0,0 1,-1-1,1 0,-1 0,1 1,-1-1,1 0,-1 0,1 1,0-1,-1 0,1 1,0-1,-1 1,1-1,0 0,-1 1,1-1,0 1,0-1,0 1,-1-1,1 1,0-1,0 1,0-1,0 1,0-1,0 1,0-1,0 1,0-1,0 1,0-1,0 1,1-1,-1 1,0-1,0 1,0-1,-13-37,13 37,-1-4,0 1,1-1,-1 1,1-1,-1 0,1 1,0-1,1 0,-1 1,1-1,-1 0,1 1,0-1,0 1,1-1,-1 1,1 0,0-1,1-1,-2 6,0 0,0 0,-1 0,1 0,0 0,0 0,0 0,-1 0,1 0,-1 0,1 0,-1 0,1 1,-1-1,0 0,0 0,1 1,-1-1,0 0,0 0,0 1,0-1,0 0,-1 0,1 1,-1 0,-2 16,-1 0,0-1,-2 1,0-1,-1 0,-1 0,-1-1,0 0,-10 12,92-139,-73 110,0 1,1-1,-1 1,0 0,0-1,1 1,-1 0,0-1,0 1,1 0,-1-1,0 1,1 0,-1-1,0 1,1 0,-1 0,1-1,-1 1,0 0,1 0,-1 0,1 0,-1 0,1-1,-1 1,0 0,1 0,-1 0,1 0,-1 0,1 0,-1 1,1-1,-1 0,0 0,1 0,-1 0,1 0,-1 1,0-1,1 0,-1 0,1 1,-1-1,0 0,1 1,-1-1,0 0,0 1,1-1,-1 0,0 1,0-1,0 1,1-1,-1 0,0 1,0-1,5 33,-4-22,6 30,-6-41,-1 0,1 0,0 0,-1 0,1 0,-1 0,1 0,0 0,-1 0,1 0,-1 0,1 0,-1 0,1-1,-1 1,1 0,0 0,-1-1,1 1,-1 0,0-1,1 1,-1 0,1-1,-1 1,1-1,-1 1,0-1,1 1,-1-1,0 1,0-1,1 1,-1-1,0 1,0-1,0 1,0-1,0 0,1 1,-1-1,0 1,0-1,0 0,1-1,-1 2,-1-1,1 1,1-1,-1 1,0-1,0 0,0 1,0-1,0 1,0-1,1 1,-1-1,0 1,0-1,1 1,-1-1,0 1,1-1,-1 1,0 0,1-1,-1 1,1 0,-1-1,1 1,-1 0,1-1,-1 1,1 0,-1 0,1 0,-1-1,1 1,-1 0,1 0,-1 0,1 0,0 0,-1 0,1 0,-1 0,1 0,-1 0,1 1,-1-1,1 0,0 0,-1 0,1 1,-1-1,1 0,-1 1,0-1,1 0,-1 1,1-1,-1 0,0 1,1-1,-1 1,21 70,-20-71,0-1,0 1,0-1,0 1,0-1,0 0,0 1,0-1,0 0,0 0,0 0,-1 0,1 0,0 0,-1 0,1 0,0 0,-1 0,0 0,1 0,-1 0,1 0,-1 0,0-1,0 1,0 0,0 0,0 0,0 0,0-2,-2-34,-11 48,9-2,1 0,0 0,1 0,0 0,0 1,1-1,0 1,0 0,1-1,1 1,-1-1,2 1,1 6,2 9</inkml:trace>
  <inkml:trace contextRef="#ctx0" brushRef="#br0" timeOffset="4761.754">181 91,'-15'53,"-3"-1,-2-1,-2 0,-2-2,-21 30,17-28,28-51,-1 1,1-1,-1 0,0 1,1-1,-1 1,1-1,-1 1,1-1,-1 1,1-1,0 1,-1-1,1 1,0 0,-1-1,1 1,0-1,0 1,0 0,-1-1,1 1,0 0,0 0,0-1,0 1,0 0,0-1,0 1,0 0,1-1,-1 1,0 0,0-1,0 1,1-1,-1 1,0 0,1-1,-1 1,1-1,-1 1,1-1,-1 1,0-1,1 1,0-1,-1 1,1-1,-1 0,1 1,0-1,-1 0,1 0,-1 0,1 1,0-1,-1 0,1 0,0 0,0 0,0 0,161-41,31 26,-187 14,-5 2,1-1,-1 0,0 1,1-1,-1 0,1 0,-1 0,0 0,1 0,-1 0,1 0,-1-1,0 1,1 0,-1-1,0 1,1-1,-1 0,0 1,0-1,1 0,-1 0,0 1,0-1,0 0,0 0,0 0,0-1,0 1,-1 0,1 0,0 0,-1-1,1 1,-1 0,1-1,-1 1,1 0,-1-1,0 1,0-1,0 1,0 0,0-1,0 1,0-1,0 1,0 0,-1-1,1 1,-1 0,1-1,-1 1,-13-29,-1 2,-2 0,-1 1,-1 0,-14-14,33 41,0-1,0 1,0 0,0-1,-1 1,1-1,0 1,0-1,0 1,0-1,-1 1,1-1,0 1,-1 0,1-1,0 1,-1 0,1-1,0 1,-1 0,1-1,-1 1,1 0,0 0,-1-1,1 1,-1 0,1 0,-1 0,1 0,-1 0,1-1,-1 1,1 0,-1 0,1 0,-1 0,1 1,-1-1,1 0,-1 0,1 0,0 0,-1 0,1 1,-1-1,1 0,-1 0,1 1,0-1,-1 0,1 1,-1-1,1 0,0 1,0-1,-1 0,1 1,0-1,-1 1,1-1,0 1,0-1,0 1,0-1,0 1,-1-1,1 1,0-1,-1 40,2-33,1 35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56.7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788 3597,'18'0,"18"-2,15-1,12 0,8-2,6 0,1 1,-2 1,-1 4,-6 1,-9 3,-8 0,-13 0</inkml:trace>
  <inkml:trace contextRef="#ctx0" brushRef="#br0" timeOffset="636.814">1550 1779,'10'266,"19"69,-5-76,-12-107,7 95,29 117,-48-363,3 27,-3-27,0-1,0 1,0-1,0 0,0 1,0-1,0 1,0-1,-1 0,1 1,0-1,0 0,0 1,0-1,-1 0,1 1,0-1,0 0,-1 1,1-1,0 0,-1 0,1 1,0-1,-1 0,1 0,0 0,-1 0,1 1,-1-1,1 0,0 0,-1 0,1 0,0 0,-1 0,1 0,-1 0,1 0,0 0,-1 0,1 0,-1 0,1 0,0-1,-1 1,1 0,0 0,-1 0,1 0,0-1,-1 1,1 0,0 0,-1-1,1 1,0 0,0-1,-1 1,1 0,0-1,0 1,-4-3,0-1,0 1,0-1,1 0,-1 0,1 0,0 0,0 0,1-1,-1 0,1 1,0-1,1 0,-1 0,1 0,0 0,0 0,0 0,0-5,1-2</inkml:trace>
  <inkml:trace contextRef="#ctx0" brushRef="#br0" timeOffset="2841.662">186 2112,'0'12,"0"12,0 16,0 13,0 11,0 5,0 3,0-1,0-7,0-14</inkml:trace>
  <inkml:trace contextRef="#ctx0" brushRef="#br0" timeOffset="3104.658">427 2220,'-4'22,"-5"20,1 11,-2 6,-1 2,1-3,3-4,4-9,6-10,3-11,2-10</inkml:trace>
  <inkml:trace contextRef="#ctx0" brushRef="#br0" timeOffset="3358.492">467 2260,'0'16,"5"12,3 10,6 6,4 2,2 0,1-6,0-4,-1-7,-2-8,-4-8</inkml:trace>
  <inkml:trace contextRef="#ctx0" brushRef="#br0" timeOffset="3615.803">708 2166,'-7'0,"-2"11,0 20,2 19,5 16,4 10,7 7,1-12</inkml:trace>
  <inkml:trace contextRef="#ctx0" brushRef="#br0" timeOffset="4393.727">802 3557,'301'-10,"-206"18,0 4,68 18,25 4,-179-32,-7-1,1 0,-1-1,1 1,0 0,-1-1,1 1,0-1,-1 0,1 0,0 0,-1 0,1-1,0 1,-1-1,1 0,0 1,-1-1,1 0,-1-1,1 1,-1 0,0-1,0 1,2-2,-2-5</inkml:trace>
  <inkml:trace contextRef="#ctx0" brushRef="#br0" timeOffset="4649.557">1724 3329,'0'-16,"0"-9,2-2,1 10,0 16,0 17,-2 18,0 14,0 8,-1 6,0 0,2-5,1-5,2-11,0-13</inkml:trace>
  <inkml:trace contextRef="#ctx0" brushRef="#br0" timeOffset="6886.876">1671 2153,'-11'-42,"1"0,2 0,2 0,0-41,6-182,14 285,-6-14,0 0,0 0,0 0,1-1,0 0,0-1,0 0,0-1,1 0,-1 0,1-1,0 0,0-1,0 0,0 0,0-1,0 0,8-2,-5 2,417-13,399 11,-529-11,-38 0,-262 13,-1 0,1 1,0-1,0 0,-1 0,1 1,0-1,0 0,0 1,-1-1,1 0,0 1,0-1,0 0,0 1,0-1,0 1,0-1,0 0,0 1,0-1,0 0,0 1,0-1,0 0,0 1,0-1,0 1,0-1,0 0,1 1,-1-1,0 0,0 1,0-1,1 0,-1 0,0 1,0-1,1 0,-1 0,0 1,1-1,-1 0,0 0,1 0,-1 0,0 1,1-1,-1 0,0 0,1 0,-1 0,0 0,1 0,-1 0,1 0,-1 0,0 0,-7 11,0 5,1 0,0 0,2 1,0-1,0 1,2 0,0 0,1 1,1 12,-1-12,-3 580,6-349,-15 352,50-461,-22-16,-15-123,0 0,0 0,0 0,0 0,0 0,0-1,0 1,1 0,-1 0,0 0,1 0,-1-1,1 1,-1 0,1 0,-1-1,1 1,-1-1,1 1,0 0,-1-1,1 1,0-1,-1 1,1-1,0 1,0-1,0 0,-1 1,1-1,0 0,0 0,0 0,0 0,0 0,-1 0,1 0,0 0,0 0,1 0,34-17,-21 8,24-6,0 1,1 3,1 1,-1 2,1 2,1 1,33 2,9-4,575-47,62 6,-391 29,108-2,-95 14,166-21,-18 15,-304-3,-199 6,1 4</inkml:trace>
  <inkml:trace contextRef="#ctx0" brushRef="#br0" timeOffset="8646.67">7687 1498,'17'265,"21"849,-32-687,-6-402,0-25,0 0,0 1,0-1,0 0,0 1,0-1,0 0,0 0,0 1,-1-1,1 0,0 0,0 1,0-1,0 0,0 0,0 1,-1-1,1 0,0 0,0 0,0 1,-1-1,1 0,0 0,0 0,0 0,-1 0,1 1,0-1,0 0,-1 0,1 0,0 0,0 0,-1 0,1 0,0 0,-1 0,1 0,0 0,0 0,-1 0,1 0,0 0,0 0,-1 0,1 0,0 0,0-1,-1 1,1 0,0 0,0 0,-1 0,1-1,0 1,0 0,0 0,-1 0,1-1,0 1,0 0,0 0,0-1,0 1,0 0,0 0,-1-1,1 1,-13-18,1-3,2 0,0 0,1-1,2 0,0-1,1 1,2-1,0-1,0-15,3-217,2 233,28-421,-7 188,-12 0,-15-112,-14 227,18 138,1 3,-1-1,1 1,-1-1,1 0,-1 1,1-1,0 0,-1 1,1-1,0 0,0 1,-1-1,1 0,0 0,0 1,0-1,0 0,0 0,0 1,0-1,0 0,0 1,1-1,-1 0,0 0,0 1,1-1,-1 0,0 1,1-1,-1 0,1 1,-1-1,1 1,-1-1,1 1,-1-1,1 1,-1-1,1 1,0-1,-1 1,1 0,0-1,-1 1,1 0,0 0,-1 0,1-1,0 1,0 0,-1 0,1 0,0 0,0 0,304 64,-173-45,1-5,0-6,126-10,50-19,40-19,-327 37,27-4,-1 2,1 2,32 3,-79 0,0 0,0 0,-1 0,1 1,0-1,0 0,0 1,0-1,0 1,0 0,-1 0,1 0,0 0,-1 0,1 0,-1 0,1 0,-1 1,1-1,-1 0,0 1,1-1,-1 1,0 0,0-1,0 1,-1 0,1 0,0-1,-1 1,1 0,-1 0,1 0,-1 0,0 0,0 0,0 0,0 0,-3 300,-6 608,4-158,-3-677,8-74,1-1,-1 1,1 0,-1 0,1 0,-1 0,1 0,-1 0,1-1,0 1,-1 0,1 0,0-1,0 1,0-1,-1 1,1 0,0-1,0 0,0 1,0-1,0 0,0 1,0-1,0 0,0 0,0 0,0 0,0 0,0 0,0 0,0 0,0 0,0 0,0-1,0 1,0 0,0-1,1 1,38-18,-21 6,0 1,1 0,0 1,1 1,0 1,12-2,47-5,1 3,65 0,-88 7,1350-25,-1043 31,-371-1</inkml:trace>
  <inkml:trace contextRef="#ctx0" brushRef="#br0" timeOffset="10745.93">3422 2314,'24'16,"-1"1,-2 2,1 0,-2 1,-1 2,0 0,-2 0,0 2,-2 0,0 1,0 3,65 153,-80-179,0-1,0-1,0 1,-1 0,1 0,0 0,0-1,0 1,0 0,0 0,0 0,1-1,-1 1,0 0,0 0,0 0,1-1,-1 1,0 0,1 0,-1-1,1 1,-1 0,1-1,-1 1,1-1,0 1,-1-1,1 1,-1-1,1 1,0-1,0 1,-1-1,1 0,0 1,0-1,-1 0,1 0,0 0,0 0,0 0,-1 1,1-1,0-1,0 1,0 0,0 0,-1 0,1 0,0 0,0-1,-1 1,1 0,0-1,0 1,-1-1,1 1,0-1,-1 1,1-1,-1 1,1-1,0 0,59-155,15-31,94-165,-115 251</inkml:trace>
  <inkml:trace contextRef="#ctx0" brushRef="#br0" timeOffset="12165.067">9531 2019,'17'52,"-6"-17,8 26,3-2,2-1,4 1,-26-54,0 0,0 0,1 0,0 0,0 0,0 0,0-1,1 0,0 1,0-1,0-1,0 1,1-1,-1 1,1-1,0 0,0-1,0 1,0-1,1 0,-1-1,0 1,1-1,-1 0,1 0,0-1,-1 0,1 0,0 0,-1 0,1-1,1 0,9-8,-1 0,0-1,0 0,-1-2,0 1,-1-2,0 0,-1 0,-1-1,0 0,-1-1,5-10,28-42,-2-3,-3-1,-4-2,8-29,-16 29,-8 11</inkml:trace>
  <inkml:trace contextRef="#ctx0" brushRef="#br0" timeOffset="18641.327">3729 4412,'-2'16,"-1"10,0 7,1 5,3 5,3 2,3 2,4 5,-1-6</inkml:trace>
  <inkml:trace contextRef="#ctx0" brushRef="#br0" timeOffset="15805.474">160 7059,'-3'-2,"-1"1,0-1,0 1,0 0,0 0,0 0,0 0,0 1,0 0,0 0,0 0,0 0,0 0,-1 1,1 0,0 0,1 0,-1 0,0 1,0-1,0 1,1 0,-1 0,1 1,0-1,-1 1,-1 2,-2 6,0 0,1 0,1 0,0 1,0 0,2 0,-1 1,1-1,1 1,0-1,1 1,0 0,1-1,1 1,0 0,0-1,3 10,-1-11,0 1,0-1,1 1,1-1,-1 0,2-1,0 1,0-1,1 0,0-1,0 1,1-1,5 4,-8-8,1-1,-1 1,1-1,0 0,0 0,1-1,-1 0,1 0,-1 0,1-1,0 0,0 0,0-1,0 0,0 0,0-1,0 1,1-2,-1 1,0-1,0 0,0 0,1-1,-2 0,1-1,0 0,-1 0,0 0,0 0,0-1,0 0,0-1,-1 1,0-1,0 0,0 0,0-1,-1 1,0-1,0 0,-1 0,1 0,-1-1,-1 1,1-1,-1 0,1-3,0-4,-1 0,0 0,-1 0,0 0,-1-1,0 1,-2 0,1 0,-2 0,0 0,-2-5,0 3,0-1,-1 1,0 0,-2 1,0 0,0 0,-1 0,-1 1,-1 1,0 0,0 0,-1 1,-1 1,0 0,-4-2,14 11,-1 1,0-1,1 1,-1 0,0-1,0 2,0-1,0 0,0 1,0 0,0 0,0 0,0 0,0 1,0-1,0 1,0 0,0 0,1 1,-1-1,0 1,1 0,-1 0,1 0,-1 0,1 1,0-1,0 1,0 0,0 0,1 0,-1 0,1 0,0 1,0-1,0 1,0-1,0 4,-3 2,1 0,0 1,1 0,0 0,0 0,1 0,0 0,1 0,1 0,-1 1,1-1,1 0,0 1,1-1,0 0,0 0,1 0,0 0,1 0,0-1,0 0,1 0,0 0,1 0,0-1,2 2,28 25</inkml:trace>
  <inkml:trace contextRef="#ctx0" brushRef="#br0" timeOffset="16232.947">601 7019,'-7'14,"1"1,1-1,0 1,1 1,1-1,0 1,1-1,1 1,0 0,1-1,2 10,-3-13,1 0,0 0,0 0,1 0,1 0,0 0,1 0,0 0,1-1,0 1,1-1,0 0,1-1,0 1,1-1,0 0,1 0,-6-8,1 0,-1 0,1 0,-1 0,1-1,0 1,0-1,0 0,0 0,0 0,0 0,0 0,1-1,-1 1,0-1,0 0,1 0,-1 0,0 0,0-1,0 1,0-1,1 0,-1 0,0 0,0 0,0-1,-1 1,1-1,0 0,5-3,0-1,-1 0,0 0,-1-1,1 0,-1 0,0-1,-1 1,5-9,-1-4,0 0,-1 0,-1-1,-1 0,0 0,-2 0,-1-1,0 0,-2 0,0 1,-2-19,-3 127,3-49,10 132,-8-165,0-1,0 0,0 0,0 0,1 0,0 0,0 0,0 0,0 0,0-1,1 1,0-1,0 0,0 1,0-1,0-1,1 1,-1 0,1-1,-1 0,1 0,0 0,0 0,4 1,25 5</inkml:trace>
  <inkml:trace contextRef="#ctx0" brushRef="#br0" timeOffset="16428.953">1309 7100,'-7'15,"-4"13,-1 11,3 7,1 7,3 4,3 0,1-7,3-8,3-13,4-10,5-13,-1-8</inkml:trace>
  <inkml:trace contextRef="#ctx0" brushRef="#br0" timeOffset="16675.828">1109 6885,'-16'-2,"-10"-1,-4 0,-1 1,8 0,17 1,21 3,26 1,26-3,28-2,21-7,17-1,-14 1</inkml:trace>
  <inkml:trace contextRef="#ctx0" brushRef="#br0" timeOffset="17950.178">628 8289,'484'-24,"452"-20,-784 41,111-18,152-12,-237 18,79 8,-218 6,1-2,0-2,31-8,81 7,-96 7,-40 0,-13 0,-1-1,1 1,-1-1,1 0,-1 1,1-1,-1 0,1-1,0 1,-1 0,1-1,-1 1,1-1,-1 0,0 0,1 0,-1 0,0 0,0-1,1 1,-1-1,0 1,0-1,-1 0,1 1,0-1,3-13</inkml:trace>
  <inkml:trace contextRef="#ctx0" brushRef="#br0" timeOffset="18893.671">3796 5335,'-4'18,"-5"11,0 4,2 4,1 1,2-1,2 2,1 0,1 0,-2 1,-1 0,1-2,0-8</inkml:trace>
  <inkml:trace contextRef="#ctx0" brushRef="#br0" timeOffset="19062.214">3796 6029,'0'14,"0"11,0 6,-2 2,-1 1,-2 0,0 0,-2 0,0 0,0 0,0-5</inkml:trace>
  <inkml:trace contextRef="#ctx0" brushRef="#br0" timeOffset="19333.861">3702 6898,'-2'16,"-1"8,0 4,3 2,1 0,1 2,0 0,-1 2,0-1,0-1,-1-7</inkml:trace>
  <inkml:trace contextRef="#ctx0" brushRef="#br0" timeOffset="19602.19">3729 7473,'-2'16,"-3"12,-1 11,0 4,2 6,4 0,6 1,4-1,1-9</inkml:trace>
  <inkml:trace contextRef="#ctx0" brushRef="#br0" timeOffset="20455.42">3702 5856,'0'-1,"-1"1,0 0,1 0,-1 1,0-1,1 0,-1 0,1 0,-1 0,0 0,1 1,-1-1,1 0,-1 0,1 1,-1-1,1 1,-1-1,1 0,-1 1,1-1,0 1,-1-1,1 1,-1-1,1 1,0-1,0 1,-1-1,1 1,0 0,0-1,0 1,0-1,-1 1,1 0,0-1,0 1,0-1,0 1,1 0,-1 0,-4 25,1 0,2 0,0 0,2 0,1 0,1 0,1-1,2 5,-3-12,25 138,20 156,-41-158,-6-1,-6 1,-25 137,26-255,-5 12,3 0,2 0,2 1,2-1,3 1,1-1,8 30,27 61,-34-158,-6-249,1 234</inkml:trace>
  <inkml:trace contextRef="#ctx0" brushRef="#br0" timeOffset="23592.395">3796 6511,'-12'-260,"5"44,-13 96,21 115,0 0,0 0,1 1,-1-1,1 0,0 1,0-1,1 1,-1-1,1 1,0 0,0 0,1 0,-1 1,1-1,0 1,0 0,0 0,0 0,0 0,1 1,-1-1,1 1,-1 1,1-1,0 1,0-1,3 1,177-2,420-22,19-1,-75 4,-127 3,-304 14,94-17,-94 8,94 1,383 14,0-40,-294 31,-101 1,36-19,-22 13,-56-6,2-3,-14 10,-131 11,-12 0,-1 1,1-1,-1 0,1 1,-1 0,1-1,0 1,-1 0,1 0,-1 1,1-1,-1 1,1-1,-1 1,1 0,-1-1,1 1,-1 1,0-1,1 0,-1 1,0-1,0 1,0-1,0 1,0 0,-1 0,1 0,0 0,-1 0,0 0,1 0,-1 1,0-1,0 0,0 1,0 0,0 203,24 33,-17 98,-3-201,8 50,25 121,-27-147,16 50,-22 59,8-159,-13-106,0 0,-1 0,1 0,1-1,-1 1,0 0,1 0,0 0,0 0,0-1,0 1,1 0,0-1,-1 1,1-1,0 0,1 0,-1 0,1 0,-1 0,1 0,0 0,0-1,0 1,0-1,0 0,1 0,-1 0,1-1,-1 1,32 6,0-2,1-1,-1-2,3-1,-14 0,205 3,175-19,4-1,-178 16,364-9,-386 3,-195 9,-20-8,-4-3</inkml:trace>
  <inkml:trace contextRef="#ctx0" brushRef="#br0" timeOffset="25639.923">3635 2915,'178'-2,"-39"-2,0 5,0 7,-1 5,108 27,-215-33,-1 2,0 1,-1 1,0 2,11 7,-32-16,0 0,-1 1,1 0,-1 1,0-1,-1 1,1 1,-1-1,-1 1,1 0,-1 0,0 1,0 0,-1-1,0 2,-1-1,0 0,0 1,-1-1,0 1,0 3,-2-1,0 0,-1 0,0 0,-1 0,0-1,0 1,-2 0,1-1,-1 0,-1 0,0 0,0 0,-1-1,-5 7,-105 117,25-48,-4-5,-3-4,-4-4,-72 37,-43 10,-195 75,187-100,18-8,-136 80,320-155,1 1,0 2,1 0,1 1,0 1,1 0,1 2,0 0,1 1,2 1,0 0,1 1,0 1,2 0,1 1,1 0,1 1,-1 5,3 3,2 0,1 1,2-1,1 1,1 0,2-1,2 1,0-1,5 13,17 58,5 0,12 19,-28-81,10 34,3-2,4-1,2-1,4-2,3-2,2-1,4-3,2-1,3-3,3-1,7-1,1-2,3-4,2-2,11 2,-60-40,0 0,0-1,1-2,1 0,-1 0,1-2,1-1,-1-1,1 0,-1-2,16 0,12-15,-84 0,21 5</inkml:trace>
  <inkml:trace contextRef="#ctx0" brushRef="#br0" timeOffset="26023.928">3328 6123,'-2'1,"0"-1,0 1,-1 0,1 0,0 0,0 0,0 0,0 0,0 0,1 1,-1-1,0 1,1 0,-1-1,1 1,-1 0,1 0,0 0,-1 0,1 0,0 0,1 0,-1 0,0 0,1 0,-1 1,1-1,-1 0,1 0,0 1,0-1,0 0,0 1,1 0,20 79,-4-50,2-1,1-1,1-1,2-1,1-1,5 4,-3-4,-1 1,-2 1,-1 1,-1 1,11 25,-29-52,0 1,0 1,-1-1,0 0,0 1,-1-1,1 1,-1-1,0 1,-1-1,0 1,1 0,-2 0,1-1,-1 1,1 0,-2-1,1 1,-1-1,1 1,-2-1,1 0,0 0,-1 0,-1 1,-9 7,0-2,-1 0,-1-1,1 0,-2-1,1-1,-1 0,0-1,-1-1,0 0,0-1,0-1,-14 1,-178 45,184-40,26-10,-1-1,0 1,1 0,-1 0,0 0,1 0,-1 0,0 0,1 0,-1 0,0 0,0 1,1-1,-1 0,0 0,1 0,-1 0,0 0,1 0,-1 1,0-1,0 0,1 0,-1 0,0 1,0-1,0 0,1 0,-1 1,0-1,0 0,0 0,0 1,1-1,-1 0,0 1,0-1,0 0,0 1,0-1,0 0,0 1,0-1,0 0,0 1,0-1,0 0,0 1,0-1,0 0,0 0,-1 1,1-1,0 0,0 1,0-1,0 0,-1 0,1 1,0-1,0 0,26 2,4-3</inkml:trace>
  <inkml:trace contextRef="#ctx0" brushRef="#br0" timeOffset="27714.012">9625 2728,'-10'28,"9"-26,1 0,0 1,0-1,0 0,0 0,1 1,-1-1,0 0,1 0,0 0,-1 0,1 0,0 0,0 0,0 0,0 0,1 0,-1 0,0-1,1 1,0 0,-1-1,1 1,0-1,-1 0,1 1,0-1,0 0,1 0,65 24,-61-23,427 94,-364-79,-1 3,-1 3,-1 3,-1 3,-1 3,-2 2,-1 4,-2 1,-2 4,10 12,-4 8,-3 2,-2 3,-4 3,-3 2,-3 2,7 21,-23-31,-3 2,-2 1,-4 1,-3 1,-3 1,-3 0,-3 1,-3 1,-3 0,-4 0,-3 0,-3 1,-3-2,-3 1,-3-1,-4-1,-18 46,17-67,-3-1,-3-1,-1-1,-2-1,-2-2,-2 0,-2-3,-2 0,-2-3,-1 0,-42 30,-87 57,-5-9,-41 15,112-70,67-40,-45 28,-1-4,-38 14,110-56,0 0,0 0,-1-1,1 0,-1 0,0-1,1-1,-1 1,0-1,0 0,-6-2,9 1,0 1,-1-1,1 1,-1 0,1 1,0-1,-1 1,1 1,0-1,0 1,0 0,0 0,0 1,0 0,0 0,1 0,-3 3,8-6,-1 0,1 1,0-1,-1 0,1 0,0 1,-1-1,1 0,0 1,-1-1,1 1,0-1,0 0,0 1,-1-1,1 1,0-1,0 0,0 1,0-1,0 1,0-1,0 1,0-1,0 1,0-1,0 0,0 1,0-1,0 1,0-1,1 1,-1-1,0 0,0 1,0-1,1 0,-1 1,0-1,1 1,-1-1,0 0,0 0,1 1,-1-1,1 0,-1 0,0 1,1-1,-1 0,1 0,-1 0,0 0,1 1,-1-1,1 0,-1 0,1 0,-1 0,0 0,1 0,27 0,-10-5</inkml:trace>
  <inkml:trace contextRef="#ctx0" brushRef="#br0" timeOffset="28224.673">10213 5856,'-54'42,"1"3,3 3,2 1,2 3,2 1,2 2,0 8,-2 2,43-65,0 1,1 0,-1 0,0-1,1 1,-1 0,1 0,-1 0,1 0,0 0,-1 0,1 0,0 0,0 0,-1 0,1 0,0 0,0 0,0 0,0 0,0 0,1 0,-1 0,0-1,0 1,1 0,-1 0,0 0,1 0,-1 0,1 0,-1 0,1 0,0-1,-1 1,1 0,0-1,-1 1,1 0,0-1,0 1,0-1,0 1,0-1,-1 1,1-1,0 0,0 1,0-1,0 0,0 0,0 0,0 1,0-1,1-1,16 2,-1-1,1-1,0 0,-1-2,0 0,10-3,20-3,-28 4,0 2,1 0,0 2,0 0,0 1,-1 1,1 1,0 0,-1 2,1 0,-1 1,0 1,-1 1,1 1,9 5,59 44,-86-57,0 1,0-1,0 0,0 1,0-1,0 0,0 1,0-1,0 0,0 0,0 0,0 0,0 0,0 0,0 0,0-1,0 1,0 0,0 0,0-1,0 1,0-1,0 1,0-1,0 1,0-1,-1 1,1-1,0 0,0 0,-1 1,1-1,0 0,-1 0,1 0,-1 0,1 0,-1 0,1 0,-1 0,0 0,10-47,-10 45,3-43,-2 0,-3 0,-1 0,-3 0,-1 1,-2 0,-11-26,-4 8,14 47</inkml:trace>
  <inkml:trace contextRef="#ctx0" brushRef="#br0" timeOffset="29783.544">3422 187,'0'69,"2"37,-5-1,-4 0,-14 56,-29 101,49-259,0 0,1 0,-1 0,0 0,1 0,0 0,0 0,0 0,0 0,0 0,0 0,1 0,-1 0,1 0,0 0,0 0,0 0,1 0,-1 0,1-1,-1 1,1 0,0-1,0 0,0 1,0-1,0 0,1 0,-1 0,1 0,1 0,12 2,-1-2,1 0,0-1,0 0,-1-1,1-1,0-1,0 0,-1-1,3-1,101-28,-101 25</inkml:trace>
  <inkml:trace contextRef="#ctx0" brushRef="#br0" timeOffset="30159.535">3088 616,'-3'-3,"3"0,2 0,9 1,8 0,13 1,10-2,9 0,7-2,8 0,4-2,1 1,-3-1,-5 0,-14 2</inkml:trace>
  <inkml:trace contextRef="#ctx0" brushRef="#br0" timeOffset="30864.71">4010 910,'152'-264,"-152"264,1 0,-1 1,0-1,0 0,0 1,0-1,1 0,-1 0,0 1,0-1,1 0,-1 0,0 1,0-1,1 0,-1 0,0 0,1 1,-1-1,0 0,1 0,-1 0,0 0,1 0,-1 0,0 0,1 0,-1 0,0 0,1 0,-1 0,1 0,-1 0,0 0,1 0,-1 0,0 0,1 0,-1 0,2 285,19-15,-20-269,-1 0,1 0,-1 0,0 0,1 0,-1 0,0 0,0 0,1 0,-1 0,0 0,0 0,0 1,0-1,-1 0,1 0,0 0,0 0,-1 0,1 0,0 0,-1 0,1 0,-1-1,1 1,-1 0,0 0,1 0,-1 0,0-1,1 1,-1 0,0-1,0 1,0 0,0-1,0 1,0-1,0 1,0-1,0 0,0 1,0-1,0 0,0 0,0 0,0 0,0 0,0 0,0 0,0 0,0 0,0 0,0-1,0 1,0 0,0-1,0 1,0-1,0 1,0-1,0 1,1-1,-1 1,0-1,1 1,-1-1,1 0,-1 1,0-1,1 0,0 0,-1 1,1-1,-1 0,1 0,0 0,0 1,-1-1,1 0,0 0,0 0,0 0,0 0,0 0,0 1,0-1,0 0,0 0,1 0,-1 0,0 0,0 1,1-1,-1 0,1 0,-1 1,1-1,-1 0,1 0,-1 1,1-1,-1 1,1-1,0 0,-1 1,1-1,0 1,0 0,0-1,-1 1,1 0,1-1,150-1,-19 1,-67-1</inkml:trace>
  <inkml:trace contextRef="#ctx0" brushRef="#br0" timeOffset="31809.209">9505 0,'8'40,"-9"211,-4-109,5-123,1-1,2 1,-1 0,2-1,1 0,0 0,1 0,1-1,1 0,0 0,1 0,1-2,0 1,1-1,9 8,-20-22,4 5,-1-1,0 0,1 0,0-1,0 1,1-1,-1 1,1-2,0 1,0 0,0-1,0 0,1 0,-1 0,1-1,0 0,0 0,0 0,0-1,0 0,0 0,0-1,6 1,3-5,-1-1,1 0,-1-1,0 0,0-2,-1 1,0-1,11-9,-4 0</inkml:trace>
  <inkml:trace contextRef="#ctx0" brushRef="#br0" timeOffset="32095.527">9250 428,'25'-2,"22"-4,17 1,13-3,7 1,3 0,0 0,-5 2,-10 3,-17 3</inkml:trace>
  <inkml:trace contextRef="#ctx0" brushRef="#br0" timeOffset="32491.046">10159 442,'20'-9,"-4"7,0 1,0 0,0 2,0-1,0 2,0 0,15 4,-25-4,0-1,0 1,0 0,0 0,0 1,0 0,-1 0,1 0,-1 1,0 0,0 0,0 0,-1 1,1-1,-1 1,0 0,0 0,-1 1,0-1,0 1,1 2,-2-2,-1-1,0 1,0 0,-1-1,0 1,0 0,0 0,0-1,-1 1,0 0,0-1,-1 1,0-1,0 0,0 1,0-1,-1 0,0 0,-2 3,-71 84,27-47,-33 41,81-85,0 0,0 0,1 0,-1 0,0 0,1 0,-1 0,1 0,-1 0,1 0,0 1,-1-1,1 0,0 0,0 1,0-1,0 0,0 0,0 1,0-1,0 0,1 0,-1 1,0-1,1 0,-1 0,1 0,-1 0,1 0,0 0,0 0,-1 0,1 0,0 0,0 0,0 0,0 0,0 0,0-1,0 1,0 0,0-1,55 18,10-10,0-4,0-2,1-4,21-4,-37 3,-7 1</inkml:trace>
  <inkml:trace contextRef="#ctx0" brushRef="#br0" timeOffset="37391.433">3556 2260,'3'-5,"1"1,-1 0,1 0,1 0,-1 0,0 1,1 0,0 0,0 0,0 0,0 1,0-1,0 1,5 0,4-4,67-27,1 4,1 4,79-14,-109 34,-52 5,-1 0,1 0,-1 0,1 1,-1-1,1 0,-1 0,1 1,-1-1,1 0,-1 1,0-1,1 1,-1-1,0 0,1 1,-1-1,0 1,1-1,-1 1,0-1,0 1,1-1,-1 1,0-1,0 1,0 0,0-1,0 1,0-1,0 1,0-1,0 1,0-1,0 1,0 0,0-1,-1 1,1-1,0 1,0-1,-1 1,1-1,0 1,-1-1,1 0,0 1,-1-1,1 1,0-1,-1 0,1 1,-1-1,1 0,-1 1,1-1,-1 0,1 0,-1 0,1 1,-1-1,1 0,-1 0,0 0,0 0,-16 11,-1-1,0-1,-1 0,0-2,0 0,-1-1,1-1,-1-1,-1-1,1 0,-5-1,-25 1,0-2,0-2,0-3,-2-2,42 4,22 1,347-52,-345 54,-18 2,-26 7,24-8,-393 113,380-109,19-6,0 1,0-1,0 0,0 0,1 0,-1 0,0 0,0 0,0 0,0 1,0-1,0 0,1 0,-1 0,0 0,0 0,0 1,0-1,0 0,0 0,0 0,0 1,0-1,0 0,0 0,0 0,0 0,0 1,0-1,0 0,0 0,0 0,0 1,0-1,0 0,0 0,0 0,0 0,0 1,0-1,-1 0,1 0,0 0,0 0,0 0,0 1,0-1,-1 0,1 0,0 0,0 0,0 0,26 2,-1 0,1-2,0-1,0-2,-1 0,23-6,-46 9,237-61,-239 61,0 1,0-1,0 0,0 1,0-1,0 0,0 0,0 1,0-1,0 0,0 1,0-1,0 0,0 1,0-1,0 0,0 1,0-1,1 0,-1 1,0-1,0 0,0 0,1 1,-1-1,0 0,0 0,0 1,1-1,-1 0,0 0,1 0,-1 1,0-1,0 0,1 0,-1 0,0 0,1 0,-1 0,0 0,1 0,-1 0,0 1,1-1,-1-1,0 1,1 0,-1 0,0 0,1 0,-1 0,0 0,1 0,-1 0,0 0,0-1,1 1,-1 0,0 0,0 0,1-1,-1 1,0 0,0 0,1-1,-1 1,0 0,0 0,0-1,-18 19,-112 68,96-66,1 1,1 2,1 1,-20 21,50-45,0 0,0 0,1 1,-1-1,0 0,1 0,-1 1,0-1,1 1,-1-1,1 1,-1-1,1 1,-1-1,1 1,-1-1,1 1,-1-1,1 1,0 0,-1-1,1 1,0 0,0-1,-1 1,1 0,0 0,0-1,0 1,0 0,0 0,0-1,0 1,0 0,0-1,0 1,0 0,1 0,-1-1,0 1,1 0,-1-1,0 1,1 0,-1-1,0 1,1-1,-1 1,1-1,-1 1,1-1,0 1,-1-1,1 1,-1-1,8-2,-2 0,1-1,0 0,0 0,-1 0,0-1,0 0,0 0,0-1,0 0,-1 0,0 0,0 0,4-7,1 1,0-1,-1 0,0 0,-1-1,0 0,-1 0,-1-1,0 0,0 0,-2 0,4-15,-9 29,1 0,0 0,-1 0,1 1,0-1,-1 0,1 0,0 0,-1 0,1 0,-1 0,1 0,0 0,-1 0,1 0,0 0,-1 0,1-1,0 1,-1 0,1 0,0 0,-1 0,1-1,0 1,-1 0,1 0,0 0,0-1,-1 1,1 0,0-1,0 1,-1 0,1 0,0-1,0 1,0 0,0-1,0 1,-1 0,1-1,0 1,0-1,0 1,0 0,0-1,0 1,0 0,0-1,0 1,0 0,1-1,-1 1,0-1,0 1,0 0,0 0,0-1,1 1,-1 0,0-1,0 1,1 0,-1-1,0 1,0 0,1 0,-1 0,1-1,-18 26,6 14,1 0,3 0,1 0,2 1,1 29,1-48,1-10,-1 0,2 0,-1 0,2 1,0-1,0 0,1 0,0 0,1 0,0 0,2 3,-5-13,0 0,1-1,-1 1,0 0,1 0,-1-1,1 1,-1 0,1-1,-1 1,1-1,0 1,-1-1,1 1,-1-1,1 1,0-1,0 1,-1-1,1 0,0 1,0-1,-1 0,1 0,0 0,0 0,0 0,-1 0,1 0,0 0,0 0,0 0,0 0,-1 0,1 0,0-1,0 1,-1 0,1 0,0-1,0 1,-1-1,1 1,0-1,-1 1,1-1,-1 1,1-1,-1 0,1 1,-1-1,1 0,-1 1,1-1,-1 0,22-43,-19 30,-1 0,0 0,-1-1,0 1,-2 0,1-1,-2 1,0-1,0 1,-1 0,-1 0,-1 1,0-1,-4-8,-17-15,26 36,-1 0,0 0,1 1,-1-1,0 0,0 1,0-1,1 0,-1 1,0-1,0 1,0-1,0 1,0 0,0-1,0 1,0 0,0 0,0 0,0 0,0 0,0 0,0 0,0 0,0 0,0 0,0 0,0 1,0-1,0 0,0 1,1-1,-1 1,0-1,0 1,0-1,0 1,1 0,-1-1,-1 2,-2 5,0 1,1-1,0 1,0 0,0 0,1 0,1 1,-1-1,1 0,1 1,-1-1,1 1,1 1,-2 3,0 0,1 0,0-1,0 1,1 0,1-1,0 1,1-1,0 1,1-1,1 0,-1 0,3 1,-7-14,0 1,0 0,0-1,0 1,0 0,1-1,-1 1,0 0,0-1,0 1,1 0,-1-1,0 1,1 0,-1 0,0-1,0 1,1 0,-1 0,0 0,1-1,-1 1,0 0,1 0,-1 0,1 0,-1 0,0 0,1 0,-1 0,0 0,1 0,-1 0,1 0,-1 0,0 0,1 0,-1 0,0 0,1 1,-1-1,0 0,1 0,-1 0,0 1,1-1,-1 0,0 0,1 1,-1-1,0 0,0 0,0 1,1-1,-1 0,0 1,0-1,0 0,0 1,1-1,-1 1,0-1,0 0,0 1,0-1,0 1,1-33,-21-54,11 68</inkml:trace>
  <inkml:trace contextRef="#ctx0" brushRef="#br0" timeOffset="39099.939">3649 6083,'25'648,"-3"-363,2 10,-13 31,-12-280,-1 1,-2 0,-2-1,-3 4,-9-5,17-46,0 0,0 1,0-1,0 0,0 0,0 0,0 0,0 1,0-1,1-1,-1 1,0 0,1 0,-1 0,1 0,-1 0,1 0,-1-1,1 1,0 0,0 0,0-1,-1 1,1 0,0-1,1 1,-1 0,0 0,0-1,8-159,-2 93,8-626,-15 513,0-261,1 437,0-1,0 1,0 0,0-1,1 1,0 0,0 0,0 0,1 0,-1 0,1 0,1 0,-1 0,1 0,-1 1,1 0,1-1,-1 1,1 0,-1 1,1-1,0 0,2 0,-5 4,0 0,-1 1,1-1,0 0,0 0,-1 1,1-1,0 1,-1-1,1 1,0-1,-1 1,1-1,-1 1,1-1,-1 1,1 0,-1-1,1 1,-1 0,0-1,1 1,-1 0,0 0,0-1,1 1,-1 0,0 0,0-1,0 1,0 0,0 0,0 0,0-1,0 1,-1 0,1 0,0 0,0-1,-1 1,-13 179,11 569,10-334,-16-48,4-284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49.7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282 1,'-62'535,"43"-345,7 90,-2 29,4-161,6 1,7 0,10 38,7 15,40 287,-38-373,-6 2,-2 43,-14 507,-38 68,32-665,-33 310,-9 148,43 179,7-415,12 670,-17-193,-34 31,26-225,8 757,17-639,-15 455,-32-444,-6-224,-5 82,30-359,1-47,8 72,44 116,-22-124,18 64,21 59,-52-326,-1-4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2.0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386 61,'-16'-8,"0"0,-1 0,0 2,-1 0,1 1,-1 0,0 2,-1 0,1 1,-9 1,20 0,-1 2,0-1,1 1,-1 0,1 1,-1-1,1 2,0-1,0 1,0 0,0 0,0 1,1 0,-1 0,1 1,0-1,1 2,-1-1,1 0,0 1,0 0,1 0,-1 1,1-1,1 1,-1 0,1-1,0 0,1-1,0 1,0 0,0 1,0-1,1 0,0 0,1 0,-1 1,1-1,0 0,1 1,0-1,0 0,0 1,1-1,-1 0,1 0,1 0,-1-1,1 1,0 0,1-1,-1 0,1 0,0 0,0 0,1-1,-1 1,1-1,0 0,0-1,1 1,-1-1,1 0,3 2,-2-3,-1 0,1 0,0 0,-1-1,1 0,0-1,0 1,0-1,0 0,0-1,0 0,-1 0,1 0,0-1,0 0,-1 0,0-1,1 0,-1 0,0 0,0-1,-1 0,1 0,2-3,1-1,0-1,-1 0,0 0,-1-1,0 0,0 0,-1 0,-1-1,0 0,0 0,-1-1,0 1,1-9,3-103,-11 172,2-28,1 1,1-1,0 0,2 0,1 0,0 0,2 0,0-1,1 0,2 0,0-1,3 5,-10-21,0 1,1 0,-1-1,1 1,0-1,0 0,0 0,1 0,-1 0,1-1,0 0,-1 1,1-1,0 0,0-1,0 1,1-1,-1 0,0 0,1 0,-1 0,0-1,1 0,-1 0,0 0,1 0,3-1,4-6,0 0,-1 0,0-1,0 0,-1-1,1 0,-2-1,0 0,0 0,-1-1,0 0,0-1,-2 0,1 0,-2 0,4-11,44-117,-37 77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2.3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16 128,'-15'-128,"29"164,7 18,9 23,-2 1,-5 1,5 33,-22-65,-1 0,-3 0,-1 1,-3-1,-2 1,-2-1,-2 0,-2-1,-1 0,-3-1,-6 10,-14 31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3.7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546 112,'-8'40,"-6"-56,10 6,-2 1,1 0,-1 1,0-1,-1 1,0 1,-1-1,1 1,-1 0,0 1,-1 0,0 0,0 1,0 0,-1 0,1 1,-1 1,0-1,0 2,0-1,-1 1,1 1,0 0,-1 0,1 1,-1 1,1 0,-1 0,1 1,0 0,0 0,0 2,0-1,0 1,1 0,-1 1,-1 2,-4 2,2 2,-1-1,2 2,-1-1,1 2,1 0,1 0,-1 1,2 0,0 1,1 0,0 0,2 1,-1 0,2 0,-3 14,4-17,2 0,-1 0,2 0,0 1,0-1,1 0,1 0,0 1,1-1,1 0,-1 0,2-1,0 1,1 0,0-1,1 0,0-1,0 1,2-1,-1 0,9 8,-2-6,-1-1,2-1,0 0,0-1,1-1,0 0,0-1,1-1,0 0,0-1,1-1,0-1,0-1,14 1,4 0,0-3,0 0,0-3,0-1,-1-1,1-2,1-3,-10 4,-1-1,-1-2,1 0,-2-2,1-1,-1-1,-1 0,0-2,0-1,-2-1,0-1,15-16,-31 28,-1-1,-1 1,1-1,-1 0,0 0,0 0,-1 0,0-1,0 1,0-1,-1 1,0-1,0-1,-1 6,0-1,0 0,0 1,0-1,0 0,-1 1,1-1,-1 1,0-1,0 1,0-1,0 1,0 0,0-1,-1 1,1 0,-1 0,0 0,1 0,-1 0,0 0,0 1,0-1,0 1,0-1,-1 1,1 0,0 0,-1 0,1 0,-1 0,1 0,-1 1,-1-1,-2 1,0 1,0 0,-1 0,1 0,0 1,0 0,1 0,-1 1,0-1,1 1,-1 1,1-1,0 1,0-1,0 2,1-1,-1 0,1 1,0 0,-2 4,-8 6,1 2,1-1,0 2,1 0,1 0,1 1,1 0,0 0,1 1,2 0,-4 19,8-36,0 1,1-1,-1 1,1 0,0-1,0 1,0 0,0-1,1 1,-1 0,1-1,0 1,0-1,1 1,-1-1,1 0,-1 1,1-1,0 0,0 0,1 0,-1 0,1-1,-1 1,1-1,0 1,0-1,0 0,0 0,0 0,0-1,1 1,-1-1,0 1,1-1,-1 0,4 0,5 0,1 0,-1-1,1-1,-1 0,0 0,1-1,-1-1,0 0,0 0,-1-2,1 1,-1-1,0-1,0 0,0-1,-1 0,0 0,0-1,-1 0,0-1,-1 0,0-1,0 1,-1-2,0 1,-1-1,5-9,-6 9,0 0,-1-1,0 0,-1 0,0 0,-1 0,-1 0,0 0,0-1,-1 1,-1-10,1 21,0 1,0 0,0-1,0 1,1 0,-1-1,0 1,0 0,0-1,0 1,0-1,0 1,0 0,0-1,0 1,0 0,0-1,-1 1,1 0,0-1,0 1,0 0,0-1,0 1,-1 0,1-1,0 1,0 0,-1 0,1-1,0 1,0 0,-1 0,1 0,0-1,-1 1,1 0,0 0,-1 0,1 0,0 0,-1-1,1 1,0 0,-1 0,1 0,0 0,-1 0,1 0,-1 0,1 0,0 0,-1 1,1-1,0 0,-1 0,1 0,0 0,-1 0,1 1,0-1,0 0,-1 0,1 0,0 1,-13 22,9-8,0 1,0 0,2 0,0 0,1 0,0 0,1 0,1 0,1 0,0 0,1 0,1 0,0 0,1-1,1 0,4 7,-7-16,1-1,0 0,1 0,-1 0,1 0,0-1,0 0,0 0,1 0,0-1,-1 1,1-1,0-1,0 1,1-1,-1 0,1 0,-1-1,1 0,-1 0,1-1,-1 1,1-2,0 1,-1-1,1 1,-1-2,1 1,-1-1,1 0,-1 0,0-1,0 0,0 0,0-1,-1 1,0-1,1 0,-1 0,0-1,-1 0,2-2,8-12,-1-1,-1 0,-1-1,0 0,-2-1,-1 0,0 0,-2-1,0 0,-2 0,1-12,10-37,-12 60,-2 2,1 1,0 0,0 0,1 0,0 1,0-1,1 1,0-1,1 1,0 0,0 1,0-1,1 1,0 0,3-2,-6 8,-1 0,1 0,0 0,0 0,0 0,-1 1,1-1,0 1,0 0,0-1,0 1,0 1,0-1,0 0,0 1,-1 0,1-1,0 1,0 0,0 1,-1-1,1 0,-1 1,1-1,-1 1,0 0,2 1,52 62,-43-35,-2 0,-1 0,-2 1,-1 0,-1 0,-2 1,-1 0,-1 0,-2 0,-3 21,-1 96,-1-87,4 0,1 1,4-1,2 0,15 60,-17-105,1 0,1-1,0 0,1 0,1 0,0-1,1 0,1 0,0-1,1-1,0 0,1 0,1-1,0 0,0-2,1 1,8 3,-19-12,-1 0,1-1,0 1,0-1,0 1,0-1,0 0,0 0,1 0,-1-1,0 1,0-1,1 0,-1 0,0 0,1 0,-1 0,0-1,0 0,0 1,1-1,-1 0,0-1,0 1,0 0,0-1,-1 0,1 1,0-1,-1 0,1-1,-1 1,0 0,1-1,-1 1,0-1,-1 0,1 0,0 0,0-1,2-16,0 0,-2 0,0 0,-1 0,-1-1,-1 1,-1 0,-1 0,0 0,-1 0,-2 0,0 1,-1 0,-1 0,-4-7,-10-24,-3 0,-2 1,-1 2,-3 0,-2 3,-2 0,-2 2,-1 2,-2 2,-2 1,-1 2,-2 2,-1 3,-12-5,95 37,23 4,0-3,1-2,0-3,-1-3,0-2,0-3,11-5,15-3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4.1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0,'7'20,"2"19,2 14,-1 6,0 6,-2 0,-2-4,0-8,0-9,0-8,2-12,1-16,5-18,-1-8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4.4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0,'-9'12,"9"10,17 8,20 4,3-4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5.0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409 654,'-13'-9,"-1"0,0 2,-1 0,0 0,0 1,0 1,-1 1,1 0,-1 1,0 0,0 2,-9-1,17 3,-1 0,1 1,0 0,0 0,-1 1,2 0,-1 0,0 1,1 0,-1 0,1 1,0 0,1 0,-1 1,1-1,0 1,1 1,-1-1,1 1,0 0,1 0,0 1,-1 1,-2 5,1-1,0 1,1 1,0-1,1 1,1 0,0 0,1 0,1 0,1 1,0-1,1 9,0-16,0 0,0 0,1-1,0 1,1-1,0 1,0-1,0 0,1 0,0 0,0-1,1 1,0-1,0 0,1 0,-1-1,1 0,0 0,1 0,-1 0,1-1,0 0,0-1,0 0,0 0,1 0,-1-1,1 0,0 0,0-1,-1 0,8 0,-2-2,-1-1,1 0,-1-1,1 0,-1-1,0 0,0-1,-1 0,1-1,-1 0,-1-1,1 0,-1-1,0 0,-1-1,0 0,0 0,-1-1,0 0,-1 0,0-1,-1 0,0 0,0-1,-1 1,-1-1,0 0,2-11,5-33,-3-1,-2 0,-2 0,-3-1,-2 1,-3 0,-3 0,-2 0,-6-15,13 59,-5-29,-2 0,-1 0,-16-37,10 50,15 29,0-1,1 1,-1 0,0-1,1 1,-1 0,0 0,0 0,1 0,-1 0,0 0,0 0,1 0,-1 0,0 0,0 0,1 0,-1 0,0 1,0-1,1 0,-1 0,0 1,1-1,-1 1,1-1,-1 0,0 1,1-1,-1 1,1 0,-1-1,1 1,-1-1,1 1,0 0,-1-1,1 1,0 0,0-1,-1 1,1 0,0 0,0-1,0 1,0 0,0 0,0-1,0 1,0 0,0 0,0-1,0 1,1 0,-11 43,3-1,1 1,3 0,1 1,2-1,3 11,0 1,2-1,2 0,3 0,3-1,8 23,-12-51,0-2,2 1,0-1,2-1,0 0,2-1,0 0,2-2,0 0,1 0,1-2,11 8,-21-18,0 0,0-1,1-1,0 0,1 0,-1-1,1 0,0 0,1-2,-1 1,1-1,-1-1,1 0,0-1,0 0,0-1,-1 0,1-1,0 0,0-1,0 0,-1-1,1 0,-1-1,0 0,0-1,-1 0,1-1,4-4,-2-3,-2-1,1 0,-2-1,0 0,0-1,-2 0,0 0,-1-1,0 0,-2 0,0-1,-1 0,0 1,-2-2,0 1,-1 0,-1 0,-1 0,-1-14,2 25,0 0,0-1,-1 1,0 0,0 0,0-1,-1 1,0 0,-1 0,1 1,-1-1,-1 0,1 1,-1 0,0 0,-5-5,7 10,-1 0,0 0,0 1,1-1,-1 1,0-1,0 1,0 0,0 0,0 0,1 1,-1-1,0 1,0 0,0-1,1 1,-1 0,0 1,1-1,-1 0,1 1,-1-1,1 1,0 0,0 0,0 0,0 0,0 0,0 0,0 1,1-1,-1 1,1-1,-1 2,-8 10,0 1,0 0,2 1,0 0,1 1,0 0,1 0,1 0,1 0,0 1,2 0,0 0,1 0,0 0,2-1,1 13,0-22,0-1,0 1,1-1,0 0,0 0,1 0,0-1,0 1,0-1,1 0,0 0,0 0,1-1,0 0,-1 0,2 0,-1-1,0 0,1 0,0-1,0 1,0-2,0 1,1-1,2 1,15 3,0-1,0-1,1-1,0-2,-1 0,1-2,2-1,54-7,-9-4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5.6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354 610,'-13'-11,"-1"0,0 1,0 1,-1 0,0 1,-1 1,-5-2,15 7,1 0,-1 0,0 1,0-1,0 2,0-1,-1 1,1-1,0 2,0-1,0 1,0 0,0 0,0 0,0 1,0 0,1 0,-1 1,1 0,-1-1,1 2,-1 0,-2 3,-1 0,2 1,-1 0,1 0,0 1,0 0,1 0,1 1,-1 0,2 0,-1 0,1 0,1 1,0-1,0 1,1 0,1 0,0 0,0 0,1 0,0 0,1 0,1 0,2 11,-2-17,0 0,0 0,1 0,0 0,0 0,1 0,-1-1,1 0,0 0,0 0,0 0,1 0,-1-1,1 0,0 0,0 0,0-1,0 1,1-1,-1 0,0-1,1 0,0 1,-1-2,1 1,1-1,2 1,0-1,-1 0,1-1,0 0,-1 0,1-1,-1 0,1 0,-1-1,0 0,0-1,0 0,-1 0,1 0,-1-1,6-6,-4 2,-2 0,1-1,-1 0,-1 0,0-1,0 0,-1 0,-1 0,0-1,0 0,-1 1,0-1,-1 0,-1-1,0 1,-1 0,0-6,-1-3,1 21,0 0,0 1,0-1,0 0,0 0,0 1,0-1,0 0,0 0,0 0,-1 1,1-1,0 0,0 0,0 0,0 1,0-1,0 0,-1 0,1 0,0 0,0 1,0-1,-1 0,1 0,0 0,0 0,0 0,-1 0,1 0,0 0,0 1,0-1,-1 0,1 0,0 0,0 0,-1 0,1 0,0 0,0 0,-1-1,1 1,0 0,0 0,0 0,-1 0,1 0,0 0,0 0,0 0,-1-1,1 1,0 0,0 0,-7 16,1-1,1 1,0 1,1-1,1 1,1 0,0-1,1 1,1 0,0 0,2 2,0-11,0-1,1 0,0 0,1 0,0 0,0 0,0-1,1 1,0-1,0 0,0-1,1 1,0-1,0 0,0-1,1 1,-1-1,1 0,0-1,0 0,1 0,-1-1,1 1,-1-2,1 1,0-1,-1 0,1-1,0 1,0-2,0 1,-1-1,1 0,0-1,-1 0,1 0,-1 0,1-1,4-3,3 0,-1-1,0-1,0 0,0-1,-1-1,-1 0,0 0,0-1,-1-1,0 0,-1-1,-1 0,0 0,0-1,-2 0,1 0,0-7,8-17,-3-1,-1 0,-2-1,-2-1,-1 1,-2-11,0 11,-1 0,-3 0,-1 0,-2 0,-2 0,-1 0,-8-25,11 57,0 1,-1-1,0 1,-1 0,0 0,0 0,0 0,-1 1,0-1,-3-2,6 7,0 0,0 0,-1 1,1-1,0 1,-1-1,1 1,-1 0,1 0,-1 0,1 0,-1 0,0 1,1-1,-1 1,0 0,0 0,1 0,-1 0,0 0,0 1,1-1,-1 1,0 0,1-1,-1 1,1 0,-1 1,1-1,-1 0,0 1,-10 9,1 0,-1 0,2 1,0 1,0 0,2 0,-1 1,2 0,-1 1,2 0,0 0,0 4,-7 8,1 1,1 0,2 1,0 0,3 1,0 0,2 0,1 0,1 1,2 0,1-1,1 1,2-1,1 1,4 10,-3-26,1-1,1-1,0 1,1-1,0 0,1-1,0 1,1-2,1 0,0 0,0-1,1 0,0-1,1 0,0-1,0 0,3-1,20 10,0-2,1-2,1-1,0-2,39 5,45 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6.3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1,'-3'210,"6"417,0-593,-3-34,0-1,0 1,0-1,0 1,0 0,0-1,1 1,-1 0,0-1,0 1,0 0,1-1,-1 1,0 0,0 0,1-1,-1 1,0 0,0 0,1-1,-1 1,0 0,1 0,-1 0,0-1,1 1,-1 0,1 0,-1 0,0 0,1 0,-1 0,0 0,1 0,-1 0,1 0,-1 0,0 0,1 0,-1 0,0 1,1-1,-1 0,1 0,-1 0,0 0,0 1,1-1,-1 0,0 0,1 1,-1-1,0 0,0 0,1 1,-1-1,41-84,-30 58,2 0,0 0,2 1,0 1,2 1,18-21,-33 42,0-1,0 1,0 0,0 0,0 0,1 0,-1 0,1 0,-1 0,1 1,0-1,0 1,-1 0,1 0,0 0,0 0,0 0,0 1,0-1,1 1,-1 0,0 0,0 0,0 0,0 1,0-1,0 1,0 0,0 0,0 0,1 1,2 4,0 0,0 0,-1 1,0 0,0 0,-1 0,1 1,-2 0,1-1,-1 1,0 1,-1-1,0 0,0 0,-1 1,0-1,-1 1,1 0,-2 5,2-3,-1-1,-1 1,0-1,0 1,-1-1,0 0,-1 0,0 1,0-1,-1-1,-1 1,0-1,0 0,-1 0,0 0,0-1,-1 0,0 0,0 0,-1-1,0 0,0-1,-1 0,0 0,0-1,0 0,-1 0,0-1,0-1,0 1,-6 0,11-3,0 1,1-1,-1 0,0 0,0-1,0 0,0 0,0 0,0 0,0-1,0 1,0-1,0-1,0 1,1-1,-1 0,0 0,-3-2,7 3,0 0,1 0,-1 0,0-1,0 1,0 0,1 0,-1-1,1 1,-1 0,1-1,0 1,-1-1,1 1,0-1,0 1,0 0,0-1,0 1,0-1,0 1,1-1,-1 1,0 0,1-1,-1 1,1 0,0-1,-1 1,2-1,11-23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6.6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67 53,'-2'-14,"-1"-7,5 6,6 13,9 23,8 27,7 27,3 27,-6 20,-6 17,-9 8,-12 1,-18-2,-20-4,-20-10,-17-12,5-27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7.8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537 66,'-15'-9,"0"0,-1 1,0 1,0 1,0 0,-1 1,0 0,0 2,0 0,-1 1,1 0,0 2,-1 0,1 1,-1 1,-14 3,20-3,-1 1,1 1,0 0,0 0,0 2,1-1,0 1,0 1,0 0,1 0,0 1,1 1,-1-1,2 2,-1-1,1 1,1 0,0 1,0 0,1 0,0 0,1 1,0 2,1-5,2 1,-1 0,1 0,1-1,0 1,0 0,1 0,0 0,1 0,0 0,1 0,0 0,0 0,1-1,0 1,1-1,0 0,1 0,-1 0,2 0,-1-1,1 0,0 0,1-1,0 0,0 0,1 0,8 5,12 5,2-2,0-1,0-1,1-1,1-2,0-1,0-2,1-1,0-2,0 0,0-3,0-1,4-1,35 0,1-3,-1-4,0-2,-1-3,0-4,-1-3,-54 16,0 0,-1-1,0-1,0-1,0 0,0 0,-1-2,-1 0,1 0,-1-2,-1 1,1-3,-11 12,-1-1,1 0,-1 0,1 0,-1 0,0 0,0 0,0 0,0-1,0 1,-1 0,1 0,-1-1,1 1,-1 0,0-1,0 1,0-1,0 1,0 0,-1-1,1 1,-1 0,1-1,-1 1,0 0,0 0,0 0,0 0,0 0,0 0,-1 0,1 0,-1 0,0 0,1 1,-1-1,0 1,0-1,0 1,0 0,0-1,0 1,-1 0,-13-5,0 1,0 0,0 1,-1 1,0 1,1 0,-1 1,0 1,0 0,0 1,1 1,-1 1,1 0,-14 5,10-3,-1 0,1 1,0 2,0 0,1 0,0 2,1 1,0 0,0 1,1 1,-11 11,26-22,0-1,0 1,0 0,0-1,0 1,0 0,0 0,1 0,-1 0,1 1,0-1,-1 0,1 1,0-1,0 0,1 1,-1 0,0-1,1 1,0-1,-1 1,1 0,0-1,0 1,1-1,-1 1,0 0,1-1,0 1,-1-1,1 1,0-1,0 1,1-1,-1 0,2 2,3 0,0-1,0 0,0 0,1-1,-1 1,1-1,0-1,0 1,0-1,0-1,4 1,16 1,1-2,-1 0,1-2,-1-1,0-1,0-2,0 0,-1-2,0-1,0-1,-1-1,0-1,8-7,-27 16,-1 0,1-1,-1 0,0 0,0 0,-1-1,1 1,-1-1,0 0,0-1,-1 1,0 0,0-1,0 0,2-5,-15 42,7-20,0 1,2-1,-1 1,1 0,1-1,0 1,1 0,0-1,1 1,0 0,1-1,0 0,1 0,0 0,0 0,2 0,-1-1,1 0,1 0,0-1,0 1,1-2,0 1,0-1,1 0,0-1,0 0,1 0,0-1,0 0,10 3,-14-7,1 1,0-1,0-1,0 1,0-1,0-1,0 1,0-1,0 0,1-1,-1 0,0 0,0 0,0-1,-1 0,1 0,0-1,-1 0,1 0,-1-1,0 1,0-1,0-1,-1 1,0-1,1 0,-2 0,1-1,-1 1,1-1,-1 0,1-3,6-15,0-1,-1 0,-2 0,-1-1,0-1,-2 1,-1-1,-1-2,10-53,-12 66,2 0,0 1,1-1,0 1,1 0,1 1,0-1,1 1,0 0,1 1,1-1,0 2,1-1,5-4,-12 15,0 0,1-1,-1 1,0 0,1 1,-1-1,1 0,0 1,-1 0,1 0,0 0,0 0,0 1,-1 0,1-1,0 1,0 1,0-1,0 1,0-1,-1 1,1 0,0 0,0 1,-1-1,1 1,2 1,1 2,1 0,-1 1,0 0,-1 0,1 0,-1 1,0-1,-1 2,0-1,0 1,2 5,4 8,-2 1,-1 0,0 1,-2 0,-1 0,0 1,-2-1,-1 1,0 0,-3 15,-3 40,-4 1,-11 40,8-51,-1 0,4 0,3 1,4 54,2-100,1 1,2-1,0 0,1-1,2 1,0-1,2 0,0-1,2 0,0 0,1-1,10 11,-14-20,0-1,1 0,0 0,1-1,0 0,0-1,1 0,0-1,1 0,0-1,0 0,1-1,0 0,0-1,10 3,-19-8,-1 0,0 1,0-1,1 0,-1-1,0 1,0-1,1 1,-1-1,0 0,0 0,0 0,0-1,0 1,0-1,0 1,-1-1,1 0,-1 0,1-1,-1 1,0 0,1-1,-1 1,0-1,-1 0,1 1,0-1,-1 0,0 0,0 0,0 0,1-2,2-9,-1-1,0 1,0-1,-2 1,0-1,0-13,-5-15,-1 1,-2-1,-2 1,-2 1,-2 0,-1 0,-2 1,-2 1,-2 1,-5-6,1 1,-3 2,-1 0,-2 2,-2 1,-1 1,-2 2,-2 1,0 3,-3 0,-29-16,-10 1,79 46,0 0,1 0,-1-1,0 1,0 0,1 0,-1 0,0-1,0 1,1 0,-1 0,0-1,0 1,0 0,0 0,1-1,-1 1,0 0,0-1,0 1,0 0,0 0,0-1,0 1,0 0,0-1,0 1,0 0,0-1,0 1,0 0,0-1,0 1,0 0,0 0,-1-1,1 1,0 0,0-1,0 1,0 0,-1 0,1-1,0 1,0 0,0 0,-1 0,1-1,0 1,0 0,-1 0,1 0,0 0,-1 0,1 0,0-1,-1 1,1 0,0 0,0 0,-1 0,1 0,0 0,-1 0,31-1,-25 1,616 7,-547-9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8.7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78 851,'101'-255,"-90"226,-1-1,-1 0,-2 0,-1 0,-2-1,0 0,-3 0,0 0,-2-1,-1 1,-2 1,0-1,-9-24,11 47,0 0,-1 0,-1 0,1 1,-1 0,0-1,-1 2,1-1,-1 0,-1 1,1 0,-1 0,0 1,-1-1,1 1,-1 1,0-1,0 1,-1 0,1 1,-1 0,1 0,-1 1,0-1,0 2,-2-1,8 2,0-1,1 1,-1 0,0 0,1 0,-1 0,0 0,0 0,1 0,-1 1,0-1,1 1,-1-1,0 1,1-1,-1 1,1 0,-1 0,1 0,-1 0,1 0,0 0,-1 0,1 1,0-1,0 0,0 1,0-1,0 1,0-1,0 1,1-1,-1 1,0 0,1-1,0 1,-1 0,1-1,0 1,0 0,0 0,0-1,0 1,0 0,0 0,1-1,-1 1,0 0,1-1,0 1,-1 0,2 0,5 6,2 0,-1-1,1 0,1 0,-1-1,1 0,0-1,0 0,0-1,1 0,0 0,0-1,1 0,-10-3,446 106,-439-105,0 1,-1 1,1 0,0 0,-1 0,0 1,0 1,0-1,0 1,-1 0,0 1,0 0,0 0,-1 1,0 0,0 0,0 0,-1 0,-1 1,1 0,-1 0,0 0,-1 1,-1 5,-1-1,-1 1,0-1,-1 1,0-1,-1 1,-1-1,0 0,-5 12,-8 48,15-68,1-1,0 1,-1-1,2 1,-1-1,1 1,-1 0,1-1,0 0,1 1,-1-1,1 0,0 0,0 1,0-2,0 1,1 0,0 0,0-1,0 1,0-1,0 0,1 0,-1 0,1 0,0-1,0 0,0 1,0-2,0 1,4 1,9 2,1-1,-1-1,0 0,1-2,-1 0,1-1,0 0,-1-2,1 0,-1-1,0 0,0-2,0 0,0-1,-1 0,0-2,0 0,-1 0,0-1,0-1,-1-1,-1 0,6-6,-12 10,1-1,-1 0,-1 0,0-1,0 0,0 0,-1 0,-1-1,1 0,-2 1,1-1,-1-1,-1 1,0 0,0-1,-1 1,-1-1,1 0,-2 1,1-1,-2 1,1-1,-1 1,-1 0,0 0,-1 0,1 0,-2 0,-2-4,5 11,-1-1,0 1,0 0,0 0,0 0,0 0,-1 1,1-1,-1 1,1 0,-1 0,0 0,0 0,0 1,0 0,0-1,-1 2,1-1,0 0,0 1,-1 0,1 0,0 0,0 0,-1 1,1 0,0 0,0 0,0 0,0 1,0-1,-3 2,-3 2,1 1,0 0,0 0,1 0,-1 1,2 1,-1-1,1 1,0 0,0 1,1 0,-4 7,6-8,-1 0,1 0,1 0,0 1,0 0,0-1,1 1,1 0,-1 0,1 0,1 1,0-1,0 0,1 0,0 0,1 0,-1 0,2 0,-1-1,2 1,-1-1,1 1,0-1,0 0,1 0,1 0,11 9,0-2,0-1,2 0,-1-1,2-1,0 0,0-2,1 0,0-2,1 0,0-1,0-1,0-2,1 0,8 0,202 13,-130-19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5:59.3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490 887,'-12'-11,"1"1,-2 0,1 1,-1 0,0 1,-1 1,0 0,0 1,-1 0,1 1,-1 1,-1 0,1 2,-12-2,17 3,-1 1,0 0,0 0,0 1,0 0,0 1,1 1,-1 0,1 0,0 1,-1 0,2 0,-1 2,0-1,1 1,0 0,1 1,-1 0,1 0,1 1,-1 0,3-3,-1 1,2-1,-1 1,0 0,1 0,0 0,1 0,-1 1,1 0,1 0,-1 0,1 0,0 0,1 0,-1 0,2 1,-1-1,1 0,0 1,0-1,1 1,0-1,0 0,1 0,0 0,0 0,1 0,0 0,0 0,0-1,1 1,0-1,4 4,2-3,0 0,0-1,1-1,0 0,0 0,1-1,-1 0,1-1,0 0,0-1,0 0,0-1,0-1,0 0,0 0,0-1,0-1,0 0,0 0,0-1,0-1,-1 0,0-1,0 0,0 0,-1-2,1 1,-1-1,5-5,-6 4,-2 0,1 0,-1 0,-1-1,1 0,-1 0,-1-1,0 1,0-1,-1 0,0-1,-1 1,0-1,-1 0,0 1,-1-1,0-3,-2-7,1 21,0 0,0 0,0-1,-1 1,1 0,0 0,0 0,0-1,-1 1,1 0,0 0,-1 0,1 0,0-1,0 1,-1 0,1 0,0 0,-1 0,1 0,0 0,-1 0,1 0,0 0,-1 0,1 0,0 0,0 0,-1 0,1 0,0 0,-1 0,1 1,0-1,0 0,-1 0,1 0,0 0,-1 1,1-1,0 0,0 0,0 1,-1-1,1 0,0 0,0 1,0-1,0 0,0 0,-1 1,1-1,0 0,0 1,0-1,0 0,0 1,0-1,0 0,0 1,0-1,0 0,0 0,0 1,0-1,0 0,0 1,1-1,-1 0,-5 13,1 0,0 0,1 0,0 1,1-1,0 0,2 1,-1 0,2-1,0 1,0-1,1 1,1-1,1 5,0-10,-1-1,1 0,0 0,0 0,1 0,0-1,0 1,1-1,0-1,0 1,0-1,0 0,1 0,0-1,0 0,0 0,1-1,-1 1,1-2,0 1,4 0,9 2,0-2,0 0,0 0,0-2,0-1,1-1,15-2,-13 0,-1-1,-1-1,1-1,-1-1,0-1,0-1,-1 0,0-2,-1-1,0 0,-1-1,0-2,-1 0,-1 0,-1-2,0 0,-1-1,0 0,-2-1,2-4,15-34,-1-1,-4-2,-2 0,-3-2,-2 0,0-15,-8 36,-2-1,-2 0,-1-1,-3 1,-1-1,-2 1,-3-7,4 40,-1 0,0 0,-1 0,0 0,0 0,-1 0,0 0,-1 1,0 0,0-1,-1 1,0 1,0-1,-1 1,0 0,0 0,-1 0,0 1,0 0,0 1,-1 0,1 0,-1 0,-5-1,4 4,0 0,0 0,0 1,-1 0,1 1,0 0,0 0,-1 1,1 0,0 1,0 0,0 1,0-1,0 2,1-1,-1 1,1 1,-4 2,-7 5,1 0,0 1,1 1,1 1,0 0,1 1,-5 8,4-4,1 2,1-1,1 2,1 0,1 0,1 1,1 1,1-1,1 2,1-1,1 0,2 1,0 0,2 0,1 0,1 0,1 0,1 0,2-1,0 1,2-1,1 0,0-1,2 0,1 0,1-1,1 0,9 7,2-2,1 0,1-1,1-2,1-1,1-1,2-1,0-2,1-1,1-2,0-1,1-1,1-2,0-2,1-1,0-1,1-2,2-2,90 14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0.2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1,'1'1,"0"0,0 0,0 1,0-1,0 0,-1 1,1-1,0 0,-1 1,1-1,-1 1,0-1,1 1,-1-1,0 1,0-1,0 1,0-1,0 1,0-1,-1 1,1-1,0 1,-1 0,-28 287,13-159,2 114,14-215,1 0,1 0,2 0,1-1,1 1,1-1,10 22,-13-40,1 0,0 0,0 0,1 0,0-1,0 0,1-1,1 1,0-1,0 0,0-1,1 0,0-1,0 1,1-2,-1 1,1-1,1-1,-1 0,0 0,7 0,7 0,0-2,0-1,0-1,0-1,0-1,0-1,0-1,0-1,-1-1,0-1,0-1,-1-1,0-1,6-5,55-40,-56 27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0.4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0,'25'0,"21"0,22 0,22 0,20 0,20 0,13 0,9 0,1 0,-10 0,-29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0.9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 10,'-15'50,"2"-1,2 2,2 0,2 0,2 0,3 1,3 19,5 92,23 134,-13-156,-14-119,1-2,-1 0,-1 0,-1 1,-1-1,-2 14,-6-10,10-24,-1-1,0 1,0 0,0 0,0-1,0 1,0 0,0-1,0 1,0 0,0-1,-1 1,1 0,0-1,0 1,0 0,0 0,0-1,0 1,-1 0,1 0,0-1,0 1,-1 0,1 0,0-1,0 1,0 0,-1 0,1 0,0 0,-1-1,1 1,0 0,-1 0,1 0,0 0,0 0,-1 0,1 0,0 0,-1 0,1 0,0 0,-1 0,1 0,0 0,-1 0,1 0,0 0,0 0,-1 1,1-1,0 0,-1 0,1 0,0 0,0 1,-1-1,1 0,0 0,0 1,0-1,-1 0,1 0,0 1,0-1,0 0,0 1,-4-15,1 0,1-1,0 1,1 0,1-1,1-12,-1 16,8-123,7 0,26-111,-31 193,73-427,-82 473,-1 4,0 1,-1-1,1 1,0-1,1 1,-1-1,0 1,0-1,1 1,-1-1,0 1,1 0,0-1,-1 1,1 0,0-1,0 1,-1 0,1 0,0 0,0 0,0 0,1 0,-1 0,0 0,0 0,0 0,1 1,-1-1,0 0,1 1,-1-1,1 1,0-1,6 3,0 1,0-1,0 1,0 1,-1-1,1 1,-1 1,0-1,3 4,13 6,7 4,11 5,0 3,-1 1,-2 1,-1 3,0 2,-34-31,0 0,0 0,0 0,-1 0,1 0,-1 1,0-1,0 1,0-1,0 1,0 0,0 0,-1 0,1 0,-1 0,0 0,0 1,0-1,0 0,-1 1,1-1,-1 0,0 1,0-1,0 0,0 1,-1-1,0 1,1-1,-1 0,0 0,0 0,-1 1,1-1,-1 0,1 0,-1-1,0 1,0 0,-2 1,-11 5,0-2,-1 0,1-1,-2 0,1-1,0-1,-1 0,0-2,0 0,1 0,-1-2,-2 0,12 0,-161 1,135-5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2.0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51,'16'-2,"19"-3,24-1,24-1,21-3,14 2,2 1,-10 2,-21 7,-27 7,-23 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2.3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0,'25'7,"26"2,28 0,25-4,15-3,8-4,-4-2,-11-2,-18-1,-26 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2.6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0,'-2'25,"-1"29,0 28,3 27,3 20,4 11,3 4,0-1,0-8,3-10,2-13,3-19,5-20,-2-23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3.0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146 296,'-8'12,"0"1,1-1,0 1,1 1,0-1,1 1,1 0,0 0,1 0,1 1,-1 9,3-17,-1 0,2 0,-1 0,1-1,0 1,0 0,1 0,0 0,0-1,0 1,1-1,0 0,0 0,1 0,0 0,0 0,0-1,1 1,0-1,0-1,0 1,0-1,1 1,0-2,0 1,14 6,1-1,0-2,0 0,1-1,0-1,0-1,0-1,0-1,0-1,1-1,-1-1,1-1,1-1,-8 3,0-2,-1 1,1-2,-1 0,0-1,0-1,0 0,0-1,-1-1,0 0,0-1,-1 0,0-1,-1 0,0-1,0-1,-1 0,0 0,-1-1,0-1,-1 1,0-2,-2 1,1-1,-1 0,-1-1,-1 1,1-5,-3 4,0 1,-1-1,-1 0,0 1,-1-1,-1 0,0 0,-1 1,-1-1,0 1,-1-1,0 1,-2 0,1 1,-1-1,-1 1,-1 0,0 1,0 0,-1 0,-1 1,0 0,0 1,-1 0,0 0,-1 1,0 1,-1 0,0 0,0 2,-8-4,6 6,1 1,-1 0,0 2,1-1,-1 2,0 0,0 1,0 0,0 1,1 1,-1 0,1 1,0 0,0 1,0 1,0 1,-2 1,-7 5,0 2,1 0,1 1,0 1,2 1,0 0,0 2,2 0,-4 8,1 1,1 2,2 0,1 1,1 1,-9 32,-6 39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4:58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305 99,'0'23,"0"21,0 16,-2 13,-4 6,-2 2,-2-2,0-14</inkml:trace>
  <inkml:trace contextRef="#ctx0" brushRef="#br0" timeOffset="282.249">572 153,'0'13,"0"14,0 14,0 11,0 8,-2 6,-1 2,-2-3,-1-6,2-14</inkml:trace>
  <inkml:trace contextRef="#ctx0" brushRef="#br0" timeOffset="540.56">612 260,'0'18,"5"13,6 8,7 4,8 2,9-1,5-2,0-5,0-5,-4-9,-8-8</inkml:trace>
  <inkml:trace contextRef="#ctx0" brushRef="#br0" timeOffset="708.108">960 206,'-7'-23,"-2"-16,-2-6,1 2,0 8,1 15,3 22,2 29,2 27,1 23,1 17,3 12,2 7,2-18</inkml:trace>
  <inkml:trace contextRef="#ctx0" brushRef="#br0" timeOffset="-7814.371">1655 1837,'23'6,"0"-2,0 0,0-1,0-2,7 0,3 0,675 7,-491-9,89 0,-296-1,-15-1</inkml:trace>
  <inkml:trace contextRef="#ctx0" brushRef="#br0" timeOffset="-7387.06">3192 994,'-10'-97,"71"549,-15 66,-35 418,-12-885,3-39,1-35,5-246,-7 182</inkml:trace>
  <inkml:trace contextRef="#ctx0" brushRef="#br0" timeOffset="-6457.546">3273 1342,'-37'-286,"-65"-239,100 518,-3-36,5 41,0 1,1 0,-1 0,0 0,1 0,0 0,-1 0,1 0,0 0,-1 0,1 1,0-1,0 0,0 0,-1 0,1 1,0-1,0 1,0-1,0 1,0-1,1 1,-1-1,0 1,0 0,0 0,0-1,0 1,0 0,1 0,-1 0,0 0,0 1,0-1,0 0,1 0,197 25,266 6,132-20,-494-11,880 36,-902-32,-1-4,1-4,-1-3,67-15,-125 15,-21 6,1 0,-1 0,1 0,0 0,0 0,0 0,0 1,-1-1,1 1,0-1,0 1,0 0,0-1,0 1,0 0,0 0,0 1,0-1,0 0,0 1,0-1,0 1,0 0,0-1,-1 1,1 0,0 0,0 0,-1 0,1 1,0 0,3 8,0-1,-1 1,-1 1,1-1,-2 1,1-1,-2 1,1 0,-1-1,-1 5,2 3,33 538,11-66,23 4,-47-365,49 369,-59-439,-11-59,0 0,0 0,1 0,-1 0,0 0,0 0,0-1,1 1,-1 0,0-1,0 1,0-1,0 0,0 1,0-1,0 0,0 1,0-1,0 0,0 0,0 0,0 0,-1 0,1 0,0 0,-1 0,1 0,-1 0,1 0,-1-1,1 1,-1 0,0 0,2-2,11-21</inkml:trace>
  <inkml:trace contextRef="#ctx0" brushRef="#br0" timeOffset="-5136.417">3299 2813,'-3'6,"0"-1,1 1,-1-1,1 1,0 0,1 0,-1 0,1 0,0 0,1 0,-1 1,1-1,1 0,-1 0,1 0,0 0,0 0,1 0,0 0,0 0,0 0,1-1,-1 1,1-1,1 0,-1 0,1 0,0 0,0 0,4 3,7-2,0 1,1-2,-1 0,1-1,0-1,0 0,0-1,0-1,0 0,1-1,15-3,530-43,-307 45,82 16,23 2,551-39,-883 20,119 6,-143-2,0 0,1-1,-1 1,0-1,1 0,-1 0,1-1,-1 1,1-1,-1 0,1 0,-1-1,1 1,-1-1,0 0,1 0,-1 0,0-1,1 0,-1 0,0 0,0 0,-1 0,1-1,0 0,-1 1,1-1,-1-1,0 1,0 0,1-3,9-109,-10 79,-3 106,-7-39,-2-4</inkml:trace>
  <inkml:trace contextRef="#ctx0" brushRef="#br0" timeOffset="-4578.91">3994 1863,'19'3,"14"0,16 0,13 0,9-4,5-1,-2-1,-7-1,-10-1,-15 1</inkml:trace>
  <inkml:trace contextRef="#ctx0" brushRef="#br0" timeOffset="-4322.979">4196 1530,'-10'0,"-2"4,3 9,5 7,8 6,3-1</inkml:trace>
  <inkml:trace contextRef="#ctx0" brushRef="#br0" timeOffset="-4050.704">4302 2091,'0'16,"0"7,2 3,4-4,4-5,1-6</inkml:trace>
  <inkml:trace contextRef="#ctx0" brushRef="#br0" timeOffset="-3757.514">4797 1610,'-24'-111,"26"108,-1 0,1 0,-1-1,1 1,0 0,0 1,1-1,-1 0,0 1,1-1,0 1,-1 0,1 0,0 0,0 0,0 0,1 1,-1-1,0 1,1 0,-1 0,0 0,1 0,-1 1,1-1,-1 1,2 0,9-3,1 1,0 1,-1 0,1 1,0 1,-1 0,1 0,-1 2,8 2,-15-3,1 0,-1 0,0 1,0 0,0 1,0-1,-1 1,1 1,-1-1,0 1,-1 0,1 0,-1 1,0 0,0 0,0 0,-1 0,0 1,0 0,-2 0,0 0,0-1,0 1,-1 0,0 0,0-1,-1 1,0 0,0 0,-1 0,0 0,0 0,0-1,-1 1,0 0,0-1,-1 0,0 1,0-1,-1 0,-8 15,0-1,-2 0,0-1,-1-1,-4 3,-186 164,162-142,42-42,1 0,0 0,0 0,1-1,-1 1,0 0,0 0,0 0,0-1,1 1,-1 0,0 0,1 0,-1-1,1 1,-1 0,1-1,-1 1,1 0,-1-1,1 1,0-1,-1 1,1-1,0 1,-1-1,1 1,0-1,0 0,0 0,-1 1,1-1,0 0,0 0,0 0,-1 0,1 1,0-1,0-1,0 1,0 0,0 0,-1 0,1 0,24 2,-1 0,0-2,1-1,-1-1,1 0,5-3,-8 2,281-45,-217 33</inkml:trace>
  <inkml:trace contextRef="#ctx0" brushRef="#br0" timeOffset="73178.938">6241 1717,'40'7,"0"-3,0 0,0-3,0-2,0-1,12-3,-17 2,287-24,-12-1,0 14,42 14,-200 13,-141-14,-13-2</inkml:trace>
  <inkml:trace contextRef="#ctx0" brushRef="#br0" timeOffset="75257.38">1655 888,'0'-2,"0"3,0 9,0 14,0 17,0 14,0 12,0 8,0 5,2 1,4-5,-1-16</inkml:trace>
  <inkml:trace contextRef="#ctx0" brushRef="#br0" timeOffset="75513.721">1923 1075,'-5'14,"-1"15,0 15,1 11,2 7,1 1,3-3,6-8,5-10,-1-14</inkml:trace>
  <inkml:trace contextRef="#ctx0" brushRef="#br0" timeOffset="75834.836">1949 1102,'12'29,"2"-1,0 0,2-1,1-1,1 0,1-1,1-1,2-1,0-1,1 0,14 8,-18-15,1 0,0-1,0-2,1 0,13 5,-32-16,-1 0,0 0,1 0,-1 0,1-1,-1 1,1 0,-1-1,1 1,-1-1,1 1,0-1,-1 0,1 1,0-1,-1 0,1 0,0 0,-1-1,1 1,0 0,-1-1,1 1,-1-1,1 1,-1-1,1 0,-1 1,1-1,-1 0,1 0,-1 0,0 0,0-1,1 1,-1 0,0 0,0-1,0 1,0-1,2-12,-1-1,0 1,-1-1,-1 0,0 0,-1 0,0 1,-1-1,-1 0,-2-4,4 13,-12-61,-4-1,-2 2,-24-52,27 85,16 33,0 1,1-1,-1 1,0-1,0 1,0-1,0 1,0-1,0 1,0-1,0 0,0 1,-1-1,1 1,0-1,0 1,0-1,0 1,-1-1,1 1,0-1,-1 0,1 1,0-1,-1 0,1 1,0-1,-1 0,1 1,0-1,-1 0,1 0,-1 1,1-1,-1 0,1 0,-1 0,1 0,0 0,-1 1,1-1,-1 0,1 0,-1 0,1 0,-1 0,1-1,-1 1,1 0,-1 0,1 0,-1 0,1 0,-1-1,1 1,0 0,-1 0,1-1,-1 1,1 0,0-1,-1 1,4 141,2-90,1 38,-1-7</inkml:trace>
  <inkml:trace contextRef="#ctx0" brushRef="#br0" timeOffset="76846.514">372 541,'59'-53,"3"3,1 3,3 2,10-1,-9 4,175-115,-196 124,-31 15,-36 20,-233 113,-479 229,682-317,42-13,37-17,102-29,-1-7,36-18,0-3,-2-8,94-55,-209 93,-35 16,-34 18,-71 35,3 4,-34 24,95-51,-123 68,-69 56,180-107,39-33,1 1,-1-1,1 0,-1 1,1-1,-1 0,1 1,-1-1,1 1,-1-1,1 1,0-1,-1 1,1-1,0 1,0-1,-1 1,1 0,0-1,0 1,0-1,0 1,0 0,-1-1,1 1,0 0,1-1,-1 1,0-1,0 1,0 0,0-1,0 1,1-1,-1 1,0-1,0 1,1 0,-1-1,0 1,1-1,27 5,124-33,501-162,-636 186,57-4,-70 20,-68 44,55-51,-148 90,-4-7,-11-3,70-39,85-44,37-21,33-22,2 2,2 3,42-20,-58 45,-34 15</inkml:trace>
  <inkml:trace contextRef="#ctx0" brushRef="#br0" timeOffset="78406.209">7658 1035,'-6'1,"0"0,0 0,1 1,-1 0,1 0,-1 1,1-1,0 1,0 1,0-1,0 0,1 1,-1 0,1 0,0 1,0-1,1 1,-1 0,1-1,0 2,0-1,1 0,-1 1,1-1,0 1,1-1,0 1,-1 0,2 0,-1 0,1 0,0-1,0 1,0 0,1 0,0 0,0 0,1-1,-1 1,1 0,1-1,-1 0,3 4,0-2,2-1,-1 0,1 0,0 0,0-1,0 0,1-1,-1 1,1-1,1-1,-1 0,0 0,1 0,-1-1,1 0,0-1,0 0,0 0,-1-1,1-1,0 1,0-1,0 0,-1-1,1 0,0-1,-1 0,0 0,0 0,0-1,0-1,0 1,-1-1,0 0,0-1,0 0,-1 0,0 0,0-1,0 0,-1 0,0 0,0-1,-1 0,0 0,0-1,-2 0,0-2,0 1,-1 0,0 0,-1 0,0-1,-1 1,0 0,0 0,-1 0,0 0,-1 0,0 0,-1 0,0 1,-1 0,0 0,0 0,0 0,-1 1,-1 0,0 0,0 0,0 1,-1 0,0 1,0 0,0 0,-1 1,0 0,0 0,-1 1,1 0,-1 1,0 0,0 0,-6 0,11 3,1 0,-1 0,1 0,-1 1,1 0,-1 0,1 0,0 0,-1 1,1 0,0-1,0 2,0-1,0 0,0 1,1 0,-1 0,1 0,0 0,0 0,0 1,0-1,0 1,1 0,0 0,0 0,0 0,0 0,0 1,1-1,0 0,0 1,0-1,1 1,-1-1,1 1,0-1,0 1,1-1,-1 1,1-1,0 1,2 3,-1-2,0-1,0 0,1 0,0 0,0 0,0-1,1 1,0-1,-1 0,1 0,1 0,-1 0,1-1,-1 0,1 0,0 0,0 0,0-1,1 0,-1 0,1 0,11 3,-1-1,1 0,0-1,0-1,1 0,6-2,1 0,-1-1,0-1,0-2,0 0,0-1,0-2,-1 0,0-2,-1 0,16-10,-5-8,-48 28,8 4,1 1,-1 0,1 0,1 0,-1 1,1 0,0 0,1 0,-1 1,2 0,-1 0,1 0,0 0,1 0,0 0,0 1,0-1,1 1,1 0,0-1,0 9,1-14,0 1,0 0,0 0,1-1,0 1,-1-1,1 1,0-1,0 0,1 0,-1 1,1-2,0 1,0 0,0-1,0 1,0-1,0 0,0 0,1 0,-1 0,1-1,0 1,-1-1,1 0,0 0,0 0,3 0,6 0,0 1,0-2,0 0,0 0,0-1,0-1,0 0,2-1,-4 1,0-1,0 0,0-1,-1 0,1-1,-1 0,0-1,-1 0,1 0,-1-1,0 0,-1-1,0 0,0 0,0-1,-1 0,-1 0,0 0,0-1,0 0,-1 0,-1-1,0 0,0 1,-1-1,0-6,4-69,-9 81,-1 13,-1 15,-1 3,1-9,1 0,0 0,1 0,1 0,1 1,0-1,2 0,-1 0,3 2,-3-15,0 0,0-1,1 1,-1-1,1 1,0-1,0 0,1 0,-1 0,1 0,-1 0,1 0,0-1,0 1,0-1,0 0,0 0,1 0,-1 0,1-1,-1 1,1-1,0 0,-1 0,1 0,0-1,0 1,2-1,6 0,-1 0,0-1,0 0,0-1,0 0,-1-1,1 0,0-1,4-2,1-1,0-1,0 0,-1-1,-1-1,1 0,-2-1,1-1,-1 0,-1 0,-1-1,1-1,-2 0,0-1,-1 0,0 0,-2-1,1 0,-2 0,4-16,-11 140,-1-61,0-4,2 0,1 0,7 34,7-29,-8-41</inkml:trace>
  <inkml:trace contextRef="#ctx0" brushRef="#br0" timeOffset="78676.597">8540 835,'-16'-7,"-10"-2,-2 0,5 2,16 6,27 7,38 1,43 0,47-6,42-10,-11-3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09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1246,'22'3,"20"0,20 0,18 0,18-4,18-3,13-2,6 1,0 1,-4 1,-12 1,-16 4,-19 3,-20 1,-20 2,-20-1,-14-1</inkml:trace>
  <inkml:trace contextRef="#ctx0" brushRef="#br0" timeOffset="763.468">1484 205,'-3'-19,"4"28,6 35,157 729,-123-536,-10 1,-10 1,-11 52,-13 24,3-311,0 0,1 0,-1 0,1 0,0 0,0 0,1 0,-1-1,1 1,0-1,0 1,0-1,0 1,1-1,-1 0,1 0,0 0,0-1,0 1,0-1,0 1,1-1,-1 0,1 0,-1-1,1 1,0-1,-1 0,1 0,0 0,0 0,0-1,4 1,275 2,922-46,-345 6,-807 36,170 6,-196 1,-21-1</inkml:trace>
  <inkml:trace contextRef="#ctx0" brushRef="#br0" timeOffset="8002.069">94 431,'-9'11,"-3"16,-2 16,1 15,4 11,3 7,2 3,4-8,3-16</inkml:trace>
  <inkml:trace contextRef="#ctx0" brushRef="#br0" timeOffset="8225.492">362 499,'-7'13,"-5"17,-2 13,-1 12,2 10,0 2,2 0,1-7,3-14</inkml:trace>
  <inkml:trace contextRef="#ctx0" brushRef="#br0" timeOffset="8532.122">295 605,'25'49,"2"-1,2-1,3-1,1-2,33 34,-54-65,0-1,2 0,-1-1,1 0,0-1,1-1,4 2,-17-10,0 0,-1 0,1 0,0-1,0 1,0 0,0-1,-1 1,1-1,0 0,0 1,0-1,0 0,0 0,0 0,0-1,0 1,0 0,0-1,0 1,0-1,0 0,0 0,-1 1,1-1,0 0,-1-1,1 1,0 0,-1 0,0-1,1 1,-1-1,0 1,0-1,1 1,-1-3,4-7,0-1,-1-1,-1 1,0-1,-1 1,-1-1,1 0,-2 1,0-10,0 18,-1-46,-3 2,-2-1,-8-35,-9-68,22 150,1 0,-1 0,0 0,1 0,-1 0,1 0,-1 0,1 0,0 0,0 0,0 0,0 0,1 0,-1 0,1 0,-1 0,1-1,-1 2,1-1,0 0,0 0,0 0,0 0,0 0,1 1,-1-1,1 1,-1-1,1 1,-1-1,1 1,0 0,-1 0,1 0,0 0,0 0,0 0,0 0,0 1,0-1,0 1,0-1,1 1,39 7,4 8</inkml:trace>
  <inkml:trace contextRef="#ctx0" brushRef="#br0" timeOffset="8887.722">2420 1246,'16'5,"17"1,15 0,17-1,13-2,6-3,3-4,-4-2,-12-1,-18-1</inkml:trace>
  <inkml:trace contextRef="#ctx0" brushRef="#br0" timeOffset="9136.067">2674 980,'-14'-7,"-6"-2,0 2,5 8,11 9,11 11,11 11,1-1</inkml:trace>
  <inkml:trace contextRef="#ctx0" brushRef="#br0" timeOffset="9380.391">2847 1555,'-2'2,"-1"1</inkml:trace>
  <inkml:trace contextRef="#ctx0" brushRef="#br0" timeOffset="9682.584">3289 939,'16'-9,"-1"0,2 1,-1 1,1 0,0 2,1 0,-1 0,1 2,0 0,0 1,0 1,0 1,1 0,-1 1,3 2,-15-2,1 0,-1 0,0 1,0 0,-1 1,1-1,0 1,-1 0,1 0,-1 1,0-1,0 1,-1 0,1 1,-1-1,0 1,0 0,0 0,0 0,-1 0,0 1,0 0,-1-1,0 1,0 0,0 0,0 0,-1 0,0 1,-1-1,1 0,-1 2,-1 8,-1-1,-1 1,0-1,-2 0,1 0,-1 0,-1-1,-1 0,0 0,-1 0,-8 10,-112 132,6-20,120-136,1 1,0 0,0 0,0 0,0 0,0 0,0 0,0 0,0 0,1 0,-1 0,0 1,1-1,-1 0,1 0,-1 1,1-1,0 0,-1 1,1-1,0 1,0-1,0 0,0 1,0-1,0 1,0-1,1 0,-1 1,0-1,1 0,-1 1,1-1,0 0,-1 0,1 0,0 1,0-1,0 0,-1 0,1 0,0 0,0 0,1 0,-1-1,0 1,0 0,0 0,1-1,-1 1,0-1,0 1,1-1,-1 0,1 1,-1-1,1 0,126 6,3-17,92-23,-99 13</inkml:trace>
  <inkml:trace contextRef="#ctx0" brushRef="#br0" timeOffset="11314.039">1591 257,'-6'-8,"0"-1,1 0,0 0,1 0,-1 0,2-1,-1 0,1 1,0-8,2 13,1 1,-1-1,1 0,0 0,0 0,1 1,-1-1,1 0,0 1,0-1,0 0,1 1,-1-1,1 1,0-1,0 1,0 0,0 0,0 0,1 0,-1 0,1 1,0-1,0 1,0 0,0-1,2 1,18-9,1 1,1 1,0 2,0 0,0 2,0 1,1 1,0 1,20 1,-37 0,311-6,215 27,-298-8,533 30,1153 18,-1563-70,-363 9,0 1,-1 0,1 1,0-1,-1 0,1 1,0 0,0 0,-1 0,1 0,0 0,0 1,0-1,0 1,1 0,-1 0,0 0,1 0,-3 3,2 3,-1 0,2 1,-1-1,1 1,0-1,1 1,0 0,0 0,1 0,0 0,1 2,-1 6,-23 653,18-592,-5 48,5 1,5-1,6 1,11 41,21 19,-19-108,-4 0,5 82,-22-54,1-104,-1 0,1-1,-1 1,1 0,-1-1,0 1,0-1,-1 0,1 0,0 0,-1 0,1 0,-1 0,1 0,-1-1,0 1,0-1,0 0,0 0,0 0,0-1,0 1,0 0,0-1,0 0,-1 0,1 0,0 0,0 0,0-1,0 0,0 1,0-1,-1-1,-10 2,-141-5,0-6,-100-23,53-4,48 7,-1 6,-1 8,-76 3,117 25,85-3</inkml:trace>
  <inkml:trace contextRef="#ctx0" brushRef="#br0" timeOffset="11863.574">5936 1314,'561'13,"-466"-13,1540-28,-1468 23,-167 5,0 0,0 0,-1 0,1 0,0-1,0 1,0 0,0 0,-1 0,1 0,0 0,0 0,0-1,0 1,0 0,0 0,0 0,-1-1,1 1,0 0,0 0,0 0,0 0,0-1,0 1,0 0,0 0,0 0,0-1,0 1,0 0,0 0,0 0,0-1,0 1,0 0,1 0,-26-5,-101-3,82 6</inkml:trace>
  <inkml:trace contextRef="#ctx0" brushRef="#br0" timeOffset="13144.554">8169 205,'-3'-14,"18"-2,30 4,35 6,35 6,24 4,10 3,-5 3,-27-1</inkml:trace>
  <inkml:trace contextRef="#ctx0" brushRef="#br0" timeOffset="12731.661">6952 484,'-12'3,"-1"-1,1 2,0-1,0 2,0-1,1 2,-1 0,1 0,-9 7,16-10,1-1,-1 1,1 0,0 0,0 0,0 0,0 1,0-1,1 1,0 0,-1 0,1 0,1 0,-1 0,1 0,-1 0,1 0,0 1,1-1,-1 0,1 1,0-1,0 1,0-1,0 1,1-1,0 0,0 1,1 2,1 0,0-1,1 0,-1 0,1 0,1 0,-1 0,1-1,0 0,0 0,0 0,1 0,0-1,0 0,0 0,0-1,0 0,1 0,1 0,7 3,1-1,0 0,0-1,0-1,0-1,1 0,7-1,-8-1,1 0,-1-2,0 0,0-1,0-1,0 0,0-1,-1-1,3-1,-11 4,-1 0,1 0,-1-1,0 0,0 0,0 0,-1-1,1 0,-1 0,0 0,0-1,-1 0,0 0,0 0,0 0,-1-1,0 1,0-1,-1 0,1 0,-1-4,-1 5,0 0,-1-1,0 1,0-1,-1 1,0 0,0-1,0 1,-1 0,0 0,0 0,-1 0,1 0,-1 0,0 1,-1 0,0-1,1 1,-2 0,1 1,0-1,-1 1,0 0,-2-1,-6-5,0 1,-1 1,0 0,-1 1,1 1,-1 0,0 1,-1 0,-4 1,-110-6,123 10,0 0,0 1,0 0,0 1,0 0,0 0,1 0,-1 1,1 0,-1 0,1 1,0-1,1 1,-1 1,1-1,-1 1,-1 2,5-4,1 0,-1 1,1-1,-1 0,1 1,0-1,0 1,1-1,-1 1,1-1,0 1,0-1,0 1,0-1,0 1,1 0,0-1,-1 0,1 1,1-1,-1 1,0-1,1 0,0 0,0 0,0 0,0 0,0 0,0-1,1 1,-1-1,1 1,0-1,0 0,0 0,0 0,0 0,0-1,1 1,-1-1,3 1,21 9,0-1,1-1,0-2,1 0,0-2,0-1,0-2,0-1,1-1,0-1,-2 2,-1-1,0-2,0-1,0-1,0-1,-1-1,0-1,0-2,-1 0,0-2,0-1,12-9,5-24,-41 44,0 0,0 0,-1 0,1-1,-1 1,1 0,-1 0,1-1,-1 1,1 0,-1-1,0 1,0 0,0-1,0 1,0 0,0-1,0 1,0 0,-1-1,1 1,0 0,-1-1,1 1,-1 0,0 0,1-1,-1 1,0 0,0 0,1 0,-1 0,0 0,0 0,0 0,0 1,-1-1,1 0,0 0,0 1,-1-1,-1 0,1 0,0 0,-1 0,1 0,-1 1,1-1,-1 1,0 0,1 0,-1 0,1 0,-1 0,1 1,-1-1,1 1,-1-1,1 1,-1 0,1 0,0 0,0 0,-1 1,1-1,0 1,0-1,0 1,0 0,0-1,1 1,-1 0,1 0,-1 1,0 0,-1 2,-1 0,1 1,0-1,0 1,1 0,-1 0,1 0,1 0,-1 1,1-1,0 0,1 1,-1 1,2-3,-1 0,1 0,0 0,1 1,-1-1,1 0,0 0,0-1,1 1,0 0,-1-1,1 1,1-1,-1 0,1 0,-1 0,1-1,0 1,1-1,-1 0,0 0,1-1,0 1,0-1,-1 0,1 0,1 0,-1-1,4 2,0-1,1 1,0-2,-1 1,1-2,0 1,0-1,0-1,-1 1,1-2,0 1,-1-1,1-1,7-3,-5-1,-1-1,0-1,-1 0,0 0,0-1,-1 0,0 0,-1-1,-1-1,1 1,-2-1,1 0,-2-1,0 1,0-1,-1 0,-1-1,0 1,-1-1,0 1,-1-8,1-17,-7 39,0 9,-1 0,1 1,1 0,0 0,1 0,0 1,0-1,1 1,0 2,1-7,0 0,1 0,0 0,0 0,0 0,1 0,0-1,0 1,1 0,0 0,0-1,1 1,-1-1,1 0,1 0,-1 0,1 0,0-1,0 1,1-1,0 0,0 0,0-1,0 1,1-1,-1 0,1-1,0 1,0-1,4 1,8 3,0-1,1-1,-1-1,1 0,0-2,0 0,0-1,1-1,-1 0,0-2,0 0,0-1,-1-1,1-1,9-4,25-11</inkml:trace>
  <inkml:trace contextRef="#ctx0" brushRef="#br0" timeOffset="12978.005">8476 431,'0'16,"0"14,0 14,0 10,2 8,4 4,-1-1,3-6,1-8,0-13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38.9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1,'0'9,"0"5,0 5,-2 4,-3 2,-1 2,-2 0,2 3,0 1,5 2,6 2,2-5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39.2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1,'0'7,"0"4,0 5,0 5,0 2,0 5,0 5,0 3,0 2,0 4,0 3,0 5,0-8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39.5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1,'3'9,"0"7,-1 6,1 4,0 4,1 1,0 1,-2 1,0-6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41.1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0,'4'16,"2"10,0 7,-1 5,-2 5,2 5,-1 2,4 3,2-2,0-9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41.4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1,'-2'18,"-1"11,0 7,1 6,0 4,1 2,-2 2,-2 2,-3 1,-3 1,-1-2,1-3,3-3,2-10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42.4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 1,'-4'18,"-5"10,-1 8,-1 5,3-1,2-2,4-6,8-5,4-6,1-6</inkml:trace>
  <inkml:trace contextRef="#ctx0" brushRef="#br0" timeOffset="1">37 736,'0'14,"2"6,1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42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0,'2'14,"1"11,2 6,1 2,-1-4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39.7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3705 322,'-7'16,"-2"7,1 3,1 0,2-1,1-2,5-2,4-1,0 0,1 0,0 0,1 1,-2 2,-4 2,-2-4</inkml:trace>
  <inkml:trace contextRef="#ctx0" brushRef="#br0" timeOffset="265.289">3665 1258,'-7'18,"-2"11,0 4,2 2,4-1,6-3,3-8,2-5,-1-6</inkml:trace>
  <inkml:trace contextRef="#ctx0" brushRef="#br0" timeOffset="525.6">3691 1926,'0'18,"0"15,0 12,0 4,0 3,0 0,3-5,2-3,1-10</inkml:trace>
  <inkml:trace contextRef="#ctx0" brushRef="#br0" timeOffset="1820.287">9881 1,'-7'20,"-4"14,-1 10,2 7,3 2,4-3,6-1,4-3,3-5,0-4,-1-10</inkml:trace>
  <inkml:trace contextRef="#ctx0" brushRef="#br0" timeOffset="2107.033">9841 1004,'-2'16,"-1"14,-3 11,-1 8,-1 3,2 0,4-2,4-5,5-6,0-6,2-6,0-8</inkml:trace>
  <inkml:trace contextRef="#ctx0" brushRef="#br0" timeOffset="2370.329">9921 1899,'0'21,"-2"13,-3 8,-1 3,1 1,1-2,1-5,2-6,0-7,1-3,0-6</inkml:trace>
  <inkml:trace contextRef="#ctx0" brushRef="#br0" timeOffset="8621.003">122 322,'-12'17,"0"2,1-1,1 1,1 0,1 1,0 0,2 1,-1 4,4-13,0-1,1 1,1 0,0-1,1 1,0 0,1 0,0-1,1 1,0-1,1 1,0-1,0 0,2 0,3 7,-6-14,1 1,0-1,1 0,-1 1,1-2,0 1,0 0,0-1,0 0,1 0,-1 0,1 0,0-1,0 0,-1 0,2 0,-1 0,0-1,0 0,0 0,1-1,-1 1,0-1,1 0,-1 0,0-1,1 0,-1 0,0 0,0 0,0-1,0 0,0 0,0 0,0-1,0 0,-1 0,0 0,1 0,-1-1,0 1,-1-1,1 0,1-3,2-2,0 0,-1 0,-1-1,0 0,0 0,-1 0,0 0,0-1,-1 1,-1-1,0 0,0 0,-1 0,-1 0,1 0,-2 0,0-1,0 1,-2-6,1 9,0-1,0 1,-1 0,0 0,-1 0,0 0,0 0,0 1,-1-1,0 1,-1 1,0-1,0 1,0 0,0 0,-1 0,0 1,0 0,-1 1,0 0,1 0,-1 0,0 1,-1 0,0 1,3 1,0 0,0 0,0 1,0 0,0 0,0 1,0 0,0 0,0 0,0 1,0 0,0 0,0 0,1 1,-1-1,1 2,0-1,0 0,0 1,0 0,1 0,-1 1,1-1,0 1,1 0,-1 0,1 0,0 0,0 1,0-1,1 1,0 0,0-1,0 1,1 0,0 0,0 1,1-1,-1 0,1 0,1 0,-1 0,1 0,1 6,0-6,0-1,0 0,1 0,0 0,0 0,0 0,0 0,1-1,-1 1,1-1,0 0,1 0,-1-1,1 1,-1-1,1 0,0 0,0-1,1 1,-1-1,4 1,34 11</inkml:trace>
  <inkml:trace contextRef="#ctx0" brushRef="#br0" timeOffset="9003.98">470 376,'-6'10,"0"2,1-1,1 1,0-1,0 1,1 1,1-1,0 0,0 1,2-1,-1 0,2 1,0 8,0-9,0 1,1 0,1-1,0 1,1-1,0 1,4 6,-7-15,1 0,0 0,0 0,1-1,-1 1,1-1,0 1,0-1,0 0,0 0,0 0,1-1,-1 1,1-1,0 0,0 0,0 0,0 0,0-1,0 0,0 1,0-2,1 1,0 0,3-1,-1 0,1-1,0 0,-1 0,1-1,-1 0,0 0,1-1,-1 0,0 0,0 0,-1-1,1 0,-1-1,0 1,0-1,0 0,-1-1,3-2,4-6,-1 0,0-1,-1 0,-1 0,0-1,-1 0,4-14,-6 16,-1 0,0 0,-1-1,-1 1,0-1,-1 0,-1 0,0 0,-1-7,-1 23,1-1,0 0,0 0,0 0,-1 1,1-1,0 0,0 0,0 0,-1 0,1 1,0-1,-1 0,1 0,0 0,0 0,-1 0,1 0,0 0,0 0,-1 0,1 0,0 0,-1 0,1 0,0 0,0 0,-1 0,1 0,0 0,0 0,-1 0,1-1,0 1,0 0,-1 0,1 0,0 0,0-1,-1 1,1 0,0 0,0 0,0-1,0 1,-1 0,1 0,0-1,0 1,0 0,0-1,0 1,0 0,0 0,0-1,0 1,0 0,0 0,0-1,0 1,0 0,0-1,0 1,0 0,-11 21,7-9,1 0,0 0,1 1,0-1,1 0,1 1,0-1,0 1,3 11,-2-18,0-1,0 1,0-1,1 1,0-1,0 0,1 0,0 0,-1 0,1 0,1 0,-1-1,1 0,0 1,0-1,0-1,0 1,1-1,0 0,-1 0,1 0,0 0,1-1,33 9,0-6</inkml:trace>
  <inkml:trace contextRef="#ctx0" brushRef="#br0" timeOffset="9252.314">1191 322,'-11'20,"-4"14,0 11,4 5,2 5,7-1,4-3,3-5,3-9,2-10,-1-10</inkml:trace>
  <inkml:trace contextRef="#ctx0" brushRef="#br0" timeOffset="9441.809">1004 148,'-13'-7,"-1"0,12 4,19 2,24 4,24 1,25-1,19 3,-9-1</inkml:trace>
  <inkml:trace contextRef="#ctx0" brushRef="#br0" timeOffset="15070.219">202 2180,'30'-12,"301"-22,28 12,122-14,108 33,-245-10,-45-15,129 29,-237 26,-73-13,107 26,-130-41,-91-1,0 0,-1 0,1-1,-1 1,0-1,0 0,0 0,0 0,0 0,-1-1,1 1,-1-1,0 1,0-1,0 0,-1 0,1 0,-1 0,0 0,0 0,0 0,-1 0,0-1,1 1,-2 0,1 0,0 0,-1-4,1 5,-1-57,-2 1,-2-1,-4 1,-2 1,-6-16,-18-107,22 82,4 1,5-60,4-127,-13 134,13-274,0 423,0 1,1-1,-1 0,0 1,0-1,1 0,-1 1,1-1,-1 1,1-1,0 1,-1-1,1 1,0-1,0 1,0 0,0-1,0 1,1 0,-1 0,0 0,0 0,1 0,-1 0,1 0,-1 0,1 1,-1-1,1 1,0-1,-1 1,1-1,-1 1,1 0,0 0,-1 0,1 0,0 0,-1 0,1 0,0 1,-1-1,1 0,300-2,-197-6,0 5,11 4,-8 1,332-11,43 2,-301 8,2651-1,-2486-13,-107-3,-27 6,-2-5,-22-6,-26 15,-99 8,-61-3,0 1,0-1,1 1,-1 0,0 0,0 1,0-1,0 1,0-1,0 1,0 0,0 0,0 0,0 1,0-1,0 1,-1-1,1 1,-1 0,1 0,-1 0,0 0,0 1,0-1,0 1,0-1,0 1,-1 0,2 1,-3 137,-3-102,-2 1,-2-1,-1 0,-2 0,-3 4,-27 122,24 240,-2-173,-9-23,34-77,7-11,5 114,-20-190,-1-23,1 1,1 0,1 0,1 0,1 0,1-1,1 0,1 1,1-2,5 11,-9-27,0 1,1 0,-1-1,1 0,1 0,-1 0,1 0,-1-1,1 0,1 0,-1 0,0 0,1-1,0 0,0 0,0-1,0 1,5 0,30 10,0-2,0-1,1-3,0-1,0-2,17-2,278-2,6 0,148 27,-228-8,1-10,1-12,73-18,6 4,27 16,-191 1,-185-2,-2-1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31.9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3143 134,'11'36,"-1"0,-2 1,-2 0,-1 0,-2 1,-1-1,-2 1,-2-1,-1 0,-4 14,-4 132,10-173,1 0,-1 1,2-1,-1 0,2 0,-1 0,1 1,1-1,0-1,0 1,1 0,0-1,1 0,0 0,0 0,1 0,0-1,0 0,1 0,3 1,1-2,1-1,0-1,0 0,0 0,1-2,-1 1,1-2,0 1,0-2,0 0,0 0,0-2,0 1,0-1,0-1,0-1,0 0,0 0,-1-1,0-1,0 0,0 0,0-2,-1 1,0-1,0-1,-1 0,1-2,12-13</inkml:trace>
  <inkml:trace contextRef="#ctx0" brushRef="#br0" timeOffset="254.317">2888 549,'-4'-5,"7"-1,17-2,21-1,24-3,21 2,15 2,5 5,-15 2</inkml:trace>
  <inkml:trace contextRef="#ctx0" brushRef="#br0" timeOffset="511.782">3677 937,'18'-48,"43"-143,-47 82,-15 109,1 0,0 0,0 0,-1 0,1 0,0 0,0 0,-1 0,1-1,0 1,0 0,-1 0,1 0,0 0,0 0,0 0,-1 0,1 0,0-1,0 1,0 0,-1 0,1 0,0-1,0 1,0 0,0 0,0 0,-1-1,1 1,0 0,0 0,0 0,0-1,0 1,0 0,0 0,0-1,0 1,0 0,0 0,0-1,0 1,0 0,-8 24,-4 28,3 1,2 0,2 1,3-1,3 31,2-48,1 0,1 0,2-1,2 0,1 0,4 3,13 29</inkml:trace>
  <inkml:trace contextRef="#ctx0" brushRef="#br0" timeOffset="4875.951">9425 1,'21'407,"-18"-351,3-1,2 0,12 43,-15-81,0-1,0 1,2-1,0-1,1 0,0 0,1 0,1-1,0 0,1-1,0 0,1-1,1 0,6 4,-13-11,0-1,1 0,0 0,-1 0,1-1,1 0,-1 0,0-1,1 0,-1 0,1-1,0 0,-1 0,1-1,0 0,0 0,-1-1,1 0,0 0,-1-1,1 0,-1 0,1-1,-1 0,0 0,0-1,-1 0,1 0,-1 0,0-1,0 0,2-3,10-13</inkml:trace>
  <inkml:trace contextRef="#ctx0" brushRef="#br0" timeOffset="5121.296">9092 442,'16'-4,"21"-2,20 0,21 1,19 2,15 1,8 0,0 4,-12 4,-24 0</inkml:trace>
  <inkml:trace contextRef="#ctx0" brushRef="#br0" timeOffset="5460.389">10134 602,'45'-7,"-25"9,0 0,0 2,-1 1,0 0,0 1,0 1,-1 1,0 1,0 0,9 7,-24-13,1-1,-1 0,1 1,-1-1,0 1,0 0,0 0,0 1,-1-1,1 0,-1 1,0-1,0 1,0 0,0 0,-1 0,0 0,1 0,-2 0,1 0,0 0,-1 1,0-1,0 0,0 0,0 1,-1-1,1 0,-1 0,0 0,0 0,-1 0,1 0,-3 3,-8 11,-1-1,-1 0,-1-1,0 0,-1-1,0-1,-1 0,-15 8,-32 27,62-47,-49 50,49-50,1 0,0-1,-1 1,1 0,0 0,0-1,0 1,1 0,-1 0,0 0,1 0,-1 0,1 0,0 1,0-1,0 0,0 0,0 0,0 0,0 0,1 0,-1 0,1 0,-1 0,1 0,0 0,0 0,0 0,0 0,0-1,2 3,2 1,1-1,1 1,-1-1,1-1,-1 1,1-1,0 0,0-1,1 1,-1-1,0-1,1 1,0-1,83 11,0-3,0-5,80-6,-157 2,101-3</inkml:trace>
  <inkml:trace contextRef="#ctx0" brushRef="#br0" timeOffset="-3774.445">722 3102,'10'2,"9"1,13 0,16 0,18-2,16-2,16-4,8 0,1 0,-7 1,-11 1,-16 3,-19 5,-18 0</inkml:trace>
  <inkml:trace contextRef="#ctx0" brushRef="#br0" timeOffset="-1626.195">1498 1552,'25'68,"-3"0,-3 2,-3 1,2 36,-5 38,-6 131,3 45,48 68,-56-378,-3-34,0 10,-13-61,9 58,1 0,1 0,1-1,0 1,1-1,0 0,2 1,0-3,0-29,-53-916,49 669,-3 261,5 49,3-8,1-1,0 0,0 0,0 0,1-1,-1 1,2-1,-1 0,0 0,1 0,0 0,0-1,0 0,1 0,0 0,-1-1,1 0,0 0,1-1,-1 1,5 0,14 4,-1-1,2-1,-1-1,1-2,1 0,501 8,-357-3,66 2,139-16,-364 6,-10 0,0 1,0-1,0 0,0 1,0-1,0 1,0-1,0 1,0 0,0 0,0 0,0 0,1 0,-1 1,0-1,0 1,0-1,0 1,0 0,0 0,0 0,0 0,-1 0,1 0,0 0,0 1,-1-1,1 1,-1-1,1 1,-1-1,0 1,0 0,0 0,1 0,-20 93,16-80,0 0,1 0,1 0,0-1,1 1,1 0,0 0,1-1,5 15,8 37,-2 1,-3 1,-3 0,-3 0,-3 0,-3 18,10 180,19 1,-15-147,-13-49,1-70,0 0,0 0,0 0,-1 0,1 0,0 0,1 0,-1 0,0 0,0-1,0 1,0 0,1-1,-1 1,0-1,1 1,-1-1,0 0,1 1,-1-1,0 0,1 0,-1 0,1 0,-1 0,0 0,1 0,-1-1,0 1,1-1,-1 1,0-1,1 1,-1-1,0 1,0-1,0 0,0 0,1 0,-1 0,9-2,64-14,2 3,0 4,0 3,69 3,-105 3,684-22,166-44,-840 60,-97 5,17 0,-2-1</inkml:trace>
  <inkml:trace contextRef="#ctx0" brushRef="#br0" timeOffset="-870.186">2915 2287,'2'-1,"-1"0,1 1,0-1,-1 1,1 0,0 0,-1-1,1 1,0 0,-1 0,1 0,0 1,0-1,-1 0,1 1,-1-1,1 1,0-1,-1 1,1 0,-1 0,1-1,-1 1,0 0,1 1,-1-1,0 0,0 0,1 1,0-1,229 197,-223-191,12 11,2-1,0 0,0-2,2 0,0-2,20 9,-43-22,1 1,-1 0,1 0,-1-1,1 1,-1-1,1 1,0-1,-1 0,1 0,0 0,-1 0,1 0,0 0,-1 0,1 0,0-1,-1 1,1-1,-1 1,1-1,0 1,-1-1,0 0,1 0,-1 0,1 0,-1 0,0 0,0 0,0 0,1-1,-1 1,0 0,-1-1,1 1,0-1,0 1,-1-1,1 0,74-235,-42 159,4 1,26-36,-42 75,-6 10</inkml:trace>
  <inkml:trace contextRef="#ctx0" brushRef="#br0" timeOffset="3651.737">5442 2995,'122'11,"343"-20,1000-1,-1024 4,-437 6,-3 0,1 1,-1-1,0 1,0-1,0 0,0 1,0-1,0 0,0 0,0 0,0 0,1 0,-1 0,0 0,0 0,0-1,0 1,0 0,0-1,0 1,0 0,0-1,0 0,0 1,0-1,0 0,0 1,0-1,0 0,-1 0,1 1,0-1,-1 0,1 0,0 0,-1 0,1 0,-1 0,0 0,1 0,-1-1,0 1,1 0,-1 0,0 0,0 0,0 0,0 0,0 0,0-1,-1 1,-39-191,26-6,2 32,-20-82,7 118,-5 3,-42-107,21 116,50 117,0-1,1 0,-1 0,0 1,1-1,-1 0,1 0,-1 0,1 0,0 0,0 0,0 0,0 1,0-1,0 0,1 0,-1 0,0 0,1 0,0 0,-1 1,1-1,0 0,0 1,0-1,0 0,0 1,0-1,1 1,-1 0,1-1,-1 1,1 0,-1 0,1 0,-1 0,1 0,1-1,101 22,67 6,0-8,50-6,-155-8,852 19,-910-22,0-1,0-1,-1 1,1-1,0-1,-1 1,1-1,-1-1,0 1,1-1,-1-1,3-1,-3 1,1-1,1 2,-1-1,0 1,1 1,0 0,0 0,0 0,-1 1,1 0,0 1,7 1,-13 0,-1 0,0 1,-1 0,1-1,0 1,0 0,-1 0,1 0,-1 0,1 0,-1 0,0 0,0 1,0-1,0 0,0 1,-1-1,1 1,-1-1,0 1,1-1,-1 1,0-1,0 1,-1-1,1 1,0-1,-1 1,0-1,0 1,1 9,-16 636,21-545,4 0,7 22,5 37,-19-35,-2-124,0 1,0-1,1 0,-1 0,1 1,0-1,-1 0,1 0,1 0,-1 0,0 0,1 0,0 0,0 0,0-1,0 1,0 0,0-1,1 0,-1 0,1 0,-1 0,1 0,0 0,0 0,0-1,0 0,0 1,0-1,0 0,0-1,1 1,-1-1,0 1,0-1,1 0,-1 0,0 0,1-1,-1 1,0-1,0 1,1-1,-1 0,0-1,0 1,1-1,10-6,-5 3,0 0,1 1,-1-1,1 2,0-1,0 2,0-1,7 0,212-10,67 10,-187 3,137 0,986-18,-1127 14,712-14,-867 16,17-1</inkml:trace>
  <inkml:trace contextRef="#ctx0" brushRef="#br0" timeOffset="4356.302">9345 2059,'45'67,"3"-2,2-2,43 38,-91-98,5 4,0 1,0-2,1 1,0-1,0 0,1 0,-1-1,8 3,-12-8,-1 0,0-1,0 1,0-1,0 0,0 1,1-1,-1-1,-1 1,1 0,0-1,0 0,0 1,-1-1,1 0,-1 0,1-1,-1 1,0 0,0-1,0 1,0-1,-1 0,1 0,-1 0,1 0,-1 0,0 0,0 0,-1 0,1 0,0-3,1 1,140-289,-82 174,-36 67</inkml:trace>
  <inkml:trace contextRef="#ctx0" brushRef="#br0" timeOffset="14779.17">54 2046,'-6'0,"-4"7,2 9,-2 13,3 11,1 7,2 8,1 3,5-1,0-11</inkml:trace>
  <inkml:trace contextRef="#ctx0" brushRef="#br0" timeOffset="15080.404">349 2166,'0'14,"0"13,0 12,0 7,-3 4,0 0,0-2,0-10</inkml:trace>
  <inkml:trace contextRef="#ctx0" brushRef="#br0" timeOffset="15400.546">349 2180,'12'22,"1"0,2 0,0-1,1-1,1 0,1-2,1 0,0-1,12 8,-26-21,9 9,1 0,0-1,1 0,0-1,1-1,0-1,1 0,0-1,0-1,11 2,-26-8,-1-1,0 0,0 0,1 0,-1-1,0 1,0 0,0-1,1 1,-1-1,0 0,0 0,0 0,0 0,0 0,0 0,0 0,0-1,-1 1,1-1,-1 1,1-1,-1 0,1 1,-1-1,0 0,0 0,0 0,0 0,0 0,0 0,0-1,16-74,-17 73,7-255,-7 128,1 102,2 17,0 18,-1 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57.0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166 525,'6'15,"3"13,2 11,-1 7,-2 3,-2-3,-3-1,-1-7,-2-8,0-8</inkml:trace>
  <inkml:trace contextRef="#ctx0" brushRef="#br0" timeOffset="264.289">72 123,'-14'-2,"-6"4,0 8,5 9,13 8,17 9,21 5,16 5,1-6</inkml:trace>
  <inkml:trace contextRef="#ctx0" brushRef="#br0" timeOffset="1330.438">767 671,'-34'-17,"0"1,-2 2,1 2,-19-4,43 13,-1 1,0 0,0 0,0 2,-1-1,1 1,0 1,0 0,0 1,0 0,0 1,1 0,-1 1,1 0,-9 5,15-7,0 0,0 1,0 0,1 0,-1 0,1 0,0 1,0 0,0 0,0 0,1 0,-1 0,1 1,0-1,0 1,1 0,-1 0,1 0,1 0,-1 1,0-1,1 0,0 1,1-1,-1 1,1-1,0 1,0-1,1 1,-1-1,1 1,1-1,-1 0,1 1,0-1,0 0,0 0,1 1,2-1,1 1,-1-1,1 0,0-1,0 1,0-1,1 0,-1-1,1 0,0 0,0 0,0-1,1 0,-1 0,0-1,1 0,7 0,1 0,-1-1,1 0,0-1,0-1,-1-1,1 0,-1-1,2-1,-4 1,0-1,-1 0,0-1,0-1,-1 1,0-2,0 0,-1 0,0-1,0 0,-1 0,0-1,0-1,-1 1,-1-2,0 1,0-1,-2 1,1-2,-1 1,-1-1,0 1,1-9,1-21,-3-1,-1 1,-1 0,-3-1,-2 1,-1 0,-2 0,-3 0,-16-54,26 97,0 0,0 0,0 0,0 0,0 0,-1 0,1 0,0 0,0 0,-1 0,1 0,0 0,-1 0,1 0,-1 0,1-1,-1 1,0 0,1 0,-1-1,0 1,0 0,1-1,-1 1,0 0,0-1,0 1,0-1,0 0,1 1,-1-1,0 0,0 1,0-1,0 0,0 0,0 0,0 0,0 0,0 0,0 0,0 0,0 0,0-1,0 1,0 0,0-1,0 1,0-1,0 1,0-1,0 1,1-1,-1 1,0-1,0 0,1 1,-1-1,0 0,1 0,-1 0,1 1,-1-1,1 0,-1 0,1 0,0 0,0 0,-1 0,1-1,-10 33,2 0,1 0,2 1,1-1,1 1,2 0,1 13,0-11,1-1,2 0,1 1,1-2,2 1,9 24,-12-44,1-1,0 0,1 0,0 0,1-1,0 0,1-1,0 1,0-1,1-1,1 0,0 0,0-1,1 0,0 0,0-1,0-1,8 3,-4-3,1 0,0-2,0 0,1 0,-1-2,1 0,0-1,-1 0,1-1,0-2,-1 1,1-2,-1 0,0-1,0 0,0-2,0 0,-1 0,0-2,0 0,-1 0,13-11,-20 13,-1 0,0-1,0 0,0 0,-1 0,0-1,-1 0,1 1,-2-2,1 1,-1 0,0-1,-1 1,0-1,0 0,-1 0,0 4,-1 1,0-1,0 1,0-1,-1 0,1 1,-1-1,0 1,0-1,-1 1,1 0,-1 0,0-1,0 1,-1 0,1 0,-1 1,0-1,0 1,0-1,0 1,0 0,-1 0,0 0,1 1,-1-1,0 1,0 0,-1 0,1 0,-2 0,0 0,0 1,0 0,0 0,0 0,0 1,0 0,0 0,-1 1,1 0,0 0,1 0,-1 0,0 1,0 0,0 0,1 1,0 0,-1 0,1 0,0 0,0 1,-1 2,2-4,1 1,0 0,0 0,0 0,0 1,1-1,-1 1,1 0,0-1,0 1,0 0,0 0,1 0,0 1,0-1,0 0,0 0,1 1,-1-1,1 0,0 1,0-1,1 0,-1 1,1-1,0 0,0 1,1-1,-1 0,1 0,1 2,7 6,1 0,1-1,0 0,0-1,1 0,0-1,1 0,0-1,0-1,1 0,0-1,0 0,1-2,-1 1,1-2,10 1,30 8,1-2,0-2,0-3,0-2,25-4,-72 2,0-1,0 0,0-1,0 0,0 0,-1-1,1 0,0-1,-1 0,1 0,-1-1,0-1,0 1,-1-1,1-1,-1 0,0 0,-1 0,0-1,5-5,-11 9,1 0,-1 1,0-1,0 0,0 0,0 0,-1 0,1-1,-1 1,0 0,0 0,0 0,0 0,0 0,-1 0,1 0,-1 0,0 0,0 0,0 0,-1 0,1 0,0 0,-1 1,0-1,0 1,0-1,0 1,0 0,0-1,-1 1,-3-3,0 0,0 0,0 1,-1 0,0 0,0 1,0 0,0 0,0 0,-1 1,1 0,-3 1,1 0,-1 0,1 1,0 1,-1 0,1 0,0 1,-1 0,1 0,0 1,0 0,1 1,-1 0,1 0,0 1,0 0,0 1,1-1,-1 2,2-1,-1 1,1 0,0 0,-4 6,9-12,-1 1,1 0,0 0,0-1,0 1,0 0,0 0,0 0,1 0,-1 1,1-1,-1 0,1 0,0 0,0 0,0 0,0 1,0-1,0 0,1 0,-1 0,1 0,0 0,-1 0,1 0,0 0,0 0,0 0,0 0,0 0,1-1,-1 1,1-1,-1 1,1-1,-1 1,1-1,0 0,0 1,0-1,0 0,-1 0,2-1,5 2,1-1,-1 0,1-1,0 0,0 0,-1-1,1 0,0-1,-1 1,0-2,1 1,-1-1,0-1,0 1,0-1,-1-1,1 1,-1-1,0-1,-1 1,1-1,-1 0,0-1,-1 1,1-1,-1-1,-1 1,1 0,-1-1,1-4,-2 6,2-8,-2 18,-4 5,1 0,0 0,0-1,1 1,0 0,0-1,1 1,0 0,1-1,0 0,0 0,1 0,0 0,0 0,1-1,0 0,0 0,1 0,0 0,0-1,0 0,1 0,0-1,0 0,0 0,7 3,-2-4,-1 0,1-1,0 0,0-1,0 0,0-1,0-1,0 0,0 0,1-1,-1-1,0 0,-1 0,1-1,0-1,-1 0,0-1,0 0,0 0,0-1,-1-1,0 0,0 0,-1-1,0 0,0-1,-1 0,0 0,-1 0,0-1,1-3,9-19,-3 0,0-1,-2 0,-2-1,-1 0,-1-1,-2 0,-2 0,-1 0,-2 0,-1-12,1 10,0 1,-3-1,-1 1,-2-1,-1 1,-6-19,11 51,0-1,1 1,-1 0,-1 0,1-1,0 1,-1 0,0 0,0 1,0-1,-1 0,1 1,-1-1,0 1,0 0,0 0,0 0,-1 0,1 0,-1 1,0 0,0 0,1 0,-1 0,0 0,-1 1,1-1,0 1,0 1,-1-1,1 0,0 1,-1 0,1 0,-5 1,1 2,-1 1,1 0,0 1,0 0,1 0,0 1,0 0,0 0,0 0,1 1,0 0,1 1,-1-1,0 4,-6 5,1 2,0-1,2 2,0-1,1 1,0 1,2-1,1 1,0 0,1 0,2 1,0-1,1 1,0-1,2 1,1 0,0-1,2 0,0 0,1 0,1 0,1 0,1-1,1-1,0 1,11 15,-6-17,1-1,0 0,1 0,1-2,0 0,3 1,11 5,1-1,1-1,0-2,14 4,182 52,4-20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6:56.0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0,'7'23,"9"20,9 18,9 16,7 13,7 9,6 9,3 6,3 4,1 1,-2-5,-3-5,-7-6,-7-10,-7-16,-6-17,-8-19</inkml:trace>
  <inkml:trace contextRef="#ctx0" brushRef="#br0" timeOffset="602.428">161 174,'-7'11,"1"0,0 0,1 1,0 0,1 0,0 0,-1 9,-3 7,-13 43,3 0,4 2,-1 22,20-38,-4-57,-1 1,1-1,-1 1,1-1,-1 0,1 1,0-1,-1 0,1 1,0-1,-1 0,1 0,0 0,-1 1,1-1,0 0,-1 0,1 0,0 0,0 0,-1 0,1-1,0 1,-1 0,1 0,0 0,-1-1,1 1,0 0,-1-1,1 1,0 0,-1-1,1 1,-1-1,1 1,-1-1,1 1,-1-1,0 1,1-1,-1 0,1 0,19-28,-6-3,-2-1,-1 0,-2-1,-1 0,-1 0,-3-1,0 0,-2 0,-2 0,-2-14,-7-80,10 130,-1-1,1 0,-1 1,1-1,-1 0,1 1,-1-1,1 0,-1 0,1 1,0-1,-1 0,1 0,-1 0,1 0,0 0,-1 0,1 0,-1 0,1 0,0 0,-1 0,1 0,-1-1,1 1,-1 0,1 0,0-1,-1 1,1 0,-1-1,1 1,-1 0,0-1,1 1,-1-1,1 1,-1 0,0-1,1 1,-1-1,0 0,1 1,-1-1,0 1,0-1,0 1,1-1,-1 0,0 1,0-1,0 1,0-1,0 0,0 1,0-1,0 1,-1-1,1 0,0 1,0-1,0 1,-1-1,1 1,0-1,0 1,-1-1,1 0,129 57,-89-41,-1 2,-1 1,-1 2,29 20,-60-36,1 0,-1 0,0 0,0 1,-1 0,1 0,-1 0,0 1,-1 0,1-1,-1 2,0-1,-1 0,1 1,-1 0,-1 0,1 0,-1 0,0 0,-1 0,0 1,0-1,0 0,-1 1,0-1,-1 1,0-1,0 0,0 1,-1-1,0 0,0 0,-3 5,-9 4,0-1,-1-1,0 0,-1-2,0 1,-1-2,-1 0,0-1,0-1,-1-1,0 0,0-2,-1 0,1-1,-3-1,-133 32,135-28,14-1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7:56.5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2462,'0'0,"0"1,0 0,-1-1,1 1,0-1,0 1,0 0,0-1,0 1,0-1,0 1,0 0,0-1,0 1,0 0,0-1,1 1,-1-1,0 1,0-1,1 1,-1 0,0-1,1 1,-1-1,0 1,1-1,-1 0,1 1,-1-1,1 1,-1-1,1 0,-1 1,1-1,-1 0,1 0,0 1,-1-1,1 0,-1 0,1 0,0 0,-1 0,1 0,-1 0,1 0,12 5,-1-1,1-1,0 0,0 0,0-2,0 0,0 0,5-1,76 13,-14 2,27 8,120-21,-41-3,-115-11,74-3,10-8,159 20,-76 3,-149-21,-77 18,0 1,0 0,0 0,1 2,-1 0,1 0,5 1,16 1,355-15,-290 0,150-1,-76 1,94 13,-162-13,392 12,24 1,-519 1,1-1,-1 0,0 0,0 0,0 0,0-1,0 1,0 0,0-1,0 0,0 1,0-1,0 0,0 0,0 0,-1 0,1 0,0-1,-1 1,1 0,-1-1,1 1,-1-1,1 0,-1 1,0-1,0 0,0 0,0 0,0 0,-1 0,1 0,0 0,-1 0,0 0,1 0,-1 0,0 0,0 0,0-1,-3-120,-11 16,6-13,-5-67,0 26,-7-26,20-13,-13 119,6-53,0-42,9 110,-2-587,-1 649,1 1,0-1,0 0,0 1,0-1,0 0,1 1,0-1,0 1,0-1,0 1,1-1,-1 1,1 0,0 0,0 0,0 0,0 0,0 0,1 0,-1 1,1-1,0 1,0-1,0 1,0 0,0 0,0 1,0-1,1 1,3-2,203 4,26 9,43-7,76-3,-237-14,312 15,-242-15,19 2,332 11,-308-12,601 13,-671-14,2 6,81 2,-150 7,172-1,-147 14,-78-14,-53-1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7:57.9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1,'439'14,"391"17,-209-13,-372-4,551 17,-209-45,-448 14,-166 0,-5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7:58.8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523 52,'-30'7,"-98"50,91-43,0 1,1 2,1 1,1 2,1 1,0 2,2 1,-25 24,53-46,1 0,-1 1,1-1,-1 0,1 1,0 0,0-1,0 1,0 0,1 0,-1 0,1 0,0 0,0 0,0 1,0-1,0 0,1 0,-1 1,1-1,0 0,0 1,1-1,-1 0,0 1,1-1,0 0,0 1,0-1,0 0,0 0,1 0,0 0,-1 0,2 1,10 5,0-1,0 0,1 0,0-2,1 0,-1 0,1-2,9 3,41 15,152 80,-216-101,1-1,-1 1,0 0,0-1,0 1,0-1,1 1,-1-1,0 1,0-1,1 0,-1 0,0 0,1 1,-1-1,0 0,1-1,-1 1,0 0,1 0,-1-1,0 1,0 0,1-1,-1 0,0 1,0-1,0 0,0 1,1-1,-1 0,0 0,-1 0,1 0,0 0,0 0,0 0,0 0,-1 0,1 0,-1-1,1 1,-1 0,1 0,-1-1,1 0,3-14,0-1,-2 0,1 1,-2-1,0 0,-2-9,2 5,-2-423,-17 543,7-69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7:59.5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0,'49'29,"18"11,2-4,49 17,78 42,-189-93,0 1,-1 0,0 1,1-1,-1 1,-1 0,1 1,0-1,-1 1,0 0,0 1,-1-1,0 1,0 0,0 0,0 0,-1 0,0 1,0 0,-1-1,1 4,-5-5,0 0,0 0,-1 0,0 0,1 0,-2-1,1 1,0-1,-1 0,0 0,0 0,0-1,-1 1,1-1,-1 0,1-1,-1 1,0-1,0 1,-1-1,5-2,-91 43,66-33,1 1,0 2,1 0,0 2,-2 3,25-18,0 1,0-1,0 1,0 0,0-1,1 1,-1-1,0 1,0 0,1 0,-1 0,0-1,1 1,-1 0,1 0,-1 0,1 0,0 0,-1 0,1 0,0 0,-1 0,1 0,0 0,0 0,0 0,0 0,0 0,0 0,0 0,1 1,4 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0.5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 9,'-6'-8,"5"23,25 168,-18-45,-7 0,-13 88,12-212,0 0,1 1,1-1,0 0,0 0,2 0,0 0,0 0,2 0,-1-1,2 1,0-1,0 0,1 0,1-1,0 1,1-2,5 7,-3-8,1-1,0-1,0 1,1-2,0 0,0 0,1-1,-1 0,1-1,1-1,-1 0,1-1,0 0,-1-1,1-1,0 0,0-1,0 0,0-2,0 1,0-1,0-1,-1-1,0 0,1 0,-1-2,-1 1,1-2,-1 1,0-2,4-3,4-6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0.8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55,'13'-3,"14"-2,14-1,13-1,14 0,11-1,12 2,7 0,5 3,-1 1,-8 1,-7 3,-12 3,-19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1.4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81 114,'-26'180,"7"0,6 117,1-30,2-104,22-547,-10-255,-1 623,8-79,-8 92,0-1,0 1,1-1,0 1,-1 0,1-1,0 1,0 0,1 0,-1 1,0-1,1 0,0 1,0 0,0-1,0 1,0 0,0 0,0 1,1-1,-1 1,0 0,1 0,0-1,18 0,-1 0,1 2,-1 0,1 1,-1 2,0 0,0 1,0 1,0 1,-1 0,19 10,-25-12,-1 1,1 0,-1 1,-1 1,1 0,-1 0,0 1,-1 1,0 0,0 1,-1 0,8 10,-17-18,1 1,-1-1,0 1,0 0,0 0,0-1,0 1,0 0,-1 0,0 0,0 0,1 0,-2 0,1 0,0 0,-1 0,1 0,-1-1,0 1,0 0,0 0,0-1,0 1,-1 0,1-1,-1 1,1-1,-1 0,0 1,0-1,-1 0,-76 55,42-38,-1-3,-1-1,-1-1,0-3,-28 5,19-16,42-7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2.2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17 297,'-12'-55,"12"44,-1 7,-1-19,1 1,1-1,1 0,0 1,2-1,1 1,6-19,-10 39,0 1,1-1,0 1,-1-1,1 1,0 0,0-1,-1 1,1 0,0-1,0 1,1 0,-1 0,0 0,0 0,1 0,-1 0,0 1,1-1,-1 0,0 1,1-1,-1 0,1 1,0 0,-1-1,1 1,-1 0,1 0,-1 0,1 0,0 0,-1 0,1 1,-1-1,1 0,1 1,56 30,-50-25,11 8,-1 1,0 1,-2 1,0 1,3 4,89 78,-106-97,0 0,0-1,1 1,-1-1,1 0,0 0,0 0,0 0,-1-1,2 1,-1-1,0 0,0 0,0-1,0 1,1-1,-1 0,0 0,0 0,0-1,1 0,-1 1,0-1,0-1,0 1,0-1,0 1,0-1,-1 0,1-1,-1 1,1 0,-1-1,0 0,0 0,0 0,0 0,0-1,-1 1,1-2,2-8,-1 0,0-1,-1 0,-1 1,0-1,-1 0,0 0,-1 0,-1 0,-2-12,-5 17,2 14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2.5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14,'21'-2,"13"-1,8 0,6 1,1 0,2 1,1 1,1 0,-2 0,-3 0,-4 0,-6 0,-7 0,-6 0,-8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3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 0,'-25'105,"10"-3,5 1,5 0,5 65,1-154,-2-3,1 0,1 1,0-1,0 0,1 0,1 0,0 0,0 0,3 4,15 3,-10-15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3.5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4 182,'-2'12,"1"0,0 1,1-1,1 0,0 0,0 0,2 0,-1 0,1-1,1 1,0-1,1 1,0-1,0-1,1 1,1-1,0 0,0 0,-2-5,0 0,-1-1,2 0,-1 0,0 0,1 0,0-1,0 0,0 0,0-1,0 1,1-1,-1-1,1 1,-1-1,1 0,-1-1,1 1,0-1,-1-1,1 1,0-1,-1 0,1-1,-1 0,1 0,-1 0,0 0,0-1,0 0,0-1,-1 1,1-1,-1 0,5-5,-2 1,0-1,0 0,-1 0,0-1,-1 0,0-1,0 1,-1-1,-1 0,0 0,0 0,-1-1,0 0,-1 1,-1-1,0 0,0 0,-1 0,-1 0,0 0,0 1,-1-1,-1 0,0 1,-1-1,0 1,0 0,-1 0,-1 1,0 0,0 0,-2-2,3 8,0-1,-1 1,1-1,-1 1,0 1,0-1,0 1,0 0,-1 1,1-1,-1 1,1 1,-1-1,0 1,0 0,0 1,0-1,0 2,0-1,0 1,1 0,-1 0,0 0,0 1,1 0,-1 1,1 0,0 0,-1 0,1 0,1 1,-1 0,1 0,-1 1,1 0,0 0,1 0,-3 4,0-3,1 1,-1 0,2 1,-1-1,1 1,0 0,1 1,0-1,0 1,1 0,0 0,1 0,0 0,0 0,1 1,0-1,0 0,1 1,1-1,0 5,9 24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4.2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0,'38'137,"10"87,-36-99,-4-157,9-41,2 1,4 2,11-22,-8 44,-25 47,0 1,0 0,-1 0,1 0,0 0,-1 0,1 0,0 0,-1 1,1-1,0 0,0 0,-1 0,1 1,-1-1,1 0,0 1,-1-1,1 1,-1-1,1 0,-1 1,1-1,-1 1,1 0,-1-1,1 1,-1-1,0 1,1 0,-1-1,0 1,0-1,1 1,-1 0,0 0,0-1,0 1,0 0,0-1,0 1,0 0,0-1,0 1,0 0,0 0,0-1,-1 1,1 0,0-1,-1 1,1-1,-1 2,2-1,-2 117,-1-93,1 0,1 0,1 0,1 0,2 0,0 0,6 15,-7-32,1-1,0 1,1-1,-1 0,1 0,1-1,-1 1,1-1,0 0,1-1,-1 1,1-1,0 0,1-1,-1 0,1 0,-1-1,1 0,0 0,1-1,-1 0,0 0,1-1,-1 0,0 0,5-1,28 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4.6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19,'-12'-4,"-1"0,0 1,1 0,-1 1,0 1,0 0,0 0,-1 2,1 0,0 0,-1 1,8-1,-1 0,1 1,-1 0,1 0,0 0,0 1,0 0,0 0,0 0,1 1,0 0,-1 0,2 0,-1 1,0 0,1 0,0 0,0 0,0 0,1 1,-1 0,0 4,2-6,1 1,-1-1,1 1,1-1,-1 1,1-1,-1 1,1-1,1 1,-1 0,1-1,-1 1,1-1,1 1,-1-1,0 0,1 1,0-1,0 0,1 0,-1 0,1-1,-1 1,1 0,0-1,1 0,-1 0,3 2,12 9,0 0,1-2,0 0,1-1,7 2,-14-7,1 0,0-1,0 2,-1 0,0 0,0 1,-1 1,0 0,0 0,-1 2,0-1,-1 1,0 1,-1 0,0 0,-1 1,0 0,-1 0,4 12,-9-20,0 0,0-1,-1 1,1 0,-1 0,0 0,-1 0,1 0,-1 1,0-1,0 0,-1 0,1 0,-1 0,0 0,0 0,-1 0,0 0,0-1,0 1,0 0,-1-1,1 0,-1 1,-1-1,1 0,0-1,-1 1,0 0,0-1,0 0,0 0,-11 1,-1 0,1-2,-1 0,0 0,0-2,0 0,0-1,1 0,-1-1,0-1,1 0,-1-2,1 1,-7-5,-37-16,40 13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6.4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1,'5'2,"5"1,4 0,4-1,6 2,5 0,8-1,5 0,6-1,5-1,2-1,-3 0,-3 0,-8 0,-8 0,-8-1,-12 4,-9-1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08.7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1,'12'0,"7"0,4 0,0 0,-2 0,-4 2,-8 1,-5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2.6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1,'28'11,"105"0,-20 2,-47 1,28-1,35 1,71 4,-128-10,70-2,-88-7,159 1,-166-14,-46 14,-1 0,1 1,-1-1,1 1,-1 0,1-1,-1 1,0-1,1 1,-1-1,0 1,1 0,-1-1,0 1,0 0,1-1,-1 1,0 0,0 0,0-1,0 1,0 0,0-1,0 1,0 0,0 0,-1-1,1 1,0 0,0-1,-1 1,1 0,0-1,-1 1,1-1,-1 1,1 2,-11 160,-16-3,28 27,25-80,-12 29,-1 5,2-30,-16 156,-13-173,-13 39,14-12,5-49,1 61,8-84,0 44,1-88,1 0,0 0,0-1,1 1,-1-1,1 0,0 0,0 0,0 0,0 0,1-1,0 0,-1 0,1-1,0 1,1-1,-1 0,0 0,0-1,5 2,-7-2,-1-1,0 0,0 0,0 1,1-1,-1 1,0-1,0 1,0 0,0 0,0 0,0 0,-1 0,1 0,0 1,0-1,-1 1,1-1,-1 1,1 0,-1-1,0 1,0 0,0 0,0 0,0 0,0 0,0 0,-1 0,1 0,0 0,-1 0,0 1,0-1,0 0,0 0,0 1,-12 54,12-55,1-1,0 1,0-1,1 1,-1-1,0 0,0 1,1-1,-1 0,0 0,1 0,0 0,-1 0,1-1,-1 1,1 0,0-1,-1 1,1-1,0 1,0-1,-1 0,1 0,0 0,0 0,0 0,-1 0,1 0,0-1,0 1,-1-1,2 0,4 1,353-30,-124 22,152 2,-240 7,76 7,64 6,111 0,231 18,-328-7,-283-20,-20-5,1 0,0 0,0 0,0 0,0 0,0 0,-1 0,1 1,0-1,0 0,0 0,0 0,0 0,0 0,0 1,-1-1,1 0,0 0,0 0,0 0,0 1,0-1,0 0,0 0,0 0,0 1,0-1,0 0,0 0,0 0,0 0,0 1,0-1,0 0,1 0,-1 0,0 0,0 1,0-1,0 0,0 0,0 0,0 0,1 0,-1 0,0 1,0-1,0 0,0 0,-3 0,-1 0,1 0,-1 0,1 0,-1-1,1 0,-1 0,1 0,-1 0,1 0,0 0,0-1,0 0,0 0,-1 0,-20-12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3.8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 0,'-23'279,"20"378,-25-361,15-55,14 133,12-175,-8-167,7-53,-4-69,-11 64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4.6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0,'23'370,"-7"-177,-2 528,-14-678,15 301,-3-222,-9-100,-3-22,1 0,-1 0,0-1,0 1,0 0,0 0,0-1,0 1,0 0,0 0,0 0,1-1,-1 1,0 0,0 0,0 0,0 0,1 0,-1-1,0 1,0 0,0 0,1 0,-1 0,0 0,0 0,1 0,-1 0,0 0,0 0,0 0,1 0,-1 0,0 0,0 0,1 0,-1 0,3-36,-3 15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6.3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0,'278'35,"96"-7,-299-23,1254 22,-962-27,1017 84,-1121-61,-263-23,-5 0,0 0,1 0,-1 0,0 1,0-1,1 1,-1 0,0 1,1-1,-1 1,1 0,0 0,-2 1,0 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7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639 2,'-33'2,"1"2,0 1,0 1,1 2,-2 2,2-1,6-3,-29 7,1 2,0 3,2 1,0 3,-17 12,64-33,1 0,0 0,0 1,-1-1,1 1,0 0,1 0,-1 0,0 0,0 0,1 0,-1 1,1-1,0 1,0 0,0 0,0 0,0 0,1 0,-1 0,1 0,0 0,0 1,0-1,0 0,1 1,-1-1,1 0,0 1,0-1,0 1,1-1,-1 1,1-1,0 0,-1 1,3 2,11 9,0 0,2-1,0-1,0 0,1-2,1 1,0-2,3 1,295 139,-312-149,-3 0,0 0,0 0,0 0,0 0,0 0,0 0,0-1,0 1,1-1,-1 1,0-1,0 1,1-1,-1 1,0-1,1 0,-1 0,0 0,1 0,-1 0,0 0,1 0,-1 0,0-1,1 1,-1 0,0-1,1 1,-1-1,0 1,0-1,0 0,0 0,1 1,-1-1,0 0,0 0,0 0,-1 0,1 0,0 0,0-1,2-9,0-1,-1 0,-1 0,0 0,-1 0,0 0,-1-8,0-7,2-47,0 12,-3 1,-8-58,10 115,0 0,-1 0,1-1,-1 1,0 0,0 0,0 0,0 0,-1 1,1-1,-1 0,0 0,0 1,-1-1,1 1,-1 0,1 0,-1 0,0 0,0 0,-1 0,1 1,0 0,-1 0,0 0,0-1,-19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7.8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244 21,'-28'-19,"28"19,0 0,-1-1,1 1,-1 0,1 0,-1 0,1 0,-1-1,1 1,-1 0,1 0,-1 0,1 0,-1 0,1 0,-1 0,1 0,-1 1,1-1,0 0,-1 0,1 0,-1 0,1 1,-1-1,1 0,-1 0,1 1,0-1,-1 0,1 1,0-1,-1 0,1 1,0-1,-1 1,1-1,0 0,0 1,0-1,-1 1,1-1,0 1,0-1,0 1,0-1,0 1,0-1,0 1,0-1,0 1,0-1,0 1,0-1,0 1,0-1,1 0,-1 1,0-1,0 1,0-1,1 1,-1-1,0 1,5 8,-1 1,1-1,0 0,1-1,0 1,1-1,0 0,0-1,0 0,1 0,0 0,0-1,8 4,-6-2,81 57,70 62,-157-125,-1 1,0-1,1 1,-1 0,-1 0,1 0,0 1,-1-1,1 1,-1-1,0 1,0 0,-1 0,1 0,-1 0,0 0,0 0,0 0,0 0,-1 1,1-1,-1 0,-1 0,1 1,0-1,-1 0,0 0,0 0,0 0,-1 0,1 0,-1 0,0 0,0 0,0-1,-1 1,-12 11,-1-1,0 0,-1-2,-1 0,0-1,-1-1,0 0,-4 0,12-4,-364 151,343-141,23-6,13-5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8.6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1,'-8'23,"1"-1,2 2,0-1,1 1,1 0,1 0,2-1,0 1,2 0,0 0,2 0,4 17,1 29,2 62,-5 0,-7 15,4 23,-2-165,1 0,-1 0,1-1,0 1,0 0,0-1,1 1,0-1,0 0,0 0,0 0,0 0,1 0,0-1,0 1,0-1,0 0,0 0,1-1,-1 1,1-1,0 0,-1 0,1-1,0 0,0 1,0-1,0-1,0 1,1-1,18 2,-1-2,1 0,-1-1,0-2,1 0,-1-1,0-2,-1 0,1-2,-1 0,6-5,48-37,-55 25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8.8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0,'18'0,"18"0,16 0,17 0,16 0,13 3,10 0,8 0,3-1,-20-1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9.3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30,'-14'41,"2"1,3 0,1 1,1 0,3 0,2 0,0 35,4-1,4 0,2 0,7 11,10 113,-23-190,-2-7,1-1,0 0,-1 1,0-1,1 1,-2-1,1 1,0-1,0 0,-1 1,0-1,0 1,0-1,0 0,0 0,-1 0,1-2,1-1,-1 0,1 0,-1 0,0 0,1 0,-1 0,0 0,1 0,-1 0,0 0,1 0,-1 0,1 0,-1 0,0-1,1 1,-1 0,1 0,-1-1,1 1,-1 0,1-1,-1 1,1-1,-1 1,1-1,-1 1,1-1,0 1,-1-1,1 1,0-1,-1 1,1-1,0 0,0 1,0-1,-9-17,0 0,2-1,0 0,1 0,2-1,-4-19,3 16,-10-44,2 0,3-1,3 0,3 0,3 0,3 0,6-29,-5 77,2 1,0-1,1 1,0 0,2 1,8-14,-13 25,0 1,1 0,0 1,0-1,1 1,-1-1,1 1,0 1,1-1,-1 1,1 0,0 0,0 0,0 1,0 0,1 0,-1 1,1 0,0 0,6-1,-8 3,0-1,1 2,-1-1,0 0,0 1,1 0,-1 0,0 1,0-1,0 1,0 0,0 1,-1-1,1 1,-1 0,1 0,-1 0,0 1,0-1,0 1,-1 0,0 0,1 0,-1 1,-1-1,1 1,-1 0,2 4,2 2,-2 1,1 0,-2 0,0 0,0 1,-1-1,0 1,-1 0,-1-1,0 1,-2 10,1-13,-1 0,-1-1,0 1,0 0,-1-1,0 0,0 1,-1-2,-1 1,1-1,-1 1,-1-2,1 1,-1-1,-1 0,1 0,-1-1,0 0,-1 0,0-1,1 0,-2-1,1 0,0 0,-1-1,0 0,-9 1,0-1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29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13 278,'-3'-10,"0"1,1-1,0 0,1 0,0 0,0 0,1 0,1-1,0 1,0 0,1 0,0 1,1-1,0 0,0 1,1-1,0 1,1 0,0 0,1 1,-1 0,2 0,-1 0,1 0,0 1,1 0,-1 1,4-2,-10 7,0 0,0-1,0 1,0 0,0 0,0 1,0-1,0 0,1 0,-1 0,0 1,0-1,1 1,-1-1,0 1,1-1,-1 1,1 0,-1 0,0 0,1 0,-1 0,1 0,-1 0,0 0,1 0,-1 1,1-1,-1 0,0 1,1-1,-1 1,0 0,0-1,1 1,-1 0,0 0,0 0,0 0,0 0,0 0,0 0,0 0,0 1,58 116,-51-106,2 0,-1 0,2-1,0 0,0-1,1 0,0 0,13 6,-19-12,0 0,0-1,0 0,0 0,1-1,-1 1,1-2,-1 1,1-1,0 0,0 0,0 0,0-1,0 0,0-1,-1 0,1 0,0 0,0-1,5-2,-6 1,-1-1,1 0,-1-1,0 1,-1-1,1 0,-1 0,0 0,0-1,0 1,-1-1,0 0,0 0,0 0,-1-1,0 1,0 0,-1-1,0 0,0 1,0-1,-1 0,0 1,0-1,-1 0,1 1,-2-1,1 1,-1-3,2 9,-1 0,1 1,0-1,0 0,-1 0,1 0,0 0,-1 0,1 0,0 0,0 0,-1 0,1 0,0 0,0 0,-1 0,1 0,0 0,-1 0,1 0,0 0,0 0,-1 0,1 0,0-1,0 1,-1 0,1 0,0 0,0 0,0-1,-1 1,1 0,0 0,0 0,0-1,0 1,-1 0,0 13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0.1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0,'14'3,"13"0,14-1,10 1,7-2,2 0,0 0,-3-1,-5 0,-7 0,-5-2,-11-1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0.5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 0,'0'14,"-3"13,-2 11,-1 11,-1 8,0 4,2 0,1-1,1-6,2-5,3-9,3-9,1-10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0.9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48 60,'-5'6,"-1"1,2 0,-1 0,1 1,0-1,1 1,-1 0,2 0,-1 0,1 0,0 1,1-1,0 0,0 1,1-1,0 1,0-1,1 1,0-1,1 1,0-1,0 0,1 0,0 0,0 0,1-1,0 1,0-1,1 0,-1 0,2 0,-1-1,1 1,0-1,3 1,1 2,0-2,0 1,1-2,0 1,0-2,0 1,1-1,0-1,0 0,0-1,1 0,-1-1,1 0,8-1,-14-1,1 0,-1 0,0 0,1-1,-1-1,0 1,0-1,0 0,0-1,0 0,0 0,-1 0,0-1,1 0,-1 0,0 0,-1-1,1 0,-1 0,0 0,0-1,-1 0,0 0,0 0,3-5,-3 2,0 1,0-1,-1 0,0 0,0 0,-1-1,0 1,-1-1,0 1,0-1,-1 1,0-1,-1 1,0-1,-1 1,0-1,0 1,-1 0,0 0,-1 0,0 0,0 1,-1-1,0 1,0 0,-1 1,0-1,0 1,-1 0,0 1,0-1,-1 1,1 1,-6-3,3 4,-1 0,1 1,-1 1,0 0,0 0,0 1,0 0,0 1,0 0,0 1,0 0,0 1,0 0,0 1,1 0,-1 1,1 0,-7 4,10-5,0 0,1 0,0 1,-1 0,1 1,1-1,-1 1,1 0,0 0,0 1,0 0,1 0,0 0,0 0,1 0,-1 1,1 0,1-1,-1 1,1 0,1 1,-1-1,1 0,0 0,1 1,-1-1,2 0,-1 2,9 33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1.5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0,'143'368,"-108"-289,-34-79,0-1,0 1,0 0,0-1,0 1,0-1,-1 1,1-1,0 0,0 1,-1-1,1 0,0 1,-1-1,1 0,-1 0,1 1,-1-1,1 0,-1 0,1 0,-1 0,0 0,0 0,1 0,-1 0,0 0,0 0,0 1,0-1,0 0,0 0,0 0,-1-1,2 1,9-56,2 1,3 0,2 1,3 1,16-31,-17 61,-7 44,6 169,-15-176,1 0,0-1,1 0,0 0,1 0,0 0,1-1,0 0,1-1,0 1,1-2,0 1,0-1,1 0,0-1,1 0,0-1,0 0,1-1,-1 0,1-1,1 0,-1-1,1 0,2 0,16-1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2.0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455 49,'-25'-10,"0"1,-1 1,0 2,0 0,-1 2,0 1,1 1,-1 1,-18 3,34-2,-1 1,1 1,0 0,-1 1,1 0,0 1,0 0,1 1,-9 4,15-6,0-1,0 1,0 0,1 0,-1 0,1 0,0 0,0 1,0 0,0 0,1-1,0 1,-1 1,1-1,1 0,-1 0,1 1,-1-1,1 1,0-1,1 1,-1 0,1-1,0 1,1 2,-1-1,2 1,-1-1,1 0,0 0,0 0,0 0,1 0,0-1,0 1,1-1,-1 0,1 0,0 0,1 0,-1-1,1 1,0-1,4 2,102 53,223 41,-330-99,-1 0,0 0,0 0,0 1,0 0,0-1,0 1,0 0,0 0,-1 1,1-1,-1 0,0 1,1 0,-1-1,0 1,-1 0,1 0,0 0,-1 0,0 0,0 1,0-1,0 0,0 1,0-1,-1 0,0 1,0-1,0 1,0-1,0 1,-1-1,1 0,-1 1,0-1,0 0,0 1,-1-1,1 0,-1 0,1 0,-1 0,0-1,0 1,-1 0,1-1,-2 2,-6 3,0 0,0 0,-1-1,1-1,-2 0,1 0,0-1,-1-1,0 0,1 0,-1-1,0 0,-1-2,-3 1,3-2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2.1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12,'-3'-5,"0"-1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36.6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96,'4'-1,"0"0,-1 0,1-1,0 1,0-1,-1 0,1 0,-1 0,0-1,0 1,0-1,0 0,0 1,0-1,-1-1,1 1,-1 0,0-1,0 1,0-1,0 1,0-4,-2 6,0 0,0 0,0 0,0 1,0-1,0 0,-1 1,1-1,0 0,-1 0,1 1,0-1,-1 1,1-1,-1 0,1 1,-1-1,1 1,-1-1,1 1,-1-1,0 1,1-1,-1 1,0 0,1-1,-1 1,0 0,1 0,-1-1,0 1,0 0,1 0,-1 0,0 0,0 0,1 0,-1 0,0 0,0 0,1 1,-1-1,0 0,0 0,1 1,-1-1,0 0,0 1,-32 19,14 32,19-51,0 0,0 0,0 0,0 1,0-1,1 0,-1 0,0 0,0 1,1-1,-1 0,1 0,-1 0,1 0,0 0,-1 0,1 0,0 0,0 0,-1 0,1 0,0-1,0 1,0 0,0-1,0 1,0 0,0-1,0 1,1-1,-1 0,0 1,0-1,0 0,0 0,1 1,-1-1,0 0,0 0,0 0,1-1,-1 1,0 0,0 0,3-1,0 0,-1-1,1 1,0 0,-1-1,1 0,-1 0,0 0,0 0,0-1,0 1,0-1,0 0,-1 0,1 0,-1 0,0 0,0 0,0-1,0 1,0-1,-1 1,0-1,1 1,-2-1,1 0,0 0,-1 0,1 0,-1 1,0-1,0 0,-1-3,0 5,0 1,0-1,-1 1,1 0,0-1,0 1,-1 0,1 0,-1 0,1 0,-1 0,0 0,1 0,-1 0,0 1,1-1,-1 1,0-1,0 1,0 0,1-1,-1 1,0 0,0 0,0 0,0 1,0-1,1 0,-1 1,0-1,0 1,1 0,-1-1,0 1,1 0,-1 0,1 0,-1 0,1 0,-1 1,1-1,0 0,0 1,-1-1,1 1,0-1,0 1,1-1,-1 1,0 1,2-1,0 0,0 0,0 0,0 0,0-1,1 1,-1 0,1-1,-1 1,1 0,0-1,-1 0,1 1,0-1,0 0,0 0,0 0,0 0,0-1,0 1,1-1,-1 1,0-1,0 1,0-1,1 0,-1 0,0 0,0-1,0 1,1 0,-1-1,0 1,0-1,1 0,-3 1,1 0,-1 0,1 0,-1 0,1 0,-1 0,1 0,-1 0,1 0,-1 0,1 0,-1-1,1 1,-1 0,1 0,-1 0,1-1,-1 1,0 0,1-1,-1 1,1 0,-1-1,0 1,1-1,-1 1,0 0,0-1,1 1,-1-1,0 1,0-1,0 1,1-1,-1 1,0-1,0 1,0-1,0 1,0-1,0 1,0-1,0 1,0-1,0 1,0-1,-1 1,1-1,0 1,0-1,0 1,-1-1,1 1,0-1,-1 1,1 0,0-1,-1 1,1-1,0 1,-1 0,-6-4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47.8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 49,'-5'3,"-1"1,2 0,-1 0,0 1,1-1,0 1,0 0,0 0,0 1,1-1,0 1,0-1,1 1,0 0,0 0,-1 3,3-8,0 0,0 0,0 0,0 0,1 0,-1 0,0-1,0 1,1 0,-1 0,0 0,1 0,-1-1,1 1,-1 0,1 0,0-1,-1 1,1 0,0-1,-1 1,1-1,0 1,0-1,-1 1,1-1,0 1,0-1,0 0,0 0,-1 1,1-1,0 0,0 0,0 0,0 0,0 0,0 0,0 0,0 0,0 0,-1 0,1-1,1 1,37-15,-35 11,0 0,0 0,0 0,0-1,-1 0,1 0,-1 1,-1-2,1 1,-1 0,1-1,-2 1,1-1,-1 1,1-1,-1 0,-1 0,1 1,-1-1,-1-6,0 10,0 1,0-1,0 0,0 0,0 1,-1-1,1 0,0 1,-1-1,0 1,1 0,-1 0,0-1,0 1,1 0,-1 0,0 1,0-1,0 0,0 1,0-1,0 1,0 0,-1-1,1 1,0 0,0 0,0 0,0 1,0-1,0 1,0-1,0 1,0-1,0 1,0 0,0 0,0 0,0 0,1 0,-1 1,0-1,1 0,-1 1,1-1,-1 1,1 0,0-1,0 1,-1 1,-1 0,0 1,0 0,0 0,0 0,1 0,-1 0,1 0,0 1,0-1,1 1,-1-1,1 1,0 0,0-1,1 1,-1 0,1 0,1 3,-1-6,1-1,0 1,0-1,1 1,-1-1,0 0,0 1,1-1,-1 0,0 0,1 0,-1 0,1 0,0-1,-1 1,1 0,-1-1,1 1,0-1,0 0,-1 1,1-1,0 0,0 0,-1 0,1 0,0 0,0-1,0 1,0-1,-4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52.7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1735 1,'-55'16,"1"3,1 1,1 4,1 1,0 3,-28 22,-199 135,-117 111,245-174,5 6,-94 111,117-107,111-122,14-16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53.3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186 51,'-7'6,"0"0,0 0,1 0,0 1,0 0,1 0,0 1,0 0,1-1,-1 2,2-1,-1 0,1 1,1 0,-3 3,-18 44,2 2,3 1,3 0,2 1,-2 42,18-93,4-26,16-68,-3-1,-4-1,-4 0,0-56,-12 132,-8-47,6 58,1-1,0 1,-1 0,1-1,-1 1,1 0,0 0,-1 0,1 0,-1 0,1 0,0 0,-1 0,1 1,-1-1,1 0,0 1,-1-1,1 1,0 0,0-1,0 1,-1 0,1 0,0 0,0 0,0 0,0 0,0 0,0 0,1 0,-1 0,0 1,1-1,-1 0,0 1,1-1,-1 2,-1-1,0 0,0 0,0 1,1-1,-1 1,1-1,-1 1,1 0,0 0,0 0,0 0,1-1,-1 1,1 0,-1 0,1 0,0 0,0 0,0 0,1 0,-1 0,1 0,-1 0,1 0,0 0,0 0,0 0,1-1,-1 1,1 0,-1-1,1 0,0 1,0-1,0 0,0 0,1 1,6 1,0 1,1-1,0 0,-1-1,1 0,0-1,1 0,-1-1,8 1,3 1,30 3,134 30,-180-35,0 0,0 0,0 1,0 0,0 0,0 0,0 1,-1 0,1 0,-1 0,0 0,0 1,0-1,0 1,0 0,-1 0,0 0,0 1,0-1,-1 1,1 0,-1 0,0 0,0 0,-1 0,1 0,-1 1,-3 5,0 0,-1 1,-1-1,1 0,-2-1,1 1,-2-1,1 0,-1 0,-1 0,0-1,0 0,-1 0,0-1,0 0,-5 3,-35 31,-1-2,-1-2,-19 8,-30 22,76-42,29-21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55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0 736,'30'-125,"-15"75,-2 0,-2-1,-3 0,-1 0,-3-1,-3 0,-1 1,-3-1,-3-10,5 55,0 1,0-1,-1 1,0 0,0-1,0 1,-1 0,0 1,0-1,-1 0,1 1,-1 0,-2-2,5 6,0 1,0-1,0 1,0-1,0 1,0 0,0 0,0-1,0 1,-1 0,1 0,0 0,0 0,0 0,0 0,0 0,0 1,0-1,0 0,0 1,0-1,0 0,0 1,0-1,0 1,0 0,0-1,0 1,0 0,0 0,1-1,-1 1,0 0,1 0,-1 0,0 0,1 0,-1 0,1 0,0 0,-1 0,1 0,0 0,-1 0,1 0,0 0,0 0,0 0,0 1,0-1,0 0,1 0,-1 0,0 0,0 0,1 1,0 2,0 1,1-1,0 1,0-1,0 1,0-1,1 0,0 0,0 0,0 0,0-1,0 1,1-1,-1 0,1 0,0 0,0-1,0 1,0-1,1 0,-1 0,1 0,-1-1,1 1,0-1,-1 0,1-1,0 1,3-1,185 18,-30-6,-157-12,-1 0,0 0,0 1,1 0,-1 0,0 0,0 0,0 1,0 0,0 0,0 1,-1-1,1 1,-1 0,1 0,-1 1,0-1,-1 1,1 0,0 0,-1 0,0 0,0 1,0-1,-1 1,0 0,1 0,-2 0,1 0,0 3,-2 9,-1 0,0 0,-2-1,0 1,0 0,-2-1,-1 2,-9 38,13-49,-1 1,1-1,0 0,1 0,0 1,0-1,1 1,-1-1,2 1,-1 0,1-1,0 0,1 1,0-1,0 0,0 1,1-1,0-1,0 1,1 0,0-1,0 0,1 0,-1 0,1 0,1-1,1 3,6-1,1 0,-1 0,1-1,0-1,1 0,-1-1,1 0,0-2,0 1,0-2,0 0,0-1,0 0,0-2,0 1,0-2,0 0,0-1,-1 0,0-1,1-1,-2 0,12-7,-13 4,0 0,-1-2,0 1,-1-1,0 0,0-1,-1 0,-1-1,0 0,-1 0,-1-1,0 0,0 0,-2 0,1-1,-2 1,0-1,-1 0,0 0,-1 0,-1 0,-1 0,0 0,0 0,-2 0,-2-8,5 19,0-1,-1 1,0-1,1 1,-2-1,1 1,0 0,-1 0,0 0,0 0,0 0,-1 0,1 0,-1 0,0 1,0 0,0-1,0 1,-1 0,1 1,-1-1,0 1,1-1,-1 1,-1 0,1 0,0 1,0-1,-1 1,1 0,0 0,-1 1,1-1,-1 1,1 0,-1 0,1 0,-1 1,1 0,-1 0,1 0,-2 1,-2 4,0 2,1-1,0 1,1 0,-1 0,2 0,-1 1,1 0,0 0,1 1,0 0,1-1,0 1,0 0,1 0,0 1,1-1,0 0,1 0,0 1,1-1,0 0,0 1,1-1,1 3,2 2,0 0,1-1,0 0,1 0,1 0,0-1,1 0,0 0,1-1,0-1,1 0,1 0,-1-1,2 0,-1-1,1 0,1-1,0-1,0 0,0-1,1-1,-1 0,1 0,1-2,-1 0,0-1,1 0,63 7,-8-4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8:56.2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380 744,'-17'-1,"-1"0,1 1,-1 1,1 1,-1 0,1 1,0 1,0 1,0 0,0 1,1 1,0 0,1 2,-1-1,2 2,-1 0,-11 11,19-14,0 0,0 0,1 0,-1 1,2 0,-1 1,1-1,1 1,0 0,0 0,-1 3,4-8,0 0,0-1,1 1,-1 0,1 0,-1 0,1-1,0 1,1 0,-1 0,1 0,0 0,0-1,0 1,0 0,0-1,1 1,0-1,0 1,0-1,0 0,0 0,1 0,-1 0,1 0,0-1,0 1,0-1,3 2,3 2,0-2,0 1,1-1,0-1,0 0,0 0,0-1,0 0,1 0,-1-1,1-1,-1 0,1 0,-1-1,0-1,1 0,-1 0,0-1,0 0,0 0,0-1,-1-1,0 0,0 0,0 0,0-1,-1-1,2-2,-2 0,0 0,-1-1,0 0,-1-1,0 1,-1-1,0 0,-1-1,0 1,0-1,-2 0,1 1,-1-1,-1-1,0 1,-1-5,0 17,0 0,0 0,0 1,-1-1,1 0,0 0,0 0,0 1,0-1,0 0,0 0,0 0,-1 1,1-1,0 0,0 0,0 0,0 0,-1 1,1-1,0 0,0 0,0 0,-1 0,1 0,0 0,0 0,0 0,-1 0,1 0,0 0,0 0,-1 0,1 0,0 0,0 0,0 0,-1 0,1 0,0 0,0 0,-1 0,1 0,0 0,0 0,0 0,-1 0,1-1,-4 15,0 0,1-1,0 1,1 1,1-1,0 0,1 0,0 0,1 0,1 1,0-1,1 0,3 8,-3-14,1 0,0 0,0 0,0-1,1 1,0-1,1 0,-1-1,1 1,1-1,-1 0,1-1,0 1,0-1,1-1,-1 0,1 0,0 0,0-1,1 0,-1 0,0-1,1 0,0-1,1 0,5 1,1-1,-1-1,1-1,-1 0,1-1,-1 0,1-2,-1 0,0 0,-1-1,1-1,-1 0,12-9,-5 2,0-2,-2-1,0 0,-1-1,0-1,-1-1,-2-1,0 0,-1-1,1-2,13-27,-3-1,-1-1,14-50,-15 36,-4-1,-3-2,-2 1,-4-2,-1-19,-8 70,-1 0,0 0,-1 0,-1 0,-1 0,-2-6,4 20,-1 0,1 0,-1 0,0 0,-1 0,1 0,-1 0,0 1,0-1,0 1,0 0,-1 0,0 0,0 0,0 1,0-1,0 1,-1 0,0 1,1-1,-1 1,0 0,0 0,-1 0,-3 0,1 1,0 1,-1-1,1 1,-1 0,1 1,0 0,-1 1,1-1,0 2,0-1,0 1,0 0,1 1,-1-1,1 2,-5 2,-3 3,0 1,1 1,0 0,1 1,0 0,1 1,-7 10,6-3,0 0,2 0,0 1,2 1,0 0,2 0,0 0,1 1,2 0,1 0,0 1,2-1,1 1,0-1,2 0,1 1,1-1,1 0,1-1,1 1,2-1,4 8,6 11,2 0,3-2,0 0,3-2,1-1,2-1,13 10,51 46,99 76,-87-83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29:36.0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969 3075,'30'15,"152"-4,-160-11,564-26,-405 25,-160 1</inkml:trace>
  <inkml:trace contextRef="#ctx0" brushRef="#br0" timeOffset="770.459">1891 1538,'-4'30,"1"0,2 1,0-1,2 1,2-1,0 0,7 25,28 87,25 126,-46-105,-7 1,-10 147,-2-225,7-15,-1-85,-33-120,22 111</inkml:trace>
  <inkml:trace contextRef="#ctx0" brushRef="#br0" timeOffset="2351.283">1931 1524,'86'26,"-43"-9,29 1,0-4,2-3,-1-3,1-3,0-3,54-7,-3 3,-93 2,-15 1,0-1,-1 0,1-1,0-1,-1-1,0 0,13-5,77-25,-109 37,1 0,0 0,0 0,0 0,0 0,1 0,0 0,0 1,0-1,0 0,0 1,1-1,0 1,0-1,0 2,23 234,-22 494,-1-215,3-502,3-19,-3-9</inkml:trace>
  <inkml:trace contextRef="#ctx0" brushRef="#br0" timeOffset="2810.578">2814 2166,'1'11,"1"0,0 0,0-1,1 1,1 0,0-1,0 0,1 0,1 5,6 16,2-1,0 0,2-1,1-1,1 0,2-2,0 0,21 19,-38-41,1 0,-1 0,1-1,0 1,0-1,0 0,1 0,-1-1,1 1,-1-1,1 0,0 0,0-1,0 1,0-1,0 0,0-1,0 1,0-1,0 0,1 0,-1 0,0-1,0 0,0 0,0 0,0-1,0 1,-1-1,1 0,0-1,-1 1,4-3,7-13,-1 0,-1-1,0 0,-1-1,-1-1,-1 0,-1 0,-1-1,-1 0,0-4,-7 26,96-288,-84 256</inkml:trace>
  <inkml:trace contextRef="#ctx0" brushRef="#br0" timeOffset="3900.578">3108 3116,'2'210,"-1"-208,-2-1,1 0,0 0,0 0,0 1,0-1,0 0,0 0,0 1,0-1,0 0,1 0,-1 0,1 0,-1 1,0-1,1 0,0 0,-1 0,1 0,0 0,-1 0,1 0,0 0,0-1,0 1,0 0,0 0,0-1,0 1,0 0,0-1,0 1,0-1,1 0,-1 1,0-1,0 0,0 0,1 1,101-50,-75 43,1 2,-1 1,1 1,-1 1,1 2,-1 1,25 5,-10-3,523 25,134-26,-376-5,827-6,-408 3,-730 5</inkml:trace>
  <inkml:trace contextRef="#ctx0" brushRef="#br0" timeOffset="5037.1">300 1992,'-1'0,"1"1,-1-1,0 1,1-1,-1 1,0-1,1 0,-1 1,0-1,1 0,-1 1,0-1,0 0,0 0,1 0,-1 0,0 0,0 0,1 0,-1 0,0 0,0 0,0 0,1-1,-1 1,0 0,0 0,1-1,-1 1,0 0,1-1,-1 1,0-1,1 1,-1-1,1 1,-1-1,1 0,-1 1,1-1,-1 0,1 1,0-1,-1 0,1 1,0-1,-1 0,1 0,0 1,0-1,0 0,0 0,0 0,0 1,0-1,-4-8,2 5,0-1,0 1,0-1,-1 1,1 0,-1 0,0 0,-1 1,1-1,-1 0,1 1,-1 0,0 0,0 0,0 1,-1-1,1 1,-1 0,1 0,-1 1,0-1,1 1,-1 0,0 0,0 1,0 0,0-1,0 2,0-1,0 0,0 1,0 0,1 0,-1 1,0-1,1 1,-1 0,1 0,-1 0,1 1,-3 2,-2 3,1 1,0 0,0 1,1-1,0 1,1 1,0-1,0 1,2 0,-1 1,1-1,1 1,0 0,0 0,1 0,1 0,0 0,1 0,0 0,1 0,1 4,0-7,1 0,1 0,0 0,0-1,0 1,1-1,0 0,1 0,0-1,0 0,1 0,0 0,0-1,0 0,1 0,0-1,0 0,0 0,1-1,0 0,0 0,0-1,0 0,0-1,0 0,1-1,-1 0,1 0,-1-1,1 0,0 0,-1-1,1-1,-1 1,0-2,0 1,1-1,-1-1,-1 0,1 0,0 0,4-6,-1-1,1 0,-2-1,0 0,0 0,-1-2,-1 1,0-1,0 0,-2-1,0 0,0 0,-2 0,0-1,0 0,-2 0,0 0,-1-1,0 1,-2-1,0 1,-1-5,34 294,-13-200,-11-60</inkml:trace>
  <inkml:trace contextRef="#ctx0" brushRef="#br0" timeOffset="5436.032">808 1858,'-18'34,"-1"-1,-2 0,-1-2,-2-1,0-1,-2-1,-21 18,3-3,44-42,1 0,-1 0,0 0,0 0,1 0,-1-1,1 1,-1 0,1 0,-1 0,1 0,0-1,-1 1,1 0,0-1,0 1,0 0,-1-1,1 1,0-1,0 0,0 1,0-1,0 1,0-1,0 0,0 0,0 0,0 0,0 1,0-1,0 0,0-1,0 1,0 0,0 0,0 0,-1-1,1 1,0 0,0-1,0 1,0-1,0 1,0-1,0 0,10 1,5 1,0 1,0 1,-1 0,1 1,-1 1,0 0,0 1,0 0,-1 2,0-1,-1 2,9 6,-3 0,-12-9,0-1,0 0,1 0,-1 0,1-1,0 0,0-1,0 0,7 2,1-2</inkml:trace>
  <inkml:trace contextRef="#ctx0" brushRef="#br0" timeOffset="5690.352">1289 2193,'3'0,"0"0</inkml:trace>
  <inkml:trace contextRef="#ctx0" brushRef="#br0" timeOffset="6592.395">3094 4064,'2'10,"2"8,-1 12,1 11,1 8,-1 8,-1 4,-1 7,-1 4,-3 4,-1-10</inkml:trace>
  <inkml:trace contextRef="#ctx0" brushRef="#br0" timeOffset="7049.172">3162 6765,'0'20,"-3"16,-2 9,-1 6,-2 3,1 2,0 0,0-1,1 1,3-2,1 0,1-2,1-10</inkml:trace>
  <inkml:trace contextRef="#ctx0" brushRef="#br0" timeOffset="6831.753">3148 5522,'-3'18,"0"13,0 8,1 6,1 5,2 5,1 3,3 2,1-9</inkml:trace>
  <inkml:trace contextRef="#ctx0" brushRef="#br0" timeOffset="9621.064">555 5321,'-21'13,"1"0,1 2,0 1,1 0,1 1,1 1,0 1,1 0,1 1,1 0,1 1,1 1,1 0,0 0,2 1,1 0,0 1,2-1,0 5,4-17,-1 1,2 0,0 0,0 0,1 0,0 0,1-1,1 1,0 0,1 0,-3-8,0-1,0 1,1-1,-1 1,1-1,0 0,0 0,1 0,-1 0,1 0,-1 0,1-1,0 1,0-1,0 0,0 0,0 0,0 0,1 0,-1-1,1 1,-1-1,1 0,0 0,-1-1,1 1,0-1,0 1,-1-1,1 0,0-1,0 1,0-1,7-3,0 0,0-1,-1 0,0-1,0 0,0 0,-1-1,0 0,0-1,0 0,-1-1,-1 0,1 0,-2 0,1-1,-1 0,-1 0,1-1,16-31,-2 0,-2-1,-2-1,-2-1,-2 0,-1 0,-3-2,-2 1,-2-1,-1-9,-1 41,-1 0,-1 0,0 0,-1 0,-1 0,0 0,-1 0,0 0,-1 1,-1-1,-1 1,0 0,0 1,-6-9,9 20,0 0,0 1,0-1,0 0,0 1,0 0,-1 0,1 0,0 0,-1 1,1-1,0 1,-1 0,1 0,-1 0,1 0,-1 0,1 1,0 0,-1 0,1 0,0 0,0 0,-1 0,1 1,0 0,1-1,-1 1,0 0,0 1,1-1,-1 0,1 1,0-1,0 1,0 0,0 0,0 0,0 0,1 0,-1 1,-11 17,0 1,2 0,0 0,2 2,0-1,2 1,0 0,2 1,0-1,2 1,1 0,1 0,1 0,1 0,2 3,0-4,2 1,1-1,1-1,1 1,1-1,1 0,1-1,1 0,1-1,1-1,1 0,1-1,0 0,5 3,-14-15,4 3,0 0,-1 1,-1 0,0 1,0 0,-1 0,0 1,-1 0,-1 0,0 0,-1 1,0 0,-1 0,-1 1,0-1,0 5,-4 1</inkml:trace>
  <inkml:trace contextRef="#ctx0" brushRef="#br0" timeOffset="10109.918">928 5709,'-7'27,"-13"38,3 0,3 2,3 0,0 40,11-107,0 0,0 0,0 0,1 0,-1 0,0-1,0 1,0 0,0 0,1 0,-1 0,0 0,0 0,0 0,0 0,1 0,-1 0,0 0,0 0,0 0,1 0,-1 0,0 0,0 0,0 0,1 0,-1 0,0 0,0 0,0 0,0 0,1 0,-1 1,0-1,0 0,9-24,7-40,-2-1,4-56,14-70,-14 147,-17 44,0 0,-1 0,1 1,0-1,0 0,0 1,-1-1,1 1,0-1,0 1,-1-1,1 1,0-1,-1 1,1 0,-1-1,1 1,-1 0,1 0,-1-1,1 1,-1 0,0 0,1 0,-1-1,0 1,0 0,0 0,0 0,0 0,0 0,0 0,1 1,62 262,45 56,-69-217,-34-88,-1-7</inkml:trace>
  <inkml:trace contextRef="#ctx0" brushRef="#br0" timeOffset="10368.224">915 6043,'-4'-2,"0"-1,8-2,12-3,18-2,18-4,16-2,9 0,-10 2</inkml:trace>
  <inkml:trace contextRef="#ctx0" brushRef="#br0" timeOffset="13383.437">1477 5134,'259'-4,"30"-14,69-21,-57 5,243 5,-519 30,-33 1,-109-21,90 14,1 2,-2 1,1 2,-24 1,-3 1,-499-18,358 6,0 9,-43 11,159 2,78-11,1-1,0 0,-1 0,1 1,0-1,-1 0,1 1,0-1,0 0,-1 1,1-1,0 0,0 1,0-1,-1 1,1-1,0 1,0-1,0 0,0 1,0-1,0 1,0-1,0 1,0-1,0 0,0 1,0-1,0 1,0-1,0 1,1-1,-1 0,0 1,0-1,0 1,1-1,-1 0,0 1,1-1,-1 0,0 1,0-1,1 0,-1 0,1 1,-1-1,0 0,1 0,-1 0,1 1,-1-1,0 0,1 0,-1 0,1 0,-1 0,1 0,-1 0,0 0,1 0,-1 0,1 0,-1 0,1 0,-1 0,1-1,28 10,1-2,0-1,1-2,0-1,6-1,-13 0,373 18,64-18,-302-11,-153 6,-21 2,-143 0,-1 7,-72 15,-68 21,-136 44,374-74,79-20,58-8,0 3,2 4,27 2,-56 3,816-52,-852 54,-22 1,-649-5,371-16,90 6,-60 7,308 12,293 3,235-30,24-2,-652 27,37 0,41-1,-6 0,-8-1,1 1,0 1,-1 0,1 1,-1 0,1 2,-1 0,-15-4,0 0,-1 0,1 0,0 0,0 0,-1 0,1 1,0-1,0 0,0 0,-1 0,1 0,0 1,0-1,0 0,0 0,0 0,-1 1,1-1,0 0,0 0,0 1,0-1,0 0,0 0,0 1,0-1,0 0,0 0,0 1,0-1,0 0,0 0,0 1,0-1,0 0,0 0,0 0,0 1,0-1,1 0,-1 0,0 1,0-1,0 0,0 0,0 0,1 1,-29 2,-299 3,312-5,-89 3,1 5,-16 6,118-15,-22 6,24-6,-1 0,0 0,0 0,1 0,-1 0,0 0,0 0,1 1,-1-1,0 0,0 0,1 0,-1 0,0 0,0 0,0 0,1 1,-1-1,0 0,0 0,0 0,0 1,1-1,-1 0,0 0,0 0,0 1,0-1,0 0,0 0,0 1,0-1,0 0,0 0,0 1,1-1,-1 0,-1 0,1 1,0-1,0 0,0 0,0 1,0-1,0 0,0 0,0 1,0-1,0 0,0 0,-1 0,1 1,0-1,0 0,0 0,0 0,-1 1,1-1,0 0,0 0,-1 0,1 0,122 20,-102-19,126 4,1-7,94-16,-220 16,-28 1,-33 1,-46 5,-145 16,211-15,22 1,36 1,25-9,1-2,0-3,-1-2,39-12,-95 19,63-15,-64 11,-19 4,-224 23,215-19,91-3,58-8,-107 12,-27 1</inkml:trace>
  <inkml:trace contextRef="#ctx0" brushRef="#br0" timeOffset="22593.753">3162 5067,'82'24,"50"-7,297-18,-308 14,75-12,-86 12,50-14,-80-12,27 14,-106-1,0 0,1 0,-1 1,0-1,0 0,1 1,-1-1,0 1,0 0,0-1,0 1,0 0,0-1,0 1,0 0,0 0,0 0,0 0,0 0,-1 0,1 0,0 0,-1 1,1-1,-1 0,1 0,-1 0,0 1,1-1,-1 0,0 0,0 1,0-1,0 0,0 1,0-1,0 1,-12 54,10-46,-34 151,27-85,2 1,4-1,4 11,-1-76,-14 194,15-25,-15-71,14 119,-14-135,1 0,13-59,8-56,-5 5</inkml:trace>
  <inkml:trace contextRef="#ctx0" brushRef="#br0" timeOffset="23807.574">4471 5093,'0'-13,"0"48,16 527,-9-485,3 0,3-1,3-1,4 0,13 27,-21-72,-1 0,-1 1,-2 0,-2 1,0 0,-2 0,-2 0,-1 28,-4-204,0 103</inkml:trace>
  <inkml:trace contextRef="#ctx0" brushRef="#br0" timeOffset="26585.616">4551 5120,'27'545,"0"-68,-29-382,-4 1,-16 82,21-156,1-23,0 1,1 0,-1 0,0 0,0 0,0 0,1 0,-1 0,0 0,0 0,0 0,1 0,-1 0,0 0,0 0,1 0,-1 0,0 0,0 0,0 0,1 0,-1 0,0 0,0 0,0 0,1 0,-1 0,0 1,0-1,0 0,0 0,1 0,-1 0,0 0,0 1,0-1,0 0,0 0,0 0,1 1,-1-1,0 0,0 0,0 0,0 1,0-1,0 0,0 0,0 0,0 1,0-1,0 0,0 0,0 1,0-1,0 0,0 0,0 0,-1 1,1-1,7-12,-2-1,0 1,0-1,-1 0,-1 0,0-1,-1 1,1-11,-2 17,9-103,-4-1,-7-69,0 93,0-121,-15 306,-1 23,5 0,6 1,5-1,14 112,0-45,-13-189,0-1,1 0,-1 0,0 0,0 0,0 0,-1 0,1 0,0 1,-1-1,1 0,-1 0,0 0,0 1,1-1,-1 0,0 1,0-1,0 1,-1-1,1 1,0 0,-1-1,1 2,1 0,-1 0,1 1,0-1,-1 0,1 0,0 1,-1-1,1 0,0 1,0-1,-1 0,1 1,0-1,0 1,0-1,0 0,-1 1,1-1,0 1,0-1,0 1,0-1,0 0,0 1,0-1,0 1,0-1,0 1,0-1,1 1,-1-1,0 0,0 1,0-1,0 1,1-1,-1 0,0 1,0-1,1 0,-1 1,0-1,1 0,-1 1,0-1,1 0,-1 0,0 1,1-1,-1 0,1 0,-1 0,1 0,-1 0,0 1,1-1,-1 0,1 0,-1 0,1 0,9 0,0 1,-1-1,1-1,0 0,0 0,0-1,-1 0,1-1,-1 0,9-4,108-22,240-12,-81 27,-121 10,357-28,283 25,-499 1,138 20,-330-7,0-5,69-9,68-8,2 12,-72 3,-164-7,-16 1</inkml:trace>
  <inkml:trace contextRef="#ctx0" brushRef="#br0" timeOffset="28240.481">3148 2006,'-42'16,"41"-15,0-1,1 0,-1 1,0-1,0 1,0-1,0 1,1 0,-1-1,0 1,1 0,-1 0,0-1,1 1,-1 0,1 0,-1 0,1 0,0-1,-1 1,1 0,0 0,0 0,-1 0,1 0,0 0,0 0,0 0,0 0,0 0,0 0,1 0,-1 0,0 0,0 0,1 0,-1 0,0-1,1 1,-1 0,1 0,0 0,3 3,1 1,1-1,-1-1,0 1,1-1,0 0,-1 0,1-1,0 0,0 0,1 0,5 0,-4 1,177 38</inkml:trace>
  <inkml:trace contextRef="#ctx0" brushRef="#br0" timeOffset="29960.52">3428 6082,'14'3,"9"0,9 0,9 0,11 1,10 0,9-1,5 0,1-2,-3 0,-5 2,-10 0,-11 2,-10 0,-13 2,-12-1,-8-1</inkml:trace>
  <inkml:trace contextRef="#ctx0" brushRef="#br0" timeOffset="30273.362">4070 5923,'5'13,"5"10,9 3,5 1,6-1,1-1,1-3,-3 1,-6-3,-8 1,-10 1,-13 1,-17 4,-17 2,-16 0,-13 0,5-5</inkml:trace>
  <inkml:trace contextRef="#ctx0" brushRef="#br0" timeOffset="31084.779">3602 5962,'-167'75,"159"-72,-49 27,55-29,1 0,-1 0,1 0,-1 0,1 1,-1-1,1 0,0 1,0 0,0-1,0 1,0-1,0 1,0 0,0 0,0-1,1 1,-1 0,1 0,0 0,-1 0,1 0,0 0,0 0,0 0,0 0,1-1,-1 1,1 1,1-1,0 0,1 0,-1 0,1 0,-1 0,1-1,0 1,0-1,0 0,0 0,0 0,0 0,0-1,0 1,0-1,0 0,0 0,0 0,0 0,0 0,1-1,-1 1,1-1,6 0,-2 1,0 0,0 0,-1 1,1 0,0 0,-1 1,1 0,0 0,-1 1,0-1,0 2,0-1,6 5,116 58,-128-65,-1-1,1 1,0 0,0-1,0 1,0-1,0 1,0-1,0 0,0 1,0-1,0 0,1 0,-1 1,0-1,0 0,0 0,0 0,0 0,0-1,0 1,0 0,0 0,0-1,1 1,-1-1,0 1,0-1,-1 1,1-1,0 1,0-1,0 0,0 0,0 1,-1-1,1 0,0 0,-1 0,1 0,-1 0,1 0,-1 0,1 0,-1 0,0 0,1 0,-1 0,0 0,0 0,0 0,0 0,0-1,2-25,-1 1,-2-1,0 1,-2-1,-1 1,-2-5,-23-38,29 68,-1 1,1 0,0-1,0 1,-1-1,1 1,0-1,-1 1,1 0,-1-1,1 1,0 0,-1 0,1-1,-1 1,1 0,-1 0,1-1,-1 1,1 0,-1 0,1 0,-1 0,1 0,-1 0,1 0,-1 0,1 0,-1 0,1 0,-1 0,1 0,-1 1,1-1,-1 0,1 0,-1 0,1 1,-1-1,1 0,-1 1,1-1,0 0,-1 1,1-1,0 0,-1 1,1-1,0 1,-1-1,1 1,0-1,0 1,0-1,0 1,-1-1,1 1,0-1,0 1,0-1,0 1,0-1,0 1,0-1,0 1,-4 35,7-21</inkml:trace>
  <inkml:trace contextRef="#ctx0" brushRef="#br0" timeOffset="32269.524">3495 4251,'16'6,"1"-1,-1-1,1 0,0-1,0-1,0-1,0 0,9-1,-1 0,15 1,1-2,-1-2,0-1,0-3,2-1,-19 1,-23 7,0 0,0 0,0 0,0-1,-1 1,1 0,0 0,0 0,0 0,0-1,0 1,0 0,-1 0,1 0,0-1,0 1,0 0,0 0,0 0,0-1,0 1,0 0,0 0,0-1,0 1,0 0,0 0,0 0,0-1,0 1,1 0,-1 0,0 0,0-1,0 1,0 0,0 0,0 0,1 0,-1-1,-16 3,0 0,0 1,0 1,0 1,1 0,0 0,-7 5,11-6,0 1,0 0,0 1,0 0,1 1,0 0,1 0,0 1,0 1,0-1,1 1,1 1,-1-1,1 1,1 1,0-1,1 1,0 0,0 0,1 1,0-1,1 1,1 0,0 0,0 0,1 0,1 0,0 0,1 0,0 0,3 10,0-10,0 0,1-1,1 0,0 0,0-1,1 0,1 0,-1 0,2-1,-1 0,1-1,1 0,-1 0,1-1,1 0,-1-1,1 0,0-1,1 0,-1 0,1-1,0-1,0 0,0-1,0 0,0-1,1 0,-1-1,0-1,1 1,-1-2,5-1,-10 1,0-1,0 1,-1-2,1 1,-1-1,0 1,0-2,0 1,-1-1,0 0,1 0,-2 0,1-1,-1 0,1 0,-2 0,2-1,-3 3,0 0,0 0,0 0,-1 0,1-1,-1 1,0 0,0-1,0 1,-1-1,0 1,1-1,-2 1,1-1,0 1,-1-1,0 1,0-1,0 1,-1 0,0 0,1-1,-1 1,-1 0,1 0,-1 1,-1-4,2 5,0 0,-1-1,1 1,0 0,-1 0,1 1,-1-1,1 0,-1 1,0 0,0-1,0 1,0 0,0 1,0-1,0 0,0 1,0 0,0 0,0-1,0 2,0-1,0 0,0 1,0-1,0 1,0 0,0 0,0 0,0 1,1-1,-3 2,-3 2,0 0,0 1,1-1,0 2,0-1,0 1,1 0,0 0,1 1,-2 3,-17 34,7-1</inkml:trace>
  <inkml:trace contextRef="#ctx0" brushRef="#br0" timeOffset="41587.682">1718 5054,'3'2,"1"0,0 0,0-1,0 1,0-1,0 0,0 0,1 0,-1 0,0-1,0 0,1 0,-1 0,4-1,3 1,366-10,-101-1,88 4,-225 9,61-30,9 15,79-15,-261 28,45 1,-1-4,0-2,0-4,84-1,-67-3,-110 13,-3 0</inkml:trace>
  <inkml:trace contextRef="#ctx0" brushRef="#br0" timeOffset="42007.557">3255 4933,'35'17,"2"-1,-1-2,2-2,0-2,0-1,1-2,21 1,96 13,2-7,0-7,17-8,-169 4,-29 2,-93 0,72-5</inkml:trace>
  <inkml:trace contextRef="#ctx0" brushRef="#br0" timeOffset="42736.664">3522 5041,'-3'0,"-12"0,19 2,44 4,-1-3,1-1,35-4,-48 1,494-9,-521 10,16-1,1 2,-1 1,0 1,0 1,14 5,-38-9,0 0,0 0,0 0,0 0,0 0,-1 1,1-1,0 0,0 0,0 0,0 0,0 1,0-1,0 0,0 0,0 0,0 1,0-1,0 0,0 0,0 0,0 1,0-1,0 0,0 0,0 0,0 0,0 1,0-1,0 0,0 0,1 0,-1 0,0 1,0-1,0 0,0 0,0 0,0 0,1 0,-1 1,-23 0,22-1,-93 1,48-3,0 3,0 2,0 2,-44 10,120-11,321-18,-422 24,51-9,-5 1,45-1,-7-1,-2-1</inkml:trace>
  <inkml:trace contextRef="#ctx0" brushRef="#br0" timeOffset="48302.268">4551 7246,'7'16,"2"9,2 8,-1 5,-2 6,-3 3,-1 4,-5 4,-1 4,-4 1,1-9</inkml:trace>
  <inkml:trace contextRef="#ctx0" brushRef="#br0" timeOffset="50680.268">4458 1110,'0'11,"2"11,1 8,2 9,1 10,-2 12,-1 12,0-5</inkml:trace>
  <inkml:trace contextRef="#ctx0" brushRef="#br0" timeOffset="50939.102">4471 2727,'-4'19,"-2"14,0 9,2 8,0 8,2 5,1 5,1 3,0-11</inkml:trace>
  <inkml:trace contextRef="#ctx0" brushRef="#br0" timeOffset="51106.886">4418 3783,'0'16,"0"12,0 8,2 8,1 4,0 6,-3 10,-1-6</inkml:trace>
  <inkml:trace contextRef="#ctx0" brushRef="#br0" timeOffset="75604.095">2787 307,'-45'-109,"37"103,6 25,1-17,-21 459,21-434,-1-15,1 1,0-1,1 1,0-1,0 1,2-1,-1 0,2 1,0-1,0 0,1 0,0-1,1 1,1-1,0 0,2 3,0-9,-1 0,1-1,1 1,-1-2,0 1,1-1,0-1,0 1,0-1,0-1,0 0,0 0,0-1,0 0,1 0,-1-1,0-1,0 1,6-3,-8 3,0-1,0 0,-1 0,1 0,-1-1,1 0,-1 0,0-1,0 0,0 0,1-2,11-10</inkml:trace>
  <inkml:trace contextRef="#ctx0" brushRef="#br0" timeOffset="75873.374">2386 549,'20'0,"19"0,13 0,14-3,15-4,8-7,6-5,0-1,-7 2,-14 7,-19 5</inkml:trace>
  <inkml:trace contextRef="#ctx0" brushRef="#br0" timeOffset="76120.715">3188 949,'7'-33,"9"-36,-3 1,-3-2,0-39,-14 191,5 0,3 0,4-1,3 0,13 42,-11-77</inkml:trace>
  <inkml:trace contextRef="#ctx0" brushRef="#br0" timeOffset="76902.68">4525 0,'-7'187,"-18"84,20-219,2-29,0-8,1 0,0 1,1-1,0 0,2 1,0-1,0 0,1 0,1 1,1-2,0 1,1 0,4 8,-6-19,0 1,1-1,0 0,0 0,0-1,1 1,-1-1,1 0,0 0,0 0,0 0,0-1,0 0,0 0,1-1,-1 1,1-1,-1 0,1-1,-1 1,1-1,0 0,-1 0,1-1,-1 0,2 0,5-1,1-1,-1 0,0-1,0-1,0 0,0 0,-1-1,0 0,0-1,-1 0,1-2,16-17,-8 1</inkml:trace>
  <inkml:trace contextRef="#ctx0" brushRef="#br0" timeOffset="77155.003">4177 427,'14'0,"15"-2,20-5,16-7,16-4,12-5,9 0,-2 4,-18 5</inkml:trace>
  <inkml:trace contextRef="#ctx0" brushRef="#br0" timeOffset="77440.241">4859 468,'8'-12,"-1"1,1-1,1 2,0-1,1 1,0 1,0 0,1 0,0 1,1 0,-1 1,2 0,-1 1,1 1,0 0,0 0,8-1,-17 4,0 0,1 0,-1 0,1 1,0-1,-1 1,1 0,0 0,0 1,-1 0,1-1,0 2,0-1,0 0,0 1,-1 0,1 0,0 1,-1-1,1 1,-1 0,1 0,-1 0,0 1,0 0,0-1,0 1,-1 1,1-1,-1 1,0-1,0 1,0 0,1 1,-2 10,1 0,-2 1,0-1,-1 1,0-1,-1 1,-1-1,-1 1,0-1,-1 0,0 0,-1-1,-1 1,0-1,-1 0,-1-1,0 1,-52 104,60-117,-1 0,1-1,-1 1,1 0,-1 0,1 0,0 0,-1 0,1 0,0 0,0 0,0 0,0 0,0 0,0 0,0 0,0 0,0 0,0 0,1 0,-1 0,0 0,1 0,-1 0,1 0,-1 0,1 0,-1 0,1-1,-1 1,1 0,0 0,0-1,-1 1,1 0,0-1,0 1,0-1,0 1,0-1,-1 1,1-1,0 0,0 1,0-1,0 0,1 0,54-2,16-13,0-3,-1-3,12-9,-56 21,51-19</inkml:trace>
  <inkml:trace contextRef="#ctx0" brushRef="#br0" timeOffset="28728.77">5304 5479,'-2'-9,"-8"-19,0 0,-2 0,-1 2,-2-2,-11 1,19 28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3:58.5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1:28.8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6336 1404,'0'0</inkml:trace>
  <inkml:trace contextRef="#ctx0" brushRef="#br0" timeOffset="4917.019">5627 1177,'0'-3,"0"5,0 8,0 9,0 11,0 9,3 10,4 7,5 6,3 3,3 3,-3-11</inkml:trace>
  <inkml:trace contextRef="#ctx0" brushRef="#br0" timeOffset="8935.355">5975 0,'-5'137,"-16"77,-4 78,24-276,1 1,1-1,0 1,2-1,-1 1,5 12,-5-24,0 0,-1 0,1-1,1 1,-1-1,1 1,0-1,0 0,0 0,0 0,1 0,0-1,-1 0,1 1,0-1,1-1,-1 1,1-1,-1 1,1-1,0 0,-1-1,5 2,5-2,-1-1,1 0,0-1,-1 0,1-1,-1-1,0 0,0 0,0-2,0 0,-1 0,1-1,-1 0,-1-1,1-1,-1 1,-1-2,1 0,-1-1,17-14</inkml:trace>
  <inkml:trace contextRef="#ctx0" brushRef="#br0" timeOffset="9183.778">5735 388,'-5'-2,"3"-1,10 0,15-2,22-4,19-3,19-5,10 0,3 1,-15 5</inkml:trace>
  <inkml:trace contextRef="#ctx0" brushRef="#br0" timeOffset="9672.464">6363 522,'10'-5,"1"1,-1 1,1-1,0 2,-1-1,1 2,0-1,1 2,-1-1,0 2,0-1,8 3,-16-3,1 1,-1 0,0 0,0 0,1 1,-1-1,0 1,0 0,-1-1,1 1,0 1,-1-1,1 0,-1 1,1-1,-1 1,0 0,0-1,0 1,-1 0,1 0,-1 1,0-1,1 0,-2 0,1 1,0-1,0 0,-1 1,0-1,0 1,0 1,0 3,-1 1,0 0,0 0,-1-1,0 1,-1-1,0 1,0-1,-1 0,0 0,0-1,-2 3,-87 81,121-87,123-7,-144 3,0 1,-1 0,1 1,0-1,-1 1,1 1,-1-1,0 1,0 0,0 1,0-1,0 1,-1 0,0 1,1-1,-2 1,1 0,-1 1,1-1,2 5,-5-6,-1-1,1 0,-1 1,0-1,1 1,-2 0,1-1,0 1,-1 0,1-1,-1 1,0 0,-1 0,1-1,0 1,-1 0,0-1,0 1,0-1,0 1,-1-1,0 1,1-1,-1 0,0 0,0 0,-1 0,1 0,-1 0,-6 6,0 0,-1-1,1-1,-1 1,-1-2,0 1,0-2,-3 2,-19 8,0-3,0 0,-1-2,-31 5,27-15,37-5</inkml:trace>
  <inkml:trace contextRef="#ctx0" brushRef="#br0" timeOffset="55290.057">7820 147,'-10'50,"1"1,3 1,2-1,2 1,5 33,-3-32,0-25,1 0,1 0,1 0,2 0,1-1,4 13,-8-33,1 0,-1-1,1 1,0 0,1-1,0 0,0 0,0 0,1 0,-1-1,1 1,1-1,-1 0,1-1,0 0,0 1,0-2,0 1,1-1,0 0,-1 0,1-1,0 0,0 0,1-1,-1 0,2 0,0 0,-1-1,1 0,-1-1,1 0,-1-1,0 1,1-2,-1 1,0-1,1-1,16-8</inkml:trace>
  <inkml:trace contextRef="#ctx0" brushRef="#br0" timeOffset="55551.359">7459 481,'-9'0,"1"3,12 0,14 2,17 0,19 0,16-6,12-5,8-7,1-2,-10 1,-17 2</inkml:trace>
  <inkml:trace contextRef="#ctx0" brushRef="#br0" timeOffset="56587.612">8261 509,'-1'-1,"1"1,0 0,-1 0,1 0,-1 0,1 0,0 0,-1 0,1 0,-1 0,1 1,0-1,-1 0,1 0,0 0,-1 0,1 0,0 1,-1-1,1 0,0 0,-1 1,1-1,0 0,-1 1,1-1,0 0,0 0,-1 1,1-1,0 1,0-1,0 0,0 1,0-1,-1 0,1 1,0-1,0 1,0-1,0 0,0 1,0-1,0 1,0-1,0 0,0 1,1-1,-1 1,0-1,0 0,0 1,0-1,1 1,-2 1,-38 316,43-236,-3-79,-1-1,1 1,0-1,1 1,-1-1,0 1,1-1,-1 0,1 1,0-1,-1 0,1 0,0 0,1-1,-1 1,0 0,0-1,1 1,-1-1,1 0,-1 0,1 0,0 0,-1 0,1-1,0 1,-1-1,2 1,11-2,0 0,1-1,-1-1,0 0,0-1,0-1,-1 0,1-1,-1 0,-1-1,1-1,-1 0,0-1,-1 0,1-3,-6 8,-1-1,1 0,-1 0,-1-1,1 0,-1 0,0 0,0-1,-1 0,0 0,0 0,0 0,1-5,-39 207,27 132,10-250</inkml:trace>
  <inkml:trace contextRef="#ctx0" brushRef="#br0" timeOffset="57183.138">7780 1324,'-2'9,"-1"10,0 8,1 9,2 8,4 2,4 3,2 2,0 0,-2 0,-2-3,-2-8</inkml:trace>
  <inkml:trace contextRef="#ctx0" brushRef="#br0" timeOffset="-104678.841">2567 13931,'0'20,"0"21,-3 14,0 12,0 6,0-1,2-3,0-7,0-6,1-14</inkml:trace>
  <inkml:trace contextRef="#ctx0" brushRef="#br0" timeOffset="-104413.564">2552 15026,'-2'23,"-1"16,0 9,1-2,0-8</inkml:trace>
  <inkml:trace contextRef="#ctx0" brushRef="#br0" timeOffset="-62986.474">4063 14278,'0'21,"0"17,0 12,0 7,-2 0,-1-10</inkml:trace>
  <inkml:trace contextRef="#ctx0" brushRef="#br0" timeOffset="7592.366">5694 13810,'-4'21,"-2"13,0 7,1 5,2 0,1 2,1 0,1-2,0-7,0-7,0-9</inkml:trace>
  <inkml:trace contextRef="#ctx0" brushRef="#br0" timeOffset="7864.641">5681 14545,'2'23,"1"21,0 17,-1 11,-2 10,-2 2,-1-2,1-8,3-10,3-13,1-16</inkml:trace>
  <inkml:trace contextRef="#ctx0" brushRef="#br0" timeOffset="-104869.343">2646 12607,'-11'23,"-9"20,-2 16,1 8,5 2,5-4,10-8,8-12,8-9,4-8,-1-9</inkml:trace>
  <inkml:trace contextRef="#ctx0" brushRef="#br0" timeOffset="-63534.011">4117 12233,'0'16,"0"12,0 8,0 2,0 2,0 1,0 0,0 0,0 0,0-3,0-7</inkml:trace>
  <inkml:trace contextRef="#ctx0" brushRef="#br0" timeOffset="-63256.753">4104 13356,'2'18,"1"13,0 10,-3 10,-6 4,-2-6</inkml:trace>
  <inkml:trace contextRef="#ctx0" brushRef="#br0" timeOffset="5202.257">5707 2099,'-2'7,"-1"7,0 7,1 8,0 7,-1 7,0 8,-3 6,1 5,-2 3,1 2,1 1,1-4,4-6,7-9,1-12</inkml:trace>
  <inkml:trace contextRef="#ctx0" brushRef="#br0" timeOffset="5470.565">5654 3289,'0'13,"-3"10,0 7,1 6,-1 3,2 2,0 1,0 2,1 3,0 0,2 4,1 1,3 3,-1-10</inkml:trace>
  <inkml:trace contextRef="#ctx0" brushRef="#br0" timeOffset="5802.702">5654 4639,'-3'16,"-2"9,-1 8,1 8,-1 3,1 5,-2 4,1 4,1 4,0 5,0 3,1-2,1 0,1-5,1-13</inkml:trace>
  <inkml:trace contextRef="#ctx0" brushRef="#br0" timeOffset="6071.98">5507 6016,'0'16,"0"12,0 8,-2 7,-1 6,0 2,1 3,0 4,1 2,1 1,-1-2,1 0,1-5,-1-4,0-11</inkml:trace>
  <inkml:trace contextRef="#ctx0" brushRef="#br0" timeOffset="7330.063">5641 12687,'0'16,"-3"12,0 8,1 5,-1 4,2 2,0-1,0-1,3-4,1-2,0-2,-1-5,0-6</inkml:trace>
  <inkml:trace contextRef="#ctx0" brushRef="#br0" timeOffset="14703.132">333 7727,'-15'7,"0"2,0 0,1 0,0 1,0 1,1 0,1 1,0 1,0-1,2 2,-1 0,2 0,0 1,0 0,2 0,0 1,-1 5,-4 14,1 0,2 0,2 1,1 1,2-1,1 1,3 21,-1-43,1-1,1 1,0-1,1 1,0-1,2 0,-1 0,2 0,0 0,0-1,1 1,2 0,-7-13,0 1,0 0,0 0,0-1,0 1,1-1,-1 1,0-1,1 0,-1 1,1-1,0 0,-1 0,1 0,0 0,0 0,0-1,0 1,-1-1,1 1,0-1,0 1,0-1,0 0,0 0,0 0,0 0,0 0,0-1,0 1,0-1,0 1,0-1,0 1,0-1,-1 0,1 0,0 0,-1 0,1 0,0-1,-1 1,1 0,-1-1,0 1,0-1,2-1,10-17,0 0,-2-1,0 0,-1-1,-1-1,-1 1,-1-1,2-17,-8 36,26-94,-5-1,-5-1,-3-1,-2-73,-11 161,0-1,-1 0,-1 1,0-1,0 1,-2-1,0 1,0 0,-1 0,-1 0,0 0,-4-4,8 14,0 1,0 0,-1 0,1 1,-1-1,0 0,0 0,0 1,1-1,-1 1,-1 0,1-1,0 1,0 0,0 0,-1 0,1 1,0-1,-1 0,1 1,0 0,-1-1,1 1,-1 0,1 0,-1 1,1-1,-1 0,1 1,0-1,-1 1,1 0,0 0,0 0,-1 0,1 0,0 1,0-1,0 1,0-1,-9 10,0 1,1 0,1 1,0 0,0 0,1 1,1 0,0 0,1 1,1 0,0 0,1 0,1 1,-2 14,0-1,1 0,1 0,1 0,1 1,2-1,1 0,2 0,1 0,0 0,3 0,0-1,2-1,1 1,1-2,9 17,248 350,-254-367</inkml:trace>
  <inkml:trace contextRef="#ctx0" brushRef="#br0" timeOffset="15348.317">627 8289,'-13'423,"3"-601,9 137,1 0,2 1,2-1,2 1,1 0,3 0,3-6,-13 42,1 0,1 0,-1 0,0 0,1 0,0 1,0-1,0 1,0-1,1 1,-1 0,1 0,0 0,0 0,0 0,0 1,0-1,1 1,-1 0,1 0,0 0,-1 0,1 1,0 0,0-1,0 1,0 1,0-1,0 1,0-1,2 1,0 1,0 1,0-1,-1 1,1 1,0-1,-1 1,1-1,-1 2,0-1,0 0,0 1,-1 0,1 0,-1 1,0-1,0 1,0 0,-1 0,0 0,0 0,0 1,0-1,-1 1,0 0,0 0,0 2,0 1,0 0,0 1,-1-1,0 0,0 1,-1-1,-1 1,1-1,-2 0,1 1,-1-1,-1 0,1 0,-1 0,-1-1,-4 9,-1-4,-1-1,0 1,-1-2,0 0,-1 0,0-1,-8 5,20-15,0 0,0 0,1 0,-1 0,0 0,1 0,-1 0,0 1,0-1,1 0,-1 0,0 0,0 0,1 0,-1 0,0 1,0-1,0 0,1 0,-1 0,0 1,0-1,0 0,1 0,-1 1,0-1,0 0,0 0,0 1,0-1,0 0,0 0,0 1,0-1,0 0,0 0,0 1,0-1,0 0,0 1,0-1,0 0,0 0,0 1,0-1,0 0,0 0,0 1,0-1,-1 0,1 0,0 1,0-1,0 0,0 0,-1 1,1-1,0 0,0 0,-1 0,1 0,0 0,0 1,-1-1,1 0,31 1,-21-1,-3 0,0 0,0 1,0 0,0 0,0 0,0 1,0 0,-1 1,1 0,-1 0,0 0,1 1,-2-1,1 1,0 1,-1-1,0 1,0 0,0 1,0-1,-1 1,0-1,0 1,-1 1,1-1,-1 0,-1 1,1 0,-1-1,0 1,-1 0,0 0,0 0,0 0,-1 0,0 0,-1 7,-1-8,1 1,-2 0,1-1,-1 0,0 0,0 0,-1 0,0 0,0 0,0-1,0 0,-1 0,0 0,0-1,-1 1,1-1,-1 0,0-1,0 0,0 0,0 0,-2 0,-10 4,0 0,-1-2,0 0,0-1,0-1,0-1,-7 0,-26-8,52 6,-1-1,1 1,-1 0,1 0,0-1,-1 1,1 0,0-1,-1 1,1 0,0-1,0 1,-1 0,1-1,0 1,0-1,0 1,-1 0,1-1,0 1,0-1,0 1,0-1,0 1,0-1,0 1,0 0,0-1,0 1,0-1,0 1,0-1,1 1,-1 0,0-1,0 1,0-1,1 1,-1 0,0-1,0 1,1 0,-1-1,0 1,1 0,-1-1,0 1,1 0,-1 0,0-1,1 1,-1 0,1 0,-1 0,1 0,-1-1,0 1,1 0,0 0,17-11</inkml:trace>
  <inkml:trace contextRef="#ctx0" brushRef="#br0" timeOffset="-105492.219">2659 8263,'-2'20,"-1"14,-2 8,0 5,1 3,0 0,2 2,1 4,0 0,1-9</inkml:trace>
  <inkml:trace contextRef="#ctx0" brushRef="#br0" timeOffset="-105237.356">2619 9800,'-2'13,"-3"14,-1 9,1 6,1 2,1 0,2 0,0-3,1 0,0 0,0 1,0-1,0-8</inkml:trace>
  <inkml:trace contextRef="#ctx0" brushRef="#br0" timeOffset="-105049.857">2633 11257,'0'18,"0"15,0 12,0 6,0 4,0 2,0 0,-2-1,-1 0,0-3,0-4,1-10</inkml:trace>
  <inkml:trace contextRef="#ctx0" brushRef="#br0" timeOffset="-64268.044">4144 8089,'0'16,"0"11,0 7,0 4,2 4,1 5,0 3,-1 4,-2 5,-7 3,-1-8</inkml:trace>
  <inkml:trace contextRef="#ctx0" brushRef="#br0" timeOffset="-64000.762">4117 9412,'0'15,"0"11,0 7,0 5,0 3,2 3,1 2,0 1,-1 2,0-7</inkml:trace>
  <inkml:trace contextRef="#ctx0" brushRef="#br0" timeOffset="-63781.349">4090 10922,'-2'18,"1"11,4 7,2 4,2 3,1 2,-1 3,-1 0,-2 2,-1-9</inkml:trace>
  <inkml:trace contextRef="#ctx0" brushRef="#br0" timeOffset="6333.898">5520 7393,'0'18,"-2"11,-1 7,0 4,1 3,0 2,1 3,3 3,1-1,2-3,0-1,0-5,-2-9</inkml:trace>
  <inkml:trace contextRef="#ctx0" brushRef="#br0" timeOffset="6653.567">5601 8463,'-4'18,"-5"15,0 9,2 6,1 4,2 1,2-1,3 1,4 0,4 0,2-2,-1 0,1-1,-3 1,-1-1,-3 2,-2 1,-1-8</inkml:trace>
  <inkml:trace contextRef="#ctx0" brushRef="#br0" timeOffset="6872.981">5654 10080,'0'19,"0"14,0 11,-3 9,0 5,-2 2,-2-3,0-1,-2-2,2-3,1-3,2-2,0 0,-1-2,2-2,1-1,0 0,1-8</inkml:trace>
  <inkml:trace contextRef="#ctx0" brushRef="#br0" timeOffset="7076.442">5587 11564,'0'16,"0"12,0 10,0 6,0 2,0 0,0-1,0-1,2-2,2 0,1-2,0-2,0-8</inkml:trace>
  <inkml:trace contextRef="#ctx0" brushRef="#br0" timeOffset="17303.566">1162 8048,'42'0,"146"0,167-22,-237 10,0 6,17 5,249-38,200 31,-130-24,-377 31,211-14,-194 2,1 5,27 4,159-3,143 1,-275-7,-2-1,34 15,-110 12,-20-2,-49-3,-11-5</inkml:trace>
  <inkml:trace contextRef="#ctx0" brushRef="#br0" timeOffset="23068.201">4037 8021,'109'-10,"0"5,68 6,-145 0,427 30,-292-8,-167-23,0 0,0 0,0 1,0-1,0 0,0 1,0-1,-1 0,1 0,0 1,0-1,0 0,1 1,-1-1,0 0,0 1,0-1,0 0,0 0,0 1,0-1,0 0,0 0,1 1,-1-1,0 0,0 0,0 1,1-1,-1 0,0 0,0 0,1 0,-1 1,0-1,0 0,1 0,-1 0,0 0,0 0,1 0,-31 3,-209-14,85-1,1-8,-112-29,120 23,-2 6,0 6,-34 6,175 8,14 2,19 1,378 7,-294-10,770-12,-718 21,-298-7,-543 24,585-22,83-1,25-1,385 3,300-6,-662 2,-26 1,-18 2,-19 3,-192 10,127-14,-40 6,117-2,36 0,41-2,0-2,0-4,-1-2,60-11,-88 10,-26 1,-33 3,-3 3,15-3</inkml:trace>
  <inkml:trace contextRef="#ctx0" brushRef="#br0" timeOffset="25362.09">4571 8596,'-2'-2,"-3"-1,-1 2,-2 4,-1 1,0 0</inkml:trace>
  <inkml:trace contextRef="#ctx0" brushRef="#br0" timeOffset="28614.809">5548 7888,'-3'911,"0"-799,-5 0,-10 38,10-131,6-59,8-111,25-144,-4 60,-11-7,-14-192,27 824,-8-155,-10 58,-21-79,-33 174,28-271,6-25,35-293,0-60,-9-116,-17 341,-2 26,-3 24,-15 84,5 1,-3 99,13-125,-11 348,22-366,6-78,12-76,-22 96,1 0,-1 0,1 1,0-1,0 0,0 1,1 0,-1 0,0 0,1 0,0 0,-1 1,1 0,0 0,0 0,0 0,-1 0,1 1,0 0,0-1,0 1,0 1,0-1,1 1,7-2,456-1,665 13,-917-5,130 4,266 43,-450-25,-158-27,-5 0</inkml:trace>
  <inkml:trace contextRef="#ctx0" brushRef="#br0" timeOffset="30439.421">333 10935,'-20'10,"0"0,1 2,1 0,0 1,0 0,1 2,1 0,0 1,1 0,1 1,1 1,0 0,1 1,1 1,1 0,1 0,0 0,2 1,0 1,0 8,-7 90,14-116,0 0,0 0,1 0,0 0,-1 0,2 1,-1-1,0-1,1 1,0 0,0 0,0-1,0 1,0-1,1 1,0-1,-1 0,1 0,1 0,-1-1,0 1,0-1,1 1,0-1,-1 0,1-1,1 1,4-1,-1-1,1 0,0-1,0 0,-1 0,1-1,-1 0,1 0,-1-1,0-1,0 1,0-1,-1 0,1-1,-1 0,0 0,0 0,0-1,-1 0,0-1,0 1,-1-1,1-2,19-18,-3-2,0-1,-2 0,-1-2,-1 0,-2-1,-1 0,-2-1,-1-1,-2 0,-1-1,-2 0,-1 0,-2-1,-2 1,-1-2,-2 24,1 0,-2 1,0-1,-1 1,0-1,-1 1,-4-8,7 17,0 1,-1-1,1 1,-1-1,0 1,0 0,0 0,-1 0,1 0,-1 1,0-1,1 0,-1 1,0 0,0 0,-1 0,1 0,0 0,-1 1,1-1,-1 1,1 0,-1 0,0 0,0 1,1-1,-1 1,0 0,0 0,0 0,-6 4,0-1,0 1,0 1,1 0,-1 0,1 1,0 0,0 0,1 1,0 0,0 1,1 0,0 0,0 1,1-1,0 2,1-1,-3 6,2-5,-1 1,2 1,-1-1,2 1,0 0,0 0,1 0,0 0,1 1,1-1,0 1,0-1,1 1,1 0,0-1,1 1,1-1,-1 0,2 0,0 0,1 1,10 15,1 0,2-2,0 0,2-1,3 1,37 50,-45-55,-1 0,-1 1,-1 1,-1 0,-1 0,-2 1,0 0,-1 1,-1 0,-2 0,0 0,-1 18,-1 70,-1-93</inkml:trace>
  <inkml:trace contextRef="#ctx0" brushRef="#br0" timeOffset="30738.722">694 11431,'-4'6,"-2"6,0 0</inkml:trace>
  <inkml:trace contextRef="#ctx0" brushRef="#br0" timeOffset="20087.02">4183 5054,'-10'62,"2"0,2 0,4 0,2 1,5 22,-3-14,2 283,-17-265,5-104,13-151,-1 111,11-760,-16 565,-24 737,8-228,16-242,-8 140,6 0,11 53,-6-193,-1 1,0 1,2-1,0 0,1-1,1 1,3 6,0-60,-4-533,-2 485,2-128,9 0,27-123,-57 383,-9 61,5 2,5 0,0 88,11 12,17 141,1 46,-13-393,0-5,-1-1,1 1,0 0,0 0,-1 0,1 0,0 0,-1 0,1 0,0 0,-1 0,1 1,0-1,-1 0,1 0,0 0,0 0,-1 0,1 0,0 1,0-1,-1 0,1 0,0 0,0 1,-1-1,1 0,0 0,0 1,0-1,0 0,-1 0,1 1,0-1,-6-11</inkml:trace>
  <inkml:trace contextRef="#ctx0" brushRef="#br1" timeOffset="43521.043">2633 2406,'25'5,"-27"-5,1 0,0 0,0-1,0 1,-1 0,1 0,0 0,-1 0,1 1,0-1,0 0,0 0,-1 1,1-1,0 1,0-1,0 1,0 0,0-1,0 1,0 0,0 0,0-1,0 1,0 0,0 0,0 0,1 0,-1 0,0 0,1 1,-1-1,1 0,-1 0,1 0,0 1,0-1,-1 0,1 0,0 1,0-1,0 0,0 0,0 1,0-1,1 0,-1 0,0 0,1 1,-1-1,1 0,-1 0,1 0,-1 0,1 0,0 0,0 0,-1 0,1 0,0 0,0 0,0 0,1 0,-1-1,0 1,0-1,0 0,0 1,0-1,1 0,-1 0,0 0,0 0,0 0,0 0,1 0,-1-1,0 1,0 0,0-1,0 1,0 0,0-1,0 0,0 1,0-1,0 1,0-1,0 0,0 0,0 0,-1 1,1-1,0 0,-1 0,1 0,0 0,-1 0,1 0,-1-1,0 1,1 0,-1 0,0 0,0 0,0 0,1 0,-1-1,0 1,-1 0,1 0,0 0,0 0,0-1,-1 1,1 0,1-1,0 0,1 0,-1 0,1 0,-1 0,1 0,0 0,0 1,0-1,0 1,0 0,0-1,0 1,0 0,1 0,-1 0,0 0,1 1,-1-1,0 1,1-1,-1 1,1 0,-1 0,1 0,-1 0,1 0,-1 1,0-1,1 1,-1-1,1 1,1 1,10-1,32-1,-23-1,0 1,-1 1,1 1,-1 1,1 1,-1 1,0 1,4 2,198 86,-165-75,-1 3,-1 2,-1 3,-1 2,-2 2,5 7,247 162,-152-81,29 19,-137-111,24 14,-2 2,49 42,-89-65,-1 2,-2 0,0 1,-1 2,-1 0,-1 2,-2 0,0 1,-2 1,-2 1,0 0,-2 1,5 20,49 298,-58-286,-2 1,-4 0,-2 1,-7 55,3-78,-3 0,-1 0,-3-1,-1 0,-1-1,-3 0,-1-1,-2-1,-12 18,-17 21,3-2,-4-1,-3-3,-53 57,-119 101,217-223,0-1</inkml:trace>
  <inkml:trace contextRef="#ctx0" brushRef="#br1" timeOffset="44472.54">4370 5107,'-1'19,"-2"1,0 0,-1-1,-1 0,-6 17,2-9,-104 292,112-318,0 0,1 0,-1 0,0 0,1 0,-1 0,1 0,-1 1,1-1,-1 0,1 0,0 0,0 1,-1-1,1 0,0 0,0 0,0 1,0-1,1 0,-1 0,0 1,1-1,-1 0,0 0,1 0,-1 0,1 0,0 0,-1 0,1 0,0 0,0 0,-1 0,1 0,0 0,0 0,0-1,0 1,0 0,0-1,0 1,1-1,-1 1,0-1,0 1,0-1,0 0,1 0,-1 1,0-1,0 0,1 0,-1 0,1-1,67-41,-19 6,-37 31,-1 1,2 1,-1 0,0 0,0 1,1 1,-1 0,1 1,-1 0,2 2,47-3,-61 1,0 0,0 0,0 0,0-1,0 1,0 0,1-1,-1 1,0-1,0 1,0-1,0 1,0-1,-1 0,1 0,0 1,0-1,0 0,-1 0,1 0,0 0,-1 0,1 0,0 0,-1 0,0 0,1 0,-1 0,0 0,1 0,-1-1,0 1,0 0,0 0,0 0,0 0,0 0,0-1,-1 1,1 0,0 0,0 0,-1 0,1 0,-1-1,-22-54,21 53,-22-42,-2 2,-3 0,-25-28,29 47,24 24,1-1,0 1,-1 0,1 0,-1-1,1 1,0 0,-1 0,1 0,-1 0,1-1,-1 1,1 0,0 0,-1 0,1 0,-1 0,1 0,-1 0,1 0,-1 0,1 1,0-1,-1 0,1 0,-1 0,1 0,-1 1,1-1,0 0,-1 0,1 1,0-1,-1 0,1 0,0 1,-1-1,1 1,0-1,0 0,-1 1,1-1,0 0,0 1,0-1,-1 1,1-1,0 1,0-1,0 1,0-1,0 0,0 1,0-1,0 1,0-1,0 1,0-1,1 1,-1-1,0 0,0 1,0-1,0 1,1-1,-1 0,0 1,3 9,0 0,0-1,1 1,0-1,0 0,1 0,0-1,1 1,0-1,0 0,1-1,0 1,7 5,124 124,-203-278,48 119,16 22,1 0,0-1,-1 1,1 0,0 0,-1 0,1 0,-1 0,1 0,0 0,-1 0,1 0,-1 0,1 0,0 0,-1 0,1 0,-1 0,1 0,0 0,-1 0,1 0,0 1,-1-1,1 0,0 0,-1 0,1 1,0-1,-1 0,1 1,0-1,0 0,-1 0,1 1,0-1,0 0,0 1,-1-1,1 1,0-1,0 0,0 1,0-1,0 1,0-1,0 0,0 1,0-1,0 0,0 1,0-1,0 1,0-1,0 0,0 1,0-1,1 1,-1-1,0 1,19 63,-20-56,-5-2</inkml:trace>
  <inkml:trace contextRef="#ctx0" brushRef="#br1" timeOffset="48299.045">4050 5107,'-1'1,"0"0,0 0,0 0,0 1,0-1,0 0,0 1,0-1,1 1,-1-1,1 1,-1-1,1 1,-1 0,1-1,0 1,0-1,0 1,0 0,0-1,0 1,0-1,1 1,-1 0,0 0,1-1,-1 1,0 0,1 0,-1 0,1-1,-1 1,1 0,0 0,0-1,0 1,0-1,0 1,0-1,0 1,0-1,1 1,-1-1,0 0,1 0,-1 0,1 0,0 0,-1 0,1 0,0-1,-1 1,1 0,0-1,0 0,0 1,0-1,-1 0,1 0,0 0,0 0,0 0,0 0,-1-1,1 1,0-1,0 1,0-1,-1 1,1-1,0 0,-1 0,1 0,-1 0,1 0,1-2,-1 1,1 0,0-1,-1 1,0-1,1 1,-1-1,0 0,-1 0,1 0,0 0,-1 0,1-1,-1 1,0 0,0-1,-1 1,1-1,-1 1,1-1,-1 1,0-1,-1 1,1-1,0 1,-1-1,0 1,0 0,0-1,0 1,-1 0,1 0,-1 0,0 0,1 0,-1 0,-1 0,1 0,0 1,-1-1,1 1,-1 0,0 0,0 0,0 0,0 0,0 1,0-1,-2 0,-2 1,1 1,-1 0,0 0,1 0,-1 1,0 0,1 0,-1 0,1 1,0 0,-1 1,1-1,0 1,0 0,1 1,-1-1,1 1,-1 0,1 1,0-1,1 1,-1 0,1 0,0 0,0 1,1-1,-1 1,1 0,1 0,-1 0,1 1,0-1,0 1,1-1,-1 3,2-6,0-1,0 1,1-1,-1 1,0-1,1 0,0 1,-1-1,1 0,0 0,0 1,0-1,0 0,1 0,-1 0,1 0,-1 0,1-1,0 1,-1 0,1-1,0 1,0-1,0 0,0 1,1-1,-1 0,0 0,0-1,1 1,-1 0,0-1,1 1,0-1,85-1,-83-1,1 0,0 0,-1 0,0 0,1-1,-1 0,0 0,0 0,-1-1,1 0,-1 0,1 0,-1 0,0-1,-1 1,1-1,-1 0,0 0,0-1,-1 1,0 0,1-1,-2 0,1 1,-1-1,0 0,0 0,0 0,-1 0,0 0,0-2,-3 3,1 1,-1 0,1 0,-1 0,0 0,-1 0,1 0,-1 1,1 0,-1 0,0 0,0 0,0 0,-1 1,1 0,-1 0,1 0,-1 0,0 1,0 0,1 0,-1 0,0 1,0-1,0 1,0 0,0 1,0-1,0 1,0 0,0 0,1 0,-1 1,0 0,1 0,-1 0,1 0,0 1,-1 0,-1 2,1 1,0-1,0 1,0 0,0 0,1 1,0-1,1 1,-1 0,1 0,1 0,-1 0,1 1,0-1,1 1,0-1,0 1,1 0,0-1,0 1,0 0,1-1,1 1,0 2,-1-7,0 0,1 1,-1-1,1 0,0-1,0 1,0 0,0 0,1-1,-1 1,1-1,-1 0,1 0,0 0,0 0,0 0,0-1,0 1,0-1,0 0,1 0,-1 0,0 0,1 0,-1-1,1 0,-1 0,1 0,0 0,6 0,-1-1,0 0,1 0,-1-1,0-1,0 1,0-1,0-1,0 0,1-1,-1 0,0-1,-1 0,1 0,-1-1,0 0,-1 0,0-1,0 0,0-1,2-5,-6 11,-1 0,-1 0,1-1,0 1,-1-1,0 1,0-1,0 1,0-1,-1 0,1 1,-1-1,0 0,0 1,0-1,0 0,-1 0,0 1,0-1,0 1,0-1,0 1,-1-1,1 1,-1-1,0 1,0 0,0 0,0 0,-1 0,0 0,-4-3,0 0,0 1,0-1,-1 1,1 1,-1 0,-1 0,1 0,0 1,-1 0,0 1,0 0,1 0,-1 1,0 0,0 1,0 0,0 0,-6 2,9-2,0 1,-1 0,1 0,0 1,0 0,0 0,0 1,0-1,1 1,-1 1,1-1,0 1,0-1,0 2,0-1,0 0,1 1,0 0,0 0,1 0,-1 1,1-1,0 1,0 0,1-1,0 1,-2 6,3-8,0 0,1 1,-1-1,1 0,-1 1,1-1,1 0,-1 1,0-1,1 0,0 1,0-1,1 0,-1 0,1 0,-1 0,1 0,1 0,-1 0,0-1,1 1,0-1,0 0,0 0,0 0,0 0,1 0,-1-1,1 1,0-1,0 0,0 0,0-1,0 1,0-1,0 0,1 0,-1 0,0 0,0-1,1 0,3 0,-2 1,0-1,0 0,0 0,0-1,0 0,0 0,-1 0,1-1,0 1,-1-2,1 1,-1 0,0-1,1 0,-1 0,-1-1,1 1,0-1,-1 0,0 0,0-1,0 1,0-1,-1 0,0 0,0 0,0 0,-1-1,1 1,-1-1,-1 1,1-1,-1 0,0 0,0 0,0 0,-3 1,1 1,-1 0,1-1,-1 1,0 0,-1 0,1 0,-1 1,0-1,0 0,0 1,0 0,0 0,-1 0,1 0,-1 0,0 1,0 0,0-1,0 1,-1 1,1-1,0 1,-1 0,1 0,-1 0,1 0,-1 1,1 0,-1 0,0 0,1 0,-1 1,1 0,-1 0,1 0,0 0,-1 1,1 0,0-1,0 2,0-1,0 0,0 1,1 0,-1 0,1 0,-1 1,-2 2,1 0,0 0,1 1,-1 0,1 0,1 0,-1 0,1 1,0-1,1 1,-1 3,2-8,0-1,1 1,-1-1,1 1,-1 0,1-1,0 1,0 0,0-1,1 1,-1 0,1-1,-1 1,1 0,0-1,0 1,0-1,0 1,0-1,1 0,-1 1,1-1,-1 0,1 0,0 0,0 0,0 0,0-1,0 1,1-1,-1 1,0-1,1 0,-1 0,2 1,3-1,0 1,1-1,-1-1,0 0,1 0,-1 0,1-1,-1 0,1 0,-1-1,0 1,0-2,0 1,0-1,0 0,-1-1,1 0,-1 0,0 0,0 0,0-1,-1 0,0-1,0 1,0-1,0 0,-1 0,0 0,2-5,-5 8,-1-1,1 1,-1 0,0-1,0 1,-1 0,1-1,0 1,-1 0,0 0,0-1,0 1,0 0,-1 0,1 0,-1 0,1 0,-1 1,0-1,0 1,-1-1,1 1,0-1,-1 1,1 0,-1 0,0 0,0 1,0-1,0 1,0-1,0 1,0 0,0 0,0 0,-1 1,1-1,0 1,-1 0,1 0,0 0,0 0,-1 0,1 1,0 0,-1 0,1-1,0 2,0-1,0 0,0 1,0-1,0 1,1 0,-1 0,-1 1,2-1,-1 1,0-1,1 1,0 0,0 0,0 0,0 0,0 0,0 0,1 0,0 1,-1-1,1 1,0-1,1 1,-1-1,1 1,-1-1,1 1,0 0,1-1,-1 1,0-1,1 1,0-1,0 1,0-1,0 1,1-1,-1 0,1 1,0-1,0 0,0 0,0-1,1 1,-1 0,1-1,-1 1,1-1,0 0,0 0,0 0,3 1,1-1,0-1,0-1,1 1,-1-1,0 0,0-1,0 0,0 0,1 0,-1-1,-1 0,1 0,0-1,0 0,-1 0,0-1,1 1,-1-2,-1 1,6-5,-7 7,-1-1,1-1,-1 1,1 0,-1-1,0 0,0 0,-1 0,1 0,-1 0,0-1,0 1,0-1,0 1,-1-1,0 1,0-1,0 0,-1 0,1 0,-1 1,0-1,-1 0,1 0,-1 0,0 1,0-1,-1 0,1 1,-1-1,-1-1,1 2,0 0,0 1,0 0,-1-1,0 1,0 0,0 0,0 0,0 0,0 1,-1-1,1 1,-1 0,0 0,1 0,-1 1,0-1,0 1,0 0,0 0,0 0,-1 1,1 0,0-1,0 1,0 1,-1-1,1 1,0-1,0 1,0 0,0 1,0-1,0 1,0-1,1 1,-1 0,1 1,-1-1,1 1,0-1,-3 3,1 2,0 1,0-1,0 1,1-1,0 1,1 0,0 1,0-1,0 1,1-1,1 1,0 0,0-1,0 1,1 0,1 7,-1-14,0-1,0 1,0 0,0 0,1 0,-1-1,1 1,-1 0,1 0,-1-1,1 1,0-1,0 1,0 0,0-1,0 0,0 1,1-1,-1 0,0 1,1-1,-1 0,1 0,-1 0,1 0,-1 0,1-1,0 1,-1 0,1-1,0 1,0-1,-1 0,1 0,0 1,0-1,0 0,0 0,-1-1,1 1,0 0,69-34,-62 26,0 0,-1 0,0-1,0 0,0-1,-1 0,-1 0,0 0,4-10,-8 16,0-1,-1 1,1 0,-1-1,0 1,0-1,0 0,-1 1,0-1,0 1,0-1,0 0,-1 1,1-1,-1 0,-1 1,1 0,0-1,-1 1,0 0,0-1,-1 1,1 0,-1 1,1-1,-3-2,1 2,1 1,-1 0,1-1,-1 2,0-1,0 0,-1 1,1-1,0 1,-1 0,1 1,-1-1,0 1,0 0,1 0,-1 0,0 1,0 0,0 0,0 0,0 0,1 1,-1 0,0 0,0 0,1 1,-1-1,1 1,-1 0,1 0,0 1,-1-1,1 1,1 0,-1 0,0 1,1-1,-1 1,1-1,-2 4,1 0,-1 0,1 0,0 1,0-1,1 1,0 0,1 0,0 0,0 0,0 1,1 1,0-7,1 1,0-1,0 0,0 0,0 0,0 0,0 0,1 0,0 0,0 0,-1 0,2 0,-1 0,0 0,0-1,1 1,0 0,-1-1,1 1,0-1,0 0,1 0,-1 1,0-1,1-1,-1 1,1 0,0-1,-1 1,1-1,2 1,4 0,0-1,1 0,-1-1,1 0,-1 0,1-1,-1 0,1 0,-1-1,0-1,0 1,0-2,0 1,-1-1,1 0,-1-1,0 0,0 0,0-1,-1 0,0-1,3-2,-7 7,-1-1,1 1,-1 0,1-1,-1 0,0 1,0-1,0 0,0 0,-1 0,1 0,-1 0,0-1,0 1,0 0,0-1,-1 1,1 0,-1-1,0 1,0-1,0 1,0 0,0-1,-1 1,0-1,0 1,0 0,0-1,0 1,-1 0,1 0,-1 0,0 0,-1-2,-1 1,0 1,-1-1,1 1,-1-1,0 1,0 1,0-1,0 1,-1 0,1 0,-1 0,1 1,-1 0,1 0,-1 0,0 1,1 0,-1 0,0 0,0 1,1 0,-1 0,1 0,-1 1,1-1,-1 1,1 1,0-1,0 1,0 0,0 0,1 0,-1 1,1 0,0 0,-2 1,1 1,0 0,0 0,0 1,1-1,0 1,0 0,1 0,0 0,0 0,1 1,0-1,0 1,1-1,0 1,0 0,0 0,1 0,1-1,0 4,-1-9,1 1,0-1,0 0,0 1,0-1,0 0,0 0,1 0,-1 0,1 0,0 0,-1 0,1 0,0 0,0-1,0 1,0-1,0 0,1 0,-1 1,0-1,1-1,-1 1,1 0,-1-1,0 1,1-1,0 1,-1-1,1 0,-1 0,1-1,1 1,5-1,-1-1,0 1,0-2,0 1,0-1,0 0,-1-1,0 0,7-3,-9 4,-1 0,1 0,0 0,-1-1,0 0,0 0,0 0,0 0,0 0,-1-1,0 1,0-1,0 0,-1 0,0 0,0-1,0 1,0 0,-1-1,1-3,-3 7,0 0,0 0,0 0,0 0,0 1,0-1,0 0,-1 1,1-1,-1 1,1 0,-1-1,1 1,-1 0,0 0,0 0,0 0,0 0,1 0,-1 1,0-1,0 0,-1 1,1 0,0 0,0-1,0 1,0 0,0 0,0 1,0-1,0 0,0 1,0-1,0 1,0 0,0 0,0 0,0 0,1 0,-1 0,0 0,1 0,-1 1,0 0,-76 16,30-11,36-3,0 0,0 1,0 1,1 0,0 1,0 0,1 0,-1 1,2 1,-1-1,1 2,1-1,-1 1,2 1,-1-1,1 1,1 0,0 1,1 0,0 0,1 0,0 0,1 1,0 0,1 1,-4 16,1-1,1 2,2-1,1 0,1 1,2-1,0 0,4 10,5 17,-7-28,1-1,2 0,0 0,2-1,1 0,1 0,2-1,1 0,58 75,4-4,4-4,21 14,-66-70,17 20,4-2,1-3,3-2,3-1,7-6,2-2,1-4,2-3,62 19,392 145,-446-166,-2 3,-2 3,-1 4,24 21,-81-47,-2 1,0 0,-1 1,-1 2,-1-1,0 2,-2 0,0 1,-1 0,-2 1,0 0,-1 1,-2 0,0 1,-2 0,-1 0,0 0,-1 21,20 382,-22-408,0 1,-2 0,0-1,-1 1,-1 0,-2-1,0 0,0 1,-2-2,-1 1,0-1,-1 0,-8 12,-7-2,0-1,-3-2,0 0,-1-1,-2-2,0-1,-10 4,-107 55,142-78,0 0,0 0,1 0,-1 0,1 0,-1 1,1 0,0 0,1-1,-1 2,1-1,-1 0,1 0,1 1,-1-1,0 1,1 0,0 1,1-5,0 0,0 0,0 0,0 0,0 0,1 0,-1 0,0-1,1 1,-1 0,0 0,1 0,-1 0,1-1,0 1,-1 0,1 0,-1-1,1 1,0 0,0-1,-1 1,1-1,0 1,0-1,0 1,0-1,0 0,-1 1,1-1,0 0,0 0,0 1,0-1,0 0,0 0,0 0,0 0,0-1,0 1,0 0,0 0,0 0,0-1,8-1</inkml:trace>
  <inkml:trace contextRef="#ctx0" brushRef="#br1" timeOffset="49805.055">5935 8315,'-8'36,"-2"0,-1 0,-2-1,-1-1,-2 0,-1-1,-2-1,-1 0,-23 27,-10 20,23-14,30-64,1 0,0 0,0 0,0 0,-1 0,1 0,0-1,0 1,0 0,1-1,-1 1,0-1,0 1,0-1,0 1,0-1,1 0,-1 1,0-1,0 0,1 0,-1 0,0 0,0 0,0-1,1 1,-1 0,0 0,0-1,0 1,1-1,-1 1,0-1,0 1,0-1,0 0,0 1,1-2,4 0,10-2,0 0,1 1,0 1,0 0,-1 2,1 0,0 0,0 2,0 0,5 2,-7-1,-5 0,1 0,-1-1,0-1,1 1,-1-2,1 1,-1-1,1-1,-1 0,1-1,-1 0,0 0,0-1,3-1,-11 3,0-1,0 1,0 0,-1-1,1 1,0-1,-1 1,1-1,-1 0,0 0,1 1,-1-1,0 0,0 0,0-1,0 1,-1 0,1 0,-1 0,1 0,-1-1,0 1,1 0,-1 0,0-1,-1 1,1 0,0 0,-1 0,1-2,-29-66,24 61,-193-348,178 332,20 25,-1 0,1 0,-1-1,1 1,0 0,-1 0,1 0,-1 0,1 0,-1 0,1 0,-1 0,1 0,-1 0,1 0,0 0,-1 0,1 0,-1 0,1 1,-1-1,1 0,0 0,-1 0,1 1,0-1,-1 0,1 0,0 1,-1-1,1 0,0 1,-1-1,1 1,0-1,0 0,-1 1,1-1,0 1,0-1,0 0,0 1,0-1,0 1,-1-1,1 1,0-1,0 1,0-1,1 0,-1 1,0-1,0 1,0-1,0 1,0-1,0 0,1 1,-1-1,0 1,0-1,1 0,-1 1,2 16,1 0,0-1,1 1,1-1,1 0,0 0,1 0,1-1,0 0,1-1,1 1,10 10,29 39,3-2,56 51,-225-252,97 117,7 6,-2 0,0 1,0 1,-2 0,1 1,-10-5,26 18,-1-1,1 1,0 0,-1-1,1 1,0 0,-1-1,1 1,-1 0,1 0,0-1,-1 1,1 0,-1 0,1 0,-1 0,1 0,0-1,-1 1,1 0,-1 0,1 0,-1 0,1 0,-1 1,1-1,-1 0,1 0,-1 0,1 0,0 0,-1 1,1-1,-1 0,1 0,0 1,-1-1,1 0,0 0,-1 1,1-1,0 0,-1 1,1-1,0 1,0-1,-1 0,1 1,0-1,0 1,0-1,0 1,0-1,0 1,-1-1,1 0,0 1,0-1,0 1,1-1,-1 1,7 29,1-13,2 0,0-1,1 0,1-1,0 0,1 0,0-2,1 0,1 0,0-1,16 9,-29-20,0 1,0-1,0 1,0-1,0 0,0 0,0 0,0 0,1 0,-1 0,0 0,1-1,-1 1,0-1,1 1,-1-1,1 0,-1 0,0 0,2-1,-4 0,0-1,0 1,0-1,0 0,-1 1,1-1,-1 1,1 0,-1-1,0 1,1-1,-1 1,0 0,0-1,0 1,0 0,0 0,0 0,0 0,-1 0,1 0,0 0,0 0,-1 1,1-1,-2 0,2 0,-4-3,1 1,-1 0,0 0,-1 0,1 1,0-1,-1 1,1 1,-1-1,0 1,0 0,1 0,-1 1,0-1,0 1,0 1,0-1,0 1,1 0,-1 0,0 1,-2 1,-13 4,0 0,0 2,1 1,0 1,1 0,0 1,-2 4,15-7,27-19,42-38,36-20,-99 68,0 0,0 0,0 1,0-1,0 0,-1 0,1 1,0-1,0 0,0 0,0 1,0-1,0 0,0 1,0-1,0 0,0 0,0 1,0-1,0 0,0 0,0 1,0-1,0 0,0 0,0 1,1-1,-1 0,0 0,0 1,0-1,0 0,0 0,1 0,-1 1,0-1,0 0,0 0,1 0,-1 0,0 1,0-1,1 0,-1 0,0 0,0 0,1 0,-1 0,0 0,1 0,-1 0,0 0,0 0,1 0,-1 0,0 0,0 0,1 0,-1 0,0 0,0 0,1 0,-1 0,0 0,0-1,1 1,-1 0,-11 21,-109 116,225-245,-105 108,0 0,0 0,0 1,0-1,0 0,1 0,-1 1,0-1,0 0,0 0,0 0,0 1,0-1,0 0,0 0,1 0,-1 1,0-1,0 0,0 0,0 0,1 0,-1 0,0 0,0 1,0-1,1 0,-1 0,0 0,0 0,1 0,-1 0,0 0,0 0,0 0,1 0,-1 0,0 0,0 0,1 0,-1 0,0 0,0 0,0 0,1 0,-1 0,0-1,0 1,0 0,1 0,-1 0,0 0,0 0,0-1,-9 21,-5 0,-1-1,0-1,-2-1,0 0,0-1,-2-1,-19 13,0-4</inkml:trace>
  <inkml:trace contextRef="#ctx0" brushRef="#br0" timeOffset="57443.488">7726 2299,'0'14,"0"11,0 6,0 5,3 2,0 0,2 0,2 1,1 2,-2 2,-1-1,-2-6</inkml:trace>
  <inkml:trace contextRef="#ctx0" brushRef="#br0" timeOffset="57707.294">7753 3329,'0'18,"0"13,0 6,0 3,0 0,0-1,0-2,0-3,0 0,0-2,-3-1,0-2,1 2,-1-1,2-5</inkml:trace>
  <inkml:trace contextRef="#ctx0" brushRef="#br0" timeOffset="57964.608">7739 4291,'0'18,"-2"16,-1 10,-2 7,0 2,0 1,2-2,1-3,1-3,0-2,1-3,0 0,0-3,1-2,-3-2,-1-6</inkml:trace>
  <inkml:trace contextRef="#ctx0" brushRef="#br0" timeOffset="58150.111">7673 5589,'0'15,"0"16,0 10,0 6,0 1,0-1,0-1,0-4,2-4,3-5,1-3,0-6</inkml:trace>
  <inkml:trace contextRef="#ctx0" brushRef="#br0" timeOffset="58316.664">7726 6711,'0'19,"0"14,0 11,3 8,0 3,2-1,2 0,1-2,0-4,0-3,-2 0,-2-8</inkml:trace>
  <inkml:trace contextRef="#ctx0" brushRef="#br0" timeOffset="58497.933">7780 7928,'2'18,"1"18,0 13,1 11,1 5,1 2,3-2,1-3,-1-3,0-2,-1-2,-2-10</inkml:trace>
  <inkml:trace contextRef="#ctx0" brushRef="#br0" timeOffset="58670.501">7847 9385,'0'21,"0"15,0 11,0 7,0 3,0-2,2-3,1-3,0-4,-1-2,0-9</inkml:trace>
  <inkml:trace contextRef="#ctx0" brushRef="#br0" timeOffset="58950.751">7793 10495,'-2'22,"-3"20,-1 16,1 11,1 8,1 2,2 2,0-2,3-6,3-3,3-5,3-4,2-1,-2 1,-3-11</inkml:trace>
  <inkml:trace contextRef="#ctx0" brushRef="#br0" timeOffset="58951.751">7860 12032,'0'23,"0"16,0 13,0 7,0 2,0 1,0-3,0-3,2-4,4-5,0-6,-1-9</inkml:trace>
  <inkml:trace contextRef="#ctx0" brushRef="#br0" timeOffset="59219.076">7833 13369,'-2'20,"-1"17,0 12,1 8,0 0,4-2,0-6,1-12</inkml:trace>
  <inkml:trace contextRef="#ctx0" brushRef="#br0" timeOffset="59220.076">7793 14318,'-4'23,"-5"18,0 17,2 9,1 3,2-2,4-1,7-3,4-3,0-12</inkml:trace>
  <inkml:trace contextRef="#ctx0" brushRef="#br0" timeOffset="60930.854">6604 3061,'-1'-2,"1"0,-1 0,1-1,-1 1,0 0,0 0,0 0,0 0,0 0,0 0,-1 0,1 0,0 1,-1-1,0 0,1 1,-1 0,0-1,0 1,0 0,0 0,0 0,0 0,0 0,0 0,-1 0,50 12,58-3,0-6,9-4,-71 1,694-41,-644 35,779-96,-503 53,512-24,-665 60,-200 13,751-63,-673 53,1 4,35 5,-109 7,-33 8,3-9</inkml:trace>
  <inkml:trace contextRef="#ctx0" brushRef="#br0" timeOffset="62101.219">8220 6149,'1'0,"0"-1,0 0,0 0,0 0,0 1,0-1,0 0,0 1,0-1,0 1,0-1,1 1,-1 0,0 0,0-1,0 1,1 0,-1 0,0 0,0 0,0 0,1 0,-1 1,0-1,0 0,0 0,0 1,1-1,-1 1,1-1,199 27,459-14,285 19,482-44,-543 25,-920-12,4-1</inkml:trace>
  <inkml:trace contextRef="#ctx0" brushRef="#br0" timeOffset="63033.085">8422 9492,'35'2,"0"-2,0-1,0-2,0-1,5-3,31-3,244-14,1 15,47 14,11 0,1482-41,-1607 37,-264-1,-6 0</inkml:trace>
  <inkml:trace contextRef="#ctx0" brushRef="#br0" timeOffset="68708.615">962 11377,'-12'59,"1"-74,4 9,-1 0,1 0,-2 1,1 0,0 1,-1-1,0 2,0-1,0 1,0 1,-1 0,1 0,-1 1,1 0,-1 0,1 1,-1 1,0-1,1 2,-1-1,1 1,-5 2,5-1,1 0,-1 1,1 0,0 1,0 0,0 0,1 0,0 1,0 0,0 0,1 1,0 0,0 0,1 1,0-1,0 1,1 0,0 0,0 1,1-1,0 1,0 1,-2 8,0 1,2-1,0 1,2 0,-1 0,2 0,1 0,0 0,2 0,1 6,-3-17,1 1,0-1,1 0,-1 0,2 0,-1-1,1 1,0-1,0 0,1 0,0 0,1 0,-1-1,1 0,0 0,1-1,-1 1,1-2,0 1,0-1,1 0,-1 0,1-1,0 0,0 0,0-1,0 0,1 0,-1-1,0 0,1-1,0 0,24-3,0-2,0-2,0 0,-1-3,-1 0,1-2,-2-2,15-8,16-7</inkml:trace>
  <inkml:trace contextRef="#ctx0" brushRef="#br0" timeOffset="75850.035">1443 11123,'-127'0,"403"-8,32-11,145-16,-123 16,1 7,183 3,-2 4,-304-9,224 0,-202 7,184-11,-164 18,-134-14,293 15,-268-15,68 0,-21 22,88-1,-170-9,655 2,-759 0,0 0,-1 0,1 0,0 0,-1 0,1 1,0-1,-1 0,1 1,-1-1,1 1,-1-1,1 1,-1 0,1 0,-1 0,0 0,1 0,-1 0,0 0,0 0,0 0,0 0,0 1,0-1,0 0,0 1,0-1,-1 1,1-1,0 1,-1-1,0 1,1 0,-1-1,0 1,0 0,0-1,0 1,0-1,0 1,0 0,0-1,-1 1,1-1,-1 1,0 0,-13 100,2 68,3-29,-10 394,20-788,12-12,-13 256,8-61,-4-1,-4 1,-2-1,-3 1,-6-20,11 89,-4-14,1 18,1 67,4-1,3 1,4 12,-1-13,21 251,-13 117,-17-152,1-281,0-1,0 0,0 1,0-1,0 1,1-1,-1 0,1 1,0-1,0 0,0 0,1 1,-1-1,1 0,-1 0,1 0,0-1,0 1,1 0,-1-1,0 0,1 1,-1-1,1 0,0 0,0 0,0-1,0 1,0-1,0 1,0-1,1 0,-1 0,0-1,1 1,-1-1,1 1,-1-1,0 0,122-23,396 21,164-15,-392 6,144 20,-306-3,-139-18,-9 0</inkml:trace>
  <inkml:trace contextRef="#ctx0" brushRef="#br0" timeOffset="76959.611">6389 11431,'1'0,"-1"-1,0 1,0 0,0 0,1 0,-1 0,0 0,0 0,0 0,0-1,1 1,-1 0,0 0,0 0,0 0,0-1,0 1,0 0,1 0,-1 0,0-1,0 1,0 0,0 0,0 0,0-1,0 1,0 0,0 0,0 0,0-1,0 1,0 0,0 0,0-1,0 1,0 0,0 0,-1 0,1-1,0 1,0 0,0 0,0 0,0 0,0-1,-1 1,1 0,0 0,0 0,0 0,0 0,-1 0,1-1,0 1,0 0,24-2,-21 2,549-2,-529 3,-48 15,9-10,1 1,-1 0,1 1,1 1,0 0,0 1,1 1,0 0,0 1,2 0,-1 1,2 0,0 1,0 0,1 1,1-1,0 2,1-1,1 1,1 0,0 0,1 1,0 2,1-3,2 1,-1-1,2 0,0 1,1-1,1 0,0 0,2 0,-1 0,2 0,0 0,1-1,2 3,-3-8,0-1,0 0,1-1,0 1,1-1,-1 0,2-1,-1 0,1 0,0 0,1-1,-1 0,1-1,0 0,1 0,-1-1,1 0,0-1,0 0,0 0,3-1,-2-1,0 0,-1 0,1-1,0-1,0 0,0-1,-1 0,1 0,0-1,-1-1,0 1,0-2,0 1,-1-2,1 1,-1-1,0 0,-1-1,0 0,0-1,0 1,-1-2,0 1,0-1,-1 0,0 0,-1 0,0-1,-1 0,0 0,3-10,-6 15,0 1,0 0,-1-1,1 1,-1 0,0-1,0 1,-1 0,1-1,-1 1,0 0,0 0,0-1,-1 1,1 0,-1 0,0 0,0 1,-1-1,1 0,-1 1,1 0,-1-1,0 1,-1 0,1 0,0 1,-1-1,0 1,1 0,-1 0,0 0,0 0,-1 0,-5 0,1-1,-1 1,0 1,0 0,0 0,1 1,-1 1,0-1,0 1,0 1,0 0,1 0,-1 1,1 0,0 1,0 0,-4 3,-7 3,0 2,0 1,1 0,1 1,0 1,-14 17,-4 10,10-5</inkml:trace>
  <inkml:trace contextRef="#ctx0" brushRef="#br0" timeOffset="77964.322">4638 8516,'-53'6,"53"-6,0 0,0 0,1 0,-1 0,0 0,0 0,0 1,1-1,-1 0,0 0,0 0,0 0,1 1,-1-1,0 0,0 0,0 0,0 1,0-1,0 0,1 0,-1 1,0-1,0 0,0 0,0 1,0-1,0 0,0 0,0 1,0-1,0 0,0 0,0 1,0-1,0 0,0 0,-1 1,1-1,0 0,0 0,0 0,0 1,0-1,0 0,-1 0,1 0,0 1,0-1,0 0,-1 0,1 0,0 0,0 1,0-1,-1 0,1 0,0 0,0 0,-1 0,1 0,0 0,0 0,-1 0,1 0,22 9,21-2,1-2,-1-2,1-2,0-1,1-3,131-7,-176 10,0 0,0 0,0 1,-1-1,1 0,0 0,0 0,0 0,0 1,0-1,0 0,0 0,0 0,0 1,0-1,0 0,0 0,0 0,0 1,0-1,0 0,0 0,0 0,0 0,0 1,0-1,0 0,1 0,-1 0,0 1,0-1,0 0,0 0,0 0,0 0,1 0,-1 1,0-1,0 0,0 0,0 0,0 0,1 0,-1 0,0 0,0 0,0 0,1 0,-1 0,0 0,0 0,0 0,1 0,-21 13,18-12,-25 14,9-7,0 0,0 2,1 0,1 1,-1 1,2 0,0 1,0 1,1 0,1 1,0 0,1 1,1 1,1 0,0 1,5-7,1-1,0 1,1 0,0 0,1 0,0 0,1 1,0-1,1 1,0-1,1 0,0 1,1-1,0 0,1 0,0 0,1 0,0 0,1-1,0 0,0 0,1 0,0-1,1 1,0-1,1-1,0 0,0 0,0 0,1-1,3 2,-1-3,1 0,0 0,0-1,0-1,0 0,1 0,-1-2,1 1,0-2,0 1,0-2,0 0,0 0,0-1,-1-1,1 0,0-1,-1 0,1-1,-1 0,0-1,7-4,-15 6,0 0,0 0,0 0,0-1,-1 1,1-1,-1 0,0 0,-1 0,1 0,0-1,-1 1,0-1,0 1,-1-1,1 0,-1 0,0 0,0 0,-1 0,1 0,-1 1,0-1,-1 0,1 0,-1 0,0 0,0 0,0 0,-1 0,0 1,0-1,0 1,0-1,-1 1,1 0,-1 0,0 0,-1 0,1 0,-1 1,1 0,-1-1,0 1,0 1,-1-1,1 1,-4-2,0 1,-1 0,1 1,0 0,-1 0,1 1,-1 0,1 1,-1 0,1 0,-1 1,0 0,1 1,0-1,-1 2,1-1,0 1,0 0,0 1,1 0,-1 0,1 1,-6 4,-7 6,0 2,2 0,0 0,0 2,2 0,0 2,0 1,-17 28</inkml:trace>
  <inkml:trace contextRef="#ctx0" brushRef="#br0" timeOffset="79353.483">3074 6230,'0'0,"0"-1,0 1,0 0,0-1,0 1,0-1,0 1,0-1,0 1,0-1,0 1,0 0,1-1,-1 1,0-1,0 1,0 0,1-1,-1 1,0-1,1 1,-1 0,0 0,1-1,-1 1,0 0,1-1,-1 1,1 0,-1 0,0 0,1 0,-1-1,1 1,-1 0,1 0,-1 0,0 0,1 0,-1 0,1 0,-1 0,1 0,-1 0,1 0,-1 1,1-1,-1 0,0 0,1 0,-1 0,2 0,251-6,-116-2,-171 22,20-11,0 1,0 0,1 1,-1 1,1 0,1 0,-1 2,1-1,0 1,1 1,0 0,0 1,1 0,0 1,1 0,0 0,1 1,1 0,-1 1,2-1,-3 9,5-12,1 0,0 0,1 1,0-1,1 1,0 0,0-1,1 1,0 0,1-1,0 1,1 0,0-1,0 0,1 1,0-1,1 0,0 0,0-1,1 1,0-1,0 0,1 0,0 0,1-1,-1 0,2-1,-1 1,2 0,1-2,0-1,1 0,0 0,0-1,0-1,0 0,1 0,-1-1,0 0,1-1,-1 0,0-1,1-1,-1 0,0 0,0-1,0 0,0-1,-1 0,1-1,-1 0,0 0,-1-1,1-1,-1 0,0 0,-1-1,0 0,0 0,0-1,-5 7,-1-1,1 1,-1 0,0-1,0 1,0-1,0 1,0-1,-1 0,1 0,-1 0,0 0,0 0,0 0,0 0,0-1,-1 1,0 0,1 0,-1-1,0 1,0 0,-1 0,1 0,-1-1,0 1,0 0,0 0,0 0,0 0,-1 0,1 0,-1 0,0 1,1-1,-2 0,1 1,0 0,0-1,-1 1,1 0,-1 0,0 0,-1 0,-4 0,-1 1,1 0,-1 0,0 1,0 0,1 1,-1-1,0 2,1-1,-1 1,1 1,-1-1,1 2,0-1,0 1,1 0,-1 0,1 1,0 0,0 1,0 0,-4 4,-13 12,2 1,0 0,1 2,-7 12,-23 35</inkml:trace>
  <inkml:trace contextRef="#ctx0" brushRef="#br0" timeOffset="80801.108">3007 8623,'115'18,"157"28,-214-36,-58-10,0 0,-1 0,1 0,0 0,0 0,0 0,0 0,-1 0,1 0,0 0,0 0,0 0,0 1,0-1,-1 0,1 0,0 0,0 0,0 0,0 1,0-1,0 0,0 0,0 0,0 0,-1 0,1 1,0-1,0 0,0 0,0 0,0 0,0 1,0-1,0 0,0 0,0 0,0 1,0-1,0 0,1 0,-1 0,0 0,-26 4,21-4,-8 2,0 0,0 0,0 1,1 0,-1 1,1 1,0 0,0 1,1 0,0 1,0 0,0 0,1 1,0 1,0 0,1 0,1 1,-1 0,1 0,1 1,0 0,1 1,0-1,0 1,-2 9,5-11,-1 1,1-1,1 0,0 1,1 0,0 0,0-1,1 1,1 0,-1 0,2 0,0-1,0 1,1-1,0 1,1-1,0 0,0 0,1-1,0 1,1-1,0 0,1-1,0 1,0-1,1 0,3 1,0 0,1-1,0 0,0-1,1-1,0 0,0 0,1-1,-1-1,1 0,0-1,12 1,-17-3,-1 0,0-1,1 0,-1-1,0 1,1-2,-1 1,0-1,0 0,0-1,0 0,0 0,-1-1,0 0,1 0,-1-1,-1 0,1 0,-1 0,0-1,0 0,2-3,-2 1,0-1,-1 1,0-1,-1 0,1 0,-2 0,1-1,-2 1,1-1,-1 0,0 0,-1 0,0-1,-1 7,0-1,0 1,0 0,-1 0,1 0,-1 0,0-1,0 1,0 0,-1 0,1 1,-1-1,0 0,0 0,0 1,-1 0,1-1,-1 1,0 0,0 0,0 0,0 0,0 1,-1 0,1-1,-1 1,0 0,0 1,0-1,1 1,-1-1,-2 1,-1 0,-1 0,1 0,0 1,-1 0,1 0,-1 1,1-1,0 2,-1-1,1 1,0 0,0 1,0 0,0 0,1 0,-1 1,1 0,0 0,-3 4,-4 2,0 1,1 0,1 1,0 1,0 0,1 0,1 1,-3 5,-23 56,9-3</inkml:trace>
  <inkml:trace contextRef="#ctx0" brushRef="#br0" timeOffset="81767.521">2940 11538,'-1'-1,"0"1,0 0,1 1,-1-1,1 0,-1 0,1 0,-1 0,0 1,1-1,-1 0,1 0,-1 0,1 0,-1-1,0 1,1 0,-1 0,1 0,-1 0,1-1,-1 1,0 0,1 0,-1-1,1 1,-1 0,1-1,0 1,-1-1,1 1,-1-1,1 1,0-1,-1 1,1-1,0 1,0-1,-1 1,1-1,0 1,0-1,0 1,0-1,0 0,-1 1,1-1,0 1,1-1,-1 0,0 1,0-1,0 1,0-1,0 1,0-1,1 0,-1 1,0-1,0 1,1-1,-1 0,131-6,-88 7,-18 0,18-2,-1 3,1 1,0 1,-1 3,0 2,33 10,-46-2,-29-16,1 0,-1 1,0-1,1 0,-1 1,0-1,0 0,0 1,1-1,-1 1,0-1,0 0,0 1,0-1,0 1,0-1,0 0,0 1,0-1,0 1,0-1,0 0,0 1,0-1,0 1,0-1,0 0,-1 1,1-1,0 1,0-1,0 0,-1 1,1-1,0 0,0 1,-1-1,1 0,0 0,-1 1,1-1,0 0,-1 0,1 0,0 1,-1-1,1 0,-1 0,1 0,0 0,-1 0,1 0,-1 0,1 0,-1 0,1 0,0 0,-1 0,1 0,-1 0,1 0,0 0,-1 0,1 0,-1-1,1 1,0 0,-1 0,1 0,-1-1,-180-5,171 6,-1 1,1-1,-1 1,1 1,-1 0,1 1,0 0,0 0,0 1,1 0,-1 1,1 0,0 1,0 0,0 0,1 1,0 0,1 0,-1 1,2 0,-1 0,1 0,0 1,0 0,1 1,0 1,-1 4,1 0,0 1,2-1,0 1,0-1,2 1,0 0,0 0,2 0,0 0,0 0,2-1,0 1,1 0,0-1,2 0,-1 0,2-1,0 0,1 0,0 0,1-1,3 4,-2-8,-1-1,1-1,1 0,-1 0,1-1,0 0,1-1,-1 0,1-1,0-1,0 0,0 0,0-1,1 0,-1-1,1-1,-1 0,1-1,4-1,0 1,-1-2,1 0,-1-1,0 0,-1-2,1 1,-1-2,0 0,0-1,-1-1,0 0,-1-1,0 0,5-5,-15 12,1 0,0 0,-1 0,0-1,0 1,0-1,0 1,0-1,-1 0,0 0,1-1,-2 1,1 0,0-1,-1 1,0-1,0 1,0-1,-1 1,1-1,-1 0,0 1,-1-1,1 0,-1 1,0-1,0 0,0 1,0 0,-1-1,0 0,-5 0,-1 0,1 0,-1 0,0 1,0 1,0-1,0 1,0 1,-1-1,0 2,1-1,-1 1,0 0,0 1,1 0,-1 0,0 1,0 0,1 1,-1 0,0 0,-1 1,-6 1,0 0,0 0,0 1,0 2,1-1,0 2,1 0,-1 0,2 1,-1 1,1 1,1 0,0 0,-6 8,16-17,0 0,1 1,-1-1,1 0,0 1,-1-1,1 1,0 0,0-1,1 1,-1 0,0 0,1-1,0 1,0 0,0 0,0 0,0 0,0-1,1 1,-1 0,1 0,0-1,0 1,0 0,0-1,0 1,1-1,-1 1,1-1,-1 0,1 0,0 0,0 1,0-2,0 1,0 0,1 0,-1-1,1 1,-1-1,1 0,37 22</inkml:trace>
  <inkml:trace contextRef="#ctx0" brushRef="#br0" timeOffset="82540.531">4638 11431,'-10'0,"25"1,3 0,220 10,9-11,-407 34,134-28,0 0,1 2,0 1,0 1,1 1,0 1,1 1,0 1,1 1,1 1,0 1,-13 14,26-18,1 0,1 1,0-1,1 1,1 0,0 0,1 0,0 1,1 0,1-1,0 1,1 0,0-1,2 1,0 0,0-1,1 1,1-1,0 0,1 0,1-1,0 1,3 3,-3-7,0 0,1 0,1 0,0-1,0-1,1 1,-1-1,2 0,-1-1,1 0,1-1,-1 0,1-1,0 0,0 0,0-1,1-1,-1 0,1 0,0-1,0-1,0 0,0 0,0-2,6 0,15 0,-1-1,1-2,-1-1,0-2,-1-1,0-2,0-1,-1-1,6-4,18-21,-53 36,0 0,0 1,0-1,0 0,0 0,0-1,0 1,0 0,-1 0,1 0,0 0,-1-1,1 1,-1 0,1-1,-1 1,0 0,0-1,1 1,-1 0,0-1,0 1,0-1,0 1,-1 0,1-1,0 1,-1 0,1-1,-1 1,1 0,-1-1,1 1,-1 0,0 0,0 0,1 0,-1 0,0 0,0 0,0 0,-1-1,-6-2,0-1,0 1,-1 1,1-1,-1 1,0 1,0 0,0 0,0 1,0 0,0 0,0 1,-1 0,1 1,0 0,-11-1,0 1,1 1,-1 0,1 2,0 0,0 1,0 1,1 1,0 1,0 0,0 1,1 1,1 1,0 0,0 1,-10 11,23-19,0-1,0 1,1 1,-1-1,1 0,0 1,0-1,0 1,0 0,1-1,0 1,0 0,0 0,1 0,0 0,0 0,0 4,8 30</inkml:trace>
  <inkml:trace contextRef="#ctx0" brushRef="#br1" timeOffset="95140.063">5533 8209,'-1'0,"0"0,-1 1,1-1,-1 0,1 1,0-1,-1 1,1-1,0 1,-1 0,1 0,0-1,0 1,0 0,0 0,0 0,0 0,0 0,0 1,0-1,0 0,1 0,-1 0,0 1,1-1,-1 0,1 1,-1-1,1 1,0-1,0 1,0-1,-1 0,1 1,1-1,-1 1,0-1,0 1,0-1,1 0,-1 1,1-1,-1 1,1-1,0 0,-1 0,1 1,0-1,0 0,0 0,0 0,0 0,0 0,0 0,0 0,0 0,1 0,0 0,0 0,0 0,0 0,0 0,0 0,1-1,-1 1,0 0,0-1,1 0,-1 0,0 1,0-1,1-1,-1 1,0 0,0 0,1-1,-1 0,0 1,0-1,0 0,0 0,0 0,0 0,0 0,0-1,0 1,0 0,0-1,-1 0,1 1,-1-1,1 0,-1 0,0 0,0 0,0 0,0 0,0 0,0 0,0 0,-1 0,1-1,-1 1,0 0,1-1,-1 1,0-1,-3-1,0 0,0 1,0 0,-1 0,1 0,-1 0,0 0,0 1,0-1,0 1,0 0,0 0,0 1,-1-1,1 1,-1 0,1 0,-1 1,1-1,-1 1,0 0,1 0,-1 0,1 1,-1 0,1 0,-1 0,-3 2,5-2,1 0,0 0,-1 0,1 0,0 1,0-1,0 1,0-1,0 1,0 0,0 0,0 0,1 0,-1 0,1 1,0-1,-1 0,1 1,0-1,0 0,1 1,-1 0,0-1,1 1,0-1,-1 1,1 0,0-1,0 1,1-1,-1 1,1 0,-1-1,1 1,0-1,0 1,0-1,0 0,0 1,0-1,1 0,-1 0,1 0,-1 0,1 0,0 0,0 0,0 0,0-1,0 1,1-1,0 1,5 2,-1-1,1 0,0-1,0 1,1-1,-1-1,0 0,1 0,-1-1,1 1,-1-2,0 1,7-2,-13 1,0 0,1-1,-1 1,0 0,0-1,0 1,0-1,0 0,0 1,0-1,0 0,-1 0,1 0,-1 0,1-1,-1 1,0 0,0-1,0 1,0-1,0 1,-1-1,1 1,-1-1,0 1,0-1,1 1,-2-1,1 0,0 1,0-1,-1 1,0-1,1 1,-1-1,0 1,0 0,0-1,-1 1,1 0,0 0,-1-1,0 1,1 1,-1-1,0 0,0 0,0 1,0-1,0 1,0-1,-1 1,1 0,0 0,-1 0,1 0,-1 0,0 0,0-1,0 1,0 0,-1 0,1 0,0 0,0 1,-1-1,1 1,-1 0,1 0,0 0,-1 0,1 1,0-1,-1 1,1 0,0 0,0 0,0 0,0 1,0-1,0 1,0 0,0 0,0 0,1 0,-1 0,1 1,0-1,0 1,-1-1,2 1,-1 0,0 0,0 0,1 0,0 0,0 0,0 1,0-1,0 0,0 0,1 1,0 1,0-2,0-1,0 1,1 0,-1-1,1 1,-1 0,1-1,0 1,0-1,1 1,-1-1,0 1,1-1,-1 0,1 0,0 0,0 0,0 0,0 0,0-1,0 1,0 0,1-1,-1 0,0 1,1-1,-1 0,1 0,0-1,-1 1,1-1,0 1,-1-1,1 0,1 0,5 1,-1 0,0-1,1-1,-1 1,0-1,1-1,-1 1,0-2,0 1,0-1,2-1,-7 3,0 0,0 0,0 0,0-1,0 0,-1 1,1-1,0 0,-1 0,1 0,-1 0,0-1,0 1,0-1,0 1,0-1,0 0,-1 0,1 0,-1 0,0 0,0 0,0 0,0 0,0 0,-1-1,0 1,1 0,-1 0,0-1,-1 1,1 0,-1 0,1 0,-1-1,0 1,0 0,0 0,0 0,-1-1,-2 0,0-1,0 1,0 0,-1 0,1 0,-1 1,0 0,0 0,0 0,0 0,-1 1,1 0,-1 0,1 0,-1 1,0 0,0 0,1 0,-1 1,0-1,0 2,0-1,-2 1,6 0,-1-1,1 1,-1 0,1 0,-1 1,1-1,0 0,-1 1,1-1,0 1,0 0,0 0,0 0,1 0,-1 0,0 0,1 0,0 1,-1-1,1 1,0-1,0 1,0-1,1 1,-1-1,0 1,1 0,0-1,0 1,0 0,0 0,0-1,0 1,1 0,-1-1,1 1,0-1,0 1,0-1,0 1,0-1,0 1,1-1,-1 0,1 0,0 0,-1 0,1 0,0 0,0 0,0 0,1-1,0 1,3 0,1 0,0-1,-1 0,1 0,0-1,0 1,0-1,0-1,-1 0,1 0,0 0,0 0,-1-1,1-1,-1 1,0-1,1 0,-1 0,-1 0,1-1,0 0,-1-1,0 1,0-1,0 0,-4 4,0-1,0 0,0 1,0-1,0 0,0 0,0 1,-1-1,1 0,-1 0,0 0,1 0,-1 0,0 0,0 0,0 1,0-1,-1 0,1 0,0 0,-1 0,1 0,-1 0,0 1,0-1,0 0,0 0,0 1,0-1,0 1,0-1,0 1,-1-1,1 1,-1 0,1 0,-1 0,1 0,-2-1,0 0,-1 0,1 0,0 1,0 0,-1-1,1 1,-1 0,1 0,-1 1,0-1,1 1,-1 0,1 0,-1 0,0 0,1 0,-1 1,1 0,-1 0,1 0,-1 0,-38 40,41-40,0 0,0 0,0 1,0-1,1 0,-1 0,0 1,1-1,-1 1,1-1,-1 0,1 1,0-1,0 1,0-1,-1 1,1-1,1 1,-1-1,0 1,0-1,0 1,1-1,-1 0,1 1,-1-1,1 1,0-1,-1 0,1 0,0 1,0-1,0 0,0 0,0 0,0 0,1 1,2-1,0 0,0 1,0-1,0-1,0 1,0-1,0 1,0-1,0 0,0-1,0 1,0-1,1 0,-1 0,-1 0,1 0,0-1,0 1,0-1,-1 0,1 0,-1 0,1-1,-1 0,0 1,1-2,-4 3,0 1,1-1,-1 1,0-1,0 1,0-1,1 1,-1-1,0 1,0-1,0 0,0 1,0-1,0 1,0-1,0 1,0-1,0 1,-1-1,1 0,0 1,0-1,0 1,-1-1,1 1,0-1,-1 1,1-1,0 1,-1 0,1-1,-1 1,1 0,0-1,-1 1,1 0,-1-1,1 1,-1 0,1 0,-1-1,0 1,1 0,-1 0,1 0,-1 0,1 0,-1 0,1 0,-1 0,0 0,0 0,-16-9,17 8,0 0,-1 0,1 1,-1-1,1 0,-1 1,1-1,-1 0,1 1,-1-1,0 1,1-1,-1 1,0-1,0 1,1-1,-1 1,0 0,0 0,0-1,1 1,-1 0,0 0,0 0,0 0,0 0,1 0,-1 0,0 0,0 0,0 0,0 0,1 0,-1 1,0-1,0 0,0 1,1-1,-1 1,0-1,0 1,1-1,-1 1,1-1,-1 1,0-1,1 1,-1 0,1 0,-1-1,1 1,0 0,-1 0,1-1,0 1,-1 0,1 0,0 0,0-1,0 1,0 0,0 0,0 0,0 1,-6 56,6-57,0 1,0-1,1 1,-1-1,0 1,1-1,-1 1,1-1,-1 0,1 1,0-1,0 0,0 1,0-1,0 0,0 0,0 0,0 0,0 0,0 0,0 0,1 0,-1 0,0-1,1 1,-1-1,1 1,-1-1,1 1,-1-1,1 0,-1 1,1-1,-1 0,1 0,0 0,1-1,1 0,0-1,-1 1,1-1,-1 1,0-1,1 0,-1-1,0 1,0 0,0-1,-1 0,1 1,-1-1,1 0,-1 0,0-1,0 1,0 0,-1-1,1 1,-1-1,0 1,0-1,0 0,0 0,-1 1,1-1,-1 0,0 0,0 0,-1 1,1-1,-1 0,0 0,0-2,-1 3,1 0,-1 0,1 0,-1 0,0 0,-1 1,1-1,0 1,-1-1,1 1,-1 0,0 0,1 0,-1 0,0 0,0 1,-1-1,1 1,0 0,0 0,-1 0,1 0,0 1,-1-1,1 1,-1 0,1 0,-1 0,1 0,0 1,-1 0,1-1,-1 1,1 0,0 1,0-1,0 0,0 1,0 0,0 0,0 0,0 0,1 0,-1 0,1 1,-2 1,1-1,0 1,-1-1,2 1,-1 0,0 0,1 0,0 1,-1-1,2 0,-1 1,1-1,-1 1,1 0,0-1,1 1,-1 0,1-1,0 1,0 0,1 0,-1 0,1-1,0 1,1 3,2-5,-1-2,1 1,0 0,0-1,-1 0,1 1,0-2,0 1,0 0,0-1,0 0,1 0,-1 0,0 0,0-1,0 1,0-1,0 0,-1 0,1-1,0 1,0-1,-1 0,1 0,-1 0,1 0,-1-1,0 1,0-1,2-2,-2 3,0 0,0 0,-1 0,1 0,-1-1,1 1,-1-1,0 1,0-1,0 0,0 0,-1 0,1 0,-1 0,0 0,1 0,-2 0,1 0,0-1,-1 1,1 0,-1-1,0 1,0-1,0 1,0 0,-1-1,0 1,1 0,-1 0,0-1,-1 1,1 0,-1 0,1 0,-1 0,0 0,0 1,0-1,0 1,0-1,-1 1,1 0,-1-1,0 1,1 1,-4-3,0 3,-1 1,1-1,-1 1,0 0,1 0,-1 1,1 0,-1 0,1 1,-1 0,1 0,0 0,0 1,0 0,0 0,0 0,1 1,0 0,-1 0,1 0,1 1,-1-1,1 1,-1 0,2 1,-1-1,0 1,1 0,-2 4,5-10,-1 1,1 0,-1 0,1 0,0 0,-1 0,1 0,0 0,0 0,-1 0,1 0,0 0,0 0,0 0,0 0,1 0,-1 1,0-1,0 0,1 0,-1 0,0-1,1 1,-1 0,1 0,-1 0,1 0,0 0,-1 0,1-1,0 1,-1 0,1-1,0 1,0 0,0-1,0 1,0-1,0 1,0-1,0 0,0 1,0-1,0 0,0 0,50 3,-43-4,1 0,-1-1,1 0,-1 0,0-1,0 0,0 0,0-1,0 0,-1-1,0 0,0 0,0 0,0-1,-1 1,0-2,-5 6,0 0,0 0,-1 0,1 0,-1 0,1 0,-1-1,1 1,-1 0,1 0,-1 0,0-1,0 1,0 0,0 0,0-1,0 1,0 0,0 0,0-1,-1 1,1 0,0 0,-1 0,1-1,-1 1,1 0,-1 0,0 0,1 0,-1 0,0 0,0 0,0 0,0 0,0 1,0-1,0 0,0 0,0 1,0-1,0 1,0-1,0 1,-1-1,1 1,-1 0,-60-12,60 11,1 1,-1 0,0-1,0 1,0 0,1 0,-1 0,0 0,0 0,1 0,-1 1,0-1,0 1,1-1,-1 1,0 0,1-1,-1 1,1 0,-1 0,1 0,-1 0,1 1,0-1,-1 0,1 0,0 1,0-1,0 1,0-1,0 1,0-1,1 1,-1 1,37 13,-66-5,-116 49,139-53,-1-1,1 1,1 1,-1-1,1 1,1 0,0 0,0 1,0-1,1 1,0 0,0 2,-6 13,-8 16,2 1,2 0,2 1,2 1,1-1,3 2,1-1,2 1,2 11,5 279,2-300,0 1,3-1,0-1,3 1,0-2,2 0,2 0,1-2,12 17,2 12,4-1,2-1,2-2,3-2,2-2,2-2,2-2,3-2,12 6,38 11,3-6,62 24,44 4,4-10,172 36,-105-32,-221-61,202 61,81 43,-284-96,-2 3,-1 2,-2 2,-1 3,-1 2,-3 2,0 3,8 13,-14-13,-3 2,-1 2,4 12,-31-41,0 1,-2 0,0 0,-1 1,-1 0,-1 1,-1 0,-1 0,0 0,1 21,-5-33,-1-1,0 1,0-1,-1 1,1-1,-2 1,1-1,-1 0,-1 1,1-1,-1 0,0 0,-1-1,1 1,-1-1,-1 0,1 0,-1 0,0 0,-1-1,1 0,-1 0,0 0,0-1,0 0,-1 0,0-1,-2 2,-18 5,-1-1,0-1,0-1,0-2,-1 0,0-2,-9-1,-86 13,54-3,66-13,4-2</inkml:trace>
  <inkml:trace contextRef="#ctx0" brushRef="#br1" timeOffset="96420.281">8342 11510,'-22'10,"0"0,1 1,0 1,1 0,0 2,1 1,1 0,0 1,-11 14,5-7,-163 153,185-176,1 1,0-1,0 1,0 0,-1-1,1 1,0 0,0 0,0 0,0 0,0 0,0 0,1 0,-1 0,0 0,0 0,1 1,-1-1,1 0,-1 0,1 1,0-1,-1 0,1 1,0-1,0 0,0 1,0-1,0 1,0-1,0 0,0 1,1-1,-1 0,0 1,1-1,0 0,-1 0,1 1,-1-1,1 0,0 0,0 0,0 0,0 0,0 0,0 0,0 0,0 0,0-1,0 1,0 0,1-1,-1 1,16 0,-1 0,1-1,0-1,-1-1,1 0,-1-1,12-4,16-2,-30 5,0 1,1 0,-1 1,1 1,-1 0,1 1,0 1,-1 0,1 1,0 0,-1 1,0 1,0 1,7 2,73 42,-92-50,1 0,-1 1,0-1,0-1,0 1,0 0,0 0,0-1,0 1,-1-1,1 0,0 1,-1-1,1 0,-1 0,0 0,0 0,1 0,-1 0,-1 0,1 0,0-1,0 1,-1 0,1-1,-1 1,0 0,0-1,0 1,0 0,0-1,0 1,-1 0,1-1,-1 1,-1-10,-1 0,-1 1,0 0,0-1,-1 2,0-1,-1 0,-1 1,1 0,-1 0,-1 1,0 0,1 0,-116-138,110 135,37 51,-16-26,1-2,0 0,-1 1,-1 0,0 1,0 0,-1 0,-1 0,-1 1,0-1,0 1,0 7,-4-18,0-1,0 1,0 0,0 0,-1-1,1 1,-1 0,0-1,0 1,0-1,0 1,0-1,0 1,-1-1,1 0,-1 0,0 1,0-1,1 0,-1-1,-1 1,1 0,0 0,0-1,0 0,-1 1,1-1,-1 0,1 0,-1 0,0 0,1-1,-1 1,0-1,-1 1,-1-1,1 1,-1-1,0 0,0 0,0 0,0-1,0 0,1 0,-1 0,0 0,0-1,1 0,-1 0,1 0,0 0,0-1,0 1,0-1,-2-3,4 5,0 0,0 0,1-1,-1 1,1 0,-1-1,1 0,0 1,0-1,0 0,0 0,0 1,0-1,0 0,0 0,1 0,-1 0,1 0,-1 0,1 0,0 0,0-1,0 1,0 0,0 0,1 0,-1 0,0 0,1 0,0 0,-1 0,1 0,0 0,0 1,0-1,0 0,0 0,1 1,-1-1,1 1,-1-1,1 1,0-1,4-1,1 0,0 1,-1 0,1 1,0 0,0 0,0 0,-1 0,1 1,0 1,0-1,3 1,-10-1,0 0,-1 0,1 0,0 1,0-1,-1 0,1 0,0 0,0 0,-1 0,1 0,0 0,0 1,-1-1,1 0,0 0,0 0,0 1,-1-1,1 0,0 0,0 0,0 1,0-1,-1 0,1 0,0 1,0-1,0 0,0 0,0 1,0-1,0 0,0 1,0-1,0 0,0 0,0 1,0-1,0 0,0 0,0 1,0-1,0 0,1 1,-1-1,0 0,0 0,0 0,0 1,0-1,1 0,-1 0,0 1,0-1,0 0,1 0,-29 10,-163 32,190-42,1-1,-1 1,1 0,-1 0,1 0,-1 0,1 0,-1 0,1 0,-1 0,1 0,-1 0,1 0,-1 0,1 1,-1-1,1 0,-1 0,1 0,-1 1,1-1,-1 0,1 1,0-1,-1 0,1 1,-1-1,1 0,0 1,0-1,-1 1,1-1,0 1,0-1,-1 1,1-1,0 0,0 1,0 0,0-1,0 1,0-1,0 1,0-1,0 1,0-1,0 1,0-1,0 1,0-1,0 1,29 8,4-9,-1-1,0-2,0-1,0-2,0-1,17-6,-25 2,-174 53,100-26,81-14,118-24,-167 21,8 0,-1-1,1 2,-1 0,0 0,1 1,-1 0,1 1,-11 2,17-1</inkml:trace>
  <inkml:trace contextRef="#ctx0" brushRef="#br1" timeOffset="104306.862">9518 281,'-16'56,"-9"104,12 213,12-321,8 102,-6-149,0 0,1-1,0 1,-1-1,2 1,-1-1,0 0,1 0,0 0,0 0,0-1,0 1,1-1,-1 0,1 0,0 0,0 0,0 0,0-1,0 0,1 0,-1 0,1-1,-1 1,1-1,0 0,0 0,-1-1,1 1,0-1,15 1,0-1,0-1,-1 0,1-2,-1 0,16-5,68-31,-82 24</inkml:trace>
  <inkml:trace contextRef="#ctx0" brushRef="#br1" timeOffset="105801.079">9986 803,'2'-5,"1"1,2 8,3 8,4 11,7 10,7 7,15 12,24 19,2-4,-10-11,-17-14,-21-15,-38-15,-27-13,-16-9,2-2</inkml:trace>
  <inkml:trace contextRef="#ctx0" brushRef="#br1" timeOffset="106068.893">10093 762,'2'-2,"6"-1,10-2,11-3,17-2,13-4,14-1,8-2,-11 4</inkml:trace>
  <inkml:trace contextRef="#ctx0" brushRef="#br1" timeOffset="106864.872">9130 682,'0'-2,"2"-1,6-2,7-1,12-1,16-4,19-4,22-5,22-6,17-2,11-2,-17 5</inkml:trace>
  <inkml:trace contextRef="#ctx0" brushRef="#br0" timeOffset="111051.331">9598 1724,'-2'14,"-1"9,0 7,0 6,4 5,3 6,4 5,2 3,2 7,-1 3,-2 4,-5 5,-4-11</inkml:trace>
  <inkml:trace contextRef="#ctx0" brushRef="#br0" timeOffset="111305.674">9638 2941,'-2'14,"-1"11,-2 8,-1 3,2 3,0 3,2 1,1 1,2 1,2 1,3 0,0 1,-2-2,0-9</inkml:trace>
  <inkml:trace contextRef="#ctx0" brushRef="#br0" timeOffset="111500.153">9464 4345,'-2'16,"-1"9,3 4,3 1,3-1,1-2,-1-1,-1-3,-2-6</inkml:trace>
  <inkml:trace contextRef="#ctx0" brushRef="#br0" timeOffset="111747.489">9544 5280,'0'16,"0"15,0 10,-2 8,-1 5,0 2,1 1,0-3,1-4,1-3,0-3,0-4,0-3,0-2,0-4,-2-1,-1-7</inkml:trace>
  <inkml:trace contextRef="#ctx0" brushRef="#br0" timeOffset="112019.864">9557 6645,'0'13,"0"14,0 10,0 6,3 4,2 0,3-1,3-1,1-2,-1-1,0-4,-2-7</inkml:trace>
  <inkml:trace contextRef="#ctx0" brushRef="#br0" timeOffset="112286.151">9705 7901,'-5'13,"-1"15,-2 11,0 5,2 3,2-1,1 0,4-2,1-2,1 0,0-2,-1 3,-1-7</inkml:trace>
  <inkml:trace contextRef="#ctx0" brushRef="#br0" timeOffset="112516.537">9692 9225,'0'18,"0"17,0 13,0 6,0 3,0 4,0 0,0-1,0-3,0-6,2-2,1-2,2-3,0 1,0-8</inkml:trace>
  <inkml:trace contextRef="#ctx0" brushRef="#br0" timeOffset="112776.351">9758 10548,'0'16,"0"17,-2 11,-1 8,-2 3,0 1,0-2,1-2,2-4,1-2,3-3,3-2,3-1,3 2,-1 1,-2-8</inkml:trace>
  <inkml:trace contextRef="#ctx0" brushRef="#br0" timeOffset="112777.351">9812 11832,'0'20,"0"19,0 13,0 10,0 5,-2 5,-1 0,0-1,1-4,2-4,5-4,2-5,1-2,1-4,-1-10</inkml:trace>
  <inkml:trace contextRef="#ctx0" brushRef="#br0" timeOffset="112932.453">9851 13289,'0'20,"-2"19,-1 11,-2 9,-2 3,-3 0,1-1,2-4,2-5,1-7,3-6,0-8,1-10</inkml:trace>
  <inkml:trace contextRef="#ctx0" brushRef="#br0" timeOffset="113143.882">9772 14251,'-5'18,"-1"16,-2 12,0 8,2 5,2 2,1 1,4-4,4-4,5-8,6-6,5-6,0-7,-2-7</inkml:trace>
  <inkml:trace contextRef="#ctx0" brushRef="#br0" timeOffset="114491.608">10132 12379,'33'8,"185"9,878 13,-477-23,710 71,-1248-74,-81-4,0 0,0-1,0 1,0 0,0-1,0 1,0 0,0-1,0 1,0 0,0-1,0 1,0 0,0 0,0-1,0 1,0 0,0-1,0 1,0 0,0-1,1 1,-1 0,0 0,0-1,0 1,1 0,-1 0,0-1,0 1,1 0,-1 0,0 0,0-1,1 1,-1 0,0 0,1 0,-1 0,0 0,0 0,1 0,-1 0,0-1,1 1,-1 0,0 0,1 1,-1-1,0 0,1 0,-1 0,0 0,1 0,-1 0,0 0,0 0,1 1,-1-1,0 0,1 0,-26-8,-1 7,0 1</inkml:trace>
  <inkml:trace contextRef="#ctx0" brushRef="#br0" timeOffset="116195.632">333 13837,'-17'8,"0"1,0 1,1 1,0 0,1 1,0 1,1 0,1 1,0 1,1 0,0 0,1 1,-6 14,-1-5,2 1,2 1,0 0,2 1,0 1,2 0,2 0,0 1,2-1,1 2,1 6,4-32,-1 1,1 0,0-1,1 1,-1 0,1-1,0 1,0-1,1 1,0-1,0 0,0 1,1-1,-1 0,1 0,0-1,1 1,-1-1,1 1,0-1,0 0,0-1,1 1,-1-1,1 0,0 0,0 0,0 0,0-1,3 1,3-2,0-1,0 0,0-1,1 0,-2-1,1 0,0-1,0 0,-1-1,1 0,-1 0,0-1,-1-1,1 1,-1-2,0 1,0-1,-1-1,0 1,0-1,-1-1,0 1,-1-1,2-3,14-22,-1-2,-1 0,-2-1,-2-1,-1-1,-2 0,-2-1,-2 0,-1-1,-2 0,-2 0,-1-9,0 32,-1 0,-1 0,0-1,-1 1,-1 0,-1 0,-1 0,0 0,-1 0,-1 0,-1 1,0 0,-1 0,-1 1,-9-14,14 26,-1 0,0 1,0-1,0 1,0 0,-1 0,1 0,-1 1,0-1,1 1,-1 0,0 1,-1-1,1 1,0 0,0 0,0 1,-1-1,1 1,0 0,-1 1,1-1,0 1,0 0,0 0,-3 2,-3 1,-1 0,1 1,0 1,0 0,0 0,1 1,0 0,0 1,1 0,-8 9,6-4,0 1,0 0,1 0,1 1,0 0,2 1,-1 0,2 0,0 1,1 0,1 0,0 0,2 0,0 1,0-1,2 1,0-1,1 1,1-1,0 1,2-1,0 0,1 0,0-1,1 1,8 13,8 6,1-1,1-2,2 0,2-1,1-2,1-1,13 8,-2 0,-2 2,-1 1,26 39,-54-65,-1 0,-1 1,0 0,-1 0,-1 1,0-1,-1 2,-1-1,-1 0,0 1,-1 0,1 40</inkml:trace>
  <inkml:trace contextRef="#ctx0" brushRef="#br0" timeOffset="118024.324">949 14384,'0'413,"-1"-458,-2 2,-2-1,-1 0,-11-34,-55-155,66 211,6 21,0 1,1 0,-1-1,0 1,0-1,0 1,1-1,-1 1,0 0,0-1,1 1,-1 0,0-1,1 1,-1 0,0 0,1-1,-1 1,0 0,1 0,-1-1,1 1,-1 0,1 0,-1 0,0 0,1 0,-1 0,1 0,-1 0,1 0,-1 0,1 0,-1 0,0 0,1 0,-1 0,1 0,-1 0,1 1,-1-1,0 0,1 0,-1 0,1 1,-1-1,0 0,1 1,-1-1,0 0,1 1,-1-1,0 0,0 1,1-1,-1 1,0-1,0 0,0 1,0 0,34 26,-2 1,-2 2,18 22,-30-33,-6-6,16 14,0 2,-2 1,-2 1,0 1,-3 1,0 1,-2 1,-2 1,5 14,-20-43,-1-1,1 1,-1 0,0 0,0 0,-1 0,0 0,0-1,0 1,-1 0,0 0,-1 0,0 0,0-1,0 1,-1-1,0 1,0-1,0 0,-1 0,0 0,0-1,0 0,-5 5,-12 8,0-1,-1-2,-1 0,0-1,-1-1,0-1,-1-1,0-2,-1 0,0-2,0-1,-1 0,-3-2,-48-3,77-1,0 0,1 0,-1 0,1-1,-1 1,1 0,-1-1,1 1,-1 0,1-1,-1 1,1 0,0-1,-1 1,1-1,-1 1,1-1,0 1,0-1,-1 1,1-1,0 1,0-1,-1 1,1-1,0 1,0-1,0 0,0 1,0-1,0 1,0-1,0 0,0 1,0-1,0 1,0-1,1 1,-1-1,0 1,0-1,1 1,-1-1,0 1,1-1,-1 1,0-1,1 1,-1-1,1 1,-1 0,0-1,1 1,-1 0,1-1,-1 1,1 0,17-17</inkml:trace>
  <inkml:trace contextRef="#ctx0" brushRef="#br0" timeOffset="122009.372">1577 13917,'691'-1,"-438"-18,-156 9,1 4,82 6,137 2,250-9,-354 8,162-17,147-6,-38-7,-31 15,112 1,346-28,-436 25,-72 5,-41-1,94 4,-7 2,-279 7,-2 0,-165-1,0 2,-1-1,1 0,0 1,0-1,-1 1,1 0,-1-1,1 1,-1 1,0-1,0 0,0 0,0 1,0 0,0-1,-1 1,1 0,-1-1,0 1,0 0,0 0,0 0,0 0,-1 0,1 1,-1-1,0 0,0 0,0 0,0 0,-1 1,2-3,6 216,15 64,-22 211,10-392,-7-133,2-510,15-37,-19 516,-52 441,47-352,-24 169,9 1,8 1,10 70,10-164,-1-117,3-106,-4 0,-7-51,0 86,-6-232,3 301,1 26,0 29,27 510,-24-502,2 0,2 0,2 0,1 0,3-1,2-1,4 5,-15-42,1 0,0 0,0 0,1-1,0 1,0-1,0 0,1 0,0-1,0 1,0-1,1 0,0 0,0-1,0 0,1 0,-1 0,1-1,0 0,0 0,0-1,0 0,0 0,1 0,-1-1,4 0,20-1,0-2,1-1,-1-1,0-2,12-4,24-4,133-11,0 8,1 9,90 12,-191-3,278 8,0 16,-2 17,124 39,-484-77,-9-2,-13-4,-79-35,46 18</inkml:trace>
  <inkml:trace contextRef="#ctx0" brushRef="#br1" timeOffset="131871.118">7874 11283,'-2'-2,"-1"1,1-1,-1 1,1-1,-1 1,1 0,-1 0,0 0,1 0,-1 1,0-1,0 1,0-1,0 1,1 0,-1 0,0 0,0 1,0-1,0 1,1 0,-1-1,0 1,0 0,1 1,-1-1,1 0,-1 1,1-1,0 1,0 0,-1 0,1 0,0 0,0 0,1 0,-1 1,0-1,1 1,-1 1,1-3,0 0,1 0,-1 0,0 0,1-1,-1 1,1 0,0 0,-1 0,1 0,0 0,0 1,-1-1,1 0,0 0,0 0,0 0,0 0,0 0,1 0,-1 0,0 0,0 0,1 0,-1 0,1 0,-1 0,1 0,-1 0,1 0,-1 0,1 0,0-1,-1 1,1 0,0 0,0-1,0 1,0-1,0 1,-1-1,1 1,0-1,0 1,0-1,0 0,0 1,0-1,1 0,-1 0,0 0,0 0,0 0,0 0,0 0,0 0,0 0,0-1,0 1,0 0,0-1,0 1,0-1,0 1,3-3,-1 1,0 0,0-1,0 0,0 0,0 0,0 0,-1 0,0 0,1-1,-1 1,-1-1,1 0,1-3,-2 5,-1 1,1-1,0 1,-1-1,0 0,1 0,-1 1,0-1,0 0,0 1,0-1,0 0,0 0,0 1,-1-1,1 0,-1 1,1-1,-1 0,0 1,1-1,-1 1,0-1,0 1,0-1,0 1,0 0,-1-1,1 1,0 0,-1 0,1 0,-1 0,1 0,-1 0,-5-2,0 1,0 0,0 0,0 1,-1 0,1 0,0 0,-1 1,1 0,0 1,-1 0,1 0,0 0,0 1,-5 2,8-3,1 0,0 0,-1 0,1 1,0 0,0-1,0 1,0 0,0 1,0-1,0 1,1-1,-1 1,1 0,0-1,0 1,0 1,0-1,0 0,1 0,-1 1,1-1,0 0,0 1,0 0,1-1,-1 1,1-1,0 1,0 0,0-1,0 1,1-1,0-1,-1 1,1-1,0 0,0 1,1-1,-1 0,0 0,1 0,-1 0,1 0,0 0,0 0,0-1,-1 1,2 0,-1-1,0 0,0 1,0-1,1 0,-1 0,0 0,1-1,-1 1,1-1,-1 1,1-1,72-1,-72 0,0-1,0 1,0-1,0 0,0 0,0 0,0 0,0 0,-1-1,1 1,-1-1,0 0,0 1,0-1,0 0,0 0,0-1,-1 1,0 0,0 0,0-1,0 1,0-1,0 1,-1-1,0 1,0-1,0 1,0-1,0 1,-1-1,1 1,-1-1,0 1,0 0,0-1,-1 1,1 0,-1 0,0 0,0 0,0 0,0 0,0 1,-1-1,1 1,-1-1,0 1,1 0,-4-2,4 3,0 0,1 1,-1-1,0 0,1 1,-1-1,0 1,0 0,0-1,1 1,-1 0,0 0,0 0,0 1,0-1,1 0,-1 1,0-1,0 1,0-1,1 1,-1 0,1 0,-1 0,0 0,1 0,-1 0,1 0,0 0,-1 1,1-1,0 0,0 1,0-1,0 1,0 0,0-1,0 1,0 1,-21 70,22-71,0 0,0 0,0 0,0 0,0 1,0-1,0 0,1 0,-1 0,1 0,0 0,0 0,-1 0,1-1,0 1,0 0,1 0,-1-1,0 1,1 0,-1-1,1 0,-1 1,1-1,0 0,-1 0,1 1,0-1,0-1,0 1,0 0,0 0,0-1,0 1,0-1,0 0,0 0,0 1,0-1,0 0,0-1,0 1,0 0,1-1,-1 1,0-1,0 1,-1-1,1 0,0 0,0 0,0 0,0 0,-1-1,1 1,1-2,-1 1,1 0,-1 0,0-1,0 1,0-1,0 0,0 1,0-1,-1 0,1 0,-1 0,0 0,0-1,0 1,0 0,-1 0,1-1,-1 1,0 0,0-1,0 1,0 0,-1-1,1 1,-1 0,0 0,0-1,0 1,0 0,0 0,-1 0,0 0,1 0,-1 1,0-1,0 1,-1-1,1 1,0-1,-1 1,0 0,1 0,-1 1,0-1,0 0,-1 0,-10 1,-1-1,1 2,-1 0,1 0,-1 2,1 0,0 0,-1 1,1 1,1 1,-1-1,1 2,-11 6,6-1,1 2,1 1,0 0,1 0,0 2,1 0,1 1,0 0,1 1,2 0,-1 1,2 0,1 0,0 1,-1 8,-7 12,1 1,2 1,2 0,2 0,2 1,2 0,0 17,2-23,1-1,2 1,2-1,1 1,2-1,1 0,2 0,2-1,1 0,11 23,-1-18,1 0,3-2,1 0,1-2,3-1,0-1,2-2,2-1,1-1,12 5,16 6,3-3,0-3,3-2,1-4,0-3,15 1,98 21,164 21,391 90,-30 15,-600-148,97 24,64 30,-216-63,0 2,-2 2,0 3,-2 1,0 3,16 14,-59-37,1 0,-1 0,-1 1,1-1,-1 1,0 0,0 1,-1-1,1 1,-1 0,-1 0,0 1,0-1,0 1,-1-1,0 1,0 0,-1 0,0-1,0 1,-1 0,-1 7,-1 14,-1 0,-2 0,-1 0,-1-1,-2 0,0-1,-2 0,-5 9,8-22,0-1,-1 0,0 0,-1-1,0 0,-1-1,-1 0,1-1,-2 0,1-1,-1 0,-1-1,1-1,-2 0,1-1,-2 0,-38 13,0-4,-1-1,-47 4,47-8,-136 27,-93 34,207-39,74-26,4-3</inkml:trace>
  <inkml:trace contextRef="#ctx0" brushRef="#br1" timeOffset="132385.201">10293 14264,'-43'20,"2"2,0 2,1 2,1 1,2 2,1 1,1 2,-4 8,9-3,30-37,-1 1,1 0,0 0,0 0,-1 0,1 0,0 0,0-1,0 1,0 0,0 0,0 0,0 0,0 0,0 0,0 0,1 0,-1 0,0-1,1 1,-1 0,0 0,1 0,-1 0,1-1,0 1,-1 0,1-1,-1 1,1 0,0-1,0 1,-1-1,1 1,0-1,0 1,0-1,-1 0,1 1,0-1,0 0,0 0,0 1,0-1,0 0,0 0,0 0,143 17,-67-12,-60-3,-1 1,0 0,1 1,-1 0,-1 2,1 0,-1 0,0 2,14 8,-29-15,1 0,0-1,-1 1,1 0,0 0,0-1,0 1,-1-1,1 1,0-1,0 1,0-1,0 1,0-1,0 0,0 1,0-1,0 0,0 0,0 0,0 0,0 0,0 0,0 0,0 0,0 0,0 0,0-1,0 1,0 0,0-1,0 1,0-1,-1 1,1-1,0 1,0-1,0 0,-1 1,1-1,0 0,0 0,-1 1,1-1,-1 0,1 0,-1 0,1 0,-1 0,0 0,1 0,-1 0,0 0,0 0,0 0,1 0,-1 0,1-14,-1 0,0 0,-1 0,-1 0,0 0,-1 0,-1 0,0 1,-1-1,0 1,-1 0,-2 0,1-4,3 8,2 2,0 1,-1 0,0-1,-1 1,0 0,0 1,0-1,-1 1,0-1,0 1,-1 1,-3-4,-9-1</inkml:trace>
  <inkml:trace contextRef="#ctx0" brushRef="#br1" timeOffset="139357.972">4050 14920,'2'14,"3"11,4 8,-1 7,1 7,-1 4,-2-7</inkml:trace>
  <inkml:trace contextRef="#ctx0" brushRef="#br2" timeOffset="152148.739">1884 14706,'0'0,"0"1,0-1,0 0,0 1,-1-1,1 0,0 1,0-1,-1 0,1 1,0-1,0 0,-1 1,1-1,0 0,-1 0,1 0,0 1,-1-1,1 0,-1 0,1 0,0 0,-1 0,1 1,-1-1,1 0,0 0,-1 0,1 0,-1 0,1 0,-1 0,1-1,0 1,-1 0,1 0,0 0,-1 0,1 0,-1-1,1 1,0 0,-1 0,1-1,0 1,-1 0,1-1,0 1,0 0,-1 0,1-1,0 1,0-1,0 1,-1 0,1-1,0 1,0-1,-1-28,11-20,2 0,2 1,2 0,4-2,-14 34,12-22,-14 43,-10 97,5 3,4-1,8 32,-2-25,-3-30</inkml:trace>
  <inkml:trace contextRef="#ctx0" brushRef="#br2" timeOffset="153214.455">1751 11818,'1'-75,"2"1,5 0,2 0,3 1,11-26,-14 69,-3 28,-6 21,-19 290,17 13,3-235</inkml:trace>
  <inkml:trace contextRef="#ctx0" brushRef="#br2" timeOffset="154021.851">1818 8971,'20'-280,"-18"213,-2-1,-8-60,3 99,1 31,2 101,23 533,-19-516</inkml:trace>
  <inkml:trace contextRef="#ctx0" brushRef="#br2" timeOffset="154902.036">1670 5668,'43'-139,"-32"91,10-35,-3-1,-4-1,-4-1,-3-19,0 276,7-1,8 0,29 101,-23-135</inkml:trace>
  <inkml:trace contextRef="#ctx0" brushRef="#br2" timeOffset="155978.668">3288 14759,'3'-20,"34"-337,-35 190,10 250,46 289,-43-285</inkml:trace>
  <inkml:trace contextRef="#ctx0" brushRef="#br2" timeOffset="156633.428">3368 12607,'140'-444,"-133"419,-3 19,-4 21,-5 129,0-30,4 1,13 88,-1-129</inkml:trace>
  <inkml:trace contextRef="#ctx0" brushRef="#br2" timeOffset="157390.308">3208 9786,'-2'-24,"1"0,1 0,1-1,2 1,2-10,1-17,-6 50,8-83,-3 0,-5-35,-2 94,-4 44,1 173,17 155,-5-251,0-18</inkml:trace>
  <inkml:trace contextRef="#ctx0" brushRef="#br2" timeOffset="158052.505">3208 7205,'-4'-15,"-3"-15,2-14,0-10,1-8,2-2,1 3,1 7,0 22,2 30,6 34,4 36,-1 34,-2 27,-4 18,-4-15</inkml:trace>
  <inkml:trace contextRef="#ctx0" brushRef="#br2" timeOffset="169301.552">4651 12500,'171'-325,"-141"285,-29 40,0 0,0 0,0 0,0 0,-1 1,1-1,0 0,0 1,0-1,0 0,-1 1,1-1,0 1,0 0,-1-1,1 1,-1 0,1-1,0 1,-1 0,1-1,-1 1,1 0,-1 0,0 0,1 0,-1-1,0 1,0 0,0 0,1 0,-1 0,0 0,0 0,0 0,0 0,0-1,-1 1,1 0,0 0,0 0,0 2,22 135,-6 1,-5 28,-6-21,-5-141,-4-13,-2-3,6 10,0 1,0-1,0 1,0-1,0 1,0-1,0 1,0 0,0-1,0 1,0-1,0 1,0-1,1 1,-1-1,0 1,0-1,0 1,1-1,-1 1,0 0,1-1,-1 1,0 0,1-1,-1 1,0 0,1-1,-1 1,1 0,-1 0,0-1,1 1,-1 0,1 0,-1 0,1 0,-1-1,1 1,-1 0,1 0,-1 0,1 0,-1 0,1 0,-1 1,1-1,-1 0,1 0,-1 0,1 0,-1 0,1 1,1-2,463-94,-417 87</inkml:trace>
  <inkml:trace contextRef="#ctx0" brushRef="#br2" timeOffset="170201.183">4598 9652,'16'-56,"3"3,3 2,2 1,2 1,3 1,12-15,-40 63,-1 1,0-1,0 1,0-1,0 1,1 0,-1-1,0 1,1-1,-1 1,0-1,1 0,-1 1,1-1,-1 1,0-1,1 0,-1 1,1-1,-1 0,1 1,0-1,-1 0,1 0,-1 0,1 1,-1-1,1 0,0 0,-1 0,1 0,-1 0,1 0,-1 0,1 0,0 0,-1 0,1-1,-1 1,1 0,-1 0,1 0,0-1,-1 1,1 0,-1-1,0 1,1 0,-1-1,1 1,-1-1,1 1,-1-1,0 1,1-1,-1 1,0-1,0 1,1-1,-1 1,0-1,0 0,0 192,-16 249,16-422,0-10,0-1,0 0,-1 1,1-1,-2 0,1 1,-1-1,0 0,0 0,-1 0,0-1,-1 2,-31 9,50-3,-1-9,1-1,1-1,-1-1,0 0,1 0,0-2,-1 0,1-1,-1 0,0-1,1-1,-1-1,6-2,97-24,-73 18</inkml:trace>
  <inkml:trace contextRef="#ctx0" brushRef="#br2" timeOffset="171038.751">4786 5642,'-6'15,"0"-1,1 1,1 0,1 0,0 1,1-1,0 1,1 0,1-1,1 1,1 3,-2-13,1 1,1 0,-1-1,1 1,0-1,1 0,-1 0,1 0,1 0,-1 0,1 0,0-1,0 0,1 0,-1 0,1 0,0-1,0 0,1 0,-1 0,1-1,0 1,0-1,0-1,0 1,7 1,-3-3,1 1,-1-1,0-1,0 0,1 0,-1-1,0 0,0-1,0 0,0 0,0-2,0 1,0-1,-1 0,0-1,0 0,0 0,-1-1,1 0,-1-1,-1 0,1 0,-1-1,-1 0,1 0,-1 0,-1-1,0 0,0 0,0 0,-1-1,-1 1,0-1,0 0,-1 0,1-8,-1 6,-1 0,0 1,-1-1,0 0,-1 0,0 0,-1 0,0 0,-1 1,0-1,-1 1,-1 0,1 0,-2 1,0-1,0 1,0 0,-1 0,-1 1,0 0,0 1,-1-1,0 2,0-1,-1 1,0 0,0 1,0 1,-10-4,15 6,-1 2,0-1,1 1,-1 0,0 0,0 0,0 1,0 0,0 0,0 0,0 1,0 0,0 0,1 1,-1 0,0 0,1 0,-1 0,1 1,0 0,0 0,0 0,0 1,0 0,1 0,0 0,0 0,0 1,-1 0,-6 15,0-1,2 1,0 1,1 0,1 0,1 0,1 1,1 0,0 0,2 0,1 1,1 11,-4 82</inkml:trace>
  <inkml:trace contextRef="#ctx0" brushRef="#br2" timeOffset="185469.137">6456 14572,'-2'-12,"1"-1,0 1,0-1,2 0,-1 0,2 1,-1-1,2 1,0-1,0 1,1 0,1 0,3-7,-5 12,18-43,13-59,-18 11,-9 115,0 367,-6-355,1 5,0 1,3-1,0 0,6 14,-11-48,0 1,0 0,0 0,0-1,0 1,0 0,0 0,1 0,-1 0,0 0,1 0,-1 0,0 0,1-1,-1 1,1 0,0 0,-1 0,1-1,-1 1,1 0,0-1,0 1,-1-1,1 1,0-1,0 1,0-1,0 1,0-1,-1 0,1 1,0-1,0 0,0 0,0 0,0 0,10-8</inkml:trace>
  <inkml:trace contextRef="#ctx0" brushRef="#br2" timeOffset="186063.547">6336 12313,'-1'0,"0"0,1 1,-1-1,0 0,1 0,-1 0,0 0,1 0,-1 0,0 0,0 0,1 0,-1 0,0 0,1 0,-1 0,0-1,1 1,-1 0,0-1,1 1,-1 0,0-1,1 1,-1-1,1 1,-1-1,1 1,-1-1,1 1,-1-1,1 1,0-1,-1 0,1 1,0-1,-1 0,1 1,0-1,0 0,0 1,0-1,0 0,0 1,0-1,0 0,0 0,0 1,0-1,0 0,5-40,77-294,-77 316,-7 60,-10 216,20 229,-2-407</inkml:trace>
  <inkml:trace contextRef="#ctx0" brushRef="#br2" timeOffset="187636.33">6523 8971,'-7'17,"1"0,0 0,2 1,0 0,1 0,0 9,2-22,1 0,0-1,0 1,0 0,1-1,0 1,0 0,0-1,0 1,1-1,-1 0,1 0,0 1,1-1,-1 0,1 0,0-1,-1 1,2-1,-1 1,0-1,1 0,-1 0,1 0,0-1,0 1,4 0,-3 0,1-1,0 0,0 0,0 0,0-1,0 0,0 0,0-1,0 0,0 0,0 0,0-1,1 1,-1-2,0 1,0-1,-1 1,1-2,0 1,-1-1,1 0,-1 0,0 0,0-1,0 1,0-1,3-4,1-2,-1 1,1-1,-2 0,0-1,0 0,-1 0,0 0,-1-1,0 0,-1 0,0 0,-1 0,0-2,-1 3,0 0,-1 1,0-1,0 0,-2 0,1 1,-1-1,-1 0,0 0,0 1,-1-1,0 1,-1 0,0 0,-1 0,0 1,-1 0,1-1,-2 2,1-1,-1 1,-1 0,0 0,0 1,0 0,-1 1,1 0,-2 0,1 1,-1 0,0 0,0 1,-9-2,11 5,1 0,0 1,0 0,-1 0,1 1,0 0,0 0,0 0,0 1,0 0,0 1,0 0,1 0,-1 0,1 1,0-1,0 2,0-1,1 1,-1 0,1 0,0 0,1 1,-1-1,1 1,0 0,1 1,-1-1,1 1,0-1,1 1,-1 2,-4 11,1 1,1 1,1-1,1 1,1 0,1 0,0 0,2 0,1-1,4 22,9 39</inkml:trace>
  <inkml:trace contextRef="#ctx0" brushRef="#br2" timeOffset="188447.982">6523 5401,'-7'11,"1"1,0-1,1 1,0 1,1-1,1 1,0 0,0-1,1 1,1 1,0-1,1 0,1 0,0 0,0 0,1 0,1 0,0 0,1-1,1 0,-1 1,2-1,0 0,-1-6,0 0,0 0,1-1,0 1,0-1,0-1,1 1,0-1,-1 0,2 0,-1-1,0 0,1 0,-1-1,1 0,0 0,-1-1,1 0,0 0,0-1,0 0,0-1,0 1,0-1,0-1,-1 0,1 0,0 0,-1-1,0 0,0-1,0 1,0-1,0-1,-1 1,1-1,-1 0,0-1,-1 1,0-1,2-2,0-3,-1-1,0 0,-1 0,0 0,0-1,-2 0,1 0,-2 0,0 0,0-1,-1 1,-1 0,0-1,-1 1,0 0,-1-1,-1 1,0 0,-1 0,0 1,-1-1,0 1,-1 0,0 0,-1 1,-1 0,0 0,0 0,-1 1,0 0,-1 1,-9-7,15 13,-1-1,0 1,0 1,0-1,0 1,0 0,-1 0,1 0,0 1,-1 0,0 0,1 0,-1 1,0 0,1 0,-1 0,1 1,-1 0,0 0,1 0,-1 1,1 0,0 0,0 0,-1 0,2 1,-5 3,-5 6,0 1,1 1,1 0,0 0,1 2,1-1,0 1,1 1,1 0,0 0,1 0,1 1,1 0,0 2,-28 105,8-4</inkml:trace>
  <inkml:trace contextRef="#ctx0" brushRef="#br2" timeOffset="199652.292">8488 14412,'62'-119,"38"-55,-99 170,14-19,-15 23,0 1,0-1,0 0,0 1,0-1,0 0,0 0,0 1,0-1,0 0,0 0,0 1,1-1,-1 0,0 0,0 1,0-1,0 0,0 0,1 0,-1 1,0-1,0 0,1 0,-1 0,0 0,0 1,0-1,1 0,-1 0,0 0,1 0,-1 0,0 0,0 0,1 0,-1 0,0 0,0 0,1 0,-1 0,0 0,1 0,-1 0,0 0,0 0,1 0,-1 0,0 0,0-1,1 1,-1 0,0 0,0 0,0 0,1-1,-1 1,0 0,0 0,0 0,0-1,1 1,-1 0,0 0,0-1,0 1,0 0,0 0,0-1,4 117,27 414,-29-494</inkml:trace>
  <inkml:trace contextRef="#ctx0" brushRef="#br2" timeOffset="200432.204">8930 11845,'-6'3,"1"1,-1 0,1 0,0 0,0 0,1 1,-1 0,1 0,0 0,0 0,1 1,0 0,0-1,0 1,0 1,1-1,0 0,1 0,-1 1,1-1,0 1,1-1,-1 1,1-1,1 1,-1-1,1 1,0-1,1 1,0-1,0 0,0 1,0-1,1 0,0-1,1 1,-1 0,1-1,0 0,0 0,1 0,-1-1,1 1,0-1,0 0,1 0,-1-1,1 1,0-1,0-1,0 1,1-1,0 0,0-2,0 1,0-1,-1 0,1 0,0-1,0 0,0 0,0-1,-1 0,1 0,-1-1,1 1,-1-1,0-1,0 1,0-1,-1 0,1 0,-1-1,0 1,0-1,-1-1,1 1,-1 0,0-1,-1 0,3-6,0 2,-1 0,0 0,0-1,-2 0,1 0,-1 0,-1 0,0 0,0-1,-1 1,-1-1,0 1,-1-1,0 1,0-1,-1 1,-1-2,2 7,-1 1,1-1,-1 1,0 0,-1-1,1 1,-1 0,0 1,0-1,-1 0,1 1,-1 0,0 0,0 0,-1 0,1 1,-1-1,1 1,-1 0,0 1,-1-1,1 1,0 0,0 0,-1 1,1-1,-1 1,0 1,1-1,-1 1,0 0,1 0,-1 0,0 1,1 0,-1 0,1 0,-5 2,-3 7,0 1,0 0,1 1,0 0,1 0,0 2,1-1,1 1,0 1,1 0,0 0,1 0,1 1,0 0,2 0,0 0,0 1,0 14,-4 26</inkml:trace>
  <inkml:trace contextRef="#ctx0" brushRef="#br2" timeOffset="201280.835">8622 8623,'-6'6,"1"0,0 1,0 0,0-1,1 2,0-1,1 0,-1 1,1-1,1 1,0 0,0 0,0 0,1 0,0 0,1 1,0-1,0 0,0 0,1 0,1 1,-1-1,1 0,1-1,0 1,0 0,0-1,1 2,-1-5,-1 0,0 0,1-1,0 1,0-1,0 1,0-1,0 0,1 0,-1-1,1 1,0-1,0 0,0 0,0 0,0 0,1-1,-1 1,0-1,1 0,-1-1,1 1,-1-1,1 0,-1 0,1 0,-1 0,0-1,1 0,-1 0,1 0,-1-1,0 1,2-2,4-2,1-2,-1 1,0-1,0-1,-1 0,0 0,-1-1,0 0,0 0,-1-1,0 0,0 0,-1-1,-1 0,0 0,0 0,-1-1,-1 1,0-1,0 0,-1 0,-1 0,0 0,0 0,-1-1,-1 1,-2-10,2 14,-1 1,0 0,-1 0,1 0,-1 1,-1-1,1 0,-1 1,0 0,-1 0,1 0,-1 1,0-1,-1 1,1 0,-1 1,0 0,0-1,0 2,-1-1,0 1,1 0,-1 0,0 1,0 0,-1 0,1 1,0 0,0 0,-1 0,1 1,-1 0,1 1,0 0,-1 0,1 0,0 1,0 0,0 1,-2 0,-2 5,1 0,0 0,0 1,1 0,0 1,0 0,1 0,1 1,0 0,0 0,1 1,0 0,1 0,1 0,0 1,0 0,1 0,1-1,0 2,0 9,1 25</inkml:trace>
  <inkml:trace contextRef="#ctx0" brushRef="#br2" timeOffset="201953.588">8542 5227,'-12'21,"2"0,0 1,1 0,2 1,0 0,1 0,1 0,2 1,0 0,1 0,2-1,1 15,-1-31,1 1,0-1,0 0,1 0,0 0,0 0,1 0,0-1,0 1,0-1,1 0,0 0,0 0,1 0,-1-1,1 1,0-1,1-1,-1 1,1-1,0 0,0 0,1 0,-1-1,1 0,-1 0,1-1,0 0,0 0,0-1,0 1,0-2,1 1,-1-1,0 0,0 0,3-1,-2-1,-1 0,1-1,-1 0,0 0,0-1,0 0,0 0,0 0,-1-1,0 0,0 0,0-1,-1 0,0 0,0 0,0 0,-1-1,0 0,0 0,-1 0,3-5,-1-3,1 1,-2-2,0 1,-1 0,0-1,-1 1,-1-1,0 0,-1 0,-2-8,0 8,0 1,-1-1,-1 0,-1 1,0 0,0 0,-2 1,0-1,-1 1,0 1,-1-1,0 1,-1 1,-1 0,0 0,0 1,-1 1,-1 0,0 0,-3 0,9 7,0 0,0 1,-1 0,1 0,-1 1,0 0,1 0,-1 1,0 0,0 0,1 1,-1 0,0 0,1 1,-1 0,1 0,0 1,0 0,0 0,0 1,0 0,1 0,-1 0,1 1,0 0,0 0,1 1,0-1,0 1,0 0,1 1,-4 4,-10 18,0 1,2 0,2 1,0 1,2 0,2 1,1 0,-1 11,-13 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3:22.2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9227 28,'0'25,"0"19,0 15,0 7,2 5,6-1,5-6,6-4,3-6,-1-12</inkml:trace>
  <inkml:trace contextRef="#ctx0" brushRef="#br0" timeOffset="-53943.07">7128 228,'-3'20,"0"14,1 4,2-6,1-9,1-10</inkml:trace>
  <inkml:trace contextRef="#ctx0" brushRef="#br1" timeOffset="53444.319">4909 1,'-3'0,"0"2,1 1</inkml:trace>
  <inkml:trace contextRef="#ctx0" brushRef="#br1" timeOffset="54029.679">4855 268,'-2'16,"-1"12,0 8,5 7,5 4,3 1,5 1,1 0,1 2,-2 1,-5-9</inkml:trace>
  <inkml:trace contextRef="#ctx0" brushRef="#br1" timeOffset="54218.178">4949 1110,'0'16,"0"10,0 5,0 1,0 1,0-2,0 0,0 0,0 2,0 0,0 2,0-6</inkml:trace>
  <inkml:trace contextRef="#ctx0" brushRef="#br1" timeOffset="54476.487">4975 1699,'5'16,"1"10,0 7,-1 2,-2 3,-1-1,-1-7</inkml:trace>
  <inkml:trace contextRef="#ctx0" brushRef="#br1" timeOffset="47386.026">270 603,'0'-1,"0"1,0 0,0-1,0 1,0-1,0 1,0-1,0 1,0-1,0 1,1 0,-1-1,0 1,0-1,0 1,1 0,-1-1,0 1,0-1,1 1,-1 0,0-1,1 1,-1 0,0 0,1-1,-1 1,0 0,1 0,-1-1,1 1,-1 0,0 0,1 0,-1 0,1 0,-1 0,1 0,-1 0,1 0,-1 0,0 0,1 0,-1 0,1 0,-1 0,1 0,-1 0,0 0,1 1,-1-1,2 0,270-4,488 4,-69-38,-280 47,-363-8,-1-3,0-1,0-3,-1-2,18-5,-49 10,0 0,0 1,0 1,0 1,1 0,-1 1,0 1,0 0,0 1,0 0,0 1,-1 1,0 0,5 3,105 35,-123-42,0 0,0 1,0-1,0 0,0 0,-1 1,1-1,0 0,-1 1,1-1,-1 0,0 1,1-1,-1 1,0-1,0 1,0-1,0 1,0-1,0 1,0-1,-1 0,1 1,0-1,-1 1,1-1,-1 0,0 1,1-1,-1 0,0 1,-2 7,-4 15,2 0,0 0,2 0,1 1,0-1,2 1,1-1,1 0,4 20,18 78,4 86,-27-188,1-1,1 1,0-1,2 1,0-1,1-1,1 1,1-1,0 0,1-1,10 14,29 49,-48-80,-1 1,1-1,0 1,0 0,0-1,0 1,-1-1,1 1,0-1,0 1,-1-1,1 1,0-1,-1 1,1-1,-1 1,1-1,-1 0,1 1,-1-1,1 0,-1 1,1-1,-1 0,1 1,-1-1,1 0,-1 0,1 0,-1 0,0 0,1 0,-1 0,1 0,-1 0,0 0,1 0,-1 0,1 0,-1 0,0 0,1 0,-1-1,1 1,-1 0,1-1,-1 1,1 0,-1-1,1 1,-1 0,1-1,-1 1,1-1,0 1,-1-1,-4 0,-24-6,-1 1,0 2,-1 1,-18 1,42 2,-56-2</inkml:trace>
  <inkml:trace contextRef="#ctx0" brushRef="#br1" timeOffset="47700.214">150 1685,'0'0</inkml:trace>
  <inkml:trace contextRef="#ctx0" brushRef="#br1" timeOffset="48461.178">150 1685,'-150'-88,"243"101,405 28,-216-23,1-12,43-15,328 7,-540 6,0-4,-1-5,40-10,57 13,-103 1,-128-1,-5-1</inkml:trace>
  <inkml:trace contextRef="#ctx0" brushRef="#br1" timeOffset="49148.117">979 1311,'0'-361,"0"485,6-1,8 20,18-12,-21-105</inkml:trace>
  <inkml:trace contextRef="#ctx0" brushRef="#br1" timeOffset="49460.28">1206 1338,'-12'-223,"13"115,-1 108,0 1,0-1,0 0,0 0,0 0,0 0,1 1,-1-1,0 0,0 0,0 0,0 0,0 0,1 0,-1 1,0-1,0 0,0 0,1 0,-1 0,0 0,0 0,0 0,1 0,-1 0,0 0,0 0,0 0,1 0,-1 0,0 0,0 0,0 0,1 0,-1 0,0 0,0-1,0 1,0 0,1 0,-1 0,0 0,0 0,0 0,0-1,0 1,1 0,-1 0,0 0,0 0,9 24,-8-22,13 54,-2 1,-2 0,-3 1,-3 0,-2 21,0-48,0-7</inkml:trace>
  <inkml:trace contextRef="#ctx0" brushRef="#br1" timeOffset="49745.619">1513 1284,'-21'-267,"32"294,2 38,-3 0,-3 0,-1 43,3 24,-5-94,1-9</inkml:trace>
  <inkml:trace contextRef="#ctx0" brushRef="#br1" timeOffset="50396.39">1861 1352,'-1'-92,"-5"0,-3 1,-7-15,12 84,-1 47,6 120,6-1,9 16,-9-93</inkml:trace>
  <inkml:trace contextRef="#ctx0" brushRef="#br1" timeOffset="52005.618">3238 189,'5'15,"1"11,-1 5,2 4,-1 0,-1 2,-2-2,-1 1,0 0,0 2,1 3,0-6</inkml:trace>
  <inkml:trace contextRef="#ctx0" brushRef="#br1" timeOffset="52263.882">3331 950,'-2'16,"-1"10,0 5,1 3,0 4,3 0,2 0,-1-5,1-7</inkml:trace>
  <inkml:trace contextRef="#ctx0" brushRef="#br1" timeOffset="52632.488">3144 683,'-2'18,"-1"15,0 12,3 8,4 5,5 4,4 1,0-11</inkml:trace>
  <inkml:trace contextRef="#ctx0" brushRef="#br1" timeOffset="52875.835">3224 1539,'-4'20,"-2"16,0 9,1 1,4-3,7-3,11-10,10-9,-1-8</inkml:trace>
  <inkml:trace contextRef="#ctx0" brushRef="#br1" timeOffset="59844.774">3318 562,'129'17,"3"-1,263 18,119-31,-291 29,-157-19,1-3,47 0,-113-10,0 1,-1-1,1 0,-1 1,1-1,0 0,-1 0,1 1,-1-1,1 0,-1 0,1 0,0 0,-1 0,1 0,0 0,-1 0,1 0,-1 0,1 0,0 0,-1 0,1 0,-1 0,1-1,0 1,-1 0,1-1,-1 1,1 0,-1-1,1 1,-1 0,1-1,-1 1,0-1,1 1,-1-1,0 1,1-1,-1 1,0-1,1 1,-1-1,0 0,0 0,-9-5</inkml:trace>
  <inkml:trace contextRef="#ctx0" brushRef="#br1" timeOffset="60467.416">3344 616,'-9'5,"-1"1,1 0,0 1,0 0,1 0,0 1,0 0,1 0,0 1,0 0,1 0,1 1,-1-1,1 1,1 1,0-1,0 0,-1 9,-20 68,4 1,4 0,3 1,4 4,7-69,0-8,1-1,0 0,1 0,0 1,1-1,1 1,1-1,0 0,1 1,0-1,1 0,1-1,2 4,3-4</inkml:trace>
  <inkml:trace contextRef="#ctx0" brushRef="#br1" timeOffset="60835.431">3385 589,'-7'1,"0"1,0 0,0 0,0 1,1 0,0 0,-1 1,1-1,0 1,1 1,-1-1,1 1,0 0,0 0,0 0,1 1,-1 0,1 0,1 0,-1 0,1 1,0 0,-9 21,2 0,0 1,2 0,-2 18,-9 59,6 1,4 0,5 91,4-186,9 96,-8-104,0 0,0-1,0 1,0-1,1 1,-1-1,1 0,0 0,0 0,0 0,1 0,-1 0,1 0,-1-1,1 1,0-1,0 0,0 0,0 0,0 0,1 0,-1-1,1 1,-1-1,1 0,-1 0,1 0,39-9,-27-2</inkml:trace>
  <inkml:trace contextRef="#ctx0" brushRef="#br1" timeOffset="61098.724">3157 1324,'12'21,"0"0,1-1,1-1,0 0,2-1,0-1,1 0,1-2,7 5,8 5,2-1,1-2,1-2,0-1,2-2,0-2,1-2,0-1,1-2,0-1,0-3,1-1,0-2,24-2,-51-1,1 1,0-2,0 0,0-1,-1 0,1-1,-1-1,0-1,0 0,11-6,-15 2</inkml:trace>
  <inkml:trace contextRef="#ctx0" brushRef="#br1" timeOffset="61518.116">3211 1618,'156'12,"-125"-12,284-10,-197 2,-1 4,1 6,0 5,-1 5,55 15,-67 7,-136-44,0 1,-1 2,0 1,0 2,0 1,0 1,-1 2,1 1,-16 3,6 2</inkml:trace>
  <inkml:trace contextRef="#ctx0" brushRef="#br1" timeOffset="61821.306">3799 1685,'-25'3,"40"3,65-2,0-3,0-4,10-5,-28 4,534-34,-525 42,-71-4,0 0,0 0,-1 0,1 0,0 0,0 0,0 0,-1 0,1 0,0 1,0-1,0 0,0 0,0 0,-1 0,1 0,0 1,0-1,0 0,0 0,0 0,0 1,0-1,-1 0,1 0,0 0,0 1,0-1,0 0,0 0,0 1,0-1,0 0,0 0,0 0,0 1,0-1,1 0,-1 0,0 0,0 1,0-1,0 0,0 0,0 0,0 1,0-1,1 0,-1 0,0 0,0 0,0 1,-22 5,-68-4,62-6</inkml:trace>
  <inkml:trace contextRef="#ctx0" brushRef="#br1" timeOffset="62360.91">4441 710,'0'-3,"0"-1,1 1,-1 0,1 0,0 0,0 0,0 0,1 0,-1 0,1 0,-1 0,1 0,0 1,0-1,0 1,0 0,1-1,-1 1,1 0,-1 0,1 0,0 1,0-1,0 1,0-1,80-21,-68 23,0 1,-1 1,1 0,-1 1,0 0,0 1,0 1,0 0,-1 1,0 0,0 1,-1 1,1 0,-2 1,1 0,-1 0,-1 1,1 1,-2 0,1 1,0 2,0 1,-1 1,0 0,-2 0,0 1,0 0,-2 0,0 1,-1-1,-1 1,0 0,-2 0,0 6,0 38,-4-1,-2 1,-4 13,-53 428,62-493,-16 64,8-63</inkml:trace>
  <inkml:trace contextRef="#ctx0" brushRef="#br1" timeOffset="62765.824">4695 710,'9'16,"10"16,9 17,3 16,2 12,-3 12,-4 6,-7 4,-6 2,-12 1,-16-2,-21-4,-4-18</inkml:trace>
  <inkml:trace contextRef="#ctx0" brushRef="#br1" timeOffset="63984.489">3518 1191,'28'-48,"-2"-2,-2 0,-2-1,5-26,-27 77,23-62,-13 54,-7 28,7 133,14 121,-7-172,-8-92,-6-16</inkml:trace>
  <inkml:trace contextRef="#ctx0" brushRef="#br1" timeOffset="64413.366">3906 1245,'18'-58,"-2"-1,-3 0,2-27,7-36,-17 101,-5 21,0 0,0 1,1-1,-1 0,0 0,0 0,0 0,0 0,0 0,1 0,-1 0,0 0,0 0,0 0,0 0,0 0,1 0,-1 0,0 0,0 0,0 0,0 0,0 0,1 0,-1 0,0 0,0 0,0 0,0 0,0 0,1 0,-1 0,0-1,0 1,0 0,1 20,-1-19,4 127,15 87,-16-190,1-1,1-1,1 1,1-1,1 0,1 0,8 13,-11-27</inkml:trace>
  <inkml:trace contextRef="#ctx0" brushRef="#br1" timeOffset="64848.202">4241 1258,'-15'-53,"2"0,3 0,2-1,2 0,2-21,6 398,-2-305,0 0,1 1,0-2,2 1,0 0,1 0,0-1,2 0,0 0,5 9,4-8,-1-6</inkml:trace>
  <inkml:trace contextRef="#ctx0" brushRef="#br1" timeOffset="65245.469">4401 1217,'-5'107,"5"-104,1 1,0-1,0 0,0 0,0 0,0 0,1 0,-1 0,1 0,0 0,-1 0,2-1,-1 1,0-1,0 1,1-1,-1 0,1 0,0 0,0 0,-1-1,1 1,0-1,1 1,-1-1,0 0,0 0,0-1,1 1,0-1,3 1,0-1,0 0,-1 0,1-1,0 0,0 0,-1-1,1 0,-1 0,1 0,-1-1,0 0,0 0,0 0,0-1,-1 0,1 0,-1-1,0 1,0-1,-1 0,1-1,-1 1,1-3,2-2,-1 1,0-1,-1 0,0 0,-1-1,0 1,-1-1,0 0,0 0,-1 0,-1 0,0 0,0-1,-2-6,1 12,0-1,-1 0,0 1,0 0,-1-1,0 1,0 0,0 0,-1 0,0 0,0 0,-1 1,1-1,-1 1,-1 0,1 0,0 0,-1 1,0 0,0 0,-1 0,1 0,-1 1,1 0,-1 0,0 0,0 1,-1 0,1 0,0 1,-1-1,1 2,-1-1,1 1,-1-1,1 2,-5 0,-1 4,0 2,1-1,0 1,0 1,0 0,1 1,1 0,0 0,0 1,0 0,1 1,1 0,0 0,0 0,1 1,1 0,0 1,-2 7,-37 136,30-83</inkml:trace>
  <inkml:trace contextRef="#ctx0" brushRef="#br1" timeOffset="67647.257">4895 777,'1'-1,"-1"1,1 0,-1-1,0 1,1-1,-1 1,0-1,0 1,1 0,-1-1,0 1,0-1,0 1,1-1,-1 1,0-1,0 0,0 1,0-1,0 1,0-1,0 1,0-1,0 1,0-1,-1 1,1-1,0 1,0-1,0 1,-1-1,1 1,0-1,0 1,-1 0,1-1,0 1,-1-1,1 1,-1 0,1-1,0 1,-1 0,1-1,-1 1,1 0,-1 0,1 0,-1-1,1 1,-1 0,1 0,-1 0,1 0,-1 0,1 0,-1 0,0 0,1 0,-1 0,1 0,-1 0,1 1,-1-1,1 0,-1 0,1 1,-1-1,1 0,0 0,17-12,1 1,1 0,0 2,0 0,1 1,19-5,-19 6,30-13,1 3,0 2,2 2,-1 3,1 2,34-1,-22 8,-1-4,1-2,33-10,-23 1,-17 1,0 2,1 3,0 2,0 3,1 3,-1 2,19 4,4 6,0-4,44-3,36 9,-161-12,0 0,-1 0,1 0,0 0,-1-1,1 1,0 0,-1 0,1 0,0 0,-1 0,1 1,0-1,-1 0,1 0,0 0,-1 1,1-1,-1 0,1 0,0 1,-1-1,1 1,-1-1,1 0,-1 1,1-1,-1 1,1-1,-1 1,0 0,1-1,-1 1,0-1,1 1,-1 0,0-1,0 1,0 0,1-1,-9 6</inkml:trace>
  <inkml:trace contextRef="#ctx0" brushRef="#br1" timeOffset="68782.56">4882 1646,'24'4,"34"9,0-2,55 4,-53-8,38 2,-1-4,1-4,0-5,17-6,234-13,77 16,-142-1,-208-2,-76 10,1 0,-1 0,1 0,-1 0,0 0,1 0,-1 0,1-1,-1 1,0 0,1 0,-1 0,0 0,1 0,-1-1,0 1,1 0,-1 0,0-1,1 1,-1 0,0 0,0-1,1 1,-1 0,0-1,0 1,1 0,-1-1,0 1,0-1,0 1,0 0,0-1,0 1,0-1,0 1,0 0,0-1,0 1,0-1,0 1,0 0,0-1,0 1,0 0,0-1,0 1,-1-1,1 1,0 0,0-1,0 1,-1 0,1-1,0 1,-1 0,-4-12</inkml:trace>
  <inkml:trace contextRef="#ctx0" brushRef="#br1" timeOffset="69882.613">6526 483,'21'10,"0"0,0-1,1-1,0-1,0-1,15 2,-2 0,-7-1,-9-4,-1 1,1 1,-1 1,0 0,0 1,-1 1,0 1,0 0,-1 1,-1 1,13 10,-9-3,-1 1,-1 1,0 0,-2 1,0 1,6 13,-16-18,0-1,-1 1,-1 0,0 1,-2-1,0 0,-1 1,0-1,-3 12,3-16,-30 239,-25-3,28-147,24-92,0 0,0 0,-1 0,-1-1,0 1,0-1,-1 0,0-1,0 1,-1-1,0 0,0-1,-1 0,0 0,0-1,-1 0,0 0,0-1,0 0,-1 0,0-1,0-1,0 1,0-2,0 1,-4-1,-7-1,0 0,0-2,0 0,0-2,0 0,0-1,0-1,-3-2,7 1,0 1,0 1,0 0,-1 2,1 0,-1 1,1 1,-1 0,0 1,1 1,-1 1,-9 3,-41 16,1 3</inkml:trace>
  <inkml:trace contextRef="#ctx0" brushRef="#br1" timeOffset="76301.731">5764 1164,'-11'-88,"11"65,-2-44,4 1,2-1,8-31,-8 82,1 47,-4 32,3 120,20 119,-13-251,-11-52,0 1,0 0,-1 0,1 0,0-1,0 1,0 0,0 0,1 0,-1-1,0 1,0 0,0 0,0 0,0-1,0 1,0 0,0 0,0 0,0-1,1 1,-1 0,0 0,0 0,0 0,0-1,0 1,1 0,-1 0,0 0,0 0,0 0,1 0,-1 0,0 0,0 0,0 0,1-1,-1 1,0 0,0 0,0 0,1 0,-1 0,0 1,0-1,1 0,-1 0,0 0,0 0,0 0,1 0,-1 0,0 0,0 0,0 0,0 1,1-1,-1 0,0 0,0 0,0 0,0 0,0 1,1-1,1-13</inkml:trace>
  <inkml:trace contextRef="#ctx0" brushRef="#br1" timeOffset="76761.011">6059 1245,'17'-116,"0"10,-5 0,-3-41,-11 239,-1 4,4 0,5 0,8 38,-11-118,0 1,1 0,1-1,1 0,0 0,0-1,3 2,-1-7,-1-8</inkml:trace>
  <inkml:trace contextRef="#ctx0" brushRef="#br1" timeOffset="78478.528">6419 1058,'-12'5,"11"6,0 0,0-1,0 1,2 0,-1 0,1 0,1-1,0 1,0 0,4 6,-5-14,0 0,1-1,-1 1,1-1,0 1,-1-1,1 0,0 1,1-1,-1 0,0 0,1-1,-1 1,1 0,-1-1,1 0,0 1,-1-1,1 0,0-1,0 1,0 0,0-1,0 1,0-1,0 0,0 0,0 0,0-1,0 1,-1-1,1 1,0-1,0 0,0 0,0 0,-1-1,1 1,-1-1,1 1,-1-1,1 0,-1 0,0 0,0 0,0 0,1-2,5-13,-1-1,0 0,-1 0,-1-1,-1 0,-1 0,0 0,-2 0,0 0,-1-11,1 20,-1 0,0-1,-1 1,0 0,0 0,-1 0,0 0,-1 0,0 0,-1 0,0 1,0 0,-1 0,0 0,-1 0,0 1,-1-2,1 8,1-1,-1 1,1 0,-1 1,0-1,1 1,-1 0,0 0,0 1,0 0,0 0,0 0,0 1,0 0,0 0,1 1,-1-1,0 1,1 0,-1 1,1-1,0 1,0 0,0 0,0 1,0 0,-3 3,3 0,1 1,0-1,0 1,1 0,0 0,0 0,1 0,0 0,0 1,1-1,0 1,0-1,1 1,1-1,-1 1,1-1,2 6,-2 18,-1 2,0-21</inkml:trace>
  <inkml:trace contextRef="#ctx0" brushRef="#br1" timeOffset="79135.749">6687 990,'-4'7,"0"1,1-1,-1 1,2 0,-1 0,1 0,0 0,1 0,0 0,0 1,1-1,0 0,0 1,1-1,0 0,1 0,1 7,0-1,0 0,0-1,2 1,0-1,0 0,1-1,0 1,5 4,-9-13,1 0,0 0,0-1,0 1,0-1,1 0,-1 0,1 0,0 0,0-1,0 0,0 1,1-2,-1 1,0 0,1-1,-1 0,1 0,0 0,-1 0,1-1,0 0,-1 0,1 0,0 0,3-2,0 0,-1 0,1-1,0 0,-1 0,0-1,0 1,0-2,0 1,-1-1,0 0,0 0,0-1,0 0,-1 0,0 0,0-1,-1 0,0 0,0 0,0 0,-1 0,0-1,-1 0,0 1,0-1,0 0,-1 0,0 0,-1 0,0 0,0 0,-1-8,-2 1,1 1,-2 0,0 0,-1 0,0 0,-1 1,0 0,-1 0,-1 0,0 1,0 0,-1 1,-1 0,0 0,-1 1,0 0,10 8,-1 1,0-1,0 1,0-1,0 1,0-1,0 1,0 0,0 0,0 0,0 1,-1-1,1 0,0 1,-1-1,1 1,-1 0,1 0,0 0,-1 0,1 0,0 0,-1 1,1-1,0 1,-1 0,1 0,0 0,0 0,0 0,-1 0,1 0,1 1,-1-1,0 1,0-1,0 1,1 0,-1 0,1 0,-1 0,1 0,0 0,0 0,0 0,0 0,0 1,-45 142,37-109,-8 35</inkml:trace>
  <inkml:trace contextRef="#ctx0" brushRef="#br1" timeOffset="80614.765">7142 830,'0'-6,"0"-1,1 0,0 1,0-1,1 1,0-1,0 1,0 0,1 0,0 0,0 0,1 0,-1 1,1 0,0-1,1 1,-1 1,1-1,0 1,0 0,1 0,-1 0,1 0,0 1,0 0,4-1,13-5,1 1,-1 1,1 1,0 1,0 2,16-1,245-16,-233 14,-5-1,0 2,0 3,42 3,303 9,-165 16,-182-26,-29-1,0 0,0 1,0 1,-1 1,1 0,0 1,-1 1,0 0,0 1,0 0,0 2,1 0,-7-2,0 0,0-1,0-1,0 0,0 0,1 0,-1-1,1-1,0 0,0 0,-1-1,1 0,5-1,-19 0,-7 1</inkml:trace>
  <inkml:trace contextRef="#ctx0" brushRef="#br1" timeOffset="82477.088">7194 790,'0'0,"-1"-1,1 1,-1 0,1 0,-1 0,0 0,1 0,-1 0,1 0,-1 0,0 0,1 1,-1-1,1 0,-1 0,1 0,-1 1,1-1,-1 0,1 0,-1 1,1-1,-1 0,1 1,-1-1,1 1,0-1,-1 1,1-1,0 1,-1-1,1 1,0-1,0 1,-1-1,1 1,0-1,0 1,0 0,0-1,0 1,0-1,0 1,0-1,0 1,0 0,0 0,-42 90,30-68,0 2,1 0,2 0,0 1,2 0,0 0,-1 23,7-29,2-1,0 1,0-1,2 0,1 1,0-2,4 12,16 156,-23-177,0 0,0 0,0 0,1 0,1 0,0 0,0 0,1-1,-1 1,2-1,-1 0,1-1,1 1,-1-1,1 0,1 0,-1 0,1-1,0 0,0-1,3 2,4 2,-1 0,1-1,1-1,-1 0,1-1,1-1,-1 0,1-1,12 1,208 27,-20-13,130-13,-212-7,-69 1,-1-3,1-3,9-4,-5 0,1 3,0 3,31 3,-43-1,0-4,-1-1,18-7,-30 6,-33 6,0 0,0-1,0 0,0-1,0 0,-1 0,0-2,0 1,6-5,2-3,-12 9,0-1,1 1,-2-2,1 1,-1-1,1 0,-1 0,-1 0,0-1,1 0,-2 0,1 0,-1-1,0 0,0-2,3-25,-2-1,-1 1,-1-1,-3 0,-2-25,-5-18,-3 0,-4 0,-3 2,-24-66,34 123,0 0,-1 1,-1 0,0 0,-2 1,0 0,-1 1,-1 0,-11-10,-3-4,20 21,-1 1,0 0,0 0,-1 1,0 0,0 1,-1 0,0 0,0 1,-5-1,-10-1,0 1,-1 2,1 0,-1 2,0 1,0 1,-1 1,-20 3,-45 3</inkml:trace>
  <inkml:trace contextRef="#ctx0" brushRef="#br1" timeOffset="83743.718">7943 1217,'52'-306,"-38"190,-12 153,-3 411,9-383,-2-59</inkml:trace>
  <inkml:trace contextRef="#ctx0" brushRef="#br1" timeOffset="84278.251">8224 1084,'0'17,"-1"3,2 1,0-1,1 1,1-1,3 13,-4-28,-1 0,1 0,0 0,0-1,1 1,-1 0,1-1,0 0,0 0,0 0,1 0,0 0,-1-1,1 1,1-1,-1 0,0 0,1-1,-1 1,1-1,0 0,0 0,0-1,3 1,-5-1,0 0,1 0,-1-1,1 1,-1-1,1 0,-1 0,1 0,-1-1,1 1,-1-1,1 0,-1 0,0 0,0 0,1-1,-1 1,0-1,0 0,0 0,0 0,-1 0,1 0,-1-1,1 1,-1-1,0 0,0 1,0-1,0 0,0 0,-1 0,2-3,3-9,-1-1,0 0,-1 0,-1 0,-1 0,0 0,-1-1,0 1,-2-1,0 1,0 0,-2-1,0 1,-4-12,-36-44,41 70,1 0,-1 1,0-1,0 0,0 1,0 0,0 0,0-1,0 1,-1 0,1 1,0-1,-1 0,1 1,-1-1,1 1,0 0,-1 0,1 0,-1 0,1 0,-1 0,1 1,0-1,-1 1,1-1,0 1,-1 0,1 0,0 0,0 1,-2 0,-4 5,0 1,0 0,0 0,1 1,1 0,0 0,0 0,0 1,1 0,1 0,0 0,0 1,1-1,0 1,1 0,0 0,0 0,1 10,1-17,-1 0,1 0,0 1,0-1,1 0,-1 0,1 0,0 0,0 0,0 0,1 0,-1 0,1 0,0 0,0-1,1 1,-1-1,1 1,-1-1,1 0,0 0,0 0,0 0,1-1,-1 0,1 1,-1-1,1 0,0-1,0 1,1 0,71-3,-38-8</inkml:trace>
  <inkml:trace contextRef="#ctx0" brushRef="#br1" timeOffset="84647.265">8599 1043,'-3'17,"0"-2,1 0,0 0,1-1,0 1,2 0,-1 0,2 0,2 10,-2-20,1 0,0-1,0 0,0 1,0-1,1 0,-1-1,1 1,0-1,0 1,1-1,-1 0,1-1,-1 1,1-1,0 0,0 0,0 0,0-1,0 0,0 0,0 0,1-1,-1 1,0-1,0-1,1 1,-1-1,0 1,0-2,0 1,0 0,0-1,0 0,0 0,0-1,-1 1,1-1,-1 0,0 0,0-1,0 1,0-1,0 0,-1 0,0 0,2-2,-1-1,-1-1,1 1,-1-1,-1 0,1 1,-1-1,0 0,-1-1,0 1,-1 0,1 0,-1 0,-1-1,0 1,0 0,0 0,-1 0,0 0,-1 0,0 1,0-1,-1 1,0-1,0 1,0 0,-1 1,0-1,-1 1,1 0,-3-2,5 7,1-1,0 1,-1 0,0 0,1 0,-1 0,0 0,1 1,-1-1,0 1,0-1,1 1,-1 0,0 0,0 0,0 1,1-1,-1 1,0-1,0 1,1 0,-1 0,1 0,-1 1,1-1,-1 1,1-1,0 1,0 0,-1-1,1 2,-55 71,37-11,20-61,0 0,0 0,0 0,0 0,0-1,1 1,-1 0,0 0,1-1,0 1,-1 0,1-1,0 1,0 0,0-1,0 1,0-1,0 0,1 1,-1-1,0 0,1 0,-1 1,1-1,-1 0,1-1,-1 1,1 0,0 0,-1-1,1 1,0-1,0 1,-1-1,1 0,67-4,-33-4</inkml:trace>
  <inkml:trace contextRef="#ctx0" brushRef="#br1" timeOffset="84934.025">8933 1097,'0'129,"0"-127,-1-1,1 1,0 0,0-1,0 1,0 0,1-1,-1 1,0-1,1 1,-1 0,1-1,-1 1,1-1,0 1,-1-1,1 0,0 1,0-1,0 0,0 1,1-1,-1 0,0 0,0 0,1 0,-1 0,0 0,1-1,-1 1,1 0,-1-1,1 1,0-1,-1 1,1-1,-1 0,1 0,0 0,-1 0,1 0,0 0,-1 0,1 0,-1-1,1 1,0-1,-1 1,1-1,-1 1,1-1,0 0,5-4,0 1,0-1,0 0,0-1,-1 0,0 0,0 0,-1-1,1 0,-2 0,1 0,-1 0,0-1,0 0,-1 0,0 0,0 0,-1 0,1-6,-2 8,1-1,-1 0,-1 0,1 0,-1 0,0 0,0 0,-1 0,0 0,-1 1,1-1,-1 0,0 1,-1-1,0 1,0 0,0-1,-1 1,1 1,-2-1,1 1,0-1,-1 1,-2-1,4 3,-1 1,1 0,-1 0,0 0,0 0,0 0,0 1,0 0,0 0,0 0,0 0,0 1,0-1,-1 1,1 0,0 0,0 1,-1-1,1 1,0 0,0 0,0 0,0 1,0 0,0-1,1 1,-1 0,0 1,1-1,0 1,-1 0,1-1,0 1,0 1,-14 15,1 1,0 0,2 1,0 1,-9 20,-5 10</inkml:trace>
  <inkml:trace contextRef="#ctx0" brushRef="#br1" timeOffset="89868.187">9334 656,'60'-10,"133"-19,167-1,459-1,392-29,-665-5,-537 62,-24 4,-13 2</inkml:trace>
  <inkml:trace contextRef="#ctx0" brushRef="#br1" timeOffset="91068.184">9414 736,'-21'27,"-1"34,4 1,2 1,2 1,1 22,7-49,2-1,2 1,1 0,1-1,3 1,0 0,3-1,1 0,7 21,-1-17,1-1,2 0,1 0,2-2,3 0,-19-31,2 0,-1 0,1-1,0 0,0 0,0 0,1 0,-1-1,1 0,0 0,1-1,-1 1,0-1,1-1,0 1,0-1,0 0,0-1,0 0,0 0,0 0,0-1,2 0,221-24,29 2,163 10,508-22,275 31,-874-8,-268 1,-62 9,-1 0,0 1,0-1,0 1,1-1,-1 0,0 1,0-1,0 1,0-1,0 0,0 1,0-1,-1 0,1 1,0-1,0 1,0-1,0 1,-1-1,1 0,0 1,-1-1,1 1,0-1,-1 1,1-1,-1 1,1 0,-1-1,1 1,-1-1,1 1,-1 0,1 0,-1-1,1 1,-1 0,0 0,1 0,-1-1,1 1,-1 0,0 0,0 0,0-1,-25-12</inkml:trace>
  <inkml:trace contextRef="#ctx0" brushRef="#br1" timeOffset="91774.864">9962 1124,'0'1,"0"-1,-1 0,1 1,-1-1,1 0,-1 1,1-1,0 0,-1 0,1 0,-1 1,1-1,-1 0,1 0,-1 0,1 0,-1 0,1 0,-1 0,0 0,1 0,-1 0,1 0,-1 0,1 0,-1 0,1-1,-1 1,1 0,0 0,-1-1,1 1,-1 0,1-1,-1 1,1 0,0-1,-1 1,1 0,0-1,-1 1,1-1,0 1,0-1,-1 1,1-1,0 1,0-1,0 1,0-1,0 1,0-1,0 1,-1-1,2 1,-1-1,0 1,0-1,0 1,0-1,0 1,0-1,0 1,1-1,-1 1,0-1,0 1,1-1,-6 11,1-1,0 1,0-1,1 1,0 0,1 1,0-1,1 0,0 0,1 1,0-1,0 1,1-1,1 0,1 5,-2-8,2 1,-1-1,1 0,0 0,1 0,-1 0,1-1,1 1,-1-1,1 0,0 0,1-1,-1 1,1-1,0-1,0 1,1-1,-1 0,1 0,0-1,0 0,0 0,1-1,-1 0,0 0,6 0,4 1,0-1,1 0,-1-2,1 0,-1-1,0 0,0-2,1 0,-1-1,-1 0,7-4,-16 7,-1-1,0 0,0 0,0-1,0 0,-1 0,1 0,-1 0,0-1,0 0,0 0,0-1,0 1,-1-1,0 0,0 0,-1-1,1 1,-1-1,0 1,0-1,-1 0,0 0,0 0,0-1,-1 1,0 0,0-1,-1 1,0 0,0-1,0 1,-1-1,1 1,-2-3,-3-2,-1 1,0-1,0 1,-1 0,0 1,0 0,-1 0,-1 0,0 1,0 1,0-1,-1 1,0 1,0 0,-1 0,0 1,0 0,0 1,0 0,-1 1,1 1,-1-1,0 2,0 0,0 0,0 1,-3 1,5 1,1 1,-1 1,1 0,0 0,0 0,0 1,1 1,0 0,0 0,0 0,1 1,-1 0,2 0,-1 1,1 0,0 0,1 1,0 0,0-1,1 2,0-1,1 0,0 1,0 0,1-1,0 1,1 0,0 0,0 0,1 0,1 5,-1-9,0 0,0 0,1 0,0 0,0 0,1 0,-1-1,1 1,1 0,-1-1,1 1,0-1,0 0,0 0,1 0,0 0,0 0,0-1,0 0,1 0,-1 0,1 0,0-1,1 0,-1 0,0 0,1-1,0 0,-1 0,1 0,2 0,48 5,-2-7</inkml:trace>
  <inkml:trace contextRef="#ctx0" brushRef="#br1" timeOffset="92487.635">10591 1137,'-3'6,"1"-1,0 1,0 0,0 0,1 0,0-1,0 1,1 0,-1 1,1-1,1 0,-1 0,1 0,0-1,0 1,1 0,-1 0,2 0,-1-1,0 1,1-1,0 0,0 0,1 0,-1 0,1 0,4 3,2-3,0 0,1 0,0-1,0 0,0-1,0 0,1-1,-1 0,1 0,-1-2,1 1,0-2,-1 1,1-2,-1 1,1-2,-1 1,0-2,0 1,0-2,0 1,-1-1,0-1,4-2,-8 5,-1 0,0-1,-1 1,1-1,-1 0,1 0,-1 0,0 0,-1-1,1 0,-1 1,0-1,0-1,0 1,-1 0,0-1,0 1,0-1,-1 0,1 1,-1-1,-1 0,1 0,-1 0,0 0,-1 0,1 0,-1 1,0-1,-1 0,1 0,-1 1,-2-5,1 3,0 0,-1 0,1 1,-1 0,-1-1,1 1,-1 1,0-1,0 1,-1 0,1 0,-1 1,0-1,-1 1,1 1,-1-1,0 1,1 0,-1 1,-1-1,1 1,0 1,0-1,-1 1,1 1,-1-1,1 1,0 1,-1-1,1 1,-1 1,1-1,0 1,0 0,-3 2,1 1,0 1,0-1,1 2,-1-1,1 1,1 1,-1-1,1 1,1 1,-1-1,1 1,1 0,0 0,0 1,1 0,0 0,1 0,0 0,0 0,1 1,0-1,1 9,1-16,0 1,0 0,1 0,-1 0,1 0,0 0,0-1,0 1,1 0,-1-1,1 1,0-1,0 0,0 1,1-1,-1 0,1 0,0-1,-1 1,1 0,0-1,1 0,-1 1,0-1,1-1,-1 1,1 0,-1-1,1 0,0 0,3 1,7 1,0-1,1 0,-1-1,0-1,1 0,0-1,-1 0,0-1,30-6,-1-3,0-1,-1-1,0-3,-2-2,0-1,-1-2,4-4,22-26,-56 37,-28 28,17-11,0 1,0-1,0 1,1-1,-1 1,1 0,0 0,0 0,0 0,0 0,1 0,0 0,0 0,0 0,0 0,0 0,1 0,0 0,0 0,0 0,0-1,1 1,-1 0,1 0,0-1,0 1,0-1,1 0,-1 0,1 0,0 0,0 0,0 0,0-1,0 1,0-1,1 0,-1 0,1 0,0-1,-1 1,3 0,3 0,0-1,1 0,-1 0,0 0,0-1,0-1,1 0,-1 0,0-1,0 0,0 0,0-1,-1 0,1-1,-1 0,0 0,7-5,-11 7,1-1,-1 0,0 0,0 0,0-1,0 1,0-1,-1 0,0 0,0 0,0 0,0-1,-1 1,1-1,-1 0,-1 1,1-1,0 0,-1 0,0 0,0 0,-1-1,0 1,1 0,-2 0,1 0,0 0,-1 0,0-1,-1 1,1 0,-1-1,-1-1,-1-1,0 1,0 0,-1 0,0 0,0 1,-1-1,1 1,-1 1,-1-1,1 1,-1 0,0 0,0 1,0 0,-1 0,1 1,-1 0,0 0,0 1,0 0,0 0,-7 0,0 0,1 1,-1 1,0 0,0 1,0 0,0 1,1 1,-1 0,1 1,0 1,0 0,-13 7,18-8,0 1,0 0,0 1,1 0,0 0,0 1,0 0,1 1,0-1,1 1,0 1,0-1,0 1,1 1,4-8,0 0,0 0,0 0,1 1,-1-1,0 0,1 1,0-1,0 0,0 1,0-1,0 0,0 1,0-1,1 1,-1-1,1 0,0 0,-1 1,1-1,0 0,1 0,-1 0,0 0,0 0,1 0,-1 0,1-1,0 1,0 0,-1-1,1 1,1-1,77 27,-47-26,-1-1,1-1,-1-3,1 0,-1-2,7-3,36-8</inkml:trace>
  <inkml:trace contextRef="#ctx0" brushRef="#br1" timeOffset="92764.147">11767 1043,'2'9,"0"-1,0 1,1-1,1 0,-1 0,1 0,0-1,1 1,0-1,0 0,0-1,1 1,0-1,1 0,-1 0,1-1,0 0,0 0,1-1,-1 0,1 0,0 0,0-1,1-1,-1 1,0-1,1-1,0 1,-1-1,1-1,0 0,-1 0,1-1,0 0,-2 0,-1 0,0 0,1-1,-1 0,0 0,0-1,-1 0,1 0,-1 0,1-1,-1 1,0-1,0 0,0-1,-1 1,0-1,1 0,-2 0,1-1,-1 1,1-1,-2 1,1-1,-1 0,1 0,-2 0,1-1,-1 1,0 0,0-1,0 1,-1 0,0-1,-1 1,1-1,-1 1,0 0,-1 0,1-1,-1 1,-1 0,1 0,-1 1,0-1,0 0,-1 1,0 0,1 0,-2-1,-1 1,0-1,0 1,-1 0,0 1,1 0,-2 0,1 0,0 1,-1 0,1 0,-1 1,0 0,0 1,0-1,0 1,0 1,0 0,0 0,0 0,0 1,0 0,0 1,-2 0,-9 4,1 0,-1 0,1 2,1 1,-1 0,1 1,1 0,0 2,-2 2,-126 122,80-68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11.6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745 219,'-9'0,"-17"-1,-1 2,1 0,0 2,0 1,-25 7,-9 9,2 3,0 3,-30 19,76-36,-1 0,1 1,1 0,0 0,0 2,1-1,0 1,1 1,1-1,0 2,0-1,-3 12,8-20,-40 68,24-44,2 2,0 0,2 1,2 0,-10 34,20-41,1 0,2 0,0 0,2 0,0 0,2 0,1 0,1-1,1 1,4 7,-2 1,6 23,-3 2,-2-1,-2 8,-8-52,1 1,1-1,0 0,1 0,0 0,1-1,1 1,0-1,0 0,1 0,1 0,0-1,0 0,3 1,19 19,1-2,2-1,1-1,22 13,-32-26,1 0,0-1,1-1,0-2,0 0,1-2,1-1,-1-1,1-1,25 1,361 35,-391-38,-1-1,1-1,0-1,-1-1,1 0,0-2,-1-1,0 0,0-2,0 0,0-1,10-7,-6-3,-1-1,-1-1,-1-1,0-1,-2-1,0-1,-1-1,-2 0,0-1,-2-1,-1-1,-1 0,-1-1,-1 0,-2-1,2-13,-2-1,-3 0,-2 0,-1 0,-2 0,-4-24,2 2,1 1,1 28,-1 0,-1 0,-3 1,-1-1,-4-11,-3 3,-2 1,-1 1,-3 1,-1 0,-2 1,-2 1,-2 2,-1 0,-2 1,-1 2,-1 1,-3 2,0 1,-2 1,-1 2,-35-20,45 30,-1 2,0 0,-2 2,1 2,-1 0,-1 2,0 1,0 1,-1 2,0 1,1 1,-1 2,0 1,0 1,0 2,-2 1,1 5,0 1,1 2,1 1,-22 12,-26 18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13.4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1204 71,'-52'-13,"-1"3,0 2,0 2,-54 1,71 4,0 1,0 2,0 1,0 1,1 3,0 1,0 1,0 2,2 1,-10 6,-42 28,1 4,-7 10,74-45,0 0,1 0,1 2,0 0,1 0,1 2,1-1,0 2,2 0,0 0,1 0,1 1,1 1,1-1,1 1,1 0,0 11,-14 111,3 72,14-191,0 0,1 0,2 0,0-1,2 1,1-1,1 1,3 7,6 8,2 0,2 0,1-2,2-1,2 0,1-2,24 27,-29-45,1 0,0-2,1 0,1-1,0-2,0 0,2-1,-1-2,17 5,7 4,25 9,1-2,1-4,0-3,2-4,63 4,-97-15,4 2,0-2,1-2,-1-2,37-6,285-54,-357 59,1-2,-1 1,0-1,0-1,-1 0,1-1,-1 0,0-1,-1 0,0-1,0 0,3-3,6-7,1-2,-2 0,-1 0,-1-2,0 0,-2-1,0-1,-2 0,-1 0,0-1,-2-1,1-8,1-18,-2-1,-3 1,-2-1,-2-1,-3 1,-5-31,-6-3,-5 2,-3 0,-4 2,-10-17,23 63,-2 1,-1 1,-2 1,-2 0,-1 1,-1 1,-2 0,-1 2,-1 1,-2 1,-22-19,21 29,-1 2,0 1,-1 2,-1 0,0 2,-1 2,0 0,-1 2,1 2,-1 1,0 1,0 1,-32 4,-172 13,160-6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15.6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1395 53,'-3'0,"-206"1,-48 13,195-7,0 3,0 2,1 3,1 3,-34 16,78-27,-52 19,2 3,-59 37,110-56,2 0,0 1,0 0,1 1,0 0,1 1,0 0,1 1,1 0,0 1,1 0,0 0,2 1,0 0,0 1,-3 10,-8 19,2 1,2 0,2 1,2 0,-1 40,9-63,-1 17,1 0,3 1,1-1,4 16,-1-38,0 0,1-1,1 1,1-2,1 1,0-1,1 0,1-1,1-1,0 0,4 3,29 27,2-1,50 34,-30-24,-32-24,1-2,1-1,1-2,2-2,0-2,14 4,-22-14,1-1,0-2,0-2,1-1,0-2,0-1,29-1,248 3,-288-3,0-1,0 0,0-2,0-1,-1-1,1-1,-1-1,1-1,12-6,159-75,-15 8,-159 70,0-2,-1 0,0-1,-1-1,-1-1,0-1,-1 0,-1-1,10-12,-6-3,-1 0,-1-1,-2-1,-1-1,-2 0,-1-1,2-14,-4-1,-2 0,-2 0,-1-41,-4 77,-1 7,4-46,-3 0,-2-1,-6-39,-33-70,35 143,-1 1,-1-1,-1 1,-1 1,0 0,-1 0,-1 1,-1 0,0 1,-1 0,-1 1,0 0,-1 1,-1 1,-15-10,-139-96,153 108,-1 0,0 2,0 0,-1 1,0 1,0 0,0 2,-1 0,-20-2,-138-20,83 29,1 4,-1 3,2 5,-38 13,-5 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0.3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13 593,'0'-593,"-12"1199,11-581,2 1,1-1,0 0,2 0,5 14,2-7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0.7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6 397,'-3'-39,"1"1,1 0,3 0,1-1,1 1,3 1,1-1,12-33,-12 51,-2 38,-18 212,5-147,3 1,4 1,3-1,10 49,0-73,0-13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1.1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1 513,'0'-17,"-1"-92,5 0,14-73,-2 86,-11 136,-7 115,-1-47,5 0,5 0,6 13,7-30,-9-57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1.4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1 420,'39'-413,"-38"406,-1 27,0-16,-9 449,11-416,2 0,2-1,1 1,5 11,3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2.3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3165 672,'-111'-85,"-4"4,-4 6,-2 5,-4 5,-2 6,-2 6,-113-30,137 55,0 4,-1 5,-1 5,-1 4,0 5,0 5,-30 6,67 1,0 2,0 3,1 4,0 2,2 4,-37 18,64-23,1 3,2 1,0 2,1 2,1 1,2 1,0 2,2 2,2 1,1 1,-6 10,4 3,2 2,1 0,3 2,2 1,3 1,1 1,3 0,2 1,3 1,2 0,2 0,1 17,4 0,2 1,4-1,2 0,4-1,3 0,3 0,9 17,13 29,5-2,5-2,57 94,-84-168,2-2,2-1,1 0,2-2,1-2,1 0,2-2,2-2,0 0,2-3,0-1,2-1,31 13,-10-13,2-2,0-4,0-1,2-4,0-2,0-3,0-2,39-4,106-10,196-34,-363 38,129-15,-1-8,-2-6,-1-9,51-24,-181 55,-1-2,-1-2,-1-1,0-1,-1-2,-1-1,-1-2,-1 0,-1-2,-1-2,-1 0,-2-2,-1 0,13-22,-11 2,-2 0,-3-1,-1-1,-3-1,-2-1,-3 0,-1 0,-4-1,-1 0,-3 0,-2-1,-3 1,-1 0,-4 0,-1 1,-10-26,2 16,-4 0,-2 2,-2 1,-3 0,-3 2,-2 2,-3 1,-2 1,-33-34,50 65,0 0,-2 1,0 2,-2 0,0 2,-1 0,-1 2,0 1,-1 1,-1 2,0 0,-17-3,-33-2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3.8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3887 457,'-205'-56,"50"15,-88-38,103 25,-3 6,-37-3,-68 3,-141-5,220 36,-1 8,-161 12,241 5,0 4,1 4,0 4,2 4,1 4,1 3,1 4,2 3,2 4,2 4,-34 27,84-53,1 1,0 1,2 1,1 2,1 0,1 1,1 1,1 1,2 1,1 1,1 0,2 2,1-1,-1 7,-9 51,5 2,3 0,4 1,4 8,-3 12,-13 112,-1-38,9 1,8 1,9 0,7 2,7-55,6-1,6-1,29 80,-32-140,2-1,3-2,4-1,2-2,4-1,2-2,12 10,-10-20,2-1,3-3,2-2,2-2,2-3,1-1,3-4,1-2,1-3,2-2,2-3,0-3,59 13,41-5,1-7,2-7,0-8,76-8,-150-2,-1-5,0-4,0-4,-1-4,39-14,54-30,-3-7,35-26,-123 51,-2-3,34-25,-93 48,0 0,-1-2,-2-2,-1 0,-1-2,-1-1,18-26,12-34,-3-2,-5-2,29-77,-18 25,-7-2,-5-3,-8-2,-3-17,-25 89,-3-1,-4 0,-4 0,-3 0,-4 0,-3 0,-4 1,-4 0,-2 1,-5 2,-18-42,-25-52,-8 3,-59-93,112 219,-3 2,-1 1,-31-35,45 60,0 1,-1 1,-1 0,0 0,-1 1,0 1,0 1,-1 0,0 1,-1 1,-15-5,-14 3,0 1,-1 3,1 2,-1 2,0 2,1 2,-31 7,51-8,-68 7,1 4,-32 11,81-12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4.5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17,'16'0,"16"-3,17 0,11-2,-4-1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4.7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14,'21'-2,"13"-4,0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4.9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56,'18'-9,"13"-6,8-1,-2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5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69,'18'-9,"15"-6,3 1</inkml:trace>
  <inkml:trace contextRef="#ctx0" brushRef="#br0" timeOffset="1">776 55,'7'-6,"9"-6,8-2,8 1,-3 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5.4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35,'11'-4,"11"-5,8-2,0 1</inkml:trace>
  <inkml:trace contextRef="#ctx0" brushRef="#br0" timeOffset="1">655 35,'13'0,"17"-2,18-1,17 0,14 1,11 0,-9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5.6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81,'5'-9,"5"-6,9-2,11 2,14 4,9 3,-4 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5.9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39,'3'-5,"4"-1,13 0,17-1,20 1,19 1,-4 1</inkml:trace>
  <inkml:trace contextRef="#ctx0" brushRef="#br0" timeOffset="1">1003 92,'4'-4,"5"-5,4 0,10 0,11 0,15 2,12 3,-4 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6.2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29,'9'-6,"5"-4,-2 4,-9 2,-6 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6.6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155 17,'-29'-16,"38"30,24 10,1-1,1-2,1-2,8 2,-16-6,49 23,204 114,-276-149,6 2,-1 1,-1 0,1 0,-1 0,0 1,-1 1,1 0,-2 0,1 0,-1 1,0 0,-1 0,0 1,0 0,2 7,-8-13,1 0,-1 0,0 0,0 0,0 0,0 0,-1-1,1 1,-1 0,0 0,0 0,-1 0,1-1,-1 1,0-1,0 1,0-1,0 0,0 1,-1-1,-3 2,-67 55,-16-6,-1-4,-45 16,42-22,2 4,-43 32,71-32,21-9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7.5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181 114,'-5'-2,"-1"1,0 0,1 0,-1 1,0-1,1 1,-1 0,0 1,0 0,1-1,-1 2,1-1,-1 1,1 0,-1 0,1 0,0 1,0 0,0 0,0 0,1 0,-1 1,1 0,0 0,0 0,0 0,1 1,0 0,-1-1,1 1,-1 4,-1 8,0 1,0 0,2 0,1 0,0 0,1 1,1-1,0 1,2-1,0 0,1 0,1 0,1 0,0 0,1-1,1 0,1 0,0-1,1 0,1 0,0-1,1 0,1-1,0 0,1-1,1 0,0-2,5 4,-12-9,1-1,0 0,0 0,0-1,1 0,0-1,-1 1,1-2,0 1,0-1,1-1,-1 0,0 0,1-1,-1 0,0 0,0-1,1 0,-1-1,0 0,0 0,0-1,0-1,-1 1,1-1,-1-1,0 1,0-1,1-2,4-4,0-1,-1-1,0 0,-1-1,0 0,-1 0,-1-1,-1-1,0 1,0-1,-2-1,0 1,-1-1,-1 0,0 0,-1-1,-1 1,-1-1,0 1,-2-5,1 7,0 0,-1 0,-1 1,0-1,-1 1,-1-1,0 1,-1 0,0 1,-1-1,-1 1,0 0,-1 1,0-1,-1 2,-1-1,1 1,-2 1,1-1,-2 2,1 0,-1 0,0 1,-4-1,6 4,-1 0,1 1,-1 0,-1 1,1 1,0-1,-1 2,1-1,-1 2,1 0,-1 0,1 1,-1 0,1 1,0 0,-1 1,1 0,0 1,1 0,-1 1,1 0,0 1,0 0,0 0,1 1,0 0,0 1,1 0,0 0,0 1,1 0,0 1,1-1,0 1,1 0,-3 7,5-8,1-1,0 0,1 0,0 1,0-1,1 1,0-1,0 1,1-1,0 1,1-1,0 0,0 1,1-1,0 0,0-1,1 1,0 0,0-1,1 0,0 0,0 0,4 2,38 42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7.9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98 140,'-8'7,"0"1,1 1,0-1,0 1,1 0,0 1,1-1,0 1,0 1,1-1,1 0,-1 1,2 0,-1 0,2 0,-1 0,2 0,-1 0,1 0,1 0,0 0,1 0,0 0,0 0,1 0,1-1,0 1,0-1,1 0,0 0,1-1,0 0,1 0,0 0,3 3,1-2,1-1,0 0,0-1,1 0,0-1,1 0,-1-1,1-1,0 0,1-1,-1 0,1-1,-1-1,16 1,-23-3,1 1,0-1,0-1,0 1,-1-1,1-1,0 0,-1 0,1 0,-1-1,0 0,0 0,0-1,0 0,-1 0,1-1,-1 1,0-1,0-1,-1 1,0-1,0 0,0 0,0-1,-1 1,0-1,-1 0,0 0,1-1,0-9,-1 0,0 0,-1 0,-1 0,0 0,-1 0,-1 0,-1 0,0 0,-1 0,-1 0,-1 1,0-1,-1 1,-1 0,0 1,-2 0,1 0,-2 1,-3-4,5 7,-1-1,-1 2,0 0,-1 0,0 0,0 2,-1-1,0 2,0-1,-1 2,0-1,0 2,-13-4,18 6,0 1,0 1,0-1,0 1,0 0,-1 1,1 0,0 1,0-1,-1 1,1 1,0 0,0 0,0 0,1 1,-1 1,1-1,-1 1,1 0,0 1,0-1,1 1,0 1,-3 2,4-3,0 0,0 1,1-1,0 1,0 0,0 0,1 0,0 0,0 0,1 1,0-1,0 1,0 0,1 0,0 0,0 0,1-1,0 1,0 0,0 0,1 0,0 0,1 0,-1 0,1-1,1 1,0 1,38 52,11-8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8.3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130 54,'-9'7,"0"1,1 0,0 0,0 1,1 0,0 0,1 1,0 0,0 0,1 0,0 1,1 0,0 0,1 0,0 0,1 1,0-1,1 0,0 1,1 0,0-1,1 1,0-1,1 1,0-1,1 0,0 0,1 0,0 0,1 0,0-1,1 0,0 0,0 0,1-1,7 9,-6-9,1 0,0-1,0 0,0 0,1-1,0 0,1-1,-1 0,1 0,0-1,1-1,-1 0,1-1,0 0,0 0,0-1,0-1,0 0,0-1,1 0,-1-1,0 0,0-1,0 0,0-1,0 0,-1-1,11-5,-16 4,0 0,0 0,0-1,0 0,-1 0,0 0,-1 0,1-1,-1 0,-1 0,1 0,-1 0,0-1,-1 1,1-1,-2 0,1 1,-1-1,0 0,-1 0,0 0,0-2,-1-8,0-1,-1 1,-1 0,-1 0,-1 0,0 0,-1 1,-1 0,-2-3,2 7,0 0,-1 1,-1 0,1 0,-2 0,0 1,0 1,-1 0,0 0,-1 1,0 1,0 0,-8-3,12 6,-1 1,0 1,1-1,-2 2,1-1,0 1,0 1,-1-1,1 2,-1-1,1 1,-1 1,1 0,-1 0,1 1,0 0,-1 0,1 1,0 1,1-1,-4 3,5-2,0-1,0 2,0-1,0 1,1 0,-1 1,1 0,1 0,-1 0,1 0,0 1,1 0,-1 0,1 0,1 0,-1 1,1 0,1-1,0 1,0 0,0 1,1-1,0 0,0 0,1 0,0 1,1-1,0 0,1 5,28 43,10-9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8.6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234 78,'-8'1,"1"1,0 0,0 0,0 1,0 0,0 0,0 1,1 0,-1 0,1 0,0 1,1 0,-1 0,1 0,0 1,0 0,1 0,-1 0,1 0,1 1,-1-1,1 1,-2 5,0-1,1 1,0 0,1 0,0 0,1 1,0-1,1 0,0 1,1-1,1 1,2 11,0-11,0-1,1 0,1 1,0-2,1 1,0-1,1 0,0 0,1 0,0-1,1-1,0 1,0-1,1-1,0 0,1 0,-1-1,1 0,7 2,-8-4,0 0,0 0,1-1,-1 0,1-1,0-1,0 1,0-2,0 1,0-2,0 1,1-1,-1-1,0 0,0-1,0 0,0-1,0 0,-1-1,1 0,-1 0,7-5,-10 4,0 0,0-1,0 0,-1 0,0 0,0-1,-1 0,0 0,0-1,-1 1,1-1,-2 0,1 0,-1 0,-1-1,1 1,-1-1,-1 0,1 1,-1-3,0-8,0 0,-2 0,0 0,0 0,-2 1,-1-1,0 0,-7-16,7 23,0 0,-1 0,-1 0,0 1,-1-1,0 1,0 1,-2 0,1 0,-1 0,0 1,-1 0,0 1,0 0,-1 1,0 0,-1 1,1 0,-1 0,0 1,-1 1,1 0,-1 1,1 0,-1 1,0 1,-8-1,8 2,0 1,1 0,-1 0,0 1,0 1,1 0,-1 1,1 0,0 1,0 0,0 1,1 1,0 0,0 0,1 1,0 0,0 1,1 0,0 0,0 1,-1 3,-20 35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39.5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4343 928,'-250'-203,"-24"-1,172 136,-3 4,-2 4,-3 5,-47-13,14 20,-1 7,-2 5,-1 7,-1 7,-1 6,-1 7,-61 6,128 2,0 3,-1 4,2 3,-1 4,2 3,0 5,1 2,1 4,1 4,-62 34,79-27,2 3,2 2,1 3,3 2,2 3,-8 13,-45 60,5 4,-12 33,66-98,2 2,3 2,4 2,2 1,3 2,4 1,2 1,4 1,1 12,13-23,2 0,3 1,3-1,3 0,2 0,4 0,2-1,3-1,2 0,4-1,1-1,4-1,2-1,3-1,2-2,2-1,3-2,1-2,17 14,10 3,3-2,2-4,3-2,2-4,3-4,43 20,3-6,2-7,2-5,3-6,9-3,-31-14,1-4,1-6,0-4,1-6,1-4,10-5,-48-4,-1-3,0-4,0-2,-1-4,0-3,-2-4,-1-2,0-4,40-23,3-20,-2-4,-4-5,-4-5,-3-4,19-29,-32 34,-4-4,29-44,-84 95,-2-1,-2-1,-1-2,-2 0,-2-2,-2 0,10-36,-14 21,-2-1,-3-1,-2 0,-3 0,-3 0,-2 0,-3 0,-3 0,-8-28,-3 3,-4 0,-4 1,-4 2,-3 1,-4 1,-14-16,20 37,-4 2,-1 1,-4 2,-1 1,-3 3,-3 1,-1 3,-2 1,-20-10,54 43,-1 2,0 0,-1 1,0 1,0 1,-1 0,0 2,-1 0,1 1,-1 1,0 0,0 2,-1 0,1 2,-17 1,-58 23,15 11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0.9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4909 661,'-71'-32,"-1"3,-39-8,14 4,69 23,-450-155,-43 12,232 84,-3 13,-88 2,293 43,0 3,-1 4,0 4,1 4,-1 4,1 3,1 5,0 3,-60 22,33 9,3 4,2 6,3 3,3 6,2 3,-10 18,32-27,2 3,4 4,3 3,3 2,3 4,-43 72,58-76,3 1,4 3,3 1,4 2,3 1,3 2,5 0,-10 74,14 58,10 88,5-149,1-57,-2 108,10 26,-3-195,3 0,0-1,3 1,1-1,2 0,2-1,1-1,1 0,2-1,15 23,35 42,4-3,4-3,36 31,-43-56,3-3,3-3,2-3,3-4,79 41,-3-15,3-6,137 43,-136-67,1-7,3-6,1-8,1-7,1-7,8-7,730-2,-781-8,-1-4,0-6,0-6,-2-4,0-6,37-17,27-30,-4-7,160-99,-130 66,-166 93,-1-2,0-1,-2-3,-1-1,-1-2,-2-2,-1-1,-2-2,1-3,-9 0,-1 0,-2-2,-2 0,-1-2,-2 0,-2-1,-2-1,-2 0,-1-7,5-39,-4 0,-4-1,-5 0,-3-13,-1-89,-9 1,-8-1,-27-107,28 233,-2 1,-4 1,-2 1,-3 1,-2 1,-3 2,-3 1,-3 2,-2 1,-2 3,-2 1,-19-13,-93-82,-107-74,220 186,-1 1,-3 3,0 1,-2 3,0 2,-2 2,-20-4,-179-30,120 36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2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 1,'-8'23,"0"1,2 0,0 0,2 0,1 1,0-1,2 1,1 15,0-15,-5 158,17 162,-9-314,1 1,1-1,2 0,1-1,2 0,4 8,-10-27,1-1,1 1,0-1,0 0,1 0,1-1,-1 1,1-2,1 1,0-1,0-1,1 0,-1 0,1 0,1-2,-1 1,1-1,0-1,0 0,-1 0,1-1,-1 0,1-1,0-1,0 1,0-2,0 1,0-2,0 1,0-2,0 1,0-1,-1-1,1 0,-1-1,1 0,-1 0,3-3,15-11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3.0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50,'25'3,"26"0,26-1,21-4,23-4,16-4,12-2,-3 0,-12 3,-29 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3.6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26 470,'18'-18,"-2"-1,0-1,-1-1,-1 0,-1-1,-1 0,-1-1,-1 0,3-12,-8 21,-1-1,0 0,-1-1,0 1,-1-1,-1 1,-1-1,0 0,-1 1,-1-1,0-2,0 14,0 0,0 0,-1 1,1-1,-1 1,0 0,0-1,0 1,0 1,0-1,0 0,-1 1,0 0,1 0,-1 0,0 0,0 0,0 1,0 0,0 0,0 0,0 0,-1 0,1 1,0 0,0 0,-1 0,1 1,0-1,0 1,0 0,-1 0,1 0,0 1,0 0,1-1,-1 1,0 1,1-1,-1 0,1 1,0 0,-1 0,1 0,1 0,-1 0,0 1,1 0,1-4,0 1,0 0,0 0,1 0,-1 0,0 0,1 0,-1 0,1 1,-1-1,1 0,0 0,-1 0,1 0,0 1,0-1,0 0,0 0,0 1,0-1,0 0,0 0,1 0,-1 1,0-1,1 0,-1 0,1 0,-1 0,1 0,-1 0,1 0,0 0,0 0,-1 0,1 0,0 0,0 0,0-1,0 1,0 0,0 0,53 18,-7-13,1-2,-1-1,1-4,11-1,-11 0,162-2,-156 15,-52-10,-1-1,0 1,0 0,0 0,0 0,0-1,0 1,0 0,-1 0,1 1,0-1,0 0,-1 0,1 0,-1 0,1 1,-1-1,0 0,1 0,-1 1,0-1,0 0,0 1,0-1,0 0,0 0,0 1,0-1,0 0,-1 1,1-1,-1 0,1 0,-1 0,1 1,-1-1,0 0,0 0,-90 151,91-149,-1 0,0 0,1 0,-1 0,1 0,0 0,0 0,0 0,0 0,1 0,-1 0,1 0,0 0,0 0,0 0,0 0,0-1,1 1,-1 0,1-1,0 0,0 1,0-1,0 0,0 0,0 0,0 0,1 0,-1 0,1-1,2 2,90 33,-50-29,-1-1,1-3,0-1,0-2,24-5,-3-1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4.3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307 164,'-10'-7,"-1"0,1 1,-1 0,0 1,-1 0,1 1,-1 0,0 1,0 0,0 1,-1 1,1 0,5 0,1 1,-1 0,1 1,0 0,-1 0,1 0,0 1,-1-1,1 2,0-1,0 1,1 0,-1 0,1 0,-1 1,1 0,0 0,0 0,1 1,-1-1,1 1,0 0,-2 3,3-4,1 0,0 0,-1 0,1 0,0 0,1 1,-1-1,1 1,0-1,0 1,0-1,1 1,0-1,-1 1,2 0,-1-1,0 1,1-1,0 1,0-1,0 1,1-1,0 1,0-1,0 0,0 0,0 0,1 0,0-1,-1 1,2 0,-1-1,0 0,1 0,-1 0,1 0,4 2,1-1,-1 1,1-2,0 1,0-1,1 0,-1-1,0 0,1-1,-1 0,1 0,0-1,-1 0,1-1,-1 0,1 0,-1-1,1 0,-1-1,0 0,0-1,0 0,-1 0,1-1,-1 0,0 0,0-1,-1 0,1 0,-2-1,1 0,-1 0,0 0,0-1,-1 0,0 0,0-1,-1 1,3-8,-3-2,-1 1,-1-1,-1 1,0-1,-1 0,-2-11,-1 84,4-44,0-1,1 0,1 1,0-1,0 0,1-1,0 1,0-1,1 1,1-1,1 1,-5-7,0 1,1-1,-1-1,1 1,0 0,0-1,0 1,0-1,0 0,1 0,-1 0,0-1,1 1,0-1,-1 1,1-1,0-1,0 1,-1 0,1-1,0 0,0 0,0 0,0 0,-1-1,1 1,0-1,0 0,-1 0,1 0,3-2,3-4,1-1,-1 1,-1-2,0 1,0-1,0-1,-1 0,-1 0,1 0,-2-1,0 0,0-1,-1 1,0-1,-1 0,0 0,0-5,7-26,-5 23,-11 44,-5 91,10-111,1 1,0-1,-1 0,2 1,-1-1,0 0,1 1,0-1,0 0,0 0,1 0,-1-1,1 1,0-1,0 1,0-1,0 0,1 0,-1 0,1-1,0 1,0-1,0 0,1 1,0-1,0 0,0-1,1 1,-1-1,1 0,-1-1,1 1,-1-1,1 0,-1 0,1-1,-1 0,1 0,-1 0,0 0,1-1,-1 0,0 0,0-1,0 1,0-1,-1 0,1 0,-1-1,0 1,1-1,0-1,5-6,0-1,0 1,-2-1,1-1,-2 1,1-2,-2 1,0-1,3-10,15-77,-15 143,-9-28,0 0,1 0,1 0,0 0,1 0,1-1,0 1,1-1,0 0,1 0,0-1,1 0,1 0,0 0,0-1,1 0,2 0,4-1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5.0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0 140,'3'-10,"0"1,1-1,0 1,0 0,1 0,0 1,0 0,1-1,0 2,1-1,6-5,-9 9,-1 1,1 1,0-1,0 0,1 1,-1 0,0 0,1 0,-1 0,1 1,0 0,-1 0,1 0,0 0,0 1,0 0,-1 0,1 0,0 0,0 1,0 0,-1 0,1 0,0 1,0 0,2 1,0 0,-1 1,1 0,-1 0,0 0,0 1,0 0,-1 0,0 1,0 0,0-1,0 2,-1-1,0 0,-1 1,1 0,-1 0,-1 0,1 0,-1 0,0 0,-1 1,1 3,0 9,0 0,-1 0,-1 0,-1 0,-1 0,-1 0,0 0,-4 8,-66 182,54-163,1 0,2 1,2 1,3 1,2-1,1 6,7-41,1 1,1 0,0-1,1 1,1-1,0 1,0-1,2 0,0 0,0 0,2-1,-1 0,2 0,0-1,0 0,1 0,0-1,1 0,1 0,0-1,0-1,1 0,0 0,9 4,2 1,0-2,1-1,0 0,1-2,0-1,0-1,1-1,0-1,0-1,0-1,0-2,0-1,21-2,-42 2,0 0,0-1,0 1,-1-1,1 0,0 0,0-1,-1 0,1 1,-1-1,1-1,-1 1,0-1,0 0,0 0,0 0,-1 0,1 0,-1-1,0 0,0 0,0 0,0 0,-1 0,0 0,1-1,-2 1,1-1,0 0,-1 1,0-1,0 0,0 0,-1 0,0 0,0 0,0 1,-1-4,-6-13,0 1,-2 0,0 1,-2 0,0 0,-1 1,-1 1,0 0,-1 1,-1 0,-1 1,0 1,-16-12,-43-29,-2 3,-1 4,-3 3,-2 3,-26-6,39 12,70 36,0-1,-1 1,1 0,0-1,-1 1,1 0,0-1,0 1,-1 0,1-1,0 1,0-1,0 1,-1-1,1 1,0 0,0-1,0 1,0-1,0 1,0-1,0 1,0-1,0 1,0 0,0-1,0 1,1-1,-1 1,0-1,0 1,0 0,1-1,-1 1,0-1,0 1,1 0,-1-1,0 1,1 0,-1-1,0 1,1 0,-1 0,1-1,-1 1,0 0,1 0,-1 0,1 0,-1-1,1 1,-1 0,0 0,1 0,-1 0,1 0,-1 0,1 0,-1 0,1 0,-1 0,1 1,-1-1,0 0,1 0,-1 0,216-17,-38 1,174-9,-337 27,-30 3,1-2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6.7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373 607,'-26'-4,"1"2,-1 1,1 0,-1 2,0 1,-24 5,42-5,-1 0,0 1,1 0,-1 0,1 1,0 0,0 0,0 1,1 0,-1 0,1 1,1 0,-1 0,1 1,0-1,0 1,1 1,0-1,0 1,1 0,-1 1,3-3,-1 0,1 0,0 0,0 0,0 0,1 0,0 1,0-1,1 0,0 1,0-1,0 0,1 1,0-1,0 0,1 1,0-1,0 0,0 0,1 0,-1-1,1 1,1-1,-1 1,1-1,0 0,0 0,1-1,-1 1,1-1,0 0,0 0,1-1,-1 0,1 1,1-1,1 1,1 0,0-1,0 0,0-1,0 0,1 0,-1-1,1 0,-1 0,0-1,1-1,-1 0,1 0,-1 0,0-1,0-1,0 0,0 0,0-1,0 1,4-5,0 1,-1-1,-1-1,0 1,0-2,0 0,-1 0,-1-1,0 0,0 0,-1-1,-1 0,0-1,0 0,-1-2,3-8,-2 0,-1-1,-1 0,0 0,-2-1,-1 1,-1-1,-1 1,-2-10,-5-34,-2 1,-16-51,-37-108,47 195,4 30,1 88,12 5,3 0,5 0,3-1,5 0,12 29,-27-102,1 1,1-2,1 1,1 0,0-1,1-1,1 1,0-1,2-1,-1 0,2 0,0-1,2 1,-9-11,0-1,0 0,1 0,-1-1,1 1,-1-1,1 0,0 0,0-1,0 0,-1 0,1-1,0 1,1-1,-1 0,0-1,0 1,-1-1,1-1,0 1,0-1,0 0,2-1,3-2,0-1,-1 1,0-2,0 1,-1-1,0-1,0 0,-1 0,0 0,0-1,4-7,-12 17,0-1,0 0,0 1,1-1,-1 0,0 0,0 1,0-1,1 0,-1 0,0 1,0-1,1 0,-1 0,0 0,0 1,1-1,-1 0,0 0,1 0,-1 0,0 0,1 0,-1 0,0 0,1 0,-1 0,0 0,1 0,-1 0,0 0,1 0,-1 0,0 0,1 0,-1 0,0 0,0 0,1-1,-1 1,0 0,1 0,-1 4,0 0,1 1,0-1,0 1,0-1,0 1,1-1,0 0,0 1,0-1,0 0,1-1,0 1,-1 0,1-1,1 1,-1-1,0 0,1 0,0 0,-1-1,1 1,0-1,1 0,-1 0,0 0,0 0,1-1,-1 0,1 0,-1 0,1-1,0 1,-1-1,1 0,0 0,-1-1,1 0,-1 1,1-1,1-1,3 0,0-1,-1 0,1 0,-1-1,0 0,0 0,0 0,0-1,-1-1,0 1,0-1,0-1,-1 1,0-1,0 0,-1 0,0-1,2-3,-4 6,0 0,0-1,-1 0,0 0,0 0,0 0,-1 0,0 0,0 0,0 0,-1-1,0 1,0 0,-1 0,1-1,-1 1,-1 0,1 0,-1 0,0 0,-1 0,1 1,-1-1,0 1,0-1,-4-3,2 3,0 0,1 1,-2 0,1 0,0 0,-1 1,0 0,0 0,-1 1,1-1,-1 1,1 0,-1 1,0 0,0 0,0 0,0 1,0 0,0 1,-1-1,1 1,0 1,0-1,-1 1,1 1,0-1,0 1,0 0,1 1,-1 0,0 0,1 0,0 1,0 0,0 0,0 0,1 1,-1 0,4-1,-1 1,1-1,0 1,0-1,0 1,1 0,-1 0,1-1,1 1,-1 0,0 0,1 0,0 0,1 0,-1 0,1 0,0 0,0 0,0 0,1 0,-1-1,1 1,0 0,1-1,2 4,20 34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7.3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121 461,'-12'-31,"2"-1,0 0,2-1,2 0,1 0,2 0,1-1,1 1,3-18,-3-16,-5 29,5 38,1-1,0 0,-1 1,1-1,-1 0,1 1,-1-1,1 1,-1-1,1 1,-1-1,1 1,-1-1,0 1,1 0,-1-1,0 1,1 0,-1-1,0 1,0 0,1 0,-1 0,0 0,1 0,-1-1,0 1,0 1,1-1,-1 0,0 0,0 0,1 0,-1 0,0 1,0-1,1 0,-1 1,0-1,1 0,-1 1,1-1,-1 1,1-1,-1 1,0 0,-1 0,0 0,0 0,0 1,1-1,-1 1,0-1,1 1,-1-1,1 1,-1 0,1 0,0 0,0 0,0 0,0 0,0 0,0 0,0 0,1 0,-1 0,1 1,0-1,0 0,-1 0,1 1,1-1,-1 0,0 0,0 1,1-1,0 0,-1 0,1 0,0 0,0 0,0 0,0 0,0 0,1 0,-1 0,0 0,1-1,0 1,-1-1,1 1,0-1,0 0,0 1,0-1,16 7,0 0,0-2,1 0,0-1,0-1,0-1,0-1,0 0,2-1,29 4,-31-3,0 0,0 2,0 1,-1 0,0 1,1 1,-13-4,-1-1,1 1,-1 1,0-1,0 1,0-1,0 2,-1-1,0 0,0 1,0 0,0 0,-1 0,1 0,-1 1,-1-1,1 1,-1 0,0 0,1 2,13 192,-15-195,1-1,0 1,0-1,1 1,-1-1,1 0,0 1,0-1,0-1,1 1,-1 0,1-1,0 0,0 0,0 0,0 0,0-1,1 0,-1 1,1-2,0 1,0 0,0-1,-1 0,1 0,0-1,0 1,0-1,0 0,2 0,6-1,-1 1,1-2,-1 0,0 0,1-1,-1-1,0 0,-1 0,1-1,-1-1,8-5,-12 7,0-1,0 0,-1 0,1-1,-1 0,0 0,-1 0,0-1,0 1,0-1,-1-1,0 1,0-1,-1 1,0-1,0 0,-1 0,0-1,0-2,-3 12,1 0,-1-1,1 1,-1 0,1-1,-1 1,0-1,0 1,1-1,-1 1,0-1,0 1,0-1,1 0,-1 1,0-1,0 0,0 0,0 1,0-1,0 0,1 0,-1 0,0 0,0 0,0-1,0 1,0 0,0 0,1-1,-1 1,0 0,0-1,0 1,0 0,1-1,-1 0,0 1,1-1,-1 1,0-1,1 0,-1 1,1-1,-1 0,1 0,-1 1,1-1,-1 0,1 0,0 0,0 0,-1 1,1-1,0 0,0 0,0 0,0 0,0 0,0 0,0 0,0 1,0-1,1 0,-1-1,-4 11,1 0,0 0,0 0,1 0,0 0,1 0,0 0,0 1,1-1,0 0,1 1,0-1,0 0,1 1,0-1,1 0,0-1,0 1,1 0,0-1,0 0,1 0,0 0,1 0,6 6,-6-8,0 0,0 0,0-1,1 1,0-2,0 1,1-1,-1 0,1 0,0-1,0 0,3 0,17 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7.5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90 1,'-16'0,"-8"6,1 8,4 8,12 4,19 5,20 0,19-4,1-6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7.8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1,'-9'18,"-3"20,1 21,6 22,7 14,7 12,7 4,5-1,6-4,5-8,2-11,-1-15,-3-14,-5-17,-8-23,-10-21,-11-19,-4-5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8.3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0 124,'611'-10,"-587"10,0-2,0 1,0 1,-1 1,1 2,0 0,-1 1,0 2,0 0,0 1,7 5,-26-9,0 0,0 0,0 1,0-1,0 1,0 0,-1 0,0 1,0-1,0 1,-1-1,1 1,-1 0,0 0,-1 0,1 0,-1 0,0 1,0-1,0 0,-1 0,0 6,8 36,-7-44,0 0,0 1,0-1,1 0,-1 0,1 0,0 0,0 0,0 0,0-1,0 1,0-1,1 1,-1-1,1 0,0 0,0 0,0 0,0-1,0 1,0-1,0 0,0 0,1 0,-1 0,0 0,1-1,-1 1,1-1,2 0,2 0,0-1,1 0,-1 0,0-1,0 0,0 0,0-1,-1 0,1 0,-1-1,0 0,3-2,-3 2,-1-1,1 1,-1-1,0 0,0-1,-1 0,0 1,0-2,0 1,-1-1,1 1,-2-1,1 0,-1-1,0 1,0-1,-1 1,0-1,-1 0,0 0,0 1,0-1,-1 0,0 0,-1 0,1 0,-2 0,1 0,-1 1,0-1,-1 1,0-1,0 1,0 0,-1 0,-4-6,0 5,0 1,-1 0,0 0,0 1,0 1,-1-1,1 1,-1 1,-1 0,1 0,0 1,-1 0,0 1,0 0,0 1,0 0,0 1,1 0,-1 0,0 2,0-1,0 1,0 1,1 0,-1 0,1 1,0 0,0 1,0 0,1 1,0 0,0 0,0 1,1 0,-7 8,11-11,1 0,-1 1,1-1,0 1,0 0,0 0,1 0,0 0,0 0,0 0,1 1,-1-1,1 1,1-1,-1 1,1-1,0 1,0 0,0-1,1 1,0-1,0 1,1-1,-1 0,1 1,0-1,1 0,-1 0,1 0,0 0,0-1,0 1,1-1,0 0,3 3,2 0,1 0,0-1,1 0,0-1,-1 0,1-1,1 0,-1-1,1 0,-1-1,1 0,0-1,0 0,-1-1,1 0,0-1,0 0,0-1,-1-1,5 0,28-11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8.5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300 0,'-23'0,"-17"5,-12 8,-5 8,6 8,10 8,14 7,19 5,21 3,8-7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48.7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0,'21'14,"15"6,16 1,15-4,16-7,17-10,12-9,5-11,-18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50.2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30,'630'-16,"220"3,271 78,-1108-65,37 3,1-2,0-3,-1-1,1-3,11-5,-29-3,-32 14,-1 0,1 0,-1 0,0 0,1-1,-1 1,1 0,-1 0,1-1,-1 1,1 0,-1-1,0 1,1 0,-1-1,0 1,1-1,-1 1,0 0,0-1,1 1,-1-1,0 1,0-1,0 1,0-1,1 1,-1-1,0 1,0-1,0 1,0-1,0 1,0-1,-1 1,1-1,0 1,0-1,0 1,0-1,0 1,-1-1,1 1,0-1,-1 1,1-1,0 1,-1 0,1-1,0 1,-1 0,1-1,0 1,-1 0,1-1,-1 1,1 0,-1 0,1 0,-5-2,0 0,0 1,0 0,-1 0,1 0,0 1,0 0,0 0,-1 0,1 0,0 1,0 0,0 0,0 0,0 1,0 0,-1 0,-37 8,20-9,2-2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50.5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8,'-33'-7,"33"7,1 0,-1 0,0 0,1 0,-1 0,1 0,-1 1,0-1,1 0,-1 0,0 0,1 1,-1-1,0 0,1 0,-1 1,0-1,1 0,-1 1,0-1,0 0,1 1,-1-1,0 0,0 1,0-1,0 0,0 1,1-1,-1 1,0-1,0 0,0 1,0-1,0 1,0-1,0 1,0-1,0 0,-1 1,1-1,0 0,0 1,0-1,0 1,0-1,-1 0,1 1,0-1,0 0,-1 1,1-1,0 0,-1 0,1 1,0-1,-1 0,1 0,0 1,-1-1,1 0,0 0,-1 0,1 0,-1 0,1 1,0-1,-1 0,1 0,-1 0,97 61,133 43,-120-57,81 48,-173-85,0 0,0 1,-2 1,1 1,-1 0,12 15,-23-24,-1 0,1 0,-1 1,-1-1,1 1,-1 0,1 0,-1 0,-1 0,1 0,-1 0,0 0,0 1,0-1,-1 0,1 1,-2-1,1 1,0-1,-1 0,0 1,0-1,-1 0,0 0,1 0,-2 0,0 2,-7 9,-1 0,0-1,-1-1,-1 0,0-1,-1 0,0-1,-1 0,-5 1,-76 53,-3-5,-36 13,38-23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51.6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0,'18'5,"20"5,19 4,18 0,17-1,13 0,12-3,4 0,-3-2,-15-2,-24-2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5:52.0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0,'16'19,"15"16,10 17,10 15,3 12,-2 12,-11 7,-22 8,-33 2,-43-4,-11-19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06.7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1,'-2'1,"1"0,-1 0,0 0,1 0,-1 0,0 0,1 0,0 1,-1-1,1 1,0-1,0 1,-1-1,1 1,0 0,1 0,-1-1,0 1,0 0,1 0,-1 0,1 0,0 0,0 0,-1 0,1 0,0 0,1 0,-1 0,0 0,1 1,-2 2,-1 70,2 0,4 0,2-1,5 1,2-1,10 23,32 116,25 100,119 294,-175-548,3-2,2-1,3-1,2-2,2-1,3-1,111 132,-148-182,-1 1,0-1,0 0,1 1,-1-1,0 1,0-1,0 1,-1-1,1 1,0 0,0-1,-1 1,1 0,-1 0,0-1,0 1,1 0,-1 0,0 0,0-1,0 1,-1 0,1 0,0 0,-1-1,1 1,-1 0,0-1,0 1,1 0,-1-1,0 1,0-1,-1 1,-10 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07.4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0 354,'26'3,"-1"1,0 1,0 1,0 2,-1 0,0 2,-1 0,0 2,19 13,-39-23,340 207,-341-208,62 26,-62-26,0-1,-1 0,1 0,0 0,0 0,0 0,0 0,0 0,0 0,0-1,0 1,-1-1,1 0,0 0,0 1,-1-1,1 0,0 0,-1 0,1-1,-1 1,1 0,-1-1,0 1,1-1,-1 1,0-1,0 1,0-1,0 0,-1 1,1-1,0-2,6-17,-2-1,0-1,-1 1,-2 0,0-1,-1 0,-2-4,4-47,4 7,3 0,2 1,4 0,8-18,-9 39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1.7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1213 47,'-98'4,"1"4,-5 6,80-11,-311 44,313-41,0 0,1 2,-1 0,2 1,0 1,0 1,1 1,0 0,0 1,2 1,0 0,0 1,2 1,0 0,-9 15,-23 31,2 2,4 2,2 2,-6 23,24-28,2 1,3 0,3 1,3 1,3-1,3 1,2 0,7 41,-5-60,-2-10,3-1,1 1,1-1,2 0,2 0,1-1,2 0,1-1,5 5,14 17,2-2,3-1,2-2,2-2,2-2,3-1,1-3,2-2,48 32,-60-47,0-1,1-2,2-2,0-1,1-2,1-2,1-2,0-2,0-1,1-3,10 0,90 0,135-10,-194-1,-1-3,0-5,-1-3,0-3,-1-4,-1-4,-2-3,48-25,-104 42,1-2,-1 0,-1-1,0-1,-1-2,-1 0,-1-1,0 0,-1-2,-1 0,-1-1,-1-1,3-7,9-26,-3-1,-2-1,-2-1,-3 0,-3-2,2-22,-6 26,-1-1,-4 0,-1 0,-3 0,-3-1,-2 1,-3 0,-2 1,-3 0,-2 0,-2 1,-7-10,-5 4,-2 1,-2 2,-4 1,-1 2,-3 2,-3 1,-1 2,-3 2,-2 2,-1 3,-3 1,-56-33,75 56,0 0,-1 3,-1 0,0 3,-1 1,-1 1,1 3,-2 1,1 1,-1 2,0 2,1 2,-1 1,-15 4,-71 12,0 6,2 5,1 6,-4 6,124-39,-234 88,215-79,1 1,0 0,1 1,1 2,0-1,1 2,0 0,1 2,1-1,0 2,-20 36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2.2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0,'2'5,"1"7,0 15,0 12,-2 12,0 11,0 8,-3 4,-1 1,0-2,-2-6,0-9,1-15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2.5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 57,'-2'-16,"-1"-8,0 8,1 15,0 19,1 21,1 19,-1 13,1 9,3 4,0-1,0-6,-1-6,0-11,-1-15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2.9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1,'0'6,"0"10,0 13,0 13,0 13,0 9,0 6,-2 6,-1 1,0-6,1-8,2-10,2-14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3.2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21 260,'-4'9,"1"0,0-1,0 1,1 0,0 0,1 1,0-1,0 0,1 0,0 1,0-1,1 0,1 0,0 0,0 0,0 0,1 0,0 0,1-1,0 1,1-1,-1 0,2 0,-1-1,1 1,0-1,0-1,1 1,7 5,-5-7,1 1,0-2,-1 1,2-1,-1-1,0 0,1 0,0-1,-1 0,1-1,0 0,0-1,0 0,0-1,0 0,-1 0,1-2,0 1,-1-1,0-1,1 0,-1 0,-1-1,1 0,-1-1,0 0,0 0,0-1,-1 0,0 0,-1-1,1 0,-2-1,1 0,-1 0,0 0,-1-1,0 1,-1-1,0 0,0-3,-1-3,-2 0,0 0,-1 0,0 0,-2-1,0 1,0 0,-2 0,0 1,0-1,-2 1,0 0,-1 0,0 0,-1 1,-1 1,0-1,0 1,-2 1,0 0,0 0,-9-6,15 14,0 0,0 0,0 0,-1 1,0 0,0 0,0 1,0-1,0 1,-1 0,1 1,0 0,-1 0,1 0,-1 1,0 0,1 0,-1 0,1 1,-1 0,1 1,0-1,-1 1,1 0,0 1,0-1,0 1,0 0,1 1,-1 0,1 0,-3 2,-2 5,0 1,0 0,1 0,1 1,0 0,1 0,0 1,1 0,1 0,0 0,1 1,-1 7,-9 42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4.2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85 1,'-75'13,"75"-12,-1-1,0 0,1 0,-1 1,1-1,-1 0,1 1,-1-1,1 0,-1 1,1-1,0 1,-1-1,1 1,0-1,-1 1,1-1,0 1,-1-1,1 1,0-1,0 1,0-1,-1 1,1 0,0-1,0 1,0-1,0 1,0 0,0-1,0 1,0-1,0 1,1 0,-1-1,0 1,0-1,0 1,1-1,-1 1,0-1,1 1,-1-1,0 1,1-1,-1 1,1-1,-1 0,1 1,-1-1,1 1,-1-1,1 0,-1 0,1 1,-1-1,1 0,0 0,-1 0,1 0,-1 0,1 1,-1-1,1 0,0 0,-1 0,1-1,22 11,0-2,1-1,0-1,0-1,3-1,-6 0,524 71,-92-17,-403-46,-50-12,0 1,0-1,0 1,0-1,0 1,0-1,0 1,0-1,0 1,-1-1,1 1,0-1,0 0,0 1,-1-1,1 1,0-1,0 0,-1 1,1-1,0 0,-1 1,1-1,0 0,-1 1,1-1,-1 0,1 0,0 1,-1-1,1 0,-1 0,1 0,-1 0,1 0,-1 1,1-1,-1 0,1 0,0 0,-1 0,1-1,-1 1,1 0,-1 0,1 0,-1 0,1 0,-1 0,1-1,0 1,-1 0,1-1,-18 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88 2,'-15'-1,"10"1,0-1,1 1,-1 0,0 0,1 1,-1-1,1 1,-1 0,1 0,-1 1,1 0,-1-1,-1 2,6-2,-1 1,0-1,0 0,1 1,-1-1,0 1,1-1,-1 1,1-1,0 1,0-1,-1 1,1-1,0 1,0-1,1 1,-1-1,0 1,0-1,1 1,-1-1,1 1,-1-1,1 1,-1-1,1 0,0 1,0-1,0 0,0 0,0 1,0-1,0 0,0 0,0 0,1 0,-1-1,0 1,1 0,-1 0,1-1,22 18,1-2,1-1,1-1,0-1,1-1,2-1,17 8,-5-1,-8-6,0 2,-1 1,0 2,-1 1,-1 1,-1 2,-1 1,-1 1,7 9,-28-25,-1 1,0 0,-1 0,1 0,-1 1,-1 0,0 0,0 0,-1 1,0-1,0 1,-1 0,-1-1,0 1,0 0,-1 0,0 0,0 0,-1 0,-1 0,0 0,0-1,-1 1,0-1,-3 6,-11 16,-2-1,-1-1,-1-1,-2-1,0 0,-2-2,-1-1,-1-1,-24 15,10-6,10-8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16.0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1662 83,'-32'-15,"0"2,-1 1,0 1,-1 2,0 2,-1 1,1 1,-1 2,0 1,0 2,-24 4,13-1,0 3,0 2,0 2,1 2,0 2,2 1,-1 3,2 2,-10 7,-35 19,2 4,-61 49,113-74,2 1,1 1,1 2,1 1,2 1,1 1,2 1,-3 8,-8 27,4 1,2 2,4 0,2 2,4 0,3 2,0 29,5-36,3 0,4 1,2 0,3-1,4 1,2-1,3 0,3-1,7 12,-10-48,1 1,2-2,1 0,2 0,0-2,2 0,1-1,1-1,2-1,0-1,2-1,11 8,43 29,3-4,1-4,4-3,1-4,92 33,-109-52,0-2,2-4,0-3,1-3,1-4,0-2,19-4,37 1,1-6,0-5,-1-7,83-19,-174 23,-1-1,0-2,0-2,-1-1,-1-2,-1-2,-1-1,0-2,-2-1,0-2,-2-1,-1-1,-1-2,14-17,-12 5,-2 0,-2-2,-1-1,-3-2,-1 0,-3-1,-1-1,-3 0,4-28,-4 5,-4-1,-3 0,-3-1,-3 1,-4-1,-5-27,3 51,-3 0,-2 0,-2 1,-2 0,-2 1,-3 1,-1 0,-2 2,-2 0,-2 1,-12-12,4 8,-3 2,-1 1,-2 2,-2 2,-2 2,-1 2,-2 1,-1 3,-2 1,-1 3,-1 2,-7 0,-44-5,-2 4,-1 5,0 5,-1 4,-94 1,128 8,0 3,0 3,0 3,0 4,1 2,1 4,-15 7,-8 10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22.4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0 253,'41'-68,"49"-95,-74 142,-16 21,1 0,-1-1,1 1,-1 0,0 0,1 0,-1 0,1 0,-1 0,1 0,-1 0,1 0,-1 1,1-1,-1 0,0 0,1 0,-1 0,1 1,-1-1,0 0,1 0,-1 1,0-1,1 0,-1 1,0-1,1 0,-1 1,0-1,0 1,1-1,-1 0,0 1,0-1,0 1,0-1,1 1,-1-1,0 1,0-1,0 0,0 1,0-1,0 1,0-1,0 1,0-1,-1 1,1-1,0 0,0 1,0-1,3 32,-2 0,-1 0,-1 0,-5 20,2-5,-27 417,34-409,2-41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22.8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0 396,'9'-28,"0"0,2 0,1 1,1 1,10-14,-21 34,108-171,-78 142,-32 35,1 1,0-1,0 1,-1-1,1 1,0-1,0 1,-1 0,1 0,-1-1,1 1,-1 0,1 0,-1 0,1-1,-1 1,0 0,1 0,-1 0,0 0,0 0,0 0,0 0,1 0,-1 0,-1 0,1-1,0 1,0 0,0 1,0 0,-2 300,3-146,7 0,10 33,-13-158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23.3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208 23,'-10'1,"1"2,-1-1,1 1,0 1,0 0,0 0,0 0,1 1,0 1,0-1,0 1,1 1,0-1,0 1,1 1,-1-1,2 1,-1 0,1 0,0 1,-1 4,-1 2,0 1,1 0,1 0,1 0,0 0,1 1,1 0,0-1,2 1,0 0,0 0,2 1,-1-8,0-1,1 0,0 1,1-1,0 0,1 0,-1 0,2-1,-1 1,1-1,0 0,1-1,0 1,0-1,1 0,0 0,0-1,0 0,1 0,0-1,0 0,1 0,-1-1,1 0,0-1,0 0,0 0,0-1,1 0,-1 0,1-1,-1-1,1 1,-1-2,1 1,-1-1,1-1,-1 0,9-2,-10 0,-1 1,1-1,-1-1,1 1,-1-1,-1-1,1 1,-1-1,0 0,0-1,0 1,-1-1,0 0,-1-1,1 1,-1-1,-1 0,0 0,1-3,2-7,-1 0,-1 0,-1 0,0 0,-2-1,0 0,-1 1,-1-11,-1 13,0 0,-1 1,0-1,-2 1,1-1,-2 1,0 1,-1-1,0 1,-8-11,11 19,-1 0,1 0,-1 1,0-1,0 1,-1 0,1 1,-1-1,0 1,0 0,-1 1,1 0,-1-1,0 2,0-1,0 1,0 0,0 1,0 0,-1 0,1 0,0 1,-1 0,-2 1,2 0,0 0,0 1,1 0,-1 0,0 1,1 0,0 0,0 1,0 0,0 0,0 0,1 1,0 0,0 1,0-1,1 1,-1 0,1 0,1 1,-1-1,1 1,1 0,-1 1,1-1,0 0,1 1,0 0,0 0,0-1,1 1,0 0,1 0,0 0,1 8,8 33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23.8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70 275,'-3'7,"0"0,1 0,0 1,0-1,0 1,1 0,0-1,0 1,1 0,0 0,1 0,0-1,0 1,0 0,1-1,0 1,1-1,0 0,0 0,0 0,1 0,0 0,0-1,1 1,0-1,0 0,0-1,5 4,-2-3,1 0,0-1,0-1,1 1,-1-1,1-1,0 0,0-1,0 1,0-2,1 0,-1 0,0 0,0-2,1 1,0-1,-4 0,0 0,0-1,-1 1,1-1,-1-1,1 1,-1-1,0 0,0 0,0-1,-1 0,1 0,-1 0,0-1,0 0,0 0,-1 0,1 0,-1-1,-1 0,1 1,-1-1,0-1,1-2,1-6,0 0,-1 0,-1 0,0-1,-1 1,-1-1,0 1,-1-1,-1 1,-1-1,0 0,-1 1,0 0,-1 0,-1 0,0 0,-1 1,-1 0,0 0,-1 0,-1 1,0 0,0 1,-1 0,-1 1,-3-3,8 10,-1-1,1 1,-1 1,0-1,0 1,0 1,-1-1,1 1,-1 1,1-1,-1 1,0 0,1 1,-1 0,0 0,1 1,-1 0,0 0,1 0,-1 1,1 1,0-1,0 1,0 0,0 1,0 0,1 0,-1 0,1 1,0 0,0 0,1 0,0 1,0 0,-4 4,1 3,-1 0,2 0,-1 1,2 0,0 1,1-1,-3 12,-6 35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24.6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0 284,'140'-24,"-94"13,964-203,-922 190,-76 18,-12 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49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56.8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828 453,'-31'2,"0"1,0 1,0 2,0 2,1 0,0 2,-11 7,12-3,1 2,0 1,1 1,2 1,0 2,1 0,0 2,2 0,1 2,1 0,1 1,2 1,0 1,-8 21,-20 27,4 2,4 1,-23 69,51-122,2 1,0 0,2-1,1 2,1-1,1 0,1 1,2-1,1 1,1-1,1 0,1 0,2 0,3 8,11 10,2-1,2-2,2 0,1-1,2-2,2-1,2-2,1-1,1-2,22 15,11 9,3-3,1-4,3-2,2-4,2-4,1-2,2-5,1-3,1-4,8-2,-8-8,1-4,0-4,0-4,1-3,-1-4,0-4,0-4,56-15,-93 13,0-2,-2-3,0-1,-1-2,-1-3,-1-1,-2-2,0-2,-2-2,-1-2,-2-1,12-16,-4 7,-3-3,-2-2,-2-1,-2-2,-2-1,-3-2,-2-1,-2-1,2-15,-8 7,-4 0,-3-2,-2 1,-3-2,-4 1,-2-1,-3 0,-2 1,-5-8,-8-7,-3 1,-4 0,-3 1,-22-44,37 92,-1-1,-2 1,0 1,-2 0,-2 2,0-1,-2 2,-1 0,-1 2,-2 0,0 1,-1 2,-2 0,0 1,-7-2,-5 4,0 2,-1 1,-1 3,0 1,-1 1,-38-3,-253-16,326 30,-115-6,1 6,-1 4,-76 15,102-5,0 5,0 3,2 4,1 5,2 3,1 5,2 3,2 4,-70 51,123-74,2 1,1 2,1 0,1 2,2 1,1 2,1 0,1 1,2 1,2 1,-10 24,-3 30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57.5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1 563,'59'-340,"-27"131,-30 196,-3 22,-16 104,-14 106,1 139,34-249,2-75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57.9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124 179,'-12'11,"1"0,0 0,1 2,1-1,-1 1,2 0,0 1,1 0,0 0,1 1,0 0,2 0,0 0,0 1,1-1,1 8,1-18,1 1,-1-1,2 1,-1-1,0 1,1-1,0 1,1-1,-1 1,1-1,0 0,0 0,1 0,-1 0,1 0,0-1,0 1,1-1,0 0,-1 0,1 0,1 0,-1-1,0 0,1 0,0 0,-1 0,1-1,0 1,1-1,-1-1,4 2,1 0,1 0,-1-1,1 0,-1-1,1 0,0-1,0 0,-1-1,1 0,0-1,-1 0,0 0,1-1,-1 0,0-1,0 0,-1-1,1 0,-1-1,0 0,0 0,-1 0,0-1,0-1,-1 0,0 0,0 0,0 0,-1-1,3-7,-1 0,-2 1,1-1,-2-1,0 1,-1-1,-1 0,-1 0,0 0,-1 0,-1 0,0 0,-3-11,2 17,0 0,-1 0,0 0,-1 1,-1-1,0 1,0 0,-1 0,0 0,0 0,-1 1,-1 0,1 0,-2 1,1 0,-1 0,0 1,-1 0,1 0,-2 1,2 2,-1 0,0 1,1 0,-2 1,1 0,0 0,0 1,-1 0,1 1,0 0,-1 0,1 1,0 1,0-1,-1 1,1 1,0 0,1 0,-1 0,1 1,-1 1,1 0,0 0,1 0,-1 1,1 0,0 0,1 1,-1 0,1 0,1 0,-1 1,1 0,1 0,-1 1,2-1,-2 3,3-6,1-1,-1 1,1 0,0 0,0 0,1 0,-1 0,1 0,0 0,0 0,1 0,0 0,0-1,0 1,0 0,1 0,-1-1,1 1,1 0,-1-1,1 0,-1 0,1 0,0 0,1 0,-1 0,1-1,-1 1,1-1,4 2,5 3,0-1,1 0,-1-1,2 0,-1-2,0 1,1-2,5 1,52 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58.2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76 171,'-6'5,"0"-1,1 1,-1 0,1 1,0-1,0 1,0 0,1 0,0 1,0-1,1 1,0 0,0 0,1 0,-1 0,2 0,-1 1,1-1,0 1,0-1,1 1,0-1,0 1,1-1,0 1,0-1,1 0,0 1,1-1,-1 0,1 0,0-1,1 1,0 0,0-1,0 0,3 3,-1-3,0 0,0-1,0 1,1-1,-1-1,1 1,1-1,-1 0,0-1,1 0,0 0,0 0,0-1,0 0,0-1,0 0,0 0,0-1,1 0,-1 0,0-1,0 0,0-1,1 1,-1-2,-1 1,1-1,0 0,-1-1,1 1,-1-2,0 1,-1-1,1 0,-1 0,5-5,-2-5,0 0,-1 0,-1-1,0 0,-1 0,-1-1,0 1,-2-1,0 0,0-1,-2 1,0 0,-1 0,-1-1,-1-10,0 15,0 1,0-1,-1 1,-1 0,0 0,0 0,-1 1,-3-3,7 10,-1 2,1-1,-1 0,0 0,0 0,0 1,0-1,-1 1,1 0,-1 0,1-1,-1 2,0-1,0 0,0 1,0-1,0 1,0 0,0 0,0 0,-1 0,1 0,0 1,-1 0,1 0,0 0,-1 0,1 0,0 0,-1 1,1 0,0 0,-1 0,-8 5,1 1,0 0,0 1,1 0,0 1,0 0,1 0,0 1,1 0,0 1,1 0,0 0,0 1,1 0,1 0,0 0,0 2,-1 2,0-1,2 0,0 1,0 0,1 0,1 12,1 21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6:58.6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142 159,'-5'15,"1"0,1 0,0 0,1 1,1-1,0 0,1 1,1-1,0 1,1-1,1 1,1-1,0 0,0-1,2 1,4 9,-7-20,-1 0,1 0,1-1,-1 1,0-1,1 1,0-1,0 0,0-1,0 1,0-1,0 1,1-1,-1-1,1 1,0 0,-1-1,1 0,0 0,0-1,0 1,-1-1,1 0,0-1,0 1,0-1,4-1,0 0,0 0,-1-1,1-1,-1 1,0-2,0 1,0-1,0 0,-1 0,0-1,0 0,0-1,-1 1,3-5,-1-1,0 0,0 0,-1-1,-1-1,0 1,-1-1,0 0,-1 0,-1 0,0-1,-1 1,-1-1,0 0,-1 1,-1-1,0 0,0 1,-2-1,0 1,-1 0,-2-8,4 17,0 0,0 0,-1 0,1 0,-1 1,0-1,0 1,0 0,-1 0,1 0,-1 0,0 1,-1-1,1 1,0 0,-1 0,0 1,1-1,-1 1,0 0,0 0,0 1,-1 0,1-1,0 2,0-1,-1 1,1 0,0 0,-1 0,1 1,0-1,-1 1,1 1,0-1,-4 2,-15 9,1 1,1 0,0 2,1 0,0 2,2 0,0 1,-6 8,11-12,-58 58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0.5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284 12,'4'-7,"-2"3,-9 8,-13 11,-11 11,-10 9,-7 7,1 1,5-2,10-6,11-9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1.1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1,'16'4,"11"3,14-1,8-2,5 0,-2-2,-10 1,-12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3.1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118 1,'-112'28,"111"-27,1-1,-1 1,1-1,-1 1,1-1,0 1,-1-1,1 1,0 0,0-1,0 1,-1 0,1-1,0 1,0-1,0 1,0 0,0-1,0 1,0 0,0-1,0 1,0 0,1-1,-1 1,0 0,0-1,1 1,-1-1,0 1,1 0,-1-1,0 1,1-1,-1 1,1-1,-1 1,1-1,-1 0,1 1,-1-1,1 0,0 1,-1-1,1 0,-1 1,1-1,0 0,-1 0,1 0,0 0,-1 0,1 0,0 0,-1 0,1 0,0 0,-1 0,1 0,0 0,-1-1,1 1,0 0,255 45,-244-44,0 1,0 1,0 0,0 1,-1 0,0 1,0 0,0 1,0 0,-1 0,0 1,0 1,-1 0,0 0,0 0,-1 1,0 1,-1-1,0 1,-1 1,1-1,-2 1,0 0,0 0,0 5,-1 2,-2 1,0-1,-2 1,0 0,-1-1,0 1,-2 0,0-1,-1 0,-1 0,-1 0,0-1,-1 1,-8 11,-11 21,-3-1,-2-2,-2-1,-7 5,-52 60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4.5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2578,'49'-21,"0"-1,-2-2,0-3,-2-1,25-22,30-28,-3-4,-4-4,-3-4,-5-4,-4-4,64-101,55-116,109-241,-131 231,53-52,-163 272,-76 116,1-1,0 2,0-1,1 1,0 0,1 0,1 1,-3 11,4-6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5.0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0 190,'86'-48,"138"-68,-174 91,-50 25,1 0,0 0,-1 0,1 1,0-1,-1 0,1 0,0 1,-1-1,1 0,0 1,-1-1,1 1,-1-1,1 1,-1-1,1 1,-1-1,0 1,1-1,-1 1,1 0,-1-1,0 1,0 0,1-1,-1 1,0 0,0-1,0 1,0 0,0 0,0-1,0 1,0 0,0-1,0 1,0 0,0 0,-1-1,1 1,0 0,0-1,-1 1,1-1,0 1,-1 0,1 0,-42 203,21-65,6 0,4 39,7-78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09.5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0,'16'33,"3"12,3 0,1-1,3-1,1-2,2 0,2-2,21 20,269 296,-222-259,4-4,3-5,5-4,2-6,5-4,2-6,73 28,50 15,248 121,-490-231,113 61,2-6,120 39,25-22,49-2,-102-24,67 20,11 4,3-13,67-4,348 7,-71-20,-174-23,29 2,238-31,461-93,-867 57,-2-13,21-21,-309 75,1136-253,-351 48,-585 152,-2-10,-4-10,-3-10,133-79,-231 89,-104 59,-19 21,1-1,-1 1,0 0,0-1,0 1,0-1,0 1,0-1,1 1,-1 0,0-1,0 1,0-1,0 1,-1-1,1 1,0 0,0-1,0 1,0-1,0 1,0-1,-1 1,1 0,0-1,0 1,-1 0,1-1,0 1,-1 0,1-1,0 1,-1 0,1 0,0-1,-1 1,1 0,0 0,-1 0,1-1,-1 1,1 0,-1 0,1 0,0 0,-1 0,1 0,-1 0,1 0,-1 0,1 0,-1 0,1 0,0 0,-1 0,1 1,-1-1,1 0,0 0,-1 1,-33 2,-7 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0.2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0,'11'16,"1"-1,0 0,1-1,0 0,1-1,0-1,1 0,1-1,0 0,0-2,1 0,0 0,1-2,10 3,3 5,-2-2,-1-1,-2 0,1 2,-1 1,-1 1,-1 1,17 17,-37-31,0 0,-1 1,1-1,-1 1,0 0,0 0,0 0,-1 0,0 1,0-1,0 1,0-1,0 1,-1 0,0 0,0-1,0 1,-1 0,0 0,0 0,0 0,0 0,-1 0,0 0,0 0,0-1,0 1,-1 0,-1 2,-10 14,0 0,-2-2,0 1,-1-2,0 0,-2-1,0-1,-1-1,-5 3,8-4,-160 122,-100 89,224-173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1.1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 0,'-25'290,"10"105,15-341,1 0,3 0,3 0,4 11,-7-46,1 0,0-1,2 0,0 0,1-1,1 0,0-1,2 1,0-2,0 1,1-2,1 0,10 9,-9-11,0-1,0-1,1 0,0-1,1 0,0-1,0-1,1-1,9 3,-17-7,-1 0,1-1,0 1,0-2,0 1,0-1,-1 0,1-1,0 0,0-1,0 0,-1 0,1-1,-1 0,0 0,0-1,0 0,0 0,6-6,-1 0,0-2,-1 0,0 0,-1-1,0 0,-1-1,-1-1,2-2,12-25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1.4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77,'-14'0,"-6"2,-3 3,1 3,1 3,5 1,7-1,12-3,17-2,21-7,23-10,25-10,23-6,19-1,11 5,3 6,-24 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2.7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1 743,'100'-304,"-85"253,-2 0,-3-1,-2 0,-2 0,-2-4,-19-32,14 85,1 1,-1 0,0 1,0-1,0 0,0 0,0 0,0 0,-1 1,1-1,-1 1,1-1,-1 1,1-1,-1 1,0 0,0 0,1 0,-1 0,0 0,0 0,0 1,0-1,0 0,-1 1,1 0,0-1,0 1,0 0,0 0,0 0,0 1,-1-1,1 0,0 1,0-1,0 1,0 0,0 0,-2 0,1 0,0 1,-1-1,1 1,0-1,0 1,0 0,0 1,0-1,1 0,-1 1,0 0,1-1,0 1,0 0,0 0,0 0,0 0,1 1,-1-1,1 0,0 1,0-1,0 1,0-1,1 1,-1 0,1-1,0 1,0 0,1-1,-1 1,1-1,-1 1,1-1,0 1,1-1,-1 1,0-1,1 0,0 0,0 0,0 0,0 0,0 0,1 0,-1-1,2 2,14 3,1-1,0 0,0-1,0-1,1-1,-1-1,1-1,0 0,-1-2,1 0,6-2,-24 3,202-14,-200 13,-1 0,1 0,0 1,0-1,0 1,-1 0,1 0,0 0,0 1,0-1,-1 1,1 0,0 0,-1 0,1 1,-1-1,1 1,-1 0,1 0,-1 0,0 0,0 1,0-1,-1 1,1 0,0 0,-1 0,0 0,0 0,0 0,0 1,0-1,-1 1,1-1,-1 2,0 8,-1 0,-1-1,0 1,-1-1,0 1,-1-1,-1 0,-1 5,-7 27,3 42,10-83,-1 0,1 1,0-1,0 0,0 0,0 0,0-1,1 1,-1 0,1 0,0-1,0 1,0-1,0 1,0-1,0 0,1 0,-1 0,1 0,-1 0,1-1,0 1,0-1,0 0,0 0,1 1,20 3,0-1,0-1,0-1,1-1,-1-1,0-2,0 0,0-1,17-5,9-1,-1-2,-1-2,0-2,0-2,-2-3,0-1,12-10,-48 25,1-1,-1 0,0-1,-1 0,0-1,0 0,-1 0,0-1,5-8,-11 15,0 0,0-1,-1 1,1-1,-1 1,1-1,-1 0,0 0,-1 0,1 1,-1-1,1 0,-1 0,0 0,-1 0,1 0,-1 0,1 1,-1-1,0 0,-1 0,1 1,-1-1,1 1,-1-1,0 1,0 0,-1-1,1 1,-1 1,1-1,-3-1,-2-1,1 0,-2 0,1 1,0 1,-1-1,0 1,1 0,-1 1,-1 0,1 0,0 1,0 0,0 0,-1 1,1 0,0 1,-1-1,1 2,0-1,0 1,0 0,0 1,0 0,0 0,1 1,-1 0,1 0,0 1,1-1,-1 2,1-1,0 1,0 0,0 0,1 0,-3 6,1-3,0 1,1 0,1 0,0 1,0 0,1 0,0 0,1 0,0 0,1 1,-1 6,3-14,-1 1,1-1,0 1,0 0,0-1,1 1,0-1,0 1,0-1,0 0,1 1,-1-1,1 0,0 0,0 0,1 0,-1 0,1-1,0 1,0-1,0 0,1 1,-1-1,1-1,-1 1,1 0,0-1,0 0,0 0,3 1,0-1,1 0,-1 0,1-1,0 0,0 0,0-1,-1 0,1 0,0-1,0 0,0 0,-1-1,1 0,-1 0,1-1,-1 1,0-2,0 1,0-1,2-2,3-2,-1 0,0 0,-1-1,0-1,0 0,-1 0,0-1,-1 0,0-1,-1 1,2-4,-1-3,-1 1,-1-1,0-1,-1 1,-1-1,-1 0,-1 0,0 0,-2-18,-9 77,7-24,-1-1,1 1,0 0,1 0,0 0,2 0,0-1,0 1,2 0,0 0,1-1,0 0,5 11,-7-22,1-1,-1 0,0 0,1 1,0-1,0-1,0 1,0 0,1-1,-1 0,0 1,1-1,0-1,0 1,-1 0,1-1,0 0,0 0,0 0,0 0,0-1,0 0,1 0,-1 0,0 0,0 0,0-1,0 0,1 0,4-1,0-1,0 0,0-1,-1 0,1 0,-1 0,0-1,-1-1,1 1,-1-1,0 0,3-4,1-5,0 0,0 0,-2-1,0-1,0 1,-2-2,0 1,-1-1,-1 0,-1 0,0 0,-1-1,-1 1,-1-1,-1-17,-9 74,9-35,-4 16,2 0,0 0,1 0,1 0,1 0,0 0,2 0,0 0,6 17,-8-33,-1 0,1-1,0 1,1-1,-1 1,0-1,1 1,0-1,-1 0,1 0,0 0,0 0,0 0,0 0,0 0,1-1,-1 1,1-1,-1 0,1 1,-1-1,1 0,0-1,-1 1,1 0,0-1,0 0,-1 1,1-1,0 0,0 0,0-1,-1 1,1-1,0 1,0-1,1 0,6-6,0 0,-1-1,1 0,-1 0,-1-1,0 0,0 0,-1-1,0 0,0 0,-1-1,-1 0,0 0,0 0,-1-1,0-1,39-147,-41 155,-2 19,0 26,0-37,-1 34,-1-17,1-1,1 0,1 1,0-1,2 0,0 1,1-1,4 8,-6-23,0 0,0-1,1 1,-1-1,1 0,0 0,0 0,0 0,0-1,1 1,-1-1,1 0,-1 1,1-2,0 1,0 0,0-1,0 0,0 0,0 0,0 0,0-1,0 1,0-1,0 0,1-1,-1 1,0-1,0 1,0-1,0 0,0-1,0 1,0-1,0 0,-1 0,1 0,-1 0,1 0,-1-1,0 0,2-2,24-16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3.6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2,'17'-1,"1"1,0 0,-1 2,1 0,-1 1,0 0,0 2,0 0,0 0,-1 2,0 0,0 1,-1 1,0 0,-1 1,1 1,-2 0,0 1,0 0,-1 1,8 12,-9-9,-2 1,0 1,-1 0,0 0,-2 0,0 1,-1 0,-1 0,-1 1,0-1,-2 1,0-1,-2 18,-4 21,-2 0,-3 0,-2-1,-3 2,-7 22,6-28,2 2,3 0,2 1,0 33,8-80,0 1,1-1,1 1,-1-1,2 0,-1 0,1 1,0-1,1 0,0-1,1 1,0 0,0-1,1 0,0 0,0 0,0-1,1 1,1-1,-1-1,1 1,0-1,1 0,-1-1,1 0,0 0,0-1,1 0,0 0,0-1,-2-1,0 0,1-1,-1 0,1 0,-1-1,1 0,-1 0,1-1,-1 1,1-2,-1 1,1-1,-1-1,0 1,0-1,0 0,-1-1,1 1,-1-1,1-1,-1 1,-1-1,1 0,-1-1,1 1,-2-1,1 0,-1 0,0 0,0-1,0 0,-1 1,2-7,-1-1,-1 0,0 0,-1 0,-1 0,0-1,-1 1,0 0,-2-1,1 1,-2 0,0 0,0 0,-5-11,-3-3,0 1,-1 0,-2 1,-1 1,-1 0,-7-7,0 4,-2 1,-1 1,-1 1,-1 2,-1 0,-1 2,-1 2,-1 0,0 2,-2 2,0 1,0 1,-1 2,-21-3,-26-9,80 14,77-18,70-12,-3-6,-1-7,86-47,-134 43,-99 89,-1-14,1 1,1 0,0 0,2 0,0 1,1 0,2-1,0 1,1 0,1-1,0 1,2-1,0 0,8 19,-11-36,0 1,1-1,-1 0,1 0,-1 0,1 0,0 0,1-1,-1 1,0-1,1 1,-1-1,1 0,0 0,0 0,-1 0,2 0,-1-1,0 1,0-1,0 0,1 0,0 0,15-1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3.7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4.1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 0,'-6'20,"0"0,1 0,1 0,1 0,0 1,1 19,1-15,-7 224,18 150,-8-366,-2 10,2 1,2-1,2 0,2-1,2 1,6 12,-14-48,1-1,0 1,0-1,0 0,1 0,0 0,0-1,1 1,-1-1,1 0,0 0,1 0,-1-1,1 0,0 0,0 0,0-1,1 0,-1 0,1-1,0 0,-1 0,1 0,0-1,0 0,0 0,7-1,6-2,0-2,0-1,-1 0,0-1,0-1,0-1,-1-1,0 0,-1-2,0 0,0 0,-1-2,-1 0,0-1,-1 0,-1-1,0-1,5-8,-9 14,0-1,-1 1,-1-1,0-1,0 1,-1-1,-1 0,0-1,0 1,-1-1,1-9,-5 23,0-1,-1 1,1-1,0 1,0-1,-1 1,1-1,0 1,-1-1,1 0,0 1,-1-1,1 1,-1-1,1 0,0 1,-1-1,1 0,-1 0,1 1,-1-1,1 0,-1 0,1 0,-1 0,1 0,-1 1,0-1,1 0,-1 0,1 0,-1-1,1 1,-1 0,1 0,-1 0,1 0,-1 0,1-1,-1 1,1 0,-1 0,1-1,-1 1,1 0,-1-1,1 1,0 0,-1-1,1 1,0-1,-1 1,1-1,0 1,0 0,-1-1,1 1,0-1,0 0,0 1,0-1,-1 1,1-1,0 1,0-1,-4 6,0 0,0 1,1-1,0 1,0-1,0 1,0 0,1 1,0-1,1 0,-1 0,1 1,0-1,1 1,-1-1,1 1,1-1,-1 1,1-1,0 1,1-1,-1 0,1 1,1-1,-1 0,1 0,0 0,0-1,1 1,-1-1,1 0,1 1,2-1,0 0,0-1,0 0,0-1,1 1,-1-1,1 0,0-1,0 0,0 0,0-1,0 0,0-1,1 1,-1-2,8 0,33-5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4.5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22,'-16'0,"-9"-3,-6 0,-2-4,5-1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4.7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98,'27'-4,"32"-4,31-4,32-3,24-1,20-2,11 4,-25 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4.9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408 164,'-13'-14,"0"0,-1 1,-1 0,0 2,-1 0,0 0,0 2,-1 0,-1 0,1 2,-1 0,-1 1,1 1,-1 1,-3 0,16 4,0 0,0 0,0 1,1 0,-1 0,0 0,1 1,-1-1,1 1,-1 1,1-1,0 1,0 0,0 0,0 0,1 1,-1 0,1 0,0 0,0 0,0 1,1-1,-1 1,1 0,0 0,1 0,-1 1,1-1,0 1,0-1,1 1,0 0,0-1,0 1,1 0,-1 0,1 0,1-1,-1 1,1 0,0 0,1-1,-1 1,1 0,0-1,0 0,1 1,-1-1,4 4,-1-4,0 0,0 0,1 0,-1 0,1-1,0 0,1 0,-1-1,1 0,-1 0,1 0,0-1,0 0,0 0,1-1,-1 0,0 0,0 0,1-1,-1-1,0 1,5-2,1 1,0-1,0-1,0 0,0-1,-1-1,1 0,-1 0,0-1,-1-1,0 0,0 0,1-2,-4 2,-1 0,1 0,-1-1,-1 0,0 0,0-1,0 0,-1 0,0 0,-1 0,0-1,-1 1,0-1,0 0,-1 0,0-1,-1 1,0 0,-1-1,0 1,-1-4,-4 2,0 29,6-5,0 0,1 0,0-1,1 1,0-1,1 1,0-1,1 0,0-1,0 1,1-1,1 0,0 0,0-1,1 0,0 0,1-1,-1 0,2 0,-1-1,1 0,0-1,0 0,1-1,0 0,0-1,3 1,73 24,1-9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5.6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76 687,'120'-334,"-115"318,-1 0,0 1,-1-1,-1 0,-1-1,0 1,-1 0,0 0,-2 0,0 0,-1 0,0 0,-1 0,-1 1,0-1,-1 1,-8-12,10 22,1 0,-1 1,0 0,-1 0,1 0,-1 1,0-1,0 1,0 0,0 1,0-1,-1 1,1 0,-1 0,1 1,-1-1,0 1,0 1,0-1,1 1,-1 0,0 0,0 1,0-1,0 1,1 1,-1-1,0 1,-1 1,6-3,1 0,-1 1,0-1,0 1,1-1,-1 1,0-1,1 1,-1 0,0-1,1 1,-1 0,1-1,-1 1,1 0,0 0,-1 0,1-1,0 1,-1 0,1 0,0 0,0 0,0 0,0 0,0-1,0 1,0 0,0 0,0 0,0 0,0 0,0 0,1-1,-1 1,0 0,1 0,-1 0,1-1,-1 1,1 0,-1 0,1-1,-1 1,1 0,0-1,-1 1,1-1,0 1,0-1,-1 1,1-1,0 0,0 1,0-1,0 0,-1 0,1 1,0-1,0 0,0 0,1 0,19 6,1 0,0-2,0 0,0-2,0 0,1-2,6-1,16 2,-36 0,19-2,-1 2,1 1,-1 1,0 2,0 0,0 2,-1 1,7 4,-26-9,-1 2,0-1,0 1,0 0,-1 0,1 0,-1 1,-1 0,1 0,-1 0,0 0,0 1,-1 0,0 0,0 0,0 0,-1 0,0 0,-1 1,0-1,0 1,0-1,-1 1,0-1,0 1,-2 4,0 29,0-35,1-1,0 1,0-1,0 1,1 0,-1-1,1 1,1 0,-1-1,1 1,0-1,0 1,1-1,-1 1,1-1,0 0,1 1,-1-1,1-1,0 1,1 0,-1-1,1 1,-1-1,1 0,1 0,-1-1,0 1,4 1,7-1,1-1,0 0,-1-1,1 0,0-1,1-1,-1-1,0 0,0-1,-1-1,1-1,0 0,-1 0,0-2,0 0,2-2,-6 4,-1-1,1 0,-1-1,0 0,0-1,-1 0,0 0,0-1,-1 0,0 0,0-1,-1 0,0-1,-1 0,0 0,0 0,-1-1,-1 1,1-1,-2 0,0-1,0 1,-1 0,0-1,-1 0,0 1,-1-1,0 0,-1 1,-1-1,-2-10,2 15,0 1,-1 0,0 0,0 0,-1 0,0 1,0-1,0 1,0 0,-1 0,0 0,-1 0,3 3,1 0,0 0,-1 1,1-1,-1 1,1 0,-1-1,0 1,0 0,1 1,-1-1,0 0,0 1,0 0,0-1,0 1,0 0,0 1,1-1,-1 0,0 1,0 0,0-1,0 1,1 0,-1 1,0-1,1 0,-1 1,-3 4,0 0,1 1,-1 0,1 0,1 0,-1 1,1-1,1 1,-1 0,1 0,1 1,-1-1,2 0,-1 1,1-1,0 1,1 0,0-1,0 1,1-1,0 1,0 0,1-1,0 0,1 1,0-1,0 0,1 0,1 2,3 4,0-1,0-1,1 0,1 0,0-1,0 0,1 0,0-2,1 1,0-1,1-1,0 0,0-1,1 0,0-1,0-1,18 7,1-2,0-1,0-2,1-1,0-2,17 0,28-2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6.4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404 1167,'-14'-7,"0"2,0 0,-1 0,0 1,0 1,0 1,-1 0,1 1,0 0,-1 1,1 1,0 1,-1 0,1 1,0 0,0 2,1-1,-1 2,1 0,0 1,1 0,0 1,0 0,-3 3,14-9,-1 0,0 0,1 0,-1 0,1 0,0 0,0 1,0-1,0 1,0-1,0 1,1 0,-1 0,1 0,0 0,0 0,0 0,0 0,1 0,-1 0,1 0,-1 0,1 0,0 1,1-1,-1 0,0 0,1 0,0 0,0 0,0 0,0 0,0 0,0 0,1 0,0 0,-1-1,1 1,0-1,0 1,0-1,1 0,8 4,0-1,0 0,1-1,0-1,0 0,0 0,0-1,0-1,1 0,-1 0,0-1,1-1,-1 0,0-1,5-1,-5 1,0 0,0 0,0-1,0-1,-1 0,1 0,-1-1,0-1,0 0,-1 0,0-1,0 0,0-1,-1 0,0-1,1-1,-6-1,-11 22,5-7,1 1,0-1,0 1,1-1,-1 0,1 1,0-1,0 1,0-1,0 1,1-1,0 1,0-1,0 0,1 1,-1-1,1 0,0 0,0 0,1 0,-1 0,1-1,-1 1,1-1,1 0,-1 0,0 0,1 0,-1 0,1-1,0 1,0-1,0 0,0 0,0-1,0 1,1-1,-1 0,0 0,4 0,10 2,1-1,-1-1,1-1,-1-1,1 0,0-2,-1 0,0-1,0 0,0-2,0 0,-1-1,0 0,0-2,-1 0,0-1,-1-1,0 0,-1-1,0 0,2-3,8-15,-1-1,-2-1,-1 0,-1-2,-2 0,-1-1,-2-1,-1 0,-2-1,-2 0,-1-1,-2 0,-1-10,9-44,-4-1,-4 1,-4-1,-9-74,5 144,-1 0,-1 0,-1 0,0 0,-2 1,-8-16,14 35,1-1,-1 1,-1 1,1-1,0 0,-1 0,1 0,-1 1,0-1,0 0,0 1,0 0,0 0,-1-1,1 1,-1 1,1-1,-1 0,0 1,0-1,0 1,1 0,-1 0,-1 0,1 0,0 0,0 1,0-1,0 1,0 0,0 0,-1 0,1 0,0 1,0 0,0-1,0 1,0 0,0 0,0 0,0 1,0-1,1 1,-3 1,-7 8,0 0,1 1,1 0,0 0,1 1,0 1,1-1,0 2,1-1,1 1,0 0,1 0,-1 7,-2 8,0 2,2-1,2 1,0 0,3 0,0 0,2 0,2 0,1 0,1 0,1-1,2 0,2 0,0-1,2 0,1 0,2-2,1 0,0-1,3 0,0-1,1-1,2-2,0 0,1-1,2-1,0-1,1-1,1-1,10 3,-21-13,1-1,-1-1,1 0,0-1,0-1,0-1,18 1,-27-3,0-1,0 0,0 0,0-1,0 0,0-1,0 0,0 0,-1 0,1-1,-1 0,1-1,-1 0,0 0,-1 0,1-1,-1 0,3-3,3-8,-1 0,-1-1,-1 0,0-1,-1 0,-1-1,0 0,-2 0,0 0,-1 0,-1-1,-1 0,-1 1,-1-1,0 0,-1 0,0-7,-3 22,0 19,0 9,1 1,1-1,1 1,0 0,2 0,2-1,0 1,5 19,-6-37,-1 0,2 0,-1 0,1 0,-1 0,1-1,1 1,-1-1,1 0,0 0,0-1,1 1,0-1,-1 0,1 0,1 0,0 0,19 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6.6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16,'-16'-4,"-9"-2,-4 0,4 6,11 5,14 6,14 6,5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7.6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1340,'15'-7,"1"0,0 0,0 2,0 0,1 1,0 0,0 1,0 1,0 1,0 1,0 0,0 1,0 1,0 0,0 1,-1 1,1 1,-1 0,0 1,0 1,-1 1,0 0,0 0,-1 2,10 8,-11-4,-2 1,0 0,0 0,-2 1,0 0,-1 1,0 0,-1 0,-1 1,-1 0,-1 0,0 0,-1 1,3 33,-1 1,-3-1,-3 1,-1 1,-30 221,17-170,4 1,4 18,7-96,2 0,0 0,2 0,1 0,2-1,0 0,3 3,-6-17,1 0,1 0,0-1,1 0,1 0,-1-1,2 0,-1 0,2-1,-1 0,1-1,1 0,0 0,0-1,4 1,-12-6,0-1,0 0,1-1,-1 1,0 0,1-1,0 0,-1 0,1 0,0 0,-1-1,1 1,0-1,0 0,-1 0,1 0,0-1,0 1,-1-1,1 0,0 0,-1 0,1-1,-1 1,0-1,1 0,-1 1,0-2,0 1,1-1,0-4,1 0,-1 0,-1-1,1 1,-1-1,-1 0,1 0,-1 0,-1 0,0 0,0-1,0 1,-1 0,0-1,-1 1,0 0,0 0,-1-1,-6-34,-2 0,-3 0,0 1,-3 0,-2 1,-1 1,-2 1,-2 1,-1 1,-10-10,0 4,-1 1,-2 2,-1 1,-3 2,0 2,-3 1,-23-12,8 2,59 43,0 0,0 0,0 0,0 0,0 0,0 0,1-1,-1 1,0 0,0 0,1 0,-1 1,1-1,-1 0,1 0,-1 0,1 0,0 0,-1 0,1 1,0-1,0 0,0 1,-1-1,1 0,0 1,0-1,0 1,0 0,0-1,0 1,0 0,0-1,0 1,0 0,0 0,0 0,0 0,0 0,2-1,292-79,-277 75,27-4,-1-3,0-1,-1-2,-1-2,0-2,-2-2,26-17,-12-20,-53 56,0 0,0 0,0 1,0-1,0 0,0 0,0 0,-1 0,1 0,-1 0,1 0,-1-1,0 1,0 0,0 0,0 0,0 0,0 0,-1 0,1 0,-1 0,1 0,-1 0,0 0,0 0,0 0,0 0,0 0,0 0,-1 1,1-1,0 1,-1-1,0 0,-2-1,1 1,0 0,-1 0,0 0,1 0,-1 1,0-1,0 1,0 0,0 0,0 1,0-1,0 1,0 0,0 0,0 0,0 0,0 1,0-1,0 1,0 0,0 1,0-1,0 1,1-1,-4 3,0 0,0 0,0 1,1 0,-1 0,1 0,1 1,-1 0,1 0,0 0,0 1,0 0,1 0,0 1,1-4,1-1,-1 1,1 0,0 1,0-1,1 0,-1 1,1-1,0 1,0-1,0 1,1-1,0 1,0 0,0-1,0 1,1-1,0 1,-1 0,2-1,-1 0,1 1,-1-1,1 0,0 0,1 0,-1 0,1 0,-1 0,1 0,0-1,1 0,-1 0,1 0,-1 0,1 0,0 0,3 0,-1-1,-1-1,1 0,0 0,0-1,0 0,0 0,0 0,0-1,0 1,-1-2,1 1,0-1,-1 1,1-2,-1 1,1 0,-1-1,0 0,0-1,0 1,-1-1,1 0,-1 0,4-4,2-4,0 0,0 0,-2-1,0-1,0 1,-1-2,-1 1,4-13,-3 10,0 58,-5-23,1 0,1 0,0 0,1 0,1-1,0 0,5 7,-8-18,0 0,1 0,-1 0,1-1,0 1,1-1,0 0,0 0,0-1,0 1,0-1,1 0,0 0,0-1,0 0,0 0,1 0,-1-1,1 0,-1 0,3-1,-2 0,0-1,0 0,-1 0,1 0,0-1,0-1,0 1,-1-1,1 0,-1 0,1-1,-1 0,0 0,0 0,0-1,0 0,-1 0,0-1,0 1,0-1,0 0,3-5,4-6,0 0,-1 0,-1-1,-1-1,0 0,-2 0,4-11,9-52,-3-1,-3 0,-4-1,-4 0,-5-83,1 25,-6 1,-6-1,-6 2,-28-108,37 217,-2 1,0 1,-2-1,-1 2,-12-22,23 45,-1 1,1-1,-1 1,0-1,0 1,0 0,0-1,0 1,-1 0,1 0,-1 1,0-1,0 0,0 1,0 0,0 0,-1 0,1 0,-1 0,1 1,-1-1,0 1,1 0,-1 0,0 1,0-1,0 1,0 0,1 0,-1 0,0 0,0 1,0-1,0 1,0 0,1 0,-3 1,1 4,-1-1,1 1,0 0,0 0,1 0,-1 1,1 0,1 0,0 0,0 0,0 0,1 1,0-1,-1 8,-4 29,2 0,2 0,3 1,1-1,2 0,1 1,3-2,2 1,2-1,5 12,28 75,6-2,5-2,5-3,6-2,5-4,68 84,-53-89,-62-91,-12-23,-8-12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8.2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1,'781'69,"-724"-62,-1 3,0 2,15 7,-65-18,0 0,0 0,0 1,0 0,0 0,0 0,-1 1,1-1,-1 1,1 1,-1-1,0 1,0 0,-1 0,1 0,-1 1,0 0,0 0,0 0,-1 0,0 0,0 1,0-1,0 1,-1 0,0 0,0 0,0 5,-4 3,-1 0,-1-1,0 1,-1-1,0 0,-1 0,0-1,-1 1,-1-2,0 1,-1 1,0 1,-9 12,9-15,0 1,1 0,1 0,0 0,1 1,0 0,1 1,0-1,1 1,1 0,0 0,0 4,3-14,1 0,-1 0,1 0,0-1,0 1,0 0,1 0,-1 0,1-1,0 1,0-1,0 1,0-1,1 0,-1 0,1 0,0 0,0-1,0 1,0-1,0 1,1-1,-1 0,1 0,-1-1,1 1,0-1,0 0,0 0,-1 0,1 0,1-1,7 3,0-2,0 0,0 0,0-1,0-1,0 0,0 0,0-1,0-1,3-1,-4-1,1-1,-1 0,0-1,0 0,-1-1,0 0,0 0,-1-1,0 0,0-1,-1 0,-1-1,0 1,0-1,-1-1,0 1,-1-1,0 0,-1 0,-1-1,0 1,0-1,-1 0,-1 0,0 1,-1-1,0-3,0 12,1-1,-1 0,0 0,0 0,-1 0,1 0,-1 0,0 0,0 1,-1-1,0 0,0 1,0-1,0 1,0 0,-1 0,0 0,0 0,0 0,0 0,-1 1,0-1,1 1,-1 0,0 0,0 1,-1-1,1 1,-1 0,1 0,-1 0,1 1,-1 0,0 0,0 0,0 0,-4 1,-5 2,0 1,0 0,0 2,0-1,1 2,0 0,0 0,0 1,1 1,0 0,0 0,1 2,0-1,1 1,0 1,0 0,1 0,1 1,0 0,0 0,-2 7,6-13,0 0,1 0,0 1,0-1,0 1,0 0,1 0,0-1,1 1,0 1,0-1,0 0,1 0,0 0,0 0,1 0,0 1,0-1,0 0,1 0,0-1,1 1,0 0,0-1,0 1,1-1,-1 0,2 0,1-1,0 0,0 0,1 0,-1-1,1 0,0-1,0 0,1 0,-1 0,1-1,0 0,-1 0,1-1,0 0,0 0,0-1,0 0,1-1,41-2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37:18.4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38,'-14'-7,"-17"-5,-16 1,-9 3,-3 11,3 11,9 12,13 13,19 12,18 8,9-6</inkml:trace>
  <inkml:trace contextRef="#ctx0" brushRef="#br0" timeOffset="1">520 1094,'10'15,"9"13,10 6,15-1,13-3,15-7,13-8,9-8,4-10,-6-12,-19-2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14.4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0,'0'0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21.13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 0,'-2'5,"-1"10,0 16,3 17,1 16,1 15,0 10,-1 6,0 1,0-5,-1-9,0-9,0-10,0-12,0-9,0-13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21.39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0,'10'5,"6"1,2-5,-3-2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18.15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255 295,'0'131,"-7"0,-10 41,-3-47,-5-2,-22 57,71-291,14-97,-1-80,1-10,-26 247,-8 56,19 130,103 514,-77-416,-44-207</inkml:trace>
  <inkml:trace contextRef="#ctx0" brushRef="#br0" timeOffset="253.527">1 856,'11'-3,"20"-2,25-5,24-6,18-4,-7 0</inkml:trace>
  <inkml:trace contextRef="#ctx0" brushRef="#br0" timeOffset="659.535">829 147,'25'285,"1"171,-25-440,2 0,0-1,0 1,2-1,0 0,5 10,-8-20,0-1,1 1,-1-1,1 1,1-1,-1 0,0 0,1-1,0 1,0-1,0 1,0-1,0-1,1 1,-1 0,1-1,0 0,0 0,0-1,0 1,0-1,1 0,2 0,0-1,0 0,1-1,-1 1,0-2,0 1,0-1,-1 0,1-1,0 0,-1 0,0 0,0-1,0 0,0-1,0 1,-1-1,0-1,1 0,4-5,0 0,-1 0,0-1,-1 0,-1 0,0-1,0-1,-1 1,4-13,-9 21,1-1,-1 1,0-1,0 1,-1-1,0 0,0 1,0-1,-1 0,1 0,-1 0,-1 1,1-1,-1 0,0 0,0 0,-1 1,0-1,-1-3,0 8,1 0,0 1,0-1,-1 1,1-1,0 1,-1 0,1 0,0 0,-1 0,1 0,0 1,-1-1,1 1,0-1,0 1,0 0,-1 0,1 0,0 0,0 0,0 1,0-1,1 0,-1 1,0 0,1-1,-1 1,1 0,-1 0,1 0,0 0,0 0,0 0,0 0,0 0,0 1,-4 3,1 0,1 0,-1 1,1-1,0 1,0-1,1 1,0 0,0 0,0 0,1 0,0 1,1-1,0 0,0 0,0 1,1-1,0 0,0 0,1 0,0 0,0 0,1 0,0-1,0 1,0-1,1 0,0 0,0 0,0 0,1-1,0 1,0-1,1 0,-1-1,1 1,0-1,1 0,5 0,0 0,0-1,0 0,1-1,-1-1,1 0,-1 0,1-1,-1-1,2 0,25-4</inkml:trace>
  <inkml:trace contextRef="#ctx0" brushRef="#br0" timeOffset="1568.275">750 522,'331'-29,"-286"25,11-3,0 2,0 3,0 3,0 1,0 4,6 3,-53-8,0 1,-1 0,1 0,-1 1,1 0,-1 1,0 0,0 0,-1 1,1 0,-1 0,0 0,0 1,-1 0,1 1,-2 0,1 0,-1 0,0 0,0 1,-1 0,0 0,0 0,-1 0,0 1,2 7,-2 9,-1 0,-1-1,-2 1,0 0,-1-1,-5 21,-1 12,7-55,1 1,-1-1,0 0,1 0,-1 0,1 1,0-1,-1 0,1 0,0 1,1-1,-1 0,0 0,1 1,-1-1,1 0,0 0,-1 0,1 0,0 1,0-1,1-1,-1 1,0 0,1 0,-1 0,1-1,-1 1,1-1,0 1,0-1,0 0,0 1,0-1,0 0,0 0,0-1,0 1,0 0,0-1,1 1,0-1,7-3,0-1,0 0,0-1,-1 0,0-1,0 0,0 0,-1-1,0 0,0-1,0 0,-1 0,-1 0,6-9,-1 3,0-1,-1-1,-1 0,-1 0,0-1,-1 0,-1-1,0 1,2-16,-9 30,-3 21,1-9,0 0,1 0,0 0,1 1,0-1,0 1,1-1,0 1,1-1,0 0,0 1,1-1,1 0,-1 0,1 0,1 0,0 0,0-1,1 1,0-1,0 0,1-1,0 1,0-1,0 0,1-1,0 0,4 3,0-5,-1 0,1 0,0-1,1-1,-1 0,1 0,-1-1,1 0,-1-1,1 0,-1-1,1-1,-1 0,0 0,0-1,1 0,-2-1,1-1,0 1,-1-2,0 1,0-1,-1-1,0 0,0 0,0-1,-1 0,0 0,0-1,-1 0,-1-1,1 1,-1-1,-1-1,0 1,-1-1,1-1,3-29,-1 0,-2 0,-2 0,-2 0,-1-1,-3 1,-1-1,-2 1,-2 1,-8-26,12 48,-60-261,54 252,10 27,1 1,-1-1,0 1,0-1,0 0,0 1,0-1,0 1,0-1,0 0,0 1,0-1,0 1,0-1,0 0,0 1,0-1,0 1,0-1,-1 0,1 1,0-1,0 0,0 1,-1-1,1 0,0 1,0-1,-1 0,1 1,0-1,-1 0,1 0,0 1,-1-1,1 0,0 0,-1 0,1 0,-1 0,1 1,0-1,-1 0,1 0,-1 0,1 0,0 0,-1 0,1 0,-1 0,1 0,0 0,-1-1,1 1,-1 0,1 0,0 0,-1 0,1-1,0 1,-1 0,1 0,0-1,-1 1,1 0,-5 37,2 1,2 0,1 0,3 0,4 30,3-3,2-1,3-1,3-1,2 0,23 47,-34-89,1 0,0-1,2 0,0-1,1 0,1 0,7 6,-17-20,1 1,0-1,0 0,0 0,0 0,1 0,0-1,-1 0,1 0,0-1,0 0,1 0,-1 0,0-1,1 0,-1 0,1 0,-1-1,1 0,-1-1,1 1,-1-1,1 0,-1-1,1 1,4-3,6-5,-1 0,1-1,-1-1,-1 0,0-1,-1-1,0 0,-1-1,0 0,5-10,2 6,-20 18,1 0,-1 0,1 0,-1 0,0 1,1-1,-1 0,1 0,-1 0,1 0,-1 0,0 1,1-1,-1 0,0 0,1 1,-1-1,0 0,1 0,-1 1,0-1,1 0,-1 1,0-1,0 1,1-1,-1 0,0 1,0-1,0 1,0-1,0 0,1 1,-1-1,0 1,0-1,0 1,0-1,0 0,0 1,-1-1,1 1,0-1,0 1,0-1,0 0,0 1,-1-1,1 1,0-1,0 0,-1 1,1-1,-2 21,0-16,1 1,0-1,0 1,0-1,0 0,1 1,0-1,0 1,0-1,1 1,0-1,0 1,0-1,1 0,0 1,0-1,0 0,1 0,-1 0,1-1,0 1,0-1,1 0,0 1,-1-1,1-1,1 1,-1-1,5 3,1-2,-1 0,2-1,-1-1,0 0,0 0,1-1,-1 0,1-1,-1 0,7-2,22-2</inkml:trace>
  <inkml:trace contextRef="#ctx0" brushRef="#br0" timeOffset="1820.118">2956 482,'-14'-9,"-6"-8,-3-3,3 2</inkml:trace>
  <inkml:trace contextRef="#ctx0" brushRef="#br0" timeOffset="1985.675">2060 295,'18'-5,"22"-3,25-1,19 1,9 3,0 3,-15 3</inkml:trace>
  <inkml:trace contextRef="#ctx0" brushRef="#br0" timeOffset="2254.423">2434 1203,'0'21,"2"13,4 10,2 5,2 2,2 0,-1-2,-2-2,-3-10</inkml:trace>
  <inkml:trace contextRef="#ctx0" brushRef="#br0" timeOffset="2688.837">3102 802,'18'1,"1"-1,-1 0,1-1,-1-1,0-1,0-1,0 0,0-2,-1 0,0 0,0-2,0 0,-1-1,-1-1,1 0,9-9,-23 18,0 0,0-1,-1 1,1 0,0-1,0 0,-1 1,1-1,-1 0,0 0,1 0,-1 0,0 0,0 0,0 0,0 0,-1 0,1 0,0 0,-1-1,0 1,1 0,-1 0,0-1,0 1,-1 0,1-1,0 1,-1 0,1 0,-1-1,0 1,1 0,-1 0,0 0,0 0,-1-1,-6 1,0-1,0 1,0 1,0-1,0 1,0 1,0-1,0 2,0-1,-1 1,1 0,0 1,0-1,0 2,1-1,-1 1,0 0,1 1,0 0,-1 1,2-3,0 0,1 0,0 0,0 1,0 0,0 0,0 1,0-1,1 1,-1 0,1 0,0 1,1-1,-1 1,1 0,0 0,0 0,0 0,1 0,-1 1,1-1,1 1,-1-1,1 1,0 0,0 0,1 0,0-1,0 1,0 3,4 0,1 0,0 0,0 0,0-1,1 0,1 0,-1 0,1-1,1 0,-1 0,1-1,0 0,1-1,-1 1,1-1,0-1,1 0,-1 0,1-1,-1 0,4 0,23 7,0-2,1-1,0-2,0-1,0-2,1-2,-1-1,3-3,36-4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22.97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386 292,'-17'-6,"0"1,-1 0,1 1,-1 1,0 1,0 0,0 1,0 1,0 1,0 1,0 0,0 1,0 1,1 1,-1 0,1 1,-11 7,25-12,-1 1,0 0,1 1,-1-1,1 1,0-1,0 1,0 0,0 0,0 1,1-1,-1 0,1 1,0 0,0-1,0 1,1 0,-1 0,1 0,0 0,0 0,0 0,1 1,-1-1,1 0,0 0,1 0,-1 0,1 1,-1-1,1 0,0 0,1 0,-1 0,1 0,-1 0,1-1,2 3,12 16,2 0,1-2,0 0,1-1,1-1,1-1,1-1,0 0,1-2,5 1,79 45,66 44,-119-47,-54-54,0-1,0 0,0 0,0 1,0-1,-1 1,1-1,-1 1,1-1,-1 1,0-1,0 1,0-1,0 1,-1-1,1 1,-1-1,1 1,-1-1,0 1,0-1,0 0,0 0,0 1,-1-1,1 0,-1 0,1 0,-1 0,-6 5,0 1,0-2,-1 1,0-1,0-1,-1 1,1-2,-1 1,0-1,0-1,-1 0,1 0,-1-1,1 0,-1-1,0 0,1-1,-1 0,0-1,-3-1,12 2,-1 0,1-1,0 1,0-1,0 0,0 0,0 0,0 0,0 0,0 0,0 0,0-1,0 1,1-1,-1 1,1-1,-1 0,1 0,0 0,-1 1,1-1,0 0,0-1,0 1,1 0,-1 0,0 0,1 0,-1-1,1 1,0 0,0 0,0-1,0 0,27-79,7 27,3 1,42-48,-6 8,-43 56,-3-1,-1-2,-2 0,-2-1,-2-2,3-10,-20 47,-1 0,1 0,-1 0,0 0,-1 0,1-1,-2 1,1-1,-1 1,0 0,0-1,-1 1,0-1,0 1,-1 0,0 0,0 0,-1 0,-2-5,4 12,1-1,-1 0,1 0,-1 1,0-1,1 0,-1 1,0-1,0 1,1-1,-1 1,0-1,0 1,0 0,0-1,0 1,0 0,1 0,-1-1,0 1,0 0,0 0,0 0,0 0,0 0,0 0,0 1,0-1,0 0,0 0,1 1,-1-1,0 0,0 1,0-1,0 1,1-1,-1 1,0 0,0-1,1 1,-1 0,1-1,-1 1,0 0,1 0,-1 0,-21 44,13-7,2 0,1 1,3 0,1 0,1 1,6 36,-3-22,3 0,3-1,1 1,3-2,2 0,3 0,1-2,20 35,-34-76,0-1,1 0,0 0,1 0,0-1,0 0,0 0,1 0,0-1,0 0,1-1,2 2,10 3</inkml:trace>
  <inkml:trace contextRef="#ctx0" brushRef="#br0" timeOffset="259.345">347 600,'27'2,"32"1,28 0,21 0,9-1,-4-1,-20-1</inkml:trace>
  <inkml:trace contextRef="#ctx0" brushRef="#br0" timeOffset="517.659">1094 801,'-3'4,"1"1,-1 0,1 0,0 0,0 1,0-1,0 0,1 1,0-1,1 1,-1 0,1-1,0 1,0-1,1 1,-1-1,1 1,0-1,1 1,0-1,-1 0,2 0,-1 1,1-1,-1-1,1 1,1 0,-1-1,3 3,3-2,0-1,1 0,-1 0,1-1,0 0,0 0,0-1,1-1,-1 0,0 0,1-1,-1 0,0-1,1 0,-1-1,0 0,0-1,0 1,0-2,4-1,-10 4,0-1,0 1,0-1,0 1,0-1,0 0,0-1,-1 1,1-1,-1 1,1-1,-1 0,0 0,0 0,-1-1,1 1,-1-1,1 0,-1 1,0-1,-1 0,1 0,-1 0,1 0,-1-1,0 1,-1 0,1-1,-1 1,0 0,0 0,0-1,-1 1,1 0,-1-1,0 1,0 0,-2-3,-3 0,-1 0,0 0,-1 1,1-1,-1 2,0-1,-1 1,1 1,-1-1,0 2,0-1,0 1,-1 0,1 1,-1 0,0 1,1 0,-1 0,0 1,0 0,1 1,-1 0,0 1,1 0,-2 0,5 0,1 0,-1 0,1 1,0-1,-1 1,1 0,0 0,1 1,-1 0,1 0,-1 0,1 0,0 0,1 1,-1 0,0 1,3-4,-1 1,1-1,0 1,0-1,0 1,0 0,0-1,1 1,-1 0,1 0,0 0,0-1,0 1,0 0,0 0,0 0,1-1,-1 1,1 0,0 0,0-1,0 1,0-1,1 1,-1-1,1 1,-1-1,1 0,0 0,0 1,0-1,0-1,0 1,1 1,7 3,0 0,0-1,1 0,0-1,0 0,0-1,0 0,1 0,-1-1,1-1,-1 0,9 0,39 1</inkml:trace>
  <inkml:trace contextRef="#ctx0" brushRef="#br0" timeOffset="1200.089">1416 413,'-4'-1,"-3"-2,0 0,-1 1,1 0,-1 0,0 1,1 0,-1 0,0 1,0 0,0 0,0 1,1 0,-1 0,0 1,1 0,-4 2,9-3,-1 1,1 0,0-1,0 1,1 0,-1 0,0 0,1 1,-1-1,1 0,0 1,-1-1,1 0,1 1,-1 0,0-1,0 1,1-1,0 1,-1 0,1-1,0 1,0 0,0-1,1 1,-1 0,1-1,0 1,29 72,0-30,2-2,2-1,34 32,-28-31,-2 1,-1 2,3 10,2 14,-41-69,0-1,-1 1,1-1,0 0,0 0,-1 1,1-1,0 0,0 0,0 0,0 0,-1 0,1 0,0 0,0 0,0 0,0 0,-1-1,1 1,0 0,0 0,-1-1,1 1,0 0,0-1,-1 1,1-1,0 1,-1-1,1 0,-1 1,1-1,-1 0,1 1,-1-1,1 0,-1 1,1-1,-1 0,0 0,0 1,1-1,-1 0,0 0,0 0,0 0,0 1,0-1,0-1,10-22,-2 0,0-1,-2 0,-1-1,-1 1,-1-1,-1 0,-1-23,-18-30,17 79,0 0,0 1,0-1,0 1,0-1,0 1,0-1,0 0,0 1,0-1,-1 1,1-1,0 0,0 1,-1-1,1 0,0 1,0-1,-1 0,1 1,0-1,-1 0,1 0,0 1,-1-1,1 0,-1 0,1 0,0 1,-1-1,1 0,-1 0,1 0,0 0,-1 0,1 0,-1 0,1 0,-1 0,1 0,0 0,-1 0,1 0,-1 0,1-1,-1 1,1 0,0 0,-1 0,1-1,0 1,-1 0,1 0,0-1,-1 1,1 0,0-1,2 5,1-1,-1 1,1-1,0 0,0 1,0-2,0 1,1 0,-1-1,1 1,0-1,0 0,0 0,0-1,0 1,0-1,0 0,0 0,1 0,-1 0,-2-1,59 14,-51-13,0 0,1 0,-1 1,0 1,0 0,0 0,0 1,-1 0,1 1,-1 0,0 0,0 1,-1 0,0 1,0 0,-1 0,1 1,-1 0,56 118,-61-124,0 1,0-1,1 0,-1 0,0 1,1-2,-1 1,1 0,0 0,0-1,0 0,-1 1,1-1,1 0,-1 0,0-1,0 1,0-1,0 1,0-1,1 0,-1 0,0-1,0 1,0-1,0 1,0-1,0 0,2-1,4-1,0-1,0 0,-1-1,0 0,0 0,0-1,0 1,-1-2,2-1,4-7,-1 0,0-1,-2 0,1-1,-2-1,0 1,6-19,-11 31,-1 16,-3 29,0-29,-1-4,1 0,0 0,0 0,1 1,0-1,0 0,1 0,0-1,0 1,0 0,1-1,0 1,1-1,-1 0,1 0,0 0,5 5,5-1</inkml:trace>
  <inkml:trace contextRef="#ctx0" brushRef="#br0" timeOffset="1461.09">2298 333,'0'16,"7"14,11 11,3-1</inkml:trace>
  <inkml:trace contextRef="#ctx0" brushRef="#br0" timeOffset="1889.851">2725 841,'24'-21,"-1"-1,-2-1,0-1,-1 0,-2-2,0 0,-2-2,-1 1,-1-2,-2 0,-1 0,-1-1,-1-1,-2 0,-1 0,1-15,-2 24,-1-1,-1 1,-1-1,-1 0,-1 0,-1 0,-1 1,-1-1,-1 0,-1 1,-1 0,-1-3,5 21,1 1,-1-1,0 0,1 0,-2 1,1-1,0 1,-1-1,0 1,1 0,-1 0,-1 0,1 1,0-1,-1 1,1 0,-1 0,1 0,-1 0,0 0,0 1,0 0,0 0,0 0,0 0,0 1,-1-1,1 1,0 0,0 0,0 1,0-1,0 1,-1 0,1 0,0 1,1-1,-1 1,-3 1,-5 7,1 0,1 1,0 0,0 1,1 0,1 0,0 1,0 0,1 0,1 1,0 0,1 0,1 0,0 1,1 0,-1 13,-1-1,2 1,0-1,2 1,1 0,1 0,2 0,1-1,0 1,2-1,2 0,0-1,12 25,-11-31,1-1,0 0,1-1,1 0,1-1,1 0,0-1,1-1,1 0,0-1,1 0,1-2,0 0,0-1,1-1,1 0,1-1,-13-6,-1 1,1-1,0-1,1 1,-1-1,0-1,1 0,-1 0,1 0,-1-1,1-1,-1 1,1-1,-1-1,0 1,1-1,-1-1,0 0,0 0,-1 0,1-1,-1 0,1-1,-1 0,-1 0,1 0,-1-1,0 0,5-5,-4 2,-1 0,0 0,0 0,0-1,-2 0,1 0,-1 0,-1-1,1 1,-2-1,0 0,0 0,-1 1,0-1,-1 0,0-1,-1-3,1 13,0 0,-1 0,1 0,0 0,-1 0,0 0,1 0,-1 0,0 0,0 1,0-1,0 0,0 0,0 1,-1-1,1 1,-1-1,1 1,-1 0,1-1,-1 1,0 0,1 0,-1 0,0 0,0 0,0 1,0-1,0 1,0-1,0 1,0 0,0-1,0 1,0 0,0 0,0 1,0-1,0 0,0 1,0-1,0 1,0 0,0-1,0 1,0 0,1 0,-1 0,0 0,1 1,-2 0,0 1,0 0,0 1,1-1,-1 1,1-1,0 1,0 0,1-1,-1 1,1 0,0 0,0 0,0 1,0-1,1 0,0 0,-1 0,2 0,-1 1,0-1,1 0,0 0,0 0,0 0,0 0,1 0,-1 0,1 0,0-1,1 1,-1-1,0 1,1-1,0 0,0 0,0 0,0 0,0-1,2 2,14 7,0 0,0-1,2-1,-1-1,1 0,0-2,0-1,1 0,19 1,-41-6,95 15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3.60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0,'20'15,"-1"1,-1 1,0 1,-2 0,0 1,-1 1,0 0,-2 1,0 1,-2 0,-1 1,0 0,-2 0,0 1,-2 0,0 0,-2 1,0 3,14 25,-17-53,1 0,-1 0,0 0,1 0,-1 0,1-1,-1 1,1 0,-1-1,0 1,1-1,-1 0,0 0,1 1,-1-1,0 0,0 0,0 0,0 0,0 0,0 0,0 0,0-1,0 1,-1 0,1-1,1 0,35-48,-3-1,-1-2,0-9,-30 58,32-64,-34 68,-1 0,0 0,0 0,0 1,1-1,-1 0,0 0,0 0,1 0,-1 0,0 1,0-1,1 0,-1 0,0 0,0 0,1 0,-1 0,0 0,1 0,-1 0,0 0,0 0,1 0,-1 0,0-1,0 1,1 0,-1 0,0 0,1 0,-2 7,3 4,0 0,1 0,0-1,0 1,1-1,1 0,0 0,0 0,1 0,0-1,0 0,1-1,0 1,1-1,0-1,0 1,1-1,0-1,0 0,1 0,-1-1,1 0,0 0,1-1,-1 0,1-1,-1-1,1 0,0 0,1 0,-7-2,0 1,-1-1,1 1,0-1,0-1,0 1,0-1,0 0,0 0,-1 0,1-1,0 1,-1-1,1 0,-1-1,0 1,0-1,0 0,0 0,0 0,0 0,-1-1,0 1,0-1,0 0,0 0,0 0,-1 0,1-1,-1 1,-1-1,1 1,1-5,0-9,0 1,-1-1,0 0,-2 0,0 0,-1 1,-1-7,-2 84,5-43,0-1,1 1,1-1,0 0,1 0,1 0,0-1,2 1,5 9,-9-18,0-1,1 0,0 0,1 0,-1 0,1-1,0 0,0 0,1 0,0-1,0 1,0-1,0-1,0 1,1-1,-1 0,1 0,0-1,0 0,0-1,0 1,1-1,0 0,-2-1,0 0,0-1,0 0,0 0,0 0,0-1,0 1,-1-1,1-1,-1 1,1-1,-1 0,0 0,0-1,0 1,0-1,-1 0,0-1,0 1,0-1,0 1,-1-1,1 0,-1-1,2-4,2-4,-1-1,0 0,-1 0,0 0,-2 0,0-1,0 0,-2 1,1-7,-9-29,7 51,0 0,-1 0,1 1,0-1,0 0,0 0,0 1,0-1,0 0,-1 0,1 1,0-1,0 0,0 0,-1 0,1 0,0 1,0-1,-1 0,1 0,0 0,0 0,-1 0,1 0,0 0,0 0,-1 1,1-1,0 0,0 0,-1 0,1 0,0 0,-1-1,1 1,0 0,0 0,-1 0,1 0,0 0,0 0,-1 0,1 0,0-1,0 1,-1 0,1 0,0 0,0 0,0-1,0 1,-1 0,1 0,0-1,0 1,0 0,0 0,0-1,0 1,-1 0,1 0,0-1,0 1,0 0,0-1,0 1,0 0,0 0,0-1,-6 23,7-11,1 0,-1 0,2 0,-1-1,1 1,1-1,0 1,1-1,0 0,0-1,1 1,0-1,1 0,0-1,0 1,1-1,0-1,0 0,1 0,0 0,0-1,1-1,4 3,50 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5.44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13 239,'30'-16,"1"1,0 2,1 1,24-6,33-12,-78 26,2 0,0-1,0 0,0-1,0 0,-1-1,0-1,-1 0,1 0,-2-1,7-6,-16 14,0 0,-1 1,1-1,0 0,-1 0,1 0,0 1,-1-1,1 0,-1 0,1 0,-1 0,0 0,1 0,-1 0,0 0,0 0,0 0,0-1,0 1,0 0,0 0,0 0,0 0,0 0,0 0,-1 0,1 0,-1 0,1 0,0 0,-1 0,0 0,1 1,-1-1,1 0,-1 0,0 0,0 1,1-1,-1 0,0 1,0-1,0 0,0 1,0 0,0-1,0 1,0-1,-1 1,-55-7,47 9,1 1,0-1,0 1,1 1,-1 0,1 0,-1 1,1 0,1 0,-1 1,1 0,0 0,0 1,1 0,0 0,0 0,0 1,1 0,-3 6,-4 9,0 1,1 0,2 1,0 0,2 1,-2 12,1 7,3 0,1 0,2 0,2 0,2 0,2 0,2 0,17 84,32 95,-46-189,18 102,-30-110,-4-12</inkml:trace>
  <inkml:trace contextRef="#ctx0" brushRef="#br0" timeOffset="293.253">0 654,'23'-12,"0"1,1 1,1 1,-1 2,1 0,0 1,1 2,-1 1,17-1,21-2,-1 2,58 5,-119-1,1 0,-1 0,1 0,0 0,-1 0,1 1,-1-1,1 0,-1 1,0-1,1 1,-1 0,1-1,-1 1,0 0,1 0,-1 0,0 0,0 0,0 0,0 0,0 0,0 1,0-1,0 0,-1 1,1-1,0 0,-1 1,1-1,-1 1,1-1,-1 1,0-1,0 1,0-1,0 1,0 0,0-1,0 1,0-1,0 1,-1-1,1 1,-1-1,1 1,-3 10,2 1,-1 0,2 0,0 0,0-1,1 1,1 0,0 0,1-1,0 1,1-1,0 0,1 0,0 0,1-1,6 9,2-8,-1-6</inkml:trace>
  <inkml:trace contextRef="#ctx0" brushRef="#br0" timeOffset="537.599">695 226,'-11'19,"-6"14,-1 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3.85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96 492,'-3'25,"0"24,0 22,3 17,8 14,10 8,6 1,2-2,-5-9,-4-14,-11-17,-6-21</inkml:trace>
  <inkml:trace contextRef="#ctx0" brushRef="#br0" timeOffset="632.888">15 746,'-2'-12,"-11"-115,13 125,0 0,0 0,1 0,-1 0,1 0,-1 0,1 0,0 0,0 0,0 0,0 0,0 0,0 0,0 1,1-1,-1 0,0 1,1-1,0 1,-1 0,1-1,0 1,0 0,0 0,-1 0,1 0,0 0,0 1,1-1,-1 1,0-1,0 1,0 0,0 0,0 0,0 0,0 0,1 0,1 1,12 1,0 1,1 1,-1 0,-1 1,1 1,-1 0,0 1,0 1,-1 0,0 1,0 1,-1 0,6 7,-16-16,-1 1,1 0,-1 0,1 0,-1 0,0 1,0-1,0 1,0-1,0 1,-1 0,1-1,-1 1,0 0,1 0,-1 0,-1 0,1 0,0 0,-1 1,0-1,1 0,-1 0,-1 0,1 0,0 1,-1-1,1 0,-1 0,0 0,0 0,0 0,-1 0,1-1,-1 1,1 0,-2 1,-2 0,-1 0,0 0,1 0,-2-1,1 0,0 0,0 0,-1-1,0 0,1 0,-1-1,0 1,0-2,-3 1,20-8,238-48,-215 36,-32 18,-1 1,1 0,-1-1,0 1,1-1,-1 1,0-1,1 1,-1-1,0 1,0-1,1 0,-1 1,0-1,0 1,0-1,0 0,0 1,0-1,0 1,0-1,0 0,0 1,0-1,0 1,0-1,-1 0,1 1,0-1,0 1,-1-1,1 1,0-1,-1 1,1-1,0 1,-1-1,1 1,-1 0,1-1,-1 1,1-1,-1 1,1 0,-1 0,1-1,-1 1,1 0,-1 0,1 0,-1-1,0 1,1 0,-1 0,1 0,-1 0,0 0,0 0,0-1,0 0,0 1,0-1,0 1,0 0,-1-1,1 1,0 0,0 0,0-1,0 1,-1 0,1 0,0 0,0 1,0-1,0 0,-1 0,1 1,0-1,0 0,0 1,0-1,0 1,0 0,0-1,0 1,0 0,0-1,0 1,0 0,1 0,-1 0,0 0,1 0,-1 0,0 0,1 0,-1 0,1 0,0 0,-1 0,1 0,0 1,-1 0,1 2,0-1,0 1,0 0,0 0,0-1,1 1,0 0,0 0,0-1,0 1,0-1,1 1,0-1,1 3,0-2,1 1,-1-1,1 0,0-1,0 1,0 0,1-1,-1 0,1 0,0-1,0 1,0-1,0 0,0 0,0-1,1 1,-1-1,1-1,-1 1,1-1,-1 1,1-2,-1 1,1-1,-2-1,0-1,-1 1,1-1,-1 0,0 0,0-1,0 1,0-1,-1 1,1-1,-1 0,0 0,0 0,0 0,-1 0,1-1,-1 1,0 0,0-1,-1 1,1-1,-1 1,0-1,0 1,-1-1,0-2,2 1,0 0,-1 0,0 0,0 0,0 0,-1 0,0 0,0 1,-1-1,1 0,-1 0,-1 1,1-1,-1 1,0 0,0-1,0 1,-1 1,0-1,0 0,0 1,0 0,-1 0,0 0,1 1,-1-1,-1 1,1 1,0-1,-1 1,0-1,1 1,-6 0,5 2,1 0,-1 1,1 0,0 0,-1 0,1 1,0 0,0 0,0 0,0 1,1-1,-1 1,1 0,-1 1,1-1,0 1,0 0,1 0,-1 0,1 0,0 1,0-1,0 1,1 0,-1-1,1 2,0-1,1 0,-1 0,1 0,0 1,0-1,1 0,0 1,0-1,0 1,0-1,1 0,0 1,0-1,1 0,11 29</inkml:trace>
  <inkml:trace contextRef="#ctx0" brushRef="#br0" timeOffset="1034.832">764 840,'27'-37,"-1"-1,-2-1,-1-1,-2-1,-2-1,-2-1,-2 0,-2-1,-1-1,-3 0,-2 0,-1-8,-4 38,3-9,-2-1,-1 0,-1 0,-1 0,-1 0,-2 0,-4-24,6 47,1-1,0 1,-1 0,0 0,1 0,-1 0,0 0,0 0,0 0,0 0,-1 0,1 0,0 0,-1 1,0-1,1 1,-1-1,0 1,1-1,-1 1,0 0,0 0,0 0,0 0,0 0,-1 1,1-1,0 1,0-1,0 1,-1 0,1 0,0 0,0 0,-1 0,1 0,0 0,0 1,0-1,-1 1,1 0,0 0,0 0,0 0,0 0,0 0,0 0,1 0,-1 1,-1 1,-7 9,0 0,1 0,0 1,1 1,1-1,0 1,1 1,0-1,1 1,1 0,0 0,1 0,1 1,0 6,-2 12,1 1,2-1,1 1,2-1,2 1,0-1,3 0,1-1,1 1,2-1,1-1,2 0,1-1,1-1,1 0,2-1,2-1,0-1,8 6,-22-24,0-1,1 0,0-1,0 0,1 0,0-1,0 0,0-1,1 1,0-2,4 2,7-6,-6-6</inkml:trace>
  <inkml:trace contextRef="#ctx0" brushRef="#br0" timeOffset="1280.213">737 411,'14'-6,"25"-1,28 4,28 4,22 4,18 2,-16-1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0.52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1 508,'15'17,"-1"0,0 1,-1 1,-1 1,0-1,-2 2,0 0,-2 0,0 0,-1 1,-1 0,2 21,-7-34,-1-7,0 0,-1 0,1-1,0 1,0 0,0 0,1 0,-1 0,0 0,1-1,-1 1,1 0,0 0,-1-1,1 1,0 0,0-1,0 1,0-1,0 1,1-1,-1 1,0-1,1 0,-1 0,1 1,-1-1,1 0,-1-1,1 1,0 0,-1 0,2 0,61-61,106-140,-170 200,0 0,0 1,0-1,0 1,0-1,0 0,1 1,-1-1,0 0,0 1,0-1,1 0,-1 1,0-1,0 0,0 1,1-1,-1 0,0 0,1 1,-1-1,0 0,1 0,-1 0,0 1,1-1,-1 0,0 0,1 0,-1 0,1 0,-1 0,0 0,1 0,-1 0,1 0,-1 0,0 0,1 0,-1 0,0 0,1 0,-1 0,1 0,-3 7,2-3,0 0,0 0,0 1,0-1,1 0,0 0,0 0,0 0,0 0,0 0,1-1,0 1,0 0,0-1,0 1,0-1,1 1,-1-1,1 0,0 0,0 0,0-1,0 1,1-1,-1 0,1 0,0 0,2 1,5 2,0 0,1-1,0 0,0-1,0 0,0-1,0-1,0 0,3 0,1-1,0 0,0-1,0 0,0-1,-1-1,1-1,-1 0,0-1,0-1,0 0,-1-1,0 0,0-2,-1 1,0-1,-1-1,5-4,-16 12,1 0,0 1,-1-1,1 0,-1 0,1 0,-1 0,0 0,0 0,0 0,0 0,0 0,-1-1,1 1,0 0,-1-1,0 1,0 0,1-1,-1 1,-1 0,1-1,0 1,-1 0,1-1,-1 1,1 0,-1 0,0-1,0 1,0 0,0 0,-1 0,1 0,-1 0,1 1,-1-1,1 0,-1 1,0-1,0 1,0-1,0 1,0 0,0 0,0 0,-1-1,0 1,0 0,-1 0,1 0,0 0,0 0,-1 0,1 1,-1 0,1-1,0 1,-1 1,1-1,0 0,-1 1,1 0,0-1,-1 1,1 1,0-1,0 0,0 1,0 0,0-1,0 1,1 0,-1 1,1-1,-1 0,1 1,0-1,0 1,0 0,0 0,0 0,1 0,-1 0,1 0,0 0,0 0,0 0,0 1,1-1,-1 0,1 1,0-1,0 2,2 4,2 0,-1 0,1-1,1 1,-1-1,1 0,1 0,-1 0,2-1,-1 0,1 0,0 0,0-1,0 0,1-1,0 0,1 0,-1 0,1-1,-1 0,10 2,145 43,-84-35</inkml:trace>
  <inkml:trace contextRef="#ctx0" brushRef="#br0" timeOffset="720.073">1431 561,'-15'0,"0"0,0 1,0 1,0 1,0 0,0 0,-4 4,14-6,-1 2,1-1,1 1,-1-1,0 1,1 0,-1 1,1-1,0 1,0 0,1 0,-1 0,1 1,0-1,0 1,0 0,0 0,1 0,0 0,0 0,0 4,1-5,0 1,0 0,1-1,0 1,0 0,0-1,1 1,-1 0,1-1,0 1,1-1,-1 1,1-1,0 0,0 1,0-1,0 0,1 0,0-1,0 1,0 0,0-1,0 0,1 0,-1 0,1 0,0 0,0-1,0 1,0-1,1 0,-1-1,0 1,1-1,0 0,-1 0,1 0,-1-1,1 1,0-1,-1 0,1 0,0-1,1 0,5 0,0-1,0-1,0 0,0 0,-1-1,1 0,-1-1,0 0,0-1,-1 0,1-1,-2 1,1-2,-1 1,0-1,0-1,-1 1,0-1,5-9,2-5,-1 1,-1-1,-1-1,-1 0,-1-1,-1 0,-2 0,1-6,-1 4,-1 0,-1-1,-2 1,0-1,-2 0,-1 0,-1 1,-2-1,0 1,-2 0,-2-2,8 26,-1 0,1 0,-1 0,0 0,0 0,0 1,-1-1,1 0,-1 0,1 1,-1-1,0 1,0 0,0-1,0 1,0 0,-1 0,1 0,0 1,-1-1,0 1,1-1,-1 1,0 0,0 0,0 0,0 0,1 0,-1 1,0-1,-1 1,1 0,0 0,0 0,0 0,0 1,0-1,0 1,0 0,1 0,-1 0,0 0,0 0,0 1,-1 0,-7 10,1 0,0 1,1 0,0 0,1 1,1 0,0 0,1 1,1 0,0 0,1 0,0 1,2 0,-2 12,2-9,0 0,1 0,0 0,2 0,0 0,2-1,0 1,0 0,2-1,0 0,2 0,0 0,0-1,2 0,0 0,1-1,1 0,0-1,1 0,1-1,0-1,1 0,0 0,1-1,1-1,-1-1,2 0,-1-1,1-1,1 0,0-2,0 0,0 0,-12-4,0-1,-1 0,1 1,0-2,0 1,0-1,0 0,0 0,-1 0,1-1,0 0,0 0,0-1,-1 1,1-1,-1-1,1 1,-1-1,0 0,0 0,0 0,-1-1,1 1,-1-1,1 0,-1-1,-1 1,1-1,-1 0,2-2,-5-5,-11 27,10-13,0 0,0 0,0 0,0 0,0 0,0 0,1 1,-1-1,1 0,-1 0,1 0,0 1,0-1,0 0,0 0,1 1,-1-1,0 0,1 0,-1 1,1-1,0 0,0 0,0 0,0 0,0 0,1 0,-1-1,0 1,1 0,-1 0,1-1,0 1,-1-1,1 0,0 1,0-1,0 0,0 0,0 0,0 0,0-1,1 1,-1-1,0 1,0-1,2 1,2-1,-1 0,1-1,-1 1,1-1,-1 0,1-1,-1 1,0-1,1 0,-1 0,0-1,0 1,-1-1,1 0,-1-1,1 1,-1-1,0 0,0 0,-1 0,1 0,-1-1,0 1,0-1,0 0,-1 0,0 0,1 0,-2 0,1-1,-1 1,0-1,0 1,0-1,-1 1,0-2,1 2,0 0,0-1,-1 1,0 0,0 0,0 0,0-1,-1 1,0 0,0 0,0 0,-1 0,0 0,0 0,0 1,-1-1,1 1,-1-1,0 1,0 0,-1 0,1 0,-1 0,0 1,0 0,0-1,0 2,-1-1,1 0,-1 1,1 0,-1 0,0 0,0 0,0 1,0 0,0 0,-3 0,4 2,0-1,-1 1,1 0,0 0,0 0,0 1,0-1,0 1,1 0,-1 0,0 0,1 1,-1-1,1 1,0 0,0 0,0 0,0 0,1 1,-1-1,1 1,0-1,0 1,0 0,0 0,1 0,0 0,0 0,0 0,-1 4,-6 27</inkml:trace>
  <inkml:trace contextRef="#ctx0" brushRef="#br0" timeOffset="1259.141">2220 829,'1'-71,"0"25,-1 1,-2-1,-3 0,-4-17,9 60,0 0,-1 0,1 1,0-1,-1 0,0 1,0-1,0 1,0-1,0 1,0-1,0 1,-1 0,1 0,-1-1,0 1,0 0,0 0,0 1,0-1,0 0,0 1,0-1,-1 1,1 0,0 0,-1 0,0 0,1 0,-1 0,1 1,-1-1,0 1,1 0,-1-1,2 2,0 0,0 0,0 0,0 0,0 0,1 0,-1 0,0 0,1 0,-1 0,1 1,-1-1,1 0,-1 0,1 0,0 1,0-1,0 0,0 1,0-1,0 0,0 0,0 1,0-1,0 0,1 0,-1 1,0-1,1 0,-1 0,1 0,0 0,-1 0,1 1,0-1,0 0,0-1,-1 1,1 0,0 0,0 0,0 0,0-1,1 1,-1 0,0-1,12 7,0 0,0-1,0-1,0-1,1 1,0-2,0 0,0-1,0 0,12-1,31 4,81 14,-135-18,0 0,0 0,0 0,0 0,0 0,-1 1,1-1,0 1,-1 0,1 0,-1 0,0 0,0 0,0 1,0-1,0 0,0 1,0 0,-1-1,1 1,-1 0,0 0,0 0,0 0,0 0,-1 0,1 0,-1 0,0 2,-1 42,0-42,0 1,0 0,0-1,1 1,0-1,0 1,1 0,0-1,0 1,0-1,0 1,1-1,0 1,0-1,0 0,1 0,0 0,0 0,0-1,1 2,5 0,0 0,0-1,0 0,0 0,1-1,0 0,0-1,0 0,0-1,0 0,1 0,-1-1,1 0,-1-1,1 0,-1-1,1 0,-1-1,1 0,-1-1,6-2,-9 3,-1-1,0 0,0-1,0 1,0-1,0 0,-1-1,1 1,-1-1,0 0,-1-1,1 1,1-4,-4 7,0-1,-1 0,1 0,0 0,-1-1,0 1,0 0,0 0,0-1,0 1,-1-1,1 1,-1 0,0-1,0 1,-1-1,1 1,-1-1,1 1,-1 0,0-1,0 1,-1 0,1 0,0-1,-1 1,0 1,0-1,2 2,-1-1,0 1,1 0,-1 0,0 0,1 0,-1 1,0-1,0 0,0 0,0 0,0 1,0-1,0 0,0 1,0-1,0 1,0-1,-1 1,1 0,0-1,0 1,0 0,-1 0,1 0,0 0,0 0,0 0,-1 0,1 0,0 1,0-1,0 0,-1 1,1-1,0 1,0-1,0 1,0 0,0-1,0 1,0 0,0 0,0-1,1 1,-2 1,-27 51,28-46,-1-1,1 1,0 0,0 0,1-1,0 1,0 0,1 0,-1 0,1-1,1 1,0 0,0-1,0 1,0-1,1 0,0 0,1 0,-1 0,1 0,0-1,1 0,-1 0,1 0,0 0,0-1,1 1,-1-1,1-1,0 1,0-1,0 0,4 1,18 6</inkml:trace>
  <inkml:trace contextRef="#ctx0" brushRef="#br0" timeOffset="1502.521">2755 267,'0'0</inkml:trace>
  <inkml:trace contextRef="#ctx0" brushRef="#br0" timeOffset="1898.462">3129 0,'-13'25,"1"1,1 0,2 1,0 0,2 0,1 1,1 0,1 0,2 2,-3 9,2 1,2 0,2 0,1-1,2 1,2-1,1 1,2-2,2 1,2-2,1 1,8 12,-18-42,0 1,0-1,1 0,0 0,1 0,0-1,0 0,0 0,1 0,0-1,0 0,1 0,-1-1,1 0,1 0,-1-1,1 0,-1-1,1 1,0-2,0 1,1-1,-1-1,0 0,1 0,-1-1,0 0,1 0,-1-1,0 0,1-1,-1 0,0-1,0 0,0 0,1-1,0-4,0-1,0 0,-1 0,0 0,0-2,-1 1,0-1,-1 0,-1 0,0-1,0 0,-1 0,0 0,-1-1,-1 0,0 1,0-1,-2-1,1 1,-2-2,1 13,0 1,0-1,-1 0,1 1,-1-1,1 0,-1 0,0 0,0 1,0-1,0 0,0 0,0 0,0 0,-1 1,1-1,-1 0,1 0,-1 1,1-1,-1 0,0 1,0-1,0 1,0-1,0 1,0-1,-1 1,1 0,0-1,-1 1,1 0,-1 0,1 0,-1 0,1 0,-1 1,0-1,0 0,1 1,-1-1,0 1,0 0,1-1,-1 1,0 0,0 0,-1 0,-4 5,0 0,1 0,0 1,0 0,0 0,1 0,0 0,0 1,1 0,-1 0,1 0,1 1,0 0,0-1,0 1,1 0,0 0,1 0,0 0,0 1,0-1,2 7,-1-6,2 0,-1 0,1 0,1 0,-1 0,2-1,-1 0,1 1,0-1,1 0,0-1,0 1,0-1,1 0,0-1,1 1,-1-1,1 0,1-1,3 3,-1-1,1 0,1-1,-1 0,1-1,0 0,0-1,1 0,-1-1,1 0,0-1,0-1,0 0,0 0,0-2,19-3</inkml:trace>
  <inkml:trace contextRef="#ctx0" brushRef="#br0" timeOffset="2151.781">3022 334,'16'-12,"26"-3,26 1,24 2,17 4,-10 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25.52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148 621,'0'18,"0"16,2 10,4 5,2-1,2-5,0-9</inkml:trace>
  <inkml:trace contextRef="#ctx0" brushRef="#br0" timeOffset="848.335">1 353,'15'-2,"-1"0,1 1,0 1,0 0,0 1,0 1,0 0,0 1,-1 1,1 0,-1 1,0 0,-1 1,1 1,-1 0,0 1,2 2,0 1,1 2,-2 0,1 0,-2 1,0 1,-1 1,0 0,-1 0,-1 1,-1 0,0 1,-2 0,0 0,0 1,-2 0,0 0,-2 0,0 0,-1 1,0 0,-2 1,1-5,7 48,-8-63,1 1,-1 0,1-1,-1 1,1-1,0 1,0-1,0 1,0-1,0 0,0 1,0-1,0 0,0 0,1 0,-1 0,0 0,1 0,-1 0,1 0,-1-1,1 1,0 0,-1-1,1 1,-1-1,1 0,0 0,0 1,-1-1,1 0,0 0,0-1,9-2,0-1,0 0,0-1,-1 0,0-1,0 0,0 0,-1-1,0 0,0-1,-1 0,0-1,-1 1,3-5,2 0,-1 0,-1 0,0-1,0 0,-2-1,0 0,0-1,-2 1,0-1,-1-1,0 1,0-6,-6 22,1 1,0-1,-1 0,1 0,0 0,-1 0,1 0,-1 1,1-1,0 0,-1 0,1 0,-1 0,1 0,0 0,-1 0,1 0,0 0,-1-1,1 1,-1 0,1 0,0 0,-1 0,1 0,0-1,-1 1,1 0,0 0,-1-1,1 1,0 0,0 0,-1-1,-1 9,0 1,1-1,0 0,0 1,0-1,1 1,1-1,-1 0,1 1,1-1,0 0,0 1,0-1,1 0,0 0,1-1,0 1,0-1,0 0,1 0,0 0,1-1,-1 1,1-1,1-1,-1 1,1-1,0 0,0 0,0-1,1 0,-1-1,1 1,0-1,2 0,1 1,-1-2,0 1,1-2,-1 1,1-1,0-1,-1 0,1-1,0 1,-1-2,1 0,-1 0,0-1,1 0,-1-1,-1 0,1 0,0-1,-1-1,0 0,-1 0,1 0,-1-1,0 0,-1-1,1 0,-2 0,1 0,3-7,1-13,0 0,-2 0,-1-1,-1 0,-1-1,-2 1,-1-1,-2 0,0 0,-2 0,-2 0,3 6,0 14,1-34,-2-1,-2 1,-2-1,-2 1,-6-20,13 62,0-1,-1 0,1 1,-1-1,1 0,-1 1,0-1,0 1,0-1,0 1,0 0,0-1,-1 1,1 0,-1 0,0 0,1 0,-1 0,0 0,0 1,0-1,-1 0,1 1,0 0,0-1,-1 1,1 0,-1 0,1 1,-1-1,1 0,-1 1,0 0,1-1,-1 1,0 0,-1 3,0 0,-1 0,1 1,1-1,-1 1,0 0,1 0,0 0,0 0,0 1,0-1,1 1,0 0,0 0,-1 2,-8 25,1 1,1 0,2 0,1 1,2 0,1 0,2 0,1 0,2 0,1 0,5 18,-4-25,2-1,1 1,2-2,0 1,2-1,0 0,2-1,10 14,-15-26,0 0,1-1,1 0,0-1,0 0,1 0,0-1,1 0,0-1,0-1,1 0,0 0,0-1,0-1,1 0,13 2,-19-6,1 0,-1 0,0-1,1 0,-1 0,1-1,-1 0,0-1,0 0,1 0,-1-1,-1 0,1 0,0-1,-1 0,0 0,0-1,0 0,0 0,-1 0,0-1,0 0,0 0,-1-1,0 0,0 0,-1 0,0 0,0-1,0 1,1-7,2-4,-1 0,0-1,-2 0,0-1,-1 1,-1-1,0 1,-2-2,-5-16,4 36,1 1,0-1,0 0,0 1,0-1,-1 1,1-1,0 1,-1-1,1 1,0-1,-1 1,1-1,-1 1,1-1,0 1,-1 0,1-1,-1 1,1 0,-1-1,0 1,1 0,-1 0,1-1,-1 1,1 0,-1 0,0 0,1 0,-1 0,1 0,-1 0,0 0,1 0,-1 0,1 0,-1 0,0 1,1-1,-1 0,1 0,-1 1,1-1,-1 0,1 0,-1 1,1-1,-1 1,1-1,-1 1,1-1,0 0,-1 1,1 0,-7 8,0 0,1 1,1 0,-1 0,1 1,1-1,0 1,1 0,0 1,0-1,1 0,0 9,0-11,0 0,0 0,1 0,0 0,1 0,0 1,1-1,-1 0,2 0,-1 0,1 0,1 0,-1 0,2-1,-1 1,1-1,0 0,1 0,0 0,0-1,1 1,0-1,0-1,0 1,1-1,4 3,80 26,-48-27</inkml:trace>
  <inkml:trace contextRef="#ctx0" brushRef="#br0" timeOffset="1096.671">951 327,'-16'-2,"-8"-1,5 0,17-2,28 1,33-3,37 1,36 1,25 2,13 1,-22 1</inkml:trace>
  <inkml:trace contextRef="#ctx0" brushRef="#br0" timeOffset="1634.201">1873 982,'10'-20,"0"0,-2-1,-1 0,0 0,-2-1,0 0,-1 0,-2 0,0 0,-1 0,-1 0,-2-1,0 1,-1 0,-1 0,-1 1,-8-22,12 39,0-1,-1 1,1 0,-1-1,0 1,-1 0,1 0,-1 1,1-1,-1 0,0 1,-1-1,1 1,0 0,-1 0,0 1,0-1,0 1,0 0,0-1,0 2,-2-2,5 4,-1-1,1 0,0 0,0 1,0-1,0 0,0 1,0-1,0 1,0-1,0 1,0 0,0 0,0-1,0 1,0 0,1 0,-1 0,0 0,1 0,-1 0,0 0,1 0,-1 0,1 0,0 0,-1 0,1 0,0 0,0 1,0-1,-1 0,1 0,0 0,1 0,-1 0,0 1,0-1,0 0,1 0,-1 0,0 0,1 0,-1 0,1 0,0 0,-1 0,1 0,0 0,-1 0,1 0,1 0,5 5,1 0,0-1,0 0,1-1,-1 0,1 0,0-1,0 0,1 0,-1-1,0 0,1-1,-1 0,1-1,4 0,-8 1,197 18,-200-19,0 1,0 0,0 0,0 0,1 0,-1 0,-1 0,1 1,0 0,0-1,0 1,-1 0,1 0,-1 1,0-1,1 1,-1-1,0 1,-1-1,1 1,0 0,-1 0,1 0,-1 0,0 0,0 0,0 0,-1 1,1-1,-1 0,1 0,-1 1,0-1,-1 0,1 0,-1 3,-5 30,4-31,1-1,-1 0,1 0,-1 1,1-1,0 1,1-1,-1 1,1 0,0-1,0 1,0-1,1 1,0 0,0-1,0 1,0-1,1 0,-1 1,1-1,0 0,1 0,-1 0,1 0,-1-1,1 1,0-1,1 1,-1-1,0 0,1 0,0-1,0 1,7 1,0-1,0-1,0 0,0-1,1 0,-1 0,0-2,1 1,7-2,20-3</inkml:trace>
  <inkml:trace contextRef="#ctx0" brushRef="#br0" timeOffset="2383.448">2554 608,'-2'15,"0"-1,1 1,1 0,0-1,1 1,1 0,0-1,1 1,0-1,2 0,-1 0,2 0,0 0,0-1,1 0,1 0,0-1,1 0,-7-9,0-1,0 1,0-1,1 1,-1-1,1 0,0 0,0 0,0 0,-1-1,2 1,-1-1,0 0,0 0,0 0,0 0,1 0,-1-1,0 1,1-1,-1 0,1 0,-1 0,0-1,1 1,-1-1,0 0,1 0,-1 0,0 0,0 0,0-1,0 0,0 1,0-1,-1 0,1 0,0-1,-1 1,0 0,1-1,-1 0,0 1,-1-1,1 0,0-1,5-12,-1-1,0 1,-2-1,0 0,-1 0,-1 0,0-1,-1 1,-1-1,-2-14,-1 9,3 24,0-1,0 0,0 0,0 0,-1 0,1 0,0 0,0 1,0-1,-1 0,1 0,0 0,0 0,0 0,-1 0,1 0,0 0,0 0,-1 0,1 0,0 0,0 0,0 0,-1 0,1 0,0 0,0 0,0 0,-1-1,1 1,0 0,0 0,0 0,0 0,-1 0,1 0,0-1,0 1,0 0,0 0,0 0,-1 0,1-1,0 1,0 0,0 0,0 0,0-1,0 1,0 0,0 0,0 0,0-1,0 1,0 0,0 0,0-1,-4 15,0-1,1 1,1-1,0 1,1 0,1 0,0 11,0-20,-1-1,1 1,1 0,-1 0,1 0,0 0,0-1,0 1,0 0,1-1,0 1,0-1,0 0,1 1,-1-1,1 0,0 0,0-1,0 1,1-1,-1 1,1-1,0 0,0 0,0-1,0 1,0-1,1 0,-1 0,3 0,0 0,0-1,1-1,-1 1,0-1,0-1,0 1,0-1,1 0,-1-1,-1 0,1 0,0 0,0-1,-1 0,1 0,-1-1,0 0,0 0,0 0,-1-1,4-3,0-1,-1 1,0-1,-1-1,0 1,-1-1,0 0,0-1,-1 0,0 1,-1-2,-1 1,3-10,-20 57,12-31,1-1,-1 1,1 0,0 0,0 0,1 0,-1 0,1 0,0 0,1 0,-1 0,1 0,0 0,0 0,1 0,-1 0,1 0,0-1,1 1,-1-1,1 1,-1-1,1 0,1 0,-1 0,1-1,-1 1,1-1,0 0,0 0,0 0,1 0,-1-1,2 1,12 1,0 0,0-1,0-1,0-1,0 0,0-2,0 0,0-1,0-1,0 0,0-1,-1-1,0-1,0-1,9-4,-19 8,1 0,-1 0,1-1,-1 0,0 0,0 0,-1-1,1 0,-1-1,0 0,-1 1,1-2,-1 1,0-1,-1 1,1-1,-2-1,1 1,-1 0,0-1,0 0,-1 0,0 0,0 0,-1 0,0 0,-1-6,0 12,0 0,-1 0,1-1,-1 1,0 0,0 0,0 0,0 0,0 1,0-1,0 0,-1 0,1 1,-1-1,1 1,-1-1,0 1,1-1,-1 1,0 0,0 0,0 0,0 0,0 0,0 1,0-1,0 1,0-1,0 1,-1 0,1-1,0 1,0 0,0 1,0-1,-1 0,1 0,0 1,0 0,0-1,0 1,0 0,0 0,0 0,0 0,0 0,1 1,-1-1,0 0,1 1,-1-1,1 1,-1 0,1-1,0 1,0 0,-1 1,-1 1,-1 1,1-1,0 1,0-1,0 1,1 0,0 0,0 0,0 0,0 1,1-1,0 0,0 1,1-1,-1 1,1-1,0 1,0-1,1 1,0-1,0 1,0-1,1 0,0 0,0 1,0-1,0 0,2 2,4 1,-1-1,1 1,1-1,-1-1,1 0,1 0,-1-1,1 0,-1 0,2-1,-1 0,0-1,2 0,43 12</inkml:trace>
  <inkml:trace contextRef="#ctx0" brushRef="#br0" timeOffset="3013.562">4078 728,'-15'-8,"0"0,-1 1,0 0,0 2,0 0,-17-3,29 7,-1 0,1 0,0 1,-1 0,1 0,0 0,-1 0,1 1,0 0,0 0,-1 0,1 0,0 1,0-1,0 1,0 0,1 0,-1 1,0-1,1 1,0 0,-1 0,1 0,0 0,1 0,-1 1,1-1,-1 1,0 2,1-1,0 0,0 0,1 0,-1 0,1 0,1 0,-1 0,1 1,0-1,0 0,0 0,1 1,-1-1,1 0,1 0,-1 0,1 0,0 0,0 0,0-1,1 1,-1-1,1 1,0-1,1 0,-1 0,1 0,0-1,0 1,0-1,0 0,0 0,1 0,-1-1,1 1,0-1,0 0,0-1,0 1,0-1,0 0,0 0,0 0,4-1,-1 0,-1 0,0 0,0-1,0 0,1-1,-1 1,-1-1,1-1,0 1,0-1,-1 0,0-1,1 1,-1-1,0-1,-1 1,1-1,-1 0,0 0,0 0,-1-1,0 0,1 0,-2 0,1 0,-1-1,0 1,0-1,-1 0,0 0,0 0,-1 0,1-5,4-26,-2-1,-2-1,-1 1,-2 0,-1 0,-3 0,-1 0,-2-3,3 13,0-1,-2 0,-2 1,0 0,-2 1,-10-19,21 46,0 0,-1 0,1-1,0 1,-1 0,1 0,-1 0,0 0,1 0,-1 0,0 0,1 0,-1 0,0 0,0 0,0 1,0-1,0 0,0 1,0-1,0 0,0 1,0-1,0 1,0 0,0-1,0 1,-1 0,1 0,0-1,0 1,0 0,-1 0,1 0,0 1,0-1,0 0,-1 0,1 1,0-1,0 0,0 1,0-1,0 1,0 0,0-1,0 1,0 0,0 0,0-1,0 1,1 0,-1 0,0 0,0 1,-8 15,1 0,1 0,1 1,0 0,1 1,1-1,1 1,1-1,0 1,1 9,0 5,1-1,1 0,2 0,1 0,2 0,1 0,1-1,2 0,1-1,10 19,-17-39,1 0,0 0,1 0,0-1,0 0,1 0,0-1,1 0,0 0,0 0,1-1,0-1,0 1,0-1,1-1,0 0,0 0,0-1,1-1,-1 1,1-2,0 1,0-1,0-1,0 0,0-1,0 0,0-1,1 0,-1 0,-1-1,5-2,-4 0,0-1,-1-1,1 0,-1 0,-1-1,0 0,0-1,0 0,-1 0,0-1,0 0,-1 0,0-1,-1 0,0 0,-1-1,0 0,0 1,-1-2,0-4,-6 10,-8 23,8-12,-1 0,1 0,0 0,0 1,1-1,-1 0,1 1,1-1,-1 1,1-1,0 1,0-1,0 1,1-1,0 1,0-1,0 0,1 1,-1-1,1 0,1 0,-1 0,1 0,0-1,0 1,0-1,0 1,1-1,0 0,0 0,0-1,0 1,3 0,66 10,-37-14</inkml:trace>
  <inkml:trace contextRef="#ctx0" brushRef="#br0" timeOffset="3186.611">4546 300,'0'11,"9"11,3 2</inkml:trace>
  <inkml:trace contextRef="#ctx0" brushRef="#br0" timeOffset="4042.518">5162 675,'-13'-15,"0"1,-1 0,-1 1,0 1,-1 1,0 0,-16-9,26 17,1 0,-1 1,0-1,0 1,0 0,0 1,0-1,0 1,0 0,0 1,0 0,-1 0,1 0,0 0,0 1,-1 0,1 1,0-1,0 1,1 0,-1 1,0-1,1 1,-1 0,1 0,-2 2,2 0,-1 0,1 1,0-1,0 1,0 0,1 1,0-1,0 1,1 0,0 0,0 0,1 0,-1 0,2 0,-1 1,1-1,0 2,0-5,1 1,0 0,0-1,0 1,1 0,0-1,0 1,0-1,0 1,1-1,-1 0,1 1,0-1,1 0,-1 0,1 0,-1 0,1-1,0 1,1-1,-1 0,1 0,-1 0,1 0,0-1,0 1,0-1,1 0,6 2,1-1,0 0,-1-1,1-1,0 0,0 0,0-1,0-1,0 0,0 0,0-1,0-1,-1 0,1-1,-1 0,0 0,0-1,0-1,-1 0,0-1,0 1,0-2,-1 1,0-2,-1 1,0-1,4-5,0-2,-11 40,-2-19,0-1,0 1,0-1,1 1,-1-1,1 1,1-1,-1 1,1-1,-1 1,1-1,0 0,1 1,-1-1,1 0,0 0,0 0,0 0,1 0,-1 0,1-1,0 1,0-1,0 1,0-1,1 0,-1-1,1 1,0-1,0 1,0-1,0 0,0 0,0-1,1 0,-1 1,0-1,1 0,2-1,-3 0,-1 0,1 0,-1 0,1-1,-1 0,1 1,-1-1,1-1,-1 1,0 0,1-1,-1 0,0 1,0-2,0 1,0 0,-1 0,1-1,-1 1,1-1,-1 0,0 0,0 0,0 0,0 0,-1 0,1-1,-1 1,0 0,1-2,16-109,-32-77,13 190,1 0,0 0,0 0,0 0,0 0,0 0,0 0,0 0,0 0,0-1,0 1,0 0,0 0,1 0,-1 0,1 0,-1 0,1 0,-1 0,1 1,-1-1,1 0,0 0,-1 0,1 0,0 1,0-1,0 0,-1 1,1-1,0 1,0-1,0 1,0-1,0 1,0 0,0-1,0 1,0 0,0 0,1 0,-1 0,0 0,0 0,0 0,0 0,0 0,0 0,0 0,0 1,0-1,0 1,0-1,0 1,0-1,0 1,0-1,0 1,-1 0,1-1,0 1,0 0,27 11,0 0,-1 2,-1 1,0 2,-1 0,0 1,-2 2,3 4,-19-16,0 0,-1 0,0 0,-1 1,0 0,0 0,-1 1,0-1,-1 1,0 0,0 0,-1 0,-1 0,1 0,-2 0,1 1,-1-1,-1 5,0-13,0 1,1-1,0 1,-1-1,1 1,0-1,0 1,1-1,-1 1,1-1,-1 1,1-1,0 0,-1 1,1-1,0 0,1 1,-1-1,0 0,1 0,-1 0,1 0,0 0,-1-1,1 1,0 0,0-1,0 1,0-1,2 1,13 3,0-2,1 1,-1-2,1-1,-1 0,1-1,-1 0,1-2,-1 0,1-1,10-4,-8 4,0-2,0-1,0 0,-1-1,0-1,0-1,6-5,-18 10,0 0,-1-1,1 0,-1 0,0-1,-1 1,1-2,-1 1,0 0,-1-1,1 0,-1 0,-1 0,1-1,-1 1,0-1,-1 0,0 1,0-1,-1-1,0 5,-1 0,0 1,0-1,0 0,0 0,-1 0,1 0,-1 1,0-1,0 0,0 1,-1-1,1 1,-1-1,0 1,0 0,0 0,0-1,-1 2,1-1,-1 0,0 0,0 1,0-1,0 1,0 0,0 0,-1 0,1 1,-1-1,1 1,-1 0,0 0,1 0,-1 0,0 1,0-1,0 1,1 0,-1 0,0 0,0 1,0-1,1 1,-1 0,-1 1,0 0,0 1,0-1,1 1,-1 1,1-1,-1 1,1-1,0 1,1 0,-1 1,1-1,0 1,0-1,0 1,0 0,1 0,0 0,0 1,0-1,1 0,0 1,0-1,0 1,0-1,1 1,0-1,0 1,1-1,0 1,0-1,0 1,0-1,1 1,0-1,0 0,0 0,2 1,6 7,1-1,0-1,1 0,1 0,-1-1,2-1,-1 0,1-1,1 0,-1-2,1 1,0-2,1 0,-1 0,1-2,15 2,76 18,-3-5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9.97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239 448,'-5'-4,"0"-1,0 2,0-1,-1 1,1-1,-1 2,0-1,0 1,0-1,0 2,0-1,0 1,-1 0,1 0,0 0,-1 1,1 0,-1 0,1 1,0 0,-1 0,1 0,0 1,0 0,0 0,0 1,0 0,1 0,-1 0,1 0,0 1,0 0,0 0,0 0,1 1,-2 1,4-3,-1-1,1 1,0 0,0 0,0 0,0 0,0 0,1 0,-1 0,1 1,0-1,0 1,0-1,1 1,-1-1,1 1,0-1,0 1,0-1,0 1,0-1,1 1,0-1,0 1,0-1,0 1,0-1,1 0,-1 0,1 0,0 0,0 0,0 0,0 0,1 0,-1-1,1 1,0-1,0 0,-1 0,3 1,3-1,0-1,0-1,0 1,1-1,-1-1,0 1,0-1,0-1,0 0,-1 0,1 0,0-1,-1 0,1 0,-1-1,0 0,0-1,-1 1,1-1,-1 0,0-1,0 0,-1 0,4-5,4-6,-1-1,-1 0,-1-1,-1 0,-1 0,0-1,-1 0,-1 0,-1-1,-1 0,-1 0,-1 0,0 0,-2 0,-1-1,0 1,-1 0,-2 0,0 0,-3-4,6 17,1 3,-1 0,0 0,0 0,0 0,-1 0,1 0,-1 0,-1 1,1-1,0 1,-1-1,0 1,0 0,0 0,-1 0,0 0,-1 0,4 3,-1 1,1 0,-1 0,0 0,1 0,-1 0,0 0,1 0,-1 0,1 1,-1-1,1 0,-1 1,1 0,-1-1,1 1,-1 0,1 0,-1 0,1 0,0 0,0 0,0 0,-1 0,1 0,0 0,0 1,1-1,-2 2,-12 18,2 0,0 1,1 0,2 1,0 0,1 1,2-1,0 1,1 1,2-1,0 1,2 4,0-18,0 0,0 0,1 0,1 0,0 1,1-1,0 0,0 0,1-1,1 1,0 0,0-1,1 0,0 0,1-1,0 1,0-1,1 0,1-1,-1 0,1 0,1 0,-1-1,1 0,0-1,1 0,0-1,5 3,-1-2,1-1,-1-1,1 0,-1-1,1 0,0-1,0-1,0-1,0 0,0 0,1-2,-2 0,1-1,0 0,0-1,-1-1,0 0,0-1,0 0,-1-1,0-1,0 0,6-6,-14 9,1-1,-1 1,0-1,-1-1,1 1,-1-1,0 1,-1-1,0 0,0-1,0 1,-1 0,0-1,0 0,-1 1,0-7,0 10,-1-1,0 1,-1-1,1 0,-1 1,0-1,0 1,0-1,0 1,-1 0,0 0,0-1,0 1,0 0,-1 1,0-1,1 0,-1 1,-1-1,1 1,0 0,-1 0,1 0,-1 1,0-1,0 1,0 0,-2-1,2 2,0 0,0 0,1 1,-1-1,0 1,0 0,0 0,0 0,0 0,1 1,-1-1,0 1,0 0,1 0,-1 1,0-1,1 1,-1-1,1 1,0 0,0 1,-1-1,1 1,1-1,-1 1,0 0,1 0,-1 0,1 0,0 0,0 0,0 1,1-1,-1 1,1 0,0-1,0 1,0 0,0 0,1-1,-1 1,1 0,0 0,0 0,0 0,1 0,0-1,-1 1,1 0,1 0,-1-1,0 1,1-1,0 1,0-1,0 1,0-1,2 1,5 6,1-1,1 0,0-1,0 0,0-1,1 0,0-1,1 0,-1-1,1 0,0-1,0-1,1 0,13 1,81 16,-2-7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46.08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1 294,'20'0,"23"0,20-2,18-1,12 0,7 0,1 1,-9 1,-11 3,-14 1,-19 0</inkml:trace>
  <inkml:trace contextRef="#ctx0" brushRef="#br0" timeOffset="283.818">428 0,'16'7,"17"9,16 6,13 6,8 3,1 1,-7 0,-13 0,-16 3,-24 1,-25 4,-26 5,-24 3,-16 2,-6 1,-1-3,14-8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43.82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310 784,'-16'-3,"0"1,1 0,-1 1,0 1,0 0,0 1,1 1,-1 1,1 0,-1 1,1 0,0 1,0 1,1 0,0 1,-13 9,24-14,0 0,1 0,-1 0,1 0,-1 1,1-1,0 1,0-1,0 1,0 0,1 0,-1 0,1 0,0 0,-1 0,1 0,1 1,-1-1,0 0,1 0,0 1,0-1,0 0,0 1,0-1,1 0,-1 1,1-1,0 0,0 0,0 1,0-1,1 0,0 0,-1-1,1 1,0 0,0 0,0-1,1 1,-1-1,0 0,2 1,14 7,0 0,0-2,0 0,1-1,0-1,0-1,1-1,0 0,-1-2,1 0,0-1,8-1,1 2,0-1,0-2,0-1,0-1,0-1,-1-2,0-1,0-1,24-11,-20-2,-34 24,1-2,0 0,0-1,1 1,-1 0,0 0,1 0,-1 0,0 0,1 0,-1 0,1 0,0 0,-1 0,1 0,0 0,0 0,0 1,-1-1,1 0,0 0,1 0,-1 0,0 0,0 0,0 0,1 1,-1-1,0 0,1 0,0 1,3 2,1 0,-1-1,1 1,0-1,0 0,1 0,-1 0,0-1,1 0,0 0,0 0,-1-1,1 0,0 0,0 0,0-1,0 0,0 0,0 0,0-1,0 0,0 0,2-1,-3 2,0-1,1 0,-1-1,0 1,0-1,1 0,-2 0,1-1,0 0,0 1,-1-1,1-1,-1 1,0-1,0 0,0 0,-1 0,1 0,-1 0,0-1,0 0,-1 1,1-1,-1 0,0 0,-1-1,1 1,-1 0,0-1,0 1,-1 0,1-1,-1 1,0-1,-1 1,1-1,-1 1,-1-1,-1 0,-1 1,-1 0,1 0,-1 1,0-1,0 1,0 0,0 0,-1 1,0-1,1 1,-1 1,0-1,-1 1,1 0,0 0,-1 1,1 0,-1 0,1 1,-1-1,1 1,-1 1,1-1,-1 1,1 0,-1 1,1-1,0 1,0 1,-1 0,0-1,0 1,0 0,1 1,-1-1,1 1,0 1,0-1,1 1,-1 0,1 0,0 1,3-4,1 0,-1 0,0 0,1 1,-1-1,1 1,0-1,0 1,0-1,0 1,1 0,-1-1,0 1,1 0,0-1,0 1,0 0,0 0,0-1,0 1,1 0,0-1,-1 1,1 0,0-1,0 1,0-1,0 1,1-1,0 2,4 3,0-1,0 0,0 0,1 0,0-1,0 0,0 0,1-1,4 2,33 16</inkml:trace>
  <inkml:trace contextRef="#ctx0" brushRef="#br0" timeOffset="547.972">1058 1025,'-20'-35,"1"-1,2 0,2-1,1-1,1 0,3-1,0-4,9 40,1 2,-1 1,1-1,-1 0,1 0,-1 0,1 0,-1 0,1 0,0 1,0-1,-1 0,1 0,0 0,0 0,0 0,0 0,0 0,0 0,0 0,0 0,1 0,-1 0,0 0,1 0,-1 0,0 0,1 0,-1 0,1 1,0-1,-1 0,1 0,-1 1,1-1,0 0,0 1,-1-1,1 0,0 1,0-1,0 1,0 0,0-1,0 1,0 0,0-1,109 33,-74-17,-18-9,11 4,-1 0,0 2,0 1,-1 1,-1 2,21 15,-43-27,0 0,0 1,0-1,0 1,-1 0,1 0,-1 0,0 1,-1-1,0 1,1-1,-2 1,1 0,-1 0,0 0,0 0,0 0,-1 0,0 0,-1 5,1-6,0 0,0-1,1 1,-1-1,1 1,0 0,0-1,1 1,-1-1,1 0,0 1,0-1,0 0,1 0,-1 0,1-1,0 1,0-1,1 1,-1-1,1 0,-1 0,1-1,0 1,0-1,0 0,1 0,-1 0,0 0,1-1,-1 0,5 1,-1 0,0 0,1-1,-1 0,1 0,0-1,-1 0,1-1,-1 0,1 0,-1 0,0-1,1-1,-1 0,0 0,0 0,-1-1,1 0,-1 0,0-1,0 0,0 0,-1-1,1 0,-1 0,-1 0,1-1,-1 0,-1 0,1-1,0 0,-1 1,-1-1,1 0,-1 0,-1-1,1 1,-1 0,-1-1,0 1,0-1,-1 0,0 1,0-1,-1 0,0 1,-2-9,1 14,1 1,-1 0,0-1,0 1,0 0,-1 0,1 0,0 1,-1-1,1 0,-1 1,0 0,1 0,-1-1,0 2,0-1,0 0,0 0,0 1,0 0,0-1,0 1,0 1,0-1,0 0,1 0,-1 1,0 0,0 0,0 0,0 0,1 0,-1 0,0 1,1-1,-1 1,1 0,0 0,-1-1,1 2,0-1,0 0,0 0,1 1,-1-1,0 1,1 0,-3 1,1 1,0 0,0-1,0 1,0 0,1 0,0 0,0 1,1-1,-1 0,1 1,0-1,1 1,-1 0,1-1,0 1,0-1,1 1,0-1,0 1,0-1,1 1,-1-1,1 0,1 0,-1 0,1 0,0 0,0 0,0-1,0 1,1-1,2 2,8 5,0 0,1-1,0-1,0-1,1 0,0-1,0 0,1-2,9 3,33 8</inkml:trace>
  <inkml:trace contextRef="#ctx0" brushRef="#br0" timeOffset="1203.253">2222 838,'-127'-8,"121"8,1 1,-1 0,1 0,-1 1,1 0,0 0,0 0,0 0,0 1,0 0,0 0,0 0,1 0,0 1,0 0,0 0,0 0,0 0,1 1,0 0,-1 0,2-1,0 0,0-1,0 2,1-1,0 0,-1 0,1 0,1 1,-1-1,1 0,-1 1,1-1,1 0,-1 1,1-1,-1 0,1 1,0-1,1 0,-1 0,1 0,0 0,0 0,0 0,0 0,1-1,-1 1,1-1,0 0,0 0,2 2,5 4,1 0,0-1,1 0,0 0,0-2,0 1,1-2,0 1,6 0,-1 0,0-2,0 0,0-1,1 0,-1-2,0 0,1-1,-1-1,1-1,1-1,-11 2,1-2,-1 1,0-1,0 0,0-1,0 0,0-1,-1 1,0-2,0 1,0-1,-1 0,0-1,0 0,0 0,-1 0,0-1,-1 0,1 0,-1-1,5-18,-1 0,-1-1,-1 0,-1 0,-2-1,-1 1,-1-1,-1 0,-3-18,3-5,0 1,3-127,-12-96,-14 159,22 114,0 0,0 0,-1-1,1 1,0 0,-1 0,1 0,-1 0,1 0,-1-1,1 1,-1 0,0 0,0 1,1-1,-1 0,0 0,0 0,0 0,0 1,0-1,0 0,0 1,0-1,0 1,-1-1,1 1,0 0,0-1,0 1,-1 0,1 0,0 0,0 0,0 0,-1 0,1 0,0 0,0 1,0-1,-1 0,1 1,0-1,0 1,0-1,0 1,0-1,0 1,0 0,0 0,0-1,0 1,0 0,-39 58,26-21,2 2,1-1,1 2,3-1,1 1,3 0,0 0,3 0,2 1,1 2,1-9,1 0,1-1,2 0,1 0,2-1,1 0,2-1,1 0,9 12,-14-26,2-1,0 0,1-1,0 0,1-1,1 0,1-1,0-1,1 0,0-2,0 0,1 0,1-2,0 0,0-2,9 3,-20-7,0-1,0 0,0 0,0-1,0 0,1 0,-1-1,0 0,1 0,-1-1,0 0,0-1,0 0,0 0,0-1,0 1,0-2,-1 1,0-1,1 0,-1-1,-1 0,1 0,-1 0,0-1,0 0,0 0,-1-1,0 1,3-6,-3 1,0-1,-1 1,-1-1,0 0,0 0,-1 0,0 0,-1 0,-1 0,0-1,0 1,-2 0,1 0,-1 0,-1 0,0 0,-2-2,5 13,0-1,0 0,-1 0,1 1,-1-1,1 0,-1 1,0-1,0 0,0 1,0-1,0 1,0 0,0-1,0 1,0 0,-1 0,1-1,-1 1,1 0,-1 0,1 1,-1-1,1 0,-1 0,0 1,1-1,-1 1,0-1,0 1,1 0,-1 0,0 0,0 0,1 0,-1 0,0 0,0 1,1-1,-1 1,0-1,0 1,1 0,-1-1,1 1,-1 0,1 0,-1 0,1 0,-2 2,-1 3,0 0,0 0,0 1,1 0,0 0,0 0,0 0,1 0,1 1,-1-1,1 1,0-1,1 1,-1-1,2 1,-1 0,1-1,0 1,1-1,0 0,0 1,0-1,1 0,0 0,0 0,2 1,5 5,0 0,1 0,0-1,1-1,1 0,0-1,0 0,1-1,0 0,0-1,1-1,0-1,1 0,-1 0,1-2,0 0,0-1,1 0,-1-1,16-1,16 1</inkml:trace>
  <inkml:trace contextRef="#ctx0" brushRef="#br0" timeOffset="1471.536">2329 410,'-16'-10,"-5"-4,9 0,24 1,32 7,40 5,41 9,30 6,16 9,0 1,-30-2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41.02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1150,'14'-58,"2"1,2 1,16-29,-33 82,31-51,-31 53,0 0,0-1,0 1,0 0,0 0,0 0,0 0,1 0,-1 0,0 0,1 0,-1 0,1 1,-1-1,1 0,-1 1,1 0,-1-1,1 1,-1 0,1 0,0-1,-1 1,1 1,-1-1,1 0,0 0,-1 0,1 1,-1-1,1 1,-1 0,1-1,-1 1,2 1,6 6,-1 1,0 1,0 0,-1 0,0 1,-1-1,0 1,-1 1,0-1,0 1,-2 0,1 1,2 4,27 86,-32-102,-1 0,1 0,-1 0,0 0,1 1,-1-1,0 0,0 0,0 1,0-1,0 0,0 0,-1 1,1-1,0 0,-1 0,1 0,0 1,-1-1,1 0,-1 0,0 0,1 0,-1 0,0 0,0 0,0 0,0 0,0-1,0 1,0 0,0 0,0-1,0 1,0-1,0 1,0-1,0 1,-1-1,1 0,0 1,0-1,-1 0,-1 0,-1 0,1-1,0 1,0-1,0 1,0-1,0 0,0 0,0-1,0 1,0-1,0 1,1-1,-1 0,0 0,-1-1,2 0,-1 0,1 0,0 0,-1 0,1 0,1 0,-1-1,0 1,1-1,0 1,-1-1,2 1,-1-1,0 0,1 0,-1 1,1-1,0 0,0 0,1 1,-1-1,1 0,0 1,0-1,0 0,0 1,1-1,0-1,62-88,-22 46,-11 15,-2-2,-1-1,-2-1,-1-1,14-31,-24 33,-2-1,-1 0,-2-1,-2-1,-2 1,-1-1,-1 0,-3 0,-1-26,0 63,0-8,0 1,0-1,-1 1,0 0,0-1,-1 1,0 0,0 0,-1 0,0 0,-1 0,1 0,-2 1,0-2,4 8,0-1,0 1,0 0,0 0,0 0,0 0,0 1,-1-1,1 0,0 0,0 1,-1-1,1 1,-1-1,1 1,0-1,-1 1,1 0,-1 0,1 0,-1 0,1 0,0 0,-1 0,1 0,-1 1,1-1,0 0,-1 1,1-1,-1 1,1 0,0-1,0 1,0 0,-1 0,1 0,0 0,0 0,0 0,-35 52,26-23,2-1,1 1,1 0,2 0,1 1,1 0,1-1,2 1,2-1,0 2,3 16,3-1,1 0,2 0,2-1,2 0,3-2,1 0,2-1,2-1,1-1,3-1,1-2,18 18,-19-28</inkml:trace>
  <inkml:trace contextRef="#ctx0" brushRef="#br0" timeOffset="248.337">54 494,'18'3,"27"2,32 1,31 0,24-2,13 0,-1 6,-24-1</inkml:trace>
  <inkml:trace contextRef="#ctx0" brushRef="#br0" timeOffset="533.571">989 949,'2'6,"1"0,-1 0,1-1,0 1,0-1,0 1,1-1,0 0,0-1,0 1,1-1,-1 1,1-1,0-1,1 1,-1-1,0 0,1 0,0 0,0-1,-1 0,1 0,1 0,-1-1,0 0,0 0,0-1,1 0,-1 0,0 0,1-1,-1 1,0-2,0 1,0-1,0 0,0 0,0 0,-1-1,1 0,-1 0,1-1,-2 1,0-1,-1 1,1-1,-1 0,0 0,0 0,0-1,-1 1,1-1,-1 1,0-1,-1 0,1 0,-1 0,0 0,0 0,0 0,-1 0,0-1,0 1,0 0,0 0,-1 0,0 0,0 0,-1 0,1 0,-1 0,0 0,0 1,-1-1,1 1,-1-1,0 1,0 0,-1 0,1 0,-1 1,0-1,0 1,0 0,0 0,0 0,-3 0,-3-2,0 0,-1 2,1-1,-1 1,0 1,0 0,0 0,0 1,0 1,-1 0,1 0,0 1,0 0,0 1,0 0,0 1,1 1,-1-1,1 2,0-1,0 1,0 1,0 0,1 0,0 1,1 0,-1 1,0 1,7-7,0 0,-1 1,1 0,0-1,1 1,-1 0,0 0,1 0,0 0,-1 1,1-1,1 0,-1 0,0 1,1-1,-1 0,1 1,0-1,0 1,1-1,-1 0,1 1,-1-1,1 0,0 1,0-1,1 0,-1 0,1 0,-1 0,1 0,0-1,0 1,0 0,1-1,-1 1,0-1,1 0,0 0,-1 0,1 0,2 1,10 4,0-1,0 0,1-1,-1-1,1-1,1 0,-1 0,0-2,4 0,35 2</inkml:trace>
  <inkml:trace contextRef="#ctx0" brushRef="#br0" timeOffset="707.107">1310 321,'-14'-5,"-11"-1,-8 3,-3 6,0 9,6 12,9 11,9 9,14 6,7-6</inkml:trace>
  <inkml:trace contextRef="#ctx0" brushRef="#br0" timeOffset="1319.981">1470 990,'2'2,"-1"0,0 0,0 0,1 0,-1 0,1 0,-1-1,1 1,0 0,0-1,0 1,0-1,0 0,0 1,0-1,0 0,1-1,-1 1,0 0,1 0,-1-1,0 0,1 1,-1-1,1 0,-1 0,1 0,-1 0,0-1,1 1,-1-1,0 0,1 1,-1-1,0 0,0 0,1 0,-1-1,0 1,0 0,0-1,-1 1,1-1,0 0,-1 0,1 0,0 0,5-9,0 0,-1 0,-1 0,1-1,-2 1,0-1,0 0,-1-1,-1 1,0 0,0-1,-1 0,-1 1,0-1,-1 1,0-1,-3-10,3 18,1-1,-1 1,0 0,0 0,-1 0,1 0,-1 0,0 0,0 0,-1 0,0 1,0 0,0-1,0 1,0 0,-1 0,0 1,0-1,0 1,0 0,0 0,-1 0,1 0,-3 0,7 3,1 1,-1-1,0 0,0 1,0-1,0 0,1 1,-1-1,0 1,0-1,0 0,0 1,0-1,0 1,0-1,0 0,0 1,0-1,0 1,-1-1,1 0,0 1,0-1,0 0,0 1,0-1,-1 0,1 1,0-1,0 0,-1 1,1-1,0 0,-1 0,1 1,0-1,-1 0,1 0,0 0,-1 1,1-1,0 0,-1 0,1 0,0 0,-1 0,1 0,-1 0,1 0,0 0,-1 0,1 0,-1 0,1 0,0 0,-1 0,1 0,-1 0,12 6,0-1,0 0,0-1,1 0,-1 0,1-1,0-1,0 0,0-1,3 0,5 2,183 31,-199-33,0 0,0 0,0 1,0 0,0 0,0 0,0 0,-1 0,0 1,1-1,-1 1,0 0,0 0,0 1,-1-1,1 0,-1 1,1 0,-1-1,-1 1,1 0,0 0,-1 0,0 0,0 0,0 1,0-1,-1 0,0 0,0 1,0 2,-3 34,2-36,0 0,-1 0,1 1,1-1,-1 0,1 0,0 1,0-1,1 0,-1 1,1-1,1 0,-1 0,1 0,-1 0,1 0,1 0,-1 0,1-1,0 1,0-1,0 0,0 0,1 0,0 0,1 1,5-2,-1 0,1 0,0-1,0 0,0-1,0 0,0-1,0 0,0 0,0-1,0-1,-1 0,1 0,0-1,-1 0,1 0,-1-1,0 0,0-1,0 0,-1-1,0 1,5-6,-8 8,-1-1,0 0,0 0,-1 0,1 0,-1-1,0 1,0-1,-1 0,1 0,-1 0,0 0,0 0,-1 0,1 0,-1-1,0-1,-1 7,0 1,-1-1,1 0,0 0,0 1,0-1,0 0,-1 0,1 0,0 0,0 1,0-1,-1 0,1 0,0 0,0 0,-1 0,1 1,0-1,0 0,-1 0,1 0,0 0,0 0,-1 0,1 0,0 0,-1 0,1 0,0 0,0 0,-1 0,1 0,0-1,0 1,-1 0,1 0,0 0,0 0,-1 0,1-1,0 1,0 0,0 0,-1 0,1 0,0-1,0 1,0 0,0 0,0-1,-1 1,-12 26,10-21,1 0,1 0,-1 0,0 1,1-1,0 0,1 1,-1-1,1 1,0-1,0 1,1-1,0 1,0-1,0 0,0 1,1-1,0 0,0 0,0 0,1 0,0 0,-1-1,2 1,-1-1,1 0,-1 1,1-2,0 1,4 2,19 9,-2-5</inkml:trace>
  <inkml:trace contextRef="#ctx0" brushRef="#br0" timeOffset="1564.913">2247 415,'-14'-7,"-4"0,2 6,10 12,12 13,12 10,2-2</inkml:trace>
  <inkml:trace contextRef="#ctx0" brushRef="#br0" timeOffset="2019.859">2567 816,'35'-49,"-2"-2,-2 0,-2-3,-3 0,-2-1,-2-2,-4 0,-1-1,-3-1,-2-7,-10 57,0 0,0 0,-1-1,-1 1,0-1,0 1,-1-1,0 1,0 0,-1-1,-1 1,1 0,-1 0,-1 1,0-1,0 1,-1-1,0 1,0 0,-6-6,8 13,1-1,-1 1,0 0,0 0,1 0,-1 0,0 0,0 1,0-1,0 1,0 0,0 0,0 0,0 0,0 0,0 1,0 0,0-1,0 1,0 0,0 0,0 1,1-1,-1 0,1 1,-1 0,1 0,-1-1,0 2,-60 69,47-41,1 1,2 0,1 1,2 0,1 1,1 0,2 0,2 1,1 0,1-1,3 1,1 5,-1-8,2-1,1 0,2 0,1 0,1-1,2 0,1 0,7 11,-13-28,2-1,0 0,0 0,1 0,0-1,1-1,1 1,0-2,0 1,0-1,1-1,1 0,-1 0,1-1,1-1,-1 0,1 0,0-2,0 1,2-2,-7-1,0 0,0-1,0-1,0 1,0-1,0-1,0 1,0-1,0-1,0 0,0 0,0 0,-1-1,1 0,-1-1,0 1,1-1,-2-1,1 1,-1-1,1-1,-1 1,-1-1,1 0,-1 0,0 0,0-1,-1 0,0 0,0 0,-1 0,1-4,1 1,-1 0,-1-1,0 1,0-1,-1 1,-1-1,1 0,-2 0,0 0,0 0,-1 0,0 1,0-1,-2 0,1 0,-1 1,-1 0,-1-3,3 11,1 0,-1 0,1 0,-1 0,0 1,0-1,0 1,0-1,0 1,-1 0,1 0,0 0,0 0,-1 0,1 0,-1 0,1 1,-1 0,1-1,-1 1,1 0,-1 0,1 0,-1 0,1 1,0-1,-1 1,1 0,-1-1,1 1,0 0,-1 0,1 1,0-1,0 0,0 1,0-1,0 1,0 0,0-1,1 1,-1 0,1 0,-1 0,1 0,0 1,0-1,0 0,-1 3,-2 1,1 0,-1 0,1 1,1-1,-1 1,1 0,1-1,-1 1,1 0,0 0,0 0,1 0,0 0,0 1,1-1,0 0,0-1,1 1,0 0,0 0,0 0,1-1,0 0,0 1,1-1,0 0,0-1,1 2,11 6,2-1,-1-1,2-1,-1 0,1-1,1-1,-1-1,1 0,1-2,-1 0,1-2,0 0,0-1,1-1,71 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37.53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413 777,'-11'-6,"-1"1,1 0,-1 0,0 1,-1 1,1 0,-1 1,1 0,-1 1,0 1,0 0,1 0,-1 1,0 1,1 0,-1 1,1 0,0 1,0 0,0 1,1 0,-10 7,10-5,1 0,1 1,0 0,0 1,0 0,1 0,1 1,-1 0,2 1,-1-1,1 1,1 0,0 1,1-1,-1 4,4-12,0 0,0 0,1 0,-1 0,1 0,-1 0,1 0,0 0,0 0,1 1,-1-1,1 0,-1 0,1 0,0 0,0 0,0 0,1 0,-1-1,1 1,-1 0,1-1,0 1,0-1,0 1,0-1,1 0,-1 0,0 0,1 0,0 0,-1-1,1 1,0-1,0 0,0 0,0 0,0 0,0 0,1-1,7 0,0-1,1 0,-1-1,0-1,0 0,0 0,0-1,0 0,-1-1,0 0,0-1,0 0,0-1,-1 0,-1 0,1-1,-1 0,0 0,-1-1,0 0,0 0,0-2,9-15,-1-1,-1-1,-2 0,-1 0,-1-1,-1 0,-1-1,-2 0,-1-1,-2 1,-1-1,-1 1,-1-1,-4-16,4 33,0 0,-2 0,0 0,0 0,-1 0,-1 1,0-1,-6-9,10 22,0 0,0 1,0-1,0 1,0-1,-1 1,1-1,0 1,-1-1,1 0,0 1,-1 0,1-1,0 1,-1-1,1 1,-1-1,1 1,-1 0,1-1,-1 1,1 0,-1 0,0-1,1 1,-1 0,1 0,-1 0,1 0,-1 0,0-1,1 1,-1 0,0 1,1-1,-1 0,1 0,-1 0,0 0,1 0,-1 1,1-1,-1 0,1 0,-1 1,1-1,-1 0,1 1,-1-1,1 0,-1 1,-16 29,7 4,1-1,2 1,2 1,1-1,1 1,2 0,1 0,4 20,-2-27,2 0,0 0,2-1,1 0,1 0,1 0,3 4,-8-22,0 0,1-1,0 1,0-1,1 0,0 0,0-1,1 1,-1-2,2 1,-1-1,1 0,0 0,0-1,1 0,0 0,0-1,0-1,0 1,0-1,1-1,0 0,4-1,-1-1,1-1,-1 0,1-1,-1-1,0 0,0-1,0 0,0-1,-1 0,0-1,0-1,0 1,-1-2,0 0,0 0,-1-1,0 0,-1-1,0 0,0-1,-1 0,-1 0,0 0,0-1,-1 0,0 0,-1-1,-1 0,2-8,-4 18,-1 0,0 0,0 0,0 0,0-1,0 1,-1 0,1-1,-1 1,0 0,0-1,0 1,0-1,-1 1,0 0,1 0,-1-1,0 1,0 0,-1 0,1 0,-1 0,0 0,1 0,-1 0,-1 1,1-1,0 1,-1-1,1 1,-1 0,1 0,-1 0,0 0,0 0,0 1,0 0,0-1,0 1,-1 0,1 0,0 1,-3-1,-1 3,0 0,0 0,0 1,0 0,1 1,0-1,-1 1,1 1,1-1,-1 1,0 0,1 0,0 0,1 1,-1 0,1 0,0 0,0 0,1 1,0-1,0 1,0 0,1 0,0 0,1 0,-1 1,1-1,1 0,-1 0,1 1,1 1,0-3,0 0,0 0,0 0,1-1,0 1,0 0,0-1,1 0,0 0,0 0,0 0,1 0,0 0,0-1,0 0,0 1,0-2,1 1,0 0,0-1,0 0,0 0,0-1,1 1,1-1,15 7,0-2,1-1,0 0,0-2,14 1,42 3</inkml:trace>
  <inkml:trace contextRef="#ctx0" brushRef="#br0" timeOffset="711.096">1483 791,'-103'-49,"98"48,0 0,0 0,0 1,0-1,0 1,0 1,0-1,0 0,0 1,0 0,0 0,0 1,0-1,1 1,-1 0,1 1,-1-1,1 1,0-1,0 1,-2 3,-1 0,1 0,0 1,1-1,-1 1,1 1,1-1,-1 1,2 0,-1 0,1 0,0 0,0 1,0 6,2-10,0 0,0 0,0 0,1 0,0 0,0 0,1 0,-1 0,1 0,0 0,1 0,-1 0,1-1,0 1,0 0,0-1,1 1,-1-1,1 0,0 0,1 0,-1 0,0 0,3 1,9 4,1-1,-1-1,2 0,-1-1,0-1,1 0,0-1,1-1,-1-1,0 0,1-1,-1-1,1-1,-1 0,1-1,20-1,0-2,0-2,0-1,-1-1,-1-3,0 0,0-3,-2-1,6-4,-33 17,-1-1,1 0,-1 0,0-1,0 0,0 0,0 0,-1-1,0 1,0-1,-1 0,1-1,2-6,-6 12,-1-1,0 1,1 0,-1-1,0 1,0 0,0-1,1 1,-2-1,1 1,0 0,0-1,0 1,-1 0,1-1,0 1,-1 0,0-1,1 1,-1 0,0 0,1-1,-1 1,0 0,0 0,0 0,0 0,0 0,0 1,0-1,0 0,-1 0,1 1,0-1,0 0,-1 1,1-1,0 1,-1 0,0-1,-56-7,48 9,0 0,0 1,1 0,-1 0,1 1,-1 0,1 1,0 0,1 0,-1 1,-2 2,7-5,0 1,0 0,0 0,1 0,-1 0,1 0,0 1,0-1,0 1,0 0,1 0,-1 0,1 0,0 0,1 1,-1-1,1 1,-1-1,1 1,1-1,-1 1,1 0,-1-1,2 3,1 0,1 0,0-1,0 1,0-1,1 0,0 0,1-1,-1 1,1-1,0 0,0 0,1 0,-1-1,1 0,0 0,0 0,1-1,-1 0,1 0,-1-1,1 1,0-2,0 1,1-1,19 7,1-2,0-1,0-1,0-1,0-2,1-1,-1-1,0-1,1-2,-1-1,-1-1,1-1,22-10,-39 12,0 0,0-1,-1-1,0 0,0 0,-1-1,0 0,0 0,-1-1,0 0,0-1,-1 0,-1 0,1 0,-2-1,1 0,-1 0,-1-1,0 1,-1-1,2-9,14-79,-4 0,-5-1,-3-24,-6 121,2-54,-1 0,-3 0,-3-4,4 59,0-1,0 0,0 1,0-1,0 0,-1 1,0-1,1 0,-2 1,1-1,0 1,-1-1,1 1,-1 0,0 0,0 0,0 0,0 0,-1 0,1 0,-1 1,0-1,0 1,0 0,0 0,0 0,0 0,-1 0,1 1,-2-1,-2 3,0 1,0 0,0 1,0 0,1 0,-1 0,1 1,0-1,0 2,0-1,0 1,1-1,0 2,0-1,0 0,1 1,-1 0,1 0,1 0,-3 6,-9 11,2 1,1 1,1 0,1 0,1 1,1 0,2 1,0 0,2 0,1 0,1 0,1 0,2 1,1-1,1 0,1 0,1 0,1 0,2-1,2 3,-2-11,1-1,1 0,0 0,1-1,1 0,1-1,0-1,1 0,0 0,1-2,1 0,0 0,0-2,1 0,12 5,-1-3,1-1,-1-1,2-1,-1-2,1 0,0-3,0 0,1-2,21-1,1-4</inkml:trace>
  <inkml:trace contextRef="#ctx0" brushRef="#br0" timeOffset="1582.281">2980 858,'-14'-10,"0"1,-1 0,0 1,-1 0,0 2,0 0,0 0,-4 1,14 4,0-1,0 1,0 0,0 1,0 0,-1 0,1 0,0 1,0 0,0 0,0 0,0 1,0 0,0 0,1 0,-1 1,1 0,0 0,-1 0,1 1,1-1,-1 1,0 1,0 0,2-1,0-1,0 1,0 0,1 0,0 0,0 0,0 0,0 1,1-1,0 0,-1 1,2-1,-1 1,0-1,1 1,0 0,0-1,0 1,1-1,0 1,-1-1,2 1,-1-1,0 1,1-1,0 0,0 0,0 0,1 0,-1 0,1 0,0-1,0 1,0-1,0 0,1 0,-1 0,3 1,3 2,0 0,0-1,1-1,0 1,0-2,0 1,0-1,1-1,-1 0,1 0,-1-1,1-1,0 1,-1-2,1 0,0 0,-1 0,1-2,-1 1,0-1,0-1,9-4,-15 6,0 0,0-1,-1 1,0-1,1 0,-1 0,0 0,0-1,-1 1,1-1,-1 1,1-1,-1 0,0 0,-1 0,1 0,-1 0,0 0,0-1,0 1,0 0,-1-1,0 1,0 0,0-1,0 4,0 1,-1-1,1 0,-1 1,1-1,-1 1,1-1,-1 1,1-1,-1 1,1-1,-1 1,0-1,1 1,-1 0,0-1,1 1,-1 0,0 0,1-1,-1 1,0 0,0 0,1 0,-1 0,0 0,0 0,1 0,-1 0,0 0,0 0,1 1,-1-1,0 0,1 0,-1 1,0-1,1 0,-1 1,0-1,1 1,-1-1,1 1,-1-1,1 1,-1-1,1 1,-1 0,1-1,0 1,-1 0,1-1,0 1,-1 0,1-1,0 1,0 0,0 0,0-1,-1 1,1 0,0 0,1-1,-1 1,0 0,-2 3,1 0,0 0,0 0,0 0,1 0,-1 0,1 0,0 0,0 0,0 1,1-1,-1 0,1 0,0 0,1 0,-1-1,0 1,1 0,0 0,0-1,0 1,0-1,1 0,-1 0,1 1,0-2,0 1,0 0,0 0,2 0,3 3,1-1,0 1,1-2,-1 1,1-1,0-1,0 1,0-2,1 1,-1-2,5 1,-5-1,-1 0,1-1,0 0,-1 0,1-1,0-1,-1 0,1 0,-1-1,0 0,0 0,0-1,0 0,-1-1,1 0,-1 0,0-1,-1 0,1 0,-1-1,-1 0,1 0,-1-1,0 1,-1-1,2-3,10-32,-2 0,-2 0,-1-1,-3-1,-1 0,1-45,-7 73,17-164,-5-161,-25 269,10 72,0 0,0 0,-1 0,1 0,0 1,-1-1,1 1,-1-1,1 1,-1-1,1 1,0 0,-1-1,0 1,1 0,-1 0,1 0,-1 1,1-1,-1 0,1 0,0 1,-1-1,1 1,-1-1,1 1,0 0,-1 0,1-1,0 1,0 0,-1 0,1 0,0 0,0 0,0 1,0-1,1 0,-1 0,0 1,0-1,1 0,-1 2,-14 20,2 0,1 1,1 1,1 0,1 0,1 1,1 0,2 0,0 1,2 0,1-1,1 6,-3 10,3 1,1-1,2 1,3-1,0 0,3 0,7 21,-8-42,0 1,1-1,1-1,1 0,1 0,1-1,0 0,1-1,1-1,1 0,1-1,0 0,1-1,0-1,2 0,-6-6,0-1,1 0,0 0,0-1,0-1,1 0,0-1,0-1,0 0,0-1,0-1,3 0,-11-1,0 0,0-1,0 1,0-1,0-1,0 1,0-1,-1-1,1 1,-1-1,1 0,-1 0,0-1,0 0,-1 0,1 0,-1-1,0 0,0 0,0 0,-1 0,1-1,-1 0,-1 0,1 0,-1 0,0-1,-1 2,1 0,-1 0,0 0,0 0,-1-1,0 1,0 0,0-1,0 1,-1-1,0 1,0-1,-1 1,1-1,-1 1,0 0,-1-1,1 1,-1 0,0 0,0 0,-1 0,1 0,-1 0,0 1,-1-1,1 1,-5-4,7 7,-1 0,0 0,0 0,0 1,0-1,0 0,0 1,0-1,0 1,0 0,0-1,0 1,0 0,0 0,0 1,0-1,0 0,0 1,0-1,0 1,0 0,0-1,0 1,0 0,0 0,1 0,-1 1,0-1,1 0,-1 1,1-1,-1 1,0 0,-34 62,35-58,0 0,0-1,0 1,1 0,-1 0,1 0,1 0,-1-1,1 1,0 0,0 0,1-1,0 1,0-1,0 1,1-1,-1 0,1 0,1 0,-1 0,1-1,-1 1,1-1,1 0,-1 0,3 2,8 5,1 0,0-1,0 0,1-2,0 0,1-1,13 4,24 4,0-2,1-2,44 1,-24-5</inkml:trace>
  <inkml:trace contextRef="#ctx0" brushRef="#br0" timeOffset="1844.511">3475 603,'-18'-4,"-8"-4,4-1,18 1,25 3,37 1,39 2,39 1,31 1,-12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47.2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0 334,'21'2,"20"1,19 0,17 0,17-4,10-1,3-1,-4 4,-12 2,-16 4,-21 1</inkml:trace>
  <inkml:trace contextRef="#ctx0" brushRef="#br0" timeOffset="195.201">589 0,'2'11,"15"9,22 7,23 6,19 5,11 2,0 1,-14 3,-20 5,-29 4,-33 4,-32 1,-28 2,-21-2,-10-4,12-11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56.27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1 117,'10'-13,"1"1,0 0,1 1,1 0,-1 1,2 1,-1 0,1 0,10-3,-22 11,0-1,1 1,0 0,-1 0,1 0,0 1,-1-1,1 1,0-1,-1 1,1 0,0 0,0 0,0 1,-1-1,1 0,0 1,-1 0,1 0,0 0,-1 0,1 0,-1 0,0 1,1-1,-1 1,0 0,0-1,0 1,0 0,0 0,0 0,0 1,-1-1,1 0,5 15,-1-1,0 1,-1 0,-1 0,0 0,-1 1,-1-1,-1 1,-1 0,0 10,0-17,1 126,-1-136,0 1,0 0,0 0,0-1,0 1,1 0,-1 0,0 0,1-1,-1 1,1 0,0-1,0 1,-1-1,1 1,0-1,0 1,0-1,1 1,-1-1,0 0,1 0,-1 1,0-1,1 0,-1 0,1-1,0 1,-1 0,1 0,0-1,-1 1,1-1,0 1,-1-1,1 0,0 0,0 0,0 0,-1 0,1 0,0 0,0-1,-1 1,1-1,0 1,0-1,-1 1,1-1,0 0,12-8,0-1,-1 0,0-1,-1-1,0 0,-1 0,0-1,-1-1,-1 0,0 0,0 0,-2-1,0-1,0 1,0-6,17-72,-24 93,0 0,0 0,0 0,-1 0,1 0,0 0,0 0,0 0,0 0,0 1,-1-1,1 0,0 0,0 0,0 0,0 0,-1 0,1 0,0 0,0-1,0 1,0 0,-1 0,1 0,0 0,0 0,0 0,0 0,0 0,-1 0,1 0,0 0,0-1,0 1,-8 20,6-14,-1 0,1-1,0 1,1 0,-1 0,1 1,1-1,-1 0,1 0,0 0,0 1,1-1,0 0,0 0,0 0,1 0,0 0,0 0,0 0,1-1,0 1,0-1,0 0,1 1,0-2,0 1,0 0,0-1,1 0,0 0,0 0,0 0,0-1,1 0,0 0,2 0,1-2,-1 1,1-1,-1 0,1-1,0 0,0 0,-1-1,1 0,-1 0,1-1,-1 0,1-1,-1 0,0 0,0-1,-1 0,1 0,-1-1,1 0,-2 0,1-1,0 1,-1-2,0 1,-1-1,1 1,-1-2,-1 1,1 0,-1-1,-1 0,1 0,-1 0,-1 0,3-9,0-28,-14 64,7-13,0 0,0 0,0 1,1-1,0 1,0-1,1 1,-1-1,2 1,-1 0,1-1,0 1,0-1,1 1,-1-1,1 0,1 0,0 0,-1 0,2 0,-1 0,1-1,0 0,0 1,0-1,1-1,-1 1,1-1,0 0,1 0,2 2,0-4,-1 0,1 0,0-1,0 0,0 0,0-1,0 0,0 0,0-1,-1 0,1 0,0-1,0 0,-1 0,1-1,-1 0,0-1,0 1,0-1,0-1,0 1,-1-1,0 0,0-1,-1 1,1-1,-1 0,0 0,-1-1,1 0,-1 0,-1 0,1 0,-1 0,-1-1,1 1,-1-3,2-1,-1 0,-1 1,1-1,-2 0,0 0,0 0,-1 0,0-4,-1 16,1-1,0 0,-1 0,1 1,0-1,-1 0,1 0,-1 0,1 1,0-1,-1 0,1 0,-1 0,1 0,0 0,-1 0,1 0,-1 0,1 0,-1 0,1 0,-1 0,1 0,0 0,-1 0,1-1,-1 1,1 0,0 0,-1 0,1-1,0 1,-1 0,1 0,0-1,-1 1,1 0,0-1,0 1,-1 0,1-1,0 1,0-1,-1 1,1 0,0-1,0 1,0-1,0 1,0-1,0 1,-3 8,2 1,-1 0,1-1,0 1,1 0,0 0,0 0,1 0,0-1,0 1,1 0,1-1,-1 1,1-1,1 0,-1 0,1 0,1-1,0 1,0-1,0 0,1 0,0-1,0 1,0-1,1-1,0 1,0-1,1 0,-1-1,1 0,1 0,10 5,0-2,0 0,0-1,1 0,0-2,0-1,0 0,8-1,29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57.39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1043,'25'-14,"0"0,-2-1,0-2,0 0,-2-2,0 0,-2-1,0-1,13-19,-21 26,-1-2,0 1,-2-1,1-1,-2 1,0-1,-1-1,-1 1,-1-1,0 0,-1 0,-1 0,-1 0,-1-1,0-8,-1 17,-1 1,0-1,0 1,-1 0,0 0,0 0,-1 0,0 0,-1 1,-1-2,4 7,0 0,0 0,-1 0,1 0,-1 0,0 1,1-1,-1 1,0 0,-1 0,1 0,0 0,0 0,-1 1,1 0,-1-1,1 1,-1 1,0-1,1 0,-1 1,0 0,0 0,1 0,-1 0,0 1,-1 0,-2 1,1 0,-1 0,1 1,0 0,0 1,0 0,0-1,1 2,-1-1,1 1,0-1,1 2,-1-1,1 0,0 1,0 0,1 0,-1 0,1 0,-1 4,-4 10,1 1,0-1,2 1,0 0,2 1,0 0,0 5,2 1,1 0,2-1,0 0,2 1,1-1,1 0,1-1,1 1,11 22,-12-32,1-1,1 0,0 0,1-1,1 0,0-1,1 0,1-1,0 0,0-1,1 0,1-1,0-1,1 0,0-1,15 6,-23-12,0 0,-1 0,1-1,1 0,-1 0,0-1,0 0,1-1,-1 0,0 0,1-1,-1 0,0 0,0-1,0 0,0 0,0-1,0 0,0 0,-1-1,0 0,0-1,0 1,0-1,-1-1,1 1,-1-1,-1 0,3-3,1-5,0-1,-1 1,0-2,-1 1,-1-1,-1 0,0-1,-1 1,-1-1,0 0,-1 1,-1-17,-5-7,-4 55,7-10,-1 1,1 0,0 0,1 1,-1-1,1 0,1 0,-1 0,1 0,0 0,0 0,0 0,1 0,0-1,0 1,1 0,0-1,0 0,0 1,0-1,1 0,0-1,0 1,0-1,1 0,-1 0,1 0,0 0,0-1,0 0,1 0,2 1,0-2,1 0,-1-1,0 0,1-1,-1 1,1-2,-1 1,0-1,1 0,-1-1,0 0,0-1,0 1,0-1,0-1,-1 1,1-2,-1 1,0-1,0 0,-1 0,1 0,-1-1,0 0,-1-1,0 1,0-1,0 0,-1 0,1-1,-2 1,1-1,-1 0,1-4,25-109,-30 149,0 0,2 1,1-1,1 0,2 5,-3-25,1-1,0 0,0 0,0 0,1 0,0-1,0 0,0 1,1-1,0-1,0 1,1-1,-1 0,1 0,1 0,-1-1,0 0,1-1,0 1,0-1,0 0,0-1,0 0,1 0,-1 0,3-1,32 7</inkml:trace>
  <inkml:trace contextRef="#ctx0" brushRef="#br0" timeOffset="1980.716">1591 869,'-18'0,"-1"1,1 1,0 1,0 0,0 1,0 1,-7 4,18-7,1 1,-1 0,1 0,0 0,0 1,1 0,-1 0,1 0,-1 1,2-1,-1 1,0 1,1-1,0 1,0-1,1 1,-1 0,1 1,0-1,1 0,0 1,1-2,0-1,1 1,-1 0,1-1,0 1,1 0,-1-1,1 1,0-1,0 1,0-1,1 1,0-1,-1 0,2 1,-1-1,0 0,1 0,0-1,0 1,0-1,0 1,0-1,1 0,-1 0,1 0,0-1,4 3,6 3,-1-1,2 0,-1-1,1 0,0-1,0-1,0 0,2-1,4 0,0 0,0-2,0-1,-1 0,1-1,14-4,-25 4,-1-1,0 0,0-1,0 0,0 0,0-1,-1 0,1 0,-1-1,0-1,-1 1,1-1,-1 0,0-1,5-5,-8 4,1 0,-1 0,0 0,-1 0,0-1,-1 1,1-1,-2 0,1 0,-1 0,0 1,-1-1,0 0,-1 0,0 0,0 0,0 0,-2 0,1 1,-1-1,0 1,0-1,-1 1,-1 0,0 0,2 4,3 4,0-1,-1 1,1 0,-1 0,1 0,0-1,-1 1,1 0,0 0,-1-1,1 1,0 0,-1-1,1 1,0 0,0-1,-1 1,1-1,0 1,0 0,0-1,0 1,-1-1,1 1,0-1,0 1,0-1,0 1,0 0,0-1,0 1,0-1,0 1,1-1,-1 1,0 0,0-1,0 1,0-1,1 1,-1 0,0-1,0 1,1-1,-1 1,0 0,0 0,1-1,-1 1,1 0,-1-1,0 1,1 0,-1 0,0 0,1-1,-1 1,1 0,-1 0,1 0,-1 0,0 0,1 0,-1 0,1 0,-1 0,1 0,-1 0,1 0,20-2,1 1,-1 1,1 1,-1 1,0 1,1 1,-1 0,-1 2,1 0,-1 2,0 0,-1 1,1 1,-12-5,-1 1,0-1,-1 1,1 0,-1 0,0 1,0 0,-1 0,0 0,0 1,-1 0,0 0,-1 0,1 0,-1 0,-1 1,0-1,0 1,0 0,-1 0,-1 0,0 2,1-10,-2 3,1-1,0 1,0 0,0-1,1 1,-1 0,1-1,0 1,0-1,0 1,0-1,1 0,-1 1,1-1,0 0,0 0,0 0,0 0,1 0,-1-1,1 1,0-1,0 0,0 1,11 1,0 0,0-1,0 0,1-1,-1 0,1-2,-1 1,1-2,-1 0,4-1,2 0,1 0,-1-2,1 0,-1-1,0-1,-1-1,10-5,-23 9,1 0,0-1,-1 1,1-1,-1-1,0 0,0 1,-1-2,0 1,0-1,0 0,0 0,-1 0,0 0,0-1,-1 0,0 1,0-1,-1-1,1 1,0-7,-3 8,1 1,-2 0,1-1,0 1,-1 0,0-1,0 1,-1 0,1 0,-1 0,0 0,-1 0,1 0,-1 1,0-1,0 1,0 0,-1 0,-1-2,3 4,0-1,-1 1,1 0,-1 0,0 0,0 0,1 0,-1 1,0-1,-1 1,1 0,0 0,0 0,-1 0,1 0,0 1,-1 0,1-1,0 1,-1 0,1 1,0-1,-1 1,1-1,0 1,-1 0,1 0,0 1,0-1,-3 2,2 1,0-1,0 1,1 0,-1 0,1 1,0-1,0 1,0-1,1 1,0 0,0 0,0 0,0 0,1 1,0-1,0 0,0 1,1-1,-1 1,1-1,1 0,-1 1,1-1,0 1,0-1,1 0,-1 0,1 0,0 0,1 0,-1 0,1 0,0-1,0 1,0-1,1 0,-1 0,1 0,2 1,12 8,1 0,0-1,0-1,2 0,-1-2,1-1,0 0,1-1,0-2,0 0,0-1,1-2,-1 0,1-1,-1-1,11-2,-16 2,0 0,1-1,-1 0,1-1,-1-2,0 1,0-2,-1 0,1-1,-1-1,0-1,-1 0,0 0,0-2,4-4,-16 12,0-1,0 1,-1-1,1 0,-1 0,0 0,0 0,0 0,0 0,0-1,-1 1,1-1,-1 1,0-1,0 1,0-1,-1 0,1 0,-1 1,0-1,0 0,0 0,-1 1,1-1,-1 0,0 1,0-1,0 0,0 1,-1-1,0 1,1 0,-3-3,-4 0,0 0,-1 0,0 0,0 1,-1 0,1 1,-1 0,0 1,0 0,0 0,0 1,-1 1,1-1,-1 2,1-1,-1 2,1-1,0 1,-4 1,5 0,1-1,0 1,-1 1,1 0,0 0,1 0,-1 1,1 0,-1 0,-3 4,8-6,1-1,0 1,0-1,1 1,-1 0,0 0,0 0,1 0,-1 0,1 0,0 0,0 1,0-1,0 0,0 1,0-1,0 0,1 1,-1-1,1 1,0-1,0 1,0-1,0 1,0 0,0-1,1 1,-1-1,1 0,0 1,0-1,0 1,0-1,0 0,0 0,1 0,0 1,5 4,0-1,1 0,0 0,0-1,1 0,0-1,0 1,0-2,0 1,0-1,1-1,-1 0,1 0,0-1,-1 0,1-1,0 0,0 0,8-2,-7 1,0 0,0-1,0 0,0-1,-1 0,1 0,-1-1,0-1,0 0,0 0,7-6,-18 11,1 1,0 0,0-1,-1 1,1-1,0 1,0 0,0-1,0 1,0 0,0-1,0 1,0 0,0-1,0 1,0-1,0 1,0 0,1-1,-1 1,0-1,0 1,1 0,-1-1,0 1,1-1,-1 1,1-1,-1 1,1-1,-1 1,1-1,-1 0,1 1,-1-1,1 0,-1 1,1-1,0 0,-1 0,1 0,-1 1,1-1,0 0,-1 0,1 0,0 0,-1 0,1 0,0 0,-1 0,1 0,-1-1,1 1,0 0,-1 0,1 0,-1-1,1 1,0 0,-1-1,1 1,-1-1,1 1,-1-1,0 5,-1 0,1 0,0 0,0 0,0 1,1-1,0 0,-1 0,1 0,0 0,1-1,-1 1,1 0,0 0,0-1,0 1,0-1,0 0,1 0,0 1,0-2,0 1,0 0,0 0,0-1,0 0,1 0,0 0,-1 0,1 0,0-1,0 0,0 1,-1-1,1-1,1 1,0 0,-1-1,0-1,1 1,-1 0,0-1,0 0,0 0,0 0,0-1,0 1,0-1,0 0,-1 0,1 0,-1-1,1 1,-1-1,0 0,0 0,0 0,0 0,-1 0,1-1,-1 1,0-1,0 0,0 1,0-2,4-8,-1-1,-1 0,0 0,-1-1,0 1,-1-1,0-3,10-222,-12 239,0 0,0-1,-1 1,1-1,0 1,1-1,-1 1,0 0,0-1,1 1,-1-1,1 1,-1 0,1-1,-1 1,1 0,0 0,0-1,-1 1,1 0,0 0,0 0,0 0,0 0,1 0,-1 0,0 1,0-1,0 0,1 1,-1-1,0 0,1 1,-1 0,1-1,-1 1,0 0,1 0,-1 0,1 0,-1 0,1 0,-1 0,0 0,1 0,-1 1,1-1,-1 1,0-1,1 1,8 7,-1 0,0 1,-1-1,0 2,0-1,-1 1,0 1,-1-1,0 1,0 0,-1 0,2 9,12 36,-2 1,-3 0,-2 1,-3 1,1 42,0-13,-7-62,2 0,0 0,1-1,2 0,1-1,8 17,-14-33,1 0,1-1,-1 1,1-1,0-1,0 1,1-1,0 1,0-2,1 1,0-1,0 0,0 0,0-1,1 0,-1 0,1-1,0 1,0-2,1 1,-1-2,2 1,-6-1,0-1,0 0,1 0,-1 0,0-1,0 1,0-1,1 0,-1 0,0 0,0-1,0 0,-1 1,1-1,0-1,-1 1,1 0,-1-1,0 0,0 0,0 0,0 0,0 0,-1-1,1 1,-1-1,0 1,0-1,0 0,-1 0,1 0,-1 0,0 0,0 0,0-1,-1 1,0 0,0-4,1-7,-1 0,0 0,-1 0,-1 0,-1 0,0 0,-1 0,0 1,-1-1,-1 1,0 1,-1-1,-7-10,-6-7,-2 1,-1 2,-1 0,-1 1,-5-3,-160-138,187 165,1 2,0 0,1 0,-1 0,0 0,1 0,-1 0,1-1,-1 1,1-1,0 1,0-1,0 1,-1-1,2 0,-1 1,0-1,0 0,0 0,1 0,-1 0,1 1,0-1,-1 0,1 0,0 0,0 0,0 0,0 0,1 0,-1 0,0 0,1 0,0 0,-1 0,59-16,4 12,1 4,57 6,-118-4,0-1,0 1,-1-1,1 1,0 0,0 0,-1 0,1 0,0 0,0 1,-1-1,1 1,0 0,-1 0,1 0,-1 0,1 0,-1 0,1 1,-1-1,0 1,0 0,0-1,0 1,0 0,0 0,0 1,-1-1,1 0,-1 0,1 1,-1-1,0 1,0 0,-2 21,0-22,1 0,-1 0,1 0,0 0,-1 1,1-1,0 0,0 0,0 0,1 0,-1 0,0 0,1 0,0 0,-1 0,1 0,0 0,0 0,0 0,0 0,0-1,0 1,1 0,-1-1,1 1,-1-1,1 0,-1 1,1-1,0 0,0 0,1 1,4 1,1-1,-1 0,1 0,0-1,-1 0,1 0,0-1,0 0,0-1,0 1,-1-1,1-1,0 1,-1-2,1 1,-1-1,6-2,-9 3,0 0,0 0,-1 0,1 0,-1 0,1-1,-1 1,0-1,0 0,0 0,0 0,-1 0,1 0,-1-1,0 0,0 1,0-1,-1 0,1 0,-1 0,0 0,0 0,0 0,0 0,-1 0,1 0,-1 0,-1 0,1 0,0-1,-1 1,0 0,-1-4,-1 3,0-1,0 1,-1-1,0 1,0 0,0 1,-1-1,0 1,0 0,0 0,0 0,0 1,-1-1,0 1,1 1,-1-1,0 1,0 0,-1 0,1 1,0 0,0 0,-1 0,1 1,-1 0,1 0,0 1,-1 0,1 0,0 0,-1 1,1 0,-1 1,3-1,0 0,1 0,-1 1,1-1,0 1,0 0,0 0,0 0,0 1,1-1,0 0,-1 1,1 0,0 0,1-1,-1 1,1 0,0 0,0 0,0 1,0-1,1 0,-1 0,1 0,0 5,1-2,-1 0,1 0,0 0,0 0,1 0,0 0,0 0,1 0,0 0,0-1,0 1,1-1,0 0,4 4,-3-5,1 0,-1 0,1-1,1 1,-1-1,0-1,1 1,0-1,0-1,0 1,0-1,0 0,3 0,21 3</inkml:trace>
  <inkml:trace contextRef="#ctx0" brushRef="#br0" timeOffset="3592.829">4318 534,'-11'-13,"-11"-10,-8 0,-7 4,-2 4,-1 8,3 11,8 10,8 12,8 10,6-1</inkml:trace>
  <inkml:trace contextRef="#ctx0" brushRef="#br0" timeOffset="3844.158">4238 1030,'13'13,"10"5,9-1,9-3,7-4,6-6,-7-4</inkml:trace>
  <inkml:trace contextRef="#ctx0" brushRef="#br0" timeOffset="3845.158">6136 815,'-9'-5,"0"1,0-1,-1 2,0-1,1 1,-1 1,0-1,-1 2,1 0,0 0,0 0,-1 1,1 1,0 0,-1 1,1-1,0 2,0 0,-5 2,13-4,0 0,-1 0,1 0,0 1,0-1,0 1,0-1,0 1,0 0,0 0,1 0,-1 0,0 0,1 0,0 1,0-1,0 0,0 1,0-1,0 1,0-1,1 1,-1-1,1 1,0-1,0 1,0 0,0-1,0 1,0-1,1 1,-1-1,1 1,0-1,0 1,0-1,0 1,0-1,0 0,1 0,-1 0,1 0,0 0,-1 0,1 0,0 0,0 0,0-1,14 11,-1-2,1 0,1 0,0-2,0 0,1-1,-1 0,2-2,-1 0,0-1,1-1,0-1,2 0,0 2,-1-1,1-1,-1-1,1-1,0-1,-1 0,1-1,-1-2,0 0,1-1,-2-1,1-1,-1-1,11-5,3-31,-32 43,-1 0,1 0,-1 0,0 0,0 0,1 0,-1 0,0 0,0-1,0 1,0 0,0 0,-1 0,1 0,0 0,0-1,-1 1,1 0,-1 0,1 0,-1 0,1 0,-1 0,0 0,1 0,-1 0,0 1,0-1,0 0,1 0,-1 1,0-1,0 0,0 1,0-1,0 1,0-1,-1 1,1 0,0-1,0 1,0 0,0 0,-1 0,-1 0,0 0,1 0,-1 1,0 0,1-1,-1 1,1 0,-1 0,1 0,-1 0,1 1,0-1,-1 1,1-1,0 1,0 0,0 0,0 0,1 0,-1 0,0 0,1 0,0 1,-1-1,1 1,0-1,0 1,0-1,1 1,-1-1,1 1,-1 0,1 0,0-1,0 1,0 0,0-1,0 1,1 0,-1-1,1 1,0 0,0-1,0 1,0-1,0 1,1-1,0 2,4 3,0 0,0 0,0-1,1 0,0 0,0 0,0-1,1 0,0-1,0 0,0 0,1 0,-1-1,1 0,-1-1,1 0,0-1,0 1,0-2,0 1,0-1,0-1,0 1,0-2,0 1,0-1,0-1,-1 1,4-2,-8 2,1-1,-1 1,1-1,-1 1,0-1,1-1,-2 1,1 0,0-1,-1 0,1 0,-1 0,0 0,-1-1,1 1,-1-1,0 1,0-1,0 0,0 0,-1 0,0 0,0 0,0 0,-1 0,0 0,0-1,0 1,-1 0,1 0,-1 0,0 0,-1 0,1 0,-1 0,0 0,0 1,-1-1,1 1,-1-1,0 1,0 0,-1 0,1 0,-1 1,0-1,0 1,-4-3,2 2,0 0,0 1,0 0,-1 0,0 0,1 1,-1 0,0 0,0 0,0 1,-1 0,1 1,0 0,0 0,0 0,0 1,-1 0,1 0,0 1,0 0,1 0,-1 1,0-1,1 1,-1 1,1 0,0-1,0 2,1-1,-1 1,1 0,0 0,0 0,-1 3,4-4,1 0,-1 1,1-1,0 1,0-1,0 1,1-1,-1 1,1-1,0 1,1-1,-1 1,1 0,0-1,0 0,0 1,1-1,-1 1,1-1,0 0,1 0,-1 0,1 0,-1-1,3 3,22 27</inkml:trace>
  <inkml:trace contextRef="#ctx0" brushRef="#br0" timeOffset="3846.158">6871 882,'-21'-264,"19"245,2 18,0 1,0 0,0-1,0 1,0 0,1-1,-1 1,0 0,0-1,0 1,0 0,1-1,-1 1,0 0,0 0,1-1,-1 1,0 0,1 0,-1 0,0-1,1 1,-1 0,0 0,1 0,-1 0,0 0,1 0,-1 0,0-1,1 1,-1 0,1 0,-1 0,0 1,1-1,-1 0,0 0,1 0,-1 0,0 0,1 0,-1 0,0 1,1-1,-1 0,0 0,1 0,-1 1,0-1,0 0,1 0,-1 1,0-1,0 0,0 1,1-1,1 1,217 94,-188-84,-16-7,-1 1,1 1,-1 0,-1 1,1 0,-1 1,0 0,2 4,-12-8,0 0,-1 1,0-1,0 1,0 0,0 0,-1 0,0 0,0 0,0 0,0 0,-1 0,0 1,0-1,-1 0,1 0,-1 0,0 0,0 0,-1 0,1 0,-1 0,-1 0,1-1,0 1,-11 39,13-41,-1 2,0-1,1 0,0 0,0 0,0 0,0 0,1 0,0 0,0 0,0 0,0 0,0 0,1-1,0 1,-1 0,1-1,1 1,-1-1,0 0,1 0,0 0,0 0,0 0,0 0,0-1,0 0,1 1,-1-1,1 0,0-1,0 1,-1-1,1 0,0 0,3 1,2 0,-1 0,1-1,0 0,0-1,-1 0,1 0,0 0,-1-1,1-1,0 1,-1-2,1 1,-1-1,0 0,0-1,0 0,-1 0,1 0,-1-1,0-1,0 1,0-1,-1 0,0 0,0-1,-1 0,0 0,0 0,0-1,-1 1,1-5,1-3,-1 0,0 0,-2 0,1 0,-2-1,0 0,-1 1,-1-1,0 0,-1 1,-2-10,3 23,0 1,0-1,0 0,0 0,0 1,-1-1,1 0,-1 0,1 1,-1-1,0 1,1-1,-1 0,0 1,0 0,0-1,0 1,-1-1,1 1,0 0,-1 0,1 0,0 0,-1 0,1 0,-1 0,0 0,1 1,-1-1,1 0,-1 1,0 0,0-1,1 1,-1 0,0 0,0 0,1 0,-1 0,0 0,0 1,1-1,-1 0,0 1,1-1,-1 1,0 0,1 0,-1 0,1-1,-1 2,1-1,-1 0,1 0,0 0,0 0,-1 2,-3 1,1 1,1 1,-1-1,1 0,-1 1,2-1,-1 1,0 0,1 0,0 0,1 0,0 1,-1-1,2 0,-1 1,1-1,0 0,0 1,1-1,0 0,0 1,0-1,2 4,1 1,0-1,0 1,1-1,0 0,1 0,0-1,1 0,0 0,0 0,1-1,0 0,0 0,2 0,42 25,-2-7</inkml:trace>
  <inkml:trace contextRef="#ctx0" brushRef="#br0" timeOffset="4201.201">8034 736,'-12'-2,"0"2,-1 0,1 0,0 1,0 1,-1 0,1 0,1 1,-1 1,0 0,-10 6,17-8,0 1,0 0,0 0,0 1,1-1,-1 1,1 0,0 0,0 1,0-1,1 1,-1 0,1 0,0 0,1 0,-1 0,1 1,0-1,1 1,-1-1,1 1,0 0,0 0,1 0,0 4,0-3,1-1,0 1,1-1,-1 0,1 1,0-1,1 0,-1 0,1-1,1 1,-1 0,1-1,0 0,0 0,0 0,1 0,0-1,0 0,0 0,0 0,1 0,-1-1,4 1,3 3,0-2,0 1,1-2,0 0,0 0,0-1,1-1,-1 0,1-1,12 0,-14-1,1-2,-1 1,0-2,0 1,0-2,0 1,0-2,-1 0,0 0,0-1,0 0,0-1,-1 0,-1-1,1 0,-1 0,0-1,-1 0,0-1,-1 1,1-2,-2 1,0-1,0-1,10-28,-2-1,-2 0,-2-1,-1 0,-2-1,-1-19,-5 54,18-163,-5-131,-14 293,-10-69,9 77,1 0,-1 0,0 0,1 1,-1-1,0 0,0 1,0-1,1 0,-1 1,0-1,0 1,0-1,0 1,0 0,0-1,0 1,0 0,0 0,0 0,0 0,0 0,0 0,0 0,0 0,0 0,0 0,0 0,0 1,0-1,0 0,0 1,0-1,0 1,1-1,-1 1,0-1,0 1,0 0,0-1,1 1,-1 0,0 0,1-1,-1 1,1 0,-1 0,-14 15,1 0,1 2,0-1,2 1,0 1,1 0,0 1,2 0,0 0,2 1,0 0,-1 12,1 0,1 0,2 0,2 1,1-1,1 1,2-1,1 0,2 0,1 0,2 0,1-1,1-1,2 0,1-1,1 0,2-1,1 0,2-1,-11-12,1 0,1-2,0 1,1-1,0-1,1 0,1 0,0-2,1 0,0 0,0-2,1 0,13 6,-26-14,-1 0,1 0,0 0,-1 0,1-1,0 1,-1-1,1 0,0 1,0-1,-1 0,1-1,0 1,0 0,-1-1,1 0,0 0,-1 1,1-1,-1-1,1 1,-1 0,1-1,-1 1,0-1,0 0,0 0,0 1,0-2,0 1,0 0,-1 0,1 0,0-2,1-4,-1 1,0-1,0 0,0 1,-1-1,-1 0,1 0,-1 0,0 0,-1 0,0 0,0 0,-1 0,0 1,0-1,-1 0,-58-116,29 86,-1 1,-2 2,-2 2,0 1,-2 2,-2 1,0 2,-2 3,-1 1,-44-17,19 0,74 31,91 3,142 13,80 19,-275-22,1 2,-2 2,1 2,11 5,-26-3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50.0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94 42,'-2'20,"-1"21,-3 22,1 15,0 11,2 6,1 0,1-4,0-11,1-14,0-19</inkml:trace>
  <inkml:trace contextRef="#ctx0" brushRef="#br0" timeOffset="266.815">0 176,'18'16,"13"12,10 5,6 3,0 1,0-3,-3-3,-8-7,-7-7,-6-6,-8-6</inkml:trace>
  <inkml:trace contextRef="#ctx0" brushRef="#br0" timeOffset="830.738">441 216,'-3'19,"-96"116,71-102,-17 23,44-49,17-24,5-5,-1-1,-1-1,-2-1,0-1,-2 0,0-1,-2-1,-1 0,-2 0,0-2,2-16,4-18,-14 65,-1-1,0 1,0-1,1 1,-1 0,0 0,0 0,0 0,0 0,0 0,0 0,0 0,0 0,0 0,-1 0,1 1,0-1,-1 0,1 1,-1-1,1 0,-1 1,0-1,1 1,-1-1,0 1,7 29,-2 1,0 0,-2 0,-2 0,-1 12,0-37,-7 394,7-386,1-1,1 0,0 1,0-1,2 0,0 0,0-1,2 1,5 10,7 4</inkml:trace>
  <inkml:trace contextRef="#ctx0" brushRef="#br0" timeOffset="1868.502">803 496,'-6'33,"5"-12,1 0,1 1,1-1,1 0,0 0,2 0,1-1,4 12,-9-29,1-1,-1 1,0 0,1-1,0 1,0-1,0 0,0 0,0 1,0-1,0-1,1 1,-1 0,0 0,1-1,0 0,-1 1,1-1,0 0,0 0,0-1,0 1,-1 0,1-1,0 0,0 0,0 0,0 0,0 0,0 0,0-1,1 0,6-2,-2 1,1-2,0 1,-1-2,1 1,-1-1,0 0,-1 0,7-6,-3 1,-1 0,0 0,0-1,-1 0,-1-1,0 0,0 0,-1-1,-1 0,0 0,-1 0,0-1,-1 0,0 0,-1 0,-1 0,0-5,-8-17,6 35,0 1,0-1,0 1,-1-1,1 1,0-1,0 0,-1 1,1-1,0 1,-1-1,1 1,-1 0,1-1,0 1,-1-1,1 1,-1 0,1-1,-1 1,1 0,-1 0,1-1,-1 1,0 0,1 0,-1 0,1 0,-1 0,0-1,1 1,-1 0,1 0,-1 1,1-1,-1 0,0 0,1 0,-1 0,1 0,-1 1,1-1,-1 0,1 0,-1 1,1-1,-1 0,1 1,-1-1,1 1,-1-1,1 1,0-1,-1 1,1-1,-5 8,0-1,1 1,0 0,1 0,-1 0,2 0,-1 0,1 1,0-1,1 1,0 0,0-1,1 1,0 0,1 0,0-1,1 8,0-7,0-1,0 1,1-1,0 0,1 1,-1-2,2 1,-1 0,1-1,0 0,0 0,1 0,0-1,0 0,1 0,0 0,0-1,0 0,0 0,1-1,0 0,0 0,0-1,4 1,1 0,0 0,1-1,-1-1,0 0,1-1,-1 0,1-1,-1-1,1 0,-1-1,0 0,1-1,-1 0,-1-1,11-5,-10 3,0-1,0-1,-1 0,0-1,-1 0,1-1,-2 0,1-1,-2 0,1 0,-2-1,1-1,-2 1,1-1,-2-1,1 0,3-11,-2 0,0-1,-1 1,-2-1,0-1,-2 1,-1-1,-1-14,0 33,-1-1,1 0,-1 0,-1 1,0-1,0 0,0 1,-1-1,-1 1,1 0,-1-1,-1 1,0 1,0-1,0 0,-1 1,0 0,0 0,-5-4,8 10,-1 1,0-1,0 1,1 0,-1-1,0 1,0 1,0-1,1 0,-1 1,0-1,0 1,1 0,-1 0,0 0,1 0,-1 0,1 0,0 1,-1 0,1-1,0 1,0 0,0 0,0 0,0 0,0 0,1 1,-1-1,1 0,-1 1,1-1,-1 3,-9 15,1 1,1 0,1 1,1 0,1 0,1 1,0 0,2-1,1 1,1 1,0-1,2 0,3 21,-2-32,-1-1,2 0,-1 1,2-1,-1 0,2-1,-1 1,1-1,1 1,0-2,0 1,1-1,0 0,1 0,0-1,0 0,1 0,0-1,0 0,1 0,0-1,0-1,1 0,-1 0,1-1,0 0,6 1,-3-2,0 1,0-2,1 0,-1 0,1-2,0 0,-1 0,1-1,-1-1,1-1,-1 0,0 0,0-2,0 1,-1-2,1 0,-1-1,-1 0,1-1,-1 0,-1-1,1 0,-2-1,1 0,-1-1,-1 0,0-1,0 0,-1 0,-1 0,2-7,3-18,-2-1,-1 0,-2-1,-2 0,-2 0,-1 0,-2 0,-4-23,4 36,-9-155,3 157,-1 24,-10 71,-3 57,6 0,4 35,9-136,1 0,1 0,2 0,0 0,2-1,2 5,-4-22,-1-1,1 0,0 0,1 0,0 0,0-1,1 1,0-1,0 0,1-1,0 1,0-1,0 0,1-1,-1 1,2-1,-1-1,0 1,1-1,0-1,0 1,3 0,0-1,1 0,-1-1,0 0,1-1,-1 0,1-1,-1 0,1-1,-1 0,1-1,-1 0,0-1,0 0,0-1,0 0,0 0,-1-1,0-1,0 0,0 0,-1-1,0 0,0-1,-1 0,0 0,-1-1,1 0,-1 0,-1-1,0 1,0-2,-1 1,0-1,-5-52,0 62,-1-1,1 1,0-1,-1 1,1 0,-1-1,0 1,1 0,-1-1,0 1,0 0,0 0,0 0,0 0,0 0,0 0,0 0,0 0,-1 0,1 0,0 1,-1-1,1 0,0 1,-1-1,1 1,-1 0,1-1,0 1,-1 0,1 0,-1 0,1 0,-1 0,1 0,-1 0,1 1,-1-1,1 0,-1 1,-2 2,-1-1,2 1,-1 0,0 1,1-1,-1 0,1 1,0 0,0 0,0 0,1 0,-1 0,1 0,0 1,0-1,1 1,0 0,-1-1,1 1,1 0,-1 0,1 0,0 0,0-1,0 1,0 0,1 0,0 0,0-1,1 2,0 2,1-1,0 0,0 1,0-1,1 0,0-1,1 1,-1-1,1 0,0 0,1 0,-1-1,1 1,1-2,-1 1,0-1,1 1,0-2,0 1,2 0,11 4,0-1,0-1,1 0,-1-2,1 0,20 1,-2-3</inkml:trace>
  <inkml:trace contextRef="#ctx0" brushRef="#br0" timeOffset="2120.828">1859 389,'25'-6,"28"-3,29-2,24 1,18 0,-12 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1:03.6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396 494,'-15'-2,"0"0,0 0,0 1,-1 1,1 1,0 0,0 1,0 0,0 1,0 1,1 1,0 0,0 0,0 2,0-1,1 2,0 0,1 1,-1 0,2 0,-1 1,2 1,-1 0,1 1,1 0,0 0,1 1,0 0,0 2,6-12,1-1,-1 1,1 0,0 0,-1 0,1 0,1 0,-1 0,0 0,1 1,-1-1,1 0,0 0,0 0,1 0,-1 1,0-1,1 0,0 0,0 0,0 0,0 0,0 0,1 0,-1-1,1 1,0 0,0-1,0 1,0-1,0 0,0 1,1-1,-1 0,1 0,-1-1,1 1,0-1,0 1,0-1,0 0,0 0,2 1,5-3,1 0,-1 0,1-1,-1-1,0 0,0 0,0-1,-1 0,1 0,-1-1,0 0,0-1,-1 0,0-1,0 0,0 0,-1 0,0-1,0 0,-1-1,8-8,-1 0,-1-1,-1-1,-1 0,0-1,-1 0,-1 0,-2-1,0 0,0 0,-2 0,1-18,1-35,-4 0,-3 0,-3-6,4 78,-11-96,12 98,-1 0,0-1,0 1,1-1,-1 1,0-1,0 1,0 0,0-1,0 1,0-1,0 1,0-1,0 1,0-1,0 1,0-1,0 1,0-1,0 1,0-1,0 1,-1-1,1 1,0 0,0-1,-1 1,1-1,0 1,0 0,-1-1,1 1,0 0,-1-1,1 1,-1 0,1 0,0-1,-1 1,1 0,-1 0,1 0,-1-1,1 1,-1 0,1 0,-1 0,1 0,-1 0,1 0,0 0,-1 0,1 0,-1 0,1 0,-1 0,1 1,-1-1,-11 30,1 23,3 1,2 0,2 0,2 0,3 0,4 25,-2-54,1 1,0-1,2 1,1-2,1 1,9 18,-12-33,0 0,0-1,1 0,0 0,1 0,-1-1,2 1,-1-2,1 1,1-1,-1 0,1-1,0 0,0-1,1 0,0 0,3 1,6-2,1-1,-1-1,1 0,0-2,0 0,-1-1,1-1,-1-1,1 0,-1-2,0 0,0-2,-1 1,0-2,0-1,-1 0,0-1,0-1,-1-1,7-7,-17 16,0-1,-1 0,0-1,0 1,0-1,0 0,-1 0,1-1,-1 1,-1-1,1 0,-1 0,0 0,0 0,-1-1,1-1,-3 6,0 0,-1 0,1 0,0 0,0 1,-1-1,1 0,-1 0,0 1,1-1,-1 1,0-1,0 0,0 1,0-1,0 1,0 0,-1-1,1 1,0 0,-1 0,1 0,-1 0,1 0,-1 0,0 0,1 0,-1 1,0-1,-1 0,-57-9,41 9,0 1,0 1,0 0,0 2,1 0,-1 1,1 1,-1 1,2 0,-1 1,1 1,0 1,0 1,-9 7,-21 37,46-52,0-1,1 1,-1-1,0 1,1-1,-1 1,1-1,0 1,-1 0,1-1,0 1,0-1,0 1,0 0,0-1,0 1,1 0,-1-1,0 1,1-1,-1 1,1-1,0 1,0-1,-1 1,1-1,0 0,0 1,0-1,0 0,0 0,1 0,-1 0,0 0,1 0,-1 0,0 0,1 0,-1-1,1 1,0 0,12 3,1 0,-1-1,1-1,0 0,0-1,0 0,0-2,0 0,0 0,-1-1,10-3,90-29,-109 32,0 0,1-1,-1 0,0 0,-1 0,1 0,0-1,-1 0,0 0,0 0,0-1,-1 1,1-1,-1 0,0 0,0 0,-1 0,0 0,1-2,-3 6,1-1,0 1,-1 0,1-1,-1 1,0 0,0-1,1 1,-1-1,0 1,0-1,0 1,0 0,-1-1,1 1,0-1,-1 1,1-1,0 1,-1 0,0 0,1-1,-1 1,0 0,0 0,1-1,-1 1,0 0,0 0,0 0,-1 0,1 0,0 1,0-1,0 0,-1 0,1 1,0-1,-1 1,1-1,0 1,-1 0,1-1,-1 1,1 0,-1 0,1 0,0 0,-1 0,1 0,-1 1,1-1,-1 0,1 1,0-1,-1 1,1 0,0-1,0 1,-1 0,1 0,-1 0,0 3,-1 0,1 0,0 0,1 1,-1-1,1 1,0-1,0 1,0-1,0 1,1-1,0 1,0 0,0-1,0 1,1 0,0-1,0 1,0-1,0 1,1-1,0 1,0-1,0 0,0 0,1 0,0 0,0-1,3 4,1 0,1-1,1 0,-1-1,1 1,0-2,0 1,0-1,1-1,0 0,-1 0,1-1,0 0,0-1,3 0,45 5</inkml:trace>
  <inkml:trace contextRef="#ctx0" brushRef="#br0" timeOffset="601.077">1559 534,'-10'-5,"1"1,-1 0,0 1,-1 0,1 0,0 1,-1 1,1 0,-1 0,0 1,1 0,-1 1,0 0,1 1,0 0,-1 0,1 1,0 1,0 0,0 0,1 1,0 0,-1 1,2 0,-1 0,1 1,0 0,-7 8,12-12,0 1,0 0,0 0,1 1,-1-1,1 1,0-1,0 1,1-1,0 1,-1 0,2 0,-1 0,0 0,1 0,0 0,0 0,1 0,-1-1,1 1,0 0,0 0,1 0,-1-1,1 1,0-1,1 1,-1-1,1 0,-1 0,1 0,0 0,1 0,-1-1,1 1,2 1,10 5,1 0,0-1,1-1,-1 0,2-2,-1 0,1-1,0-1,0 0,0-2,1 0,-1-1,0-1,8-1,-7 1,0-1,-1-1,1 0,0-2,-1 0,0-1,0-1,0 0,-1-2,0 0,0-1,3-3,-18 10,1 0,-1-1,0 1,0-1,0 0,0 1,0-1,0-1,-1 1,0 0,1-1,-1 1,0-1,-1 1,1-1,-1 0,0 0,1 0,-2 0,1 0,0 0,-1 0,0 0,0-1,0 4,0 0,0 0,-1 0,1 1,-1-1,1 0,0 1,-1-1,1 0,-1 1,1-1,-1 0,0 1,1-1,-1 1,0-1,1 1,-1 0,0-1,1 1,-1 0,0-1,0 1,0 0,1 0,-1 0,0-1,0 1,0 0,1 0,-1 0,0 0,0 1,0-1,1 0,-1 0,0 0,0 1,0-1,1 0,-1 1,0-1,1 1,-1-1,0 0,1 1,-1 0,1-1,-1 1,0-1,1 1,-1 0,1-1,0 1,-1 0,1 0,0-1,-1 1,1 0,0 0,0 0,-2 2,0 0,0 1,1-1,0 1,-1 0,1-1,1 1,-1 0,0 0,1 0,0-1,0 1,0 0,0 0,1 0,0-1,0 1,0 0,0 0,0-1,0 1,1-1,0 1,0-1,0 0,0 0,0 0,1 0,-1 0,1 0,0-1,0 1,0-1,0 0,0 0,1 0,7 2,0-1,0-1,1 0,-1-1,1 0,-1 0,1-1,-1-1,1 0,-1-1,0 0,1-1,-1 0,0 0,0-1,-1-1,1 0,-1 0,0-1,-1 0,4-3,-10 7,-1 1,1 0,-1-1,1 0,-1 1,0-1,0 0,1 0,-1 0,-1-1,1 1,0 0,-1-1,1 1,-1-1,1 1,-1-1,0 0,0 0,-1 1,1-1,0 0,-1 0,0 0,1 0,-1 0,-1 0,1 0,0 0,-1 1,1-1,-1 0,0 0,0 0,0 1,0-1,0 0,-1 1,1-1,-1 1,0 0,0-1,0 1,0 0,0 0,0 0,-2-1,-5-2,0 1,0 0,-1 1,1 0,-1 1,0 0,1 0,-1 1,0 0,0 0,0 1,0 1,0 0,0 0,1 1,-1 0,0 1,1 0,0 0,-1 1,1 0,-5 4,10-6,1 0,-1 0,1 0,-1 1,1-1,0 1,0 0,0 0,0 0,1 0,-1 0,1 1,0-1,0 1,0-1,0 1,0 0,1 0,0 0,0 0,0 0,0 0,1 0,-1 0,1 0,0 0,0 0,1 0,-1 1,1-1,0 0,0 0,0 0,1-1,0 1,-1 0,1 0,0-1,1 1,-1-1,1 0,-1 0,1 0,0 0,0 0,3 2,3-1,0 1,0-2,1 1,0-1,-1 0,1-1,0-1,1 1,-1-1,0-1,0 0,0 0,1-1,38-4</inkml:trace>
  <inkml:trace contextRef="#ctx0" brushRef="#br0" timeOffset="865.545">2108 147,'-16'-2,"-15"1,-8 8,-5 9,3 9,7 12,8 8,9 6,7-6</inkml:trace>
  <inkml:trace contextRef="#ctx0" brushRef="#br0" timeOffset="1029.107">2282 775,'13'7,"10"4,7 1,5-3,9-1,7-6,8-7,-8-2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1:13.62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381 374,'-16'-4,"0"1,0 0,0 1,0 1,0 0,0 1,0 1,-1 0,1 2,0 0,1 0,-1 1,1 1,-1 1,2 0,-1 1,1 1,0 0,0 1,1 0,-9 9,19-17,1 1,-1 0,1 0,-1 0,1 0,0 1,0-1,0 1,0-1,0 1,1 0,-1 0,1 0,0 0,-1 0,1 0,1 0,-1 0,0 0,1 0,0 0,-1 1,1-1,1 0,-1 0,0 0,1 1,0-1,-1 0,1 0,0 0,1 0,-1 0,0 0,1-1,0 1,0 0,-1-1,3 3,6-1,-1 0,1 0,-1-1,1 0,0-1,0 0,0 0,1-1,-1 0,0-1,0-1,1 1,-1-1,0-1,0 0,0-1,0 0,-1 0,1-1,-1 0,2-1,-5 2,0 0,0 0,0-1,-1 0,1 0,-1 0,0 0,0-1,-1 0,1 0,-1 0,0-1,0 0,-1 1,0-1,0 0,0-1,-1 1,0 0,0-1,0 1,-1-1,0 0,0-2,-1 8,0 0,0 0,0 1,0-1,0 0,0 0,-1 0,1 0,0 0,0 0,-1 0,1 0,0 0,-1 1,1-1,-1 0,1 0,-1 0,1 1,-1-1,0 0,1 1,-1-1,0 0,0 1,1-1,-1 1,0-1,0 1,0 0,0-1,0 1,1 0,-1-1,0 1,0 0,0 0,0 0,0 0,0 0,0 0,0 0,0 0,0 1,0-1,0 0,1 0,-1 1,0-1,0 1,0-1,0 1,1-1,-1 1,0-1,0 1,1 0,-1-1,0 1,1 0,-1-1,1 1,-3 3,0-1,1 1,0 0,-1-1,1 1,1 0,-1 0,1 0,-1 1,1-1,1 0,-1 0,0 1,1-1,0 0,0 1,0-1,1 0,-1 1,1-1,0 0,0 0,1 0,-1 0,1 0,0 0,0 0,0 0,1 0,-1-1,1 0,0 1,0-1,0 0,0 0,0 0,1-1,-1 1,4 0,1 1,-1 0,2-1,-1 0,0-1,1 0,-1 0,1-1,-1 0,1 0,0-1,0 0,-1-1,1 0,0 0,-1-1,1 0,-1-1,0 1,0-1,0-1,0 0,0 0,-1-1,0 1,0-2,0 1,0-1,-1 0,0 0,0-1,2-3,70-156,-77 165,-1-1,1 1,-1 0,1-1,-1 1,1 0,0 0,0-1,0 1,-1 0,1 0,0 0,0 0,0 0,1 0,-1 0,0 0,0 1,0-1,1 0,-1 1,0-1,1 1,-1-1,1 1,-1 0,0 0,1-1,-1 1,1 0,-1 0,1 0,-1 1,0-1,1 0,-1 0,1 1,-1-1,0 1,1-1,-1 1,0 0,0 0,1-1,-1 1,0 0,0 0,0 0,0 0,0 0,0 0,0 0,0 1,9 11,-1 0,0 1,-1 0,-1 0,0 1,0 0,-2 0,0 0,-1 1,0 0,-1-1,-1 5,-1-18,-1 0,1 0,-1-1,0 1,0 0,0 0,0 0,0 0,0 0,-1-1,1 1,0 0,-1 0,0-1,1 1,-1 0,0 0,0-1,0 1,0-1,0 1,0-1,0 1,-1-1,1 0,-1 0,1 0,0 1,-1-1,0 0,1-1,-1 1,0 0,1 0,-1-1,0 1,0-1,0 0,1 1,-1-1,0 0,0 0,0 0,0 0,0-1,1 1,-1 0,0-1,0 1,0-1,0 0,0 0,-1 0,1 1,0-1,0-1,0 1,0 0,0 0,1-1,-1 1,0-1,1 0,-1 1,1-1,-1 0,1 0,0 0,0 0,0 0,0 0,0 0,0 0,0-1,1 1,-1 0,1 0,0-1,0 1,0 0,0-1,0 1,0 0,0-1,1 1,-1 0,1 0,0 0,-1-1,1 1,0 0,1 0,-1 0,0 0,0 0,1 1,-1-1,1 0,0 1,0-2,18-15,0 0,1 1,1 1,0 1,1 1,1 1,15-5,22-7,-59 25,0 0,-1 1,1-1,-1 1,1 0,0-1,-1 1,1 0,-1 0,0 0,1 0,-1 0,0 0,0 1,1-1,-1 0,0 0,0 1,-1-1,1 1,0-1,0 1,-1-1,1 1,-1 0,1-1,-1 1,0 0,1-1,-1 1,0 0,0 0,0-1,-1 1,1 0,0-1,-1 1,1 0,-1-1,1 1,-1-1,0 1,0 1,0 5,0 10,0 100,2-113,0 1,0 0,0 0,1-1,0 1,0 0,0-1,1 0,0 0,0 0,0 0,0 0,1 0,0-1,0 0,0 0,1 0,1 2,15 5</inkml:trace>
  <inkml:trace contextRef="#ctx0" brushRef="#br0" timeOffset="427.367">969 0,'24'7,"-1"1,0 0,0 2,-1 1,0 0,-1 2,0 0,-1 2,-1 0,0 1,-1 1,-1 0,0 2,-1 0,-2 0,0 2,-1 0,4 8,-5 4,-1 1,-1 0,-2 1,0 14,5 17,-13-64,1 0,-1 0,0 0,0 0,1 0,0 0,-1 0,1 0,0 0,0 0,0 0,0 0,0-1,0 1,1 0,-1-1,1 1,-1-1,1 1,-1-1,1 0,0 0,0 1,-1-1,1-1,0 1,0 0,0 0,0-1,0 1,0-1,0 1,1-1,-1 0,0 0,0 0,0 0,0-1,0 1,1-1,9-3,0-1,-1-1,1 0,-1 0,-1-2,1 1,-1-1,0 0,-1-1,0 0,-1-1,0 0,0 0,-1-1,0 0,-1 0,0-1,-1 1,0-1,0-4,8-33,-13 50,0-1,0 0,0 0,0 1,0-1,0 0,0 0,0 0,0 1,-1-1,1 0,0 0,0 0,0 1,0-1,0 0,-1 0,1 0,0 0,0 0,0 1,0-1,-1 0,1 0,0 0,0 0,0 0,-1 0,1 0,0 0,0 0,-1 0,1 0,0 0,0 0,0 0,-1 0,1 0,0 0,0 0,-1 0,1 0,0 0,0 0,0 0,-1 0,1 0,0-1,0 1,0 0,-1 0,1 0,0 0,0 0,0-1,0 1,0 0,-1 0,-2 6,0 1,1-1,-1 1,1 0,0 0,1 0,0 1,0-1,0 0,1 0,0 0,1 1,0-1,0 0,0 0,1 0,0 0,0 0,1 0,-1-1,2 1,-1-1,1 1,0-1,0-1,1 1,-1 0,1-1,0 0,1 0,-1-1,1 1,0-1,4 2,37 15,-1-5</inkml:trace>
  <inkml:trace contextRef="#ctx0" brushRef="#br0" timeOffset="1958.917">2225 335,'-6'-1,"-1"0,1 0,-1 1,1 0,-1 0,1 1,0-1,-1 2,1-1,0 1,-1-1,1 2,0-1,0 1,1 0,-1 0,1 0,-1 1,1 0,0 0,0 0,1 1,-1 0,1 0,0 0,0 0,1 0,0 1,-1 0,2 0,-1-1,1 2,0-1,0 0,1 0,0 1,0-1,0 0,1 1,0-1,0 1,0-1,1 1,2 1,-1-1,1 1,1-1,-1 0,1 0,0 0,1 0,0-1,0 0,0 0,1 0,0-1,0 1,0-1,1-1,0 1,-1-1,7 2,5 3,-1-2,1 0,0-1,0-1,1 0,-1-2,10 1,-19-2,-1-1,1 0,-1 0,0-1,1-1,-1 1,1-1,-1 0,1-1,-1 0,0-1,0 1,0-1,-1-1,1 0,-1 0,1 0,-1-1,0 0,-1 0,0-1,1 0,-2 0,1 0,-1-1,0 0,0 0,-1 0,0-1,2-5,0-11,-2 0,0 0,-2-1,-1 0,0 0,-2 1,-1-1,-1 1,-5-20,5 28,3 12,-1 4,1-1,-1-1,1 1,-1 0,1 0,0 0,-1 0,1 0,0 0,0 0,0 0,0-1,0 1,0 0,0 0,0 0,0 0,1 0,-1 0,0-1,1 1,-1 0,1 0,-1 0,1 0,0 0,-1 1,1-1,0 0,0 0,-1 0,1 1,0-1,0 0,0 1,0-1,0 0,0 1,0-1,1 1,78 28,-55-16,17 6,8 3,-1 2,-2 3,35 23,-80-48,-1-1,1 1,0 0,-1 0,1 0,0 0,-1 0,1 0,-1 0,1 0,-1 0,0 1,0-1,1 1,-1-1,0 1,0-1,-1 1,1 0,0 0,0-1,-1 1,1 0,-1 0,1 0,-1-1,0 1,0 0,0 0,0 0,0 0,0 0,-1-1,1 1,-1 0,1 0,-1 0,1-1,-1 1,0 0,0-1,0 2,-8 7,7-9,-1 0,1 1,0-1,0 1,0-1,0 1,1 0,-1 0,0 0,1 0,-1 0,1 0,0 0,0 1,0-1,0 0,0 1,0-1,0 0,1 1,-1-1,1 1,0-1,0 1,0 0,0-1,0 1,1-1,-1 1,1-1,-1 0,1 1,0-1,0 1,0-1,0 0,1 0,-1 0,0 0,1 0,0 0,-1 0,12 4,-1-1,1 0,0-1,0-1,0 0,0-1,0 0,1-1,-1 0,1-1,6-1,-9 1,111-15,-132 44,10-26,1 1,-1-1,1 1,0-1,0 1,0-1,1 0,-1 0,1 1,-1-1,1 0,0 0,1 0,-1-1,0 1,1 0,-1-1,1 0,0 1,0-1,0 0,0-1,0 1,0 0,1-1,-1 0,0 0,1 0,-1 0,1 0,-1-1,1 1,-1-1,1 0,0 0,-1-1,1 1,0-1,-3 1,1 0,0-1,0 1,0-1,0 1,0-1,0 0,0 0,-1 0,1 0,0 0,-1 0,1 0,-1-1,1 1,-1-1,1 1,-1-1,0 1,0-1,0 0,0 1,0-1,0 0,-1 0,1 0,0 0,-1 0,0 0,1 0,-1 0,0 0,0 0,0 0,0 0,0 0,-14-74,7 58,0 1,-1 0,0 1,-2 0,0 0,0 1,-2 0,0 1,0 0,-1 1,-1 1,0 0,-1 0,0 2,-1 0,-16-8,-8 9,40 15,6-1,1 0,-1 0,1 0,0-1,0 0,1-1,-1 0,1 0,0 0,3 0,5 2,93 28,2-4,65 5,-164-32,-8-1,0-1,0 0,-1 1,1-1,0 1,-1 0,1 1,-1-1,1 0,-1 1,0 0,0 0,0 0,0 0,0 0,1 2,-12 39,1-26,6-14,1-1,-1 1,1 0,0-1,0 1,0 0,1-1,-1 1,1-1,-1 1,1 0,0-1,0 1,0-1,0 0,0 1,1-1,-1 0,1 0,-1 0,1 0,0 0,0 0,0 0,0-1,0 1,0-1,0 1,1-1,-1 0,1 0,1 1,84 20,-82-21,1 0,-1-1,0 0,0 0,0 0,0-1,1 0,-1 0,0 0,0-1,-1 0,1 0,0-1,-1 1,1-1,-1 0,0-1,0 1,0-1,0 0,-1 0,1-1,-1 0,0 1,-1-1,1 0,-1-1,2-2,19-62,-26 76,1 0,0 1,0-1,0 1,1-1,0 1,0-1,0 1,1-1,0 1,1-1,-1 0,1 1,0-1,1 0,-1 0,1 0,1-1,-1 1,1-1,0 0,0 0,0 0,5 4,10 4,0-1,1-1,1-1,0-1,0 0,1-2,0 0,0-2,0 0,1-1,18 0,54-5,-93 1,1-1,0 1,-1-1,1 0,0 0,-1 0,1 0,-1-1,0 1,1-1,-1 1,0-1,0 0,0 0,0 0,0 0,0 0,-1 0,1 0,-1-1,1 1,-1-1,0 1,0-1,0 1,0-1,-1 0,1 1,-1-1,1 0,-1 0,0 0,0-8,-1 9,1 1,0-1,-1 1,1 0,0-1,0 1,0-1,0 1,0 0,1-1,-1 1,0 0,1-1,-1 1,1 0,-1-1,1 1,-1 0,1 0,0 0,0-1,0 1,-1 0,1 0,0 0,0 0,1 0,-1 1,0-1,0 0,0 0,1 1,89-7,-36 7,-47-1,-1 0,0-1,1 0,-1 0,0 0,0-1,0 0,0-1,-1 1,0-1,1 0,-1-1,-3 3,-1 0,1 0,-1 0,0-1,0 1,0 0,0-1,-1 0,1 1,-1-1,1 0,-1 0,0 0,0 1,0-1,-1 0,1 0,-1-1,1 1,-1 0,0 0,0 0,-1 0,1 0,0 0,-1 0,0 0,0 0,0 0,-1-1,-1-1,0 1,-1 0,1 0,-1 0,0 0,0 0,-1 1,1 0,-1 0,0 0,1 1,-1-1,0 1,-1 0,1 1,0-1,0 1,-1 0,1 1,-1-1,1 1,-1 0,1 0,0 1,-1-1,1 1,-1 0,1 1,0-1,0 1,0 0,0 1,0-1,0 1,1 0,-1 0,-1 1,0 0,1 1,-1 0,1 0,0 0,0 0,1 1,-1 0,1 0,1 0,-1 1,1-1,0 1,1 0,-1-1,1 1,1 0,-1 0,1 1,1-1,-1 0,1 0,0 1,1-1,0 0,0 0,0 0,1 0,0 0,0 0,1 0,0-1,0 1,1-1,-1 0,1 0,2 1,9 9,1-1,1-1,1 0,0-2,0 0,1-1,1-1,0 0,0-2,18 5,216 64,-127-48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1:09.13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0 617,'21'18,"-1"0,0 2,-2 0,0 1,-1 1,-1 0,8 18,34 44,-56-80,0-1,0 0,0 1,0-1,1 0,-1 0,1-1,0 1,0 0,0-1,0 0,0 1,1-1,-1 0,1-1,-1 1,1-1,0 0,0 0,-1 0,1 0,0 0,0-1,0 0,0 0,0 0,0 0,8-6,1-1,-1 0,0 0,-1-1,0-1,0 0,-1 0,0-1,-1-1,3-3,88-111,-100 125,0 0,0 0,0 0,0 0,0 1,0-1,0 0,0 0,0 0,1 1,-1-1,0 0,0 0,0 0,0 0,0 0,0 1,1-1,-1 0,0 0,0 0,0 0,0 0,1 0,-1 0,0 0,0 0,0 0,0 1,1-1,-1 0,0 0,0 0,0 0,1 0,-1 0,0 0,0 0,0-1,1 1,-1 0,0 0,0 0,0 0,0 0,1 0,-7 28,4-20,1-3,-1 1,1-1,0 1,0-1,0 1,1 0,0-1,0 1,1 0,-1-1,1 1,0 0,1-1,-1 1,1-1,0 0,1 0,-1 1,1-2,0 1,0 0,1 0,-1-1,1 0,0 0,0 0,0 0,1-1,0 1,-1-1,1 0,0-1,0 1,2 0,5 0,0 1,0-2,0 0,0 0,1-1,-1 0,0-1,1-1,-1 0,0-1,0 0,0-1,2 0,-6 1,-1-1,0 0,0 0,-1 0,1 0,-1-1,1-1,-1 1,0-1,-1 0,1 0,-1 0,0-1,0 0,-1 0,0 0,0 0,0-1,-1 0,0 1,0-1,-1-1,13-61,-12 113,-4-23,6 65,-4-83,-1-1,1 1,0 0,0 0,0-1,1 1,-1-1,0 1,1-1,0 1,-1-1,1 0,0 0,0 0,1 0,-1 0,0 0,0-1,1 1,-1-1,1 1,0-1,-1 0,1 0,0 0,0-1,0 1,5 0,0-1,0 1,0-2,0 1,0-1,0 0,0-1,0 0,-1 0,1 0,-1-1,1-1,-1 1,0-1,0 0,-1-1,7-4,1-2,-1-1,0-1,-1 0,0 0,-1-1,-1-1,5-8,-10 14,0 3,-1-1,0 1,-1-1,1 0,-1 0,-1-1,1 1,-1-1,0-5,-1 13,-1 0,0-1,0 1,0 0,0-1,0 1,0 0,0 0,0-1,0 1,0 0,0-1,0 1,0 0,-1 0,1-1,0 1,0 0,0 0,0-1,0 1,-1 0,1 0,0-1,0 1,0 0,-1 0,1 0,0-1,0 1,0 0,-1 0,1 0,0 0,-1 0,1 0,0 0,0-1,-1 1,1 0,0 0,0 0,-1 0,1 0,0 0,-1 0,1 0,0 1,0-1,-1 0,1 0,0 0,-1 0,1 0,0 0,0 0,-1 1,1-1,0 0,0 0,0 0,-1 1,1-1,0 0,0 0,0 0,0 1,-1-1,1 0,0 1,-16 15,12-12,0 1,1 0,0 0,-1 0,2 1,-1-1,1 1,0-1,0 1,0 0,1 0,0 0,0 0,0 0,1 0,0 0,0 0,1 0,-1 0,1 0,1 0,-1 0,1-1,0 1,0 0,1-1,-1 1,1-1,1 0,-1 0,4 3,1-2,1 0,-1-1,2 0,-1-1,0 1,1-2,0 0,0 0,0-1,0 0,9 1,23 2</inkml:trace>
  <inkml:trace contextRef="#ctx0" brushRef="#br0" timeOffset="921.048">1578 658,'-7'10,"0"0,1 1,1 0,0 0,0 0,1 1,1-1,0 1,-1 6,3-12,1-1,0 0,0 0,0 0,0 1,1-1,0 0,0 0,0 0,1 0,0 0,0 0,0 0,0-1,1 1,0-1,0 1,0-1,0 0,1 0,-1-1,1 1,1 0,2 1,0 0,1-1,-1 0,1 0,-1-1,1 1,0-2,0 1,1-1,-1-1,0 1,1-2,-1 1,1-1,-1 0,1-1,-1 1,0-2,1 1,-1-1,0-1,0 0,0 0,0 0,-1-1,1 0,-1 0,0-1,0 0,-1 0,1-1,-1 0,4-5,-4 3,0-1,-1 0,0 0,0 0,-1 0,0-1,-1 0,0 0,-1 0,0 0,0-6,-2 16,-1 1,1 0,-1-1,1 1,-1-1,1 1,-1-1,0 1,1-1,-1 1,0-1,0 0,1 1,-1-1,0 0,0 0,1 1,-1-1,0 0,0 0,0 0,1 0,-1 0,0 0,0 0,0 0,1-1,-1 1,0 0,0 0,0-1,1 1,-1 0,0-1,1 1,-1-1,0 1,1-1,-1 1,1-1,-1 1,0-1,1 0,-1 1,1-1,0 0,-1 1,1-1,0 0,-1 0,1 1,0-1,0 0,0 0,-1 0,1 1,0-1,0 0,0 0,0 0,1 1,-1-1,0 0,0 0,-5 7,1 0,-1 0,1 0,1 0,-1 1,1-1,0 1,1 0,-1 0,1 0,1 1,-1 3,1-8,1 1,-1-1,1 1,0-1,0 1,1-1,-1 1,1-1,-1 1,1-1,0 0,0 1,1-1,-1 0,1 0,0 0,-1 0,1 0,1 0,-1 0,0-1,1 1,-1-1,1 0,0 0,0 0,1 1,8 2,1-1,0 0,0-1,0-1,0 0,1 0,-1-1,0-1,1-1,-1 1,0-2,1 0,-1-1,0 0,0-1,-1 0,1-1,-1-1,7-3,-12 5,0 0,0 0,0 0,0-1,-1 0,1 0,-1-1,-1 0,1 0,-1 0,0-1,0 1,-1-1,0 0,0-1,-1 1,0-1,0 1,-1-1,1 0,-2 0,1 0,-1-6,-1 14,0 1,0-1,0 0,-1 0,1 1,0-1,0 0,0 0,-1 0,1 1,0-1,0 0,-1 0,1 0,0 0,0 1,-1-1,1 0,0 0,-1 0,1 0,0 0,0 0,-1 0,1 0,0 0,-1 0,1 0,0 0,0 0,-1 0,1 0,0 0,-1 0,1 0,0-1,0 1,-1 0,1 0,0 0,0 0,-1-1,1 1,-2 4,0 0,1 0,-1 0,1 0,0 0,0 1,1-1,-1 0,1 0,0 1,0-1,0 0,0 1,1-1,0 0,0 0,0 1,0-1,1 0,0 0,-1 0,1-1,1 1,-1 0,1-1,-1 1,1-1,0 0,0 0,0 0,1 0,-1-1,1 1,-1-1,1 0,0 0,10 0,1 0,-1-2,0 1,1-2,-1 0,0-1,0 0,0-1,0 0,0-2,-1 1,1-2,-1 0,0 0,-1-1,0-1,0 0,4-3,-15 9,0 1,0 0,0 0,0 0,1 0,-1 0,0 0,1 0,-1 1,1-1,-1 0,1 1,-1-1,1 1,-1 0,1-1,0 1,-1 0,1 0,-1 0,1 0,0 0,-1 0,1 1,-1-1,1 0,-1 1,1-1,-1 1,1 0,-1 0,1-1,-1 1,0 0,1 0,0 1,4 8,2 0,0 0,0 0,0-1,1-1,1 0,-1 0,1 0,0-1,1-1,0 0,0 0,0-1,12 3,-11-5,0 0,0-1,1-1,-1 0,0 0,1-1,-1-1,1 0,-1-1,-7 1,0 0,0 0,0 0,0 0,-1-1,1 0,0 0,-1 0,0-1,1 1,-1-1,0 0,0 0,-1-1,1 1,-1-1,1 0,-1 0,0 0,-1 0,1 0,-1 0,2-4,-3 4,0 0,0-1,-1 1,1 0,-1 0,0-1,0 1,-1 0,1-1,-1 1,0 0,0 0,0 0,-1 0,1 0,-1 0,0 0,0 0,0 1,-1-1,1 1,-1-1,0 1,-1-1,-3-4,-1 1,0 0,0 1,-1 0,1 0,-1 0,-1 1,1 1,-6-3,9 5,0-1,-1 1,1 1,0-1,0 1,-1 0,1 1,-1 0,1 0,-1 0,1 0,-1 1,1 0,0 1,0-1,-1 1,1 1,0-1,1 1,-1 0,0 0,1 0,-1 1,1 0,0 0,1 1,-1-1,1 1,-1 0,2 0,-1 0,0 1,1-1,0 1,0 0,1-2,0 0,0 0,0 1,1-1,-1 1,1-1,0 1,0-1,1 1,-1-1,1 1,0 0,0-1,1 1,-1 0,1-1,0 1,0-1,1 1,-1-1,1 0,0 1,0-1,0 0,1 0,0 0,-1-1,1 1,1-1,-1 1,0-1,1 0,0 0,0 0,27 9,0-4</inkml:trace>
  <inkml:trace contextRef="#ctx0" brushRef="#br0" timeOffset="1859.562">2954 323,'-3'-2,"-1"-1,1 1,-1 0,1 0,-1 1,0-1,1 1,-1 0,0 0,0 0,0 0,0 1,0-1,0 1,0 0,0 0,0 1,0-1,0 1,0 0,0 0,0 0,0 0,1 1,-1 0,0 0,1 0,0 0,-1 0,1 1,0-1,0 1,0 0,0 0,1 0,-1 0,1 0,-2 4,-3 9,1 0,1 0,0 1,1 0,0 0,2 0,0 0,1 1,0-1,2 0,0 1,1-1,1 0,0 0,1 0,4 9,0-1,1 0,2 0,0 0,1-2,1 0,2 0,0-1,1-1,1 0,7 4,-21-20,1-1,0 0,0 0,1 0,-1-1,1 0,0 1,0-2,0 1,0 0,0-1,1 0,-1 0,1-1,-1 0,1 0,0 0,0 0,-1-1,1 0,0 0,0-1,-1 1,1-1,0-1,-1 1,1-1,-1 0,0 0,1 0,-1-1,5-6,0 0,-1 0,-1-1,1 0,-2-1,1 0,-1 0,-1-1,0 0,-1 0,0 0,-1 0,0-1,-1 0,-1 0,0 0,0 0,-1 0,-1 0,0 0,-1 0,-1-4,1 6,0 1,-1-1,0 1,-1 0,0 0,0 0,-1 0,-4-6,7 13,-1 0,0 0,1-1,-2 1,1 1,0-1,0 0,-1 1,0-1,1 1,-1-1,0 1,0 0,0 0,-1 1,1-1,0 1,-1 0,1-1,-1 1,1 1,-1-1,1 0,-1 1,0 0,-1 0,4 0,0 0,0 0,0 0,0 0,0 1,0-1,0 0,0 1,0-1,0 0,0 1,0-1,0 1,1 0,-1-1,0 1,0 0,1-1,-1 1,0 0,1 0,-1 0,1-1,-1 1,1 0,-1 0,1 0,-1 0,1 0,0 0,0 0,-1 0,1 0,0 0,0 0,0 0,0 0,0 0,1 0,-1 0,0 0,0 0,1 0,-1 0,0 0,1 0,-1 0,1 0,-1-1,1 1,-1 0,1 0,0 0,0-1,-1 1,1 0,0-1,0 1,0-1,0 1,-1-1,1 1,1-1,12 9,0 0,1-1,0-1,0-1,1 0,-1-1,1 0,1-1,11 0,-10 0,240 54,-255-57,1-1,-1 1,0 0,1 0,-1 0,0 0,0 1,1-1,-1 1,0 0,-1 0,1 0,0 0,0 1,-1-1,0 1,1-1,-1 1,0 0,0 0,0 0,-1 0,1 0,-1 0,0 0,0 1,0-1,0 0,0 1,-1-1,1 1,-1-1,0 1,0-1,-1 2,-29 53,-3 14,33-69,1 0,0 0,0 0,0 0,1 0,-1-1,1 1,-1 0,1-1,0 1,0-1,0 1,1-1,-1 0,0 0,1 0,-1 0,1 0,0-1,0 1,0-1,-1 0,1 0,0 0,0 0,1 0,-1 0,0-1,0 0,0 0,0 0,1 0,-1 0,3-1,22 4,0-1,0-2,1 0,-1-2,0-1,8-3,-24 3,0 1,0-2,0 1,-1-2,1 0,-1 0,-1-1,1 0,-1-1,0 0,0 0,-1-1,0-1,0 0,4-6,-11 13,0 1,-1-1,1 0,-1 0,1 1,-1-1,0 0,0 0,0 0,0 0,0 0,0-1,0 1,-1 0,1 0,-1-1,0 1,0 0,0 0,0-1,0 1,0 0,0-1,-1 1,1 0,-1 0,0 0,0-1,0 1,0 0,0 0,-1-1,0 4,0-1,-1 1,1 0,0 1,0-1,0 0,0 1,0-1,1 1,-1-1,0 1,1 0,-1 0,1 0,0 0,-1 0,1 0,0 0,0 0,0 0,1 1,-1-1,0 0,1 1,0-1,-1 2,0-1,1 1,-1-1,1 1,-1-1,1 0,0 1,0-1,0 1,1-1,-1 1,1-1,0 0,0 1,0-1,1 0,-1 0,1 0,-1 0,1 0,0 0,0 0,0-1,1 1,-1-1,1 1,-1-1,1 0,0 0,0 0,0 0,0-1,0 1,0-1,0 0,1 0,-1 0,0 0,1 0,-1-1,0 0,1 0,-1 0,1 0,-1 0,1 0,5-1,-1 0,1 0,0-1,-1 0,1 0,-1-1,0 0,0 0,0-1,0 0,0-1,-1 0,0 0,0 0,0-1,-1 0,0 0,0-1,0 0,-1 0,0 0,-1 0,1-1,-1 0,2-6,-5 12,-1-1,1 1,-1-1,1 1,-1-1,0 1,0-1,0 1,0-1,0 1,0-1,-1 1,1-1,-1 1,0 0,0-1,0 1,0 0,0-1,0 1,-1 0,1 0,-1 0,0 0,1 0,-1 1,0-1,0 0,0 1,0 0,0-1,0 1,-1 0,1 0,0 0,-1 0,1 0,0 1,-2-1,-3-1,-1 0,1 1,-1 0,0 0,1 0,-1 1,0 0,0 1,1 0,-1 0,1 1,-1-1,1 2,-1-1,1 1,0 0,0 1,0-1,1 1,-1 1,1-1,0 1,0 0,1 1,-1-1,1 1,1 0,-1 0,1 1,0-1,0 1,-1 5,4-9,0 0,0-1,1 1,0 0,0 0,-1 0,2 0,-1 0,0 0,0 0,1 0,0 0,0 0,0 0,0 0,0-1,0 1,1 0,-1-1,1 1,0-1,-1 0,1 1,0-1,1 0,-1 0,0 0,1-1,-1 1,1 0,1 0,4 2,0 0,0-1,1 0,-1-1,1 1,0-2,0 1,-1-1,1-1,2 1,31-3,-4-3</inkml:trace>
  <inkml:trace contextRef="#ctx0" brushRef="#br0" timeOffset="2105.093">4291 297,'-16'-14,"-12"-4,-8 0,-2 9,2 12,8 12,8 13,8 11,6-1</inkml:trace>
  <inkml:trace contextRef="#ctx0" brushRef="#br0" timeOffset="2421.759">4237 871,'13'5,"-1"0,1 0,0-1,0-1,0 0,0-1,1-1,-1 0,1 0,-1-2,1 1,-1-2,0 0,1 0,-1-1,0-1,0 0,-1-1,1 0,-1-1,0-1,-1 0,0 0,0-1,0 0,-1-1,0 0,-1-1,8-9,-4-7,-1-1,0 0,-2 0,-2-1,0 0,-2-1,-1 0,-1 0,-2 0,0-4,22-399,-24 395,-1 37,1 0,0 1,0-1,-1 0,1 0,0 0,-1 1,1-1,0 0,0 0,-1 0,1 0,-1 0,1 0,0 0,-1 0,1 0,0 0,-1 0,1 0,0 0,-1 0,1 0,0 0,-1 0,1 0,0 0,-1 0,1 0,0-1,-1 1,1 0,0 0,0 0,-1-1,1 1,0 0,0 0,-1-1,1 1,0 0,0 0,-24 56,3 1,3 1,-5 28,10-35,2 1,3 0,1 1,3 0,3 7,1-34,2 1,1-1,1 1,1-1,1 0,2-1,0 0,2 0,1-1,0 0,5 5,-9-16,0-1,1 0,1 0,0-1,0 0,1-1,0 0,1 0,0-1,1-1,0 0,0 0,0-1,1-1,0 0,1-1,-1 0,1-1,0-1,6 1,-18-3,1-1,-1 0,1 0,-1 0,1-1,-1 1,0 0,1-1,-1 0,0 0,1 1,-1-1,0 0,0-1,0 1,0 0,0-1,0 1,0-1,0 1,-1-1,1 0,0 0,-1 0,0 0,1 0,-1 0,0 0,0-1,0 1,0-3,0-1,0 1,0-1,0 1,-1-1,0 1,0-1,-1 0,0 1,0 0,0-1,0 1,-1-1,-21-53,-5 2</inkml:trace>
  <inkml:trace contextRef="#ctx0" brushRef="#br0" timeOffset="3615.719">4679 577,'-45'-24,"46"20,61 7,17 4,-1 4,-1 3,69 23,-39 10,-103-45,-1 0,0 1,0-1,0 0,-1 1,1 0,-1 0,1 0,-1 0,0 0,0 0,0 1,0-1,-1 0,0 1,1 0,-1-1,0 1,-1 0,1-1,-1 1,1 0,-1 0,-1 0,1-1,0 1,-1 0,0 0,0 0,-88 184,88-185,0 1,0-1,1 0,-1 1,1-1,0 1,0-1,0 1,0-1,1 1,-1-1,1 0,0 1,0-1,0 0,1 1,-1-1,1 0,-1 0,1 0,0 0,0-1,1 1,-1 0,1-1,-1 0,1 1,0-1,-1 0,1 0,0-1,0 1,1-1,-1 1,2 0,2 0,1 1,0-1,0 0,-1-1,1 0,0 0,0-1,0 0,0 0,0-1,0 0,0 0,0-1,0 0,-1 0,1-1,-1 0,0 0,0-1,0 0,0 0,0-1,-1 0,0 0,0 0,0-1,-1 0,0 0,0 0,0-1,-1 1,0-1,0 0,-1-1,0 1,2-7,-1 1,-1 0,-1 1,0-1,0-1,-2 1,1 0,-2 0,0 0,0 0,-2-4,2 12,0 0,0 1,0-1,-1 1,1 0,-1-1,0 1,0 0,-1 0,1 0,-1 0,0 0,0 1,0-1,-1 1,1 0,-1 0,1 0,-1 1,0-1,0 1,-1 0,1 0,0 0,-1 1,1-1,-1 1,1 0,-1 0,0 1,-1 0,1 0,-1 0,1 1,-1 0,1 0,-1 0,1 1,0 0,0 0,0 0,0 0,0 1,0 0,1 0,-1 0,-2 4,5-6,-1 1,1 0,0 1,0-1,0 0,1 0,-1 1,1-1,-1 1,1 0,0-1,0 1,0 0,0 0,0 0,1 0,-1 0,1-1,0 1,0 0,0 0,0 0,0 0,1 0,-1 0,1 0,0 0,0 0,0-1,0 1,1 1,8 7,0 0,0-1,1-1,1 0,-1 0,1-1,1-1,0 0,0 0,0-2,0 1,1-2,0 0,0 0,3-1,35 11,0-3,1-2,0-2,49 0,-93-6,0 0,0 0,1-1,-1 0,0-1,0 0,0 0,-1-1,1 0,0-1,0 0,-1 0,0-1,0 0,0 0,0-1,0 0,-1 0,0-1,1-2,-6 6,0-1,-1 0,0 0,0 0,1-1,-2 1,1 0,0 0,-1 0,1-1,-1 1,0 0,0-1,0 1,-1 0,1 0,-1-1,0 1,0 0,0 0,0 0,0 0,-1 0,0 0,1 0,-1 0,0 1,0-1,0 1,-1-1,-1-1,-3-2,0 0,0 0,0 1,-1-1,0 2,0-1,0 1,0 1,-1-1,1 1,-3 0,3 2,0-1,0 1,0 1,0-1,0 1,0 1,0-1,0 2,0-1,0 1,0 0,1 0,-7 4,10-5,1 1,-1 0,1 0,-1 1,1-1,0 1,0-1,0 1,0 0,1 0,-1 0,1 1,-1-1,1 0,0 1,1 0,-1-1,1 1,-1 0,1 0,0 0,1 0,-1 0,1 0,-1 0,1 0,0 0,1 1,-1-1,1 0,0-1,0 1,0-1,0 1,0-1,1 1,0-1,0 0,0 0,0 1,0-1,0-1,1 1,-1 0,1-1,0 1,0-1,0 0,0 0,0 0,1 0,-1-1,0 1,1-1,-1 0,3 1,101 11,-80-15,0-2,0-1,-1-1,21-8,-46 14,0-1,0 0,0 1,0-1,0 1,0-1,0 1,0-1,0 1,0 0,0-1,1 1,-1 0,0 0,0 0,0 0,0 0,0 0,1 0,-1 1,0-1,0 0,0 1,0-1,0 1,0-1,0 1,0-1,0 1,0 0,0-1,0 1,0 0,0 0,-1 0,1-1,0 1,-1 0,1 0,0 0,-1 0,1 0,-1 1,0-1,1 0,-1 0,0 0,0 0,1 1,-1 6,0-6,-1 1,1-1,0 0,-1 0,1 1,0-1,1 0,-1 0,0 1,1-1,-1 0,1 0,-1 0,1 1,0-1,0 0,0 0,0 0,1-1,-1 1,0 0,1 0,-1-1,1 1,0 0,0-1,-1 0,1 1,0-1,0 0,0 0,0 0,0 0,1-1,-1 1,0 0,2-1,1-1,0-1,-1 0,1-1,0 1,-1-1,0 0,1 0,-1 0,0-1,-1 1,1-1,-1 0,1 0,-1 0,0-1,-1 1,1-1,-1 1,0-1,0 0,0 0,-1 0,1-3,7-28,-1 1,-2-1,-2 0,0-24,4-36,-7 93,-2 1,1 1,0 0,0 0,0-1,0 1,0 0,0 0,0-1,0 1,0 0,1 0,-1-1,0 1,1 0,-1 0,1 0,0 0,-1-1,1 1,0 0,-1 0,1 0,0 0,0 1,0-1,0 0,0 0,0 0,0 1,0-1,0 1,0-1,1 1,-1-1,0 1,1-1,60 55,-20-14,-20-21,-1 1,-1 2,-1 0,0 1,-2 0,-1 2,-11-14,0 1,-1 0,0 0,-1 0,0 0,-1 0,-1 1,0 11,3 10,-4-31,0-1,1 1,-1 0,1-1,0 1,0 0,0-1,0 1,0-1,0 1,1-1,-1 0,1 1,0-1,0 0,0 0,0 0,0-1,0 1,0 0,0-1,1 1,-1-1,1 0,-1 0,1 0,0 0,-1 0,1-1,0 1,-1-1,4 1,2 0,1-1,-1 0,1 0,-1 0,1-1,0 0,-1-1,0 0,1-1,-1 1,0-1,0-1,-1 0,1 0,-1 0,0-1,0 0,0-1,0 1,-1-1,0 0,-1-1,1 0,-1 1,0-2,-1 1,0 0,0-1,0 0,-1 0,-1 0,1 0,-1-1,0 1,-1-3,1 5,-1 1,0-1,0 0,0 0,-1 0,0 0,0 0,-1 0,1 0,-1 0,0 0,-1 1,0-1,0 0,0 1,0-1,-1 1,0 0,0 0,0 0,-1 0,0 0,0 1,0 0,0-1,-1 2,0-1,1 0,-1 1,-1 0,1 0,0 1,-1-1,1 1,-2 0,3 2,1 0,0 0,-1 1,1-1,0 1,0 0,-1 0,1 0,0 0,0 1,0-1,0 1,1 0,-1 0,0 0,1 0,-1 0,1 0,0 1,-1-1,1 1,0 0,1 0,-1-1,0 1,1 0,0 0,0 1,0-1,0 0,0 0,0 1,1-1,0 0,-1 1,1-1,1 0,-1 1,0-1,1 0,0 0,-1 1,1-1,1 0,-1 0,0 0,1 0,-1 0,2 1,6 9,1-1,0 1,0-2,1 1,1-2,0 1,1-2,-1 0,2 0,-1-1,1-1,1 0,9 3,44 18,1-3,1-3,1-3,36 4,29 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5:40:53.55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442 989,'-9'-3,"-1"1,0 0,0 0,0 1,0 1,0 0,0 0,0 1,0 0,1 0,-1 2,0-1,0 1,1 0,0 1,0 0,0 1,0-1,1 2,-1-1,1 1,1 1,-1-1,1 1,0 1,1-1,-1 1,-3 7,8-13,1 1,-1-1,1 1,-1 0,1-1,0 1,0 0,0 0,1 0,-1 0,1 0,-1 0,1-1,0 1,0 0,0 0,1 0,-1 0,1 0,-1 0,1 0,0 0,0-1,0 1,1 0,-1-1,1 1,-1-1,1 1,0-1,0 0,0 1,0-1,0 0,1-1,-1 1,0 0,1-1,0 1,-1-1,6 2,0-1,0-1,-1 1,1-1,0 0,0-1,0 0,0-1,0 1,0-1,0-1,0 1,-1-1,1-1,-1 0,1 0,0-1,7-3,0 0,-1-1,0-1,0-1,-1 0,-1 0,11-12,-17 15,1 1,-2-2,1 1,-1-1,0 0,-1 0,1 0,-2 0,1-1,-1 0,-1 1,1-1,-1 0,-1-3,-1 13,-1-1,1 1,-1-1,1 1,-1-1,1 1,-1-1,0 1,1-1,-1 0,1 1,-1-1,0 0,0 1,1-1,-1 0,0 0,1 0,-1 0,0 0,0 0,1 0,-1 0,0 0,0 0,1 0,-1 0,0 0,0-1,1 1,-1 0,0-1,1 1,-1 0,1-1,-1 1,0-1,1 1,-1-1,1 1,-1-1,1 1,-1-1,1 0,0 1,-1-1,1 0,0 1,-1-1,1 0,0 1,0-1,0 0,-1 0,1 1,0-1,0 0,0 0,0 1,0-1,1 0,-1 0,0 1,0-1,0 0,1 0,-5 6,0 0,0 0,1 1,-1-1,1 1,1-1,-1 1,1 0,0 0,1 0,-1 0,1 1,0-1,1 0,-1 1,1-1,0 0,1 0,0 1,0-1,0 0,1 0,0 0,0 0,0 0,1 0,0-1,0 1,0-1,1 1,0-1,0-1,0 1,0 0,6 3,-2-4,2 0,-1-1,0 0,1 0,-1-1,1 0,0-1,-1 0,1 0,0-1,0-1,0 1,-1-2,1 1,0-1,-1-1,1 0,-1 0,0-1,0 0,0 0,-1-1,0 0,1-1,-2 0,1 0,-1-1,0 0,0 0,-1 0,0-1,0 0,-1 0,0-1,0 0,-1 1,0-1,1-6,-3 10,-1 1,0-1,-1 0,1 0,-1 0,1 0,-2 0,1 0,0 0,-1 0,0 1,0-1,-1 0,1 0,-1 1,2 3,0 1,-1 0,1-1,0 1,-1-1,1 1,0 0,-1 0,1-1,0 1,-1 0,1 0,0-1,-1 1,1 0,-1 0,1 0,0 0,-1 0,1-1,-1 1,1 0,-1 0,1 0,-1 0,1 0,0 0,-1 1,1-1,-1 0,1 0,-1 0,1 0,0 0,-1 1,1-1,-1 0,1 0,0 1,-1-1,1 0,0 1,-1-1,1 0,0 1,0-1,-1 0,1 1,0-1,0 0,0 1,-1-1,1 1,0-1,0 1,0-1,0 0,0 1,-4 9,1 1,0 0,0 0,1 0,0 0,1 1,1-1,0 0,0 1,-1 14,1 159,10 46,0-37,-6 110,-10-275,6-29,0 0,0-1,0 1,0 0,0-1,0 1,0-1,0 1,0 0,-1-1,1 1,0 0,0-1,0 1,-1 0,1 0,0-1,0 1,-1 0,1 0,0-1,-1 1,1 0,0 0,-1 0,1-1,0 1,-1 0,1 0,0 0,-1 0,1 0,0 0,-1 0,1 0,-1 0,1 0,0 0,-1 0,1 0,0 0,-1 0,1 0,-1 0,1 0,0 1,-1-1,1 0,0 0,-1 0,1 1,0-1,0 0,-1 0,1 1,0-1,0 0,-1 1,1-1,0 0,0 1,0-1,-9-30,1-1,2 0,1 0,1-1,1-21,2 40,-7-107,5-1,6 1,12-80,-13 184,0 0,0 1,1-1,1 1,1 0,0 0,1 1,1-1,0 1,3-3,-8 14,0 0,0 1,0-1,0 1,0 0,1 0,-1 0,1 0,0 0,-1 0,1 1,0-1,0 1,0 0,0 0,0 0,0 0,1 0,-1 1,0-1,0 1,0 0,1 0,-1 0,0 1,0-1,0 1,1 0,-1 0,0 0,2 1,3 1,1 2,-1-1,0 1,0 1,0-1,-1 1,0 1,0-1,0 1,0 3,46 77,-52-85,0 1,0 0,0-1,0 1,-1 0,1 0,-1 0,0 0,1 0,-1 0,-1 0,1-1,0 1,-1 0,1 0,-1 0,0 0,0-1,0 1,0 0,-1-1,1 1,-1-1,1 1,-1-1,0 0,0 0,0 0,0 0,0 0,-1 0,0 1,-3 0,0 0,0-1,0 1,0-1,-1 0,1-1,-1 1,1-1,-1-1,1 1,-1-1,1 0,-1-1,1 1,-1-1,1-1,-1 1,1-1,0 0,0-1,-1 0,6 3,0 0,-1-1,1 0,0 1,0-1,0 0,0 0,-1 1,1-1,0 0,1 0,-1 0,0 0,0-1,0 1,1 0,-1 0,0 0,1-1,-1 1,1 0,-1-1,1 1,0 0,0-1,0 1,-1 0,1-1,0 1,1 0,-1-1,0 1,0 0,1-1,-1 1,0 0,1-1,-1 1,1 0,38-41,36-8,-49 35,-1-2,-1 0,-1-2,0 0,8-11,-17 13,-2 0,0-1,-1-1,0 0,-2 0,0-1,-1 0,-1 0,-1-1,-1 0,-1 0,1-20,-1-1,-2 1,-2-1,-2 1,-2 0,-2 0,-3-10,5 30,0 1,-1-1,-1 1,-1 1,-1-1,-1 1,-6-9,15 27,-1-1,0 0,0 0,0 1,0-1,0 0,0 1,0-1,0 1,0-1,-1 1,1 0,-1 0,1 0,-1-1,0 1,1 1,-1-1,0 0,0 0,1 1,-1-1,0 1,0-1,0 1,0 0,0 0,0-1,0 2,1-1,-1 0,0 0,0 0,0 1,0-1,0 1,1 0,-1 0,0-1,0 1,1 0,-1 0,1 1,-1-1,1 0,-2 1,-4 8,0 1,1-1,0 1,1 0,0 1,1-1,0 1,1 0,0 0,1 0,0 1,1-1,0 6,-2 20,1 1,2 0,2 0,1 0,2 0,2-1,2 0,1 0,2-1,1-1,2 0,1 0,2-2,2 0,1-1,1-1,2-1,1-2,2 0,12 10,-29-31,-1 0,1 0,0-1,1 0,0-1,0-1,0 1,9 1,-16-6,-1 1,1-2,0 1,0 0,0-1,0 0,0 0,-1 0,1 0,0-1,0 1,0-1,0 0,0 0,-1 0,1-1,-1 0,1 1,-1-1,1 0,-1-1,0 1,0 0,0-1,0 0,-1 0,1 0,2-3,6-14,0-1,-2 0,0-1,-1 0,-1 0,-1-1,-2 1,0-2,1-21,-4 37,-2 31,2 0,0 0,1-1,1 1,2-1,4 18,-7-34,0 0,0-1,0 1,0 0,1-1,0 0,0 1,0-1,1-1,0 1,0 0,0-1,0 0,1 0,0 0,0 0,0-1,0 0,0 0,1 0,0-1,16 1</inkml:trace>
  <inkml:trace contextRef="#ctx0" brushRef="#br0" timeOffset="255.326">1672 694,'-16'-2,"-7"-1,-1 5,5 4,12 5,14 6,17 5,5-2</inkml:trace>
  <inkml:trace contextRef="#ctx0" brushRef="#br0" timeOffset="1162.8">2501 948,'-21'-10,"0"1,0 1,0 0,-1 2,0 0,-1 2,1 0,-1 2,0 0,0 2,1 0,-1 2,-22 3,38-2,1-1,-1 1,1 0,-1 0,1 0,0 1,0 0,1 0,-1 1,1 0,0 0,0 0,-2 3,5-6,1 1,-1 0,0 0,1 0,-1 0,1 0,0 0,0 0,0 0,0 0,1 0,-1 0,1 1,0-1,0 0,0 0,0 1,1-1,-1 0,1 0,0 0,0 0,0 1,0-1,1 0,-1-1,1 1,-1 0,1 0,1 0,5 5,1 0,0 0,1-1,0 0,0 0,1-1,-1-1,1 0,1 0,-1-1,0-1,1 0,0 0,0-1,1 0,21 5,0-2,0 0,0-3,0 0,0-3,1-1,-1-1,0-2,-1-1,1-2,-1-1,-1-1,15-8,-41 16,0 0,0-1,-1 1,0-1,1 0,-1 0,0-1,-1 1,1-1,0 0,-1-1,0 1,0-1,0 1,-1-1,0-1,0 1,0 0,0-1,-1 1,0-1,0 0,0 0,-3 3,1 1,-1 0,0-1,0 1,0 0,0 0,0 0,0 0,-1 0,1 0,-1 0,1 0,-1 0,0 1,1-1,-1 1,0-1,0 1,0 0,0-1,-1 1,1 0,0 1,0-1,-1 0,1 1,0-1,-3 0,-67 1,63 2,1-1,-1 2,1-1,0 1,0 0,0 1,1 0,-1 0,1 1,0 0,0 0,1 1,-1 0,1 0,0 0,1 1,-2 1,7-7,-1 0,1 0,0 0,-1 0,1 0,0 0,0-1,0 1,0 0,0 0,0 0,0 0,0 0,0 0,0 0,0 0,1 0,-1 0,0 0,1 0,-1 0,1 0,-1-1,1 1,-1 0,1 0,-1 0,1-1,0 1,0 0,-1-1,1 1,0-1,0 1,0-1,-1 1,1-1,0 1,0-1,0 0,1 1,42 9,-24-10,0 0,0-1,0-2,0 0,0 0,-1-2,0-1,0 0,0-1,-1-1,8-5,-26 13,1-1,-1 1,0 0,0-1,1 1,-1 0,1-1,-1 1,0 0,1 0,-1 0,1-1,-1 1,0 0,1 0,-1 0,1 0,-1 0,1 0,-1 0,0 0,1 0,-1 0,1 0,-1 0,1 0,-1 0,0 0,1 1,-1-1,1 0,-1 0,0 0,1 1,-1-1,1 0,-1 0,0 1,1-1,-1 0,0 1,0-1,1 0,-1 1,0-1,0 1,0-1,1 0,-1 1,0-1,0 1,0-1,0 1,0-1,-3 30,0-12,3-14,0 0,1 0,-1 1,1-1,0 0,0 0,1 0,-1 0,1 0,0 0,0-1,0 1,0-1,1 1,-1-1,1 0,0 0,0 0,0 0,1 0,-1-1,1 1,-1-1,1 0,0 0,0 0,3 0,1 1,0 0,1-1,-1 0,0 0,1-1,0-1,-1 1,1-1,0-1,-1 1,1-1,-1-1,4 0,-4-1,1 0,0-1,-1 0,0 0,0-1,0 0,0 0,-1 0,0-1,0-1,0 1,-1-1,0 0,-1 0,1-1,-1 0,-1 0,1 0,-1 0,2-7,2-10,0-1,-2 0,0 0,-2-1,-1 1,-1-18,-1-391,-4 267,3 125,1 22,-1 0,-1-1,0 1,-2-1,-1 1,-4-12,8 32,0 0,0 0,0 0,0 0,0 0,0 0,-1 0,1 1,0-1,-1 0,1 0,0 0,-1 0,1 1,-1-1,0 0,1 0,-1 1,0-1,1 0,-1 1,0-1,0 1,1-1,-1 1,0-1,0 1,0 0,0-1,0 1,0 0,1 0,-1 0,0 0,0 0,0 0,0 0,0 0,0 0,0 0,0 0,0 0,0 1,0-1,1 0,-31 35,15 0,1 2,2 0,2 0,1 1,2 0,1 0,3 1,1 3,-5 9,3 1,2-1,3 1,2 0,1-1,4 0,1 0,3 0,2-1,2 0,8 15,-15-48,1-1,0-1,1 0,1 0,0-1,1 0,1-1,10 9,-17-17,1 0,-1 0,1-1,0 0,0 0,0 0,1-1,-1 0,1-1,0 0,-1 0,1 0,0-1,0 0,0-1,0 0,0 0,0-1,0 0,6-1,1-4,0-1,0 0,-1 0,0-2,0 0,-1 0,-1-2,1 1,-1-2,-1 1,0-1,-1-1,-1 0,1-1,-2 0,0 0,-1 0,0-1,-1 0,0-3,-28 88,21-67,0 1,0 0,0-1,0 1,1 0,0-1,-1 1,2 0,-1 0,0-1,1 1,-1 0,1 0,0-1,0 1,1-1,-1 1,1-1,0 0,-1 1,2-1,-1 0,0 0,0 0,1-1,0 1,0 0,-1-1,1 0,1 0,-1 0,0 0,0 0,1-1,2 2,25 1,0-3</inkml:trace>
  <inkml:trace contextRef="#ctx0" brushRef="#br0" timeOffset="1417.197">3838 748,'-16'-2,"-12"-1,-6-2,-4-1,-2-1,-4-1,6-1</inkml:trace>
  <inkml:trace contextRef="#ctx0" brushRef="#br0" timeOffset="1596.719">3035 508,'16'0,"17"0,18 0,22 0,18 0,14 0,10 0,-15 0</inkml:trace>
  <inkml:trace contextRef="#ctx0" brushRef="#br0" timeOffset="1851.038">4198 855,'0'14,"0"11,0 5,0 4,3-1,2-3,3-7,1-8</inkml:trace>
  <inkml:trace contextRef="#ctx0" brushRef="#br0" timeOffset="1852.038">4172 441,'-16'-12,"-5"2,3 3,4 5</inkml:trace>
  <inkml:trace contextRef="#ctx0" brushRef="#br0" timeOffset="12351.064">1 2579,'21'5,"1"-2,0-1,0 0,0-2,0 0,0-2,0 0,0-1,0-1,-1-2,0 0,0-1,0-1,-1-1,8-5,-4 4,-2-1,1 0,-1-2,-1-1,-1 0,0-2,0 0,-2-1,0-1,-1-1,0-2,-13 17,-1 0,0 0,-1 0,1 0,-1 0,0-1,0 1,0-1,0 0,-1 1,0-1,0 0,0 0,0 0,-1 0,0 0,0 1,0-1,-1 0,0 0,0 0,0 0,0 0,-1 1,0-1,0 1,0-1,0 1,-1 0,0 0,1 0,-2 0,1 0,0 1,-1-1,0 1,1 0,-1 0,0 0,-1 1,1-1,-2 0,0 2,0-1,1 1,-1 0,0 0,0 1,0 0,0 0,1 0,-1 1,0-1,0 2,0-1,1 1,-1-1,1 1,-1 1,1-1,0 1,0 0,0 0,0 1,0-1,1 1,0 0,0 1,0-1,0 0,0 1,1 0,0 0,0 0,0 0,0 4,-9 21,1 1,2 1,1-1,2 2,1-1,1 1,2-1,1 1,2 0,1 0,2 4,12 98,5-2,11 20,27 166,-51-269,-3-1,-2 1,-2 0,-2-1,-3 2,-2-18</inkml:trace>
  <inkml:trace contextRef="#ctx0" brushRef="#br0" timeOffset="13381.365">134 2914,'7'-8,"0"1,0 0,0 0,1 1,0 0,1 0,-1 1,1 0,0 0,9-2,-10 3,52-23,1 3,1 2,0 3,2 3,0 3,0 2,21 2,-16 12,-67-2,0-1,0 1,0-1,0 1,0 0,0 0,0 0,0 0,-1 0,1 0,0 1,-1-1,1 0,-1 1,0-1,1 1,-1 0,0-1,0 1,0 0,0 0,0 0,0 0,0-1,-1 1,1 0,-1 0,0 1,1-1,-1 0,-27 125,27-125,0 0,1 0,-1-1,1 1,-1 0,1 0,0-1,0 1,0 0,0-1,0 1,0 0,0-1,0 0,1 1,-1-1,0 0,1 0,-1 1,1-1,0 0,-1-1,1 1,0 0,0 0,-1-1,1 1,0-1,0 1,0-1,0 0,0 0,-1 0,1 0,0 0,0 0,1-1,68-21,-67 20,0-1,-1 0,1 0,-1 0,1 0,-1 0,0-1,-1 1,1-1,-1 0,1 0,-1 0,0 0,-1 0,1-1,-1 1,1-1,-1 1,-1-1,1 1,-1-1,1 1,-1-1,-1 1,1-1,-1 0,1 1,-1-1,-1 0,0-3,-1 1,1 0,-1 1,-1-1,1 0,-1 1,-1 0,1 0,-1 0,0 0,0 1,0 0,-1 0,0 0,0 1,0 0,-6-3,2 3,0 0,0 1,0 0,0 0,-1 1,1 0,-1 1,0 0,1 1,-1 0,0 1,0 0,1 1,-1 0,1 1,0 0,0 0,0 1,-1 0,12-4,-1 0,1 0,-1 1,1-1,-1 0,1 0,-1 0,1 0,-1 0,1 0,-1 1,0-1,1 0,-1 0,1 0,-1 1,0-1,1 0,-1 1,0-1,1 0,-1 1,0-1,0 1,1-1,-1 0,0 1,0-1,1 1,-1-1,0 1,0-1,0 0,0 1,0-1,0 1,0-1,0 1,0-1,0 1,0-1,0 1,0-1,0 1,-1-1,1 0,0 1,0-1,0 1,-1-1,1 1,0-1,0 0,-1 1,1-1,28 1,0-1,1-2,-1 0,0-2,0-1,-1-2,12-4,14-1,-1-2,0-3,0-1,-2-3,-1-3,-1-1,0-2,-3-3,0-1,-1-3,-33 25,0-1,0 0,-1-1,0 0,-1 0,-1-1,0 0,0-1,-1 0,-1 0,0 0,-1-1,0 0,-1 0,-1 0,0-1,-1 1,0-1,-2 1,1-1,-2 0,0 1,-1-5,-1 13,1-1,-1 1,0 1,-1-1,0 0,0 1,0-1,0 1,-1 0,0 1,0-1,0 1,0 0,-1 0,0 1,0-1,0 1,0 1,0-1,0 1,-1 0,1 0,-1 1,0 0,1 0,-1 1,0 0,0 0,1 0,-1 1,0 0,1 0,-1 1,1-1,-1 2,1-1,0 1,-6 3,-5 4,0 1,1 1,1 1,0 0,0 1,1 0,1 1,1 1,0 0,1 1,0 0,2 0,0 1,1 1,1-1,0 1,2 1,0-1,-2 20,4-20,0-1,1 1,1 0,1-1,0 1,1 0,2 0,0-1,0 1,2-1,0 0,2 0,0-1,0 0,2 0,0-1,1 0,0 0,1-1,1 0,1-1,4 3,0-1,0-2,0 0,1-1,1-1,0-1,0-1,2 0,-1-1,1-2,0 0,0-1,1-1,14 1,-33-5,0-1,-1 1,1-1,0 0,0 0,0 0,0 0,0-1,0 1,0-1,0 0,-1 0,1 0,0 0,0 0,-1 0,1-1,-1 1,1-1,-1 0,0 0,0 0,0 0,0 0,0 0,0-1,0 1,-1-1,1 1,-1-1,0 0,0 1,0-1,30-83,-31 86,1 0,-1 0,1 0,-1 0,1-1,-1 1,1 0,-1 0,1 1,-1-1,1 0,-1 0,1 0,-1 0,0 0,1 0,-1 1,1-1,-1 0,1 0,-1 1,0-1,1 0,-1 0,0 1,1-1,-1 1,0-1,1 0,-1 1,0-1,0 1,1-1,-1 0,0 1,0-1,0 1,0-1,0 1,0-1,0 1,0-1,0 1,0-1,0 1,0-1,0 1,0-1,0 1,0-1,0 0,0 1,-1-1,1 1,0-1,0 1,-1-1,1 0,0 1,0-1,1 30,-2-24,0 0,1 1,0-1,0 0,0 0,0 1,1-1,0 0,1 0,-1 0,1 0,1 0,-1 0,1 0,0-1,0 1,0-1,1 0,0 0,0 0,0 0,0-1,1 0,0 0,0 0,0 0,0-1,1 0,2 1,-1-2,0-1,1 1,-1-2,1 1,-1-1,1 0,-1 0,1-1,-1 0,1-1,-1 0,0 0,0 0,1-1,-2 0,1 0,0-1,-1 0,1 0,-1 0,1-2,-3 3,0 0,1-1,-1 0,-1 0,1 0,-1 0,1-1,-1 1,0-1,-1 0,1 1,-1-2,0 1,0 0,-1 0,1 0,-1-1,0 1,-1-1,1 1,-1-1,0 1,-1-1,1 1,-1-1,0 1,0 0,-1-1,0 1,1 0,-1 1,0 0,0 0,-1 0,1 0,-1 1,1-1,-1 1,0-1,-1 1,1 0,-1 0,1 1,-1-1,0 1,0-1,0 1,0 0,0 1,0-1,-1 1,1 0,-1 0,1 0,-1 1,1-1,-1 1,1 0,-1 0,1 1,-1-1,-2 1,0 1,1-1,-1 1,0 1,1-1,0 1,-1 0,1 0,0 1,1 0,-1 0,1 0,-1 0,1 1,0 0,1 0,0 1,-1-1,2 1,-1 1,2-5,1 0,-1 1,1-1,0 1,0 0,0-1,0 1,1 0,-1-1,1 1,0 0,-1 0,1 0,0-1,1 1,-1 0,1 0,-1-1,1 1,0 0,0-1,0 1,0 0,0-1,0 1,1-1,-1 0,1 0,0 1,0-1,0 0,0 0,0 0,25 16</inkml:trace>
  <inkml:trace contextRef="#ctx0" brushRef="#br0" timeOffset="13870.067">2353 2606,'-100'-28,"96"27,-1 1,1-1,0 1,-1 0,1 1,-1-1,1 1,-1-1,1 1,0 1,0-1,-1 1,1-1,0 1,0 0,1 1,-1-1,0 1,1-1,-1 1,-2 3,4-3,0 0,0 1,0-1,1 0,-1 1,1-1,0 1,-1 0,2-1,-1 1,0 0,1-1,0 1,0 0,0 0,0-1,0 1,1 0,0 0,0-1,0 1,0 0,0-1,1 1,-1-1,1 0,0 0,1 2,72 81,68 25,-142-111,1 0,-1 1,0-1,0 1,0-1,0 1,0-1,0 1,0 0,0 0,0-1,0 1,0 0,0 0,0 0,-1 0,1 0,0 0,-1 0,1 0,-1 0,1 1,-1-1,0 0,1 0,-1 0,0 0,0 1,0-1,0 0,0 0,0 1,0-1,0 0,0 0,0 0,-1 1,1-1,-1 0,1 0,-1 0,1 0,-1 0,0 0,1 0,-1 0,0 0,0 0,0 0,1 0,-1 0,0-1,0 1,0 0,-1-1,1 1,0-1,0 1,0-1,-6 2,0 0,0 0,0-1,0 0,-1 0,1-1,0 0,0-1,-1 1,1-1,0-1,0 1,0-1,0 0,0-1,1 0,-1 0,0-1,5 1,0 0,1 0,-1 0,1-1,0 1,0 0,1-1,-1 1,1-1,-1 1,1-1,0 0,0 1,1-1,-1 1,1-1,0 1,0 0,0-1,0 1,0 0,1-1,-1 1,1 0,0 0,0 0,0 1,1-1,-1 0,1 1,-1-1,1 1,0 0,2-2,13-12,0 1,1 0,1 2,0 0,0 1,2 1,-1 1,1 1,1 0,8 0,-29 8,0 0,0 0,0 0,0 0,0 1,0-1,0 1,1-1,-1 1,0 0,0 0,1 0,-1 0,0 0,0 0,1 1,-1-1,0 1,0-1,0 1,0 0,0 0,0 0,0 0,0 0,0 1,0-1,0 1,-1-1,1 1,-1-1,1 1,-1 0,0 0,1 0,-1 0,0 0,0 0,0 0,-1 0,1 0,0 0,2 103,3 11,-6-115,0 0,0 0,0 0,0 0,0 1,0-1,0 0,0 0,1 0,-1 0,1 0,-1 0,1 0,-1 0,1 0,-1 0,1 0,0-1,-1 1,1 0,0 0,0-1,0 1,0 0,-1-1,1 1,0-1,0 1,0-1,0 1,0-1,0 0,1 1,-1-1,0 0,0 0,0 0,0 0,0 0,0 0,0 0,0 0,0-1,1 1,-1 0,0 0,0-1,0 1,0-1,0 1,-1-1,2 0,9-10</inkml:trace>
  <inkml:trace contextRef="#ctx0" brushRef="#br0" timeOffset="14680.551">2474 2392,'49'14,"0"-1,-2 2,1 2,-2 2,-1 2,-32-14,-1 0,0 0,-1 1,0 0,0 1,-1 0,0 1,-1 0,0 0,0 1,-1 1,-1-1,0 1,0 0,-2 1,4 9,26 166,-35-185,0 0,1-1,-1 1,1-1,0 1,0-1,0 0,0 1,0-1,1 0,-1 0,0 1,1-1,0 0,0 0,-1-1,1 1,0 0,0-1,1 1,-1-1,0 0,0 1,1-1,-1 0,1 0,-1-1,1 1,-1 0,1-1,-1 0,1 1,-1-1,1 0,0-1,-1 1,1 0,-1-1,1 1,-1-1,1 0,-1 0,8-3,-1-2,0 1,0-1,-1-1,0 1,0-1,0-1,-1 0,0 0,-1 0,0-1,0 0,0 0,-1 0,-1-1,0 1,0-1,-1 0,0-1,-1 1,0-1,-5-4,-8 34,10-15,-1 0,1-1,0 1,0 0,1 0,-1 0,1-1,0 1,0 0,0 0,1 0,-1 0,1 0,0-1,0 1,0 0,0-1,1 1,-1-1,1 1,0-1,0 0,1 1,-1-1,0 0,1-1,0 1,0 0,0-1,0 0,0 1,0-1,1 0,-1-1,1 1,2 0,2 1,1 0,-1 0,1-2,0 1,0-1,0 0,0-1,0 1,0-2,0 0,0 0,0 0,0-1,-1-1,1 1,-1-1,1-1,-1 0,0 0,0 0,-1-1,1 0,-1-1,0 1,-1-1,1-1,-1 1,0-1,-1 0,0-1,1 0,12-41,-28 123,10-68,-2-2,1-1,0 1,0 0,0-1,0 1,1 0,0 0,0 0,0 0,0-1,0 1,1 0,-1 0,1 0,0-1,1 1,-1 0,0-1,1 1,0-1,0 0,0 0,0 1,1-1,-1-1,1 1,-1 0,1 0,0-1,0 0,1 0,-1 0,0 0,4 2,3-4,-1 0,1 0,-1-1,0 0,1-1,-1 0,0 0,0-1,0-1,0 1,-1-1,1-1,-1 1,0-1,0-1,-1 0,1 0,-1 0,-1-1,1 0,-1 0,0-1,-1 1,0-1,0-1,-1 1,4-9,8-60,-16 77,-1 0,1 0,0 0,0 0,-1 1,1-1,0 0,-1 0,1 0,0 0,0 0,-1 0,1 0,0 0,-1 0,1 0,0 0,0 0,-1 0,1 0,0 0,-1 0,1 0,0 0,0-1,-1 1,1 0,0 0,0 0,-1 0,1-1,0 1,0 0,0 0,-1 0,1-1,0 1,0 0,0 0,0-1,-1 1,1 0,0-1,0 1,0 0,0 0,0-1,0 1,0 0,0-1,0 1,0 0,0 0,0-1,0 1,0 0,0-1,0 1,0 0,1 0,-1-1,0 1,0 0,0 0,0-1,-10 23,9-18,1-1,-1 0,1 1,0-1,-1 0,1 1,1-1,-1 0,1 1,-1-1,1 0,0 1,0-1,0 0,1 0,-1 0,1 0,-1 0,1 0,0-1,0 1,1 0,-1-1,0 0,1 1,1 0,5 3,-1 0,1-1,1 0,-1-1,0 0,1-1,0 1,5 0,63 11,1-5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26.3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1,'1'236,"12"-92,-5 39,-2-23,-6-546,26 208,-5 59,-21 119,0-1,0 1,0-1,-1 1,1 0,0-1,0 1,-1-1,1 1,0 0,0-1,-1 1,1 0,0-1,-1 1,1 0,-1-1,1 1,0 0,-1 0,1-1,-1 1,1 0,-1 0,1 0,-1 0,1 0,0 0,-1 0,1 0,-1 0,1 0,-1 0,1 0,-1 0,1 0,-1 0,1 0,-1 0,1 1,0-1,-1 0,1 0,-1 1,1-1,0 0,-1 0,1 1,-1-1,-3 1,-15 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39.93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7246 3477,'-6'17,"-67"1,-201 18,180-28,-1-4,-39-6,20 1,-177 23,-9-6,-46-14,226-2,9-6,1-4,1-5,-3-6,-4 1,-174-20,-62 10,276 25,-98-6,-98-23,-258-33,193 27,-13-17,-30-20,41-12,-178-18,196 77,155 15,-110 6,208 10,13 1,0-2,0-3,0-2,-20-7,70 12,0-2,0 1,0-1,0 0,1 0,-1 0,1 0,-1-1,1 0,0 0,0 0,0 0,0-1,1 0,-1 1,1-1,0 0,0-1,1 1,-1-1,1 1,0-1,0 0,0 1,1-1,0 0,0 0,0 0,0 0,1 0,0-4,2-15,0 0,2 0,1 0,0 1,2 0,9-21,-6 14,47-117,20-66,-69 170,-2 0,-2-1,-2 1,-2-18,2-39,31-233,-32 318,26-529,-28 30,-20 375,1 36,11 31,11 70,-1 0,1 1,-1-1,1 1,0 0,0-1,0 1,0 0,-1 0,2 0,-1 0,0 0,0 1,0-1,0 1,0-1,1 1,-1 0,0 0,0 0,0 0,1 0,-1 0,0 1,0-1,1 1,6-1,135 2,38 2,167-20,234-47,-227 53,31 1,-97-17,-72 18,13 2,-232 7,1-1,0 0,0 0,-1 1,1-1,0 0,0 0,-1 1,1-1,0 0,0 0,0 1,0-1,-1 0,1 1,0-1,0 0,0 1,0-1,0 0,0 1,0-1,0 0,0 1,0-1,0 0,0 1,0-1,0 0,0 1,0-1,1 0,-1 0,0 1,0-1,0 0,0 1,1-1,-1 0,0 0,0 1,1-1,-1 0,0 0,0 0,1 1,-1-1,0 0,1 0,-1 0,0 0,0 0,1 1,-1-1,0 0,1 0,-1 0,0 0,1 0,-1 0,0 0,1 0,-1 0,0 0,1-1,-1 1,1 0,-7 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40.92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1439 1,'-171'104,"-58"20,127-70,-778 422,824-438,56-37,0 0,1-1,-1 1,0-1,0 1,1 0,-1-1,1 1,-1-1,0 1,1-1,-1 1,1-1,-1 0,1 1,0-1,-1 1,1-1,-1 0,1 0,0 1,-1-1,1 0,-1 0,1 0,0 0,-1 1,1-1,0 0,-1 0,1-1,0 1,-1 0,1 0,0 0,-1 0,1 0,0-1,-1 1,1 0,-1-1,1 1,0 0,-1-1,1 1,-1 0,1-1,-1 1,1-1,18-6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41.6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0,'296'255,"631"487,-920-736,39 27,-2 2,-1 2,-3 1,0 2,3 10,-38-44,-3-4,0 0,0 0,0 1,0-1,0 1,-1 0,1-1,-1 1,1 0,-1 0,0 0,0 0,-1 0,1 0,-1 0,1 2,-24 3,5-9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44.61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1,'365'21,"506"47,-683-59,513 36,-362-26,-289-18,-47-5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1:45.38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0,'25'3,"1"2,-1 0,-1 2,1 0,-1 2,0 1,-1 1,0 0,0 2,-2 1,14 11,-22-17,749 479,-303-223,-459-263,-1-1,1 0,-1 0,1 0,0 1,-1-1,1 0,-1 1,1-1,-1 0,1 1,0-1,-1 1,1-1,0 1,0-1,-1 0,1 1,0-1,0 1,0-1,-1 1,1-1,0 1,0 0,0-1,0 1,0-1,0 1,0-1,0 1,0-1,0 1,0-1,1 1,-1-1,0 1,0-1,0 1,1-1,-1 1,0-1,1 1,-1-1,0 0,1 1,-1-1,0 0,1 1,-1-1,1 0,-1 1,1-1,-1 0,1 0,-1 1,1-1,-1 0,1 0,-1 0,1 0,-1 0,-612 299,110-86,253-113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7:38.8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2766 729,'-2'1,"1"-1,-1 0,1 1,0 0,-1-1,1 1,0 0,0-1,0 1,-1 0,1 0,0 0,0 0,0 0,0 1,1-1,-1 0,0 0,0 1,1-1,-1 0,1 1,-1-1,1 0,-1 1,1-1,0 1,0-1,0 1,0-1,0 0,0 1,0-1,0 1,0-1,1 1,-1-1,1 0,-1 1,1-1,-1 0,1 1,0-1,0 0,0 0,0 1,-1-1,2 0,-1 0,0 0,0 0,0-1,1 2,1-1,-1 0,0 0,1-1,-1 1,1-1,0 1,-1-1,1 0,-1 0,1 0,0 0,-1 0,1-1,-1 1,1-1,-1 0,1 1,-1-1,1 0,-1-1,0 1,0 0,1-1,-1 1,0-1,0 0,0 1,-1-1,1 0,0 0,-1 0,1 0,-1-1,0 1,0 0,0-1,0 1,0-1,0 1,0-1,-1 1,0-1,1 1,-1-1,0-2,0 2,-1 0,1 0,-1 0,0 1,0-1,0 0,0 0,0 0,-1 1,1-1,-1 1,0-1,0 1,0-1,0 1,0 0,0 0,0 0,-1 0,1 1,-1-1,1 0,-1 1,0 0,0 0,0 0,1 0,-1 0,0 0,0 1,0 0,0-1,0 1,0 0,0 0,0 1,0-1,0 1,0-1,0 1,0 0,0 0,0 0,0 1,1-1,-1 1,-1 0,-26 46,20-20</inkml:trace>
  <inkml:trace contextRef="#ctx0" brushRef="#br0" timeOffset="286.258">2780 1063,'16'38,"-16"-37,1 0,-1-1,0 1,1 0,-1-1,1 1,-1 0,1-1,0 1,-1-1,1 1,0-1,-1 0,1 1,0-1,-1 0,1 1,0-1,0 0,-1 0,1 1,0-1,0 0,0 0,-1 0,1 0,0 0,0 0,-1-1,1 1,0 0,0 0,-1 0,1-1,0 1,0 0,-1-1,1 1,0-1,-1 1,1-1,0 1,-1-1,1 1,-1-1,1 1,-1-1,1 0,-1 1,0-1,2-2,0 1,0-1,0 0,-1 0,1 0,-1 0,0 0,0 0,0 0,0 0,0 0,-1 0,0-1,1 1,-1 0,0 0,-1 0,1-1,0 1,-1 0,0 0,0 0,0 0,0 0,-1-1,0 4,0 0,0 0,0 0,0 0,0 1,0-1,0 1,0-1,0 1,0 0,0 0,0 0,0 0,0 0,0 0,1 1,-1-1,1 0,-1 1,1-1,-1 1,1 0,0 0,0-1,0 1,0 0,0 0,0 0,0 0,1 0,-1 0,1 0,-1 0,1 2,-1 0,0 1,0-1,0 1,1-1,0 1,0 0,0-1,0 1,1-1,0 1,0-1,0 1,0-1,1 0,0 1,0-1,0 0,0 0,1 0,1 2,16 18</inkml:trace>
  <inkml:trace contextRef="#ctx0" brushRef="#br0" timeOffset="-2606.639">1229 435,'18'-33,"-16"66,-55 248,49-258,-8 37,3 1,2 1,3 35,4-91</inkml:trace>
  <inkml:trace contextRef="#ctx0" brushRef="#br0" timeOffset="-1671.681">1188 315,'18'-7,"18"-2,13-2,11-2,4 2,-1 3,-3 2,-10 3,-9 1,-11 4,-11 4,-9 0</inkml:trace>
  <inkml:trace contextRef="#ctx0" brushRef="#br0" timeOffset="-1396.739">1149 595,'13'7,"14"2,14-1,11-3,8-5,3-5,-2-2,-8 1,-10 1,-12 1</inkml:trace>
  <inkml:trace contextRef="#ctx0" brushRef="#br0" timeOffset="-1114.707">1082 1103,'0'2,"5"1,5 0,8-1,13 0,12-1,13-3,10-3,5-3,2 0,-5 1,-8 2,-16 2</inkml:trace>
  <inkml:trace contextRef="#ctx0" brushRef="#br0" timeOffset="-807.5">1870 676,'-2'2,"4"5,8 11,9 11,8 10,9 8,5 2,3-1,-3 0,-2-5,-4-3,-9-6,-5-6,-7-8</inkml:trace>
  <inkml:trace contextRef="#ctx0" brushRef="#br0" timeOffset="-552.987">2325 635,'-16'-2,"-12"3,-10 12,-11 16,-10 17,-8 17,-7 14,-5 9,0 4,5-5,14-16</inkml:trace>
  <inkml:trace contextRef="#ctx0" brushRef="#br0" timeOffset="9473.052">10948 367,'21'16,"2"-2,-1-1,2 0,0-2,0 0,1-2,0-1,0-1,1-1,18 1,11 5,-1-4,2-1,-1-3,0-2,1-3,-1-2,47-9,-94 10,1 0,0 0,-1 0,0-1,1-1,-1 1,0-1,-1-1,7-3,-13 7,0 1,0-1,0 0,0 0,0 1,0-1,-1 0,1 0,0 0,0 0,-1 0,1 0,0 0,-1 0,1-1,-1 1,0 0,1 0,-1 0,0-1,0 1,0 0,0 0,1-1,-2 1,1 0,0 0,0 0,0-1,-1 1,1 0,0 0,-1 0,1 0,-1-1,0 1,1 0,-1 0,0 0,1 0,-2 0,-45-25,40 25,0 0,1 1,-1-1,0 1,0 0,0 1,1 0,-1 0,0 0,1 1,-1 0,1 0,0 0,-1 1,1 0,0 1,1-1,-1 1,1 0,-1 0,1 1,0 0,1 0,-1 0,0 2,-7 8,2 1,0 0,0 1,2 0,0 0,1 1,1-1,-3 14,-5 50,3 1,4 0,4 1,3-1,4 1,3-1,11 41,-12-77,-4-15,-2-11</inkml:trace>
  <inkml:trace contextRef="#ctx0" brushRef="#br0" timeOffset="9722.347">11081 835,'21'-4,"24"0,30 1,30 2,21 0,13-2,0-4,-7-7,-17-9,-28-1</inkml:trace>
  <inkml:trace contextRef="#ctx0" brushRef="#br0" timeOffset="10061.036">12217 461,'0'0,"-1"0,1 0,-1-1,1 1,-1 0,1 0,-1 0,1 0,-1 0,1 0,-1 0,0 0,1 0,-1 0,1 0,-1 0,1 0,-1 0,1 0,-1 0,1 1,-1-1,1 0,-1 0,1 1,-1-1,1 0,0 1,-1-1,1 0,-1 1,1-1,0 1,-1-1,1 1,0-1,0 1,-1-1,1 1,0-1,0 1,0-1,0 1,0-1,0 1,-1-1,1 1,0-1,0 1,1-1,-1 1,0-1,0 1,-26 158,5 39,6 96,15-279,-1-8,1 0,-1-1,2 1,-1 0,1-1,0 1,0 0,1-1,-1 1,2-1,-1 0,4 7,-5-12,0 0,1 0,-1 0,1 1,-1-1,1 0,-1-1,1 1,0 0,0 0,-1-1,1 1,0-1,0 0,0 1,-1-1,1 0,0 0,0 0,0 0,0-1,-1 1,1 0,0-1,0 1,0-1,-1 0,1 1,1-2,50-26,-25 5,-1-1,-1-1,-2-1,0-1,-2-1,-1-1,-1-1,3-9,-1 5,-16 28,-9 16,2-6,-18 50,2 2,3-1,2 2,3-1,2 1,2 1,3-1,3 1,5 28,10-17,3-14</inkml:trace>
  <inkml:trace contextRef="#ctx0" brushRef="#br0" timeOffset="10599.382">13221 635,'-27'-95,"23"72,-2 1,-1-1,0 1,-2 0,0 1,-2 0,-8-12,18 30,-1 0,0 0,-1 0,1 1,0-1,-1 1,0-1,1 1,-1 0,0 0,0 0,0 0,-1 1,1-1,0 1,0 0,-1 0,1 0,-1 0,1 1,-1-1,1 1,-1 0,1 0,-1 0,0 1,1-1,-1 1,-1 1,-7 3,1 1,-1 0,2 1,-1 0,1 1,0 0,1 0,-1 1,2 1,-1-1,2 2,-1-1,1 1,1 0,0 0,0 1,1-1,1 1,0 0,0 3,2-9,0-1,1 1,0 0,0 0,0 0,0 0,1 0,0-1,1 1,-1 0,1 0,0 0,0 0,1 0,0-1,0 1,0-1,1 1,0-1,0 0,0 0,0 0,1 0,0-1,0 1,0-1,1 0,-1 0,1-1,0 0,0 1,0-1,0-1,1 1,-1-1,1 0,0 0,3 0,0-1,0 0,1 0,-1-1,0 0,0-1,0 0,1 0,-1-1,0 0,0-1,-1 0,1 0,-1-1,1 0,-1 0,0-1,3-3,5-3,-1-1,0-1,-1 0,-1 0,0-2,-1 0,0 0,3-7,-14 19,0 3,-1 1,0-1,0 1,1-1,-1 1,0-1,1 1,-1-1,0 0,1 1,-1-1,0 0,1 1,-1-1,1 0,-1 1,1-1,-1 0,1 0,-1 1,1-1,-1 0,1 0,-1 0,1 0,-1 0,1 0,-1 0,1 0,-1 0,1 0,-1 0,1 0,-1 0,1 0,-1-1,1 1,-1 0,1 0,-1-1,1 1,-1 0,1 0,-1-1,0 1,1-1,-1 1,0 0,1-1,-1 1,0-1,1 1,-1-1,0 1,0-1,0 1,1-1,-1 1,0-1,0 1,0-1,0 1,0-1,0 1,23 139,58 222,-78-353,-1 0,1-1,-2 1,1 0,-1 0,0 0,0 0,-1 1,0-1,-1 0,0 0,0 0,-1 0,0 0,0-1,0 1,-1 0,-1-1,1 0,-1 0,0 0,-1 0,0 0,0-1,0 0,-1 0,0 0,0-1,-19 8,-1-1,1-2,-2 0,0-2,0-1,0-1,0-1,-1-2,-9 0,30-2,4 0,0-1,0 1,0 0,-1-1,1 1,0-1,-1 0,1 0,0 0,0-1,-1 1,1-1,0 0,0 0,0 0,-1 0,1 0,0-1,1 1,-1-1,0 0,0 0,1 0,-1 0,-1-2,3-13</inkml:trace>
  <inkml:trace contextRef="#ctx0" brushRef="#br0" timeOffset="11132.078">13608 515,'19'-9,"1"1,0 1,1 1,0 1,0 1,0 0,0 2,19 0,-28 1,7-2,-1 2,1 0,0 1,-1 0,1 2,0 0,-1 2,0 0,0 1,5 2,-21-6,1-1,-1 1,0 0,0 0,0 0,0 1,0-1,0 0,0 1,0 0,-1-1,1 1,0 0,-1 0,0-1,1 1,-1 1,0-1,0 0,0 0,0 0,0 0,-1 1,1-1,-1 0,1 1,-1-1,0 0,0 1,0-1,0 1,0-1,-1 0,1 1,-1-1,0 0,1 0,-1 1,0-1,0 0,0 0,-1 0,1 0,-2 1,-5 8,0-1,-1 0,0-1,-1 0,0-1,0 0,-1 0,0-1,-9 4,-41 31,60-42,-1 1,1 0,-1 0,1 0,0 0,-1 0,1 0,0 1,0-1,0 0,0 1,0-1,0 1,0-1,0 1,1-1,-1 1,1-1,-1 1,1 0,-1-1,1 1,0 0,0-1,0 1,0 0,0 0,0-1,0 1,1 0,-1-1,1 1,-1 0,1-1,0 1,-1-1,1 1,0-1,0 1,0-1,0 0,0 1,0-1,2 1,175 121,-166-114,-1 0,0 1,0 0,-1 1,-1 0,0 1,0 0,-1 0,2 6,-6-11,-2-1,1 1,-1-1,0 1,0 0,0 0,-1 0,0 0,-1 0,0 0,0 0,0 0,-1 0,0 0,0 0,-1 0,0 0,0 0,0-1,-2 4,-2-1,0 1,0-1,0 0,-1 0,-1-1,1 0,-1 0,-1-1,0 0,1-1,-2 1,1-2,-1 1,0-1,0-1,-1 0,0 0,-12 3,1-1,-1 0,0-2,-1-1,1-1,0-1,-16-1,26-1,0-1,0 0,0-1,0 0,0-1,1-1,-1 0,-2-2,-32-6,31 11</inkml:trace>
  <inkml:trace contextRef="#ctx0" brushRef="#br0" timeOffset="8476.91">8154 73,'1'841,"-3"-824,2 0,0 0,1 0,1 0,0 0,1-1,1 1,1-1,0 0,1 0,1 0,0-1,1 0,6 9,-10-21,-1 0,0 0,1 0,0-1,0 1,0-1,0 0,0 0,0 0,0 0,1-1,-1 0,0 0,1 0,-1 0,1-1,-1 0,1 0,0 0,-1 0,1-1,-1 0,1 0,-1 0,0 0,1-1,-1 1,0-1,0 0,0-1,11-5,-1 0,0-2,0 1,-1-2,0 0,-1-1,7-7,-5 2,0 0,-2 0,0-1,-1-1,0 0,-2 0,0-1,-1 0,2-14,-12 42,0 0,1-1,0 1,0 0,1 0,0 0,0 0,1 0,0 0,0-1,1 1,0 0,0-1,1 1,0-1,0 0,1 0,0 0,2 3,0-4,0 0,1 0,-1-1,1 0,1 0,-1-1,1 1,-1-2,1 1,0-1,0 0,1-1,-1 0,1 0,-1-1,1 0,-1-1,1 0,0 0,-1 0,7-2,0-1,0 1,0-2,0 0,-1-1,1 0,-1-2,0 1,-1-1,1-1,-1-1,9-8,-9 7,-1-2,0 0,-1 0,0-1,-1 0,0-1,-2 0,1-1,-2 0,2-4,-15 38,2 1,0-1,1 1,0 0,2 0,1 0,0 0,3 13,-2-28,0 1,0-1,1 0,0 0,0 0,0 0,1 0,-1-1,1 1,0-1,1 1,-1-1,1 0,0-1,0 1,0 0,0-1,1 0,-1 0,1-1,0 1,0-1,0 0,0 0,0 0,0-1,0 0,1 0,1 0,14 0,-1-1,1 0,-1-2,1 0,-1-2,0 0,0-1,0-1,-1 0,0-2,0 0,0-2,-1 0,-1-1,0 0,0-1,-2-1,1-1,-1 0,-1-1,-1-1,0 0,-1-1,9-16,5-14,-3 0,-1-1,-2-2,-3 0,-2-1,-2 0,-2-1,-3 0,-2-1,-2-5,0 32,-2 0,-1 0,-1 0,-1 0,-1 0,-1 0,-2 0,0 1,-2 0,-1 0,-1 1,-3-6,11 27,0 0,-1 0,1 0,-1 1,1-1,-1 0,0 1,0 0,0-1,0 1,-1 0,1 0,0 0,-1 0,0 1,1-1,-1 1,0-1,0 1,0 0,0 0,0 0,0 1,0-1,0 1,0-1,0 1,0 0,0 0,0 1,-1-1,1 0,0 1,0 0,0 0,0 0,1 0,-1 0,0 1,-2 1,-7 7,1 1,0 0,0 1,1 0,1 0,0 1,1 1,0-1,1 1,0 1,1-1,1 1,0 0,1 1,-9 30,2 0,2 0,2 1,2 0,3 0,1 0,2 0,2 0,3 0,1 0,3-1,1 0,2-1,3 0,1-1,2-1,2-1,17 24,57 81,-84-126</inkml:trace>
  <inkml:trace contextRef="#ctx0" brushRef="#br0" timeOffset="8725.246">8261 395,'25'0,"31"0,33 0,31 0,22-3,13-4,-21-2</inkml:trace>
  <inkml:trace contextRef="#ctx0" brushRef="#br0" timeOffset="5886.631">4811 395,'0'140,"2"-123,12-44,-12 16,-1-1,0 0,-1 1,0-1,-1 0,0 0,-1 1,0-1,-1 1,0-1,-1 1,0 0,-1 0,-2-2,4 7,0 1,-1-1,0 0,0 1,0 0,-1 0,1 0,-1 1,0-1,-1 1,1 0,-1 1,0-1,0 1,0 0,0 1,0 0,-1-1,1 2,-1-1,1 1,-1 0,0 1,0-1,-4 1,2 2,0-1,1 1,-1 0,1 1,-1 0,1 0,0 1,0 0,0 0,1 1,0 0,0 0,0 1,0 0,1 0,-2 2,-6 8,1 0,0 1,1 0,1 1,1 0,-3 9,1 1,1 0,1 1,2 1,1-1,1 1,2 0,1 0,1 1,1-1,2 1,1-1,2 0,6 25,-6-37,2-1,0 0,1 0,0-1,2 1,0-2,0 1,2-1,0-1,0 0,2-1,-1 0,2 0,0-2,0 0,1 0,0-1,1-1,0-1,0 0,1-1,0-1,0 0,1-1,0-1,-1-1,1-1,1 0,-1-1,0-1,11-2,-14-1,0 0,0-2,0 0,-1 0,1-2,-1 1,-1-2,0 0,0-1,0 0,-1 0,0-2,-1 1,0-2,-1 1,0-1,-1-1,0 0,-1 0,-1-1,0 0,-1 0,0 0,-1-1,-1 0,0 0,1-11,0 8,-5 35,-1-2,-1 4,2 0,0-1,0 1,2 0,1-1,0 1,1-1,1 0,0 0,2-1,0 1,4 5,32 16,-21-29</inkml:trace>
  <inkml:trace contextRef="#ctx0" brushRef="#br0" timeOffset="6145.024">5212 461,'-13'-4,"-10"-2,-1 5,5 9,11 10,19 12,16 6,16 7,0-3</inkml:trace>
  <inkml:trace contextRef="#ctx0" brushRef="#br0" timeOffset="6519.121">5480 1183,'18'-53,"1"-1,-3-1,-1-1,1-28,-3-118,-20 163,-4 49,9-6,0 0,1 1,-1-1,1 0,0 1,1 0,-1-1,1 1,0-1,0 1,0 0,1-1,-1 1,1-1,0 1,1-1,-1 1,1-1,0 0,0 0,0 1,0-2,1 1,-1 0,1 0,0-1,1 0,-1 1,0-1,1 0,0-1,0 1,3 1,9 2,0-1,0 0,1-2,0 0,0 0,0-2,0 0,0-1,12-2,29 3,-56-2,1 1,-1 0,0 0,1 1,-1-1,0 0,0 1,1 0,-1-1,0 1,0 0,0 0,0 0,0 0,0 0,0 1,0-1,0 1,-1-1,1 1,0 0,-1-1,0 1,1 0,-1 0,0 0,0 0,0 0,0 0,0 1,0-1,-1 0,1 0,-1 1,0-1,1 0,-1 1,0-1,-1 0,-13 238,15-235,-1 0,1 0,0 0,1 0,-1 0,1 0,0-1,0 1,1-1,-1 1,1-1,0 0,0 0,0 0,1 0,-1-1,1 1,0-1,0 0,0 0,1 0,-1-1,1 1,-1-1,1 0,0-1,0 1,0-1,2 1,105 3,-55-9</inkml:trace>
  <inkml:trace contextRef="#ctx0" brushRef="#br0" timeOffset="7336.155">6576 849,'-6'-2,"0"-1,0 1,-1 0,1 0,-1 0,0 1,1 0,-1 1,0-1,0 1,0 1,1-1,-1 1,0 0,1 1,-1 0,1 0,-1 0,1 0,0 1,0 0,0 1,0 0,1-1,-1 2,1-1,0 0,0 1,1 0,-1 0,1 1,1 1,0 0,1 0,0 0,0 1,1-1,0 0,0 1,1-1,0 1,0-1,1 1,0-1,0 1,0-1,1 0,0 0,1 1,0-2,0 1,0 0,1 0,0-1,0 0,1 0,-1 0,1-1,1 1,-1-1,1 0,0-1,0 1,0-1,0 0,6 2,0 1,-1-1,2 0,-1-1,0 0,1-1,0 0,0-1,0 0,1-1,-1-1,1 0,-1-1,0 0,1-1,-1-1,0 0,1 0,-1-2,0 0,-1 0,1-1,-1 0,0-1,0-1,-1 0,1 0,-2-1,1-1,-1 0,0 0,-1-1,0 0,-1-1,0 1,2-6,-3 1,-1 0,-1-1,0 1,-1-1,-1 0,0-1,-1 1,-1 0,-1-9,-3 1,3 25,0-1,0 0,0 1,0-1,-1 0,1 0,0 1,0-1,0 0,0 0,0 1,0-1,-1 0,1 0,0 1,0-1,0 0,-1 0,1 0,0 0,0 1,-1-1,1 0,0 0,0 0,-1 0,1 0,0 0,0 0,-1 1,1-1,0 0,-1 0,1 0,0 0,0 0,-1 0,1-1,0 1,0 0,-1 0,1 0,0 0,-1 0,1 0,0 0,0 0,-1-1,1 1,0 0,0 0,0 0,-1-1,1 1,0 0,0 0,0 0,0-1,-1 1,1 0,0 0,0-1,0 1,0 0,0-1,0 1,0 0,0 0,0-1,-5 10,2 0,-1 1,1-1,0 1,1 0,0-1,1 1,0 0,0 0,1 0,0 0,1 0,0 0,3 8,-3-12,1 0,0-1,1 1,0 0,-1-1,2 1,-1-1,1 0,-1 0,2 0,-1-1,0 0,1 1,0-1,0-1,0 1,0-1,1 0,-1 0,1 0,0-1,-1 0,1 0,0-1,1 1,-1-1,0 0,0-1,0 0,1 0,4 0,0 0,-1-1,1 0,-1-1,1 0,-1 0,1-1,-1-1,0 0,-1 0,1-1,-1 0,0-1,0 0,0 0,-1-1,4-3,-6 2,0 0,0 0,0-1,-1 0,0 0,-1 0,0 0,0-1,-1 1,0-1,-1 0,0 0,0-6,10 112,-9-90,0-1,1 1,-1-1,1 1,0-1,0 0,1 0,-1-1,1 1,0-1,0 0,1-1,-1 1,1-1,0 0,0 0,0-1,0 0,0 0,0 0,1-1,-1 0,1 0,-1 0,1-1,-1 0,1-1,3 0,4 0,0-1,-1-1,0 0,0-1,0 0,0-1,0-1,-1 0,0 0,0-1,-1-1,0 0,4-4,-5 2,0-1,0 0,-1-1,0 0,-1 0,-1-1,0 0,-1 0,0-1,-1 1,0-1,-1-1,1-6,-7 11,-7 37,1 3,2 0,1 0,1 1,2 0,1 27,1-54,0 0,0 0,1 0,-1 0,1 0,-1 0,1 0,1 0,-1 0,0 0,1 0,0-1,0 1,0-1,0 1,1-1,-1 0,1 0,0 0,0 0,0 0,0-1,1 1,-1-1,1 0,-1 0,1 0,0 0,0-1,0 0,-1 1,1-1,1-1,-1 1,3 0,19-4</inkml:trace>
  <inkml:trace contextRef="#ctx0" brushRef="#br0" timeOffset="7593.68">7753 328,'-16'-2,"-6"1,4 3,10 6,12 4,6 0</inkml:trace>
  <inkml:trace contextRef="#ctx0" brushRef="#br0" timeOffset="34858.962">2900 5288,'-23'27,"-25"32,-30 33,-29 33,-26 29,-20 22,-6 12,8-2,20-15,33-35</inkml:trace>
  <inkml:trace contextRef="#ctx0" brushRef="#br0" timeOffset="35783.602">333 5876,'0'20,"12"-27,-10 4,0 0,0 0,0 0,0-1,0 1,-1-1,0 0,0 1,0-1,0 0,0 1,-1-1,0 0,0 0,0 0,0 0,0 1,-1-1,0 0,1 0,-1 1,-1-1,1 1,-1-1,1 1,-1-1,0 1,0 0,0 0,-1 0,1 0,-1 0,0 0,0 1,1-1,-2 1,1 0,0 0,0 0,-1 0,1 1,-1-1,-1 1,-2 0,0 0,0 0,-1 1,1 0,0 0,0 1,-1 0,1 0,0 0,0 1,0 1,0-1,1 1,-1 0,0 0,1 1,0 0,-3 3,-5 2,2 2,0-1,0 2,1 0,0 0,1 1,-7 12,8-13,1 1,0 0,1 1,1-1,0 2,1-1,0 0,1 1,1 0,0 0,1 0,1 0,0 0,1 0,1 1,1-1,0 0,0 0,1 0,1-1,1 1,-1-8,1 0,0 0,0 0,0-1,1 0,0 0,0-1,0 1,1-1,-1 0,1-1,1 0,-1 0,1-1,-1 0,1 0,0 0,0-1,0 0,0-1,2 0,8 1,0 0,0-2,0 0,0-1,0-1,0 0,-1-2,1 0,5-3,-6 2,-1-2,0 0,0-1,0 0,-1-1,-1-1,0 0,0-1,-1-1,7-7,4-9</inkml:trace>
  <inkml:trace contextRef="#ctx0" brushRef="#br0" timeOffset="36038.934">613 5769,'0'-2,"0"3,3 7,0 10,2 15,1 12,-2 7,-1 7,0 3,-2-1,-1-4,1-7,-2-11</inkml:trace>
  <inkml:trace contextRef="#ctx0" brushRef="#br0" timeOffset="36383.081">935 5769,'-20'31,"-1"-1,-1-1,-2 0,-1-2,0-1,-2-1,-1-1,-2-2,-22 14,48-33,-23 21,27-23,-1-1,1 1,0 0,0-1,-1 1,1 0,0-1,0 1,0 0,0 0,0-1,0 1,0 0,0-1,0 1,0 0,0 0,0-1,0 1,1 0,-1-1,0 1,1 0,-1-1,0 1,1 0,-1-1,1 1,-1-1,1 1,-1-1,1 1,-1-1,1 1,-1-1,1 0,0 1,-1-1,1 0,0 0,-1 1,1-1,0 0,0 0,-1 0,151 46,62 29,-167-61,-29-11</inkml:trace>
  <inkml:trace contextRef="#ctx0" brushRef="#br0" timeOffset="36856.174">1269 5835,'2'26,"0"0,-2-1,-1 1,-1 0,-1-1,-2 1,0-1,-2 0,0-1,-2 0,-1 0,-5 9,-1-10,16-23,0 0,1-1,-1 1,0 0,0 0,0-1,0 1,0 0,0-1,0 1,0 0,0-1,0 1,0 0,0-1,0 1,0 0,0-1,0 1,0 0,0-1,-1 1,1 0,0-1,0 1,0 0,0 0,-1-1,1 1,0 0,0 0,-1-1,1 1,0 0,0 0,-1 0,1-1,0 1,-1 0,1 0,0 0,-1 0,1 0,0 0,-1 0,1 0,0 0,-1 0,1 0,0 0,-1 0,1 0,0 0,-1 0,1 0,0 0,0 0,-1 0,1 0,0 1,-1-1,1 0,0 0,0 0,-1 1,1-1,0 0,-1 0,2-20,1 0,0 1,1-1,2 0,0 1,2-4,4-20,-4 14,3-17,1 1,2 0,3 0,1 2,2 0,18-28,-1 29,-35 41,0 0,0 0,0 0,0 0,1 0,-1 1,0-1,0 0,0 1,1-1,-1 1,0 0,1-1,-1 1,0 0,1 0,-1-1,1 1,-1 0,0 1,1-1,-1 0,0 0,1 0,-1 1,0-1,1 1,-1-1,0 1,0 0,1-1,-1 1,0 0,0 0,0 0,1 0,3 7,0-1,0 2,0-1,-1 0,0 1,-1-1,0 1,0 0,1 9,0-3,23 99,9 95,12 51,-45-246</inkml:trace>
  <inkml:trace contextRef="#ctx0" brushRef="#br0" timeOffset="37124.189">1175 5983,'27'0,"28"-2,22-6,14-8,1-6,-16 1</inkml:trace>
  <inkml:trace contextRef="#ctx0" brushRef="#br0" timeOffset="28858.358">3274 3603,'-278'248,"177"-162,-144 127,10 12,-64 92,248-259,3 3,3 2,-23 42,65-99,-2 1,1 0,0 0,0 0,1 1,0 0,0-1,1 1,0 0,0 0,0 6,2-13,0 0,0 0,1-1,-1 1,0 0,1 0,-1-1,1 1,-1 0,1-1,-1 1,1-1,-1 1,1-1,-1 1,1-1,0 1,-1-1,1 1,0-1,0 0,-1 1,1-1,0 0,0 0,-1 0,1 0,0 1,0-1,0 0,-1 0,1 0,0-1,0 1,-1 0,1 0,0 0,0 0,-1-1,1 1,0 0,0-1,-1 1,1-1,0 1,-1-1,1 1,-1-1,1 1,-1-1,1 0,-1 1,1-1,0 0,30-24,0-5</inkml:trace>
  <inkml:trace contextRef="#ctx0" brushRef="#br0" timeOffset="30381.208">319 3951,'1'-4,"0"0,-1 0,0 0,1 0,-2 0,1-1,0 1,-1 0,1 0,-1 0,0 1,-1-1,1 0,-1 0,0 0,1 1,-2-1,1 1,0 0,-1-1,1 1,-1 0,0 1,0-1,0 0,0 1,-1 0,-1-1,1 1,-1 0,0 0,0 1,0 0,0 0,0 0,0 1,0 0,0 0,0 0,0 0,0 1,0 0,0 0,0 0,0 1,0-1,1 1,-1 0,1 1,-1-1,1 1,0 0,0 0,0 0,0 1,0-1,1 1,-1 1,-5 5,0 1,1 0,1 1,-1 0,2 0,0 1,0 0,1 0,1 0,-1 4,0 4,1 1,0 0,2 0,1 0,0 0,2 0,0 1,2-1,2 11,-4-29,0 0,0 1,0-1,0 0,1 0,-1 0,1 0,0 0,0 0,1 0,-1-1,1 1,0-1,0 0,0 0,0 0,1 0,-1 0,1-1,-1 1,1-1,0 0,0 0,0-1,0 1,0-1,1 0,-1 0,0 0,4 0,9-4,0-1,-1 0,1-1,-1-1,0 0,0-1,-1-1,0-1,0 0,-1-1,0 0,0-2,28-19,-8 4</inkml:trace>
  <inkml:trace contextRef="#ctx0" brushRef="#br0" timeOffset="33372.146">720 3803,'0'14,"0"13,0 14,0 11,0 8,0 6,0-1,0-3,-2-6,-1-10,0-12</inkml:trace>
  <inkml:trace contextRef="#ctx0" brushRef="#br0" timeOffset="33735.046">975 3803,'-8'19,"0"-1,-1-1,-1 1,-1-2,0 1,-2-2,1 1,-2-2,0 0,-1 0,0-1,-1-1,0-1,-1 0,0-1,-1-1,0-1,-9 3,22-9,5-2,1 1,-1-1,0 0,0 1,1-1,-1 0,0 1,1-1,-1 0,0 1,0-1,0 0,0 1,1-1,-1 1,0-1,0 0,0 1,0-1,0 1,0-1,0 0,0 1,0-1,0 1,0-1,0 0,0 1,0-1,-1 1,1-1,0 0,0 1,0-1,-1 1,1-1,0 0,0 1,-1-1,1 0,0 0,0 1,-1-1,1 0,-1 0,1 1,0-1,-1 0,1 0,0 0,-1 0,1 0,-1 1,1-1,0 0,-1 0,1 0,-1 0,1 0,-1 0,1 0,0 0,-1-1,1 1,-1 0,1 0,66 30,1-2,1-3,34 5,-88-25,0-1,0-1,0 0,0-1,0 0,1-2,-1 1,0-2,1 0,-1 0,0-2,14-3,-4-6</inkml:trace>
  <inkml:trace contextRef="#ctx0" brushRef="#br0" timeOffset="34351.719">1336 3844,'-9'74,"4"1,5 71,0-83,0-28,1-53,-2-38,-1 16,2 0,1 0,2 1,1-1,3 1,1 0,2 0,9-21,-15 50,1 1,0 1,0-1,1 1,0 0,1 0,0 0,0 1,0 0,2 1,-7 3,1 1,0 0,0 0,1 0,-1 0,0 0,1 1,-1 0,1-1,-1 1,1 0,0 1,-1-1,1 1,0 0,-1 0,1 0,0 0,0 0,-1 1,1 0,0 0,-1 0,1 0,-1 0,0 1,1 0,1 1,-2-1,1 1,-1 0,1 0,-1 0,0 0,0 1,-1-1,1 1,-1 0,1-1,-1 1,0 0,-1 1,1-1,-1 0,0 0,0 1,0-1,0 0,-1 1,0-1,0 1,0-1,0 1,-1-1,0 1,0-1,-1 8,-1-1,0 1,-1-1,-1 1,0-1,0-1,-1 1,0-1,-4 5,-100 91,110-106,0 0,0 0,1 0,-1-1,0 1,0 0,0 0,1 0,-1 0,0 0,0 0,0 0,1 0,-1 0,0 0,0 0,0 0,1 0,-1 0,0 1,0-1,0 0,1 0,-1 0,0 0,0 0,0 0,0 0,1 1,-1-1,0 0,0 0,0 0,0 0,0 1,0-1,1 0,-1 0,0 0,0 0,0 1,0-1,0 0,0 0,0 0,0 1,0-1,0 0,0 0,0 0,0 1,0-1,0 0,27-8,-24 7,121-29,-116 29,-1 0,0 1,0-1,0 2,0-1,1 1,-1 0,0 0,0 1,0 0,0 0,-1 0,1 1,-1 0,1 1,3 2,-7-4,0 1,0 0,0-1,0 1,0 1,-1-1,1 0,-1 0,0 1,0 0,0-1,0 1,-1 0,0 0,0 0,0 0,0 0,0 0,-1 0,0 0,0 0,0 0,0 0,0 0,-1 0,0 0,0 0,0 0,0 0,-2 3,-3 5,0 0,0-1,-1 0,0 0,-1-1,0 0,-1 0,0-1,-3 2,-21 16,0-1,-2-1,-1-2,-1-2,-1-2,0-1,-3-1,3-4,10-6</inkml:trace>
  <inkml:trace contextRef="#ctx0" brushRef="#br0" timeOffset="17643.037">19971 4232,'0'158,"19"135,69 292,-62-454,-6 0,0 85,6 140,-24 158,-15-263,-9-120,19-112,0 0,2 0,0 0,1 0,1 0,1 2,-2-19,1 0,-1 0,1 0,0 0,0 0,0 0,0 0,0 0,0-1,0 1,0 0,1-1,-1 1,1-1,-1 1,1-1,0 1,-1-1,1 0,0 0,0 0,0 0,0 0,0-1,0 1,0-1,0 1,0-1,0 0,0 1,2-1,24 8,-14-3,0-1,1-1,0 0,0-1,-1-1,1 0,0-1,0 0,0-2,0 1,0-2,0 0,-1-1,9-3,86-13,25 18,1 5,-1 6,19 8,-21-3,106 3,1-10,7-11,884-7,28 0,-31-19,409 6,-349 24,-1186 1,0-1,0 1,0-1,0 0,1 1,-1-1,0 0,0 0,0 0,1 0,-1 0,0 0,0 0,0 0,1 0,-1 0,0-1,0 1,0 0,0-1,0 1,0-1,0 0,0 1,0-1,0 0,0 1,0-1,0 0,0 0,0 0,-1 0,1 0,0 0,-1 0,1 0,-1 0,1 0,-1 0,0 0,1 0,-1-1,0 1,0 0,1 0,-1 0,0-1,0 1,-1 0,1 0,0-1,-15-16,-6-2</inkml:trace>
  <inkml:trace contextRef="#ctx0" brushRef="#br0" timeOffset="21222.148">20025 4339,'-3'-1,"1"0,0 0,0-1,0 1,0 0,1-1,-1 1,0-1,1 0,-1 1,1-1,-1 0,1 0,0 0,0 0,0 0,0 0,0-1,0 1,0 0,1 0,-1-1,1 1,0 0,0-1,0 1,0-2,-6-44,3-1,1 0,4-20,-1 4,0-1150,-1 1213,0-1,0 1,0 0,0 0,0 0,0-1,0 1,1 0,0 0,-1 0,1 0,0 0,0 0,0 0,0 0,0 0,0 0,1 0,-1 1,1-1,-1 1,1-1,-1 1,1-1,0 1,0 0,0 0,0 0,0 0,0 0,0 0,43-14,1 3,0 1,0 3,1 1,0 3,0 1,0 3,40 5,4-4,812-1,-154-42,185 30,-630 13,1079 7,-480 14,504 69,-502-39,-549-78,-72 15,-137 0,102 6,-248 5,1 0,-1 0,1 0,-1 0,1 0,-1 0,1 1,-1-1,1 1,-1-1,1 1,-1-1,1 1,-1 0,0 0,1-1,-1 1,0 0,0 0,0 0,1 1,-1-1,0 0,-1 0,1 1,0-1,0 0,0 1,-1-1,1 1,-1-1,1 1,-1-1,0 1,1-1,-1 1,0-1,0 1,0-1,0 1,0-1,-1 1,1 0,5 266,25-58,-10-82,-5 0,-5 33,-10-40,11 205,17 214,-11-348,-7 46,-19 46,3 183,-8-237,15 313,-15-370,11-156,-1 0,-1 0,0-1,-1 0,-1 0,0 0,-1-1,-5 6,-12 27,20-37,-1 0,0 0,0-1,-1 0,0 0,-1-1,-1 1,1-2,-1 1,-5 2,8-8,0-1,0 0,-1 0,1 0,-1-1,1 0,-1 0,0-1,1 0,-1 0,0 0,1-1,-2 0,-18 0,-458-24,-24 1,298 10</inkml:trace>
  <inkml:trace contextRef="#ctx0" brushRef="#br0" timeOffset="22245.865">20065 3831,'49'21,"170"55,-141-53,-36-10,-10-5,-1 2,0 2,0 0,-2 2,22 13,-49-26,1 0,-1 1,1-1,-1 1,1-1,-1 1,0 0,0 0,0 0,0 0,0 0,0 0,-1 0,1 1,-1-1,0 1,1-1,-1 1,0-1,0 1,-1 0,1-1,-1 1,1 0,-1 0,0 0,0-1,0 1,0 0,0 0,-1 0,1-1,-1 1,0 0,-4 4,0 0,-1 0,1 0,-1-1,-1 0,1 0,-1-1,0 0,-1 0,-1 1,-58 33,-2-3,-2-3,-1-3,-9 0,-18 2,70-25</inkml:trace>
  <inkml:trace contextRef="#ctx0" brushRef="#br0" timeOffset="23801.678">21335 3844,'0'1,"-2"7,-7-22,5 9,-1 0,0 0,0 1,-1-1,1 1,-1 0,0 1,0-1,-1 1,1 0,0 1,-1-1,0 2,1-1,-1 0,0 1,0 1,0-1,0 1,0 0,0 1,0-1,0 1,0 1,1-1,-1 1,0 1,1-1,0 1,-1 0,1 0,0 1,0 0,1 0,-1 0,1 1,0 0,-3 4,-2 2,1 0,0 1,1 0,0 0,1 1,0 0,1 0,1 1,0 0,1 0,0 0,1 0,1 0,0 4,1-9,1 0,0 0,0 1,1-1,0 0,1-1,0 1,0 0,1 0,0-1,0 1,1-1,0 0,1 0,0-1,0 1,0-1,1 0,0 0,1-1,-1 0,1 0,3 1,3 2,1-2,1 0,-1 0,1-1,1-1,-1 0,1-2,-1 1,1-2,0 0,0-1,0 0,0-2,0 0,0 0,0-2,0 0,-1-1,1 0,6-4,35-24,-38 16</inkml:trace>
  <inkml:trace contextRef="#ctx0" brushRef="#br0" timeOffset="24102.648">21696 3831,'0'2,"0"8,0 8,0 14,0 9,0 8,0 6,-2 1,-4-3,0-5,1-6,1-9,4-9,8-11,3-8</inkml:trace>
  <inkml:trace contextRef="#ctx0" brushRef="#br0" timeOffset="24431.731">22030 3897,'-35'22,"-177"151,207-170,3-2,-1 0,1 1,0-1,-1 0,1 1,0-1,0 1,0-1,1 1,-1 0,0 0,1 0,-1 0,1 0,-1 0,1 1,0-1,0 0,0 1,0-1,0 1,1-1,-1 1,1-1,0 1,0-1,-1 1,2-1,-1 1,0-1,0 1,1-1,0 1,-1-1,6 5,1-1,0-1,-1 0,2 0,-1 0,0 0,1-1,0-1,0 1,0-1,1-1,-1 1,0-2,4 1,52 10,1-3,1-3,58-2,-84-3</inkml:trace>
  <inkml:trace contextRef="#ctx0" brushRef="#br0" timeOffset="24910.576">22498 3938,'-149'287,"248"-503,-74 155,63-150,-88 210,0 0,0 0,0 0,0 0,0 0,0 0,0 0,0 0,0 0,1 0,-1 0,0 0,1 0,-1 0,1 0,-1 0,1 0,-1 0,1 1,-1-1,1 0,0 0,0 1,-1-1,1 0,0 1,0-1,0 1,0-1,0 1,0-1,-1 1,1 0,0-1,0 1,0 0,0 0,0 0,0 0,1 0,-1 0,0 0,0 0,0 0,0 0,0 1,0-1,0 0,-1 1,1-1,0 0,0 1,0 0,0-1,56 118,-39-74,-2-6,14 27,-3 1,-3 0,-3 2,-3 1,5 43,-22-105,0-4,-1 0,1-1,-1 1,1 0,-1-1,0 1,0 0,-1 0,1-1,0 1,-1 0,0-1,1 1,-1 0,0-1,0 1,-1 0,-5 1</inkml:trace>
  <inkml:trace contextRef="#ctx0" brushRef="#br0" timeOffset="25175.923">22351 4058,'20'2,"26"1,22 0,21-1,13 0,2-1,-6-1,-21 1</inkml:trace>
  <inkml:trace contextRef="#ctx0" brushRef="#br0" timeOffset="25920.033">20211 5662,'58'12,"-2"3,0 2,5 5,-57-20,38 12,0 2,-1 2,-1 1,-1 2,-1 2,2 4,-36-25,1 1,-1-1,0 1,0 0,0 1,0-1,0 1,0-1,-1 1,0 1,0-1,0 0,0 1,-1-1,0 1,0 0,0-1,0 1,-1 0,0 0,0 0,0 1,-1-1,1 0,-1 0,-1 0,1 0,-1 1,1-1,-1 0,-1 0,1 0,-2 2,-5 3,-1-1,0 1,-1-1,0-1,-1 0,1 0,-2-1,1-1,-1 0,1 0,-2-1,-2 0,-55 23,-2-4,-1-4,-1-2,60-15,13-3</inkml:trace>
  <inkml:trace contextRef="#ctx0" brushRef="#br0" timeOffset="26346.716">21442 5742,'-3'-1,"1"0,-1-1,0 0,0 0,1 0,-1 0,1 0,0 0,0-1,0 1,0-1,0 1,0-1,1 0,-1 0,1 0,0 0,0 0,-1-2,1 1,0 1,-1-1,0 0,0 1,0 0,0-1,0 1,0 0,-1 0,0 0,1 0,-1 0,0 1,-3-2,-3 0,1 1,-1 0,0 1,-1-1,1 2,0 0,0 0,-1 0,1 1,0 1,-1-1,1 2,0-1,0 1,0 0,0 1,0 0,0 1,1 0,-1 0,1 1,0 0,1 0,-1 1,1 0,0 0,0 1,1-1,-3 6,-1-1,2 1,0 0,0 0,1 1,0-1,1 2,1-1,0 1,1 0,0 0,-1 13,4-20,0 1,0-1,1 1,0-1,1 1,0-1,0 0,0 1,1-1,0 0,0 0,1 0,0 0,0 0,1-1,-1 1,1-1,1 0,-1 0,1-1,0 1,1-1,4 4,9 2,1 0,0-2,0 0,1-1,0-2,0 0,0-1,1-1,0-1,0 0,0-2,17-2,-15 3,-1-2,1-1,-1 0,1-2,-1-1,0 0,0-2,0-1,-1-1,0 0,-1-2,0 0,17-12,-3-7</inkml:trace>
  <inkml:trace contextRef="#ctx0" brushRef="#br0" timeOffset="26597.459">21776 5675,'-2'0,"-1"7,2 11,2 12,2 12,1 10,3 8,-1 3,-1-1,1-1,2-7,1-10,2-12,4-13,-2-8</inkml:trace>
  <inkml:trace contextRef="#ctx0" brushRef="#br0" timeOffset="26869.808">22164 5595,'-208'147,"124"-93,77-49,4-4,0 0,0 1,0-1,0 1,0-1,0 1,1 0,-1 0,1 0,-1 0,1 1,0-1,0 1,0-1,0 1,0 0,1 0,-1 0,1 0,0 0,0 0,0 0,0 0,0 1,1-1,-1 0,1 0,0 1,0 0,5 2,-1 0,1 0,0-1,0 0,1 0,0 0,0-1,0 0,0 0,1 0,-1-1,1 0,7 2,-9-3,52 20,2-2,0-3,2-2,-1-4,2-1,31-2,-21-3,-51-4</inkml:trace>
  <inkml:trace contextRef="#ctx0" brushRef="#br0" timeOffset="27526.293">22685 5742,'-12'36,"1"0,1 1,2 0,-3 37,8-54,-16 113,13-166,8-310,-2 341,-1-9,1 1,0 0,1-1,0 1,0 0,1-1,0 1,1 0,0 0,1 1,0-1,1 1,-1 0,2 0,-1 0,1 0,1 1,0 0,0 1,3-3,7 2,0 2,1 0,0 1,0 0,0 1,0 2,1 0,-1 0,1 2,15 1,-22-1,-1-1,1 2,-1-1,0 2,1-1,-1 2,0-1,0 2,0-1,-1 1,1 1,-1 0,8 5,-17-9,0 1,0-1,1 0,-1 1,0-1,0 0,0 1,0 0,-1-1,1 1,0-1,-1 1,1 0,-1 0,0-1,1 1,-1 0,0 0,0-1,0 1,0 0,0 0,-1-1,1 1,0 0,-1 0,1-1,-1 1,0 0,0-1,1 1,-1-1,0 1,-2 1,-43 45,15-26,0-1,-2-2,0-1,-1-1,-7 0,24-9,-3 2,20-10,-1 1,1-1,0 0,0 1,0-1,0 0,0 1,-1-1,1 0,0 0,0 1,0-1,0 0,0 1,0-1,0 0,0 1,0-1,0 0,1 1,-1-1,0 0,0 1,0-1,0 0,0 1,1-1,-1 0,0 0,0 1,0-1,1 0,-1 0,0 1,0-1,1 0,-1 0,0 0,1 0,-1 1,0-1,0 0,1 0,-1 0,0 0,1 0,-1 0,0 0,1 0,-1 0,0 0,1 0,-1 0,0 0,1 0,-1 0,0 0,1 0,-1 0,0-1,1 1,-1 0,0 0,0 0,1 0,-1-1,0 1,0 0,1 0,-1 0,54 3,-31-2,1 0,-1 2,0 0,0 2,0 0,0 2,-12-3,0 0,0 0,0 1,0 1,-1 0,0 0,0 1,-1 0,0 1,0 0,-1 0,0 1,0 0,-1 0,0 1,0 0,2 7,-8-13,0-1,0 0,0 1,-1-1,1 1,-1-1,0 1,0-1,0 1,-1-1,1 1,-1-1,0 0,0 1,0-1,0 0,-1 0,1 0,-1 0,0 0,0 0,0 0,0 0,0-1,-1 1,1-1,-2 1,-81 50,57-41,0-1,-1-2,-1 0,1-2,-1-1,0-2,-1-1,1-1,-1-1,-2-2,-16-8,11-2</inkml:trace>
  <inkml:trace contextRef="#ctx0" brushRef="#br0" timeOffset="39787.365">17137 3897,'46'16,"43"-4,1-4,0-3,3-5,46 3,460 41,91 2,-201-40,-375 20,-84-18,-25-8</inkml:trace>
  <inkml:trace contextRef="#ctx0" brushRef="#br0" timeOffset="40484.89">19396 4058,'2'0,"4"0,4 0,8 0,8 0,8 0,8 0,8 0,4 0,3 0,-2 0,-6 0,-9 0,-9 0,-16 0,-11 0</inkml:trace>
  <inkml:trace contextRef="#ctx0" brushRef="#br0" timeOffset="42084.309">17217 6090,'128'10,"117"-6,-162-4,1100-23,-202 18,-947-5,-28 2</inkml:trace>
  <inkml:trace contextRef="#ctx0" brushRef="#br0" timeOffset="43220.957">23875 6290,'-9'1,"1"-1,0 1,-1 1,1 0,0 0,0 1,0-1,0 2,1-1,-1 1,1 0,0 1,0 0,1 0,-1 0,1 1,0 0,1 0,-1 1,1-1,0 1,1 0,0 1,0-1,-7 13,2 1,0 0,2 0,0 1,1 0,1 0,2 0,-1 9,5 18,-1-48,0 0,1 0,-1 0,0 0,1 1,-1-1,1 0,-1 0,1-1,-1 1,1 0,0 0,0 0,-1 0,1 0,0-1,0 1,0 0,0-1,0 1,0-1,0 1,0-1,0 1,0-1,0 0,0 1,0-1,0 0,0 0,1 0,-1 0,0 0,0 0,0 0,0 0,0-1,0 1,0 0,1-1,12-4,-1 0,0-1,0-1,-1 0,0-1,0 0,-1-1,5-4,-5 4,22-16,-2 0,-1-3,0 0,-3-2,0-1,-2-1,-1-1,-2-1,-1-1,-2-1,-1-1,-2-1,-2 0,9-38,-20 63,-1 0,-1-1,0 1,-1-1,-1 0,0 1,0-1,-1 1,-1 0,-3-8,5 16,-1 0,0 0,0 0,-1 0,0 0,1 1,-1-1,-1 1,1 0,-1 0,0 0,0 0,0 1,0-1,0 1,-1 0,0 1,1-1,-1 1,0 0,0 0,0 0,-1 1,1 0,0 0,-1 0,-2 0,3 1,0 0,-1 0,1 1,-1-1,1 1,0 0,0 1,-1-1,1 1,0 0,1 0,-1 1,0 0,0-1,1 1,0 1,0-1,0 1,0 0,0-1,1 2,-1-1,1 0,0 1,0 0,-3 7,0 0,1 0,0 0,0 0,2 1,0-1,0 1,1 0,1 0,0 1,1 33,3 0,1 0,3 0,2 0,2 2,14 80,-18-91,-1 1,-3 0,-1 0,-1 1,-3-1,-1 0,-7 33,4-52</inkml:trace>
  <inkml:trace contextRef="#ctx0" brushRef="#br0" timeOffset="43643.057">24222 6490,'-101'203,"87"-158,14-45,0 0,0 1,0-1,1 0,-1 0,0 1,0-1,0 0,1 1,-1-1,0 0,1 0,-1 1,0-1,0 0,1 0,-1 0,0 0,1 0,-1 1,0-1,1 0,-1 0,1 0,-1 0,0 0,1 0,-1 0,0 0,1 0,-1 0,0 0,1 0,-1 0,0-1,1 1,-1 0,0 0,1 0,-1 0,0-1,1 1,-1 0,0 0,0-1,1 1,-1 0,0 0,0-1,1 1,-1 0,0-1,0 1,0 0,0-1,0 1,1 0,-1-1,17-17,-1 0,0-1,-2-1,0 0,2-7,-4 8,136-221,-130 217,-17 23,-1 0,0-1,0 1,1 0,-1 0,0-1,1 1,-1 0,0 0,1-1,-1 1,0 0,1 0,-1 0,0 0,1 0,-1 0,1-1,-1 1,0 0,1 0,-1 0,1 0,-1 0,0 0,1 1,-1-1,1 0,-1 0,0 0,1 0,-1 0,0 1,1-1,-1 0,0 0,1 0,-1 1,0-1,1 0,-1 1,0-1,0 0,1 1,-1-1,0 0,0 1,0-1,0 0,1 1,-1-1,0 0,0 1,0-1,0 1,0-1,0 0,0 1,0-1,0 1,0-1,0 0,0 1,0 0,-7 132,1-83,-3 39,4 1,5 64,3-121</inkml:trace>
  <inkml:trace contextRef="#ctx0" brushRef="#br0" timeOffset="43916.323">24222 6584,'25'-2,"22"-3,17-1,10-2,5-3,-11-1</inkml:trace>
  <inkml:trace contextRef="#ctx0" brushRef="#br0" timeOffset="44346.174">25185 6022,'-10'0,"0"0,0 0,-1 1,1 0,0 1,0 0,0 0,0 1,0 1,1-1,-1 2,1-1,0 1,0 1,1 0,-1 0,-7 11,0 1,1 0,1 1,1 1,0 0,2 1,0 0,2 1,0 0,1 0,1 1,2 0,-3 17,4-27,1-1,0 0,1 1,0 0,1-1,1 1,0 0,1-1,0 1,1 0,0-1,1 1,0-1,1 0,0 0,2 2,-4-11,0 0,1-1,-1 1,1 0,0-1,0 1,0-1,0 0,0 0,0 0,1 0,-1-1,0 1,1-1,-1 0,1 0,0 0,-1-1,1 1,0-1,0 0,-1 0,1 0,0 0,0-1,-1 1,2-1,93-40,-65 18,-2-1,0-2,-2 0,-1-2,-1-2,-1 0,-2-2,-1 0,-2-2,-1 0,-1-1,-2-1,-2-1,-2-1,-1 1,5-28,-11 46,-1-1,0 0,-2 0,0 0,-1-1,-2 1,0 0,0-1,-2 1,-1 0,0 0,-2 0,0 0,-1 1,-3-4,6 18,-1 0,1 0,-1 0,0 0,-1 1,1-1,-1 1,0 0,0 1,0-1,-1 1,1 0,-1 1,1-1,-1 1,0 0,0 0,0 1,0 0,0 0,-1 0,1 1,0 0,0 0,-1 0,1 1,0 0,0 1,0-1,0 1,0 0,0 0,1 1,-1 0,1 0,-1 0,1 0,0 1,0 0,1 0,-1 1,-1 2,-5 6,1 0,1 1,0 0,0 0,2 1,0 0,0 1,2-1,0 1,1 0,0 1,1-1,1 1,1-1,0 1,1 0,1-1,1 1,0-1,1 1,0-1,2 0,0 0,3 6,89 203,-70-172,-3 1,-2 1,-2 1,9 48,-22-13,-7-82</inkml:trace>
  <inkml:trace contextRef="#ctx0" brushRef="#br0" timeOffset="45002.42">25533 6477,'-10'16,"1"0,1 1,0 0,1 0,1 0,1 1,1 0,0 0,-1 19,4-37,1 0,0 1,-1-1,1 0,-1 1,1-1,0 1,0-1,-1 1,1-1,0 1,0-1,0 1,-1-1,1 1,0-1,0 1,0 0,0-1,0 1,0-1,0 1,0-1,0 1,1-1,-1 1,0-1,0 1,0-1,1 1,-1-1,0 1,0-1,1 1,-1-1,0 1,1-1,-1 0,1 1,-1-1,0 0,1 1,-1-1,1 0,-1 0,1 1,-1-1,1 0,-1 0,1 0,-1 0,1 1,0-1,-1 0,1 0,-1 0,1 0,-1 0,1-1,-1 1,1 0,-1 0,1 0,-1 0,1 0,-1-1,1 1,-1 0,1-1,7-9,-1-1,0 0,0 0,-1-1,0 1,-1-1,-1-1,0 0,5-11,8-22,-11 27,0 1,1 0,1 1,1 0,0 0,1 1,9-11,-17 25,1-1,0 0,0 1,0 0,1 0,-1 0,0 0,1 1,-1-1,1 1,0 0,-1 0,1 0,0 0,0 1,-1-1,1 1,0 0,0 1,0-1,-1 0,1 1,0 0,0 0,-1 0,1 0,2 2,0 0,1 0,0 0,-1 1,1-1,-1 2,0-1,-1 1,1 0,-1 0,0 0,0 1,0 0,3 6,-7-9,1-1,-1 1,0 0,0 0,0 1,-1-1,1 0,-1 0,1 0,-1 0,0 1,0-1,-1 0,1 0,-1 0,0 0,1 0,-1 1,0-1,-1-1,1 1,-1 0,1 0,-1 0,0-1,0 1,0-1,0 1,0-1,-1 0,1 0,-2 1,-91 52,81-49,52 0,-25-4,1 0,-1 1,0 1,0 0,-1 1,1 1,-1 0,3 2,-10-6,-1 1,0-1,0 1,0 0,0 1,0-1,-1 1,1-1,-1 1,0 0,0 0,0 1,-1-1,1 0,-1 1,0 0,-1-1,1 1,-1 0,0 0,0 0,0 0,-1 3,-1-3,-1-1,1 0,-1 0,0 0,-1-1,1 1,-1 0,0-1,0 1,0-1,0 0,0 0,-1 0,1-1,-1 1,0-1,1 0,-1 0,-1 0,1 0,0-1,0 0,0 0,-4 1,-27 8,-1-1,-1-1,1-2,-1-2,0-1,0-2,-1-2,0-3,37 4,0 0,1 0,-1 0,0 0,1 0,-1 0,0-1,1 1,-1 0,0 0,1-1,-1 1,0 0,1-1,-1 1,1 0,-1-1,1 1,-1-1,1 1,-1-1,1 1,-1-1,1 0,0 1,-1-1,1 1,0-1,0 0,-1 1,1-1,0 0,0 1,0-1,0 0,0 1,0-1,0 0,0 1,0-1,0 0,0 1,0-1,1 0,-1 1,0-1,1 0,6-10</inkml:trace>
  <inkml:trace contextRef="#ctx0" brushRef="#br0" timeOffset="46028.405">26829 5902,'-14'2,"0"0,-1 0,1 1,0 1,1 1,-1 0,1 0,-1 2,2-1,-1 2,1 0,0 0,1 1,0 0,0 1,1 1,0-1,1 2,0-1,1 1,0 0,1 1,1 0,0 0,0 1,-5 7,1-1,0 1,2 1,0 0,2 0,1 0,0 1,2 0,0-1,1 12,2-29,1 0,0 0,0 0,0 0,0 0,1 0,-1 0,1-1,0 1,1-1,-1 1,1-1,0 0,0 0,0 0,1 0,-1-1,1 0,0 1,0-1,0 0,0-1,1 1,-1-1,1 0,0 0,-1 0,1-1,0 1,0-1,0-1,2 1,5 0,-1 0,1-1,0-1,-1 0,1-1,-1 0,1 0,-1-1,0-1,0 0,0-1,0 0,-1 0,0-1,0 0,-1-1,2-1,9-8,-1-1,-1-1,-1 0,0-1,-1-1,-1-1,4-9,7-14,-3-1,-1-1,-3 0,-2-2,-1 0,-3-1,-2-1,-2 1,-3-1,1-37,-6 77,-1-1,1 1,-2-1,1 1,-1 0,-1-1,0 1,-1 0,0 0,0 0,-1 0,-3-6,5 14,0 0,0 0,0 0,0 1,-1-1,1 1,0-1,-1 1,1 0,-1 0,1 0,-1 0,1 0,-1 1,0-1,1 1,-1 0,0 0,0 0,1 0,-1 0,0 0,1 1,-1-1,0 1,1 0,-1 0,1 0,-1 0,1 0,-1 1,1-1,0 1,0-1,0 1,0 0,0 0,0 0,0 0,1 0,-1 0,0 1,1-1,-1 1,-12 19,0 0,1 1,1 0,1 1,1 1,2-1,0 1,2 1,-3 21,-3 19,3 0,3 1,3 0,3 0,4 16,-3-63,1 1,1-1,0 0,2 0,0 0,1 0,1-1,1 0,1-1,0 0,2 0,11 16,9-9,-18-20</inkml:trace>
  <inkml:trace contextRef="#ctx0" brushRef="#br0" timeOffset="46337.758">27471 6410,'-11'-6,"-1"0,0 1,0 0,0 1,-1 0,0 1,0 0,1 1,-1 1,0 0,-8 0,14 2,1-1,0 1,-1 0,1 0,0 1,-1-1,1 2,0-1,1 1,-1-1,0 2,1-1,-1 1,1-1,0 1,0 1,1-1,-1 1,1 0,0 0,0 0,1 0,-1 1,1 0,1-2,0 0,0 1,0-1,1 0,0 0,0 1,0-1,0 1,0-1,1 1,0 0,0-1,0 1,1-1,0 1,0-1,0 1,0-1,0 0,1 0,0 1,0-1,0 0,0 0,1-1,0 1,-1 0,2-1,-1 0,0 0,0 0,1 0,2 2,11 4,0 0,1-1,0-1,1 0,-1-2,1 0,0-1,1-1,-1-1,1 0,-1-2,17-1,136-15,-97 1</inkml:trace>
  <inkml:trace contextRef="#ctx0" brushRef="#br0" timeOffset="46995.717">28407 5876,'-9'-5,"1"0,-1 1,-1 0,1 1,0 0,-1 0,0 1,1 0,-1 1,0 0,0 0,0 1,0 1,0 0,0 0,0 0,1 2,-1-1,1 1,-1 0,1 1,0 0,0 1,1 0,-1 0,-5 5,-4 5,1 0,0 0,1 2,1 0,0 1,1 0,2 1,0 1,0 0,2 0,1 1,0 1,2-1,0 1,2 1,0-1,0 15,4-27,0 0,1 1,0-1,1 0,0 0,1 0,0-1,0 1,1 0,3 5,-5-11,1 0,0-1,0 1,0-1,1 1,-1-1,1 0,0 0,0 0,0 0,0-1,0 1,0-1,1 0,-1 0,1 0,0 0,0-1,-1 1,1-1,0 0,0 0,0 0,0-1,0 0,4 1,3-4,0 1,0-2,-1 1,1-1,-1-1,0 0,0-1,-1 1,0-2,0 1,0-1,-1-1,0 0,0 0,-1 0,0-1,0 0,-1 0,-1-1,3-5,21-36,-2-1,-2-1,-3-1,-3-1,-1-1,-3 0,0-18,-8 43,-2-1,-1 0,-1 0,-2-30,0 59,-1 0,0 0,0-1,0 1,0 0,-1 0,1 0,-1-1,0 1,0 0,0 0,0 0,-1 0,1 0,-1 1,1-1,-1 0,0 1,0-1,0 1,-1 0,1-1,-1 1,1 0,-1 1,1-1,-1 0,0 1,0-1,0 1,0 0,0 0,0 0,0 1,-1-1,1 1,0-1,0 1,0 0,-1 0,1 1,0-1,-2 1,-4 4,1 1,0-1,1 1,-1 1,1 0,0 0,1 0,0 1,0 0,0 0,1 0,0 1,1-1,0 1,0 1,1-1,0 0,1 1,0-1,1 1,-1 5,-2 24,2 0,2 0,1 0,2-1,2 1,1 0,2-1,2 0,14 35,15 78,-31-115,-2 1,-2 1,-2-1,-1 3,-1-23</inkml:trace>
  <inkml:trace contextRef="#ctx0" brushRef="#br0" timeOffset="47220.119">28607 6290,'-4'16,"-2"12,0 10,1 6,2 2,1 0,1-3,1-7,0-9</inkml:trace>
  <inkml:trace contextRef="#ctx0" brushRef="#br0" timeOffset="47492.514">28607 6250,'9'0,"8"4,7 9,7 11,3 8,2 8,-3 4,-2 2,-7-4,-7-3,-6-4,-13-6,-14-5,-16-5,-19-6,-16-4,-13-5,7-2</inkml:trace>
  <inkml:trace contextRef="#ctx0" brushRef="#br0" timeOffset="48735.479">24583 4017,'-1'7,"1"-1,0 1,0-1,1 0,-1 1,1-1,1 0,-1 0,1 0,0 0,0 0,1 0,0 0,0-1,0 1,1-1,0 0,0 0,0 0,0-1,1 1,0-1,0 0,0 0,0-1,0 0,1 0,4 2,8-1,1-1,1-1,-1 0,0-2,0 0,0-1,1-1,-1 0,-1-2,1 0,17-7,175-58,-211 69,0 0,0 1,0-1,0 0,0 1,0-1,0 0,0 1,0-1,0 0,0 1,0-1,0 0,0 0,0 1,0-1,0 0,0 1,1-1,-1 0,0 0,0 1,0-1,0 0,1 0,-1 1,0-1,0 0,1 0,-1 0,0 1,0-1,1 0,-1 0,0 0,1 0,-1 0,0 0,0 1,1-1,-1 0,0 0,1 0,-1 0,0 0,1 0,-1 0,0 0,-26 36,0 3,3 0,-11 26,7 6,4 2,3 1,3 0,3 1,2 16,-4 12,14-88,-1 8,-1 0,-1 0,-1-1,-1 0,-1 0,-4 6,2-10</inkml:trace>
  <inkml:trace contextRef="#ctx0" brushRef="#br0" timeOffset="49332.037">24664 4633,'0'0,"1"0,-1 0,0 0,1 0,-1 0,1 0,-1 0,0 0,1 0,-1 0,0 0,1 0,-1-1,1 1,-1 0,0 0,1 0,-1 0,0-1,1 1,-1 0,0 0,0-1,1 1,-1 0,0-1,0 1,1 0,-1-1,0 1,0 0,0-1,0 1,0 0,1-1,-1 1,0 0,0-1,0 1,0-1,0 1,0 0,0-1,0 1,0-1,0 1,-1 0,1-1,0 1,0 0,0-1,0 1,-1 0,1-1,0 1,0 0,0-1,-1 1,1 0,0 0,-1-1,1 1,0 0,-1 0,1-1,158-19,-77 11,-1-4,-1-3,0-3,-2-4,58-25,-126 45,1-1,-1 0,0-1,0 0,-1 0,1-1,-1 0,0-1,-1 0,0 0,0 0,0-1,-1 0,0 0,0-1,-1 1,0-1,-1-1,0 1,-1 0,1-1,-2 0,1 0,-2 0,1 0,-1-9,-20-70,19 90,0-1,-1 1,1-1,0 0,-1 1,1-1,0 0,-1 1,1-1,-1 0,1 0,0 1,-1-1,1 0,-1 0,1 0,-1 0,1 1,0-1,-1 0,1 0,-1 0,1 0,-1 0,1 0,-1 0,1 0,-1 0,1-1,-1 1,1 0,-1 0,1 0,0 0,-1-1,1 1,-1 0,1 0,0-1,-1 1,1 0,0-1,-1 1,1 0,0-1,-1 1,1-1,0 1,0 0,0-1,-1 1,1-1,0 1,0-1,0 1,0-1,0 1,0-1,0 1,0 0,0-1,0 1,0-1,0 1,0-1,0 1,0-1,-10 41,9-40,-90 413,52-249,38-163,0 1,1 0,-1-1,1 1,-1 0,1 0,0-1,-1 1,1 0,0 0,0-1,0 1,1 0,-1 0,0 0,1-1,-1 1,1 0,-1-1,1 1,0 0,0-1,0 1,0-1,0 1,0-1,0 0,0 1,1-1,-1 0,0 0,1 0,-1 0,1 0,-1 0,1 0,0-1,-1 1,3 0,4-3,0 0,0-1,0 0,0 0,-1-1,1 0,-1 0,0-1,0 0,0 0,-1 0,0-1,0-1,-1 3,35-32,-3-3,-1-1,-2-1,21-35,-22 36,-31 48,-39 124,19-71,3 2,2-1,3 2,3 0,1 57,11-72,3-12</inkml:trace>
  <inkml:trace contextRef="#ctx0" brushRef="#br0" timeOffset="49762.336">26228 4258,'0'-8,"-1"1,0-1,-1 0,0 1,0 0,0-1,-1 1,0 0,0 0,-1 0,0 1,0-1,-1 1,0 0,0 0,0 1,-1-1,0 1,0 0,0 1,0 0,-1 0,0 0,1 0,-1 1,-1 1,1-1,0 1,-8-1,6 2,1 1,0 1,-1-1,1 1,0 1,0 0,0 0,0 0,0 1,0 0,1 1,-1 0,1 0,0 0,0 1,0 0,1 0,0 1,0 0,-1 2,-2 1,1 0,1 1,0 0,0 0,1 1,0 0,1 0,0 0,1 0,0 1,1 0,0 0,0 6,3-12,0 1,0-1,1 0,-1 0,1 0,1 0,-1 0,1 0,0 0,0 0,1 0,0-1,0 1,0-1,0 0,1 0,0 0,0-1,1 1,-1-1,1 0,0 0,0 0,0-1,0 0,1 0,-1 0,1-1,0 1,0-2,0 1,0 0,0-1,0 0,0-1,0 1,2-1,7 0,-1-1,0 0,0-1,1-1,-1 0,-1-1,1 0,0-1,-1 0,0-1,0-1,-1 0,0-1,0 0,-1-1,0 0,0-1,-1 0,0-1,-1 0,0 0,-1-1,1-2,-6 8,7-11,-4 21,-37 221,13-117,-5-1,-4 0,-14 24,27-90</inkml:trace>
  <inkml:trace contextRef="#ctx0" brushRef="#br0" timeOffset="50197.309">26589 4232,'18'-11,"1"1,0 1,0 0,1 2,0 0,0 1,0 1,1 1,0 1,0 1,0 1,0 0,1 2,-18-2,1 1,-1 0,1 0,-1 0,1 0,-1 0,0 1,1 0,-1 0,0 0,0 1,1-1,-1 1,0 0,-1 0,1 1,0-1,-1 1,1-1,-1 1,0 0,1 1,-2-1,1 0,0 1,-1 0,1-1,-1 1,0 0,-1 0,1 0,-1 1,1-1,-1 0,0 1,-1-1,1 1,-5 9,-1 0,0 0,0-1,-2 1,1-1,-2 0,0-1,0 0,-1 0,-1-1,0 0,0-1,-1 0,-6 4,-95 85,113-99,-1 0,1 0,0 0,0 0,0 0,-1 0,1 0,0 0,0 0,0 1,-1-1,1 0,0 0,0 1,-1-1,1 1,0-1,-1 1,1-1,-1 1,1-1,0 1,-1-1,1 1,-1 0,1-1,-1 1,0 0,1-1,-1 1,0 0,1 0,-1 0,0-1,0 1,0 0,0 0,0 0,0-1,0 1,0 0,0 0,0 0,0-1,0 1,0 0,-1 0,1-1,0 1,-1 0,1 0,-1-1,1 1,-1 0,1-1,-1 1,1-1,-1 1,1-1,-1 1,0-1,1 1,-1-1,0 1,1-1,-1 0,0 1,0-1,1 0,-2 0,106 16,-76-14,1 2,-1 1,0 1,17 8,-32-9,0 0,-1 1,1 1,-2 0,1 1,-1 0,9 8,-17-13,0 0,1 0,-2 0,1 0,0 0,-1 1,1-1,-1 1,0 0,0 0,-1-1,1 1,-1 0,0 1,0-1,0 0,0 0,-1 0,0 1,0-1,0 0,0 0,-1 1,1-1,-1 0,0 0,-1 2,-4 4,-1 1,0-1,0-1,-1 1,0-2,-1 1,0-1,0 0,-1 0,0-1,0-1,-1 0,0 0,0-1,-1 0,-27 13,0-2,-1-1,-1-2,0-2,-1-2,0-1,-20-1,-11-1</inkml:trace>
  <inkml:trace contextRef="#ctx0" brushRef="#br0" timeOffset="59025.546">26268 2614,'-1'-817,"-6"629,-26-137,28 289,-5-29,4-1,2 1,4-30,29-30,-24 107</inkml:trace>
  <inkml:trace contextRef="#ctx0" brushRef="#br0" timeOffset="60172.809">27671 2734,'21'-284,"-17"78,-10 1,-16-83,9 166,-4-23,7 0,7-139,6 249,1 0,2 0,2 0,0 1,3 0,0 1,3 0,14-26,-8 22,-5 9</inkml:trace>
  <inkml:trace contextRef="#ctx0" brushRef="#br0" timeOffset="61805.91">26081 3082,'-3'22,"-14"102,-5-1,-29 91,34-175,7-54,1-94,3-1,7-39,-1 141,13-119,-12 121,0 1,0 0,1-1,0 1,0 0,1 0,-1 0,1 1,0-1,1 1,-1-1,1 1,0 0,0 0,0 1,0-1,0 1,1 0,0 0,0 0,2 0,4 0,-1 0,0 1,1 0,0 0,-1 2,1-1,0 1,-1 1,1 0,0 0,-1 1,1 1,-1-1,0 2,0-1,0 2,4 1,-7-3,0 1,0 0,-1 0,1 1,-1-1,0 1,0 1,0-1,-1 1,0 0,0 0,0 1,-1-1,0 1,-1 0,1 0,-1 0,0 1,-1-1,0 1,0 0,-1-1,1 8,-2-9,-1 1,1 0,-1-1,-1 1,1-1,-1 1,0-1,-1 0,1 0,-1 0,0 0,-1 0,1-1,-1 0,0 1,-1-1,1-1,-1 1,0-1,0 0,-1 0,0 0,-9 6,-1 0,0-2,0 0,-1 0,0-2,0 0,-10 1,13-3,-1-1,1 0,-1-1,0 0,0-1,1-1,-1-1,-9-1,17-2,20 4,-3 4,0 1,-1 0,1 1,-1 0,-1 0,1 1,-1 0,0 0,-1 1,1 0,-2 1,1-1,-1 1,-1 0,1 1,-2 0,1-1,2 10,17 26,-22-42,-1 1,1-1,1 1,-1-1,0 0,1 0,0 0,0 0,0-1,0 1,0-1,0 1,0-1,1 0,0-1,-1 1,1-1,0 1,-1-1,1 0,2 0,9 1,-9-1,-1-1,1 1,0 0,0 1,-1-1,1 1,-1 0,1 1,-1-1,0 1,0 0,0 1,1 0,0-1,0 0,0 0,0-1,0 0,1 0,-1 0,0-1,1 0,0 0,-1-1,1 1,-1-2,1 1,0-1,-1 0,1 0,-1-1,0 1,1-1,-1-1,0 1,0-1,0-1,-1 1,5-4,-5 5,-1-1,1 0,-1 1,0-2,0 1,0 0,0-1,-1 0,1 0,-1 0,0 0,0 0,-1-1,1 0,-1 1,0-1,0 0,-1 0,1 0,-1 0,0 0,0 0,-1 0,0 0,0-1,0 1,0 0,-1 0,0 0,0 0,0 0,-1 0,1 0,-1 0,0 0,-1 1,1-1,-1 1,0-1,0 1,-4-3,3 4,0 0,-1 1,1-1,-1 1,0 0,1 0,-1 1,0 0,0 0,0 0,0 0,0 1,-1-1,1 1,0 1,0-1,0 1,0 0,0 0,0 0,0 1,0 0,1 0,-1 0,1 0,-1 1,1-1,0 1,0 1,0-1,0 0,0 1,1 0,0 0,0 0,0 0,0 0,1 1,-1-1,1 1,0 0,-4 17</inkml:trace>
  <inkml:trace contextRef="#ctx0" brushRef="#br0" timeOffset="62102.465">26696 3616,'2'-16,"1"-11,0-7,-1-4,0-2,-1-2,0 3,-1 5,0 11,0 16,0 18,-1 16,1 13,0 11,0 4,2-1,6-3,1-10</inkml:trace>
  <inkml:trace contextRef="#ctx0" brushRef="#br0" timeOffset="62977.505">27632 3162,'0'27,"1"42,-3-1,-3 1,-12 60,11-107,-3-30,4-18,-6-237,26 127,-14 131,0-1,1 1,0-1,0 1,1 0,-1 0,1 0,0 0,1 0,-1 1,1-1,0 1,0 0,0 0,1 0,-1 1,1 0,0 0,0 0,0 0,0 1,2-1,-1 1,0 0,0 1,0-1,1 1,-1 1,0-1,1 1,-1 0,0 0,1 1,-1 0,0 0,0 1,0-1,0 1,0 1,0-1,0 1,-1 0,1 0,-1 1,0-1,0 1,0 1,-1-1,1 0,-1 1,0 0,0 0,-1 0,1 1,-1-1,-1 1,1 0,-1 0,0 0,0 0,0 0,-1 0,0 0,0 1,-1 1,0-3,0 1,-1-1,0 0,0 0,0 1,0-1,-1 0,0 0,0 0,-1-1,1 1,-1 0,0-1,0 0,0 1,-1-1,0-1,0 1,0 0,0-1,0 0,-102 52,84-46,20-9,0 1,0 0,0 0,0 0,0 1,0-1,0 0,0 1,1 0,-1-1,1 1,-1 0,1-1,-1 1,1 0,0 0,0 0,0 0,0 1,0-1,1 0,-1 0,0 1,1-1,0 0,0 0,-1 1,1-1,1 0,-1 1,0-1,0 0,1 0,0 1,-1-1,1 0,0 0,1 2,48 75,-43-70,-1 0,2-1,-1 0,1-1,0 0,0 0,1 0,0-1,0 0,1-1,0 0,-1-1,2 0,-1 0,0-1,1-1,-1 0,1 0,0-1,0 0,-1-1,1 0,0-1,0 0,3-1,-12 2,-1-1,1 0,0 0,-1 0,1 0,0 1,-1-1,1 1,0-1,0 1,-1 0,1 0,0 0,0 0,0 0,0 0,-1 0,1 1,0-1,0 0,-1 1,1 0,0-1,-1 1,1 0,0 0,-1 0,1 0,-1 0,0 0,1 0,-1 1,1 0,0 2,1 0,-1-1,1 1,0 0,0-1,0 0,1 0,-1 0,1 0,0 0,0-1,0 0,0 0,0 0,0 0,0 0,1-1,-1 0,1 0,-1 0,1 0,-1-1,1 0,-1 0,1 0,2-1,-2 0,0-1,0 0,0 0,0-1,0 1,-1-1,1 0,-1 0,0-1,0 1,0-1,0 0,-1 0,1 0,-1-1,0 1,-1-1,1 1,-1-1,0 0,0 0,0 0,0-2,1-2,-1-1,0 1,0-1,-1 0,0 1,-1-1,0 0,-1 0,0 1,0-1,-1 1,-2-6,4 13,-1-1,0 1,1 0,-1-1,-1 1,1 0,0 0,0-1,-1 1,1 0,-1 0,0 1,0-1,1 0,-1 0,0 1,0-1,-1 1,1 0,0 0,0 0,-1 0,1 0,-1 0,1 0,0 1,-1-1,0 1,1 0,-1 0,1 0,-1 0,1 0,-2 1,-2 0,1 0,-1 1,1 0,0 0,0 0,0 1,0-1,0 1,0 1,1-1,0 0,-1 1,1 0,1 0,-2 2,-25 49,23-31</inkml:trace>
  <inkml:trace contextRef="#ctx0" brushRef="#br0" timeOffset="63337.748">28420 3309,'15'4,"-4"-2,-1 0,0 0,1 1,-1 0,-1 1,1 0,0 1,-1 0,0 0,0 1,-1 0,1 1,-1-1,-1 2,1-1,5 9,-12-11,0 0,0 0,-1-1,0 1,0 0,0 0,-1 0,1 0,-1 0,0-1,-1 1,1 0,-1-1,0 1,0-1,0 1,-1-1,1 0,-1 0,0 0,-1 0,1-1,0 1,-1-1,0 0,0 0,-1 1,-177 146,181-150,0 1,0-1,0 1,0 0,0 0,0-1,0 1,1 0,-1 0,0 0,1 0,-1 0,0 0,1 0,-1 0,1 0,-1 0,1 0,0 0,0 0,-1 1,1-1,0 0,0 0,0 0,0 0,0 1,0-1,1 0,-1 0,0 0,0 0,1 0,-1 0,1 0,-1 0,1 0,0 0,-1 0,1 0,0 0,-1 0,1 0,0 0,0-1,0 1,0 0,0-1,0 1,0 0,0-1,0 0,1 1,12 3,0 0,0-1,0-1,1-1,-1 0,0 0,2-2,14 2,94 4,-71-3</inkml:trace>
  <inkml:trace contextRef="#ctx0" brushRef="#br0" timeOffset="53842.72">3074 7614,'64'-64,"-68"64,-72 56,-779 553,826-588,-23 15,1 3,2 1,3 3,-25 29,70-72,-2 4,0-1,0 0,0 1,1 0,-1-1,1 1,0 0,0 0,0 1,0-1,1 0,0 0,-1 3,7 7,5-7</inkml:trace>
  <inkml:trace contextRef="#ctx0" brushRef="#br0" timeOffset="54121.09">2913 8415,'-13'21,"-12"20,-13 21,-16 21,-19 17,-17 13,-17 9,-13 2,-1-5,6-11,22-24</inkml:trace>
  <inkml:trace contextRef="#ctx0" brushRef="#br0" timeOffset="55739.096">267 7855,'4'45,"-2"1,-2 1,-2-1,-2-1,-2 1,-2 0,-2-1,-1-1,-3 0,-2-1,-15 30,-4-17,35-56,-1 0,0 0,1 0,-1 0,0 0,0-1,1 1,-1 0,0 0,1-1,-1 1,0 0,1-1,-1 1,0 0,1-1,-1 1,1-1,-1 1,1-1,-1 1,1-1,-1 0,1 1,0-1,-1 1,1-1,0 0,-1 0,1 1,0-1,0 0,0 1,0-1,0 0,0 0,0 1,0-1,0 0,0 1,0-1,0 0,0 0,0 0,0 1,-4-52,2-1,2 0,3 1,6-30,-8 48,3 1,0 0,3 0,0 0,2 1,2 0,0 1,3 0,0 1,2 0,6-8,-13 28,-1 0,1 1,0 0,1 0,0 1,1 0,-1 0,2 1,-1 1,1 0,-1 1,2 0,-1 1,0 0,1 1,0 0,0 1,0 0,0 1,0 1,10 1,-19-1,0 1,1 0,-1 0,0 0,0 1,-1-1,1 1,0 0,0 0,-1 1,1-1,-1 1,0-1,0 1,0 0,0 0,0 0,-1 1,1-1,-1 1,0 0,0-1,0 1,-1 0,1 0,-1 0,0 0,0 4,1 2,-1 0,-1-1,0 1,0 0,-1 0,0 0,-1 0,0-1,0 1,-1-1,-4 9,-3 4,-2 0,0-1,-2 0,0-1,-1-1,-1 0,-1-1,0-1,-2-1,0 0,0-1,-2-1,1-1,-2-1,0-1,-4 1,-19 0,44-11,0-1,0 0,0 0,0 1,0-1,1 0,-1 0,0 0,0 0,0 0,0-1,0 1,0 0,0 0,1-1,-1 1,0 0,0-1,0 1,1-1,-1 1,0-1,0 1,1-1,-1 1,0-1,1 0,-1 1,1-1,-1 0,1 0,-1 1,1-1,0 0,-1 0,1 0,0 0,-1 1,1-1,0 0,0 0,0 0,0 0,0 0,0 0,0 0,0 0,1-1,0 1,0-1,0 0,0 0,0 1,0-1,0 1,1-1,-1 1,0-1,1 1,-1 0,1 0,0 0,-1 0,1 0,0 0,0 0,0 0,-1 1,1-1,0 1,0 0,0-1,0 1,0 0,0 0,0 0,0 0,0 0,0 1,0-1,0 1,0-1,-1 1,1 0,0-1,0 1,0 0,-1 0,1 1,8 6,0 0,-1 2,0-1,0 1,-1 0,-1 1,0-1,0 2,-1-1,0 1,0 2,9 16,49 61,-60-88,-1 1,1-1,0-1,0 1,0 0,0-1,0 0,1 0,-1 0,1 0,-1-1,1 0,0 0,-1 0,1-1,0 1,0-1,-1 0,1 0,0-1,0 0,0 0,13-5,-1-1,0-1,0-1,-1 0,0-1,0-1,-1-1,-1 0,0 0,-1-2,0 0,5-7,-16 18,4 7,-10 20,1-9,3-11,-1 0,1 0,0 0,0 1,0-1,1 0,-1 0,1 0,0 0,0 0,0 0,1 0,0 0,-1 0,1-1,1 1,-1-1,0 1,1-1,0 0,0 0,0 0,0 0,0-1,0 1,1-1,-1 0,1 0,0 0,0 0,1 0,2 1,0 0,1-1,-1 0,0 0,1-1,0 0,-1 0,1-1,0 0,-1 0,1-1,-1 1,1-2,0 1,-1-1,0-1,1 1,-1-1,0 0,-1-1,1 1,0-2,-1 1,0-1,0 1,0-2,-1 1,0-1,0 1,0-1,0-1,-1 1,0-1,-1 0,1 1,-1-2,-1 1,1 0,0-7,-2 8,-1 0,-1 1,1-1,-1 1,0-1,0 1,0-1,-1 1,0-1,0 1,0 0,-1 0,1 0,-1 1,-1-1,1 0,0 1,-1 0,0 0,0 0,-1 0,1 1,-1 0,1 0,-1 0,0 0,0 1,-3-2,-1 0,-1 1,1-1,0 1,-1 1,0 0,1 0,-1 1,0 0,0 1,0 0,0 1,0 0,1 0,-1 1,0 0,0 1,6-2,0 0,0 1,0 0,1 0,-1 0,0 0,1 0,0 1,-1-1,1 1,0 0,0 0,1 0,-1 1,0-1,1 1,0-1,0 1,0 0,1-1,-1 1,1 0,0 0,0 1,0-1,0 0,1 0,0 0,-1 0,2 1,-1-1,1 3,17 25,6-4</inkml:trace>
  <inkml:trace contextRef="#ctx0" brushRef="#br0" timeOffset="56010.085">1188 8228,'0'-18,"3"-13,4-10,4-5,5-2,2 1,-1 6,-2 8,-4 11,-4 17,-3 20,-5 22,-4 20,-6 18,-3 18,-4 10,-3 7,1-16</inkml:trace>
  <inkml:trace contextRef="#ctx0" brushRef="#br0" timeOffset="56968.974">306 9419,'-5'104,"-4"-1,-4 0,-11 29,-12 16,27-129,9-19,-1 1,1-1,0 0,-1 0,1 0,0 0,-1 0,1 0,-1 1,1-1,0 0,-1 0,1 0,0 0,-1 0,1 0,-1 0,1-1,0 1,-1 0,1 0,0 0,-1 0,1 0,0-1,-1 1,1 0,0 0,-1 0,1-1,0 1,-1 0,1-1,0 1,0 0,0 0,-1-1,1 1,0 0,0-1,0 1,0-1,-1 1,1 0,0-1,0 1,0 0,0-1,0 1,0-1,0 1,0 0,0-1,0 1,0-1,1 1,-1 0,0-1,0 1,0 0,0-1,-5-30,2 0,1 0,1-1,1 1,5-27,-1 12,2 1,2 0,2 1,3-3,-7 29,0 1,1 0,0 0,1 1,2 0,-1 1,2-1,0 2,0 0,1 0,9-6,-18 16,1 0,0 0,-1 1,1 0,1 0,-1 0,0 0,1 1,-1-1,1 1,0 0,0 1,0-1,0 1,0 0,0 0,0 0,0 1,0 0,0 0,0 0,0 1,1 0,-1 0,0 0,0 0,-1 1,1 0,0 0,0 0,-1 0,1 1,-1 0,0 0,0 0,3 4,-3-2,-1 0,-1 0,1 1,-1-1,0 1,0 0,-1-1,1 1,-1 0,-1 0,1 0,-1 0,0 0,0 0,-1 0,0 0,0 0,0 0,-1-1,1 1,-2 1,-2 7,-1-1,-1 1,0-1,0-1,-1 1,-1-1,0-1,-2 1,1 0,-1-1,0-1,0 0,-1-1,0 0,-1 0,0-2,0 1,-1-2,0 0,0 0,0-1,-1-1,-5 0,18-3,-1 0,1-1,-1 0,1 1,-1-1,1 0,-1 0,1 0,-1-1,1 1,-1 0,1-1,-1 0,1 0,0 1,-1-1,1-1,0 1,0 0,-1-1,1 1,-1-2,3 2,0 0,0 0,0 0,0 0,0 0,0 0,1 0,-1 0,0 0,1 1,-1-1,1 0,-1 0,1 0,-1 0,1 1,0-1,-1 0,1 1,0-1,-1 0,1 1,0-1,0 1,0-1,-1 1,1 0,0-1,0 1,0 0,0 0,0-1,0 1,0 0,0 0,0 0,0 0,0 0,0 0,0 0,0 1,-1-1,2 0,9 3,0 0,0 0,0 1,0 1,-1 0,1 0,-1 1,-1 0,1 1,-1 0,0 0,-1 1,0 0,0 1,0 0,0 2,-3-6,51 61,-41-47,0 0,2-1,0-1,1 0,0-1,18 11,-33-25,1-1,-1 1,1 0,0-1,0 0,0 0,0 0,-1 0,1-1,0 1,0-1,0 0,1 0,-1-1,-1 1,1-1,0 0,0 0,0 0,0 0,0-1,-1 0,1 0,-1 0,1 0,-1 0,0-1,0 1,0-1,0 0,0 0,10-10,-11 11,-1 0,0 0,1 0,-1 0,1 0,0 1,-1-1,1 0,0 1,0-1,0 1,0 0,0 0,1 0,-1 0,0 0,0 0,1 1,-1-1,1 1,-1-1,0 1,1 0,-1 0,1 0,-1 0,1 0,-1 1,0-1,1 1,-1 0,1 0,81 58,-80-56,0 0,0-1,0 0,1 1,-1-2,1 1,-1 0,1-1,0 0,0 0,0 0,0-1,-1 0,1 0,0 0,0 0,0-1,0 0,0 0,-1 0,1 0,0-1,-1 0,1 0,-1 0,0 0,1-1,-1 0,0 0,-1 0,1 0,0-1,-1 1,0-1,0 0,0 0,0 0,0-2,-1 0,0-1,0 1,-1-1,1 1,-2-1,1 0,-1 0,0 0,0 1,-1-1,0 0,0 0,0 1,-1-1,0 1,-1-1,1 1,-1 0,0 0,-1 0,0 0,1 1,-2-1,1 1,-1 0,0 0,0 1,0 0,0-1,-1 2,0-1,0 1,-5-3,6 3,0 0,0 0,0 0,0 1,-1 0,1 0,-1 0,1 1,-1 0,1 0,-1 0,0 1,0-1,0 2,1-1,-1 0,0 1,1 0,-1 1,0-1,1 1,0 0,-1 0,1 1,0 0,0 0,0 0,0 0,1 1,0 0,-1-1,1 2,1-1,-1 0,0 1,1 0,0 0,0 0,0 2,1-3,0 1,0-1,0 1,1 0,0-1,0 1,0 0,1 0,0-1,-1 1,2 0,-1 0,0 0,1-1,0 1,0 0,1-1,-1 1,1-1,0 1,0-1,1 0,-1 1,1-1,0-1,0 1,0 0,0-1,1 1,-1-1,1 0,3 1,35 18,1-7</inkml:trace>
  <inkml:trace contextRef="#ctx0" brushRef="#br0" timeOffset="57315.788">1188 9713,'3'-3,"-1"1,1 0,-1-1,1 1,0 0,0 0,0 1,0-1,1 1,-1-1,0 1,0 0,1 0,-1 0,1 1,-1-1,1 1,-1 0,1 0,-1 0,1 1,-1-1,1 1,-1-1,1 1,-1 1,0-1,1 0,-1 1,0-1,0 1,0 0,0 0,-1 0,1 1,0-1,-1 0,1 1,-1 0,0 0,0-1,0 1,-1 1,1-1,0 0,-1 0,1 3,1 3,-1 0,1 0,-2 0,1 1,-1-1,0 1,-1-1,0 1,-1-1,0 1,-1-1,1 0,-2 1,1-1,-1 0,-2 2,-71 137,2-37,73-111,0 1,0 0,1 0,-1 0,1 0,-1 0,1 0,-1 0,1 0,-1 0,1 0,0 0,0 0,0 0,-1 0,1 0,0 0,0 0,0 0,0 0,1 0,-1 0,0 0,0 0,1 0,-1 0,1 0,-1 0,0 0,1 0,0 0,-1 0,1 0,0 0,-1-1,1 1,0 0,0 0,0-1,0 1,-1-1,1 1,0-1,0 1,0-1,0 1,1-1,55 7,-57-7,305-19,-143 10,-97 7</inkml:trace>
  <inkml:trace contextRef="#ctx0" brushRef="#br1" timeOffset="121598.847">4263 7721,'-8'-6,"-1"1,-1 0,1 0,0 1,-1 1,0-1,0 1,0 1,0 0,-1 1,-7-1,-87-26,91 24,-1 1,1 0,-1 1,0 0,0 1,0 1,0 1,-7 1,-20-1,24-1,7-1,1 1,-1 0,1 1,0 0,0 1,-1 0,1 0,0 1,1 0,-1 1,-1 1,-30 16,19-10,-1 1,1 0,1 2,0 1,0 2,14-9,0 0,1 1,0 0,0 0,1 0,0 1,1-1,0 1,-1 4,-7 17,-14 26,14-35,2 0,0 1,1 0,2 1,0 0,2 0,-2 16,4 67,11 106,-1 64,-10-217,0-20,1 0,2-1,2 1,2 0,1-1,5 16,98 256,-6 150,-84-397,6 27,3 0,5-2,3-1,5-2,32 51,-63-122,1 0,1 0,1-1,0 0,0-1,2-1,-1 0,2-1,-1 0,2-1,-1-1,1 0,0-1,1-1,10 3,24 2,2-1,-1-3,1-2,0-3,51-2,-72-3,1-2,0 0,-1-3,0 0,-1-2,0-2,0 0,-1-2,0-2,-2 0,1-2,-2-1,-1-1,18-17,-23 20,0-2,-2 0,0-1,0-1,-2 0,-1-2,-1 0,0 0,-2-2,0 1,-2-2,-1 0,0-1,30-205,-22 104,4 10,-5-1,-6 0,-4-1,-6 0,-7-36,-1 77,-3-1,-4 2,-3 0,-18-48,-73-144,89 233,-2 1,0 1,-3 1,-1 1,-1 2,-17-16,2 1,-109-125,119 135,-1 0,-2 3,-2 0,0 3,-2 1,-1 1,-15-5,28 17,0 2,-1 0,-1 2,0 1,-1 2,1 0,-2 2,1 1,-1 1,1 2,-13 1,41 1,-2-1,-1 1,1 0,0 0,0 0,-1 0,1 0,0 0,-1 1,1 0,0 0,0 0,0 0,0 0,0 0,0 1,0 0,0-1,1 1,-1 0,0 0,1 1,0-1,-1 0,0 3,0 4</inkml:trace>
  <inkml:trace contextRef="#ctx0" brushRef="#br1" timeOffset="123922.801">4811 11063,'5'-5,"3"6,3 11,0 18,0 19,0 18,-1 15,-3 12,-4 6,-6 2,-6-3,-5-9,-1-13,1-20</inkml:trace>
  <inkml:trace contextRef="#ctx0" brushRef="#br1" timeOffset="124228.343">4758 11250,'-9'-121,"9"119,1 0,0-1,0 1,-1 0,1 0,1 0,-1 0,0 1,0-1,1 0,-1 0,1 1,-1-1,1 1,0-1,-1 1,1 0,0-1,0 1,0 0,0 0,0 1,0-1,1 0,-1 1,0-1,0 1,0 0,1-1,0 1,71 4,-71-4,16 2,0 1,0 1,-1 0,0 1,0 1,0 1,-1 1,1 0,-2 1,1 1,0 2,-15-10,0-1,0 1,0 0,-1 0,1-1,-1 1,1 1,-1-1,0 0,0 0,0 0,0 1,0-1,0 0,0 1,-1-1,0 1,1-1,-1 1,0-1,0 1,0-1,-1 1,1-1,0 1,-1-1,0 1,1-1,-1 0,0 1,0-1,-1 0,1 0,0 0,-1 0,1 0,-1 0,0 0,1 0,-1-1,0 1,-2 1,-8 7,-1 0,0-1,0 0,0-1,-1-1,-1 0,1-1,-1 0,-1-1,16-4,-1-1,0 1,1 0,-1-1,0 1,0-1,0 1,0-1,0 1,0-1,1 1,-1-1,0 0,0 0,0 1,0-1,0 0,0 0,0 0,0 0,0 0,0 0,0-1,0 1,0 0,0 0,0-1,0 1,0-1,0 1,0-1,0 1,1-1,-1 1,0-1,0 0,1 1,-1-1,0 0,1 0,-1 1,1-1,-1 0,1 0,-1 0,1 0,0 0,-1 0,1 0,0 0,-1-1,9-13</inkml:trace>
  <inkml:trace contextRef="#ctx0" brushRef="#br1" timeOffset="124522.12">5360 10688,'-1'-2,"-8"-27,1 0,1-1,2 0,-2-24,20 107,-2 76,-6 0,-5 0,-5 0,-15 69,18-175,-3 63,11-97,-4-9</inkml:trace>
  <inkml:trace contextRef="#ctx0" brushRef="#br1" timeOffset="124781.615">5066 10876,'-10'0,"5"0,14 0,19-2,23-6,21-6,15-2,7 1,-2 5,-11 12,-18 5</inkml:trace>
  <inkml:trace contextRef="#ctx0" brushRef="#br1" timeOffset="125195.715">5641 11504,'18'-41,"-2"0,-2 0,-1-2,-2 1,-2-2,0-17,-8 52,0 5,0-1,0 1,-1 0,1 0,-1 0,0-1,-1 1,1 0,-1 0,0 0,0-1,0 1,-1-3,1 6,0 1,1-1,-1 0,0 1,1-1,-1 0,0 1,0-1,0 1,1 0,-1-1,0 1,0 0,0-1,0 1,0 0,0 0,0 0,0-1,1 1,-1 0,0 1,0-1,0 0,0 0,0 0,0 0,0 1,0-1,0 0,1 1,-1-1,0 1,0-1,0 1,1-1,-1 1,0 0,1-1,-2 2,-25 29,27-30,-1 0,1 1,0-1,-1 1,1-1,0 1,0-1,0 1,0-1,0 1,0-1,0 1,0-1,1 1,-1-1,1 0,-1 1,1-1,-1 1,1-1,0 0,0 0,0 1,-1-1,1 0,0 0,1 0,-1 0,0 0,0 0,0 0,1 0,-1-1,0 1,1 0,-1-1,0 1,1-1,-1 0,1 1,-1-1,1 0,67 10,129-17,-195 6,0 1,-1-1,1 1,0 0,0 0,0 0,0 0,0 1,0-1,-1 1,1-1,0 1,0 0,-1 0,1 1,0-1,-1 0,1 1,-1-1,0 1,0 0,1 0,-1 0,0 0,0 0,-1 1,1-1,0 0,-1 1,0-1,1 1,-1 0,0-1,0 1,0 0,-1 0,1-1,-1 4,0 10,-2 0,0 0,-1-1,0 1,-1-1,-6 13,-9 40,18-65,1-1,-1 1,1 0,0-1,0 1,0-1,0 1,0 0,0-1,1 1,-1-1,1 1,0-1,-1 1,1-1,0 1,1-1,-1 0,0 1,1-1,-1 0,1 0,0 0,0 0,-1 0,1-1,0 1,1-1,-1 1,0-1,0 0,1 1,-1-1,1 0,-1-1,1 1,-1 0,1-1,-1 1,1-1,0 0,21 0,-1-1,1-1,-1-1,1-1,-1-1,0-1,-1-1,0-1,0-1,6-4,20-7,-9 3</inkml:trace>
  <inkml:trace contextRef="#ctx0" brushRef="#br1" timeOffset="129488.195">11161 11156,'-11'-9,"0"1,0 0,-1 0,0 1,-1 1,1 0,-1 1,0 0,-1 1,1 1,-1 0,0 1,0 0,0 1,1 0,-1 1,0 1,0 0,0 1,-3 1,14-2,-1 0,0 1,1-1,-1 1,1-1,-1 1,1 0,0 0,0 1,0-1,0 1,0-1,0 1,1 0,-1 0,1 0,0 1,0-1,0 0,0 1,1-1,-1 1,1 0,0-1,0 1,0 0,1 0,-1 0,1 0,0-1,0 1,0 0,1 0,-1 0,1 0,0-1,0 1,1 0,-1-1,1 1,-1-1,1 1,0-1,2 3,3-1,1-1,0 1,0-1,0-1,1 1,-1-1,1-1,-1 0,1 0,0-1,0 0,0 0,0-1,0 0,0 0,0-1,-1-1,1 1,0-2,0 1,-1-1,0 0,1-1,-1 0,0 0,5-4,2-1,0-1,-1 0,-1 0,1-1,-2-1,0 0,0-1,-1-1,-1 1,0-2,-1 1,0-1,-1-1,-1 1,0-1,-2-1,1 1,-2-1,1-9,4-26,-2-1,-3-1,-2 1,-3-38,-9 47,1 47,2 6,1 1,1-1,-1 1,2 0,-1 0,2 1,-1-1,-1 9,0 0,-10 24,3 1,1 1,2 0,2 0,3 0,0 33,4-69,0-1,1 0,0 1,0-1,1 0,0 0,1 0,0 0,0 0,0 0,1-1,0 0,1 0,0 0,0 0,0 0,1-1,0 0,0-1,0 1,1-1,0 0,0-1,0 1,0-1,1-1,0 0,2 1,2-1,0-1,1 0,-1 0,1-1,-1-1,1 0,-1-1,1-1,-1 1,1-2,-1 0,0 0,0-1,-1-1,1 0,-1-1,0 0,0 0,-1-1,1-1,-2 1,1-2,-1 1,0-1,-1-1,0 0,-1 0,0 0,0-1,-1 0,-1 0,0-1,0 1,-1-1,-1 0,0-1,0 1,-1-3,-6-30,4 44,0 1,-1-1,1 0,0 0,0 1,-1-1,1 0,-1 0,1 1,0-1,-1 0,0 1,1-1,-1 1,1-1,-1 1,0-1,1 1,-1-1,0 1,1 0,-1-1,0 1,0 0,1 0,-1-1,0 1,0 0,0 0,1 0,-1 0,0 0,0 0,0 0,1 0,-1 0,0 1,0-1,0 0,1 0,-1 1,0-1,1 0,-1 1,0-1,0 1,1-1,-1 1,1-1,-1 1,-5 5,0 1,0-1,1 1,0 0,0 0,1 0,0 1,0-1,1 1,0 0,0 0,1 0,0 1,1-1,-1 0,1 5,1-6,0 1,0-1,0 0,1 1,0-1,0 0,1 1,0-1,0 0,1 0,0-1,0 1,1 0,0-1,0 0,0 0,1 0,0-1,0 1,0-1,0 0,1 0,0-1,0 0,1 0,-1 0,1-1,-1 0,1 0,0-1,3 1,51 13,-1-7</inkml:trace>
  <inkml:trace contextRef="#ctx0" brushRef="#br1" timeOffset="130372.25">12819 11330,'16'-31,"-1"-1,-2 0,-1-1,-1 0,4-29,-10 39,-2 0,0 0,-1 0,-2 0,0 0,-1-1,-2 1,0 0,-4-12,7 33,0 1,0-1,0 1,-1-1,1 1,0 0,0-1,-1 1,1-1,-1 1,1 0,-1 0,0-1,0 1,1 0,-1 0,0 0,0 0,0 0,0 0,0 0,0 0,0 0,-1 0,1 0,0 1,0-1,-1 1,1-1,0 1,-1-1,1 1,-1 0,1-1,0 1,-1 0,1 0,-1 0,1 0,-1 0,1 1,0-1,-1 0,1 1,-1-1,1 1,0-1,-1 1,0 2,0 1,1-1,-1 0,1 0,0 1,0-1,0 0,1 1,-1-1,1 1,0-1,0 1,0-1,0 1,1-1,-1 1,1-1,0 1,0-1,0 0,0 1,1-1,-1 0,1 0,0 0,0 0,0 0,0-1,1 1,-1 0,1-1,0 0,-1 0,1 0,0 0,0 0,0 0,0-1,1 1,-1-1,0 0,3 0,75 28,-71-27,0-1,-1 1,1 1,-1 0,0 0,0 1,0 0,0 0,0 1,-1 0,0 1,0 0,-1 0,1 1,-2-1,1 2,-1-1,0 1,0 0,-1 0,0 1,4 7,-1 98,-9-64,1-48,0 0,0 1,0-1,1 0,-1 0,1 1,0-1,-1 0,1 0,0 0,0 1,0-1,1 0,-1-1,0 1,1 0,-1 0,1 0,0-1,0 1,-1-1,1 0,0 1,0-1,0 0,1 0,-1 0,0 0,0-1,0 1,1 0,-1-1,0 0,1 0,-1 1,0-1,2-1,10 0,0 0,0-1,0-1,-1 0,1-1,-1-1,0 0,0-1,-1 0,0-1,0 0,0-1,-1 0,0-1,-1 0,0-1,0 0,4-7,-8 11,-1 1,-1-2,1 1,-1 0,0-1,-1 0,1 0,-1 0,-1 0,1 0,-1-1,-1 1,1-1,-1 0,0 1,-1-1,0-2,0 9,-1 0,1-1,-1 1,0-1,1 1,-1 0,0 0,0-1,0 1,1 0,-1 0,-1 0,1 0,0 0,0 0,0 0,0 0,-1 0,1 1,0-1,-1 1,1-1,-1 1,1-1,-1 1,1 0,0-1,-1 1,1 0,-1 0,1 0,-1 0,1 0,-1 1,1-1,-1 0,1 1,-1-1,1 1,0 0,-1-1,1 1,0 0,-1 0,1 0,0-1,0 1,0 1,0-1,0 0,0 0,0 0,0 0,1 1,-1 0,-6 5,0 1,1 0,0 1,1-1,0 1,0 0,1 0,0 0,1 1,0 0,0-1,1 1,0 0,1 0,0 0,1 1,0-1,0 0,1 0,0 0,1 0,1 0,-1-1,4 10,-2-13,-1-1,1 0,0 0,0 0,1 0,-1 0,1-1,0 0,0 0,1 0,-1-1,1 0,-1 0,1 0,0-1,0 1,1-1,1 0,31 7</inkml:trace>
  <inkml:trace contextRef="#ctx0" brushRef="#br1" timeOffset="131153.295">13889 10889,'-12'1,"0"-1,0 2,1 0,-1 0,1 1,-1 1,1-1,0 2,-9 5,15-8,1 0,-1 1,1 0,0-1,0 1,0 1,1-1,-1 1,1-1,-1 1,1 0,0 0,1 1,-1-1,1 1,0-1,0 1,0 0,1-1,0 1,-1 0,2 0,-1 0,1 1,2 3,0 1,1 0,1-1,-1 0,2 0,-1 0,1 0,1-1,-1 0,1 0,1 0,-1-1,1 0,1 0,-1-1,1 0,1 0,1 1,17 16,-18-16,1 1,1 0,-2 1,1 0,-1 0,-1 1,1 0,-2 0,1 1,-2 0,1 1,-1-1,-1 1,4 12,-9-21,0-1,0 1,-1 0,1 0,-1 0,1 0,-1-1,0 1,0 0,0-1,0 1,0-1,-1 1,1-1,-1 1,0-1,0 0,0 0,0 0,0 0,0 0,0 0,-1-1,1 1,0-1,-1 1,0-1,1 0,-1 0,0 0,1-1,-1 1,0 0,0-1,0 0,0 0,1 0,-1 0,0 0,0-1,0 1,0-1,1 1,-1-1,0 0,1 0,-1-1,0 1,1 0,0-1,-2-1,3 2,-1-1,1 0,1 0,-1 1,0-1,0 0,1 0,-1 0,1 0,-1 0,1 0,0 0,0 0,0 0,0 0,0 0,0 0,1 1,-1-1,0 0,1 0,0 0,-1 0,1 0,0 1,0-1,0 0,0 0,1 1,0-2,43-44,-18 27,2 1,0 1,2 2,8-4,108-65,-99 33,-47 50,0 1,0 0,-1 0,1-1,0 1,0-1,-1 1,1-1,-1 1,1-1,-1 1,1-1,-1 1,0-1,0 0,0 1,0-1,0 1,0-1,-1 0,1 1,0-1,-1 1,1-1,-1 1,1-1,-1 1,0-1,0 1,0 0,0-1,0 1,0 0,0 0,0 0,0 0,0 0,-1 0,1 0,-2-1,1 1,0 0,-1 0,1 0,-1 0,1 0,-1 0,1 0,-1 1,1 0,-1-1,0 1,1 0,-1 0,1 0,-1 1,0-1,1 1,-1-1,1 1,-1 0,1 0,-1 0,1 0,0 0,-1 1,1-1,0 1,0-1,0 1,0 0,0 0,1 0,-1 0,-1 2,-1 3,-1-1,2 1,-1 0,1 0,0 1,0-1,1 1,0-1,0 1,1 0,-1 2,2 0,0 0,0 0,1-1,1 1,-1 0,1-1,1 1,0-1,0 0,1 0,0 0,1 0,0-1,0 1,0-1,1 0,1-1,-1 0,1 0,0 0,1-1,0 0,0 0,0-1,1 0,-1-1,1 0,0 0,0 0,1-1,-1-1,1 0,-1 0,1-1,0 0,0-1,0 0,8-1,-9 0,-1-1,0-1,0 1,0-1,0-1,0 1,0-1,-1-1,0 0,0 0,0 0,-1 0,1-1,-1 0,-1-1,1 0,-1 1,0-1,-1-1,2-3,6-12,-1-1,-1 0,-1-1,-1-1,-1 1,-1-3,22-119,9-144,-37 266,-3 32,-9 45,11-47,-8 38,-10 37,5 1,2 0,1 63,11-125,1 1,1-1,1 1,0-1,2 0,0 0,1-1,1 3,-3-13,-1 0,1-1,0 1,1-1,0 0,0 0,0 0,1-1,0 0,0 0,1 0,0-1,0 0,0 0,0-1,1 0,-1 0,1-1,3 1,-6-3,-1 1,1-2,0 1,-1 0,1-1,0 0,0 0,-1 0,1-1,0 1,-1-1,1 0,2-1,18-10</inkml:trace>
  <inkml:trace contextRef="#ctx0" brushRef="#br1" timeOffset="131415.883">14410 10836,'25'-3,"29"0,30 1,30-1,21-1,10-4,-19-2</inkml:trace>
  <inkml:trace contextRef="#ctx0" brushRef="#br1" timeOffset="127113.178">7257 11397,'29'-17,"-1"-1,-1-2,-1 0,0-2,-2-1,-1-1,-1-1,-1-1,-1-1,-1-1,-2 0,0-1,-2-1,-2-1,0 0,0-7,-6 21,-1 0,-1-1,0 0,-1 0,-1-1,-1 1,-1-1,0 1,-1-1,-1 0,-1 1,-1 0,0-2,1 16,1 1,0-1,-1 0,0 0,0 1,0-1,0 1,-1 0,1 0,-1 0,0 0,0 0,0 0,0 1,0-1,-1 1,1 0,-1 0,1 0,-1 1,0-1,0 1,1 0,-1 0,0 0,0 1,0-1,0 1,0 0,0 0,-1 0,1 1,0-1,1 1,-1 0,0 0,0 1,0-1,-9 7,1-1,0 2,1-1,0 2,0-1,1 2,0-1,1 1,0 1,1 0,0 0,1 0,0 1,1 0,1 1,0-1,1 1,0 0,1 0,-1 10,0-3,1 0,1 0,0 0,2 1,1-1,0 0,2 0,0 0,2 0,0 0,2 1,-3-10,1 1,0-1,1 0,0 0,1 0,1-1,-1 0,2-1,0 1,0-2,1 1,0-1,0-1,1 0,0 0,1-1,-1-1,2 0,-9-3,0-1,0-1,0 1,1 0,-1-1,0 0,1 0,-1 0,1-1,0 1,-1-1,1 0,-1-1,1 1,0-1,-1 0,1 0,-1 0,0-1,1 1,-1-1,0 0,0 0,0-1,0 1,0-1,-1 0,1 0,1-3,35-37,-40 43,1 0,0 0,0 0,0 0,-1 0,1 0,0 1,0-1,-1 0,1 0,0 1,0-1,-1 0,1 1,0-1,-1 1,1-1,0 0,-1 1,1 0,-1-1,1 1,-1-1,1 1,-1 0,1-1,-1 1,0 0,1 0,-1-1,0 1,1 0,-1 0,0-1,0 1,0 0,0 0,0 0,0-1,0 1,0 0,0 0,0 0,0 1,6 23,32 87,-36-109,-1 1,1-2,0 1,0 0,0 0,1 0,-1-1,1 1,-1-1,1 0,0 0,0 0,0 0,0-1,0 1,0-1,0 1,1-1,-1 0,1 0,-1-1,0 1,1-1,-1 0,1 0,-1 0,1 0,-1 0,1-1,-1 0,1 0,4-2,0-1,0 0,-1 0,0-1,0 0,0-1,-1 1,0-1,0 0,0-1,0 1,-1-1,-1-1,1 1,-1 0,0-1,-1 0,1 0,-2 0,1 0,-1-1,0 1,-1-1,0 1,-1-1,1 1,-2-1,1 0,-1 1,0-1,-1 1,0 0,0-1,-1 1,0 0,-2-3,2 7,0 0,-1 0,1 1,-1-1,1 1,-1 0,0 0,0 0,0 0,-1 1,1 0,-1 0,1 0,-1 0,0 1,0 0,1 0,-1 0,0 0,0 1,0 0,0 0,0 0,0 1,0 0,0 0,0 0,1 0,-1 1,0-1,1 1,-1 1,1-1,0 1,0-1,0 1,0 0,0 1,0-1,1 1,0-1,0 1,0 0,0 0,0 0,-1 4,-9 23,6-1</inkml:trace>
  <inkml:trace contextRef="#ctx0" brushRef="#br1" timeOffset="127792.035">8287 11196,'-6'-4,"0"0,-1 0,1 0,-1 0,0 1,0 0,-1 1,1 0,0 0,-1 0,1 1,-1 0,0 1,1-1,-1 2,0-1,1 1,-1 0,1 0,-1 1,1 0,0 1,-1-1,1 1,1 1,-1-1,0 1,-5 5,-35 62,46-69,0 0,0 0,0 0,0 0,0 0,1 0,-1 0,1 0,0 0,0 0,0 0,-1 0,2 0,-1 0,0 0,0 0,1 0,-1 0,1 0,0 0,-1 0,1 0,0 0,0 0,0 0,1-1,-1 1,0 0,1-1,-1 1,1-1,-1 1,1-1,0 0,-1 0,1 0,0 0,1 1,6-1,0 0,1 0,-1-1,0 0,0 0,1-1,-1-1,0 1,0-2,0 1,0-1,-1 0,1-1,-1 0,0 0,0-1,0 0,-1 0,5-4,5-3,-1-1,0-1,-1 0,0-1,-1-1,-1 0,0-1,-1-1,1 10,-11 30,-1 302,6 48,-7-367,1 2,-1 1,0 0,0-1,0 1,-1-1,0 1,-1-1,1 1,-1-1,-1 0,0 0,0 0,0 0,-1 0,0-1,0 1,0-1,3-5,0-1,0 1,0 0,0-1,0 0,0 1,0-1,0 0,0 1,0-1,0 0,0 0,0 0,0 0,0 0,0 0,0 0,0 0,0 0,0 0,0 0,0-1,0 1,0-1,0 1,0 0,1-1,-1 1,0-1,0 0,0 1,0-1,1 0,-1 0,0 1,1-1,-1 0,1 0,-1 0,1 0,-1 0,1 0,-1 0,-17-46,12 13,1-1,2 0,1 0,2-1,2 1,1 0,2 0,1 0,2 1,1 0,1 0,2 1,8-13,-7 17,1 1,0 0,3 1,0 1,1 1,2 0,0 2,2 0,0 1,2 2,21-15,-45 33,1 1,0 0,0 0,0 0,0 0,0 0,0 0,1 0,-1 1,0-1,0 0,1 1,-1-1,0 0,1 1,-1 0,0-1,1 1,-1 0,1 0,-1 0,1 0,-1 0,0 0,1 0,-1 0,1 0,-1 1,0-1,1 1,-1-1,0 1,1-1,-1 1,0 0,0 0,1 0,-1 0,0-1,0 1,0 1,0-1,0 1,2 8,-1 0,-1 1,0-1,0 1,-1-1,0 1,-1-1,-1 6,1 9,0-17,0 1,0 0,0 0,1 0,1 0,-1 0,1 0,1-1,-1 1,2 0,-1-1,1 1,0-1,1 0,1 2,19 3,-12-16</inkml:trace>
  <inkml:trace contextRef="#ctx0" brushRef="#br1" timeOffset="127967.584">8715 10915,'-5'7,"6"7,9 3,3-1</inkml:trace>
  <inkml:trace contextRef="#ctx0" brushRef="#br1" timeOffset="128520.295">9210 11156,'-10'-4,"-1"0,1 0,-1 1,1 1,-1 0,0 0,0 1,0 0,-8 1,15 0,-1 1,1 0,-1 0,1 0,0 0,0 0,-1 1,1 0,0 0,1 0,-1 0,0 1,1 0,-1-1,1 1,0 0,0 1,0-1,0 1,0-1,1 1,0 0,-1 0,1 0,1 0,-1 0,1-1,0 1,0 0,0 0,0-1,1 1,0 0,0 0,0 0,0 0,0 0,1-1,0 1,-1 0,1 0,1-1,-1 1,1 0,-1-1,1 0,0 1,0-1,1 0,-1 0,0 0,1 0,0 0,0-1,0 1,0-1,0 0,0 0,1 0,-1 0,1-1,-1 1,1-1,0 0,-1 0,3 0,13 2,0-1,0 0,0-2,0 0,0-1,-1-1,1-1,0-1,-1 0,0-1,0-1,0-1,-1-1,1 0,-2-1,11-8,-26 16,-1 0,1 0,0 0,0 1,0-1,0 0,-1 0,1 0,0 1,1-1,-1 0,0 1,0-1,0 1,0-1,0 1,0 0,1-1,-1 1,0 0,0 0,1 0,-1 0,0 0,0 0,0 0,1 0,-1 1,0-1,0 0,0 1,1-1,-1 1,0-1,0 1,0-1,0 1,0 0,0 0,0 0,0-1,-1 1,1 0,0 0,0 0,-1 0,1 0,0 0,-1 1,1-1,-1 0,0 0,1 1,0 16,-1-15,-1 0,1 0,0 0,0 0,0 0,1 0,-1-1,1 1,-1 0,1 0,0 0,0-1,0 1,1-1,-1 1,1-1,-1 1,1-1,0 0,0 1,0-1,0 0,0 0,0-1,1 1,-1 0,7 0,0-1,1 0,-1 0,0-1,0 0,0-1,0 0,0 0,0-1,0 0,0-1,0 0,-1 0,1-1,-1 0,0 0,0-1,0 0,-1 0,0-1,0 0,0-1,-1 1,0-1,1-2,-4 6,1 0,-1 0,0-1,0 0,0 0,-1 0,1 0,-1 0,0 0,0 0,-1-1,1 1,-1-1,0 1,0-1,0 0,-1 1,0-1,0 0,0 1,0-1,-1 0,1 1,-1-1,-1 1,1-1,-1 1,1-1,-1 1,0 0,-1 0,1 0,-1 0,0 0,0 1,0-1,0 1,-1-1,1 1,-2 0,-3-2,-1 1,1 0,-1 1,0 0,0 1,0 0,-1 0,1 1,0 0,-1 0,1 1,0 0,-1 1,1 0,0 1,0 0,-1 0,1 1,1 0,-1 1,0-1,1 2,0-1,0 1,0 1,1-1,-1 1,1 0,1 1,-1 0,1 0,0 0,1 1,0 0,0 0,0 2,3-8,1 1,-1-1,1 1,0 0,0-1,0 1,0 0,1 0,-1-1,1 1,-1 0,1 0,0 0,0 0,0 0,1 0,-1-1,1 1,0 0,-1 0,1 0,0-1,1 1,-1 0,0-1,1 1,-1-1,1 0,0 1,0-1,0 0,0 0,0 0,0-1,1 1,-1 0,1-1,-1 1,1-1,0 0,-1 0,2 0,34 7,2-6</inkml:trace>
  <inkml:trace contextRef="#ctx0" brushRef="#br1" timeOffset="128818.901">9758 10756,'-5'-3,"0"1,0 0,0 0,-1 1,1 0,0-1,-1 2,1-1,0 1,-1-1,1 2,-1-1,1 0,0 1,-1 0,1 1,0-1,0 1,0 0,0 0,0 0,0 1,0 0,1 0,0 0,-1 0,1 1,0-1,0 2,-3 8,1 1,0-1,1 1,1 0,0 0,1 0,1 0,0 1,1-1,0 1,1-1,1 1,0-1,1 1,1-1,0 0,4 12,-4-13,0 1,1 0,0-1,1 0,1 0,0 0,1-1,0 0,1 0,0 0,1-1,0-1,1 0,0 0,0 0,1-1,0-1,1 0,0-1,0 0,1-1,3 1,109 7,-82-13</inkml:trace>
  <inkml:trace contextRef="#ctx0" brushRef="#br1" timeOffset="140908.638">8929 13282,'10'78,"18"361,-15-180,16 35,2-143,-30-149,0 0,1 1,-1-1,1 0,0 0,0 0,0 0,0-1,0 1,0 0,0-1,1 0,-1 1,1-1,-1 0,1 0,-1 0,1-1,-1 1,1-1,0 1,-1-1,1 0,0 0,0 0,-1 0,1 0,0-1,-1 1,1-1,-1 0,1 0,-1 0,2 0,12-2,83-10,69-13,1 7,1 7,0 8,0 7,44 11,15 39,-208-51,-30-9,-7 2</inkml:trace>
  <inkml:trace contextRef="#ctx0" brushRef="#br1" timeOffset="142761.585">8969 13135,'-11'-63,"5"35,2-1,0 1,2-1,1 0,1-6,0 33,1 0,-1 0,1 0,-1 0,1 0,-1 0,1 0,0 0,0 0,0 1,0-1,0 0,1 0,-1 1,0-1,1 1,-1 0,1-1,-1 1,1 0,0 0,0 0,-1 0,1 0,0 0,0 0,0 1,0-1,0 1,0-1,0 1,0 0,0 0,0 0,0 0,0 0,0 0,0 1,0-1,2 1,193 12,274-4,267 9,-175-28,-561 10,-1 0,0-1,0 1,0-1,1 1,-1-1,0 1,0 0,1 0,-1-1,0 1,1 0,-1 0,0 0,0 1,1-1,-1 0,0 0,0 1,1-1,-1 1,0-1,0 1,0-1,0 1,0 0,0 0,0-1,0 1,0 0,0 0,0 0,0 0,0 0,-1 0,1 0,0 0,-1 1,1-1,-1 0,1 0,-1 0,0 1,0-1,1 0,-1 0,0 1,-28 114,25 218,6 151,3-421,3 0,2-1,17 49,-23-85,-1 0,-1 1,-2 0,0-1,-4 20,2 16,1-59,-1-1,1 0,-1 0,0 1,0-1,0 0,-1 0,1 0,-1 0,0 0,1 0,-1-1,-1 1,1-1,0 1,0-1,-1 0,0 0,1 0,-1 0,0 0,0 0,0-1,0 1,0-1,0 0,0 0,-1 0,1-1,0 1,0-1,-1 0,1 0,0 0,-1 0,1 0,0-1,-4 0,-472-1,415 2</inkml:trace>
  <inkml:trace contextRef="#ctx0" brushRef="#br1" timeOffset="144414.756">9477 13710,'0'2,"4"1,5 0,6 1,9 1,6-1,7-1,5-1,1-1,-1 0,-4-1,-4 0,-5 0,-7-3,-8 0</inkml:trace>
  <inkml:trace contextRef="#ctx0" brushRef="#br1" timeOffset="144789.141">9665 13402,'-2'1,"1"0,0 0,0 1,-1-1,1 0,0 0,0 1,0-1,1 0,-1 1,0-1,0 1,1-1,-1 1,1-1,-1 1,1 0,0-1,0 1,0 0,0-1,0 1,0-1,0 1,0 0,0-1,1 1,-1 0,1-1,-1 1,1-1,0 1,0-1,-1 0,1 1,0-1,0 0,0 1,1-1,-1 0,0 0,0 0,1 0,-1 0,0 0,1 0,-1-1,1 1,-1 0,2-1,0 0,0 0,0-1,0 0,1 0,-1 0,0 0,-1 0,1 0,0-1,0 0,-1 1,1-1,0 0,-1 0,0 0,1-1,-1 1,0 0,0-1,-1 0,1 1,0-1,-1 0,0 0,0 0,1 0,-2 0,1 0,0 0,-1 0,1 0,-1-1,0 1,0-1,-1 2,0 1,-1-1,1 1,0-1,-1 1,1 0,-1 0,0 0,1 0,-1 0,0 0,1 0,-1 0,0 1,0-1,0 1,0-1,0 1,1 0,-1 0,0-1,0 1,0 1,0-1,0 0,0 0,0 1,0-1,0 1,1 0,-1-1,0 1,0 0,1 0,-1 0,1 0,-1 1,1-1,-1 0,1 1,-1-1,1 1,0-1,-1 2,-7 13,3 0</inkml:trace>
  <inkml:trace contextRef="#ctx0" brushRef="#br1" timeOffset="145102.08">9731 14017,'7'0,"2"-2,2-4,-1-2,-2-2,-3-2,-4 1,-5 2,-5 6,-5 3,-1 3,1 4,3 3,4 2,7-1,11-5,12-5,3-4</inkml:trace>
  <inkml:trace contextRef="#ctx0" brushRef="#br1" timeOffset="145529.758">10159 13443,'-1'-2,"1"0,-1 0,1 0,-1 0,1 0,0 0,0 0,0 0,0 0,0 0,1 0,-1 1,1-1,-1 0,1 0,0 0,-1 0,1 0,0 1,0-1,0 0,1 1,-1-1,0 1,1-1,-1 1,0 0,1-1,0 1,-1 0,1 0,0 0,-1 0,1 1,0-1,0 0,0 1,0-1,0 1,0 0,5-2,1 1,-1 1,0-1,1 1,-1 0,1 1,-1 0,0 0,0 1,4 1,-5-2,-1 2,0-1,1 1,-1 0,0 0,-1 0,1 1,-1-1,1 1,-1 0,0 1,-1-1,1 1,-1-1,0 1,0 0,0 0,0 1,-1-1,0 0,0 1,-1-1,0 1,0 0,0 0,0-1,-1 1,0 0,0 0,-1-1,1 1,-1 0,-1 0,1-1,-1 1,0 0,-6 14,-1-1,-1 0,-1-1,0 0,-1-1,-1 0,-1-1,0 0,-1-1,-6 3,-68 81,89-98,-1-1,0 1,1-1,-1 1,1 0,-1-1,1 1,-1 0,1 0,-1-1,1 1,0 0,-1 0,1 0,0-1,0 1,-1 0,1 0,0 0,0 0,0 0,0-1,0 1,0 0,0 0,1 0,-1 0,0-1,0 1,1 0,-1 0,0 0,1-1,-1 1,1 0,-1 0,1-1,-1 1,1-1,0 1,-1 0,1-1,0 1,-1-1,1 1,0-1,43 9,162-23,-155 8,16-2</inkml:trace>
  <inkml:trace contextRef="#ctx0" brushRef="#br1" timeOffset="148283.849">10948 13523,'568'-26,"-557"26,-10-1,1 0,1 0,-1 0,0 1,0-1,0 1,0 0,0 0,0-1,1 1,-1 1,0-1,0 0,0 0,0 1,0-1,0 1,1 0,-1 0,0 0,-1 0,1 0,0 0,0 0,0 0,-1 1,1-1,-1 1,1-1,-1 1,1 0,-1-1,0 1,0 0,0 0,0 0,0 0,0 0,-1 0,1 0,-1 0,1 1,-2 17,-3 33,2 1,3 0,4 21,83 422,-63 71,2-175,-43-92,5-139,10 134,2-143,7 80,-7-220,2 7,-1-30,-2-7</inkml:trace>
  <inkml:trace contextRef="#ctx0" brushRef="#br1" timeOffset="148698.998">11402 15261,'14'32,"4"0,2-1,1-1,2-1,1-1,1 0,1-2,1-2,19 14,52 17,-95-54,1 0,-1 0,1 0,-1 0,1-1,0 1,-1-1,1 0,-1 0,1-1,0 1,-1-1,1 0,-1 1,1-2,-1 1,0 0,1-1,-1 1,0-1,0 0,0 0,0 0,0-1,0 1,-1-1,1 1,-1-1,1-1,8-15,-1 0,-1 0,-1-1,-1 0,-1-1,0 0,-2 0,2-17,1 5,9-49,-2 3,4 0,25-65,-27 104</inkml:trace>
  <inkml:trace contextRef="#ctx0" brushRef="#br1" timeOffset="150119.422">12150 16183,'-25'24,"1"1,1 0,1 2,1 1,2 0,1 2,1 0,1 0,2 2,1 0,1 0,2 2,2-1,-5 31,13-55,0-1,0 1,1 0,-1-1,2 1,0 0,0-1,0 0,1 1,0-1,1 1,-2-6,-1 0,1 0,-1-1,1 1,0-1,0 0,0 1,0-1,0 0,0 0,1 0,-1-1,1 1,0 0,-1-1,1 0,0 1,0-1,0 0,0-1,-1 1,1 0,1-1,-1 0,0 0,0 0,0 0,0 0,0 0,0-1,0 0,0 1,0-1,7-4,0-1,-1 0,0 0,0 0,0-1,-1-1,0 0,-1 0,1 0,-2-1,1 0,-1 0,0-1,1-3,-5 10,29-46,-3-1,-1-1,-3-1,-2-1,-3-1,-1-1,-4-1,-1 0,-3-1,0-28,-10 72,1-1,-2 1,1-1,-2 1,0 0,-1-1,0 1,-4-9,6 18,-1 1,1-1,-1 1,0-1,0 1,0 0,0 0,-1 0,1 0,-1 0,0 0,0 1,0-1,0 1,0 0,-1 0,1 0,-1 0,1 1,-1-1,0 1,1 0,-1 0,0 0,0 1,0 0,0-1,1 1,-1 0,0 1,-3 0,-1 0,0 1,0 0,0 1,1-1,-1 2,1-1,0 1,0 0,0 0,0 1,1 0,0 0,0 1,0 0,0 0,1 0,0 0,-1 5,-3 2,1 0,1 0,0 1,1 1,1-1,0 1,1 0,1 0,-1 6,3 7,2-1,0 1,2 0,1-1,2 1,0-1,2 0,1-1,0 0,3 0,0-1,1-1,7 9,-1 2,-1 0,-2 1,-2 1,-1 0,-2 1,2 17,-6 59,-8-88</inkml:trace>
  <inkml:trace contextRef="#ctx0" brushRef="#br1" timeOffset="151763.985">12699 16624,'-121'399,"117"-386,-1 3,8-22,20-60,-4-1,-2-1,1-24,9-39,-24 116,0-1,1 1,0-1,1 1,0 0,1 0,1 1,8-13,-14 26,-1 0,0 0,1 0,-1 1,1-1,-1 0,1 1,-1-1,1 0,-1 1,1-1,0 0,-1 1,1-1,0 1,-1 0,1-1,0 1,0-1,0 1,-1 0,1 0,0-1,0 1,0 0,0 0,0 0,-1 0,1 0,0 0,0 0,0 0,0 1,0-1,-1 0,1 0,0 1,0-1,0 1,-1-1,1 0,0 1,0-1,-1 1,1 0,21 36,-20-32,129 373,-69-226,-56-144,-4-7</inkml:trace>
  <inkml:trace contextRef="#ctx0" brushRef="#br1" timeOffset="152009.948">12699 16785,'5'-3,"10"1,12-1,12 0,12 2,5-3,1 1,-5-1,-10 2,-10 0</inkml:trace>
  <inkml:trace contextRef="#ctx0" brushRef="#br1" timeOffset="153555.403">6830 13617,'59'0,"274"1,55 20,-99-5,81-14,-203-3,-48 15,41-15,-145-6,-15 1</inkml:trace>
  <inkml:trace contextRef="#ctx0" brushRef="#br1" timeOffset="154575.418">5360 13375,'0'17,"0"-16,-3-53,1 46,1 1,-1-1,0 1,0 0,-1 0,1-1,-1 1,0 1,-1-1,1 0,-1 1,0 0,0 0,0 0,0 0,-1 1,0 0,0-1,0 2,0-1,0 1,0-1,-1 1,1 1,-1-1,1 1,-1 0,0 0,-1 1,-1-1,1 1,-1 0,1 0,-1 1,1 0,-1 0,1 1,0 0,-1 0,1 0,0 1,0 1,1-1,-1 1,1 0,0 0,0 1,0 0,0 0,1 0,0 1,-1 1,-1 3,0 0,1 0,1 1,0 0,0 0,1 1,0-1,1 1,0 0,1 0,1 0,0 0,0 0,1 0,0 1,2-1,-1 0,1 0,1-1,0 1,1 0,0-1,0 0,2 0,-1 0,1 0,1-1,0 0,0 0,1-1,0 0,1-1,0 1,0-2,0 1,10 5,-4-6,0-1,0 0,1-1,0-1,0 0,0-1,0-1,1 0,-1-1,0-1,1-1,-1 0,0-1,0-1,0 0,0-1,0-1,-1-1,1 0,-1-1,-1 0,0-1,0-1,0 0,18-22,-20 16</inkml:trace>
  <inkml:trace contextRef="#ctx0" brushRef="#br1" timeOffset="154835.764">5734 13229,'-3'18,"0"17,1 15,-1 9,2 5,0-1,0-3,1-5,0-8,2-9,4-9,-1-10</inkml:trace>
  <inkml:trace contextRef="#ctx0" brushRef="#br1" timeOffset="155180.96">5988 13255,'1'5,"-1"-1,0 1,-1 0,1-1,-1 1,1 0,-2-1,1 1,0-1,-1 1,0-1,0 0,0 1,0-1,-1 0,0 0,0-1,0 1,0-1,-1 1,2 0,-20 23,-1-1,-1-1,-1-1,-21 16,44-40,0 1,1 0,-1 0,0 0,1 0,-1 0,1 0,-1 1,1-1,0 0,-1 1,1-1,0 1,0 0,0-1,0 1,0 0,1-1,-1 1,0 0,1 0,-1 0,1 0,0-1,0 1,-1 0,1 0,0 0,1 0,-1 0,0 0,1 0,-1-1,1 1,-1 0,1 0,0 0,0 0,10 9,0-1,1 1,0-2,0 0,1 0,1-1,0-1,0 0,0-1,6 2,-14-6,12 7,1-1,1-1,-1-1,1 0,0-2,0 0,0-2,1 0,17-1,-15-5,-4-2</inkml:trace>
  <inkml:trace contextRef="#ctx0" brushRef="#br1" timeOffset="155647.629">6336 13349,'-3'38,"-1"-1,-1 1,-3-1,-1 0,-1-1,-2 0,-2 0,-1-2,-2 1,9-23,20-42,-10 23,191-504,-182 488,-11 23,0 0,0 0,0 0,1 1,-1-1,0 0,0 0,0 0,0 1,0-1,1 0,-1 0,0 0,0 0,0 0,1 0,-1 1,0-1,0 0,0 0,1 0,-1 0,0 0,0 0,0 0,1 0,-1 0,0 0,0 0,1 0,-1 0,0 0,0 0,0 0,1 0,-1 0,0-1,0 1,0 0,1 0,-1 0,0 0,0 0,0 0,0-1,1 1,-1 0,0 0,0 0,0 0,0-1,0 1,0 0,1 0,-1 0,0-1,0 1,0 0,0 0,1 23,-1-20,1 31,-3 40,3 0,3 0,3 0,4-1,3 0,3-1,17 42,-22-84,-2-7</inkml:trace>
  <inkml:trace contextRef="#ctx0" brushRef="#br1" timeOffset="155900.471">6282 13496,'18'0,"20"0,19-2,16-3,4-4,-10 1</inkml:trace>
  <inkml:trace contextRef="#ctx0" brushRef="#br1" timeOffset="157792.099">14624 12814,'29'374,"-17"223,-13-564,2 0,1 0,2 0,1 0,1 0,2-1,11 30,-17-59,0-1,0 0,0 0,0 0,0 0,1 0,-1 0,1 0,-1-1,1 1,-1-1,1 0,0 0,0 0,-1 0,1 0,0-1,0 1,0-1,0 0,0 0,0 0,0 0,0 0,0-1,0 1,0-1,-1 0,1 0,0 0,31-2,126 40,89-23,436-12,-153-29,-56 1,447 26,-417 13,-203 0,-317-13,-7 0</inkml:trace>
  <inkml:trace contextRef="#ctx0" brushRef="#br1" timeOffset="159861.346">14744 13081,'-2'1,"-1"-1,0 1,1-1,-1 0,0 0,1 0,-1 0,0 0,0 0,1-1,-1 1,0-1,1 0,-1 0,1 0,-1 0,1-1,-1 1,1 0,0-1,0 0,0 1,0-1,0 0,0 0,0 0,0-1,1 1,-1 0,1-1,0 1,0-1,0 1,0-1,-6-125,9 84,12-250,-14 292,-1 1,1-1,0 0,0 0,0 1,0-1,0 0,1 0,-1 1,1-1,-1 0,1 1,-1-1,1 0,0 1,0-1,0 1,0-1,0 1,0 0,0-1,0 1,0 0,1 0,-1 0,1 0,-1 0,1 0,-1 0,1 0,-1 1,1-1,0 0,-1 1,1-1,0 1,0 0,-1 0,1 0,0 0,1 0,353 2,-313-3,423-16,125 24,523 28,-33-26,-692-10,-380 1,-7-1,0 0,-1 1,1 0,0-1,0 1,0 0,-1 0,1 0,0 0,0 1,0-1,0 0,-1 1,1-1,0 1,0-1,-1 1,1 0,-1 0,1 0,-1 0,1 0,-1 0,1 0,-1 1,0-1,0 0,1 1,-1-1,0 1,0-1,-1 1,1 0,0-1,0 1,-1 0,1 0,0 11,-1 0,-1 1,0-1,0 0,-1 0,-1 0,-1 3,-7 42,3 40,5 1,5 16,-1-17,8 288,-8-292,-3 0,-13 80,12-144,1-1,2 0,1 1,1-1,2 5,-3-33,-1 0,1 0,-1 0,1 0,-1 0,0 1,1-1,-1 0,0 0,0 0,0 0,0 0,0 0,0 1,0-1,0 0,0 0,-1 0,1 0,0 0,-1 0,1 0,-1 0,1 0,-1 0,1 0,-1 0,0 0,0 0,1 0,-1 0,0-1,0 1,0 0,0-1,0 1,0 0,0-1,0 1,0-1,0 0,0 1,0-1,0 0,0 0,-1 0,1 1,-125-22,52 9,-2 0</inkml:trace>
  <inkml:trace contextRef="#ctx0" brushRef="#br1" timeOffset="160730.528">15787 13362,'12'0,"9"0,10 0,5 0,3 0,3 0,-2 0,-3 0,-3 2,-6 1,-4 0,-5-1,-3 0,-2-1,-1-5,-3-4,-3-1</inkml:trace>
  <inkml:trace contextRef="#ctx0" brushRef="#br1" timeOffset="161060.835">16014 13121,'-4'0,"1"0,-1 0,1 0,-1 0,1 0,-1 1,1 0,-1-1,1 1,-1 1,1-1,0 0,0 1,0 0,0-1,0 1,0 0,0 1,0-1,1 0,-1 2,2-4,1 1,0-1,-1 1,1-1,0 1,0 0,0-1,-1 1,1-1,0 1,0 0,0-1,0 1,0-1,0 1,0 0,0-1,0 1,0-1,1 1,-1 0,0-1,0 1,1-1,-1 1,0-1,1 1,-1-1,0 1,1-1,-1 1,1-1,-1 0,0 1,1-1,-1 1,1-1,-1 0,1 0,0 1,-1-1,1 0,-1 0,1 0,-1 0,1 1,0-1,-1 0,1 0,-1 0,1 0,0 0,33-2,-32 2,1-1,-1 1,0-1,1 0,-1 0,0 0,1 0,-1 0,0 0,0-1,0 1,0-1,0 1,-1-1,1 0,0 0,-1 0,1 0,-1 0,0 0,0 0,1 0,-2-1,1 1,0 0,0-1,-1 1,1 0,-1-1,0 1,1-1,-1 1,0-1,-1 1,1-1,0 1,-1-1,1 1,-1 0,0-1,0 1,0 0,0 0,0-1,0 1,-1 0,-35-3,24 10</inkml:trace>
  <inkml:trace contextRef="#ctx0" brushRef="#br1" timeOffset="161382.015">16041 13589,'2'7,"3"2,4 0,1-4,0-5,-2-6,-2-3,-8 0,-4 1,-7 5,-5 4,-2 5,0 4,4 4,8 2,14-1,13-4,5-3</inkml:trace>
  <inkml:trace contextRef="#ctx0" brushRef="#br1" timeOffset="161904.811">16777 13149,'-4'-2,"-2"-2,0 0,0 0,0 1,0-1,-1 2,1-1,-1 1,0 0,0 0,0 1,0 0,0 0,0 0,0 1,-7 1,12 0,0-1,1 1,-1 0,0-1,1 1,-1 0,0 0,1 0,-1 1,1-1,0 0,-1 0,1 1,0-1,0 1,0-1,0 1,0 0,0-1,0 1,0 0,1 0,-1-1,1 1,-1 0,1 0,0 0,0 0,0 0,0-1,0 1,0 0,0 1,20 60,-1-34,1-1,1-2,1 0,2-1,1-1,0-1,5 1,61 60,-78-72,-9-9,0 1,0-1,0 1,-1 0,1 0,-1 0,0 1,0-1,-1 1,1-1,-1 1,0 0,1 4,-3-6,-1-1,0 0,0 0,0 0,0 0,0 1,-1-1,1-1,0 1,-1 0,0 0,1 0,-1-1,0 1,0-1,0 0,0 1,0-1,0 0,0 0,0 0,0 0,-1-1,1 1,0-1,-1 1,1-1,0 0,-3 0,-19 5,-1-1,0-1,1-1,-1-2,0 0,-14-3,36 3,0 0,-1 0,1 0,0 0,-1 0,1-1,0 0,-1 1,1-1,0 0,0-1,0 1,0-1,0 1,0-1,0 0,1 0,-1 0,1 0,-1-1,1 1,0-1,0 1,0-1,0 0,0 0,1 0,-1 0,1 0,0 0,0 0,0 0,0-1,0-2,3-2,1 0,-1 0,2 1,-1-1,1 1,0 0,1 0,-1 0,2 0,-1 1,1 0,-1 0,6-4,-6 5,82-77,-64 64,-1-1,0-1,-2-1,0-1,-2-1,0-1,-2 0,-1-1,13-27,-26 48,0-1,0 1,0 0,-1-1,1 0,-1 1,0-1,-1 0,1 0,-1 1,0-1,0 0,0 0,-1 1,0-1,0 0,0 0,0 1,-1-1,0 1,0-1,0 1,0 0,-1 0,1 0,-1 0,0 0,0 1,-1-1,1 1,-1 0,0 0,1 0,-1 0,-1 1,1 0,0 0,-3 0,1 0,0 0,-1 1,1 0,-1 1,0 0,1 0,-1 0,0 1,1-1,-1 2,1-1,0 1,-1 0,1 0,0 1,0 0,0 0,0 0,-3 3,-2 2,-1 1,2 0,-1 1,1 0,0 1,1 0,1 0,-8 13,-10 21</inkml:trace>
  <inkml:trace contextRef="#ctx0" brushRef="#br1" timeOffset="162697.687">15506 14218,'1'0,"-1"-1,1 1,-1-1,0 1,1 0,-1 0,1-1,-1 1,1 0,-1 0,1 0,-1-1,1 1,-1 0,1 0,-1 0,1 0,-1 0,1 0,-1 0,1 0,-1 0,1 0,-1 0,1 0,-1 1,1-1,-1 0,1 0,-1 0,1 1,-1-1,1 0,-1 1,0-1,1 0,-1 1,0-1,1 0,-1 1,0-1,1 1,-1-1,0 1,0-1,1 1,-1-1,0 1,0-1,0 1,0-1,0 1,0-1,0 1,0-1,0 1,0-1,0 1,0-1,0 1,0-1,0 1,0-1,-1 1,1-1,0 1,0-1,-1 1,1-1,8 53,-2-1,-3 1,-2 27,0-28,-6 779,-1-337,6-444,-11 170,6-194</inkml:trace>
  <inkml:trace contextRef="#ctx0" brushRef="#br1" timeOffset="163755.22">15466 16450,'-26'26,"0"0,2 2,1 1,2 1,1 0,1 2,1 0,2 1,2 1,0 0,-4 22,17-53,0-1,0 0,0 1,0-1,0 1,0 0,1-1,0 1,-1 0,1-1,0 1,0 0,0-1,0 1,1-1,-1 1,1 0,0-1,-1 1,1-1,0 1,1-1,-1 0,0 1,1-1,-1 0,1 0,0 0,0 0,-1 0,1 0,1 0,-1-1,0 1,0-1,1 0,1 1,6-3,1 0,0-2,-1 1,0-1,1-1,-1 1,0-2,-1 0,1 0,-1 0,0-1,0-1,-1 1,0-2,1 0,12-11,0-1,-2 0,0-2,-1 0,-2-1,0-1,-1-1,-2 0,0-1,-2 0,-1 0,-1-1,-1-1,-1 0,-2 0,-1 0,-1 0,-1-27,-2 42,-1 0,0 0,0 0,-2 0,0 0,0 1,-1-1,-3-6,5 16,0-1,1 0,-1 0,-1 1,1-1,0 1,-1 0,0 0,0 0,0 0,0 0,0 0,-1 1,1 0,-1 0,1 0,-1 0,0 0,0 1,0-1,0 1,0 0,0 0,0 1,0-1,0 1,-1 0,0 0,-2 1,0 0,0 1,0 0,0 0,0 0,0 1,1 0,-1 0,1 1,0-1,0 1,1 1,-1-1,1 1,0 0,0 0,0 1,-2 3,-3 4,1 1,1 0,0 1,1 0,0 0,2 0,-4 12,3-3,1 0,2 0,0 0,1 1,1-1,2 1,0 0,2-1,1 0,0 0,2 0,1 0,1-1,1 0,0 0,2-1,1-1,1 0,0 0,7 5,-4-3,2 0,1-2,1 0,0-2,1 0,2-1,0-1,6 3,-6-10,-6-4</inkml:trace>
  <inkml:trace contextRef="#ctx0" brushRef="#br1" timeOffset="164326.061">15773 16757,'-2'92,"-4"0,-9 33,32-239,6 2,13-31,2 71,-36 70,-1 0,1 1,0-1,0 0,0 1,0-1,0 1,1 0,-1 0,0 0,1 0,-1 0,0 1,1-1,-1 1,1-1,-1 1,1 0,-1 0,1 0,-1 0,1 0,-1 1,1-1,-1 1,1 0,-1 0,0-1,1 2,0-1,4 2,-1 1,0-1,0 1,0 0,0 0,0 1,-1-1,0 1,0 1,0-1,-1 1,0-1,0 1,0 1,-1-1,0 0,0 1,0-1,-1 1,0 0,-1 0,1 0,-1 0,-1 0,1 0,-1 0,0 1,-1-1,0 0,0 0,0 0,-1 0,0 0,0-1,-1 1,0-1,0 1,-4 4,1-4,-1 1,0-1,0-1,-1 1,1-1,-2 0,1-1,0 0,-1 0,0-1,0 0,-1-1,1 0,-9 2,2-4,35-17,-4 11,0 0,1 1,-1 1,1 0,0 1,0 1,-1 1,1 0,0 1,0 0,0 1,-1 1,1 1,-1 0,0 1,0 1,2 1,-13-5,1 0,-1 0,0 1,0-1,0 1,0 0,0 0,-1 0,1 1,-1-1,0 1,0 0,0 0,-1 0,1 0,-1 0,0 1,0-1,-1 1,1-1,-1 1,0-1,0 1,-1 0,1 0,-1 0,0-1,0 1,-1 0,1 0,-1 0,0-1,-1 1,1-1,-1 1,0-1,0 1,-9 9,-1-2,0 1,-1-1,0-1,-1 0,-1-1,1-1,-2 0,1-1,-1 0,0-2,-1 0,1 0,-14 1,24-5,1-1,-1 0,0 0,0 0,0-1,0 1,0-2,0 1,1-1,-1 1,0-2,0 1,-1-1,-20-12</inkml:trace>
  <inkml:trace contextRef="#ctx0" brushRef="#br1" timeOffset="165007.598">16790 14111,'0'13,"0"21,0 25,0 30,-2 29,-4 26,-2 23,-3 18,-1 8,1-1,3-8,2-13,5-16,7-20,7-21,3-23,4-23,-1-22</inkml:trace>
  <inkml:trace contextRef="#ctx0" brushRef="#br1" timeOffset="165795.973">17071 16637,'-9'-2,"1"1,0 0,-1 0,1 1,-1 0,1 1,0-1,-1 1,1 1,0 0,0 0,-1 1,2 0,-1 0,0 1,1 0,-1 0,1 0,0 1,1 1,-1-1,1 1,0 0,1 0,-2 2,-6 8,1 0,1 1,1 1,0-1,1 2,1-1,0 1,2 1,-4 19,5-17,1 1,1 0,1 0,1 0,1 0,2 13,-1-28,0 1,0 0,1-1,0 1,0-1,1 0,1 0,-1 0,1 0,1 0,-1-1,1 0,0 0,1 0,0 0,0-1,0 0,5 3,-7-6,1-1,-1 1,1-1,-1 0,1 0,0 0,0-1,0 0,0 0,0 0,0 0,0-1,0 0,1 0,-1 0,0-1,0 1,0-1,0 0,0-1,0 0,0 1,-1-1,1-1,-1 1,1-1,1-1,7-5,0-1,-1 0,-1 0,0-1,0-1,-1 0,-1 0,5-9,4-9,-1-1,-2-1,-1-1,-2 1,-1-2,-2 0,-1 0,-1-1,-2 0,-2 0,-1 0,-3-32,-20-54,20 115,-1 1,0-1,0 1,-1 0,0 0,0 0,0 0,0 0,-1 0,1 1,-1 0,0 0,-1 0,1 0,-1 0,0 1,0 0,0 0,-2-1,2 3,1 0,-1 0,1 0,-1 1,1-1,-1 1,1 0,-1 1,1-1,0 1,-1 0,1 0,-1 0,1 0,0 1,0 0,0 0,0 0,0 0,0 1,0-1,1 1,-1 0,1 0,0 0,0 1,0-1,0 2,-6 6,0 1,2 0,-1 0,2 1,0 0,0 0,1 0,-1 8,1-1,1 1,1 0,1 0,1 0,1 0,1 0,1 0,1 0,0 0,2 0,0-1,1 0,2 0,0 0,0-1,2 0,1-1,0 0,6 6,153 178,-72-94,-79-85</inkml:trace>
  <inkml:trace contextRef="#ctx0" brushRef="#br1" timeOffset="166064.36">17739 17012,'-18'-2,"-16"3,-8 7,-4 8,-1 9,5 9,10 7,15 4,17 4,20-3,20-4,17-9,13-10,9-14,4-18,-13-6</inkml:trace>
  <inkml:trace contextRef="#ctx0" brushRef="#br1" timeOffset="166669.516">18140 14218,'0'0,"0"0,-1 1,1-1,0 0,0 1,0-1,0 0,0 0,0 1,0-1,0 0,0 1,0-1,0 0,0 1,0-1,0 0,0 0,0 1,0-1,0 0,0 1,1-1,-1 0,0 0,0 1,0-1,0 0,1 0,-1 0,0 1,0-1,0 0,1 0,-1 0,0 1,0-1,1 0,-1 0,0 0,1 0,-1 0,0 0,0 0,1 0,-1 1,0-1,1 0,-1 0,0 0,0-1,1 1,-1 0,0 0,1 0,-1 0,0 0,0 0,1 0,-1 0,0-1,1 1,-1 0,0 0,13 91,64 711,-28 397,-49-1118</inkml:trace>
  <inkml:trace contextRef="#ctx0" brushRef="#br1" timeOffset="167406.683">18674 16557,'-19'20,"1"1,0 0,1 1,2 1,0 0,1 1,2 1,0 0,2 1,1 0,1 0,-4 25,7-33,1 0,1 1,0 0,2 0,0-1,2 18,0-31,-1 0,1-1,0 1,0 0,0 0,0-1,1 1,0-1,0 1,0-1,1 0,0 0,-1 0,1 0,0 0,1-1,-1 1,1-1,0 0,0 0,0 0,0-1,0 1,0-1,1 0,-1 0,1 0,3 0,7-1,-1 0,0-1,0-1,0 0,0-1,0-1,0 0,0-1,-1 0,1-1,-1-1,0 0,-1 0,0-2,0 1,0-2,-1 1,0-1,1-3,5-5,-1-1,-1-1,-1 0,-1-1,-1-1,0 0,-2 0,0-1,-1 0,-2-1,0 0,-1 0,-2-1,0 1,-2-1,0 0,-2 0,-2-23,2 26,-2-1,0 1,-2 0,0 0,-1 0,-1 0,-1 1,-1 0,-4-7,7 17,-1 0,0 1,0 0,-1 0,0 0,0 1,-1 0,0 1,0 0,-1 0,0 0,0 1,-1 1,0-1,0 2,0-1,0 1,-10-1,14 3,1 0,-1 1,0-1,0 2,0-1,0 0,0 1,0 1,0-1,0 1,0 0,1 0,-1 0,0 1,0 0,1 0,-1 0,1 1,0 0,0 0,0 0,0 1,0 0,1 0,-1 0,1 0,0 1,1-1,-1 1,1 0,0 0,0 0,0 1,1-1,0 1,0 0,-1 3,3 8,1 0,0 0,1 0,1 0,0 0,1 0,1-1,1 1,1-1,0-1,0 1,2-1,0-1,3 4,85 137,-49-83,-4 2,28 64,9 114,-74-228</inkml:trace>
  <inkml:trace contextRef="#ctx0" brushRef="#br1" timeOffset="167654.166">19316 16972,'-4'20,"-2"16,-2 9,0 6,-1 3,2-1,1-4,2-9,2-9,1-7,1-10,0-12,3-11,0-11,0-1</inkml:trace>
  <inkml:trace contextRef="#ctx0" brushRef="#br1" timeOffset="167930.06">19316 16865,'5'-5,"5"6,11 9,9 10,7 8,8 9,2 4,0 5,-3 1,-7 2,-10 0,-9-3,-12-1,-19-5,-23-4,-28-5,-31-7,1-7</inkml:trace>
  <inkml:trace contextRef="#ctx0" brushRef="#br1" timeOffset="168531.761">17939 15113,'7'21,"1"-1,1 0,1-1,0 0,2-1,0 0,1-1,0 0,2-1,0 0,1-1,0-1,1-1,1 0,0-1,0-1,1-1,1-1,0 0,0-2,1 0,0-1,5 0,-15-3,0 0,0-2,0 1,0-1,0-1,1 1,-1-2,0 0,0 0,0-1,0-1,0 0,0 0,0-1,-1 0,0-1,0 0,0-1,-1 0,1 0,-1-1,-1 0,1-1,-1 0,-1 0,0-1,0 0,1-2,2-9,-1 0,-1-1,-1 0,-1 0,-1 0,-1-1,-1 1,-1-1,0 0,-2 0,-1-12,-2-26</inkml:trace>
  <inkml:trace contextRef="#ctx0" brushRef="#br1" timeOffset="169103.372">16736 14806,'-1'23,"0"0,1 0,2 1,0-1,2-1,0 1,1 0,2-1,0 0,1 0,2-1,0 0,1-1,13 19,-20-35,-1-1,1 1,-1-1,1 0,0 0,1 0,-1 0,0-1,1 1,0-1,-1-1,1 1,0 0,0-1,0 0,0 0,0-1,0 1,0-1,0 0,0-1,0 1,0-1,0 0,0 0,0 0,0-1,-1 0,3-1,15-8,0-2,-1 0,-1-1,0-1,-1 0,-1-2,-1 0,0-1,-1-1,-1-1,0 0,-2-1,0 0,0-4,12-26</inkml:trace>
  <inkml:trace contextRef="#ctx0" brushRef="#br1" timeOffset="169656.892">15266 14819,'2'16,"3"15,6 12,7 12,7 4,10 2,6-3,7-8,3-14,1-12,-3-18,-2-18,-7-17,-10-3</inkml:trace>
  <inkml:trace contextRef="#ctx0" brushRef="#br1" timeOffset="172380.319">14624 13323,'-18'9,"-2"-1,1 0,-1-1,0-1,0-1,-1-1,1-1,-1 0,0-2,0 0,0-2,0 0,0-1,-6-3,19 4,-2 1,-1-1,0-1,1 0,-1 0,1-1,0 0,0-1,0 0,0-1,1 0,-6-4,13 6,0 0,1 0,0 0,0 0,-1 0,2 0,-1-1,0 1,1 0,-1-1,1 1,0 0,0-1,1 1,-1 0,0-1,1 1,0 0,0 0,0 0,0 0,1-1,-1 1,1 1,0-2,6-22,-2-12,-2 0,-2 0,-2 0,-2-11,1-12,0 11,-3-1,-2 1,-3 0,-1 0,-3 1,-1 0,-3 1,-2 1,-2 1,-2 0,-28-41,49 84,0 0,1-1,-1 1,0 0,0 0,0-1,-1 2,1-1,-1 0,1 0,-1 1,0-1,0 1,0 0,-1 0,1 0,0 0,-1 1,1-1,-1 1,0 0,1 0,-1 0,-3 0,-348 4,-368-4,189-13,-275 15,158 27,119-5,254-7,-349 40,94-20,326-34,104 10,-113 3,-54 11,60-27,108-24,-27 6,-56-4,71 11,-78 12,179-3,4 0</inkml:trace>
  <inkml:trace contextRef="#ctx0" brushRef="#br1" timeOffset="173628.733">11188 11971,'-9'-2,"-3"2,5 2,11 6,13 7,16 4,13 6,12 4,9 1,3-2,-3 1,-11 0,-14 2,-29 5,-37 7,-43 11,-45 8,-4-5</inkml:trace>
  <inkml:trace contextRef="#ctx0" brushRef="#br1" timeOffset="174850.661">7672 13362,'-8'-6,"5"4,0-1,0 1,0 0,-1 0,1 0,0 0,-1 0,0 1,1-1,-1 1,0 0,1 0,-1 1,0-1,0 1,-2 0,5 1,0 0,0 0,0 0,1 1,-1-1,0 0,1 0,-1 1,0-1,1 0,0 1,-1-1,1 1,0-1,0 1,-1-1,1 1,0-1,1 0,-1 1,0-1,0 1,1-1,-1 1,0-1,1 0,0 1,-1-1,1 0,0 0,0 1,-1-1,1 0,0 0,0 0,0 0,0 0,1 0,-1 0,14 13,1 0,0-1,1-1,0 0,1-2,0 0,1-1,0 0,0-2,12 3,167 68,-195-77,0-1,0 1,0 0,0 0,-1 0,1 1,0-1,0 0,-1 1,1 0,-1 0,0 0,0 0,1 0,-1 0,0 0,-1 1,1-1,0 1,-1-1,1 1,-1 0,0-1,0 1,0 0,0 0,0 0,-1 0,0 0,1 0,-1 0,0 0,0 0,0 0,-1 0,1 0,-1 0,0 0,0 0,0 0,0-1,-1 4,-9 6,-1 0,0 0,0-1,-1-1,0 0,-1-1,0 0,-1-1,-2 0,-98 50,-4-4</inkml:trace>
  <inkml:trace contextRef="#ctx0" brushRef="#br1" timeOffset="175900.879">5173 12079,'2'34,"-2"-34,1 0,-1 0,0 1,1-1,-1 0,0 0,1 0,-1 0,0 0,1 0,-1 0,0 0,1 0,-1 0,0-1,0 1,1 0,-1 0,0 0,1 0,-1 0,0-1,0 1,1 0,-1 0,0 0,0-1,1 1,-1 0,0 0,0-1,0 1,1 0,-1 0,0-1,0 1,0 0,0-1,0 1,0 0,0-1,1 1,-1 0,0-1,0 1,0 0,0-1,-1 1,1 0,0 0,0-1,0 1,0 0,0-1,0 1,0 0,-1-1,1 1,0 0,0 0,0-1,0 1,-1 0,1 0,0-5,0 0,0 0,0 0,0 1,-1-1,0 0,0 1,0-1,-1 0,1 1,-1-1,0 1,0 0,-1 0,1 0,-1 0,0 0,0 0,0 1,-1-1,1 1,-1 0,0 0,0 1,0-1,0 1,0-1,-1 1,1 1,-1-1,-6-3,-1 1,1 1,-1 0,0 1,0 0,0 0,0 1,0 1,0 0,0 1,-9 1,11 0,0 1,0 0,0 0,0 1,0 0,1 1,-1 0,1 0,1 1,-1 1,1-1,0 1,0 0,1 1,0 0,1 0,-1 1,1-1,1 1,0 1,0-1,1 1,0 0,1 0,0 0,0 0,1 0,1 1,0-1,0 1,1-1,0 1,1-1,0 1,0-1,3 6,-1-3,2-1,-1 1,2-1,0 0,0-1,1 1,0-1,1-1,0 1,1-1,0-1,1 0,0 0,0-1,1 0,0-1,0 0,1 0,0-2,0 1,0-1,1-1,-1-1,1 1,6 0,-1 0,1 0,0-2,0 0,0-2,0 0,0-1,0-1,-1 0,1-2,0 0,-1-1,0-1,0 0,-1-2,10-5,58-54,-55 34</inkml:trace>
  <inkml:trace contextRef="#ctx0" brushRef="#br1" timeOffset="176161.55">5480 11986,'0'4,"2"9,1 13,2 14,0 11,0 6,-2 5,-3 1,-2-4,0-7,0-8,2-11,7-13,1-11</inkml:trace>
  <inkml:trace contextRef="#ctx0" brushRef="#br1" timeOffset="176426.898">5800 12012,'-155'163,"53"-58,101-104,0 1,0-1,0 1,0 0,1-1,-1 1,1 0,-1 0,1 0,0-1,0 1,-1 0,1 0,1 0,-1 0,0 0,0-1,1 1,-1 0,1 0,-1-1,1 1,0 0,0-1,0 1,0 0,0-1,0 1,0-1,0 0,0 1,1-1,0 1,55 35,-55-36,51 26,2-3,0-3,1-2,1-2,31 4,-44-18,-29-5</inkml:trace>
  <inkml:trace contextRef="#ctx0" brushRef="#br1" timeOffset="178758.78">6282 12079,'-2'95,"-5"0,-4 0,-12 40,2-30,17-165,-20-341,23 374,1-1,1 1,2-1,0 1,2 0,1 0,3-6,-8 30,0 0,0 0,0 0,0 0,1 0,-1 0,1 0,-1 0,1 1,0-1,0 1,0-1,1 1,-1 0,0 0,1 0,0 0,-1 0,1 1,0-1,0 1,0 0,0 0,0 0,0 0,0 0,0 0,0 1,1 0,-1 0,0 0,3 0,9 4,-1 1,0 1,0 0,0 1,-1 1,0 0,0 0,3 4,11 7,-13-11,34 28,-47-34,0-1,0 0,0 1,0-1,0 0,0 1,0-1,-1 1,1-1,-1 1,1-1,-1 1,0 0,1-1,-1 1,0 0,0-1,0 1,0-1,-1 1,1 0,0-1,-1 1,1-1,-1 1,1 0,-1-1,0 0,1 1,-1-1,0 1,0-1,-1 1,-9 10,-2 0,1 0,-1-2,-1 1,0-2,-1 0,-7 4,-1 0,-47 29,70-42,0 0,-1 1,1-1,-1 0,1 1,0-1,-1 0,1 0,0 1,0-1,-1 1,1-1,0 0,0 1,-1-1,1 1,0-1,0 1,0-1,0 0,0 1,0-1,-1 1,1-1,0 1,0-1,1 1,-1-1,0 1,0-1,0 0,0 1,0-1,0 1,1-1,-1 1,0-1,0 0,0 1,1-1,-1 0,0 1,1-1,-1 0,0 1,1-1,-1 0,1 1,-1-1,0 0,1 0,-1 0,1 1,-1-1,1 0,-1 0,0 0,1 0,-1 0,1 0,-1 0,1 0,0 0,36 7,-33-6,25 3,11 0,0 2,-1 2,1 2,36 14,-73-24,0 1,1 0,-1 0,0 0,0 1,0-1,0 1,0-1,0 1,-1 0,1 0,-1 0,1 1,-1-1,0 1,1-1,-1 1,-1 0,1 0,0 0,-1 0,1 0,-1 0,0 0,0 0,0 0,-1 1,1-1,-1 0,0 1,0-1,0 0,0 1,0-1,-1 0,1 0,-1 1,0-1,-7 12,-1-1,0-1,-1 0,-1 0,0-1,-1 0,0-1,0 0,-1-1,-1-1,0 0,-12 6,18-10,-1-1,-1 0,1-1,0 0,-1 0,1-1,-1 0,0-1,0 0,0 0,0-1,1 0,-10-2,8 1,1 2,0 0,0 0,-1 0,1 1,0 1,0 0,-5 3,-7 1</inkml:trace>
  <inkml:trace contextRef="#ctx0" brushRef="#br0" timeOffset="196112.572">24169 7280,'0'0,"0"0,0 0,0 0,0 0,0 1,1-1,-1 0,0 0,0 0,0 0,0 1,1-1,-1 0,0 0,0 0,0 0,1 0,-1 0,0 0,0 0,0 1,1-1,-1 0,0 0,0 0,1 0,-1 0,0 0,0 0,1 0,-1-1,0 1,0 0,0 0,1 0,-1 0,0 0,0 0,0 0,1 0,-1-1,0 1,0 0,0 0,0 0,1 0,-1-1,0 1,0 0,0 0,0 0,0 0,0-1,0 1,0 0,1 0,-1-1,0 1,0 0,0 0,0 0,0-1,0 1,2 21,0 314,-16 438,15-491,-8 290,-17-333,12-142,3 0,5 37,5-127,-1-20,0-6</inkml:trace>
  <inkml:trace contextRef="#ctx0" brushRef="#br0" timeOffset="196973.207">25533 7373,'47'-86,"-47"86,0 0,1 1,-1-1,0 0,0 1,1-1,-1 0,1 1,-1-1,0 0,1 1,-1-1,0 0,1 0,-1 0,1 0,-1 1,1-1,-1 0,0 0,1 0,-1 0,1 0,-1 0,1 0,-1 0,1 0,-1 0,1 0,-1 0,0-1,1 1,-1 0,1 0,-1 0,1-1,-1 1,0 0,1 0,-1-1,0 1,1 0,-1-1,0 1,1 0,-1-1,0 1,0 0,0-1,1 1,-1-1,0 0,28 183,3 235,-20 319,-11-590,0 53,-2 238,-28 131,19-459,10-135,1-4</inkml:trace>
  <inkml:trace contextRef="#ctx0" brushRef="#br0" timeOffset="197663.435">27297 7119,'-27'536,"23"-383,-70 901,-38-95,92-818,17-123</inkml:trace>
  <inkml:trace contextRef="#ctx0" brushRef="#br0" timeOffset="198286.452">28568 7026,'8'118,"-1"729,-7-294,1 393,3-720,2-184</inkml:trace>
  <inkml:trace contextRef="#ctx0" brushRef="#br1" timeOffset="-167247.291">15974 3977,'110'9,"67"5,15-9,53 7,-163-3,1-4,58-5,-101 0,107 13,79 2,72-8,64-2,-357-7,-12-1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39.9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293 47,'-11'-22,"6"19,-1 0,1 0,-1 1,0 0,0 0,0 0,0 1,0 0,0 0,-1 0,1 1,0 0,0 0,-1 1,1 0,-6 1,2 0,-1 0,1 1,0 1,0-1,0 2,1-1,-1 1,1 1,0-1,1 2,-1-1,1 1,1 0,-1 2,4-6,1 1,0-1,0 1,0 0,0 0,1 0,-1 1,1-1,0 1,1-1,-1 1,1 0,0-1,0 1,0 0,1 0,-1 0,1 0,0-1,1 1,-1 0,1 0,0 0,0-1,1 1,0 0,-1-1,1 1,1-1,-1 0,2 2,6 5,1 0,1-1,0 0,0-1,1 0,0-1,1-1,-1 0,1-1,1 0,-1-1,1-1,0 0,0-1,0-1,1 0,-1-1,8 0,-8 1,0 0,0-1,0-1,0 0,0-1,0-1,0 0,0-1,0-1,-1 0,1-1,-1 0,-1-1,1-1,-1 0,0-1,0 0,-1-1,0 0,-1-1,0-1,-1 0,8-9,-11 9,-1 0,1-1,-2 0,1 0,-2 0,0-1,0 1,-1-1,-1 0,0 0,-1 0,0-13,-2 50,8 81,-4-99,0 1,0-1,1 0,-1 0,2 0,-1 0,0-1,1 1,0-1,1-1,-1 1,1-1,0 0,0 0,0 0,0-1,1 0,-1 0,1-1,0 1,0-2,0 1,0-1,0 0,0 0,0-1,0 0,0 0,0-1,1 0,-1 0,0-1,-1 1,1-2,0 1,0-1,-1 0,0 0,1-1,-1 1,-1-2,1 1,0 0,1-4,3-5,0 0,-1 0,-1-1,-1-1,0 1,0-1,-2-1,0 1,-1-1,0 1,-1-1,-1 0,0-5,-1 5,-15 39,10-7,0 0,0 0,2 0,0 1,1-1,0 1,2 0,1 9,-1-19,0 0,0 0,1 0,0 0,1-1,-1 1,1-1,1 1,-1-1,1 0,0 0,0 0,1-1,0 0,0 0,0 0,0 0,1-1,0 0,0 0,2 1,10 2,-1-1,1 0,0-2,0 0,1-1,-1 0,1-2,-1 0,1-1,0-1,-1-1,1-1,-1 0,0-2,7-2,35-11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35.6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5,'-2'16,"-1"19,0 17,0 15,2 13,2 8,1 4,1-2,2-3,-1-11,0-11,-1-14,-1-16</inkml:trace>
  <inkml:trace contextRef="#ctx0" brushRef="#br0" timeOffset="431.117">1 5,'0'-1,"1"1,0-1,0 1,0 0,0-1,0 1,0 0,0-1,0 1,0 0,0 0,0 0,0 0,0 0,0 0,0 0,0 0,0 0,0 1,0-1,-1 0,1 1,0-1,0 0,0 1,0-1,0 1,0 0,-1-1,1 1,0 0,-1-1,32 18,-1 1,-1 2,-2 0,0 2,-1 2,-1 0,-1 1,-1 3,-7-11,0 2,-1 0,-1 1,-2 1,0 0,-1 0,-1 1,-1 1,-1 0,-1 1,-1-1,-1 1,-2 0,0 1,-1 11,-4-26,0 0,-1 0,0 0,0 0,-2 0,1-1,-1 1,-1-1,0 0,0 0,-1-1,0 0,-1 0,0 0,0-1,-1 0,0 0,0-1,-1 0,0 0,-1-1,-9 5,3-2,-2 0,1-2,-1 0,0-1,-1 0,0-2,1 0,-1-1,-1-1,1-1,0-1,0 0,-1-1,-26-10,46 11,0 0,1 1,-1-1,1 0,-1 0,1 0,-1 0,0 0,1 1,-1-1,1 0,-1 0,1 0,-1 0,0 0,1 0,-1-1,1 1,-1 0,1 0,-1 0,0 0,1 0,-1-1,1 1,-1 0,0 0,1-1,-1 1,0 0,1 0,-1-1,0 1,0 0,1-1,-1 1,0-1,0 1,1 0,-1-1,0 1,0-1,0 1,0 0,0-1,0 1,0-1,0 1,0-1,0 1,0 0,0-1,0 1,0-1,0 1,0-1,0 1,0 0,-1-1,1 1,0-1,0 1,0 0,-1-1,1 1,0 0,-1-1,1 1,-1-1,20-1</inkml:trace>
  <inkml:trace contextRef="#ctx0" brushRef="#br0" timeOffset="675.584">655 513,'0'3,"0"6,0 10,0 8,3 6,0 4,0 3,-1 0,-1-2,0-1,0-5,-1-9</inkml:trace>
  <inkml:trace contextRef="#ctx0" brushRef="#br0" timeOffset="883.04">535 166,'-7'-7,"3"0,6 6,9 7,11 8,7 6,0-1</inkml:trace>
  <inkml:trace contextRef="#ctx0" brushRef="#br0" timeOffset="1208.101">883 473,'64'100,"81"109,-112-177,-32-32,0 1,-1-1,1 1,0-1,0 1,-1-1,1 0,0 1,0-1,0 0,-1 0,1 1,0-1,0 0,0 0,0 0,0 0,-1 0,1 0,0 0,0-1,0 1,0 0,-1 0,1-1,0 1,0 0,0-1,-1 1,1-1,0 1,-1-1,1 1,0-1,-1 0,1 1,-1-1,1 0,-1 1,1-1,-1 0,1 0,-1 1,0-1,1 0,-1 0,0 0,0 0,9-103,-9 79,-1-12,-1 23,1 0,0-1,2 1,-1-1,2 1,0-1,1 1,0 0,1 0,0 0,1 0,1 1,4-7,-8 17,-1 1,1 1,-1-1,1 0,0 0,0 1,0-1,0 1,0-1,0 1,0 0,1 0,-1 0,0 0,1 0,-1 0,1 1,-1-1,1 1,1 0,11 0</inkml:trace>
  <inkml:trace contextRef="#ctx0" brushRef="#br0" timeOffset="1467.799">1498 553,'0'18,"0"11,0 7,0 2,0-1,0-2,0-5,3-7,-1-8</inkml:trace>
  <inkml:trace contextRef="#ctx0" brushRef="#br0" timeOffset="1713.195">1378 153,'11'0,"18"2,3 1</inkml:trace>
  <inkml:trace contextRef="#ctx0" brushRef="#br0" timeOffset="3114.562">1739 406,'12'-2,"1"1,-1 0,1 1,-1 0,0 1,1 0,-1 1,1 1,-1 0,0 0,-1 1,1 1,0 0,-1 0,0 1,-1 1,1 0,-1 0,0 1,-1 0,0 1,0 0,-1 0,0 1,-1 0,0 1,-1-1,3 7,-3 0,0 1,-2-1,0 1,-1-1,-1 1,-1 0,0 0,-2 0,0 0,0 0,-3 6,-51 194,44-183,2-5,-6 15,2 0,2 1,2 1,-2 37,11-78,-1 0,0 0,1-1,0 1,1 0,-1 0,1 0,0 0,1 0,0 0,-1-1,2 1,-1-1,1 1,-1-1,2 0,-1 0,0 0,1 0,0-1,0 0,0 1,1-1,0-1,-1 1,1-1,0 0,1 0,-1 0,0-1,6 2,-4-3,1 0,0-1,-1 1,1-2,0 1,0-1,-1 0,1-1,-1 0,1 0,-1-1,0 1,0-2,0 1,0-1,-1 0,1 0,-1-1,0 0,0 0,-1 0,1-1,-1 0,0 0,-1 0,0 0,0-1,0 0,-1 0,0 0,0 0,0-1,-1 1,0-1,-1 1,0-1,0 0,-1 1,0-8,0 1,-2 0,0 1,0-1,-1 1,-1 0,0 0,-1 0,0 0,-1 1,-1 0,0 0,0 0,-1 1,-1 0,0 1,0 0,-1 0,0 1,-1 0,-1 0,-16-11,-1 1,-1 1,0 2,-1 1,-1 1,-1 1,-13-2,-24-8,58 7,34 3,29-3,1 2,1 3,10 0,-17 2,476-68,-452 61,-69 16,-1-1,0 1,1-1,-1 1,0-1,1 0,-1 1,0-1,0 1,1-1,-1 0,0 1,0-1,0 0,0 1,0-1,0 0,0 1,0-1,0 1,0-1,0 0,-1 1,1-1,0 0,0 1,0-1,-1 1,1-1,0 1,-1-1,1 1,-1-1,1 1,-1-1,1 1,-1-1,1 1,-1 0,1-1,-1 1,1 0,-1-1,0 1,1 0,-1 0,1 0,-1-1,0 1,1 0,-1 0,0 0,1 0,-1 0,0 0,1 0,-1 1,0-1,1 0,-1 0,-1-1,-19-7,1 0,-1 1,0 2,-1 0,1 1,-1 1,-17 0,35 3,0 1,-1 0,1 0,0 1,0-1,0 1,0-1,0 1,0 1,0-1,1 0,-1 1,1 0,0 0,-1 0,1 0,1 0,-1 1,0-1,1 1,0 0,0 0,0 0,0 0,1 0,-1 0,1 0,0 1,0-1,1 2,-2 1,1 0,0 0,0-1,1 1,0 0,0 0,1-1,0 1,0 0,0 0,1-1,0 1,0-1,1 0,-1 0,2 1,-1-2,1 1,2 3,-3-6,0 0,1 0,-1-1,0 0,1 0,0 0,-1 0,1 0,0-1,0 0,0 1,0-2,0 1,0 0,0-1,0 0,0 0,1 0,-1 0,0 0,0-1,0 0,0 0,0 0,0-1,7-1,-1-1,0-1,0 1,-1-2,1 1,-1-1,0-1,-1 0,0 0,86-121,-93 153,-2-17,0-1,1 0,-1 0,2 1,-1-1,1 0,0 0,1 0,-1 0,2 0,-1 0,1 0,0 0,0-1,0 0,1 1,0-1,1-1,-1 1,1 0,0-1,1 0,-1-1,1 1,0-1,0 0,0 0,0-1,1 1,2-1,-6-1,1 0,0 0,0-1,1 0,-1 0,0 0,0 0,1 0,-1-1,0 0,1 0,-1 0,1 0,-1-1,0 0,0 0,1 0,-1 0,0-1,0 1,0-1,0 0,-1 0,1-1,0 1,-1-1,0 0,1 0,-1 0,2-2,-1-9,1 0,-2 1,0-1,-1 0,0-1,-1 1,0 0,-1 0,-1-1,-1 1,0 0,-3-10,-24-128,29 151,-1 0,1-1,-1 1,1 0,0-1,-1 1,1 0,0-1,0 1,0 0,0-1,0 1,0-1,0 1,1 0,-1-1,0 1,1 0,-1 0,1-1,-1 1,1 0,0 0,0 0,-1-1,1 1,0 0,0 0,0 0,0 1,0-1,0 0,0 0,1 0,-1 1,0-1,0 1,1-1,-1 1,0-1,1 1,-1 0,0 0,1-1,-1 1,0 0,1 0,-1 0,2 1,21-3,0 2,0 0,0 2,0 0,-1 2,1 1,-1 0,0 2,0 1,-1 0,14 8,-30-12,0 0,0 0,0 1,-1-1,1 1,-1 1,0-1,-1 1,1-1,-1 1,0 0,-1 1,0-1,0 1,0 0,0 0,-1-1,0 2,-1-1,0 0,0 0,0 0,-1 1,0-1,-1-1,0 0,0 0,1 1,0-1,0 0,1 0,-1 0,1 0,1 0,-1 0,1 0,0-1,0 1,1 0,0-1,0 0,0 1,0-1,1-1,0 1,0 0,0-1,1 0,0 0,-1 0,1-1,0 1,1-1,2 1,3-2,1 0,0-1,0 0,0-1,0-1,0 0,-1 0,1-1,0 0,0-1,-1-1,0 0,0 0,0-1,0-1,-1 1,0-2,0 1,0-2,-1 1,0-1,-1-1,0 1,0-1,0-1,-1 1,-1-1,0-1,0 1,-1-1,0 0,-1 0,0 0,1-10,-2 10,0 0,0 0,-1 0,0 0,-1 0,-1 0,0-1,0 1,-1 0,0 0,-1 0,0 0,-2-4,3 13,0 0,0 1,0-1,0 0,0 1,0-1,0 1,-1 0,1-1,0 1,-1 0,1 0,-1 0,1 0,-1 0,0 0,1 0,-1 0,0 1,0-1,0 1,1-1,-1 1,0 0,0 0,0-1,0 1,0 1,0-1,1 0,-1 0,0 1,0-1,0 1,1 0,-1-1,-1 2,-56 41,53-36,0-1,0 1,1 0,0 0,0 0,1 1,0-1,0 1,1 0,0 0,0 1,1-1,0 1,0-1,1 1,0-1,1 1,0 0,0 0,1-1,0 1,1 0,-1-1,2 0,-1 1,1-1,0 0,1 0,0 0,0-1,1 1,4 4,7 1,1-2,0 1,1-2,0 0,1-1,0-1,0-1,0-1,1 0,0-2,1 0,-1-1,0-1,15-1,76 7,-5-3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43.0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 0,'-2'20,"-1"21,-2 17,0 14,0 9,2 4,-2-1,1-5,0-8,2-11,2-13,5-15,1-13</inkml:trace>
  <inkml:trace contextRef="#ctx0" brushRef="#br0" timeOffset="391.647">468 0,'-10'25,"-2"0,0-1,-1 0,-2-1,0 0,-1-1,-2-1,-12 12,12-15,-2 0,0-1,0-1,-2 0,0-2,-1-1,0-1,-1 0,0-2,-10 2,153 5,-86-5,0 1,-1 2,-1 1,-1 2,0 0,18 17,-33-25,-1 0,0-1,1-1,0 0,0-1,0-1,1 0,0-1,1-1,-1 0,13 0,4-1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47.3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0 283,'19'0,"21"0,20 0,16 0,10 0,6 0,-3 0,-12 0,-18 0</inkml:trace>
  <inkml:trace contextRef="#ctx0" brushRef="#br0" timeOffset="244.908">0 470,'19'4,"18"3,20-2,19 0,14-2,9 0,5-2,-4-3,-11-3,-12-4,-21 1</inkml:trace>
  <inkml:trace contextRef="#ctx0" brushRef="#br0" timeOffset="460.377">682 2,'5'-1,"0"1,-1 0,1 0,-1 0,1 1,0 0,-1-1,1 2,-1-1,0 0,1 1,-1 0,0 0,11 4,34 11,-1 2,-2 2,0 2,-1 3,-2 1,0 2,32 29,-62-46,0 1,0 0,-2 0,1 1,-2 1,0 0,0 1,-7-10,0 0,0 1,0-1,-1 1,0 0,0 0,-1 0,0 0,0 0,-1 0,1 0,-2 0,1 0,-1 0,0 0,0 0,-1-1,0 1,0 1,-9 10,-1 0,-1-1,0-1,-1 0,0-1,-1-1,-1 0,-1-1,0 0,0-1,-1-2,0 1,-1-2,-20 7,-47 24,-86 50,149-73</inkml:trace>
  <inkml:trace contextRef="#ctx0" brushRef="#br0" timeOffset="805.521">1458 617,'106'-50,"-64"32,0-2,-2-1,0-2,-1-2,-2-2,0-1,3-7,2-23,-42 57,0 0,0 0,1 0,-1 0,0 0,0 0,0 0,0 0,-1 0,1 0,0 0,0 0,0 0,-1 0,1 0,-1 0,1 0,-1 0,1 1,-1-1,1 0,-1 0,0 0,1 1,-1-1,0 0,0 0,0 1,0-1,1 1,-1-1,0 1,0-1,0 1,0 0,0-1,0 1,0 0,0 0,0 0,0 0,0 0,0 0,0 0,-1 0,-49 5,44-2,0 1,0 0,0 0,0 1,0-1,1 1,0 1,0-1,0 1,1 0,0 1,0-1,1 1,0 0,0 0,0 0,1 0,0 1,0 0,1-1,0 1,1 0,-1 0,1 0,1 0,0 0,0 0,0 0,1 1,0-1,1-1,0 1,0 0,1 0,0-1,3 8,1-5,-1-1,1 0,1 0,0 0,0-1,0 0,1-1,0 0,1 0,0-1,0 0,0-1,1 0,-1-1,1 0,0 0,0-1,1-1,-1 0,1 0,6-1,28 1</inkml:trace>
  <inkml:trace contextRef="#ctx0" brushRef="#br0" timeOffset="1078.87">2112 310,'-6'9,"6"10,15 8,16 7,16 4,12 0,7-1,2-6,-5-5,-7-7,-12-7,-13-5</inkml:trace>
  <inkml:trace contextRef="#ctx0" brushRef="#br0" timeOffset="1331.726">2500 283,'-16'4,"-12"9,-10 11,-8 15,-7 17,-9 15,-7 11,-3 5,10-12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44.6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45 245,'-1'4,"1"1,-1-1,1 1,1-1,-1 1,1-1,-1 0,1 1,0-1,1 1,-1-1,1 0,0 0,0 0,0 0,0 0,1-1,0 1,0 0,0-1,0 0,0 0,1 0,-1 0,1-1,0 1,-1-1,1 0,0 0,1 0,-1-1,0 1,0-1,1 0,0 0,3 0,1-1,0 0,-1-1,1 0,-1 0,0-1,1 0,-1 0,0-1,0 0,0 0,0-1,-1 0,0 0,1-1,-1 0,0-1,-3 4,-1-1,1 0,-1 0,0-1,0 1,0 0,0-1,-1 0,0 0,1 0,-1 0,0 0,-1 0,1 0,-1-1,0 1,0 0,0-1,-1 1,0-1,1 1,-1-1,-1 1,1-1,-1 1,0-1,0 1,0-1,0 1,-1 0,0 0,-2-4,-1 2,0-1,0 1,-1 0,0 0,-1 0,1 1,-1 0,0 0,-1 1,1 0,-1 0,1 0,-1 1,0 1,0-1,-1 1,1 1,0-1,-1 1,1 1,-1 0,1 0,-1 0,1 1,0 1,-1-1,1 1,0 1,0-1,0 1,0 1,1 0,-1 0,1 0,0 1,-2 1,6-3,1 0,-1-1,1 1,0 0,0 0,0 0,0 0,1 1,-1-1,1 0,0 1,0-1,0 1,0 0,1-1,-1 1,1-1,0 1,0 0,0-1,1 1,-1 0,1-1,0 1,0-1,0 1,0-1,1 0,0 1,-1-1,1 0,0 0,0 0,1 0,-1 0,3 1,30 24,3-5</inkml:trace>
  <inkml:trace contextRef="#ctx0" brushRef="#br0" timeOffset="882.493">686 258,'0'-8,"0"-1,-1 1,0 0,-1 0,0 0,0 0,-1 0,0 1,0-1,-1 1,0 0,0 0,-1 0,0 0,0 1,0-1,-1 2,0-1,0 0,-3-1,6 6,0 0,0 1,0-1,-1 1,1-1,0 1,0 0,-1 0,1 1,0-1,0 0,0 1,-1 0,1 0,0 0,0 0,0 1,0-1,1 1,-1-1,0 1,1 0,-1 0,1 0,-1 1,1-1,0 1,-49 75,49-74,1 0,-1 0,1 0,0 0,1 0,-1 0,1 0,-1 0,1 1,0-1,1 0,-1 0,1 0,0 1,0-1,0 0,0 0,1 0,0-1,0 1,0 0,0-1,0 1,1-1,0 1,-1-1,1 0,0 0,1-1,-1 1,0-1,1 1,-1-1,1 0,0 0,0-1,3 2,4 1,0-1,1 0,-1-1,1 0,-1-1,1 0,0-1,-1 0,1-1,-1 0,8-2,-14 2,0 0,1 0,-1-1,0 0,0 0,0 0,0 0,0-1,-1 0,1 0,-1 0,0 0,0-1,0 0,0 0,0 0,-1 0,0-1,0 1,0-1,-1 0,1 1,-1-1,0 0,0-2,-1 3,4-2,-1 20,-1-6,0-1,1 1,0-1,0 0,0 0,1 0,1 0,-1-1,1 0,0 0,0-1,0 1,1-1,0-1,4 3,-9-6,-1-1,0 1,1-1,-1 1,1-1,-1 0,1 1,0-1,-1 0,1 0,-1 0,1 0,-1-1,1 1,-1 0,1-1,-1 1,1-1,-1 1,0-1,1 0,-1 1,0-1,1 0,-1 0,0 0,0 0,0 0,0 0,0 0,0-1,0 1,0 0,0 0,-1-1,1 1,0-1,17-58,-17 57,5-33,-5 26,-1-1,2 0,-1 0,2 1,-1-1,2 1,-1 0,1 0,1 0,0 0,0 1,1 0,0 0,0 0,1 1,1 0,7-7,-8 12,0 1,0 0,1 0,-1 1,0 0,1 0,-1 0,1 1,-1 1,1-1,-1 1,1 0,-1 1,0 0,0 0,0 0,0 1,0 0,0 1,-1-1,1 1,-1 1,0-1,0 1,-1 0,1 0,-1 1,0-1,-1 1,1 0,-1 1,-1-1,1 1,-1-1,1 2,15 70,-17-67,-1 0,2 0,0 0,0 0,1-1,0 0,0 0,1 0,3 3,-3-9,0 0,0-1,1 0,0 0,-1 0,1-1,0 0,0 0,0 0,1-1,-1 0,0 0,0 0,1-1,-1 0,1-1,-1 1,0-1,0 0,1-1,2 0,9-2,1 0,-1-1,0-1,0-1,-1 0,0-1,0-1,-1-1,4-2,-13 7,0 0,0-1,-1 1,1-2,-1 1,-1 0,1-1,-1 0,0 0,-1-1,1 0,-2 1,1-1,-1 0,0-1,-1 1,0-1,0 1,0-1,-1-7,-1 14,0 1,0-1,-1 0,1 1,0-1,-1 1,1-1,-1 1,0-1,1 1,-1-1,0 1,0-1,0 1,0 0,0 0,0-1,0 1,0 0,-1 0,1 0,0 0,-1 1,1-1,-1 0,1 0,-1 1,1-1,-1 1,1-1,-1 1,0 0,1 0,-1 0,1-1,-1 2,0-1,1 0,-1 0,0 0,1 1,-1-1,1 1,-1-1,1 1,-1 0,1-1,-1 1,1 0,0 0,-1 0,1 0,0 0,0 1,0-1,0 0,0 0,0 1,0-1,0 1,1-1,-1 1,-4 4,1 0,0 1,0-1,0 1,1 0,0 0,1 0,0 0,0 0,0 1,1-1,0 1,0-1,1 1,0-1,0 1,1-1,0 1,0-1,1 1,-1-1,2 0,-1 0,1 0,0 0,1 0,0-1,0 1,0-1,1 0,-1 0,2-1,1 3,6 1,0 0,1-1,0-1,0 0,0-1,1 0,0-1,0-1,0 0,0-1,1-1,0-1,7 1,32 0</inkml:trace>
  <inkml:trace contextRef="#ctx0" brushRef="#br0" timeOffset="1206.798">2358 178,'-16'0,"-12"0,-6 2,-2 3,1 6,4 2,8 5,7 2,9 4,12 1,15 0,17-3,16-5,15-6,10-4,-9-3</inkml:trace>
  <inkml:trace contextRef="#ctx0" brushRef="#br0" timeOffset="2107.858">3053 258,'-5'-7,"0"0,-1 0,0 0,0 1,-1 0,0 1,0-1,0 1,-1 1,1-1,-1 1,0 1,0-1,-1 1,1 1,-1-1,1 2,-1-1,0 1,0 0,1 1,-1 0,0 0,0 1,0 0,1 1,-1 0,1 0,-1 1,1 0,0 1,0-1,0 1,0 1,1 0,0 0,0 0,0 1,-3 4,7-7,1 1,-1-1,1 1,0 0,0 0,0 0,0 0,1 1,0-1,0 0,0 1,0-1,1 0,-1 1,1-1,0 1,1-1,-1 1,1-1,0 0,0 1,0-1,1 0,-1 0,1 0,0 0,0 0,0 0,1 0,0-1,-1 1,1-1,0 0,1 1,-1-2,0 1,1 0,0-1,0 1,-1-1,1 0,1 0,-1-1,2 1,2 2,0-2,1 1,-1-1,1 0,-1 0,1-1,0 0,-1-1,1 0,0 0,-1-1,1 0,0-1,-1 0,1 0,-1-1,0 0,0 0,0-1,0 0,-1 0,1-1,-1 0,0 0,-1-1,1 0,-1 0,1-2,-2 1,-5 6,0 1,0-1,0 1,1-1,-1 1,0-1,0 0,0 1,1-1,-1 1,0 0,1-1,-1 1,0-1,1 1,-1-1,0 1,1 0,-1-1,1 1,-1 0,1-1,-1 1,1 0,-1 0,1 0,-1-1,1 1,-1 0,1 0,0 0,-1 0,1 0,-1 0,1 0,-1 0,1 0,0 0,-1 0,1 0,-1 1,1-1,-1 0,1 0,-1 1,1-1,-1 0,1 0,-1 1,0-1,1 1,-1-1,1 0,-1 1,0-1,1 1,2 4,1-1,1 1,-1-1,0 0,1 0,0 0,0 0,0-1,1 0,-1 0,1-1,-1 1,1-1,0 0,0-1,0 1,0-1,0 0,0-1,0 0,0 0,0 0,1 0,-1-1,0 0,0-1,0 1,0-1,-1 0,1 0,0-1,-1 0,0 0,3-2,0-6,0-2,0 1,-1-1,0 0,-2-1,1 1,-2-1,1 0,-2 0,0-1,-1 1,0-1,-1 1,-1-1,0 0,-1 1,-3-14,4-23,-1 50,1-1,-1 1,1-1,0 1,0-1,0 1,0-1,0 1,0-1,0 1,0-1,0 1,1-1,-1 1,1-1,-1 1,1-1,-1 1,1 0,0-1,0 1,0 0,0 0,0 0,0-1,0 1,0 0,0 0,0 0,1 1,-1-1,0 0,1 0,-1 1,0-1,1 1,-1-1,1 1,-1 0,1-1,-1 1,1 0,-1 0,1 0,20 4,0 1,0 1,0 1,-1 0,0 2,11 7,-28-15,0 0,0 0,-1 1,1-1,-1 1,1 0,-1 0,1 0,-1 1,0-1,0 1,0-1,0 1,-1 0,1 0,-1 1,1-1,-1 0,0 1,-1-1,1 1,-1 0,1 0,-1-1,0 1,0 0,-1 0,1 0,-1 0,0 1,-11 30,9-31,0 0,0 0,0 0,1 0,-1 0,1 1,0-1,0 0,1 1,-1-1,1 1,0-1,0 1,1-1,-1 0,1 1,0-1,0 1,0-1,1 0,-1 0,1 0,0 0,0 0,1 0,1 2,6 0,-1 0,1-1,0 0,1-1,-1 0,1-1,-1 0,1-1,0 0,0 0,1-1,-1-1,0 0,0 0,0-1,0-1,0 0,0 0,8-4,-5 3,0-1,0-1,-1-1,0 1,0-2,0 0,-1-1,1 0,-8 5,-1-1,1 0,-1 0,0 0,1 0,-2 0,1-1,-1 0,1 1,-1-1,-1-1,1 1,-1 0,0-1,0 1,0-1,-1 0,0 1,0-1,0 0,-1-1,0 4,0 1,-1-1,0 0,0 0,0 0,0 1,0-1,0 0,0 1,-1-1,0 1,1-1,-1 1,0 0,0 0,0 0,-1 0,1 0,0 0,-1 1,1-1,-1 1,1-1,-1 1,0 0,0 0,1 0,-1 1,0-1,0 1,0-1,0 1,0 0,0 0,0 0,0 1,0-1,1 1,-1-1,0 1,0 0,0 0,1 0,-1 1,1-1,-1 1,1-1,-1 1,1 0,0 0,0 0,0 0,0 0,0 0,0 1,-1 2,1-3,0 1,0 0,0 0,1 0,-1 0,1 0,0 0,0 1,0-1,0 0,0 0,1 1,0-1,-1 1,1-1,0 1,1-1,-1 0,1 1,-1-1,1 0,0 1,0-1,1 0,-1 0,1 0,-1 0,1 0,0 0,0 0,0-1,0 1,3 1,4 4,-1 0,2-1,-1 0,1 0,0-1,0-1,1 0,-1 0,7 1,149 30,-81-27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50.6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5,'2'-4,"1"4,0 11,-1 11,0 9,-1 11,-1 7,1 7,-1 5,-1 3,1 3,0-2,-2-4,-1-6,-2-10,-1-13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51.1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488 1,'-266'264,"57"-99,196-153,37-23,-9 4,-11 6,0-2,0 0,0 1,0 0,1 0,-1 0,0 1,1-1,-1 1,1 0,0 0,-1 1,1-1,0 1,0 0,-1 1,1-1,0 1,-1 0,1 0,0 0,-1 0,0 1,1 0,-1 0,0 0,3 3,76 102,-68-95,0 0,1-1,0-1,1-1,1 0,-1-1,1-1,0-1,1 0,0-2,-1 0,1-1,1 0,-1-2,0 0,9-2,7 0,-9-2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51.3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13,'22'-2,"22"-1,21 0,16 1,7 0,1 3,-11 4,-19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51.6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1,'14'5,"16"1,18 0,20-2,18 0,11-2,-11-1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5:08.6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1 479,'1'-21,"2"0,1 1,1-1,0 1,1 0,2 1,8-18,3-11,65-195,-76 235,-12 35,-82 248,76-242,-1-1,2 0,0 0,3 1,0 0,3 1,0-1,3 30,2-49,2-5</inkml:trace>
  <inkml:trace contextRef="#ctx0" brushRef="#br0" timeOffset="427.172">375 198,'0'-1,"0"-1,1 1,-1 0,0 0,0-1,1 1,-1 0,0 0,1 0,-1 0,1 0,0-1,-1 1,1 0,0 0,0 0,-1 1,1-1,0 0,0 0,0 0,0 1,0-1,0 0,1 1,-1-1,0 1,0-1,0 1,0 0,1-1,-1 1,0 0,0 0,1 0,-1 0,1 0,51 6,-49-5,13 1,0 1,-1 1,1 1,-1 1,0 0,-1 0,1 2,-1 0,-1 1,0 0,0 1,1 2,-13-10,-1 0,1 0,-1 0,1 0,-1 0,0 0,0 0,0 0,0 0,0 1,0-1,-1 0,1 1,-1-1,1 0,-1 1,0-1,0 0,0 1,0-1,-1 1,1-1,-1 0,1 1,-1-1,0 0,0 0,0 1,0-1,0 0,0 0,-1 0,1 0,-1 0,1-1,-1 1,0 0,-1 0,-80 57,77-57,-213 108,219-109,-3-1,1 1,-1 0,1 0,0 0,0 0,-1 1,1-1,0 1,0-1,0 1,1 0,-1 0,0 0,1 0,-1 0,1 0,-1 0,1 0,0 0,0 1,0-1,0 1,1-1,-1 0,1 1,-1-1,1 1,0 0,0-1,0 1,0 0,3 1,0 0,-1-1,2 1,-1-1,0 0,1 0,-1 0,1 0,0-1,0 0,0 1,0-1,0-1,0 1,3 0,43 15,1-3,1-2,0-2,1-3,10-1,120 8,-109-11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5:17.7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66,'545'-29,"-232"8,667 5,-643 36,241 49,-419-52,-135-22,-10-3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11.9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13.6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917 1513,'0'12,"0"0,1-1,0 1,1-1,0 1,1-1,0 0,1 0,1 0,-1 0,2-1,-1 1,1-1,1-1,0 1,0-1,1-1,0 1,2 0,-7-6,0-1,0 0,0 0,1 0,-1-1,0 1,1-1,-1 0,1 0,0 0,-1 0,1-1,0 1,-1-1,1 0,0 0,-1 0,1-1,0 1,-1-1,1 0,-1 0,1 0,-1 0,1-1,-1 0,0 1,0-1,1 0,-1-1,-1 1,1 0,0-1,-1 0,1 1,-1-1,2-2,3-5,-1-1,1 1,-2-1,0 0,0-1,-1 1,0-1,-1 0,0 0,-1 0,0 0,-1 0,-1 0,0-1,0 1,-1 0,-1-2,0 9,0 0,1 0,-2 0,1 1,-1-1,1 1,-1 0,-1 0,1 0,0 0,-1 0,0 1,0 0,0 0,0 0,0 0,-1 0,1 1,-1 0,0 0,0 0,0 1,0-1,0 1,0 0,0 1,0-1,0 1,0 0,0 0,-1 1,1 0,0-1,0 2,0-1,0 0,1 1,-1 0,0 0,1 1,-1-1,1 1,0 0,0 0,-3 3,-1 4,1 1,0 0,1 0,0 1,1 0,0 0,1 0,0 0,1 1,1-1,0 1,0 0,1 0,1 0,0 2,-2 28</inkml:trace>
  <inkml:trace contextRef="#ctx0" brushRef="#br0" timeOffset="2559.767">1091 2408,'1'-8,"1"0,0-1,1 1,0 0,0 0,1 0,-1 0,2 1,-1 0,1-1,4-3,-2 1,13-17,-13 19,-1 0,0 0,-1-1,0 1,0-1,-1 0,0-1,-1 1,2-6,10-16,-11 59,-25 140,-5 4,26-170,-1-1,1 0,-1 1,1-1,-1 1,0-1,1 0,-1 0,0 1,0-1,0 0,0 0,0 0,0 0,0 0,-1 0,1 0,0 0,-1-1,1 1,0 0,-1-1,1 1,-1-1,1 0,0 1,-1-1,1 0,-1 0,1 0,-1 0,0 0,-29 10,31-9,0-1,0 1,0-1,0 0,0 1,0-1,0 1,0-1,0 0,0 1,0-1,0 0,0 1,1-1,-1 0,0 1,0-1,0 0,1 1,-1-1,0 0,0 1,1-1,-1 0,0 0,0 1,1-1,-1 0,0 0,1 0,-1 1,0-1,1 0,-1 0,1 0,-1 0,0 0,1 0,-1 0,1 0,-1 0,0 0,1 0,-1 0,0 0,1 0,-1 0,1 0,-1 0,0 0,1-1,-1 1,0 0,1 0,-1 0,178-37,-113 20,-9 0,-53 14</inkml:trace>
  <inkml:trace contextRef="#ctx0" brushRef="#br0" timeOffset="8942.043">756 12008,'12'-296,"-7"288,0 25,6 232,-3-101,-8-137</inkml:trace>
  <inkml:trace contextRef="#ctx0" brushRef="#br0" timeOffset="9275.148">997 11740,'2'-2,"3"-1,3 0,5-2,3-2,2 0,3-1,3-1,1 0,2 0,0 2,0 1,-4 5,-6 4,-11 4,-10 3,-6 0</inkml:trace>
  <inkml:trace contextRef="#ctx0" brushRef="#br0" timeOffset="9888.732">997 11740,'0'153,"0"-152,-1 0,1-1,0 1,0-1,0 1,-1 0,1-1,0 1,0 0,0-1,0 1,0 0,0-1,0 1,0 0,0-1,1 1,-1 0,0-1,0 1,1-1,-1 1,0 0,1-1,-1 1,0-1,1 1,-1-1,1 1,-1-1,1 1,-1-1,1 0,-1 1,1-1,0 1,-1-1,1 0,-1 0,1 0,0 1,-1-1,1 0,0 0,-1 0,1 0,0 0,-1 0,1 0,0 0,-1 0,1 0,0 0,-1-1,1 1,-1 0,1 0,0-1,-1 1,1 0,-1-1,1 1,-1-1,1 1,-1-1,1 1,-1-1,1 1,-1-1,1 0,23-24,31-27,-53 51,0 0,0 0,0 0,1 0,-1 0,0 0,0 1,1-1,-1 1,0-1,1 1,-1 0,0 0,1 0,-1 0,0 1,1-1,-1 0,0 1,1 0,-1-1,0 1,0 0,0 0,0 1,0-1,0 0,2 2,4 6,0 0,-1 1,0-1,-1 2,0-1,0 1,-1 0,-1 0,0 0,0 0,-1 1,1 10,-3-15,0 1,-1-1,0 0,0 0,-1 0,1 0,-2 0,1 0,-1 0,0 0,-1-1,1 1,-1-1,-1 1,1-1,-1 0,0 0,0-1,-1 1,0-1,0 0,0 0,0-1,-1 1,0-1,0 0,0-1,0 1,-1-1,1-1,-1 1,0-1,0 0,1-1,-1 1,-1-1,1-1,0 0,0 0,0 0,0 0,-5-2,4 0,2 2</inkml:trace>
  <inkml:trace contextRef="#ctx0" brushRef="#br0" timeOffset="19614.454">970 12395,'-2'20,"-2"1,0-1,-2 1,0-1,-1-1,-1 1,-1-1,0-1,-1 0,-2 0,0-1,-9 10,10-12,-1-2,0 1,-1-1,0-1,-1-1,0 0,-1 0,-1-2,-4 3,15-11,0 0,0 0,0 0,0-1,0 1,0-1,-1 0,1-1,0 1,0-1,0 0,0-1,0 1,0-1,0 0,1 0,-1 0,0-1,1 0,0 0,0 0,0 0,0 0,0-1,0 0,1 0,0 0,0 0,-2-3,-6-5,-4-3,0-1,1 0,1-1,1-1,0 0,1 0,2-1,-1 0,2-1,1 0,0-1,2 1,0-1,1 0,1-8,0 9,-1 1,0 0,-1 0,-1 0,-1 1,0-1,-1 2,-2-1,1 1,-8-7,7 8,0 0,0 0,2-1,0-1,1 1,0-1,2 0,0 0,1-1,1 0,-1-14,-10-226,-12-190,19 123,-14 50,9 38,12-446,-27 387,18 127,-9 11,5 15,21 44,20-46,5-15,-10 28,-21-95,-2 28,-27 94,13 12,7-81,0 11,9 101,-12-84,-5 54,7-146,0 44,8 134,14-60,-13 84,0 10,-1 0,-1 0,-1 0,-2 0,-4-18,1 22,1 0,1-1,1 1,1-1,0-15,4-306,-42 104,42 68,25 11,-11-27,-15 162,12-126,18 27,-22 94,-2 0,-1 0,-1 0,-2-1,-1 1,-4-29,4-70,31-67,3-28,-22 86,0 4,14-69,-26 119,-2 50,1 1,2-1,1 1,2 0,8-28,11-1,9-47,-31 85,5-43,-3 0,-3 0,-3 0,-7-36,-2 40,-2-10,3-1,3 0,4-6,3-593,-27 179,55 11,-28 455,1 0,1 0,2 1,1-1,1 1,1 0,2 0,1 1,3-5,-11 30,3-10,0 1,0 0,1 0,1 1,0 0,1 0,0 0,0 1,1 0,0 1,1 0,0 0,10-5,110-44,-125 56,0 1,0-1,0 1,0 0,1 0,-1 1,0-1,1 1,-1 1,1-1,-1 1,0 0,0 0,1 0,-1 1,0-1,0 1,0 1,-1-1,1 1,0 0,-1 0,2 1,6 6,0 1,-1 0,0 1,-1 0,0 1,-1 0,6 13,30 56,4 48,-7 91,-28-92,-1 6,-12-135,-1-1,0 1,0 0,1 0,-1-1,0 1,1 0,-1 0,0 0,1-1,-1 1,0 0,1 0,-1 0,0 0,1 0,-1 0,1 0,-1 0,0 0,1 0,-1 0,0 0,1 0,-1 0,1 0,-1 0,0 0,1 0,-1 0,0 1,1-1,-1 0,0 0,1 0,-1 1,0-1,0 0,1 0,-1 1,0-1,0 0,1 1,-1-1,0 0,0 1,0-1,1 0,-1 1,4-14</inkml:trace>
  <inkml:trace contextRef="#ctx0" brushRef="#br0" timeOffset="22919.108">275 3411,'0'11,"-1"0,0 0,-1 1,-1-2,1 1,-2 0,1 0,-2-1,1 0,-1 0,-1 0,-3 5,-52 74,-3-1,-17 10,57-72,32-50,56-73,-40 64,-1-2,-2 0,15-36,1-52,-37 121,0 1,0 0,0 0,0 0,1 0,-1 0,0 0,1 0,-1 0,0 0,1 0,-1 0,1 1,0-1,-1 0,1 0,0 0,-1 1,1-1,0 0,0 1,-1-1,1 0,0 1,0-1,0 1,0-1,0 1,0 0,0-1,0 1,0 0,0 0,0 0,0 0,0 0,0 0,0 0,0 0,1 0,-1 0,0 1,0-1,0 0,0 1,38 31,104 153,-74-96,-69-87,0 0,0 0,0-1,0 1,0 0,0-1,0 1,-1 0,1-1,-1 1,1 0,-1-1,0 1,1-1,-1 1,0-1,0 1,0-1,0 0,0 0,-1 1,1-1,0 0,-1 0,1 0,0 0,-1 0,1-1,-1 1,1 0,-1-1,0 1,1-1,-1 1,0-1,1 0,-1 0,0 0,-5 3,-64 24,-1-3,-70 13,133-35,6-1,0 0,0 0,0 0,0-1,0 1,0-1,0 0,0 0,0 0,0 0,0 0,-1-1,1 1,0-1,0 0,-1 0,3-1,1 0,-1 0,1 0,-1-1,1 1,0 0,0 0,0 0,0 0,0-1,0 1,1 0,-1 0,1 0,0 0,-1 0,1 0,0 0,0 0,0 0,0 0,1 0,-1 1,1-1,1-4,42-83,-12 29,-4-3,14-42,-26 52,-7 105,13 67,-23-119,0 1,0-1,0 0,0 1,0-1,0 1,1-1,-1 0,0 1,0-1,0 1,0-1,0 0,1 1,-1-1,0 0,0 1,1-1,-1 0,0 1,0-1,1 0,-1 1,0-1,1 0,-1 0,0 0,1 1,-1-1,0 0,1 0,-1 0,1 0,-1 0,0 0,1 0,-1 0,1 0,-1 0,1 0,-1 0,0 0,1 0,-1 0,1 0,-1 0,0 0,1 0,-1-1,0 1,1 0,-1 0,0 0,1-1,-1 1,0 0,5-3,14 21,9 23,43 77,-71-118,0 0,0 0,1 0,-1 0,0 0,0 0,0-1,1 1,-1 0,0 0,0 0,1 0,-1 1,0-1,0 0,0 0,1 0,-1 0,0 0,0 0,0 0,1 0,-1 0,0 0,0 1,0-1,1 0,-1 0,0 0,0 0,0 1,-3-27,-72-190,66 193,9 23,0 1,0-1,-1 0,1 0,0 0,0 0,0 1,0-1,0 0,-1 0,1 0,0 0,0 0,0 0,0 1,-1-1,1 0,0 0,0 0,-1 0,1 0,0 0,0 0,0 0,-1 0,1 0,0 0,0 0,0 0,-1 0,1 0,0 0,0 0,0 0,-1 0,1 0,0-1,0 1,0 0,-1 0,1 0,0 0,0 0,0-1,0 1,-1 0,1 0,0 24,12 50,3-1,3-1,15 34,-11-34,-9-40,-8-35,-7-87,-4 25,-3 1,-3 0,-8-18,14 63,5 19,1 0,-1 0,1 0,-1 0,1 0,-1 0,1 0,0 0,-1 0,1 1,-1-1,1 0,-1 0,1 0,-1 0,1 1,-1-1,1 0,0 1,-1-1,1 0,0 1,-1-1,1 0,0 1,-1-1,1 0,0 1,0-1,-1 1,1-1,0 1,0-1,0 1,0-1,0 1,0-1,-1 1,1-1,0 0,0 1,1-1,-1 1,0-1,0 1,0-1,0 1,0-1,0 1,1-1,-1 1,0-1,0 0,1 1,-1-1,0 1,0-1,1 1,1 156,-2-158,0 1,0 0,-1-1,1 1,0-1,-1 1,1-1,-1 1,1 0,0-1,-1 1,1 0,-1-1,1 1,-1 0,1 0,-1-1,1 1,-1 0,1 0,-1 0,0 0,1 0,-1 0,1 0,-1 0,1 0,-1 0,1 0,-1 0,0 0,1 0,-1 0,1 1,-1-1,1 0,-1 0,1 1,-1-1,1 0,0 1,-1-1,1 0,-1 1,1-1,0 1,-1-1,1 1,0-1,-1 1,1-1,0 1,0-1,0 1,-1-1,1 1,0-1,0 1,0-1,0 1,0-1,0 1,0 0,0-1,0 1,0-1,0 1,-25-16,-2 1,0 2,0 0,-1 2,-5 0,4 2,47-1,71-21,-84 20,-25 14,-2 7,1 1,1 1,0 1,0 0,2 2,0 0,-13 15,57-50,61-60,-77 66,-18 10,-121 77,106-62</inkml:trace>
  <inkml:trace contextRef="#ctx0" brushRef="#br0" timeOffset="24404.673">1024 683,'0'3,"0"2,2 4,1 3,0 4,-1 4,0 5,-1 4,-1 1,1-3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48.2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1,'79'8,"-1"-3,37-5,-52 0,698 1,-658 9,-91-8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48.6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8,'-2'-1,"1"1,0 0,-1-1,1 1,0 0,-1 0,1 0,0 0,-1 0,1 0,0 0,-1 0,1 1,0-1,-1 0,1 1,0-1,0 1,-1 0,1-1,0 1,0 0,0 0,0 0,0-1,0 1,0 0,0 1,0-1,0 0,1 0,-1 0,0 0,1 1,-1-1,1 0,-1 0,1 1,0-1,0 0,-1 1,1-1,0 0,0 1,0-1,0 1,1-1,-1 0,0 1,1-1,-1 0,0 0,1 1,0-1,-1 0,1 0,0 0,-1 1,1-1,0 0,0 0,0 0,0 0,0-1,0 1,-2-2,0 0,0 0,0 0,0 0,0 0,0 0,0-1,0 1,1 0,-1-1,0 1,1-1,0 1,-1 0,1-1,0 1,-1-1,1 1,0-1,0 0,0 1,0-1,0 1,1-1,-1 1,0-1,1 1,-1 0,1-1,0 1,-1-1,1 1,0 0,0 0,0-1,0 1,0 0,0 0,0 0,0 0,0 0,0 0,1 0,-1 1,0-1,1 0,-1 1,1-1,-1 1,0-1,1 1,-1 0,1 0,-1-1,1 1,-1 0,1 0,-1 0,1 1,-1-1,1 0,-1 1,1-1,-1 1,1-1,-1 1,0-1,1 1,0 1,-4-3,0 0,0 0,0 0,1 1,-1-1,0 1,0-1,0 1,0 0,0 0,0 0,0 0,0 0,0 0,0 0,0 1,0-1,0 1,0-1,0 1,0 0,0 0,0 0,1 0,-1 0,0 0,1 1,-1-1,1 0,-1 1,1-1,0 1,0 0,0-1,0 1,-1 0,-10 14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48.9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 89,'13'4,"8"0,-1-3,-3-7,-4-4,-8-5,-6-3,-5 0,-5 3,-4 5,-2 5,0 6,2 7,4 10,6 6,11 1,14-1,2-6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4:40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0 457,'5'10,"0"-1,1 1,0-1,1 0,-1-1,2 0,-1 0,1 0,0-1,1 0,0-1,0 0,0 0,1-1,0 0,0-1,0 0,0 0,1-1,0-1,-1 0,1 0,0-1,2 0,16 2,1-1,0-1,0-2,-1 0,1-3,0 0,-1-2,0-1,-1-1,1-2,-1 0,-1-2,0-1,-1-2,-1 0,19-15,-35 24,-1 0,0 0,0-1,-1 0,0-1,0 0,0 0,-1 0,0-1,-1 1,0-1,-1-1,1 1,-2-1,1 0,-2 0,1 0,-1 0,-1 0,1-9,-3 16,1-1,-1 1,-1 0,1-1,0 1,-1 0,0 0,0 0,0 0,0 0,0 0,0 1,-1-1,1 1,-1-1,0 1,0 0,0 0,0 0,0 1,0-1,0 1,0-1,-1 1,1 0,-1 0,1 1,-1-1,1 1,-1 0,1 0,-1 0,1 0,-1 0,1 1,-1 0,1 0,-1 0,1 0,0 0,-1 0,1 1,0 0,0 0,0 0,0 0,-1 2,-8 9,0 1,2 1,0 0,0 0,2 1,0 0,0 1,2-1,0 1,1 1,0-1,2 1,0 0,1 0,1 14,-8 89,6 0,5 1,18 115,0 23,-18-211,-2 0,-2 0,-3 0,-1-1,-3 0,-1 0,-3-1,-14 34,-21 9,28-66</inkml:trace>
  <inkml:trace contextRef="#ctx0" brushRef="#br0" timeOffset="536.901">147 1032,'85'-28,"2"5,59-9,-65 16,-36 6,88-18,-1-5,109-44,-206 61,-35 16,-1 0,1 0,0 0,-1-1,1 1,-1 0,1 0,0 0,-1 0,1-1,0 1,-1 0,1 0,0-1,-1 1,1 0,0 0,0-1,-1 1,1 0,0-1,0 1,-1 0,1-1,0 1,0 0,0-1,0 1,0-1,0 1,0 0,0-1,0 1,0-1,0 1,0 0,0-1,0 1,0-1,0 1,0 0,0-1,0 1,0 0,1-1,-1 1,0-1,0 1,1 0,-1 0,0-1,0 1,1 0,-1-1,0 1,1 0,-1 0,0 0,1-1,-1 1,-13 0,1 0,-1 1,0 0,1 1,-1 1,1 0,0 1,0 0,0 0,0 1,1 1,0 0,0 1,0 0,-8 8,11-9,0 0,1 1,0 0,1 1,-1-1,2 1,-1 0,-4 9,9-15,-1 1,1 0,0-1,0 1,0 0,0 0,1 0,-1 0,1 0,0 0,-1-1,1 1,1 0,-1 0,0 0,1 0,-1 0,1 0,0 0,0-1,0 1,0 0,1 0,-1-1,1 1,-1-1,1 0,0 1,0-1,0 0,1 0,4 3,0-1,0-1,1 1,-1-1,1 0,0-1,0 0,0 0,0-1,0 0,0 0,0-1,1 0,-1 0,0-1,0 0,0 0,0-1,0 0,0-1,0 0,2-1,-4 0,0 1,0-1,-1-1,0 1,0-1,0 0,0 0,-1 0,0-1,0 1,0-1,-1 0,0 0,0-1,0 1,-1-1,0 1,0-1,-1 0,1 0,-2 1,1-1,-1 0,0 0,0 0,-1 0,-1-4,-4 5,1 21,4-10,0 1,1 0,0-1,0 1,0 0,1 0,0-1,0 1,0 0,1-1,0 0,0 1,0-1,1 0,0 0,0 0,0 0,0 0,1-1,0 0,0 1,0-1,0-1,1 1,-1-1,1 1,0-2,1 2,31 14</inkml:trace>
  <inkml:trace contextRef="#ctx0" brushRef="#br0" timeOffset="1004.476">1670 751,'-14'0,"0"0,-1 1,1 1,0 0,-1 1,1 1,-4 2,14-5,1 0,-1 1,1-1,-1 1,1 0,0 0,0 0,0 1,0-1,0 1,0 0,1 0,-1-1,1 2,0-1,0 0,0 0,0 1,1-1,-1 1,1-1,0 1,0 0,0 0,1-1,-1 1,1 0,0 0,0 3,1-2,-1 0,1-1,1 1,-1 0,0-1,1 1,0-1,0 0,0 1,1-1,0 0,-1 0,1-1,1 1,-1-1,0 1,1-1,0 0,0 0,0-1,4 3,3 2,1-2,0 1,0-1,1-1,-1 0,1-1,6 1,-6-2,1-1,-1 0,0-1,0 0,1-1,-1 0,0-1,0-1,0 0,0 0,-1-1,1-1,-1 0,0-1,-1-1,1 1,-1-2,-1 0,1 0,-1-1,0 0,-1 0,0-1,-1 0,1-3,10-22,-1 0,-1-1,-3-1,-1 0,-1-1,-2-1,-2 1,-2-1,-1-1,-2 1,-2-27,0 53,4-47,-3 0,-3-1,-2 1,-4-8,7 67,0-2,0 0,-1-1,1 1,-1 0,1 0,-1-1,0 1,-1 0,1 0,0 0,-1 0,0 0,0 0,1 1,-2-1,1 1,0-1,-1 0,1 4,0-1,0 1,1 0,-1 0,0 0,0 0,1 0,-1 0,1 0,-1 0,1 1,-1-1,1 0,0 1,0-1,0 1,0 0,0-1,0 1,0 0,0 0,1 0,-1-1,0 1,1 1,-1 0,-14 36,2 2,1 0,3 0,1 1,2 0,1 16,0-2,3 0,2 1,3-1,2 0,3-1,2 1,2-1,3-1,6 10,-17-51,1 0,0 0,0 0,1-1,1 0,1 0,-1-1,2 0,-1 0,1-1,1 0,0 0,1-1,1 0,-10-8,0 0,-1 0,1 0,0 0,0-1,0 1,0-1,0 1,0-1,0 0,0 0,0 0,0 0,0 0,1 0,-1 0,0-1,0 1,-1-1,1 0,0 1,0-1,2-1,14-11</inkml:trace>
  <inkml:trace contextRef="#ctx0" brushRef="#br0" timeOffset="1263.835">1844 309,'-13'-6,"-5"-6,3 1,13 1,21 2,24 4,27 1,23 2,17 0,8 4,-5 5,-22 2</inkml:trace>
  <inkml:trace contextRef="#ctx0" brushRef="#br0" timeOffset="1533.243">2312 951,'15'7,"-1"-2,1 1,0-2,1 0,-1-1,1 0,-1-1,1-1,0 0,0-1,-1-1,1-1,0 0,-1-1,1-1,-1 0,0-1,0 0,-1-2,1 1,-2-2,1 0,0-1,-9 4,-1 1,0-1,0 0,-1 0,1 0,-1 0,0 0,-1-1,1 0,-1 1,0-1,-1 0,1 0,-1 0,0 0,-1 0,0-1,0 1,0 0,0 0,-1 0,0 0,0 0,-1 0,0 0,0 0,0 0,-1 1,1-1,-1 1,-1 0,1 0,-1 0,0 0,0 1,0-1,-1 1,1 0,-1 0,0 1,-4-3,2 1,-1 0,0 1,-1 0,1 0,-1 0,0 1,1 0,-1 1,-1 0,1 1,0 0,-2 0,7 1,-1-1,1 2,0-1,-1 0,1 1,0 0,0 0,-1 0,1 0,0 1,0 0,0-1,0 2,1-1,-1 0,1 1,-1-1,1 1,0 0,0 0,0 1,0-1,0 0,1 1,0 0,-2 2,3-1,-1-1,1 1,1-1,-1 0,0 1,1 0,0-1,0 1,0-1,1 1,0-1,0 1,0-1,0 0,0 1,1-1,0 0,0 0,0 0,1 0,-1 0,1-1,0 1,1 1,24 28</inkml:trace>
  <inkml:trace contextRef="#ctx0" brushRef="#br0" timeOffset="1965.389">2887 991,'57'-256,"-56"250,3-13,-1-1,-1 0,-1 0,-1 0,0 0,-2 0,0 0,-1 1,-5-14,8 32,0 0,0 0,0-1,0 1,0 0,0 0,-1 0,1 0,0 0,-1 0,1 0,0 0,-1 0,1 0,-1 0,0 0,1 0,-1 1,0-1,0 0,1 0,-1 1,0-1,0 0,0 1,0-1,0 1,0-1,0 1,0 0,0-1,0 1,0 0,0 0,0-1,0 1,0 0,0 0,-1 0,1 0,0 1,0-1,0 0,0 0,0 1,0-1,0 0,0 1,0-1,0 1,0 0,0-1,0 1,1 0,-1 0,0 2,1 1,0-1,-1 1,2 0,-1-1,0 1,1-1,0 1,0-1,0 1,0-1,0 1,1-1,-1 0,1 0,0 0,0 0,0 0,1 0,-1 0,0-1,1 1,0-1,0 0,0 0,0 0,0 0,0 0,0-1,1 1,-1-1,0 0,1 0,1 0,23 8,1-3,-1 0,1-2,0 0,1-3,-1 0,14-2,2 1,-45 0,37 4,-36-4,-1 0,1 1,-1-1,1 0,0 1,-1-1,1 0,-1 1,1-1,-1 1,1-1,-1 1,0-1,1 1,-1-1,0 1,1 0,-1-1,0 1,0-1,1 1,-1 0,0-1,0 1,0 0,0-1,0 1,0 0,0-1,0 1,0 0,0-1,0 1,0-1,-1 1,1 0,0-1,0 1,-1-1,1 1,0 0,-1-1,1 1,-1-1,1 1,-1-1,1 0,-1 1,1 0,-34 45,21-30,1 1,0 1,1 0,1 0,-7 20,16-36,-1 1,1 0,0 0,1 0,-1 0,0 0,1 0,0 0,0 0,0 0,0 0,0 0,0 0,1 0,0 0,-1 0,1 0,0 0,1 0,-1-1,0 1,1 0,-1-1,1 1,0-1,0 1,0-1,0 0,1 0,-1 0,0 0,1 0,-1-1,1 1,0-1,0 1,-1-1,4 1,15 3,0-1,1-1,0-1,-1 0,1-2,0-1,0 0,-1-2,1 0,1-2,44-6</inkml:trace>
  <inkml:trace contextRef="#ctx0" brushRef="#br0" timeOffset="126423.729">3930 2127,'-8'31,"2"-1,1 1,1 0,2 0,1 0,3 25,-1-45,0 0,1 0,1 0,0 0,0 0,1-1,0 0,2 2,-5-9,0 0,1-1,-1 1,1-1,-1 0,1 0,0 1,0-1,0 0,0 0,0-1,1 1,-1 0,0-1,1 0,-1 1,1-1,0 0,-1 0,1 0,0-1,0 1,-1-1,1 1,0-1,0 0,0 0,0 0,-1-1,1 1,0 0,0-1,0 0,0 0,7-4,-1-1,1 0,-2 0,1-1,-1 0,0-1,0 1,-1-1,0-1,0 0,-1 0,0 0,-1 0,0-1,1-5,2-4,-1-1,0 0,-2 0,-1 0,0 0,-1-1,-2 1,0-1,-1 0,-1 1,-1-1,0 0,-2 1,0 0,-2 0,0 0,-1 1,-1-1,-1 2,-7-13,15 30,1-1,0 1,-1-1,1 1,0 0,-1-1,0 1,1 0,-1-1,0 1,0 0,1 0,-1 0,0 0,0-1,0 1,-1 1,1-1,0 0,0 0,0 0,-1 1,1-1,0 0,-1 1,1-1,-1 1,1 0,0-1,-1 1,1 0,-1 0,1 0,-1 0,1 0,-1 0,1 1,0-1,-1 0,1 1,-1-1,1 1,0-1,-1 1,1 0,0 0,0-1,0 1,-1 0,1 0,0 0,0 0,0 1,-9 19,1 0,2 0,0 0,1 1,1 0,-1 14,2-14,-4 15,2 0,1 1,2-1,2 1,1 0,3 10,2-16</inkml:trace>
  <inkml:trace contextRef="#ctx0" brushRef="#br0" timeOffset="126944.506">4357 1955,'0'70,"9"228,-9-297,8 36,-8-36,0-1,0 1,1 0,-1 0,0-1,0 1,0 0,1-1,-1 1,0 0,1-1,-1 1,0-1,1 1,-1 0,1-1,-1 1,1-1,-1 1,1-1,0 1,-1-1,1 0,-1 1,1-1,0 0,0 1,-1-1,1 0,0 0,-1 0,1 0,0 0,0 0,-1 0,1 0,0 0,-1 0,1 0,0 0,0 0,-1 0,1-1,0 1,66-69,-62 64,0 0,1 1,0 0,0 0,0 0,0 1,1 0,-1 0,1 0,0 1,0 0,0 1,4-1,-8 1,0 1,0 0,0 0,0 0,0 0,-1 0,1 1,0 0,0-1,0 1,-1 0,1 0,0 0,-1 1,1-1,-1 1,1-1,-1 1,0 0,1 0,-1 0,0 0,-1 0,1 1,0-1,0 0,-1 1,0-1,1 1,-1 0,0-1,0 1,-1 0,1 1,1 1,-1 1,-1 0,1 0,-1 0,0 0,0 0,-1 0,1 0,-1 0,-1 0,1-1,-1 1,0 0,0-1,-1 1,0-1,0 0,0 0,0 0,-1 0,0-1,0 1,0-1,0 0,-1 0,0-1,0 1,-7 5,-1 0,0-1,0-1,-1 0,0-1,0 0,-1-1,0-1,1 0,-3-1,-7 0,18-4,15-3,5 0</inkml:trace>
  <inkml:trace contextRef="#ctx0" brushRef="#br0" timeOffset="127312.776">4999 2127,'-1'0,"-84"9,83-9,-1 1,1 0,-1 0,1-1,0 2,-1-1,1 0,0 0,0 1,0-1,0 1,0-1,0 1,1 0,-1 0,0 0,1 0,0 0,-1 0,1 0,0 1,0-1,0 0,0 1,1-1,-1 1,1-1,-1 1,1-1,0 1,0 1,2 2,0-1,0 1,1-1,0 1,0-1,0 0,1-1,-1 1,1 0,1-1,-1 0,0 0,1 0,0-1,0 1,0-1,0 0,0 0,1-1,-1 0,6 2,13 7,-14-8,0 1,0 0,0 1,-1 0,0 0,0 1,0 0,0 1,-1 0,0 0,-1 1,0 0,0 0,0 1,-1 0,5 9,-10-15,0 1,-1-1,1 0,-1 1,1-1,-1 0,0 1,-1-1,1 0,0 1,-1-1,0 0,0 1,0-1,0 0,0 0,-1 0,1 0,-1 0,0 0,0 0,0-1,0 1,0-1,-1 1,1-1,-1 0,0 1,-85 46,2-27,45-16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49.9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0,'14'3,"11"0,10 0,9 2,3-1,1 0,-1-1,-4 1,-5 0,-6 0,-7-2,-7-1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57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34,'-10'-5,"0"0,-1 0,1 1,-1 1,0 0,0 0,0 1,-1 1,1 0,0 0,0 1,-1 0,1 1,0 1,0 0,-1 0,1 1,-9 3,17-5,1 1,-1-1,1 0,-1 1,1-1,-1 1,1 0,0 0,0 0,-1 0,2 0,-1 0,0 1,0-1,1 1,-1-1,1 1,0 0,0-1,0 1,0 0,0 0,1 0,-1 0,1 0,0 0,0-1,0 1,0 0,0 0,0 0,1 0,0 0,0 0,-1 0,2-1,-1 1,0 0,0-1,1 1,0-1,-1 1,1-1,0 0,1 2,7 1,0 0,0 0,0-1,0 0,1-1,0 0,-1 0,1-1,0-1,0 0,0-1,0 0,0 0,0-1,0 0,0-1,0-1,8-2,-11 4,0-1,-1 0,0 0,1-1,-1 0,0 0,0 0,0-1,-1 0,1-1,-1 1,0-1,0-1,-1 1,1-1,-1 0,0 0,-1 0,0 0,0-1,0 0,-1 0,2-5,-8-8,-9 28,10-4,1 0,-1 1,1-1,1 1,-1-1,0 1,1-1,0 1,0 0,1-1,-1 1,1-1,0 1,0-1,0 1,1-1,0 0,-1 1,1-1,1 0,-1 0,1-1,0 1,2 3,4 2,-1 0,1-1,0 0,0 0,1-1,0-1,1 1,-1-2,2 1,51 18,-1-6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58.4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1 961,'5'-1,"1"-1,0 1,0 0,0 0,-1 1,1 0,0 0,0 0,0 1,0-1,0 1,0 1,-1-1,1 1,-1 0,1 1,-1-1,0 1,0 0,0 0,0 1,0-1,-1 1,1 0,-1 0,0 1,1 2,0 3,0 1,-1 0,0 0,-1 1,-1-1,0 1,0-1,-1 1,-1 0,0 0,0 2,3 44,-3-56,0 0,0 0,0 1,1-1,-1 0,1 0,0 0,-1 0,1 0,0 0,0 0,1 0,-1-1,0 1,0 0,1-1,-1 1,1-1,0 1,-1-1,1 0,0 1,0-1,0 0,0 0,0 0,0-1,0 1,0 0,0-1,0 1,0-1,0 0,0 0,1 0,-1 0,0 0,0 0,0-1,0 1,0-1,1 1,-1-1,0 0,0 0,0 0,11-4,-1-1,1-1,-1 0,-1 0,0-1,0 0,0-1,-1-1,0 1,-1-2,0 1,-1-1,0 0,-1-1,0 0,-1 0,2-6,0 1,-7 17,-1 0,0 0,1-1,-1 1,0 0,1 0,-1 0,0 0,1 0,-1 0,0 0,1 0,-1 0,0 0,1 0,-1 0,0 0,1 0,-1 0,0 0,1 0,-1 1,0-1,1 0,-1 0,0 0,0 0,1 1,-1-1,0 0,0 0,1 1,-1-1,0 0,0 0,0 1,1-1,-1 0,0 1,0-1,0 0,0 1,0-1,0 0,0 1,0-1,0 0,0 1,0-1,0 0,0 1,0-1,0 0,0 1,0-1,0 0,0 1,0-1,0 0,-1 1,1-1,0 0,0 0,0 1,-1-1,1 0,0 0,0 1,-1-1,2 5,0 1,0 1,0-1,1 1,0-1,0 0,1 1,0-1,0-1,0 1,1 0,0-1,0 0,0 0,1 0,-1 0,1-1,0 1,1-1,-1 0,1-1,-1 0,1 0,0 0,1 0,-1-1,0 0,6 1,-3-2,0 0,0-1,0 1,-1-2,1 1,0-1,0-1,0 0,-1 0,1 0,0-1,-1-1,0 1,0-1,0-1,-1 1,1-1,-1-1,0 1,0-1,-1 0,0-1,0 0,0 0,-1 0,0 0,-1-1,0 0,0 0,0 0,-1 0,0-1,-1 0,0 1,1-4,-3-3,-6 17,5 4,-1 0,1 0,0 0,0 0,1 1,0-1,0 0,0 0,1 1,0-1,0 0,1 0,0 0,0 0,0 0,1-1,0 1,0 0,0-1,0 0,1 0,0 0,0 0,1-1,-1 0,1 1,0-2,0 1,0 0,0-1,1 0,0-1,-1 1,1-1,0 0,0 0,0-1,0 1,1-1,0 0,0 1,-1-1,1 1,0-2,0 1,-1-1,1 0,0-1,0 1,0-1,-1-1,1 1,-1-1,1 0,-1-1,0 1,1-1,-1-1,-1 1,1-1,0 0,-1 0,0-1,0 1,0-1,-1 0,1-1,-1 1,-1-1,1 0,-1 1,1-3,12-71,-17 87,1 0,-1 1,1-1,1 0,0 0,0 0,0 1,1-1,0 0,1 0,0-1,0 1,0-1,1 1,0-1,1 0,0 0,0-1,0 0,1 1,-1-2,2 1,-1-1,0 0,1 0,0-1,0 0,1 0,7 3,20 6</inkml:trace>
  <inkml:trace contextRef="#ctx0" brushRef="#br0" timeOffset="403.832">1525 1001,'-2'8,"1"1,0 0,1 0,0 0,0 0,1-1,0 1,1 0,0 0,0-1,1 1,0-1,0 0,1 0,0 0,1 0,0-1,0 0,0 0,1 0,0-1,0 1,1-1,0-1,0 1,0-1,0-1,9 5,-11-6,1 0,-1 0,1-1,0 1,0-1,0-1,0 1,0-1,1 0,-1 0,0-1,1 0,-1 0,0-1,1 1,-1-1,0-1,0 1,0-1,0 0,0 0,0-1,-1 0,1 0,-1 0,1-1,-1 1,0-1,2-3,2-6,0 1,-1-2,-1 1,0-1,-1 0,0-1,-1 1,-1-1,0 0,-1 0,-1 0,1-10,-12 52,9-22,-1 0,1 0,0 0,1 0,-1 0,1 0,0-1,0 1,1 0,-1 0,1-1,0 1,0-1,1 0,-1 1,1-1,0 0,0-1,1 1,-1 0,1-1,-1 0,1 0,0 0,0 0,1-1,-1 1,3 0,10 3,1-1,-1-1,1 0,0-2,0 0,0-1,0 0,0-2,2 0,22-2</inkml:trace>
  <inkml:trace contextRef="#ctx0" brushRef="#br0" timeOffset="913.68">2300 1028,'30'34,"-25"-27,-1 0,1-1,0 0,1 0,-1 0,1-1,1 0,-1 0,0 0,1-1,0 0,0 0,1-1,-1 0,1 0,-1-1,1 0,0 0,0-1,0 0,1 0,274-3,-266 2,61-4,-75 4,0-1,-1 1,1-1,0 0,-1 0,1 0,0 0,-1 0,1-1,-1 1,0-1,1 0,-1 1,0-1,0 0,0 0,-1 0,1-1,0 1,-1 0,1-1,-1 1,0-1,1-2,-2 0,-1-1,1 1,-1-1,-1 1,1-1,-1 1,0 0,0 0,0 0,-1 0,0 0,0 0,0 0,-1 1,1 0,-1 0,0 0,0 0,0 0,-1 1,0 0,1 0,-1 0,0 0,0 1,-3-1,-3-2,0 0,-1 0,1 1,-1 1,0 0,0 0,0 1,-1 1,1 0,0 1,-1 0,-5 2,11-2,0 1,0 0,0 1,0 0,0 0,1 0,-1 1,1 0,0 0,0 1,0-1,0 1,0 1,1-1,0 1,0 0,0 0,1 0,-1 1,1 0,1 0,-3 4,4-7,1 1,-1-1,1 1,0 0,0 0,0-1,0 1,1 0,0 0,0 0,0 0,0 0,0 0,1-1,-1 1,1 0,0 0,1 0,-1-1,1 1,-1-1,1 1,0-1,0 0,0 0,1 1,-1-2,1 1,0 0,0 0,0-1,0 0,0 1,75 30,-38-24</inkml:trace>
  <inkml:trace contextRef="#ctx0" brushRef="#br0" timeOffset="1861.875">2995 627,'-3'-9,"-1"0,1 0,-2 0,1 1,-1 0,0 0,-1 0,0 0,0 1,-1 0,0 1,0-1,0 1,-1 1,0-1,-1 1,7 4,0 0,0 1,0 0,1-1,-1 1,0 0,0 0,0 0,0 0,0 0,0 1,1-1,-1 0,0 1,0 0,1-1,-1 1,0 0,0 0,1 0,-1 0,1 0,-1 0,1 0,0 0,-1 1,1-1,0 1,0-1,0 1,0-1,0 1,0 0,0-1,1 1,-1 0,0 0,1 0,-15 74,17-43,1 1,2-1,1 0,2 0,1-1,1 0,2-1,1 0,16 26,14 40,19 42,-60-136,0 0,0-1,0 1,0-1,0 0,0 1,1-1,-1 0,1 0,0-1,-1 1,1-1,0 1,0-1,0 0,0 0,0 0,0 0,0-1,0 1,1-1,-1 0,0 0,0 0,0 0,0 0,1-1,-1 1,0-1,0 0,0 0,0 0,0-1,0 1,-1-1,1 1,0-1,-1 0,1 0,-1 0,3-2,8-10,0-1,-1 0,0 0,-1-1,-1-1,0 0,-1 0,-1-1,-1 0,-1 0,0-1,-1 0,-1 0,-1 0,1-16,-3 29,-1 1,1-1,-1 0,0 0,0 1,-1-1,1 0,-1 1,-1-1,1 0,-1 1,0 0,0-1,2 6,0 0,0 0,0 1,0-1,0 0,0 0,0 1,0-1,0 0,0 0,0 1,0-1,0 0,0 0,0 1,0-1,0 0,0 0,0 1,0-1,0 0,-1 0,1 1,0-1,0 0,0 0,0 0,0 1,-1-1,1 0,0 0,0 0,-1 0,1 0,0 1,0-1,0 0,-1 0,1 0,7 6,0 1,0-1,1-1,0 0,0 0,0 0,0-1,1 0,0-1,0 0,0 0,0-1,0 0,4-1,-2 2,21 4,53 19,-84-25,1 1,-1 0,0 0,0 0,0-1,0 1,0 0,0 1,0-1,-1 0,1 0,-1 0,1 0,-1 0,0 1,0-1,0 0,0 0,-1 0,1 1,0-1,-1 0,0 0,1 0,-1 0,0 0,0 0,0 0,0 0,0 0,-2 1,-5 20,7-21,1 0,0 0,0 0,-1 0,1 0,1 0,-1 0,0 0,0 0,1 0,-1 0,1-1,-1 1,1 0,0 0,0 0,0-1,0 1,0 0,0-1,1 1,-1-1,0 1,1-1,-1 0,1 0,-1 0,1 0,0 0,-1 0,1 0,0 0,0 0,0-1,0 1,1-1,73 10,-54-10,1 0,-1-2,0-1,0 0,0-2,-1 0,0-2,0 0,0-2,3-2,-17 7,-6 4,-1-1,1 1,-1-1,1 1,-1-1,1 1,-1-1,1 1,-1-1,1 1,-1 0,1-1,0 1,-1 0,1 0,0-1,-1 1,1 0,0 0,0 0,-1 0,1 0,0 0,-1 0,1 0,0 0,-1 0,1 0,0 1,-1-1,1 0,0 0,-1 1,1-1,0 0,-1 1,1-1,-1 1,1-1,-1 1,1-1,-1 1,1-1,-1 1,1-1,-1 1,0 0,1-1,-1 1,0 0,0-1,1 1,-1 0,3 6,1 0,0 0,1 0,-1-1,1 0,0 0,1 0,0 0,0-1,0 0,0 0,1-1,0 0,0 0,0 0,0-1,0 0,1 0,0-1,-1 0,1 0,0-1,0 0,0-1,0 1,0-2,0 1,0-1,-1 0,1-1,0 1,3-3,-6 3,-1 0,1-1,0 0,-1 0,0 0,1-1,-1 1,0-1,0 0,-1 0,1 0,0-1,-1 1,0-1,0 0,0 0,-1 0,1 0,-1 0,0-1,0 1,0-1,-1 0,1 1,-1-1,0 0,-1 0,1 0,-1 1,0-1,0 0,0 0,-1 0,0 0,0 0,0 1,-1-1,1 1,-1-1,0 1,0-1,-1 1,1 0,-1 0,0 0,-3-3,-1 2,0 0,0 1,-1 0,1 0,-1 1,0 0,0 1,0-1,-1 1,1 1,0 0,-1 0,1 0,-1 1,1 1,0-1,-1 1,1 1,0 0,-1 0,1 0,0 1,1 0,-1 1,0-1,1 2,0-1,0 1,0 0,-4 4,8-6,1 0,-1 0,1 0,-1 0,1 0,0 0,0 1,0-1,1 1,-1-1,1 1,0 0,0-1,0 1,1 0,-1 0,1 0,0 0,0-1,0 1,0 0,1 0,0 0,-1 0,2-1,-1 1,0 0,1-1,-1 1,1-1,0 0,0 1,1-1,-1 0,0 0,1 0,0-1,2 3,26 11,1-5</inkml:trace>
  <inkml:trace contextRef="#ctx0" brushRef="#br0" timeOffset="2046.446">4319 507,'-16'-10,"-10"-2,-5 3,1 10,5 13,7 14,13 11,12 11,12 5,3-6</inkml:trace>
  <inkml:trace contextRef="#ctx0" brushRef="#br0" timeOffset="2410.489">4426 1121,'23'-15,"-1"-1,-1-1,-1-1,0-1,-1-1,-1 0,-1-1,0-1,-2-1,-1 0,-1-1,10-24,22-48,-5-2,-3-1,-5-2,0-20,-5-12,-27 131,1 1,0-1,0 1,0-1,-1 1,1-1,-1 0,1 1,-1-1,0 0,0 0,0 1,0-1,0 0,0 0,0 1,0-1,-1 0,1 1,-1-1,1 0,-1 1,0-1,1 1,-1-1,0 1,0-1,0 1,0 0,-1-1,1 1,0 0,0 0,-1 0,1 0,-1 0,1 0,-1 0,1 0,-1 1,0-1,1 0,-1 1,-1-1,-5 5,0 0,0 0,0 0,1 1,-1 0,1 1,0-1,1 1,-1 1,1-1,1 1,-1 0,-1 3,-8 11,2 1,0 0,1 1,1 0,1 0,1 1,2 1,0-1,1 1,2 1,0-1,1 25,2-13,2-1,1 1,2-1,1 0,2 0,2-1,1 0,13 29,-15-43,1 0,1-1,0 0,2 0,1-1,0-1,1 0,1-1,2 1,-16-16,1 0,0 0,0 0,-1 0,1-1,0 1,1-1,-1 1,0-1,0 0,0 0,1 0,-1 0,1 0,-1-1,0 1,1-1,0 1,-1-1,1 0,-1 0,1 0,-1 0,1-1,-1 1,1-1,-1 1,2-2,8-8</inkml:trace>
  <inkml:trace contextRef="#ctx0" brushRef="#br0" timeOffset="2676.279">4600 640,'20'-5,"25"2,23 2,19 7,9 4,3 6,-6 3,-20 0</inkml:trace>
  <inkml:trace contextRef="#ctx0" brushRef="#br0" timeOffset="2950.237">5147 947,'-41'85,"40"-83,1 0,-1 0,1 1,0-1,-1 0,1 1,0-1,0 0,0 1,1-1,-1 0,1 0,-1 1,1-1,0 0,-1 0,1 0,0 1,1-1,-1 0,0-1,1 1,-1 0,1 0,-1 0,1-1,0 1,0-1,-1 0,1 1,0-1,1 0,-1 0,0 0,0 0,0-1,2 1,4 1,0-1,1-1,-1 1,1-2,-1 1,0-1,1 0,-1-1,0 0,0 0,0-1,0 0,0 0,0-1,-1 0,0 0,0-1,0 1,0-2,-1 1,0-1,0 0,0 0,-1-1,0 0,0 0,-1 0,0 0,0-1,0 1,-1-1,2-8,-4 14,0 0,0 0,0 0,0 0,-1 0,1-1,-1 1,1 0,-1 0,0 0,0-1,0 1,0 0,0 0,-1 0,1-1,0 1,-1 0,0 0,0 0,1 0,-1 0,0 0,-1 0,1 0,0 0,0 1,-1-1,1 0,-1 1,0-1,1 1,-1-1,0 1,0 0,0 0,0 0,0 0,0 0,0 0,0 1,0-1,-1 1,1-1,0 1,0 0,0 0,-1 0,1 0,0 0,0 1,0-1,-1 0,-1 2,-1-1,1 1,-1 0,1 0,0 0,0 0,0 1,0-1,0 1,0 0,1 1,-1-1,1 1,0-1,0 1,0 0,1 0,-1 0,1 0,0 1,0-1,1 0,-1 1,1 0,0-1,0 1,0 0,1-1,0 1,0 0,0 0,0-1,1 1,0 0,0-1,0 1,1 0,-1-1,3 4,10 21</inkml:trace>
  <inkml:trace contextRef="#ctx0" brushRef="#br0" timeOffset="4261.012">5521 988,'58'-281,"-57"278,0 1,0-1,1 1,-1 0,0-1,1 1,-1 0,1 0,0 0,0 0,0 0,0 0,0 1,0-1,0 1,1-1,-1 1,0 0,1 0,-1 0,1 0,0 0,-1 1,1-1,0 1,-1 0,1-1,0 1,0 1,80 14,-71-11,0 1,0 0,-1 1,1 0,-1 1,-1 0,1 1,-1 0,-1 1,-4-6,-1 1,0 0,-1 1,1-1,-1 0,0 1,0 0,0 0,-1 0,0 0,0 0,0 1,0-1,-1 0,0 1,0-1,0 1,-1 0,0-1,0 1,-1 4,-21 92,22-100,1 0,-1 0,1 0,0 0,-1-1,1 1,0 0,0 0,0 0,0-1,1 1,-1 0,0-1,1 1,-1-1,1 0,-1 0,1 1,0-1,0 0,-1 0,1 0,0-1,0 1,0 0,0-1,0 1,0-1,0 0,0 1,0-1,2 0,68 0,-58-1,-1-1,0 0,0-1,0 0,0-1,0-1,-1 0,0 0,0-1,0-1,-1 0,0-1,0 0,-1 0,0-1,9-10,-13 3,-12 23,4-4,0 1,1-1,0 1,0-1,0 1,0 0,1 0,-1-1,1 1,0 0,0 0,0-1,1 1,-1 0,1 0,0-1,0 1,0 0,1-1,-1 1,1-1,0 0,0 0,0 1,0-1,1 0,-1-1,1 1,-1 0,1-1,0 1,0-1,0 0,1 0,-1 0,0-1,4 2,2-1,-1-1,1-1,0 1,-1-1,1-1,-1 1,1-2,-1 1,1-1,-1 0,0-1,0 0,0 0,0-1,0 0,-1 0,1-1,-1 0,-1 0,1-1,-1 0,0 0,0 0,0-1,-1 0,0 0,-1 0,1-1,-1 1,2-7,-3 7,7-8,-7 29,-4 12,-1-20,1-1,0 0,1 0,-1 0,1 1,0-1,0 0,1 0,-1 1,1-1,0 0,1 0,-1 0,1 0,0 0,0 0,1-1,-1 1,1-1,0 1,0-1,1 0,-1 0,1 0,3 2,-1-3,0 0,0-1,1 1,-1-1,1 0,0-1,-1 0,1 0,0 0,0-1,0 0,0 0,0-1,-1 0,1 0,0 0,-1-1,1 0,-1-1,1 1,-1-1,3-2,5-3,0 0,-1-1,0-1,-1 0,0 0,-1-1,0-1,0 0,1-4,18-32,-2 0,-3-2,-1-1,-3-1,-2 0,-3-2,-1 0,3-37,-17 84,7-20,-2-1,-1 0,-1 1,-1-2,-2 1,-1 0,-1 0,-1 0,-5-22,5 44,0-1,0 1,-1-1,0 1,0 0,0 0,-1 0,0 1,0-1,0 1,-1 0,0 0,0 0,0 1,0 0,-1 0,0 0,0 1,0 0,0 0,0 0,-1 1,1 0,-1 0,1 0,-1 1,0 0,0 1,0-1,0 1,1 0,-1 1,0 0,0 0,1 1,-1-1,0 1,1 1,0-1,-1 1,1 0,0 1,1-1,-1 1,-3 3,1 5,-1 0,2 1,0-1,0 1,1 1,1 0,0-1,1 2,0-1,1 0,1 1,0-1,1 1,1 0,0 7,-1 22,2 0,2 0,2 0,2 0,2-1,1 0,3-1,1 0,2-1,2 0,4 4,-19-39,0 1,0-1,0 0,1 0,0 0,0 0,0-1,1 1,0-1,0 0,0-1,0 1,1-1,0 0,0-1,0 1,0-1,1 0,-1-1,1 1,0-1,-1-1,1 1,0-1,0 0,0-1,0 0,0 0,1 0,3-4,-1 1,0-1,0-1,0 0,0 0,-1-1,0 0,0-1,0 0,-1-1,0 1,-1-1,0-1,0 1,0-1,-1-1,3-5,-1-1,-8 16,0 0,0 0,0 1,0-1,-1 0,1 0,0 0,0 0,0 0,0 0,0 1,-1-1,1 0,0 0,0 0,0 0,0 0,-1 0,1 0,0 0,0 0,0 0,0 0,-1 0,1 0,0 0,0 0,0 0,-1 0,1 0,0 0,0 0,0 0,0 0,-1 0,1 0,0 0,0 0,0-1,0 1,-1 0,1 0,0 0,0 0,0 0,0-1,-6 10,1 0,0 1,0-1,1 1,0 0,1 0,0 0,0 0,1 0,1 1,0-1,0 1,1-1,1 4,-1-11,0 0,1 0,-1 0,1 0,0 0,0 0,0 0,0-1,1 1,-1 0,1-1,-1 1,1-1,0 0,0 1,0-1,1 0,-1 0,0 0,1-1,-1 1,1 0,-1-1,1 0,0 0,0 0,0 0,-1 0,1 0,0-1,0 1,0-1,0 0,0 0,2 0,4 0,0-1,0 0,0 0,-1-1,1 0,0-1,-1 0,0 0,1 0,-1-1,4-4,4-4,-1 0,-1-2,0 0,0 0,-2-1,0-1,-1 0,0 0,-1-1,2-8,-17 115,5-84,-1 0,1-1,1 1,-1 0,1 0,0-1,0 1,0 0,1-1,0 1,0-1,1 0,-1 0,1 1,0-2,0 1,1 0,0-1,0 1,0-1,0 0,0-1,1 1,-1-1,1 1,0-2,0 1,1 0,-1-1,0 0,1 0,0-1,-1 1,1-1,0-1,-1 1,1-1,0 0,0 0,0 0,-1-1,5-1,11-7</inkml:trace>
  <inkml:trace contextRef="#ctx0" brushRef="#br0" timeOffset="4515.024">7727 707,'-2'-12,"-1"-1,0 7,1 8,0 8,1 10,1 5,0 4,2-1,1-1,0-3,-1-3,0-5</inkml:trace>
  <inkml:trace contextRef="#ctx0" brushRef="#br0" timeOffset="4717.482">7607 146,'-14'-18,"-6"-9,0-1,10 10,14 11,15 6,4 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55.8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0 857,'10'-27,"1"1,1 0,1 0,1 2,1-1,1 2,13-14,-27 34,0-1,0 1,1-1,0 1,-1 0,1 0,0 0,1 0,-1 1,0-1,1 1,0 0,-1 0,1 0,0 1,0-1,0 1,0 0,0 0,0 0,0 1,1-1,-1 1,0 0,0 0,0 0,1 1,-1 0,0 0,0 0,0 0,0 0,0 1,-1 0,1 0,0 0,-1 0,1 0,2 3,2 7,0 0,0 0,-1 1,-1 0,0 0,0 0,-2 1,0 0,0 0,-1 0,0 10,-3-22,1 1,-1 0,0 0,0-1,0 1,0 0,0 0,-1 0,1-1,-1 1,0 0,1 0,-1-1,-1 1,1-1,0 1,-1 0,1-3,0-1,0 0,0 1,1-1,-1 0,0 0,1 1,-1-1,1 0,-1 0,1 0,-1 0,1 0,-1 0,1 0,0 0,0 0,0 0,-1 0,1 0,0 0,0 0,0 0,0 0,1 0,-1 0,0 0,0 0,1 0,-1 0,1-1,6-22,1 0,1 0,2 1,0 0,1 0,0-1,33-63,-4-3,25-85,-51 129,-3 0,-2-1,-1 0,-3-2,-11-1,5 50,-1 0,0 0,1 0,-1-1,0 1,1 0,-1 0,1 0,-1 0,0 0,1 0,-1 0,0 1,1-1,-1 0,1 0,-1 0,0 1,1-1,-1 0,1 1,-1-1,1 0,-1 1,1-1,-1 1,1-1,-1 1,1-1,0 1,-1-1,1 1,0-1,-1 1,1-1,0 1,0 0,-1-1,1 1,0 0,0-1,0 1,0-1,0 2,-10 26,0 1,2 1,2-1,0 1,2 0,0 30,1-10,2 0,2 1,2-1,2 1,3-2,2 1,1-1,3 0,3-2,9 19,-25-62,2 2,-1 0,1 0,0 0,1-1,-1 1,1-1,0 0,0 0,1 0,4 3,1-3</inkml:trace>
  <inkml:trace contextRef="#ctx0" brushRef="#br0" timeOffset="252.102">174 256,'14'0,"23"2,27 3,28 3,21 3,13 3,-1 2,-7 3,-14 1,-26-4</inkml:trace>
  <inkml:trace contextRef="#ctx0" brushRef="#br0" timeOffset="1042.277">1058 537,'-20'4,"2"2,-1 0,1 1,0 1,0 0,1 2,0 0,0 1,2 0,-1 2,1 0,-11 12,24-23,1 0,-1-1,0 1,0 0,1 0,-1 0,1 0,-1 1,1-1,0 0,0 1,0-1,0 0,1 1,-1-1,0 1,1 0,0-1,0 1,0-1,0 1,0-1,0 1,1-1,-1 1,1-1,-1 1,1-1,0 1,0-1,0 0,1 1,-1-1,0 0,1 0,0 0,-1 0,1 0,0 0,0-1,0 1,0-1,0 1,0-1,1 0,0 1,6 1,-1-1,1 0,0-1,-1 0,1 0,0-1,0 0,0-1,-1 0,1 0,0-1,-1 0,1 0,-1-1,1 0,-1-1,0 1,-1-2,1 1,-1-1,0 0,0-1,0 1,0-2,-1 1,0 0,-1-1,0 0,0-1,0 1,-1-1,0 0,1-2,-4-18,-1 27,0 1,1-1,-1 1,0 0,0-1,0 1,0 0,0-1,0 1,0 0,0-1,-1 1,1-1,0 1,0 0,0-1,0 1,0 0,-1-1,1 1,0 0,0-1,0 1,-1 0,1 0,0-1,-1 1,1 0,0 0,-1 0,1-1,0 1,-1 0,1 0,0 0,-1 0,1 0,0 0,-1-1,1 1,0 0,-1 0,1 0,-1 0,1 0,0 1,-1-1,1 0,0 0,-1 0,1 0,0 0,-1 0,1 1,0-1,-1 0,1 0,0 0,-1 1,1-1,0 0,0 0,-1 1,1-1,0 0,0 1,-1-1,-1 4,-1 1,1-1,-1 1,1-1,1 1,-1-1,0 1,1 0,0 0,0 0,1 0,-1 0,1 0,0 0,1 0,-1 0,1 0,0 0,0 0,0-1,1 1,0 0,0-1,0 1,0-1,1 1,0-1,2 2,-1 1,1-1,0 0,1-1,0 1,0-1,0 0,0 0,1-1,-1 0,1 0,0-1,4 2,-8-4,0 0,1 0,-1 0,1 0,0-1,-1 1,1-1,-1 0,1 0,-1 0,1 0,0-1,-1 0,1 1,-1-1,1-1,-1 1,0 0,1-1,-1 0,0 1,0-1,0 0,0-1,-1 1,1-1,2-1,3-9,0 1,-1-1,0-1,-1 1,-1-1,0 0,0-1,-2 1,0-1,0 1,-1-1,-1-7,12-56,-13 76,1 0,-1 0,0 0,1 0,0 0,-1 0,1 0,0 0,0 0,0 0,0 0,1 1,-1-1,0 1,1-1,-1 1,1-1,0 1,-1 0,1-1,0 1,0 0,0 0,0 0,0 1,0-1,0 0,0 1,0-1,0 1,0 0,0 0,0 0,0 0,0 0,0 0,1 0,-1 1,0-1,1 1,10 2,0 0,0 0,-1 1,1 1,-1 0,0 1,0 0,-1 1,10 7,-17-11,0 1,0-1,0 1,0 0,0 0,-1 0,0 0,0 1,0-1,0 1,-1 0,0 0,0 0,0 0,0 0,-1 1,0-1,0 0,0 1,-1-1,0 0,0 1,0-1,-1 1,0 1,-6 16,6-22,0 1,0 0,0 0,0 0,0 0,0 0,0 0,1 0,-1 0,1 0,-1 0,1 0,0 0,0 0,0 0,0 1,0-1,1 0,-1 0,0 0,1 0,0 0,-1 0,1 0,0 0,0 0,0 0,0-1,1 1,-1 0,0-1,1 1,-1-1,1 1,-1-1,1 0,0 1,1-1,10 2,1-1,0-1,0 0,1-1,-1 0,0-1,0-1,0 0,-1-1,1-1,0 0,10-5,-11 6,0-1,0-1,-1 0,1 0,-1-2,0 1,-1-1,0-1,0 0,0-1,-1 0,0 0,-1-1,0-1,-1 1,0-1,3-7,-10 16,0 0,0-1,0 1,0 0,0 0,-1-1,0 1,1 0,-1-1,0 1,0-1,0 1,0 0,-1-1,1 1,0 0,-1-1,0 1,0 0,0-1,0 1,0 0,0 0,0 0,0 0,-1 0,1 0,-1 1,0-1,0 0,1 1,-1-1,0 1,0 0,0-1,0 1,-1 0,1 0,0 1,0-1,-1 0,1 1,0-1,-1 1,1 0,-3 0,1-1,0 1,0-1,0 1,0 0,0 1,0-1,-1 1,1-1,0 1,0 1,0-1,1 0,-1 1,0 0,0 0,1 0,0 0,-1 1,1-1,0 1,0 0,0 0,0 0,1 0,-1 1,1-1,0 0,0 1,0 0,0 0,1-1,-1 1,1 0,0 0,0 0,1 1,-1-1,1 0,0 0,0 0,0 0,1 0,-1 0,1 0,0 0,0 0,1 0,-1 0,2 3,5 2,0-1,1 0,0 0,0-1,1 0,-1-1,2 0,-1 0,1-1,-1-1,1 1,1-2,5 2,150 30,-85-26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6:53.1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0 361,'1'3,"1"-1,-1 1,0 0,1 0,0-1,0 1,0-1,0 0,0 1,0-1,0 0,1 0,-1 0,1-1,0 1,-1-1,1 1,0-1,0 0,0 0,0 0,0 0,0-1,0 1,2-1,79-3,-54-5,0-1,0-1,0-2,-1 0,-1-2,-1-2,0 0,-1-2,14-11,-32 23,0 0,0-1,0 0,0 0,-1 0,0-1,-1 0,0 0,0-1,-1 0,0 0,0 0,-1-1,0 1,-1-1,0 0,-1 0,0 0,0 0,-1-1,0-6,-2 14,0 0,1 0,-1-1,-1 1,1 0,0 1,-1-1,1 0,-1 0,0 1,0-1,0 1,0-1,0 1,-1 0,1 0,-1 0,0 0,1 0,-1 1,0-1,0 1,0 0,0 0,0 0,0 0,0 0,0 1,-1-1,1 1,0 0,0 0,-1 0,1 0,0 1,0-1,0 1,0 0,0 0,0 0,0 0,0 1,0-1,0 1,0 0,1-1,-1 1,-1 2,-3 5,1 2,0-1,0 1,1-1,0 2,1-1,0 0,1 1,0 0,1 0,0 0,1 0,1 0,0 0,0 3,2 50,2 0,4 0,2-1,10 33,18 114,-34-179,0 0,-2 0,-2 0,0 0,-3 0,0 0,-2 0,-7 22,-2-21,-1-9</inkml:trace>
  <inkml:trace contextRef="#ctx0" brushRef="#br0" timeOffset="359.642">174 628,'373'-118,"-178"56,-192 60,-1 1,0 0,0-1,0 1,1 0,-1 1,0-1,1 0,-1 1,1-1,-1 1,1 0,-1 0,1 0,-1 0,0 0,1 0,-1 1,1-1,-1 1,1 0,-1 0,0-1,1 2,-1-1,0 0,0 0,0 1,0-1,0 1,0-1,0 1,-1 0,1 0,-1 0,1 0,-1 0,0 0,1 1,-2 47,-1-45,0-1,1 1,-1 0,1-1,0 1,0 0,0-1,1 1,0 0,0-1,0 1,0-1,1 1,-1-1,1 1,0-1,1 0,-1 0,1 0,0 0,0-1,0 1,0-1,0 0,1 0,0 1,16 4,-2-3</inkml:trace>
  <inkml:trace contextRef="#ctx0" brushRef="#br0" timeOffset="605.141">923 80,'-2'13,"7"13,11 7,3-1</inkml:trace>
  <inkml:trace contextRef="#ctx0" brushRef="#br0" timeOffset="868.478">1123 588,'15'-5,"1"0,-1-1,0 0,0-2,-1 1,0-2,-1 0,0-1,0 0,-1-1,0 0,-1-1,0 0,-1-1,0 0,-1 0,4-9,2-26,-15 46,0 1,1 0,-1 0,0 0,0-1,0 1,0 0,0 0,0-1,0 1,0 0,-1 0,1-1,0 1,-1 0,1 0,-1 0,1 0,-1 0,0 0,1 0,-1 0,0 0,0 0,0 0,0 0,1 0,-1 0,0 1,-1-1,1 0,0 1,0-1,0 1,0-1,0 1,-1 0,1 0,-4 0,1 2,-1-1,1 0,-1 1,1 0,0 0,0 0,0 1,0-1,0 1,0 0,1 0,-1 1,1-1,0 0,0 1,0 0,0 0,1 0,0 0,-1 0,1 1,1-1,-2 4,1-4,0 1,0 0,0 0,1 0,-1 0,1 0,0 1,1-1,-1 0,1 0,0 1,0-1,1 0,0 0,0 1,0-1,0 0,1 0,0 0,0 0,0-1,1 1,-1 0,1-1,0 0,1 1,-1-1,1-1,-1 1,1 0,1-1,12 5,1-1,0 0,1-2,0 0,0-1,0-1,0 0,0-2,0 0,1-1,-1-1,0-1,10-3,31-1</inkml:trace>
  <inkml:trace contextRef="#ctx0" brushRef="#br0" timeOffset="1994.441">2099 347,'-35'-5,"0"1,0 1,0 2,-32 4,63-3,0 1,0 0,0 0,0 0,0 0,0 1,0-1,0 1,0 0,1 1,-1-1,1 0,-1 1,1 0,0 0,0 0,0 0,1 0,-1 1,1-1,0 1,0 0,0 0,0-1,0 1,1 0,0 0,0 1,0-1,0 0,1 0,0 0,0 1,0-1,0 0,0 0,1 1,0-1,1 3,0-1,0-1,1 0,0 0,0 0,0-1,1 1,-1-1,1 1,0-1,0 0,1-1,-1 1,1-1,-1 0,1 0,0 0,1-1,-1 0,6 2,107 23,-81-23,0-2,0-2,0-1,0-2,0-2,0-1,-1-2,14-5,31-13,0-4,-3-3,6-7,-39 15,-45 25,0-1,1 1,-1 0,0 0,0 0,0-1,0 1,1 0,-1 0,0-1,0 1,0 0,0 0,0-1,0 1,0 0,0-1,0 1,0 0,0 0,0-1,0 1,0 0,0-1,0 1,0 0,0 0,0-1,0 1,0 0,0 0,0-1,-1 1,1 0,0 0,0-1,0 1,-1 0,1 0,0 0,0-1,0 1,-1 0,1 0,0 0,0 0,-1-1,1 1,0 0,-1 0,1 0,0 0,0 0,-1 0,1 0,0 0,-1 0,1 0,0 0,0 0,-1 0,1 0,0 0,-1 0,1 1,0-1,0 0,-1 0,-24-2,-6 3,-1 0,1 2,0 2,0 1,0 1,1 1,-3 3,-16 20,48-30,0-1,0 1,0 0,0 0,0 0,1 0,-1 0,0 1,0-1,1 0,-1 0,1 0,-1 1,1-1,0 0,-1 0,1 1,0-1,0 0,0 1,0-1,0 0,0 1,0-1,0 0,1 1,-1-1,0 0,1 0,-1 1,1-1,0 0,-1 0,1 0,0 0,-1 0,1 0,0 0,0 0,1 1,8 4,1 0,0 0,0-1,0-1,1 0,-1 0,1-1,0-1,0 0,0 0,0-2,0 1,0-1,4-1,-5 1,1 0,0 0,-1-1,1-1,-1 0,0-1,1 0,-1 0,0-1,-1-1,1 0,-1 0,0-1,0 0,-1-1,1 0,4-5,-14 12,0 1,0-1,0 1,0-1,0 1,0-1,0 1,0-1,0 1,1-1,-1 1,0-1,0 0,1 1,-1-1,0 1,1-1,-1 0,0 1,1-1,-1 0,0 1,1-1,-1 0,1 0,-1 1,1-1,-1 0,1 0,-1 0,0 1,1-1,-1 0,1 0,-1 0,1 0,-1 0,1 0,-1 0,1 0,-1 0,1-1,-1 1,1 0,-1 0,1 0,-1 0,1-1,-1 1,1 0,-1 0,0-1,1 1,-1 0,0-1,1 1,-1-1,0 1,1 0,0 11,0-7,0 0,0 0,0-1,1 1,-1-1,1 1,0-1,0 0,0 0,1 0,-1 0,1 0,-1 0,1-1,0 1,0-1,0 0,0 1,1-2,-1 1,1 0,-1-1,1 1,-1-1,1 0,0 0,0-1,-1 1,1-1,0 0,0 0,0 0,0 0,-1 0,1-1,0 0,0 0,-1 0,1 0,-1-1,1 1,-1-1,1 0,-1 0,1-1,2-4,0 0,-1 0,0 0,0-1,-1 0,0 0,0 0,-1-1,0 1,0-1,-1 0,0 0,-1 0,0 0,19-64,-18 70,-1 1,1-1,0 0,0 1,0-1,0 1,0 0,1 0,-1-1,1 2,-1-1,1 0,0 0,-1 1,1 0,0-1,0 1,0 0,0 0,0 1,1-1,-1 1,0 0,0-1,2 1,82 9,-79-8,-2-1,1 1,-1-1,1 1,-1 0,0 1,0-1,0 1,0 0,0 1,0 0,0-1,-1 2,1-1,-1 1,0 0,0 0,0 0,-1 1,1-1,-1 1,0 0,-1 1,1-1,-1 1,0-1,1 4,0 112,-4-118,1-1,0 0,0 1,0-1,0 0,1 0,-1 0,0 0,1 0,0 0,-1 0,1 0,0-1,0 1,0-1,0 1,0-1,0 0,1 0,-1 0,0 0,1 0,-1 0,0-1,1 1,-1-1,1 0,-1 0,3 0,74-4,-63 1,0-1,-1 0,0-1,0-1,0 0,-1-1,0 0,0-1,-1-1,0 0,0-1,-1-1,0 0,-1 0,-1-1,1 0,-2-1,0 0,0-1,-2 0,1 0,-2-1,0 0,-5 14,0-1,-1 1,0-1,1 0,-1 1,0-1,0 1,0-1,0 0,0 1,0-1,0 0,0 1,-1-1,1 1,-1-1,1 1,-1-1,1 1,-1-1,0 1,0-1,0 1,0 0,0 0,0-1,0 1,0 0,-1 0,1 0,0 0,-1 0,1 1,-1-1,1 0,-1 0,1 1,-1-1,1 1,-1 0,1-1,-1 1,0 0,1 0,-1 0,0 0,1 0,-1 1,-3-1,1 0,0 0,0 1,0 0,0 0,-1 0,1 0,0 1,1-1,-1 1,0 0,0 0,1 0,-1 1,1 0,0-1,0 1,0 0,0 0,0 1,1-1,-1 0,1 1,0 0,0 0,0-1,1 1,-1 0,1 0,0 0,0 1,1-1,-1 0,1 0,0 0,0 1,0-1,0 0,1 0,0 0,0 1,0-1,0 0,0 0,1-1,1 3,6 2,2 1,-1-1,1-1,0 0,1 0,0-1,0 0,0-1,1-1,-1 0,1-1,0 0,0-1,1 0,-1-1,6-1,-16 1,71 7</inkml:trace>
  <inkml:trace contextRef="#ctx0" brushRef="#br0" timeOffset="12545.048">803 1511,'-14'2,"0"1,0 0,1 1,0 1,0 0,0 1,0 1,1-1,0 2,1 0,0 0,0 1,0 1,1-1,1 2,0-1,0 1,1 1,0 0,1 0,0 0,1 1,1 0,0 0,1 0,0 1,-1 6,5-18,-1-1,1 1,0-1,-1 1,1-1,0 1,0 0,0-1,0 1,0 0,1-1,-1 1,0-1,1 1,-1 0,1-1,-1 1,1-1,0 0,0 1,0-1,-1 1,2-1,-1 0,0 0,0 0,0 0,0 0,1 0,-1 0,0 0,1 0,-1 0,1-1,-1 1,1 0,-1-1,1 0,-1 1,1-1,0 0,-1 0,1 0,0 0,-1 0,1 0,-1 0,1 0,0-1,-1 1,2-1,10-4,-1-1,0 0,0-1,0 0,0-1,-1 0,-1-1,1 0,-2 0,1-1,-1-1,-1 1,1-2,11-18,0 0,-2-2,-1 0,-2-1,-1-1,-2 0,-1-1,-2 0,-1 0,-2-1,-1 0,-2 0,-1-1,-3 1,-1-17,1 47,-11-42,11 48,0 0,0 0,-1 1,1-1,0 0,0 1,0-1,0 1,0-1,0 1,-1 0,1-1,0 1,1 0,-1 0,0 0,0 0,0 0,0-1,1 2,-1-1,0 0,1 0,-1 0,1 0,0 0,-1 0,1 1,0-1,-1 0,1 1,0-2,-13 36,2 1,1 0,2 1,2 0,1 0,2 1,2 9,-1-31,1 0,1 0,1-1,0 1,1 0,1-1,0 1,1-1,1 0,1 0,0 0,1-1,1 0,0 0,1-1,1 0,0-1,9 9,-16-19,1 0,-1 0,1-1,0 1,0-1,0 0,0 0,0-1,0 1,1-1,-1 0,0 0,1 0,-1-1,1 1,-1-1,1 0,-1-1,1 1,-1-1,1 0,-1 0,0 0,1 0,-1-1,0 0,0 0,0 0,0 0,0-1,-1 1,1-1,-1 0,10-8,-2-1,0 0,0 0,-1-1,-1-1,0 1,-1-1,-1-1,0 0,0 0,-2 0,0-1,3-14,-6 20,-4 18,-4 17,4-20,0 0,1 0,0 0,0 0,1 0,0 0,-1 0,2 0,-1 0,0 1,1-1,0 0,0 0,1 0,0-1,-1 1,1 0,1-1,-1 1,1-1,0 1,0-1,0 0,0-1,1 1,0 0,-1-1,1 0,4 3,0-4,0 1,0-1,0 0,0-1,0 0,1 0,-1-1,0 0,1-1,-1 0,0 0,0 0,0-1,0 0,0-1,0 0,0 0,-1-1,1 0,-1 0,0-1,-1 1,1-2,-1 1,0-1,0 0,0 0,-1 0,0-1,0 0,-1 0,0 0,0 0,-1-1,3-7,5-54,-20 95,7-12,0 1,1 0,0-1,1 1,1 0,1-1,0 1,2 6,-3-16,0 0,0 0,1 0,0-1,0 1,0-1,1 1,-1-1,1 0,0 0,1 0,-1 0,0 0,1-1,0 1,0-1,0 0,0 0,1-1,-1 1,1-1,-1 0,1 0,0-1,0 1,1-1,-2 0,1-1,0 1,-1-1,1 0,-1 0,1-1,-1 1,1-1,-1 0,1 0,-1-1,0 1,0-1,0 0,0 0,0 0,0-1,0 0,0 1,-1-1,0 0,1-1,-1 1,0-1,2-3,1-2,-1 0,0 0,0 0,0-1,-2 0,1 0,-1 0,0 0,-1-1,0-7,1-107,-3 123,0 1,0-1,-1 1,1-1,1 1,-1-1,0 1,0-1,0 1,1-1,-1 1,1-1,-1 1,1 0,0-1,-1 1,1 0,0 0,0-1,0 1,0 0,0 0,0 0,0 0,1 0,-1 0,0 0,0 1,1-1,-1 0,0 1,1-1,-1 1,1-1,-1 1,1 0,-1 0,1-1,-1 1,1 0,-1 0,1 1,-1-1,1 0,-1 0,1 1,-1-1,0 1,2 0,28 5,-1 3,0 0,0 2,0 1,13 9,-39-20,0 0,0 1,0 0,-1 0,1 0,-1 1,1-1,-1 1,0 0,0-1,0 2,0-1,-1 0,1 0,-1 1,0-1,0 1,0 0,0 0,-1 0,1 0,-1 0,0 0,-1 0,1 0,0 0,-1 4,-1 8,0-14,1 1,-1 0,1 0,0-1,-1 1,1 0,0 0,1 0,-1-1,0 1,1 0,0 0,0-1,-1 1,1 0,1-1,-1 1,0-1,1 1,-1-1,1 0,0 0,0 0,0 0,0 0,0 0,0 0,0 0,3 0,4 1,1-1,0-1,0 1,0-2,0 1,0-2,0 1,0-1,0-1,0 0,0 0,0-1,-1 0,1-1,-1 0,0 0,0-1,-1 0,1 0,-1-1,1-2,-4 5,0 0,-1-1,0 1,1-1,-2 0,1 0,0-1,-1 1,0-1,0 0,0 0,0 0,-1 0,0 0,0 0,0-1,-1 1,1-1,-2 1,1-1,0 1,-1-1,0 0,0 1,-1-1,0 0,0 1,0-1,-1-2,-1 6,0-1,0 1,0 0,0 0,-1 0,1 0,0 1,-1-1,1 1,-1 0,0 0,1 0,-1 1,0-1,1 1,-1 0,0 0,0 0,1 1,-1-1,0 1,1 0,-1 0,1 0,-1 0,1 1,-1-1,1 1,0 0,0 0,0 0,0 0,0 1,0-1,0 1,1 0,0 0,-1 0,0 1,0 0,0 0,0 0,1 0,-1 1,1-1,0 1,0-1,0 1,1 0,-1 0,1-1,1 1,-1 0,0 0,1 0,0 0,1 0,-1 0,1 0,0 0,0 0,0 0,0-1,1 1,0 0,0-1,1 1,-1-1,1 0,0 0,0 0,0 0,0 0,1-1,0 0,2 2,12 7,2-2,0-1,0 0,1-1,-1-1,2-2,-1 0,1-1,-1 0,1-2,0-1,0-1,6-1,33 0</inkml:trace>
  <inkml:trace contextRef="#ctx0" brushRef="#br0" timeOffset="13631.443">2741 1644,'-2'-7,"0"0,0 0,0 0,-1 0,0 0,-1 1,1-1,-1 1,-1 0,1 0,-1 1,0-1,0 1,0 0,-1 0,0 1,0 0,0 0,0 0,-1 1,1-1,-1 2,0-1,0 1,-4-1,7 3,1 1,-1-1,0 1,0-1,0 1,1 0,-1 1,0-1,1 1,-1 0,1-1,0 2,-1-1,1 0,0 1,0-1,1 1,-1 0,0 0,1 0,0 0,0 0,0 0,0 1,0-1,1 1,-1 0,1-1,0 1,0 0,0 0,1-1,-1 1,1 0,0 0,0 0,1 0,-1 0,1 0,-1-1,1 1,1 0,-1 0,0-1,1 1,0 2,1 0,0 0,0-1,0 0,1 1,0-1,0 0,0-1,0 1,1-1,0 0,0 0,0 0,0-1,1 1,-1-1,1-1,0 1,0-1,0 0,0 0,0-1,0 0,0 0,1 0,-1-1,0 0,1 0,-1 0,0-1,0 0,1 0,-1-1,0 0,0 0,0 0,-1-1,1 0,-1 0,1 0,-1-1,0 0,2-2,34-65,-29 105,-11-29,1 0,0 0,0 0,0 0,0-1,1 1,0-1,-1 1,2-1,-1 0,0 0,1 0,0-1,0 0,0 1,0-1,1 0,-1-1,1 1,0-1,-1 0,1 0,0-1,0 1,0-1,1 0,-1-1,0 1,0-1,0 0,1 0,-1 0,0-1,0 0,0 0,2-1,-1-2,0 0,0 0,0-1,-1 1,0-1,0-1,0 1,-1-1,1 0,-1 0,-1 0,1 0,-1-1,0 0,-1 1,1-3,6-10,4-9,-9 16,1 1,1 0,-1 0,2 1,-1-1,2 1,-1 1,1-1,4-2,-10 10,0 1,0-1,0 1,0 0,0 0,0 0,0 0,0 0,0 0,1 1,-1-1,0 1,0 0,1-1,-1 1,0 0,1 0,-1 0,0 1,0-1,1 1,-1-1,0 1,0 0,1-1,-1 1,0 0,0 1,0-1,0 0,-1 1,1-1,0 1,0-1,-1 1,1 0,-1-1,0 1,1 1,43 83,-34-44,-2 1,-2 0,2 43,4 23,-8-71,2-2,2 1,1-1,1-1,2 0,2 0,1-1,2-1,1-1,1-1,2 0,1-2,-22-28,3 4,0 0,0 0,1 0,-1-1,1 1,1-1,-1 0,0-1,1 1,0-1,0 0,0-1,0 0,1 1,-6-3,0 0,1-1,-1 1,1 0,-1 0,0-1,1 1,-1-1,0 1,0-1,1 0,-1 1,0-1,0 0,0 0,0 0,0 0,0 0,0 0,0 0,0 0,0 0,0-1,-1 1,1 0,-1 0,1-1,-1 1,1 0,-1-1,0 1,1 0,-1-1,0 1,0-1,2-54,-7 24,-2 0,-1 0,-1 1,-2 1,-1-1,-1 2,-2 0,-1 0,-1 2,-1 0,-1 1,-3-1,-14-14,-2 2,-1 2,-20-13,45 37,9 10,3 2,0 0,0 1,1-1,-1 0,0 0,0 0,1 0,-1 0,1 0,-1-1,1 1,-1 0,1-1,0 1,0-1,-1 0,1 1,0-1,1 0,-1 0,0 0,0 1,1-1,-1 0,1 0,0 0,-1 0,1 0,0 0,0 0,0 0,0 0,1 0,-1 0,1 0,-1 0,1 0,-1 1,1-1,0 0,0 0,0 0,0 1,1-1,13-7,2 1,-1 0,1 1,0 1,1 1,0 0,11-1,0 0,-2-1,5-2,0 2,1 1,0 2,8 0,-40 4,0 0,0-1,0 1,0 0,0 0,0 0,0 0,0 0,1 0,-1 0,0 1,0-1,0 0,0 1,0-1,0 0,0 1,0-1,0 1,0 0,0-1,0 1,-1 0,1 0,0-1,0 1,-1 0,1 0,0 0,-1 0,1 0,-1 0,1 0,-1 0,0 0,1 0,-1 0,0 0,0 0,0 0,1 0,-1 1,0-1,-1 0,1 0,0 0,0 0,0 0,-1 0,1 0,0 0,-1 0,1 0,-1 0,0 0,1 0,-1 0,1 0,-2 0,1 1,-1 1,1-1,0 0,0 0,0 1,0-1,0 0,1 1,-1-1,1 1,-1-1,1 1,0-1,0 1,0-1,0 1,1-1,-1 1,1-1,-1 1,1-1,0 0,0 1,0-1,0 0,0 0,1 1,-1-1,1 0,-1 0,1-1,0 1,0 0,0-1,0 1,0-1,2 2,6 1,-1-1,1-1,0 1,0-1,1-1,-1 0,0 0,0-1,1-1,-1 0,0 0,0-1,0 0,0 0,0-1,0-1,-1 0,0 0,1-1,-1 0,-1 0,1-1,6-6,-10 8,-1 0,1 0,-1-1,0 1,0-1,-1 0,1 0,-1-1,0 1,-1-1,1 1,-1-1,0 0,0 0,-1 0,0 0,0 0,0 0,-1-1,0 1,0 0,0 0,-1 0,0 0,0 0,-1 0,0 0,0 0,0 0,-1 0,1 1,-1-1,-1 1,1 0,-1 0,0 0,0 1,0-1,-1 1,1 0,-5-2,2 2,1 1,-1 0,0 1,0-1,0 1,-1 1,1-1,0 1,-1 1,1-1,-1 1,1 1,-1-1,1 1,0 1,-1-1,1 1,0 0,0 1,0 0,-5 3,6-3,1-1,0 1,0 0,1 1,-1-1,1 1,0 0,0 0,0 0,0 1,0 0,1-1,0 1,0 0,1 0,-1 1,1-1,0 0,1 1,-1 0,1-1,0 1,0 0,1-1,0 1,0 0,0 0,1 1,0-2,0-1,1 1,-1 0,1-1,0 0,1 1,-1-1,1 0,0 0,0 0,0-1,0 1,1-1,-1 1,1-1,0 0,0-1,0 1,1-1,-1 0,0 0,1 0,0 0,-1-1,1 0,2 1,28 6</inkml:trace>
  <inkml:trace contextRef="#ctx0" brushRef="#br0" timeOffset="13925.183">4037 1176,'-5'-7,"-1"0,0 0,0 0,0 1,-1 0,0 0,-1 0,1 1,-1 0,0 1,0 0,0 0,-1 1,1 0,-1 0,0 1,-1-1,7 5,1-1,-1 0,1 1,-1-1,1 1,0 0,0 0,0 0,0 0,0 0,0 0,0 0,0 1,1-1,0 1,-1-1,1 1,0 0,0-1,0 1,1 0,-1 0,0 0,1-1,0 1,0 0,0 0,0 0,0 0,1 0,-1-1,1 1,0 0,0 2,7 29,0 0,2 0,1-1,12 22,6 19,37 148,-64-217,0-1,0 1,0 0,1-1,0 0,0 1,0-1,0 0,1 0,-1-1,1 1,0-1,0 0,0 0,1 0,-1 0,1-1,0 0,-1 0,1 0,0 0,0-1,0 0,0 0,0 0,1-1,-1 0,0 0,1 0,39-2,0-3</inkml:trace>
  <inkml:trace contextRef="#ctx0" brushRef="#br0" timeOffset="24348.01">775 2674,'30'-32,"-1"-2,-2 0,-2-2,-1-1,-1-1,-3-1,-1-1,-1 0,-3-1,-1-1,-3 0,6-36,-15-31,-2 104,-1 1,0-1,0 0,0 1,0-1,-1 1,0-1,0 1,0 0,0 0,-1 0,0 0,1 0,-1 0,-1 1,1 0,-1-1,1 1,-1 0,0 1,0-1,1 2,0 0,0 0,0 0,0 0,0 1,-1-1,1 1,0 0,0 0,0 0,-1 0,1 0,0 1,0 0,0-1,0 1,0 1,0-1,0 0,0 1,0-1,0 1,1 0,-1 0,1 0,-1 0,-1 2,-54 73,45-48,1 1,2 0,1 1,2 0,1 0,1 1,1-1,2 1,2 0,0 0,2-1,3 9,-3-20,1 0,0 0,2-1,0 1,1-1,1 0,1 0,1-1,0 0,1-1,1 0,1-1,0 0,1 0,1-1,4 3,-13-14,0 0,0 0,0-1,0 1,1-1,-1 0,1 0,0-1,0 0,0 0,0 0,0-1,0 0,1 0,-1 0,0-1,0 0,1 0,-1-1,0 0,1 0,-1 0,0-1,0 0,0 0,0 0,-1-1,1 0,-1 0,1 0,-1-1,0 0,0 0,-1 0,1 0,-1-1,8-15,0-1,-2 0,0-1,-2 0,0 0,-2-1,0 0,-2 0,0 0,-1-1,-2-1,-1 40,6 115,-5-124,0 0,1 0,-1-1,1 1,1 0,-1-1,1 0,0 1,0-1,1 0,0-1,-1 1,1-1,1 0,-1 1,1-2,0 1,0-1,0 1,4 1,-3-3,0 1,0-1,1 0,0 0,-1-1,1 0,0 0,-1 0,1-1,0 0,0-1,0 1,-1-1,1 0,0-1,-1 0,1 0,-1 0,0-1,1 0,-1 0,-1-1,1 1,0-1,-1 0,0-1,0 0,0 1,-1-1,1-1,-1 1,0-1,-1 0,1 1,-1-2,0 1,-1 0,0 0,1-3,9-75,-14 79,-2 15,-2 18,5-23,1 0,-1 0,1 0,0 0,0 0,0 0,1 0,0 0,0 0,0-1,0 1,1 0,0-1,0 1,0-1,1 1,-1-1,1 0,0 0,0 0,1 0,-1-1,1 0,-1 1,1-1,0 0,4 2,1-2,0 0,0-1,0 1,0-2,0 1,1-1,-1-1,0 0,1 0,-1-1,0 0,1 0,-1-1,0 0,0-1,0 0,0-1,-1 1,0-2,1 1,-1-1,-1 0,1-1,-1 0,0 0,0-1,-1 1,1-2,-2 1,1 0,-1-1,0 0,-1-1,0 1,0-1,-1 1,0-1,1-7,-4 21,1 1,-1-1,1 0,0 0,0 0,0 0,1 0,-1 0,1 0,1-1,-1 1,1-1,-1 1,1-1,1 0,-1 0,0 0,1 0,0-1,0 0,0 1,0-2,0 1,1 0,0-1,-1 0,1 0,0 0,0 0,0-1,0 0,0 0,0 0,0-1,0 0,1 0,-1 0,2 0,6-1,0 0,-1 0,1-1,0-1,-1 0,0 0,1-2,-1 1,-1-1,1-1,-1 0,0-1,0 0,-1-1,0 0,0 0,-1-1,0-1,7-9,-2 1,0-2,-1 0,-1 0,-1-1,-1 0,-1-1,-1-1,-1 1,0-1,0-11,-2 9,-1 0,-1-1,-1 1,-1-1,-1 1,-2-1,0 1,-2 0,-1 0,0 0,-2 0,-2-1,8 23,0 0,0-1,-1 1,1 0,-1 0,1 0,-1 0,0 1,-1-1,1 0,0 1,-1-1,1 1,-1 0,0 0,0 0,0 0,0 0,0 1,0 0,0-1,0 1,-1 0,1 0,0 1,-1-1,1 1,-1-1,1 1,-1 0,1 1,-3-1,-2 5,-1 0,1 0,0 1,0 0,0 0,1 0,0 1,0 1,0-1,1 1,1 0,-1 0,1 1,1-1,-1 1,1 0,0 3,-10 20,0 0,3 1,0 0,2 1,2 0,1 1,2 0,1 0,1 16,2-38,0-1,1 1,0-1,1 1,0-1,1 0,0 0,1 0,1 0,0 0,0-1,1 0,0 0,1-1,1 0,-1 0,1 0,1-1,0 0,0-1,9 6,-7-7,1-1,1 0,-1 0,1-2,0 1,0-2,0 1,1-2,-1 0,1 0,-1-2,1 1,0-2,-1 0,1 0,7-3,-12 2,0 0,0-1,0 0,0 0,-1-1,1 0,-1 0,0-1,-1 0,1 0,-1-1,0 0,0-1,-1 1,0-1,0 0,0-1,-1 0,0 0,-1 0,0 0,0 0,0-1,0-5,5-53,-14 103,4-31,0 0,0 1,1-1,0 1,0-1,0 1,1-1,-1 1,1-1,1 1,-1-1,1 0,0 0,0 0,1 0,-1 0,1 0,0 0,0-1,1 0,-1 1,1-1,0 0,0-1,0 1,1-1,-1 0,1 0,0 0,0-1,0 0,1 1,12 1,-1 0,0-1,1-2,-1 1,1-2,0 0,-1-1,1-1,-1-1,1 0,-1-1,0-1,0-1,-1 0,11-7,-24 12,-1 1,0-1,1 1,-1-1,0 1,1 0,-1 0,1 0,-1 0,1 0,-1 0,1 1,-1-1,0 1,1-1,-1 1,0 0,0 0,0 0,1 1,-1-1,22 9,4-6,1-1,-1-1,0-1,1-2,-1-1,0-1,0-1,0-2,0-1,-1-1,19-8,-23 9,-21 6,0-1,1 1,-1 0,1 0,0 0,-1 0,1 0,0 1,-1-1,1 1,0 0,0 0,0 0,-1 0,1 0,0 1,0-1,-1 1,1-1,0 1,-1 0,1 0,-1 1,1-1,-1 0,0 1,1-1,-1 1,0 0,0 0,0 0,0 0,0 0,-1 0,1 1,-1-1,2 2,2 10,32 56,-36-67,1-1,0 0,-1 0,1 0,0 0,0-1,0 1,0 0,0-1,0 1,1-1,-1 0,0 0,1 0,-1 0,1 0,-1 0,1-1,-1 1,1-1,0 0,-1 0,1 0,0 0,-1 0,1 0,0-1,12-4</inkml:trace>
  <inkml:trace contextRef="#ctx0" brushRef="#br0" timeOffset="24630.366">3316 2179,'13'4,"19"2,4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13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0 402,'11'-52,"2"2,2 0,20-43,-16 44,15-25,-33 74,0-1,0 1,0-1,0 1,1 0,-1-1,0 1,0 0,0 0,1 0,-1 0,0 0,0 0,0 0,0 0,1 1,-1-1,0 0,0 1,0-1,0 1,0-1,0 1,0-1,0 1,0 0,0 0,0-1,0 1,0 0,-1 0,1 0,0 0,-1 0,1 0,0 0,-1 0,1 0,-1 0,0 1,1-1,2 4,90 123,-93-127,1-1,0 1,0 0,0 0,-1 0,1 0,-1 0,1-1,0 1,-1 0,0 0,1 1,-1-1,0 0,1 0,-1 0,0 0,0 0,0 0,0 0,0 0,0 0,0 1,0-1,0 0,-1 0,1 0,0 0,-1 0,1 0,-1 0,1 0,-1 0,0 0,1 0,-1-1,0 1,1 0,-1 0,0 0,0-1,0 1,0-1,0 1,0 0,0-1,0 0,0 1,0-1,0 0,0 1,0-1,0 0,0 0,0 0,-1 0,0 0,-29-3,30 3,1 0,-1 0,1 1,-1-1,1 0,-1 0,1-1,-1 1,1 0,-1 0,1 0,-1 0,1 0,-1 0,1-1,-1 1,1 0,-1 0,1-1,0 1,-1 0,1-1,-1 1,1 0,0-1,0 1,-1-1,1 1,0-1,-1 1,1 0,0-1,0 1,0-1,0 1,-1-1,1 1,0-1,0 1,0-1,0 1,0-1,0 1,0-1,1 1,-1-1,0 1,0-1,0 1,0-1,0 1,1-1,-1 1,0-1,1 1,-1 0,0-1,1 1,4-4,0 1,0 0,0 0,0 0,1 1,-1 0,1 0,0 1,-1-1,1 1,0 0,0 1,14-4,-5 1,1 0,-1-1,0 0,0-2,-1 1,1-2,-1 0,-1-1,1 0,-1-1,-1 0,5-5,-16 13,0 1,0-1,0 0,0 0,0 1,0-1,0 0,-1 0,1 0,0 0,-1 0,1 0,0 0,-1 0,0-1,1 1,-1 0,1 0,-1 0,0 0,0-1,0 1,0 0,0 0,0 0,0-1,0 1,0 0,-1 0,1 0,0 0,-1-1,1 1,-1 0,1 0,-1 0,0 0,1 0,-1 0,0 0,0 0,0 1,0-1,0 0,0 0,0 1,0-1,0 0,0 1,0-1,0 1,0 0,0-1,0 1,-1 0,1 0,0-1,0 1,0 0,-1 0,1 0,0 1,-3-1,1 0,-1 0,1 0,-1 1,1 0,0 0,-1 0,1 0,0 0,-1 1,1-1,0 1,0 0,0 0,1 0,-1 0,0 0,1 1,-1 0,1-1,0 1,0 0,0 0,0 0,1 0,-1 0,1 0,0 1,0-1,0 0,0 1,0-1,1 1,-1-1,1 1,0-1,0 1,1-1,-1 1,1-1,-1 0,1 1,0-1,1 0,-1 1,0-1,1 0,0 0,0 0,0 0,0 0,5 3,0 0,0 0,1 0,0-1,0-1,0 1,1-1,0 0,0-1,0 0,7 1,26 7</inkml:trace>
  <inkml:trace contextRef="#ctx0" brushRef="#br0" timeOffset="257.31">763 0,'-2'16,"3"10,9 4,9 3,6 0,4-4,1-4,0-7,-1-5,0-6,-3-7,-7-2</inkml:trace>
  <inkml:trace contextRef="#ctx0" brushRef="#br0" timeOffset="566.704">1070 121,'0'-19,"0"23,-1 0,0 1,0-1,1 0,0 0,-1 1,1-1,1 0,-1 1,1-1,-1 0,1 0,0 0,1 1,-1-1,1 0,0-1,0 1,0 0,0 0,1-1,-1 0,1 1,0-1,0 0,0 0,1 0,-1-1,0 1,1-1,0 0,0 0,0 0,2 0,2-1,0 0,0-1,0 0,0-1,0 1,0-1,0-1,-1 0,1 0,0 0,-1-1,0-1,1 1,-1-1,0 0,-1 0,1-1,-1 0,0 0,0-1,0 1,-1-1,0-1,0 1,-1-1,1 1,-2-1,1-1,-1 1,0 0,0-1,-1 0,0 1,0-1,-1 0,0-3,14 59,-10-37,-1 0,2 0,0 0,0-1,0 0,2 0,-1-1,1 0,0 0,9 7,-1-4</inkml:trace>
  <inkml:trace contextRef="#ctx0" brushRef="#br0" timeOffset="995.853">1538 27,'93'178,"-92"-176,0 0,0 0,0 0,0 0,0 0,0-1,1 1,-1 0,1 0,-1-1,1 1,0-1,-1 0,1 1,0-1,0 0,0 0,0 0,0 0,0-1,0 1,0 0,1-1,-1 1,0-1,0 0,0 0,1 0,-1 0,0 0,0 0,0-1,1 1,-1-1,0 0,0 1,0-1,0 0,0 0,0 0,0-1,0 1,1-1,7-11,0 0,0 0,-2-1,1 0,-2 0,0-1,-1 0,0-1,3-13,-3 12,9 63,-12-38,0-1,1 1,0-1,1 0,-1 0,1-1,1 1,-1-1,1 0,0 0,0-1,1 0,0 0,0-1,0 1,0-2,1 1,-1-1,1 0,5 1,26 6</inkml:trace>
  <inkml:trace contextRef="#ctx0" brushRef="#br0" timeOffset="1367.135">2260 80,'-5'-7,"0"1,-1-1,1 1,-1 0,-1 0,1 1,-1-1,0 2,0-1,-3-1,7 4,0 1,0 0,0-1,0 1,0 0,-1 1,1-1,0 0,0 1,-1 0,1 0,0 0,-1 0,1 0,0 1,-1-1,1 1,0 0,0 0,0 0,0 0,0 1,0-1,0 1,0 0,0 0,0 1,0 0,0 1,1 0,-1-1,1 1,0 0,0 1,1-1,-1 0,1 0,0 1,0-1,0 0,1 1,0-1,-1 1,1-1,1 1,-1-1,1 1,0-1,0 1,0-1,0 0,1 0,0 0,0 0,0 0,0 0,1 0,-1 0,1-1,0 0,0 1,0-1,1 0,-1 0,1-1,0 1,-1-1,1 0,0 0,3 1,2 2,-1-1,0-1,1 0,0 0,0 0,0-1,0-1,0 0,1 0,-1 0,0-1,1-1,-7 1,0 0,1-1,-1 1,0-1,0 0,0 0,0 0,0 0,0 0,0-1,0 1,-1-1,1 0,-1 0,1 0,-1 0,1-1,-1 1,0 0,0-1,-1 0,1 1,0-1,-1 0,1 0,-1 0,0 0,0 0,0 0,-1 0,1 0,-1-1,1 1,-1 0,0-2,0 4,0 1,1-1,-1 1,0-1,1 1,-1-1,0 0,0 1,1-1,-1 0,0 1,0-1,0 0,0 1,0-1,0 0,0 1,0-1,0 0,0 1,0-1,-1 0,1 1,0-1,0 1,-1-1,1 0,0 1,-1-1,1 1,0-1,-1 1,1-1,-1 1,1-1,-1 1,1-1,-1 1,0 0,1-1,-1 1,1 0,-1 0,0-1,1 1,-1 0,0 0,1 0,-1 0,0 0,1 0,-1 0,0 0,1 0,-1 0,0 0,1 0,-1 0,0 1,0 1,0 0,0 0,0 0,1 0,-1 0,0 1,1-1,-1 0,1 0,0 1,0-1,0 0,0 1,0-1,0 0,1 1,-1-1,1 0,-1 0,1 0,0 1,0-1,0 0,0 0,0 0,1 0,-1 0,1-1,-1 1,1 0,1 0,60 43,-21-30,-1-4</inkml:trace>
  <inkml:trace contextRef="#ctx0" brushRef="#br0" timeOffset="1628.87">2714 54,'21'-5,"20"-1,16 2,11 3,-7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29.6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28,'-7'-4,"0"-2,8 0,16 2,20 0,24 2,23 1,20 1,9 0,-13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30.6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1169,'112'-257,"-96"212,32-69,-47 112,1 0,-1 1,1-1,-1 0,1 1,-1-1,1 1,0-1,-1 1,1 0,0 0,0 0,0 0,0 0,0 0,0 1,1-1,-1 1,0-1,0 1,0 0,1 0,-1 0,0 0,0 0,0 0,1 0,-1 1,0 0,2 0,60 33,-50-26,0 1,-1 1,0 0,0 1,-1 0,-1 1,0 0,0 1,-2 0,1 0,-1 1,-1 0,-1 1,0 0,-1 0,1 7,-6-19,0 0,-1 0,1 0,-1 0,0 0,0 0,0 0,0 0,0 0,-1 0,1 0,-1 0,0 0,0 0,0 0,-1-1,1 1,0 0,-1-1,0 1,0-1,0 1,0-1,0 0,0 0,0 0,-1 0,1 0,-1-1,1 1,-1-1,0 1,0-1,0 0,0 0,1 0,-1 0,0-1,0 0,-1 1,0-1,1 0,1-1,0 0,0 1,-1-1,1 0,0 0,0 0,0-1,0 1,0 0,0-1,0 1,1-1,-1 1,1-1,-1 0,1 0,-1 0,1 0,0 0,0 0,0 0,0 0,0-1,1 1,-1 0,1 0,-1-1,1-1,2-70,9 40,0 0,2 1,2 0,1 2,9-14,-9 15,30-53,-5-2,-3-2,9-39,-31 73,-2-1,-3 0,-1-13,-8 44,-8 34,-11 99,5 1,5 3,1-24,-12 248,18-326,1 1,1-1,0 0,0 0,1 0,1 0,0 0,1-1,1 2,-5-10,1 1,0-1,1 1,-1-1,0 0,1 0,0 0,0 0,0 0,0-1,0 1,0-1,1 0,-1 0,1 0,-1 0,1-1,0 0,0 1,0-1,0-1,0 1,0 0,0-1,0 0,0 0,0 0,0-1,1 1,26-10,-4-5</inkml:trace>
  <inkml:trace contextRef="#ctx0" brushRef="#br0" timeOffset="264.399">254 448,'-16'0,"-3"2,11 3,21 3,27 0,31-1,28-1,20-1,8 2,-18 0</inkml:trace>
  <inkml:trace contextRef="#ctx0" brushRef="#br0" timeOffset="532.719">936 889,'-1'6,"1"1,0-1,0 0,1 0,0 1,0-1,0 0,1 0,0 0,0 0,1-1,-1 1,1 0,0-1,1 0,-1 0,1 0,0 0,0 0,1-1,0 0,-1 0,1 0,1 0,-1-1,0 0,1 0,-1-1,1 1,0-1,0 0,0-1,0 1,0-1,1-1,-1 1,0-1,0 0,0-1,0 0,0 0,-1 0,1-1,0 1,-1-2,0 1,1 0,-1-1,0 0,0 0,-1-1,1 1,-1-1,1 0,-1 0,0-1,-1 1,1-1,-1 0,0 0,0 0,0 0,-1-1,0 1,0-1,0 1,-1-1,0 0,0 1,0-1,0 0,-1 0,0 0,-1 1,1-1,-1 0,0 0,-1 0,1 1,-1-1,1 3,-1 1,1-1,-1 0,1 1,-1 0,0-1,0 1,0 0,0 0,0 0,0 0,-1 0,1 0,-1 1,1-1,-1 1,0 0,0 0,1 0,-1 0,0 0,0 0,0 1,0 0,0-1,0 1,0 0,0 0,-3 1,-2 0,0 1,0 0,0 0,0 0,0 1,0 1,0-1,1 1,0 0,-2 2,3-2,0 0,0 1,0-1,0 1,1 1,0-1,0 1,0 0,1 0,-1 0,2 0,-1 1,1 0,0 0,0 0,-1 6,4-12,0 1,0 0,0 0,0 0,1 0,-1 0,0-1,1 1,-1 0,1 0,0 0,0-1,0 1,0 0,0-1,0 1,0-1,0 1,0-1,1 0,-1 1,1-1,-1 0,1 0,-1 0,1 0,0 0,-1 0,1-1,0 1,0 0,59 10,-20-10</inkml:trace>
  <inkml:trace contextRef="#ctx0" brushRef="#br0" timeOffset="792.026">1404 448,'-16'-7,"-12"-5,-6 1,-1 1,0 7,4 9,7 7,8 9,11 8,13 5,15 5,12 6,0-5</inkml:trace>
  <inkml:trace contextRef="#ctx0" brushRef="#br0" timeOffset="1291.45">1497 929,'2'16,"-1"-11,-1 1,1 0,0-1,0 1,1-1,0 1,0-1,0 0,0 0,1 0,0 0,0 0,1 0,-2-4,0 0,1 0,-1-1,1 1,-1-1,1 1,-1-1,1 0,-1 0,1 0,-1 0,1-1,-1 1,1-1,-1 0,0 1,1-1,-1 0,0 0,1 0,-1-1,0 1,0 0,0-1,0 0,0 1,-1-1,1 0,0 0,-1 0,1 0,-1 0,1-2,8-11,0-1,-2 1,0-1,-1-1,0 0,-1 0,-1 0,-1 0,0-1,-2 0,0 1,-1-1,0 0,-1 0,-2 0,0 0,-3-14,5 32,0 0,0-1,0 1,0-1,0 1,0-1,0 1,0 0,0-1,0 1,1-1,-1 1,0-1,0 1,0 0,1-1,-1 1,0 0,0-1,1 1,-1 0,0-1,1 1,-1 0,0 0,1-1,-1 1,0 0,1 0,-1 0,1-1,-1 1,0 0,1 0,-1 0,1 0,-1 0,1 0,-1 0,0 0,1 0,-1 0,1 0,-1 0,1 0,-1 0,0 1,1-1,-1 0,1 0,-1 0,0 1,1-1,-1 0,0 0,1 1,-1-1,0 0,0 1,1-1,-1 0,0 1,0-1,1 1,5 1,247 62,-247-63,0 1,-1 0,1 0,-1 0,0 1,1 0,-1-1,0 2,0-1,-1 1,1 0,-1 0,0 0,0 0,0 1,-1-1,1 1,-1 0,0 0,-1 1,1-1,-1 0,0 1,1 4,0 33,-3-39,-1 0,0 0,1 0,0 0,0 0,1 0,-1 0,1 0,-1 0,1 0,1 0,-1 0,0 0,1-1,0 1,0-1,0 1,0-1,1 1,-1-1,1 0,0 0,0 0,0-1,0 1,0-1,0 0,1 0,1 1,5-1,0 0,0-2,0 1,0-1,0 0,0-1,0 0,0-1,0 0,0 0,-1-1,1-1,-1 1,0-2,0 1,0-1,-1 0,1-1,-1 0,-1 0,1-1,-1 0,0-1,-1 1,1-1,-1 0,-1-1,1 0,-1-1,0 0,0 0,-1 0,-1-1,0 0,0 0,-1 1,0-1,-1-1,0-7,-9 28,4-1,1-1,0 1,1 0,0 0,0 0,1 0,0 0,0 0,1 1,0-1,0 0,1 0,0 1,0-1,1 0,0 0,1-1,1 3,-2-7,0-1,0 0,0 0,0 0,0 0,1 0,-1 0,1-1,0 1,-1-1,1 0,0 1,0-1,0-1,0 1,0 0,0-1,0 1,0-1,0 0,0 0,19-1</inkml:trace>
  <inkml:trace contextRef="#ctx0" brushRef="#br0" timeOffset="1533.837">2432 287,'-2'16,"4"12,8 10,9 8,2-4</inkml:trace>
  <inkml:trace contextRef="#ctx0" brushRef="#br0" timeOffset="1921.37">2687 728,'25'-22,"0"-2,-2 0,-1-2,-1-1,-1 0,-2-1,0-1,-2-1,-1-1,-2 0,-1-1,-1 0,-1-5,-2 7,0 0,-3-1,0 0,-2 0,-1 0,-2-1,-2-23,2 53,0 0,0 0,1 0,-1 0,0 0,-1 0,1 0,0 0,-1 0,1 0,-1 0,1 0,-1 0,0 0,0 0,0 1,0-1,0 0,0 1,0-1,-1 1,1-1,0 1,-1-1,0 1,1 0,-1 0,0 0,1 0,-1 0,0 0,0 0,0 1,0-1,0 1,0-1,0 1,0 0,0 0,0 0,0 0,-1 0,-3 4,1-1,-1 1,1 1,0-1,0 1,0 0,1 0,-1 0,1 1,1-1,-1 1,-1 4,-16 32,1 0,3 2,1 0,3 1,1 0,3 1,1 0,2 1,3 0,1 15,0-41,2-1,0 0,1 0,0 0,2 0,0 0,2-1,0 1,1-1,1 0,1-1,0 1,2-1,0-1,7 10,-11-22,-1 0,1-1,0 1,0-1,1 0,-1-1,1 0,0 0,0 0,0-1,0 1,0-2,0 1,1-1,-1 0,1-1,-1 0,1 0,-1-1,0 1,1-2,-1 1,0-1,0 0,0 0,0-1,0 0,0 0,-1-1,1 0,-1 0,0-1,4-3,4-2,-1-1,-1 1,0-2,0 0,-1 0,-1-1,0-1,-1 0,0 0,-1 0,-1-1,0-1,-1 1,-1-1,4-15,-9-4,0 35,0-1,0 0,0 1,0-1,0 1,-1-1,1 1,0-1,0 0,0 1,0-1,-1 1,1-1,0 1,-1-1,1 1,0 0,-1-1,1 1,-1-1,1 1,0 0,-1-1,1 1,-1 0,1-1,-1 1,1 0,-1 0,0 0,1-1,-1 1,1 0,-1 0,1 0,-1 0,0 0,1 0,-1 0,1 0,-1 0,1 0,-1 0,1 1,-1-1,0 0,1 0,-1 1,1-1,-1 0,1 0,0 1,-1-1,0 1,-2 1,0 1,1-1,-1 1,0 0,1 0,-1 0,1 1,0-1,0 1,0-1,1 1,-1-1,1 1,0 0,0 0,0 0,0-1,1 1,0 0,0 0,0 0,0 0,0 0,1 0,0 0,0 0,0-1,0 1,0 0,1-1,0 1,-1-1,1 1,1-1,-1 0,0 0,1 0,0 0,0 0,0 0,84 35,-37-26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44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0 441,'25'-26,"-1"-2,-1-1,-1 0,-2-2,-1 0,-2-1,-1-1,1-5,-5 6,-7 16,1 1,0 0,1 0,1 1,0 0,10-11,-17 23,1 1,-1-1,1 1,-1 0,1-1,-1 1,1 0,0 0,0 0,0 0,0 0,0 1,0-1,0 1,0-1,0 1,0 0,0-1,0 1,0 0,0 1,0-1,0 0,0 0,0 1,0-1,0 1,0 0,0 0,0 0,0 0,-1 0,1 0,0 0,-1 0,1 1,0-1,0 1,56 65,-54-62,11 14,-2 1,0 0,-1 1,0 1,7 22,-18-42,0 0,0 0,-1 0,1 0,0 0,-1 0,1 0,-1 0,0 0,0 0,0 0,0 0,0 0,0 1,0-1,-1 0,1 0,-1 0,1 0,-1 0,0 0,0-1,0 1,0 0,0 0,0 0,-1-1,1 1,-1-1,1 1,-1-1,1 0,-1 1,0-1,0 0,1 0,-1 0,0 0,0 0,0-1,0 1,-2 0,-1 0,0 0,0 1,-1-2,1 1,0-1,0 0,-1 0,1 0,0-1,0 0,-1 0,1 0,0 0,0-1,0 0,0 0,1 0,-1-1,4 2,0 0,0 1,0-1,1 0,-1 1,0-1,1 0,-1 0,0 0,1 0,-1 0,1 0,0 0,-1 0,1 0,0 0,0 0,-1 0,1 0,0 0,0 0,0 0,0 0,0 0,1 0,-1 0,0 0,0 0,1 0,-1 0,0 0,1 0,-1 0,1 0,-1 0,1 0,0 0,-1 1,1-1,0 0,0 0,37-29,-11 18,2 0,-1 1,1 2,1 1,0 2,0 0,19 1,116-29,-161 34,0-1,1 0,-1 0,0 0,0-1,0 1,0-1,0 0,-1 0,1-1,-1 1,1-1,-1 0,0 0,0 0,0 0,0 0,-1-1,1 1,-1-1,0 0,1-1,-3 4,-1-1,1 1,0-1,-1 0,1 1,-1-1,0 1,1-1,-1 1,0 0,0-1,0 1,0 0,0-1,0 1,0 0,0 0,-1 0,1 0,0 0,-1 0,1 0,-1 1,1-1,-1 1,1-1,-1 1,1-1,-1 1,0 0,0-1,-54-3,52 4,0 1,0-1,0 1,0 0,0 1,0-1,0 1,0 0,0 0,1 0,-1 0,1 1,0-1,-1 1,1 0,0 0,1 0,-1 0,0 1,1-1,0 1,0-1,0 1,0 0,1 0,-1 0,1 0,0 0,0 0,1 0,-1 0,1 1,0-1,0 0,0 0,0 0,1 0,0 1,0 0,5 9,0 0,2 0,-1-1,2 0,-1 0,2-1,0 0,0-1,1 0,0 0,1-1,0-1,1 0,0-1,0 0,1-1,2 0,23 13,1-3,1-1,0-2,1-1,0-3,1-1,23 0,2-1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07.5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562 609,'-1'7,"0"0,0 0,1 0,-1 0,1 0,1 0,0 0,0 0,0 0,0 0,1 0,1-1,-1 1,1-1,0 1,0-1,1 0,0 0,0 0,0-1,1 0,0 1,0-2,0 1,0 0,1-1,0 0,0-1,0 1,0-1,1 0,4 1,-2-2,-1 0,0-1,1-1,0 1,-1-1,1 0,-1-1,1 0,-1-1,0 0,1 0,-1 0,0-1,0-1,0 1,-1-1,1 0,-1-1,0 0,0 0,-1-1,1 1,-1-1,-1-1,1 1,-1-1,0 0,0 0,-1-1,0 1,-1-1,1 0,-1 0,1-6,-4 10,0 0,0 0,0 0,0 0,0 0,-1 0,0 0,0 1,0-1,0 0,-1 0,1 1,-1-1,0 0,0 1,0 0,-1 0,1-1,-1 1,0 1,0-1,0 0,0 1,0-1,0 1,-1 0,1 0,-1 0,0 1,1-1,-1 1,0 0,-2 0,-1-1,0 0,-1 1,1 0,0 0,0 1,-1 0,1 0,0 0,0 1,-1 1,1-1,0 1,0 0,0 1,1-1,-1 1,0 1,-1 0,2 1,0 1,0-1,1 1,-1 0,1 1,1-1,-1 1,1 0,0 0,1 0,0 0,0 1,0 0,1-1,0 1,1 0,-1 0,1 0,1 0,0 0,0 0,2 8,5 28</inkml:trace>
  <inkml:trace contextRef="#ctx0" brushRef="#br0" timeOffset="4991.425">7728 502,'-9'-4,"0"0,0 1,0 0,0 0,-1 1,1 0,-1 1,0 0,1 0,-1 1,0 1,1 0,-1 0,0 0,1 1,0 1,-1 0,1 0,0 1,0 0,1 0,-1 1,8-4,-1-1,1 1,-1 0,1 0,0 0,-1 0,1 1,0-1,0 0,0 0,0 1,0-1,0 0,0 1,0-1,1 1,-1 0,0-1,1 1,-1-1,1 1,0 0,0-1,0 1,-1 0,1-1,1 1,-1 0,0 0,0-1,1 1,-1-1,1 1,-1 0,1-1,0 1,-1-1,1 1,0-1,0 0,0 1,0-1,0 0,1 1,-1-1,0 0,1 0,9 3,0 0,1-1,-1 0,1-1,0 0,-1-1,1-1,0 1,0-2,0 0,0 0,-1-1,1 0,-1-1,9-4,-9 4,0 0,0-1,-1-1,1 0,-1 0,0-1,-1 0,1 0,-1-1,-1-1,1 0,-1 0,-1 0,1-1,4-7,-12 15,1 1,0-1,0 0,-1 1,1-1,0 0,-1 0,1 1,-1-1,1 0,-1 0,1 0,-1 0,1 0,-1 0,0 0,0 0,1 0,-1 0,0 0,0 0,0 0,0 0,0 0,-1 0,1 0,0 0,0 0,-1 0,1 0,0 0,-1 0,1 1,-1-1,1 0,-1 0,1 0,-1 0,0 1,1-1,-1 0,0 1,0-1,0 1,0-1,1 0,-1 1,0 0,0-1,0 1,0 0,0-1,0 1,0 0,-1 0,-1 2,-1 1,1 0,0 1,0-1,0 0,0 1,1-1,-1 1,1 0,0 0,0 0,1 0,-1 0,1 1,0-1,0 0,0 1,0-1,1 1,0-1,0 0,0 4,2 2,0-1,1 0,-1 0,2 0,-1 0,1-1,1 1,0-1,0 0,0 0,1-1,0 1,1-1,-1-1,1 1,1-1,-1 0,1-1,0 0,0 0,1-1,-1 0,1 0,0-1,0 0,3 0,47 16</inkml:trace>
  <inkml:trace contextRef="#ctx0" brushRef="#br0" timeOffset="10760.737">642 1518,'-15'-6,"-1"1,1 1,-1 0,-1 1,1 1,0 1,0 0,-1 1,-7 1,16 0,0 0,0 1,0 0,0 0,0 0,0 1,1 1,-1-1,1 1,0 0,0 1,0 0,1 0,-1 0,1 1,0 0,1 0,0 0,-2 4,4-8,1 1,0-1,1 1,-1 0,0 0,1 0,-1 0,1 0,0 0,0 0,0 0,1 0,-1 0,1 1,0-1,0 0,0 0,0 1,0-1,1 0,-1 0,1 0,0 1,0-1,0 0,0 0,1 0,-1 0,1-1,0 1,0 0,0-1,0 1,0-1,0 0,1 1,7 1,0 0,0-1,0-1,1 1,-1-2,1 1,-1-1,1-1,0 0,-1 0,1-1,-1-1,1 0,-1 0,0-1,10-3,-6 2,0 0,0 0,0-2,0 1,-1-2,0 0,-1 0,1-2,-1 1,-1-1,0-1,0 0,-1-1,0 0,0 0,-2-1,1 0,-2-1,1 0,-2 0,0 0,0-1,2-13,-2 3,-1 0,-2 0,-1-1,0 1,-2-1,-1 1,-1-1,-1 1,-1 0,-1 0,-1 0,-1 0,-2-3,8 23,0 0,-1 0,1 0,0 0,-1 0,0 1,0-1,0 0,-1 1,1-1,-1 1,0 0,0 0,0 0,0 0,0 1,-1-1,1 1,-1 0,1 0,-1 0,0 0,0 1,0 0,0-1,0 1,0 1,0-1,-1 1,1-1,0 1,0 0,0 1,-1-1,1 1,0 0,0 0,-1 0,-6 9,0 0,1 0,1 1,0 0,0 0,1 1,1 1,0-1,0 1,1 0,1 0,0 1,1 0,1 0,0 0,-1 13,-1 0,2-1,0 1,2 0,1 0,1 0,2 0,0 0,2-1,1 0,2 4,-4-16,1 0,0-1,1 1,0-1,1 0,1-1,0 0,0 0,2-1,-1 0,1 0,1-1,0-1,0 0,1 0,0-1,0 0,1-1,7 2,-10-5,-1-1,1 0,-1 0,1-1,0 0,0-1,0 0,-1-1,1 0,0-1,0 0,0 0,0-1,0 0,-1-1,1 0,-1 0,0-1,0 0,0-1,0 0,-1 0,0-1,0 0,-1-1,1 0,-1 0,-1 0,1-1,-1 0,-1 0,1 0,-2-1,1 0,0-2,1-1,-1-1,-1 0,0 0,0 0,-1 0,-1-1,0 1,-1-1,-1 1,0-1,-1 0,0 1,-1-1,0 1,-2-3,4 15,-1 0,1-1,0 1,-1 0,1 0,-1 0,0 0,1 0,-1 0,0 0,0 0,1 0,-1 0,0 0,0 0,0 1,0-1,0 0,0 1,-1-1,1 1,0-1,0 1,0-1,0 1,-1 0,1 0,0-1,0 1,-1 0,1 0,0 0,0 1,0-1,-1 0,1 0,0 1,0-1,0 0,-1 1,1-1,0 1,0 0,0-1,0 1,0 0,0 0,0-1,0 1,1 0,-1 0,0 0,0 0,1 0,-1 0,0 0,1 1,-1-1,1 0,0 0,-1 0,1 1,0-1,-2 7,0-1,0 1,1 0,0 0,0 0,1 0,0 0,0-1,1 1,0 0,0 0,1 0,0-1,1 1,-1-1,1 1,1-1,0 0,0 0,0-1,1 1,-1-1,2 0,-1 0,1 0,0-1,0 0,0 0,1-1,-1 1,1-1,0-1,0 0,7 3,54 21,1-8</inkml:trace>
  <inkml:trace contextRef="#ctx0" brushRef="#br0" timeOffset="1545.687">1953 556,'9'18,"5"20,6 16,0 16,2 12,0 7,-5 5,-4 0,-8-2,-6-6,-7-8,-8-13,-2-17,-2-18,2-15,3-10</inkml:trace>
  <inkml:trace contextRef="#ctx0" brushRef="#br0" timeOffset="1892.943">1966 742,'-3'-18,"1"10,1 0,-1-1,1 1,1-1,0 1,0-1,0 1,1-1,1 1,-1-1,3-6,-1 12,1 0,-1 0,1 0,-1 0,1 0,0 1,0 0,0 0,0 0,0 0,0 1,1-1,-1 1,0 0,1 1,-1-1,1 1,-1 0,1 0,-1 0,1 0,-1 1,1 0,-1 0,0 0,1 0,3 3,9 0,0 1,0 1,0 1,-1 0,0 1,-1 1,1 0,-2 1,1 1,0 1,-13-11,0 1,1-1,-1 0,0 1,0 0,0 0,0 0,0 0,-1 0,1 0,-1 0,1 0,-1 0,0 1,1-1,-1 1,-1-1,1 1,0-1,-1 1,1 0,-1-1,1 1,-1 0,0-1,-1 1,1 0,0-1,-1 1,1-1,-1 1,0 0,0-1,0 0,0 1,0-1,0 1,-1-1,1 0,-1 0,-1 2,-8 2,-1-1,1 1,-1-2,0 0,0 0,-1-1,1-1,0 0,-1-1,0 0,1-1,-1 0,0-1,-2-1,9 2,-51-15,69 4,157-12,-122 16,-1-2,1-1,41-16,-45 8</inkml:trace>
  <inkml:trace contextRef="#ctx0" brushRef="#br0" timeOffset="2507.453">2528 582,'-88'-10,"86"10,-1 0,1 0,-1 1,1-1,0 1,0-1,-1 1,1 0,0 0,0 0,0 0,0 0,0 1,0-1,0 1,0-1,1 1,-1 0,1-1,-1 1,1 0,-1 0,1 0,0 0,0 0,0 1,0-1,1 0,-1 0,0 1,1-1,0 0,-1 1,1-1,0 2,2 3,0 0,0-1,1 1,0-1,0 1,0-1,1 0,0 0,0 0,0-1,1 0,0 0,0 0,0 0,1-1,-1 1,1-1,0-1,1 1,-1-1,0 0,1-1,0 0,3 1,3 2,-1-1,1-1,0 0,0-1,0 0,1-1,-1 0,6-1,-14 0,0-1,0 1,-1-1,1 0,0 0,0 0,-1-1,1 0,-1 0,1 0,-1 0,0-1,0 1,0-1,0 0,0 0,-1-1,1 1,-1-1,0 0,0 0,0 0,-1 0,1-1,2-8,-2 1,1-1,-2 1,0-1,0 0,-1 0,-1 1,0-1,0 0,-3-11,1-59,4 81,-1-1,1 1,0-1,0 1,0 0,0-1,1 1,-1 0,0 1,1-1,0 0,-1 1,1-1,0 1,0 0,0 0,-1 0,1 0,0 1,1-1,-1 1,0-1,0 1,0 0,0 0,0 1,0-1,0 1,0-1,0 1,0 0,2 1,-3-2,14 2,1 0,-1 1,1 0,-1 1,0 1,-1 1,1 0,-1 1,0 0,-1 2,1 0,-2 0,3 3,-12-7,1 1,-1 0,0 0,0 0,-1 0,0 1,0 0,-1-1,1 1,-1 0,-1 0,0 0,0 1,0-1,-1 0,1 0,-2 3,9 57,-7-65,0 1,0-1,0 0,0 0,1 1,-1-1,0 0,1 0,0 0,-1 0,1 0,0-1,0 1,0-1,0 1,0-1,0 1,1-1,-1 0,0 0,1 0,-1-1,1 1,-1 0,1-1,-1 0,1 1,-1-1,1 0,-1 0,1-1,0 1,-1 0,2-1,85-28,-68 16,-1-1,0-1,-1 0,0-2,-2 0,0-1,-1-1,10-15,-24 32,-2 1,0 0,0 1,0-1,1 0,-1 0,1 0,-1 0,0 1,1-1,0 0,-1 0,1 1,-1-1,1 0,0 1,-1-1,1 1,0-1,0 1,-1-1,1 1,0 0,0-1,0 1,0 0,0-1,-1 1,1 0,0 0,0 0,0 0,0 0,0 0,0 0,0 0,0 1,0-1,-1 0,1 0,0 1,0-1,0 0,0 1,0 0,16 70,-16-59,2-1,-1 1,2-1,-1 0,2 0,-1-1,1 1,1-1,0 0,1 0,0-1,0 0,1 0,3 3,4-4,-2-5</inkml:trace>
  <inkml:trace contextRef="#ctx0" brushRef="#br0" timeOffset="2766.111">3597 248,'0'5,"9"5,3 2</inkml:trace>
  <inkml:trace contextRef="#ctx0" brushRef="#br0" timeOffset="2964.725">3851 622,'-1'4,"0"0,0-1,0 1,1 0,-1 0,1 0,0-1,1 1,-1 0,0 0,1 0,0-1,0 1,0 0,1-1,-1 1,1-1,0 1,-1-1,2 0,-1 0,0 0,1 0,-1 0,1 0,0-1,0 1,0-1,0 0,0 0,1 0,2 1,5 2,1 0,-1-1,1 0,0-1,0 0,1-1,-1-1,0 0,1 0,-1-1,0-1,1 0,-1-1,0 0,3-1,-11 2,-1 0,0 0,0 0,0-1,0 1,0-1,-1 0,1 1,0-1,-1-1,1 1,-1 0,0 0,0-1,0 0,0 1,0-1,0 0,-1 0,1 0,-1 0,0 0,0 0,0 0,0 0,-1 0,1-1,-1 1,0 0,0-1,0 1,0 0,-1 0,1-1,-1 1,0 0,0 0,0 0,0 0,0 0,-1-1,-2-2,-1 0,1 0,-1 1,0-1,0 1,-1 0,1 1,-1-1,0 1,-1 1,1-1,0 1,-1 0,0 0,0 1,0 0,0 0,0 0,0 1,0 0,-1 1,1 0,0 0,0 0,-1 1,1 0,0 0,5 0,0 0,0-1,1 1,-1 0,0-1,1 1,-1 0,1 0,-1 1,1-1,-1 0,1 0,0 1,-1-1,1 1,0-1,0 1,0-1,0 1,0 0,1-1,-1 1,0 0,1 0,0 0,-1-1,1 1,0 0,0 0,0 0,0 0,0 0,0 0,0-1,1 1,-1 0,1 0,-1 0,1-1,0 1,0 0,0-1,0 1,0 0,0-1,0 1,0-1,1 0,-1 1,1-1,18 19</inkml:trace>
  <inkml:trace contextRef="#ctx0" brushRef="#br0" timeOffset="3364.973">4586 663,'-1'-7,"0"-1,-1 1,0 1,0-1,-1 0,0 0,0 1,-1 0,0-1,0 1,0 1,-1-1,1 1,-1-1,-1 2,1-1,-1 0,0 1,0 0,0 0,0 1,-1 0,1 0,-1 0,0 1,0 0,0 0,0 1,0 0,0 0,-1 1,1 0,0 0,0 0,0 1,-1 0,1 1,0 0,0 0,1 0,-1 1,0 0,1 0,-1 1,5-3,0 0,0 1,0-1,1 1,-1 0,1-1,-1 1,1 0,-1 0,1 0,0 0,0 0,0 0,0 0,0 1,1-1,-1 0,1 0,-1 1,1-1,0 0,0 1,0-1,0 0,0 1,1-1,-1 0,1 1,-1-1,1 0,0 0,0 0,0 1,2 2,0-1,0 1,0-1,1 0,-1 0,1 0,0-1,0 1,1-1,-1 0,1 0,-1 0,1-1,1 1,5 1,0 1,0-1,0-1,0 0,1-1,-1 0,1-1,-1 0,1-1,0 0,-1-1,1 0,0 0,-1-2,0 1,1-2,-1 1,-9 2,-1 0,1 0,0 1,-1-1,1-1,0 1,-1 0,0 0,1 0,-1-1,0 1,1-1,-1 1,0-1,0 1,0-1,0 0,-1 0,1 1,0-1,-1 0,1 0,-1 0,1 0,-1 0,0 1,0-1,0 0,0 0,0 0,-1 0,1 0,0 0,-1 0,0 1,1-1,-1 0,0 0,0 1,0-2,0 3,1 0,0 0,-1 0,1 0,-1 0,1 0,0 1,-1-1,1 0,0 0,-1 0,1 0,0 1,-1-1,1 0,0 0,0 1,-1-1,1 0,0 1,0-1,0 0,-1 0,1 1,0-1,0 1,0-1,0 0,0 1,-1-1,1 0,0 1,0-1,0 0,0 1,0-1,0 1,0-1,0 0,1 1,-1-1,0 0,0 1,0-1,0 0,0 1,1-1,-1 0,0 1,0-1,0 0,1 1,-1-1,0 0,1 0,-1 0,0 1,0-1,1 0,-1 0,0 0,1 1,-1-1,1 0,-1 0,9 7,0-1,0 0,0 0,1-1,0 0,0-1,0 0,1 0,-1-1,1-1,10 2,31 5,-4-2</inkml:trace>
  <inkml:trace contextRef="#ctx0" brushRef="#br0" timeOffset="4154.932">5188 622,'-4'-7,"0"1,0-1,-1 1,0-1,0 1,0 1,-1-1,0 1,0 0,0 0,-1 1,1-1,-1 2,0-1,0 1,-1 0,1 0,-1 1,1 0,-1 0,0 1,0 0,0 1,1-1,-1 1,-3 1,7 1,1 0,0 0,0 0,0 0,0 0,0 1,0-1,1 1,-1 0,1 0,0 0,0 0,0 0,0 1,0-1,1 0,0 1,-1-1,1 1,1 0,-1-1,0 1,1 0,0 0,0-1,0 1,0 0,0-1,1 1,0 0,0 0,0-1,0 1,0-1,1 1,0-1,-1 0,1 0,0 0,1 0,-1 0,1 0,-1 0,2 0,2 3,0 0,1 0,0-1,0 0,0-1,0 0,1 0,-1 0,1-1,0 0,0 0,1-1,-1 0,0-1,1 0,-1 0,1-1,-1 0,1 0,-1-1,1 0,-1-1,0 1,1-2,-1 1,0-1,0 0,-1-1,1 0,-1 0,0-1,0 0,0 0,-1 0,1-1,4-6,3-10,0 0,-2 0,-1-1,-1-1,0 0,-2 0,-1-1,-1 0,-1 0,-2-1,0 1,-1-24,7-212,-20 200,9 61,0-1,0 1,0 0,0-1,0 1,0 0,0 0,0 1,0-1,0 0,1 1,-1-1,0 1,0-1,0 1,0 0,1 0,-1 0,0 0,1 0,-1 0,1 0,-1 1,1-1,-1 0,1 1,0-1,0 1,0 0,0-1,0 1,0 0,0 0,1-1,-1 2,-10 15,0 1,1 0,2 0,0 1,0 0,2 1,1 0,1-1,0 2,2-1,0 0,1 1,1-1,2 0,0 1,1 2,-1-11,1 0,1 0,-1-1,2 1,0-1,0 0,1 0,1-1,0 0,0 0,1-1,1 1,0-2,0 1,0-1,1-1,1 0,0 0,0-1,0 0,1-1,0-1,0 1,0-2,1 0,-1 0,1-1,0-1,0 0,0-1,5 0,-11-2,0-1,1 1,-1-1,0 0,0-1,0 0,0 0,0 0,-1-1,1 0,-1 0,0-1,0 0,-1 0,0 0,0-1,0 0,0 1,1-4,-6 8,1 1,-1 0,1 0,-1 0,1-1,-1 1,1 0,-1 0,1 0,-1 0,1 0,-1 0,1 0,-1 0,1 0,-1 0,1 0,-1 0,1 0,-1 0,1 1,-1-1,1 0,-1 0,1 1,-1-1,0 0,1 0,-1 1,1-1,-1 1,0-1,1 0,-1 1,0-1,1 1,-1-1,0 0,0 1,0-1,1 1,-1-1,0 1,0-1,0 1,0-1,0 1,0-1,0 1,0-1,0 1,5 7,1-1,1 0,0-1,1 0,0-1,0 1,0-1,0-1,1 1,0-2,0 1,0-1,0 0,0-1,1 0,-1-1,1 0,-1 0,1-1,-1 0,1-1,-1 0,1-1,-1 1,1-2,4-1,-10 2,0 1,-1-1,1 0,-1 0,0 0,1-1,-1 1,0-1,0 0,-1 0,1 0,-1 0,1 0,-1 0,0-1,0 1,0-1,-1 0,1 1,-1-1,0 0,0 0,0 0,-1 0,1 0,-1 0,0 0,0 0,0 0,-1 0,0 0,1 0,-1 1,0-1,-1 0,1 0,-1 1,0-1,0 1,0-1,0 1,0 0,-1 0,1 0,-4-3,0 1,0 1,0 0,0-1,-1 2,1-1,-1 1,0 0,0 1,0-1,-1 2,1-1,0 1,-1 0,1 0,-1 1,1 0,-1 0,1 1,-1 0,1 0,-3 1,5-1,-1 0,1 1,0-1,0 1,0 0,1 0,-1 0,0 1,1 0,0 0,-1 0,1 0,0 1,1-1,-1 1,1 0,-1 0,1 1,0-1,1 1,-1-1,1 1,0 0,0 0,0 0,1 0,0 0,0 0,0 0,0 3,2-2,0-1,0 0,0 0,0 0,1 0,0 0,0 0,0 0,1-1,0 1,0-1,0 0,0 0,0 0,1 0,0 0,0-1,0 1,0-1,0 0,1-1,0 1,-1-1,1 0,0 0,0 0,0-1,0 1,0-1,0 0,1-1,3 1,31 4</inkml:trace>
  <inkml:trace contextRef="#ctx0" brushRef="#br0" timeOffset="4342.529">6138 328,'-3'-16,"-2"-12,-6-6,-7-1,-8 5,-5 5,-4 7,-1 9,3 8,6 9,9 10,9 8,11 8,12 3,8 4,0-7</inkml:trace>
  <inkml:trace contextRef="#ctx0" brushRef="#br0" timeOffset="4527.038">6084 556,'7'13,"4"8,3-1,6-3,6-5,5-4,10-4,6-4,6-7,-5-3</inkml:trace>
  <inkml:trace contextRef="#ctx0" brushRef="#br0" timeOffset="11443.355">2876 1425,'-11'0,"1"0,0 1,-1 0,1 1,0 0,0 0,0 1,1 1,-1 0,1 0,-1 0,1 2,1-1,-1 1,1 0,0 1,0-1,1 2,0-1,0 1,1 0,0 0,-4 8,9-11,1-1,-1 0,1 0,0 0,0 0,1 0,-1 0,1 0,0 0,0 0,0 0,1 0,-1 0,1-1,0 1,0-1,0 1,1-1,-1 0,1 0,0 0,0 0,0 0,0 0,0-1,0 0,1 1,-1-1,1 0,0-1,0 1,-1-1,1 0,0 0,0 0,0 0,3 0,27 7,1-1,1-2,-1-1,1-2,-1-2,1-1,0-1,-1-2,0-2,7-2,-18 4,0-2,0 0,0-1,-1-1,0-2,0 0,-1-1,0-1,13-11,-33 22,1 0,-1 0,0 0,0-1,0 1,0 0,-1-1,1 1,0-1,0 0,-1 1,1-1,-1 0,0 0,1 0,-1 0,0 0,0 0,0 0,-1-1,1 1,0 0,-1-1,0 1,1 0,-1-1,0 1,0 0,0-1,-1 1,1 0,0-1,-1 1,0 0,1 0,-1-1,0 1,0 0,0 0,0 0,-1 0,1 0,-1 0,1 1,-1-1,1 0,-3-1,-5 0,0-1,-1 1,1 1,-1-1,1 2,-1-1,0 1,0 1,0 0,1 0,-1 1,0 0,0 1,1 0,-1 0,1 1,0 1,0-1,0 1,0 1,0 0,-7 5,14-8,0-1,0 1,1 0,-1-1,0 1,0 0,1 0,-1 0,1 0,0 0,0 0,0 1,0-1,0 0,0 1,0-1,1 1,-1-1,1 1,0-1,-1 1,1-1,1 1,-1-1,0 1,0-1,1 0,0 1,-1-1,1 1,0-1,0 0,0 0,0 1,1-1,-1 0,1 0,-1 0,1 0,0-1,0 1,-1 0,1-1,0 1,1-1,-1 0,0 1,1-1,18 9,0-1,1 0,1-2,-1-1,1 0,0-2,1 0,-1-2,1-1,4 0,-25-1,38 3,1-2,-1-2,1-2,-1-1,11-4,-14-2</inkml:trace>
  <inkml:trace contextRef="#ctx0" brushRef="#br0" timeOffset="12144.074">3771 1558,'87'-16,"-87"16,-1 0,0 0,1 0,-1 0,1 0,-1 0,1 0,-1-1,1 1,-1 0,1 0,-1-1,1 1,0 0,-1-1,1 1,-1 0,1-1,0 1,-1-1,1 1,0-1,-1 1,1-1,0 1,0-1,0 1,-1-1,1 1,0-1,0 1,0-1,0 1,0-1,0 1,0-1,0 1,0-1,0 0,0 1,0-1,0 1,1-1,-1 1,0-1,0 1,1-1,-1 1,0 0,1-1,-1 1,0-1,1 1,-1 0,0-1,1 1,-1 0,1-1,-1 1,-10-2,-1 1,1 0,-1 1,0 0,1 1,-1 0,0 0,1 1,-1 1,1 0,0 0,0 1,0 0,1 1,-1 0,1 1,0-1,0 2,1-1,-6 6,14-11,-1 0,0-1,0 1,0 0,1 0,-1-1,0 1,1 0,-1 0,1 0,-1 0,1 0,-1 0,1 0,0 0,-1 0,1 0,0 0,0 0,0 0,0 0,0 0,0 0,0 0,0 0,0 0,0 0,0 0,1 1,-1-1,1-1,-1 1,0 0,1 0,0 0,-1 0,1 0,-1 0,1 0,0-1,0 1,0 0,-1-1,1 1,0 0,0-1,0 1,0-1,0 0,0 1,0-1,1 1,9 2,1-1,-1 0,1 0,0-1,0-1,0 0,-1 0,1-1,0-1,-1 0,1 0,-1-1,1-1,-1 0,-1-1,1 0,0 0,-1-1,3-2,-9 5,-1 1,1-1,-1 0,0 0,0 0,0 0,0 0,-1-1,0 1,1-1,-1 0,0 0,0 1,-1-1,1-1,-1 1,0 0,0 0,-1 0,1 0,-1-1,0 1,0 0,0-3,-1 5,1 1,-1 0,1 0,-1 0,0-1,0 1,1 0,-1 0,0 0,0 0,0 0,0 0,0 1,0-1,-1 0,1 0,0 1,0-1,-1 1,1-1,0 1,0-1,-1 1,1 0,-1 0,1 0,0 0,-1 0,1 0,0 0,-1 0,1 0,0 0,-1 1,1-1,0 1,-1-1,1 1,0-1,0 1,0 0,-1 0,1 0,0-1,0 1,0 0,0 0,1 0,-1 1,0-1,0 0,1 0,-1 0,0 0,1 1,-1-1,1 0,0 1,-1-1,1 0,0 1,0-1,0 0,0 1,0-1,0 1,0-1,0 0,1 1,5 5,1 0,-1-1,2 1,-1-1,1-1,0 0,0 0,0 0,1-1,-1 0,2 0,2 1,-4-1,1 1,0-1,0-1,0 0,0 0,0-1,1 0,0-1,-1 0,1 0,-1-1,1 0,0-1,-1 0,3-1,11-14,-19 8</inkml:trace>
  <inkml:trace contextRef="#ctx0" brushRef="#br0" timeOffset="12701.841">4198 1425,'16'-14,"12"-4,9 0,1 4,-2 4,-4 4,-4 5,-7 5,-8 4,-5 3,-2 0,-5-2,-4-1,-6-1,-2-2</inkml:trace>
  <inkml:trace contextRef="#ctx0" brushRef="#br0" timeOffset="13290.824">4092 1612,'39'-38,"-11"15,-1-1,-1-1,-1-1,-2-2,0 0,-2-1,6-14,-22 35,-5 6,1 0,-1 0,1 0,-1 0,1 0,0 1,0-1,0 0,0 0,0 1,0-1,0 1,1-1,-1 1,1-1,-1 1,1 0,-1 0,1-1,0 1,-1 1,1-1,0 0,0 0,0 1,0-1,0 1,0-1,0 1,0 0,0 0,0 0,0 0,0 0,0 0,0 0,49 68,-33-38,2-2,1 0,2-2,0 0,2-1,1-1,-23-21,-2-3,0 0,-1 0,1 0,0 0,-1 0,1 0,0 0,-1 1,1-1,-1 0,1 0,0 0,-1 1,1-1,-1 0,1 1,-1-1,1 1,-1-1,1 1,-1-1,1 1,-1-1,0 1,1-1,-1 1,0-1,1 1,-1-1,0 1,0 0,0-1,1 1,-1 0,0-1,0 1,0 0,0-1,0 1,0-1,0 1,0 0,-1-1,1 1,0 0,0-1,0 1,-1-1,1 1,0 0,-1-1,1 1,0-1,-1 1,1-1,-1 1,1-1,-1 0,1 1,-1-1,1 1,-1-1,-142-1,130 0</inkml:trace>
  <inkml:trace contextRef="#ctx0" brushRef="#br0" timeOffset="13558.151">4346 1344,'-7'9,"-4"10,-6 11,-3 9,-6 5,2-5</inkml:trace>
  <inkml:trace contextRef="#ctx0" brushRef="#br0" timeOffset="15287.394">5014 1304,'9'-4,"12"0,10 3,6 7,-4 2</inkml:trace>
  <inkml:trace contextRef="#ctx0" brushRef="#br0" timeOffset="15561.931">5028 1785,'4'14,"5"11,4 6,5 4,2 4,-3 1,-14 4,-31 3,-53 2,-12-7</inkml:trace>
  <inkml:trace contextRef="#ctx0" brushRef="#br0" timeOffset="31709.465">1 3069,'24'37,"-2"1,-1 1,-2 1,-2 0,-1 2,-2 0,7 43,-21-84,0 0,-1 0,1 0,0 0,0 0,0 0,0 0,0 0,0 0,0 0,0 0,0 0,1 1,-1-1,0 0,1 0,-1-1,1 1,-1 0,1 0,-1 0,1 0,-1 0,1 0,0-1,0 1,-1 0,1-1,0 1,0 0,0-1,0 1,0-1,0 1,0-1,0 0,0 1,0-1,0 0,0 0,0 0,0 1,0-1,0 0,0-1,0 1,0 0,0 0,0 0,0-1,0 1,0 0,0-1,0 1,0-1,8-11,0-1,-1-1,0 1,-1-1,-1 0,-1-1,0 0,3-3,36-81,-43 98,-1 0,1 0,0 0,0 1,0-1,0 0,0 1,0-1,0 1,0-1,0 1,0-1,0 1,0 0,0-1,1 1,-1 0,0 0,0 0,0 0,0 0,1 0,-1 0,0 0,0 1,0-1,0 0,0 1,0-1,0 1,0-1,0 1,0 0,0-1,0 1,0 0,0-1,0 1,0 0,-1 0,1 0,0 0,-1 0,31 44,-5 15,-20-45,0-1,0 1,2-1,0 0,0-1,8 10,-14-21,-1 0,1-1,0 1,0 0,0 0,0-1,0 1,0-1,0 0,0 0,1 0,-1 0,0 0,1 0,-1 0,1-1,-1 1,1-1,-1 0,1 0,-1 0,1 0,-1 0,1 0,-1-1,1 1,-1-1,0 0,1 1,-1-1,0 0,1-1,-1 1,0 0,0-1,0 1,0-1,6-5,0 0,-1 0,-1 0,1-1,-1 0,0 0,-1-1,4-7,42-107,-44 105,0 27,-4 11,2 1,0-1,0 1,2-1,7 13,-12-28,1 0,0 0,0-1,0 1,0-1,1 1,0-1,-1 0,2-1,-1 1,0-1,1 0,-1 0,1 0,0 0,0-1,0 0,1 0,-1 0,0-1,1 0,-1 0,1 0,1-1,4 0,-1-1,1-1,0 1,0-2,-1 0,1 0,-1-1,0 0,0-1,0 0,-1 0,0-1,0 0,0-1,-1 0,0-1,0 1,-1-1,0-1,0 1,-1-1,0-1,-1 1,0-1,0 0,-1 0,0 0,-1 0,0-1,-1 0,0 0,-4-16,2 27,0 1,0-1,0 0,0 0,0 1,-1-1,1 0,0 1,0-1,0 0,0 0,0 0,-1 1,1-1,0 0,0 0,0 1,-1-1,1 0,0 0,0 0,-1 0,1 0,0 1,-1-1,1 0,0 0,0 0,-1 0,1 0,0 0,-1 0,1 0,0 0,0 0,-1 0,1 0,0 0,-1 0,1 0,0 0,0-1,-1 1,1 0,0 0,0 0,-1 0,1 0,0-1,0 1,0 0,-1 0,1-1,0 1,0 0,-3 9,1 1,0 0,0-1,1 1,0 0,1 0,0 0,1 0,0-1,0 1,1 0,0-1,1 1,0-1,1 0,0 0,0 0,1 0,0-1,0 1,1-1,0-1,1 1,0-1,5 4,45 19,-31-23</inkml:trace>
  <inkml:trace contextRef="#ctx0" brushRef="#br0" timeOffset="32637.403">1365 3202,'1'14,"1"-1,0 0,1 1,0-1,1 0,1-1,0 1,0-1,1 0,1 0,0-1,1 0,0 0,7 7,-12-15,-1 1,1-1,0 1,0-1,0 0,0 0,1-1,0 1,-1-1,1 1,0-1,0 0,0-1,0 1,0-1,0 0,1 0,-1 0,0 0,1-1,-1 0,0 0,1 0,-1 0,0-1,1 1,-1-1,0 0,1 0,-1-1,0 0,0 1,0-1,-1-1,1 1,0 0,0-1,1-4,0 0,-1 0,1 0,-1 0,-1-1,1 0,-1 0,-1 0,1 0,-1 0,-1 0,0-1,0 1,0-1,-1 1,-1 0,1-1,-1 0,1 17,1 1,1-1,-1 0,1 0,1-1,-1 1,1 0,1-1,-1 0,1 1,1-2,-1 1,1 0,0-1,1 0,-1 0,1 0,0-1,1 0,-1 0,1-1,0 1,0-2,1 1,-1-1,8 3,-8-5,0 0,0 0,-1-1,1 1,0-1,0-1,-1 1,1-1,0-1,-1 1,1-1,-1 0,1-1,-1 1,0-1,0 0,0-1,0 0,-1 0,92-91,-85 81,-12 14,0 0,0-1,1 1,-1-1,0 1,0 0,0-1,0 1,1 0,-1-1,0 1,0 0,0 0,1-1,-1 1,0 0,1 0,-1-1,0 1,0 0,1 0,-1 0,0-1,1 1,-1 0,1 0,-1 0,0 0,1 0,-1 0,0 0,1 0,-1 0,0 0,1 0,-1 0,1 0,-1 0,0 0,1 0,-1 0,0 1,1-1,-1 0,0 0,1 0,-1 1,0-1,1 0,-1 0,0 1,0-1,1 0,-1 0,0 1,0-1,5 27,-2-10,0-11,1-1,1 0,-1 0,1 0,0 0,0-1,0 0,1 0,-1 0,1-1,0 0,0 0,0 0,0-1,1 0,-1 0,1-1,-1 1,1-1,5-1,155 7,-59-7,-48 26,-26-7,-22-14,1 0,0-2,0 1,0-2,0 0,0 0,1-1,-1-1,1 0,-1-1,0-1,1 0,9-2,-19 1,1 1,-1-1,0 1,1-1,-1-1,-1 1,1 0,0-1,-1 0,0 0,0 0,0 0,0-1,0 1,-1-1,0 1,0-1,0 0,-1 0,0 0,0 0,0 0,0 0,-1 0,0 0,0 0,0 0,-1 0,1 0,-1 0,0 0,-1 0,1 0,-1 0,0 0,0 1,-1-1,1 1,-1 0,0 0,0 0,-1 0,1 0,-1 0,0 1,0 0,-3-3,0 2,-1 0,1 1,-1 0,1 0,-1 0,0 1,0 1,0-1,0 1,-1 0,1 1,0 0,0 0,0 1,0 0,-1 0,1 1,0 0,1 1,-1 0,0 0,1 0,0 1,-1 0,1 1,1-1,-1 1,1 1,0-1,0 1,0 0,1 0,0 1,0-1,1 1,0 0,0 1,-2 6,5-12,0 0,1 1,-1-1,1 0,0 0,0 1,0-1,0 0,0 0,0 1,0-1,1 0,-1 0,1 1,0-1,-1 0,1 0,0 0,0 0,1 0,-1 0,0 0,1-1,-1 1,1 0,-1-1,1 1,0-1,0 1,0-1,-1 0,1 0,1 0,-1 0,0 0,1 0,81 18,-37-16</inkml:trace>
  <inkml:trace contextRef="#ctx0" brushRef="#br0" timeOffset="33562.44">2942 2935,'-8'-6,"0"1,-1-1,0 1,0 1,-1-1,1 2,-1-1,0 1,1 1,-1 0,-1 0,1 1,0 0,0 1,0 0,-1 1,1 0,0 0,6 1,1 0,0 0,0 0,0 0,0 0,0 1,0-1,1 1,-1 0,1 0,-1 0,1 0,0 0,1 0,-1 0,0 1,1-1,0 1,0-1,0 1,0 0,0-1,1 1,-1 3,14 91,8-41,3 0,3-2,2-1,17 24,13 24,-54-94,-4-3,1 0,0-1,0 1,0-1,1 0,-1 0,1 0,0 0,0 0,0 0,1-1,0 0,-1 1,1-1,0-1,0 1,1-1,-1 1,0-1,1 0,0-1,-1 1,1-1,4 1,-5-4,0 0,0-1,0 1,-1-1,1 0,-1 0,1 0,-1-1,0 1,0-1,-1 1,1-1,-1 0,0 0,0 0,0-1,0 1,-1 0,1-1,-1 1,0-1,-1 1,1-1,-1 0,0 0,4-26,-2 1,-1-1,-2 1,-1-1,-1 1,-2-2,5 31,-1-1,0 1,1 0,-1-1,0 1,1-1,-1 1,1-1,-1 1,1-1,0 0,-1 1,1-1,0 1,0-1,0 0,1 1,-1-1,0 1,0-1,1 1,-1-1,1 1,0-1,-1 1,1-1,0 1,0 0,0-1,0 1,0 0,0 0,0-1,0 1,0 0,1 0,-1 1,0-1,1 0,-1 0,1 0,-1 1,1-1,-1 1,1-1,-1 1,1 0,-1 0,1 0,0 0,176 45,-175-45,5 2,0-1,0 1,0 0,0 0,-1 1,1 0,-1 1,1-1,-1 1,0 1,-1 0,1 0,-1 0,0 0,0 1,-1 0,1 0,-1 1,-1 0,1-1,-1 2,2 4,-2 46,-5-54,0 1,1-1,-1 1,1-1,0 1,0-1,1 0,-1 1,1-1,0 1,0-1,1 0,-1 0,1 1,0-1,0 0,0 0,1-1,-1 1,1 0,0-1,0 0,0 0,0 0,1 0,-1 0,1 0,2 0,8 1,1 0,0-1,0-1,0 0,1-1,-1-1,0 0,0-2,0 1,0-2,0 0,8-3,-3 1,-1 0,1-2,-2-1,1 0,-1-1,0-1,-1-1,0 0,0-2,-12 9,-5 3,0 1,0-1,0 0,1 1,-1-1,0 1,1-1,-1 0,1 1,-1-1,1 1,-1-1,1 1,-1 0,1-1,-1 1,1-1,-1 1,1 0,0-1,-1 1,1 0,-1 0,1 0,0-1,0 1,-1 0,1 0,0 0,-1 0,1 0,0 0,-1 0,1 0,0 1,-1-1,1 0,0 0,-1 1,1-1,-1 0,1 0,0 1,-1-1,1 1,-1-1,1 1,-1-1,1 1,-1-1,1 1,0 2,0 0,0 0,0 0,1 0,-1 0,1-1,0 1,0-1,0 1,0-1,0 1,1-1,-1 0,1 0,-1 0,1-1,0 1,-1 0,1-1,0 0,0 0,0 0,0 0,1 0,-1-1,0 1,3-1,89-5,-90 4,-1 1,0-1,0 0,1 0,-1-1,0 1,0-1,0 0,-1 0,1 0,0-1,-1 1,1-1,-1 0,0 0,0 0,0-1,0 1,-1 0,1-1,-1 0,0 0,0 0,0 0,-1 0,1 0,-1 0,0 0,0-1,0 1,-1 0,0-1,0 1,0 0,0-1,0 1,-1 0,0-1,-1-2,0 1,0 0,0 0,-1 0,0 0,0 0,-1 1,1-1,-1 1,-1 0,1 0,-1 0,1 1,-1-1,-1 1,1 0,0 1,-1 0,0-1,0 2,0-1,0 1,0 0,-1 0,1 0,0 1,-1 0,1 1,-1-1,0 1,1 0,-1 1,1 0,-1 0,1 0,-1 1,1 0,0 0,0 0,0 1,0 0,-1 1,2 1,-1 0,1 0,0 0,1 1,0 0,0 0,0 0,0 1,1-1,0 1,0 0,1 0,0 0,-1 7,2-10,0 0,1 0,-1 1,1-1,0 0,0 0,1 1,-1-1,1 0,0 0,0 0,0 0,1 0,-1 0,1 0,0 0,0 0,0-1,1 1,-1-1,1 0,0 0,0 0,0 0,0 0,2 0,25 12,1-5</inkml:trace>
  <inkml:trace contextRef="#ctx0" brushRef="#br0" timeOffset="33824.351">4292 2935,'-7'-18,"-6"-13,-6-3,-5 1,1 7,1 12,2 16,4 15,6 20,4 14,5 13,3-5</inkml:trace>
  <inkml:trace contextRef="#ctx0" brushRef="#br0" timeOffset="34117.076">4386 3470,'10'-2,"0"0,0-1,-1 0,1-1,-1 0,0 0,0-1,0 0,-1 0,0-1,0-1,0 1,-1-1,0 0,0-1,-1 0,0 0,5-8,9-13,-1-2,-2 0,-1-2,-2 1,0-2,-3 0,-1 0,3-19,6-48,-5-1,-1-32,-9 84,-1 1,-3-1,-3-15,3 61,0 0,-1 1,1-1,-1 1,1-1,-1 1,0-1,0 1,-1-1,1 1,-1 0,1 0,-1 0,0 0,-2-2,3 5,0 0,-1-1,1 1,0 0,0 0,-1 0,1 0,0 1,-1-1,1 0,0 0,0 1,0-1,-1 1,1-1,0 1,0 0,0-1,0 1,0 0,0 0,0 0,0 0,0-1,0 1,1 0,-1 1,0-1,1 0,-1 0,0 0,1 0,-1 2,-11 21,2 0,0 1,2 0,1 1,0 0,2 0,1 1,2-1,0 14,-3 1,3 0,1 0,2 0,2 0,2 0,1 0,2-1,2 0,2 0,2-1,1-1,1 0,3-2,1 0,1-1,19 23,-35-51,0 0,1-1,-1 0,1 0,1 0,-1 0,1-1,0 0,0-1,0 1,1-1,-1-1,1 1,0-1,0-1,8 2,1-8,-5-6</inkml:trace>
  <inkml:trace contextRef="#ctx0" brushRef="#br0" timeOffset="34378.128">4492 2841,'16'-2,"22"-1,19 3,19 3,14 1,6 2,-14 1</inkml:trace>
  <inkml:trace contextRef="#ctx0" brushRef="#br0" timeOffset="34640.473">5028 3283,'0'8,"1"-1,0 1,0-1,1 1,0-1,0 0,1 1,0-1,0 0,0-1,1 1,0-1,1 1,-1-1,1 0,0-1,1 1,-1-1,1 0,0-1,1 1,-1-1,1 0,-1-1,1 0,0 0,0 0,5 1,-4-3,0 0,-1 0,1-1,0 1,0-2,0 1,0-1,0 0,-1-1,1 0,0 0,-1-1,0 0,1 0,-1 0,-1-1,1 0,0-1,-1 1,0-1,0-1,0 1,-1-1,0 0,0 0,0 0,-1-1,0 0,0 0,-1 0,1 0,-2 0,1-1,-1 1,0-1,-1 0,1 0,-2 1,1-1,-1 0,0 0,-1 0,0 0,0 0,-1 1,1-1,-2 1,1-1,-1 1,0 0,-1-1,-1-1,3 5,-1 1,1-1,0 1,-1 0,0 0,1 0,-1 0,0 1,-1-1,1 1,0 0,-1 0,1 0,-1 0,0 0,0 1,1 0,-1 0,0 0,0 0,0 0,0 1,0 0,0 0,0 0,-1 0,1 1,0-1,0 1,1 0,-1 0,0 1,0-1,0 1,1 0,-1 0,1 0,-1 0,1 1,0-1,-1 1,1 2,1 1,-1-1,1 0,0 1,0-1,1 1,0 0,0-1,0 1,0 0,1 0,0 0,0-1,1 1,0 0,0 0,0-1,0 1,1 0,0-1,0 0,1 1,-1-1,1 0,0 0,1 0,-1-1,1 1,0-1,0 0,0 0,5 3,23 22</inkml:trace>
  <inkml:trace contextRef="#ctx0" brushRef="#br0" timeOffset="36119.817">5522 3416,'13'-30,"-1"-1,-1-1,-2 0,-1 0,-2-1,-1 1,-2-2,-1 1,-1 0,-2 0,-4-23,5 54,0-4,-1 0,1 1,-1-1,0 0,0 0,-1 0,0 1,0-1,0 1,-1-1,0 1,-2-4,4 8,1 1,0 0,0-1,-1 1,1-1,0 1,-1 0,1-1,0 1,-1 0,1 0,0-1,-1 1,1 0,-1 0,1 0,0-1,-1 1,1 0,-1 0,1 0,-1 0,1 0,-1 0,1 0,-1 0,1 0,-1 0,1 0,0 0,-1 0,1 0,-1 0,1 1,-1-1,1 0,0 0,-1 1,1-1,-1 0,1 0,0 1,-1-1,1 0,0 1,0-1,-1 0,1 1,0-1,0 1,-1-1,1 1,0-1,0 0,0 1,0-1,0 1,0-1,-1 1,1-1,0 1,0-1,1 1,-1-1,0 0,0 1,0-1,0 1,0-1,3 6,1-1,-1 0,1 0,0 0,0 0,0-1,1 1,0-1,-1 0,2-1,-1 1,0-1,1 0,-1 0,1-1,0 1,0-1,0-1,1 1,241 65,-244-65,1 0,-1 0,1 1,-1 0,0-1,0 2,-1-1,1 0,-1 1,1-1,-1 1,0 0,0 0,-1 0,1 1,-1-1,0 1,0-1,0 1,-1 0,0-1,0 1,0 0,0 0,-1 0,0 0,0 0,0 0,-1 1,0 30,0-29,-1-1,1 1,1 0,0 0,0-1,0 1,0 0,1 0,0-1,1 1,0-1,0 1,0-1,0 0,1 1,0-1,1-1,-1 1,1 0,0-1,1 0,-1 0,1 0,4 0,0 0,0-1,0 0,1-1,0 0,-1 0,1-1,0 0,0-1,0 0,0-1,0 0,0-1,0 0,0 0,0-1,0 0,0-1,-1 0,1 0,-1-1,0 0,0-1,0 0,-1-1,0 0,0 0,0 0,-1-1,0 0,0-1,0 0,-1 0,-1 0,5-7,-3 3,1 0,-2 0,0 0,0 0,-1-1,0 0,-1-1,-1 1,0-4,-7 12,-3 21,4-6,1 0,1 0,0 0,0 0,1 0,0 0,1 0,0 0,0 0,1 1,-1-7,0 0,1 0,-1 0,0 0,1 0,0-1,0 1,0-1,1 1,-1-1,1 0,0 1,0-1,0-1,0 1,0 0,0-1,1 0,-1 1,1-1,0-1,0 1,0-1,0 1,3 0,-1-1,1-1,-1 1,1-1,0-1,-1 1,1-1,-1 0,1 0,-1-1,0 0,0 0,0-1,0 1,0-1,0-1,0 1,-1-1,0 0,0 0,0 0,0-1,-1 0,1 0,1-2,3-5,0 0,-1 0,0-1,-1 0,-1-1,0 0,0 1,-2-2,0 1,1-4,-6 52,2-28,0 0,0-1,1 1,0-1,0 1,0-1,1 0,-1 0,1 0,1 0,-1 0,1-1,-1 1,1-1,1 0,-1 0,0-1,1 1,0-1,0 0,0 0,0-1,4 2,6 2,0 0,1-1,0-1,1-1,-1 0,0-1,14 0,-17-2,0 1,-1-1,1-1,0 0,0-1,0-1,-1 0,1 0,-1-1,0-1,0 0,-1 0,1-2,-1 1,0-1,-1-1,0 0,0 0,-1-1,0 0,0-1,-1 0,0 0,-1-1,6-11,3-19,-1 0,-2-1,-3 0,-1 0,-2-1,-1-1,-2-37,7-49,-6 0,-10-101,4 213,-1 1,0-1,-2 1,0 0,0 0,-2 0,-7-16,12 30,-1 0,1 0,-1 0,0 1,0-1,0 0,0 1,0-1,-1 1,1 0,-1 0,1 0,-1 0,0 0,0 1,0-1,0 1,0-1,0 1,0 0,-1 1,1-1,0 0,0 1,-1 0,1 0,0 0,-1 0,1 0,0 1,-1-1,1 1,0 0,0 0,0 0,0 1,0-1,0 1,0-1,0 1,-2 2,-10 10,1 0,0 1,1 1,0 0,2 0,0 2,1-1,0 1,2 1,0-1,1 1,1 1,1-1,0 1,2 0,-1 7,-2 8,1 0,2 0,1 0,2 1,2-1,1 0,1 0,2 0,2 0,1-1,1 0,2-1,2 0,0-1,3-1,0 0,2-1,1-1,2-1,0-1,3-1,-20-20,0 0,0 0,1-1,0 0,1 0,-1-1,1 1,-1-1,1-1,1 1,-1-1,0-1,1 1,-1-1,1-1,0 1,-1-1,1-1,0 1,0-1,0-1,0 1,-1-1,1-1,0 1,-1-2,1 1,-1-1,1 0,-1 0,6-4,2-7,0-1,-1-1,-1 1,-1-2,0 0,-1-1,-1 0,0 0,-2-1,2-6,-1 7,-26 115,17-93,0-1,1 1,-1 0,1-1,0 1,0 0,0-1,0 1,1-1,-1 0,1 1,0-1,0 0,0 0,0 0,0 0,1 0,0-1,-1 1,1-1,0 0,0 1,0-1,0-1,1 1,-1 0,1-1,-1 0,1 1,-1-2,1 1,1 0,7 1,0 0,-1-1,1 0,0-1,0 0,0-1,-1 0,1-1,9-3,-11 2,0 0,-1 0,1-1,-1 0,0-1,0 0,-1 0,0-1,1 0,-2 0,1-1,-1 0,0-1,0 0,-1 0,0 0,-1 0,0-1,0 0,2-6,-6-11,-19 34,14-2,1 0,-1 0,1 0,0 0,1 1,0-1,0 1,0-1,1 1,0 0,0 0,0 0,1 0,0 0,1 0,-1-1,1 1,1 0,-1 0,1-1,0 1,1-1,0 1,0-1,0 0,0 0,1 0,0-1,1 1,-1-1,1 0,0 0,0-1,0 1,2 0,8 1,-1-1,1-1,0 0,0 0,1-2,-1 0,1-1,-1 0,1-1,-1-1,1-1,-1 0,0-1,4-1,-5 0,0-1,0 0,-1-1,0 0,0-1,0-1,-1 0,0 0,-1-1,0-1,0 0,-1-1,-1 1,1-2,-2 1,0-2,0 1,-1-1,-1 0,1-1,4-35,-12 49,0 0,0 0,-1 0,1 0,0 0,0 0,-1 0,1 0,0 0,0 1,0-1,-1 0,1 1,0 0,0-1,0 1,0-1,0 1,0 0,0 0,0-1,0 1,0 0,1 0,-1 0,0 0,0 0,1 0,-1 1,1-1,-1 0,1 0,-1 0,1 0,0 1,-6 8,1 0,0 0,1 1,1 0,-1-1,2 1,-1 1,1-1,1 0,0 0,1 1,0-1,1 1,0-1,1 0,0 0,2 6,-1-12,0 0,0 0,1-1,-1 1,1-1,0 0,0 0,0-1,1 1,0-1,-1 0,1 0,0 0,0-1,1 1,-1-1,0-1,1 1,-1-1,1 0,0 0,-1 0,1-1,0 0,-1 0,1-1,4 0,26-1</inkml:trace>
  <inkml:trace contextRef="#ctx0" brushRef="#br0" timeOffset="36401.066">8516 2734,'-15'-6,"-9"-3,-1 0,3 5,5 4,6 5,9 6,9 1,4-1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17:54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00A0D7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9331 1501,'50'141,"23"113,-62-211,-2 1,-2 0,-2 1,-2-1,-2 1,-2 0,-3 19,3-54,0-1,-1 1,0-1,0 1,-1-1,0 0,-1 0,0 0,-1 0,0-1,0 0,-3 4,7-11,1 0,-1-1,1 1,-1 0,1 0,-1-1,0 1,1-1,-1 1,0-1,0 1,1-1,-1 1,0-1,0 0,0 1,0-1,1 0,-1 0,0 1,0-1,0 0,0 0,0 0,0 0,1 0,-1 0,0-1,0 1,0 0,0 0,0-1,0 1,1 0,-1-1,0 1,0-1,1 1,-1-1,0 1,1-1,-1 0,0 1,1-1,-1 0,1 1,-1-1,1 0,-1 0,1 1,0-1,-1 0,1 0,0 0,-14-52,6-176,8 115,-6-240,6 350,-1 1,1-1,0 1,1 0,-1-1,0 1,1-1,0 1,0 0,0-1,0 1,0 0,1 0,0 0,-1 0,1 0,0 0,0 0,1 1,-1-1,1 1,-1-1,1 1,0 0,-1 0,1 0,0 1,1-1,-1 1,0-1,0 1,1 0,-1 0,0 1,1-1,7 0,1 0,0 0,-1 1,1 1,0 0,-1 0,1 1,-1 1,1 0,-1 0,0 1,-1 1,1 0,-1 0,1 1,-2 0,1 1,-1 0,0 0,0 1,-1 1,0-1,-1 1,2 3,-7-9,0 0,-1-1,0 1,0 0,0 0,0 0,0 0,0 0,-1 0,1 0,-1 0,0 0,0 0,0 1,-1-1,1 0,-1 0,0 0,1 0,-1 0,0 0,-1-1,1 1,-1 0,1 0,-1-1,0 1,0-1,0 0,0 1,0-1,0 0,-1 0,1 0,-2 0,-4 4,0-1,0 0,-1-1,0 0,0 0,0 0,-1-2,1 1,-1-1,-7 1,14-2,0-1,0 1,0 0,0-1,0 0,-1 0,1 0,0 0,0 0,0-1,0 0,0 1,0-1,0 0,0 0,0-1,0 1,0-1,1 1,-1-1,0 0,1 0,0 0,-1 0,1 0,0-1,3 1,-1 0,1 1,0-1,0 0,0 1,0-1,0 0,0 1,1-1,-1 1,0 0,1-1,-1 1,1 0,-1 0,1 0,0 0,-1 0,1 0,0 1,0-1,0 0,0 1,0 0,-1-1,1 1,1 0,104-21,-83 18,1-1,-1-1,0-1,-1-2,0 0,11-6,-29 12,-1-1,1 0,0-1,-1 1,0-1,0 0,0 0,0-1,-1 1,1-1,-1 1,0-1,-1 0,3-5,-4 7,0 1,0 0,-1 0,1-1,-1 1,0 0,1-1,-1 1,0-1,-1 1,1 0,0-1,0 1,-1 0,0-1,1 1,-1 0,0 0,0 0,0 0,0-1,-1 1,1 1,0-1,-1 0,0 0,1 0,-1 1,0-1,0 1,0 0,0-1,0 1,0 0,0 0,0 0,0 0,0 0,1 1,-1-1,0 1,0-1,1 1,-1-1,0 1,0 0,0 0,0 0,1 0,-1 0,0 0,0 1,0-1,1 1,-1-1,0 1,1 0,-1-1,0 1,1 0,-1 0,1 0,-1 0,1 0,-1 1,1-1,0 0,0 1,0-1,0 1,0-1,-1 1,-20 63,21-58,1-1,0 0,0 1,1-1,0 0,0 0,0 1,1-1,0 0,0 0,1 0,0-1,-1 1,2 0,-1-1,1 0,0 0,0 0,0 0,1-1,0 0,-1 0,2 0,-1 0,0-1,1 0,-1 0,1 0,0-1,8 4,0-1,0 0,0-2,0 1,1-2,-1 0,1 0,0-2,-1 1,1-2,0 0,3-2,-12 3,1-1,-1-1,0 0,1 1,-1-2,0 1,0-1,0 0,0 0,-1-1,1 1,-1-1,0-1,0 1,-1-1,1 1,-1-2,0 1,0 0,-1-1,1 1,-1-1,0 0,-1 0,0 0,0-1,1-5,0-3,-2 0,0 0,0 0,-2 0,0 0,0 0,-2 0,0 0,0 1,-2-1,0 1,-1-1,7 14,-1-1,0 1,0 0,0 0,1 0,-1 0,1 0,-1 0,0 0,1 1,0-1,-1 0,1 0,0 0,-1 0,1 1,0-1,0 0,0 1,-1-1,1 0,0 1,0-1,0 1,0 0,0-1,0 1,0 0,0-1,0 1,0 0,0 0,0 0,0 0,1 0,-1 0,0 0,0 0,0 1,0-1,0 0,0 1,0-1,0 1,0-1,0 1,-1-1,1 1,0-1,0 1,0 0,7 1,24 3,18 2,0 2,0 2,12 7,-59-17,1 0,0 0,-1 0,1 0,0 1,-1 0,0-1,1 1,-1 1,0-1,0 0,0 1,-1-1,1 1,0 0,-1 0,0 0,0 0,0 0,0 1,0-1,0 1,-1-1,0 1,0 0,0-1,0 1,0 0,-3 35,1-36,0 0,0 0,0 0,1 0,-1 0,1 0,0 0,0 0,0 0,0 0,0 0,1 0,-1 0,1 0,0 0,0-1,0 1,0 0,1 0,-1 0,1-1,-1 1,1-1,0 0,0 1,0-1,0 0,1 0,-1 0,1 0,-1-1,1 1,-1-1,1 1,2 0,12 0,0 0,0-1,0 0,0-2,0 0,0-1,-1 0,1-2,0 0,-1 0,16-8,-32 12,33-10</inkml:trace>
  <inkml:trace contextRef="#ctx0" brushRef="#br0" timeOffset="815.324">10935 1488,'-3'10,"1"1,0-1,0 1,1-1,0 1,1-1,0 1,1-1,0 1,1-1,0 1,1-1,0 0,0 0,1 0,0 0,1-1,0 1,1-1,0-1,0 1,1-1,0 0,0 0,2 1,-6-8,0 1,1 0,-1-1,0 1,1-1,-1 0,1 0,-1 0,1-1,-1 1,1-1,0 0,-1 0,1 0,0 0,-1-1,1 0,-1 1,1-1,-1 0,1-1,-1 1,0-1,0 1,1-1,-1 0,0 0,-1-1,1 1,2-3,2-2,0-1,0 0,-1 0,0-1,-1 1,0-2,0 1,-1 0,0-1,1-4,14-103,-19 123,0 0,1 0,-1 0,1 0,0 0,0 0,1 0,0-1,0 1,0-1,1 1,0-1,0 0,0 0,0 0,1 0,0-1,0 1,0-1,1 0,-1 0,1-1,0 0,0 1,0-1,1-1,-1 1,1-1,-1 0,6 1,-3 0,1 0,0 0,-1 0,1-1,0-1,1 0,-1 0,0-1,0 0,0 0,1-1,-1 0,0-1,0 0,0 0,-1-1,1 0,0-1,-1 0,0 0,0-1,0 1,-1-2,1 1,-1-1,-1-1,1 1,1-3,31-96,-39 106,1-1,-1 0,0 0,0 0,0 0,0 0,0 0,1 0,-1 0,0 1,0-1,0 0,1 0,-1 0,0 0,0 0,0 0,0 0,1 0,-1 0,0 0,0 0,0 0,1 0,-1 0,0 0,0-1,0 1,0 0,1 0,-1 0,0 0,0 0,0 0,0 0,1 0,-1-1,0 1,0 0,0 0,0 0,0 0,0-1,0 1,0 0,1 0,-1 0,0 0,0-1,0 1,0 0,0 0,2 20,-1-16,-2 2,1 0,1 0,-1 0,1 0,0 0,0 0,1 0,-1 0,1-1,1 1,-1-1,1 0,0 1,0-1,1 0,-1-1,1 1,0-1,0 1,1-1,-1 0,1-1,0 1,0-1,0 0,0 0,1-1,-1 1,1-1,0-1,-1 1,1-1,7-2,-1-1,1-1,-1 0,0-1,0-1,0 1,-1-2,0 0,0 0,0-1,-1 0,0-1,0 0,-1 0,0-1,0-1,-1 1,0-1,4-9,25-22,-37 40,1 0,-1 0,1 0,-1 0,1 1,-1-1,1 0,-1 0,1 0,0 1,0-1,-1 0,1 1,0-1,0 0,0 1,0-1,0 1,0 0,0-1,-1 1,1 0,0-1,0 1,1 0,-1 0,0 0,0 0,0 0,0 0,0 0,0 0,0 0,0 1,0-1,0 0,0 1,0-1,0 0,-1 1,1 0,0-1,0 1,0-1,0 1,-1 0,1 0,0-1,-1 1,1 0,0 0,-1 0,1 0,-1 0,1 0,25 79,-23-66,1 1,1-1,0 0,0 0,2-1,0 0,0 0,1 0,3 2,16 2,-16-16</inkml:trace>
  <inkml:trace contextRef="#ctx0" brushRef="#br0" timeOffset="981.468">12111 1168,'-4'4,"7"4,4 1</inkml:trace>
  <inkml:trace contextRef="#ctx0" brushRef="#br0" timeOffset="1560.158">12660 1288,'-157'-9,"153"9,0 0,1 1,-1 0,1 0,-1 0,1 0,-1 1,1-1,0 1,-1 0,1 0,0 0,0 0,1 0,-1 1,0-1,1 1,-1 0,1 0,0 0,0 0,0 0,0 0,1 1,-1-1,1 1,0-1,0 1,0-1,1 1,-1 0,1-1,0 1,0 0,0-1,0 1,1 0,-1-1,1 1,0-1,0 1,0-1,1 1,-1-1,1 0,0 1,0-1,0 0,0 0,1 0,7 8,1 0,0 0,1-2,0 1,1-1,0-1,0 0,7 2,-6-3,1 2,-1-1,-1 2,0 0,0 0,-1 1,4 5,-15-15,0 1,0-1,1 1,-1 0,0-1,-1 1,1 0,0 0,0 0,-1 0,1-1,-1 1,0 0,1 0,-1 0,0 0,0 0,0 0,-1 0,1 0,0 0,-1 0,1 0,-1 0,0 0,1-1,-1 1,0 0,0 0,0-1,-1 1,1-1,0 1,0-1,-1 1,1-1,-1 0,0 0,1 1,-1-1,0 0,1-1,-1 1,0 0,-1 0,-6 4,0-1,0-1,0 1,0-1,-1-1,1 0,-1 0,1-1,-1 0,0 0,1-1,-3-1,11 1,0 0,-1 0,1 0,0 0,-1-1,1 1,0-1,-1 1,1-1,0 1,0-1,0 1,-1-1,1 0,0 0,0 0,0 0,0 0,0 0,1 0,-1 0,0 0,0 0,1 0,-1 0,0-1,1 1,-1 0,1-1,0 1,-1 0,1-1,0 1,0 0,0-1,0 1,0 0,0-1,0 1,1 0,-1-1,0 1,1 0,-1-1,1 1,-1 0,1 0,0 0,-1-1,1 1,0 0,0 0,0 0,0 0,0 0,0 1,1-2,8-7,2 1,-1 0,1 0,1 1,-1 1,1 0,0 0,0 2,8-3,4-1,-18 5,180-80,-175 76,0-1,0 0,-1 0,0-2,0 1,-1-1,-1-1,0 0,0 0,-1-1,0 0,-1 0,1-4,-7 14,0 1,1 0,-1-1,0 0,0 1,0-1,0 0,-1 1,1-1,0 0,-1 0,1 0,-1 0,0 0,1 1,-1-1,0 0,0 0,0 0,-1 0,1 0,0 0,-1 0,1 0,-1 1,0-1,1 0,-1 0,0 1,0-1,0 0,0 1,0-1,-1 1,1-1,0 1,-1 0,1 0,-1 0,0-1,1 1,-1 1,0-2,-4 4,1 0,0 0,-1 0,1 1,0-1,0 1,1 1,-1-1,1 1,-1-1,1 1,0 0,0 1,1-1,-1 1,1 0,0-1,1 1,-1 1,1-1,0 0,-1 4,0-3,0 0,1 1,0-1,0 0,0 1,1-1,0 1,0-1,1 1,0 0,0-1,1 1,-1-1,1 1,1-1,-1 1,1-1,0 1,1-1,0 0,0 0,0-1,0 1,1 0,0-1,0 0,0 0,2 1,13 7,0-1,0-1,1-1,0-1,1 0,0-2,1 0,-1-1,1-2,0 0,0-1,23 0,33 1,-13-3</inkml:trace>
  <inkml:trace contextRef="#ctx0" brushRef="#br0" timeOffset="-8604.803">922 499,'-1'-1,"0"0,0 0,0 0,0 0,0 0,0 0,1 0,-1 0,0 0,1 0,-1-1,1 1,-1 0,1 0,-1-1,1 1,0 0,0 0,0-1,0 1,0 0,0-1,0 1,0 0,0-1,1 1,-1 0,0-1,1 1,-1 0,1 0,0 0,-1 0,1-1,0 1,0 0,-1 0,1 0,0 0,0 1,0-1,0 0,0 0,1 0,-1 1,0-1,0 1,0-1,1 1,22-14,0 0,-2-2,0 0,-1-1,8-9,-22 19,-1 0,1 0,-2-1,1 0,-1 0,0 0,-1-1,1 1,-2-1,1 0,-2-1,1 1,-1 0,0-1,-1 1,0-1,-1-1,-3-5,-3 22,3 20,1 1,1-1,1 1,2 0,0-1,2 0,1 0,4 11,-9-36,10 46</inkml:trace>
  <inkml:trace contextRef="#ctx0" brushRef="#br0" timeOffset="-8947.591">1016 700,'0'14,"0"10,0 10,0 4,0 1,0-2,0-2,0-6,2-6,1-8</inkml:trace>
  <inkml:trace contextRef="#ctx0" brushRef="#br0" timeOffset="-8354.508">1337 646,'2'14,"1"9,0 7,2 3,-1 1,0-1,1-2,0-4,1-4,2-3,2-6,2-9,0-11,1-10,1-8,-3 1</inkml:trace>
  <inkml:trace contextRef="#ctx0" brushRef="#br0" timeOffset="-7476.637">1537 686,'5'3,"1"1,-1 0,-1 0,1 0,-1 1,1 0,-1-1,-1 2,1-1,-1 0,0 1,0-1,0 2,6 8,-7-10,0 0,0 0,1 0,-1 0,1 0,0-1,1 1,-1-1,1 0,0 0,0 0,0-1,0 1,0-1,1 0,0 0,0-1,0 1,0-1,0 0,0-1,0 1,1-1,-1 0,0 0,1-1,-1 1,1-1,-1 0,1-1,-1 0,3 0,-2-1,1-1,-1-1,0 1,-1-1,1 0,-1 0,1 0,-1-1,0 0,-1 0,1 0,-1 0,0-1,0 0,-1 0,0 0,0 0,0 0,-1-1,0 1,0-1,0 0,-1 1,0-2,4-13,5 30,-6 2,-3-3,0 1,1-1,1 0,0 0,0 0,0 0,1 0,0 0,0-1,1 0,0 0,1 0,-1-1,1 0,0 0,1 0,-1 0,1-1,0-1,1 1,-1-1,6 2,-2-3,0 0,1-1,-1 0,1-1,0 0,0-1,-1-1,1 0,0 0,-1-1,1 0,-1-1,0 0,0-1,0-1,0 0,-1 0,1-1,-1 0,-1 0,1-1,-1-1,6-4,-1-1,0-1,-1 0,-1 0,0-1,-1-1,-1 0,0-1,-1 0,-1 0,0-1,-2 0,1-2,-1-10,-3 18,-5 28,-6 94,5 0,5 0,5-1,17 87,2 51,-27-173,1-75,0 1,0-1,0 0,-1 1,1-1,0 0,0 1,0-1,-1 0,1 1,0-1,-1 1,1-1,0 0,-1 1,1-1,-1 1,1-1,-1 1,1 0,-1-1,1 1,-1-1,0 1,1 0,-1-1,1 1,-1 0,0 0,1 0,-1 0,0-1,1 1,-1 0,0 0,0 0,1 0,-1 0,0 0,1 1,-1-1,0 0,1 0,-1 0,1 1,-1-1,0 0,1 1,-1-1,1 0,-1 1,1-1,-1 1,1-1,-1 1,1-1,-1 1,1-1,0 1,-1 0,1-1,0 1,-1 0,1-1,0 1,0 0,0-1,0 1,-1 0,1-1,-8-19,0 0,1-1,1 0,0-1,2 1,1-1,0 0,1 0,2 0,0 20,-8-101,4 1,5-1,4 1,8-25,-10 107,0-1,2 1,0 0,1 1,1-1,1-1,-7 16,1 1,0-1,0 0,1 0,-1 1,1-1,-1 1,1 0,0 0,0 0,1 0,-1 0,0 1,1-1,0 1,0 0,-1 0,1 0,0 1,1-1,-1 1,0 0,0 1,0-1,1 0,-1 1,0 0,1 0,-1 1,1-1,4 2,0 1,0 0,-1 0,0 1,1 0,-2 0,1 1,0 0,-1 0,0 1,0 0,0 0,-1 1,0 0,0 0,-1 0,0 1,0 0,-1 0,0 0,0 0,-1 1,0-1,0 1,-3-4,1-1,0 0,-1 1,0-1,0 0,0 1,-1-1,1 0,-1 1,0-1,-1 0,1 0,-1 0,1 0,-1 0,0 0,-1 0,1-1,-1 1,1-1,-1 1,0-1,0 0,-1 0,1-1,-1 1,-1 1,-5 2,-1 0,1-1,-1 0,0 0,0-1,-1-1,1 1,-1-2,-7 1,-23-3,41 0,1 0,-1 0,0-1,0 1,1 0,-1 0,0 0,1 0,-1-1,0 1,1 0,-1 0,1-1,-1 1,1-1,-1 1,0 0,1-1,-1 1,1-1,0 1,-1-1,1 1,-1-1,1 0,0 1,-1-1,1 0,0 1,0-1,-1 0,1 1,0-1,0 0,0 1,0-1,0 0,0 1,0-1,0 0,0 1,0-1,1 0,-1 1,0-1,0 0,1 1,-1-1,0 0,1 1,-1-1,1 0,9-13</inkml:trace>
  <inkml:trace contextRef="#ctx0" brushRef="#br0" timeOffset="-6571.653">2941 739,'17'-67,"-17"65,0 1,0-1,0 1,-1-1,1 0,0 1,-1-1,1 1,-1-1,0 1,1-1,-1 1,0-1,0 1,0 0,0-1,0 1,0 0,0 0,0 0,-1 0,1 0,0 0,-1 0,1 0,-1 0,1 1,-1-1,1 1,-1-1,1 1,-1-1,0 1,1 0,-1 0,1 0,-1 0,0 0,1 0,-3 1,-1 0,0 0,0 0,0 1,0 0,1 0,-1 0,0 1,1-1,0 1,-1 0,1 0,0 1,1-1,-1 1,1 0,-1 0,1 0,0 1,1-1,-1 1,1-1,-1 3,1-4,0 0,1 1,-1-1,1 1,0 0,0-1,0 1,1 0,-1 0,1 0,0-1,0 1,0 0,1 0,-1 0,1-1,0 1,0 0,0-1,1 1,-1-1,1 1,0-1,0 0,0 0,0 1,0-1,1-1,0 1,1 2,2-2,-1 1,1-1,0-1,0 1,0-1,0 0,1 0,-1 0,1-1,-1 0,1 0,-1-1,1 0,-1 0,1-1,-1 1,1-2,-1 1,1 0,-1-1,0-1,0 1,0-1,0 0,0 0,-1 0,1-1,-1 0,0 0,0 0,0-1,-1 0,0 0,0 0,0 0,0-1,-1 1,0-1,0 0,0 0,-1 0,2-6,0-18,-2 18,2 30,-4-10,1 0,0 0,1 0,0 0,0 0,1 0,0-1,0 1,1-1,-1 0,2 0,-1 0,1 0,0-1,1 0,-1 0,2 0,-5-5,0 0,-1 0,1 0,0-1,0 1,0-1,0 1,0-1,0 0,-1 0,1 0,0 0,0 0,0 0,0 0,0-1,0 1,0-1,0 1,-1-1,1 0,0 0,0 0,-1 0,1 0,-1 0,1 0,-1 0,1-1,-1 1,0-1,1 1,-1-1,34-56,-12 0,-20 45,2-1,0 1,1 1,0-1,1 1,0 0,1 1,8-11,-13 20,-1 0,1-1,0 1,0 0,1 1,-1-1,0 1,1-1,-1 1,1 0,-1 0,1 0,-1 1,1-1,0 1,-1 0,1 0,-1 0,1 0,0 1,-1-1,1 1,-1 0,1 0,-1 1,1-1,-1 1,0-1,1 2,5 2,0 0,0 1,-1 0,0 1,0-1,-1 2,0-1,0 1,6 8,-7-4,0 0,0 0,-1 0,-1 1,0 0,-1 0,0 0,0 9,-1-10,0 0,0 1,1-1,1 0,0-1,1 1,0-1,1 0,5 8,-6-15,0 1,0-1,1 0,0 0,0-1,0 0,0 0,0 0,1-1,-1 0,1 0,-1-1,1 1,0-1,0-1,0 0,-1 0,1 0,0 0,0-1,0 0,-1-1,1 0,-1 0,1 0,-1-1,0 0,0 0,0 0,0-1,0 0,-1 0,0 0,0-1,2-2,9-8,0 0,-2-2,0 0,0 0,-2-1,0-1,-1 0,-1-1,-1 0,-1 0,0-1,-2 0,2-12,5-31,-2-1,-4-1,0-58,-6 90,-4-192,-10 187,6 43,2 6,0 1,1 0,0-1,1 1,1 1,0-1,0 0,1 3,-1 0,-6 44,3 0,3 0,2 0,2 0,3 0,3 0,2-1,9 25,-15-65,1 0,0 0,1-1,1 0,0 0,2-1,0 0,0 0,1-1,1 0,0-1,1 0,1 0,0-2,0 0,1 0,1-1,5 2,-19-11,0 0,1 0,0 0,-1 0,1-1,0 1,-1 0,1-1,0 1,0-1,-1 0,1 0,0 1,0-1,0 0,-1-1,1 1,0 0,0 0,-1-1,1 1,0-1,0 1,-1-1,1 0,-1 0,1 0,0 0,-1 0,0 0,1 0,-1 0,0-1,1 1,-1 0,0-1,0 1,0-1,0 0,3-25,-6-1</inkml:trace>
  <inkml:trace contextRef="#ctx0" brushRef="#br0" timeOffset="-6307.474">3703 365,'16'-2,"21"-1,22 0,25-1,22-1,20 1,15 1,-18 1</inkml:trace>
  <inkml:trace contextRef="#ctx0" brushRef="#br0" timeOffset="-5164.387">4465 1756,'16'0,"21"0,22 0,25 0,20 0,17-2,9-4,0 0,-10-1,-26 0</inkml:trace>
  <inkml:trace contextRef="#ctx0" brushRef="#br0" timeOffset="-4279.727">3984 1636,'-18'-9,"-1"1,1 1,-1 0,-1 2,1 0,-1 1,1 1,-19 0,32 2,-1 1,0 0,0 0,0 1,1 0,-1 0,0 0,1 1,-1 0,1 1,-1-1,1 1,0 0,0 1,1 0,-1 0,1 0,-1 0,1 1,1 0,-1 0,1 0,0 0,0 1,0 0,1 0,-1 2,1-2,1 0,0 0,0 1,0-1,1 1,0-1,0 1,1 0,0-1,0 1,0 0,1-1,0 1,0-1,1 1,0-1,0 0,0 1,1-1,0 0,0-1,1 1,-1 0,1-1,1 0,-1 0,1 0,-1 0,1-1,1 0,-1 0,1 0,-1-1,1 0,0 0,0 0,0-1,1 0,-1 0,1 0,-1-1,1 0,-1 0,2-1,-2 0,-1-1,1 0,-1-1,0 1,0-1,0 0,0 0,0-1,0 0,0 1,-1-1,1-1,-1 1,0-1,0 0,0 0,-1 0,1 0,-1-1,0 1,0-1,-1 0,6-9,-1-1,0 0,-2 0,0 0,0-1,1-14,1-45,-9 103,0 1,2-1,0 1,3 0,3 18,12 7,-18-53,1 0,-1 1,1-1,0 0,-1 0,1 0,0 0,0 0,0 0,0 0,0 0,0 0,0-1,0 1,0 0,0-1,1 1,-1-1,0 1,0-1,1 1,-1-1,0 0,0 0,1 1,-1-1,0 0,1 0,-1 0,0-1,1 1,-1 0,0 0,1-1,-1 1,0-1,0 1,0-1,2 0,15-14,-1-3</inkml:trace>
  <inkml:trace contextRef="#ctx0" brushRef="#br0" timeOffset="-4036.452">4104 1608,'1'-54,"-3"0,-2 0,-2 0,-3 1,-4-9,5 39,9 45,15 58,-2 1,-5 1,-2 0,-5 0,-3 1,-3-1,-5 1,-5-9,-4-2,-2 0,-20 42,-21 35</inkml:trace>
  <inkml:trace contextRef="#ctx0" brushRef="#br0" timeOffset="-6050.163">5922 432,'2'23,"3"14,1 10,0 4,-2 0,-1-4,-2-6,-2-10,-5-9,0-10</inkml:trace>
  <inkml:trace contextRef="#ctx0" brushRef="#br0" timeOffset="-5664.798">5641 245,'429'61,"-404"-57,-1 2,1 1,-1 1,-1 0,0 2,13 8,-30-15,0 0,-1 1,0-1,0 1,0 0,0 0,-1 1,0 0,0-1,0 1,0 1,-1-1,0 0,0 1,0 0,-1 0,1 0,-1 0,-1 0,1 0,-1 0,-1 0,1 1,-1-1,0 0,0 1,-1-1,0 2,-33 109,34-116,0 0,0 0,0 0,0 0,0 0,1 0,-1 0,0 0,0 0,1-1,-1 1,0 0,1 0,-1 0,1 0,-1-1,1 1,-1 0,1 0,0-1,-1 1,1 0,0-1,-1 1,1-1,0 1,0-1,0 1,0-1,-1 0,1 1,0-1,0 0,0 0,0 0,0 0,0 0,0 0,0 0,0 0,0 0,41-5,-30 2,1-1,-1 0,0-1,-1-1,0 1,1-2,-2 0,1 0,-1-1,0 0,-1-1,0 0,0 0,-1-1,0 0,-1-1,0 0,-1 0,0 0,0-1,-1 1,-1-1,0-1,-1 1,2-10,-6 22,1 0,0 1,0-1,0 0,0 0,-1 0,1 0,0 0,0 0,0 0,-1 0,1-1,0 1,0 0,0 0,0 0,0 0,-1 0,1 0,0 0,0 0,0 0,0 0,0-1,-1 1,1 0,0 0,0 0,0 0,0 0,0 0,0-1,0 1,0 0,0 0,-1 0,1 0,0-1,0 1,0 0,0 0,0 0,0 0,0-1,0 1,-8 16,6-10,0 0,0 0,0 0,1 1,0-1,0 0,1 1,0-1,0 0,0 1,1-1,0 1,0-1,1 0,-1 0,1 0,1 0,-1 0,1 0,0-1,0 1,1-1,0 0,0 0,0 0,2 1,9 6,2-2,-1 0,1-1,0 0,1-2,0 0,0-1,1-1,0 0,0-2,0 0,1-1,41 6</inkml:trace>
  <inkml:trace contextRef="#ctx0" brushRef="#br0" timeOffset="-2656.721">6190 2037,'40'-88,"-25"53,2 0,1 0,1 2,2 1,3-3,-22 32,1 0,-1 0,0 0,1 0,-1 1,1-1,0 1,0 0,0 0,0 0,0 0,0 0,1 1,-1-1,1 1,-1 0,1 0,-1 0,1 1,-1-1,1 1,0 0,-1 0,1 0,0 0,-1 1,1-1,0 1,-1 0,1 0,-1 1,0-1,1 1,-1-1,0 1,1 1,6 2,0 1,-1 1,0 0,0 0,-1 0,0 1,0 1,-1-1,0 1,0 0,-1 1,0-1,-1 1,0 1,-1-1,3 11,-6-19,0 0,-1 0,0 1,0-1,1 1,-1-1,-1 0,1 1,0-1,-1 0,1 1,-1-1,1 0,-1 0,0 1,0-1,0 0,0 0,-1 0,1 0,-1 0,1-1,-1 1,1 0,-1-1,0 1,0-1,0 1,0-1,0 0,0 0,0 0,0 0,-1 0,1 0,0-1,0 1,-1-1,1 0,0 1,-2-1,1-2,1 1,-1 0,0-1,1 0,0 0,-1 1,1-1,0-1,0 1,0 0,0 0,0-1,1 1,-1-1,1 0,0 1,-1-1,1 0,0 0,1 0,-1 0,1 0,-1 0,1 0,0 0,0 0,0 0,0 0,0 0,1 0,1-19,2 0,0 0,1 1,2-1,0 1,1 0,1 1,0 0,2 0,1 1,0 1,3-2,29-54,-25 40,-1-2,-2 0,-2-1,-1 0,-2-2,-1 1,-2-1,-2 0,-1-1,-2 1,-2-7,-1 41,-14-61,14 65,-1 1,1 0,-1-1,1 1,-1 0,1 0,-1 0,1 0,-1-1,1 1,-1 0,1 0,-1 0,0 0,1 0,-1 0,1 0,-1 1,1-1,-1 0,1 0,-1 0,1 0,-1 1,1-1,-1 0,1 0,0 1,-1-1,1 0,-1 1,1-1,0 1,-1-1,1 0,0 1,-1-1,1 1,0-1,0 1,0-1,-1 1,1-1,0 1,0-1,0 1,0 0,-6 11,1 0,1 1,0 0,1 0,0 0,1 0,1 1,0 8,-1-8,-4 34,2 0,2 0,2 0,2 0,3 0,1 0,3 0,1-1,3-1,16 41,-24-76,0 0,0 0,1-1,1 1,0-1,0-1,1 1,0-1,0-1,1 1,0-1,1-1,3 2,17-8,-23-10</inkml:trace>
  <inkml:trace contextRef="#ctx0" brushRef="#br0" timeOffset="-2430.327">6471 1221,'2'-4,"12"0,20 1,24-1,23 0,19-2,9 1,1 3,-10 6,-17 8,-23 1</inkml:trace>
  <inkml:trace contextRef="#ctx0" brushRef="#br0" timeOffset="-2114.178">7166 1782,'-1'4,"1"0,0-1,-1 1,1 0,1-1,-1 1,0-1,1 1,0 0,0-1,0 1,0-1,1 0,-1 1,1-1,0 0,0 0,0 0,0 0,1 0,-1 0,1-1,0 1,0-1,-1 0,2 0,-1 0,0 0,0 0,0-1,1 1,-1-1,1 0,-1 0,1-1,0 1,-1-1,1 1,0-1,-1 0,1 0,3-1,-1 0,1-1,-1 0,1 0,-1 0,0-1,0 0,0 0,-1-1,1 1,-1-1,0-1,0 1,0-1,0 1,-1-1,0 0,0-1,0 1,-1-1,1 0,-2 0,1 0,0 0,-1 0,0-1,-1 1,0-1,0 1,0-1,0 0,-1 1,-1-5,0 7,0 0,0 1,0 0,-1-1,1 1,-1 0,0 0,0 0,0 0,-1 0,1 0,-1 1,1-1,-1 1,0 0,0 0,0 0,0 0,-1 0,1 0,0 1,-1 0,1 0,-1 0,1 0,-1 0,0 0,-5 0,1 0,-1 1,0-1,0 2,1-1,-1 1,0 1,1-1,-1 1,-7 4,7-4,0 2,1-1,0 1,0 1,0-1,0 2,1-1,-1 1,2 0,-1 0,1 1,-1-1,2 2,-1-1,1 1,0-1,1 1,0 1,0-1,-1 5,5-10,0 0,0 1,1-1,0 0,-1 0,1 0,0 0,0 0,0 0,1 0,-1 0,1 0,0-1,0 1,0-1,0 1,0-1,0 1,0-1,1 0,0 0,-1-1,1 1,0 0,0-1,-1 1,1-1,0 0,1 0,-1 0,0-1,0 1,0-1,0 0,1 1,0-2,33 8</inkml:trace>
  <inkml:trace contextRef="#ctx0" brushRef="#br0" timeOffset="-1352.693">7446 1301,'-5'-1,"-1"0,1 0,0 1,-1-1,1 1,-1 1,1-1,0 1,-1-1,1 2,0-1,0 0,0 1,0 0,0 0,0 1,0 0,1-1,-1 1,1 1,0-1,0 1,0-1,0 1,1 0,-1 1,1-1,0 0,1 1,-1 0,0 2,-1 4,1 1,0 0,0-1,2 1,-1 0,2 0,-1 0,2 0,-1 0,2 0,0-1,0 1,1 0,0-1,1 0,5 10,7 15,3-1,0 0,3-2,11 13,100 128,-132-172,1 0,-1 1,1-1,0 0,-1 0,1 0,0 0,0-1,1 1,-1-1,0 1,1-1,-1 0,0 1,1-1,-1-1,1 1,0 0,-1-1,1 1,0-1,-1 0,1 1,0-1,0-1,-1 1,1 0,0-1,-1 1,1-1,-1 0,1 0,1-1,3-3,1 0,-1-1,0 0,-1-1,1 1,-1-1,-1 0,1-1,-1 1,-1-1,1 0,-1-1,-1 1,1-1,-2 1,1-1,0-6,3-16,-1-1,-1 0,-2 0,-2-11,-3-42,4 84,0 0,0 0,0-1,1 1,-1 0,0 0,1 1,-1-1,1 0,-1 0,1 1,-1-1,1 1,0-1,-1 1,1-1,-1 1,1 0,0 0,-1 0,1 0,0 0,-1 0,1 1,0-1,-1 1,1-1,-1 1,1-1,0 1,-1 0,0 0,1-1,-1 1,10 2,49 7,-30-6,-1 1,-1 1,1 2,-1 1,1 1,-25-7,1-1,-1 1,0 0,-1 0,1 0,0 1,-1-1,0 1,0 0,0 0,0 0,-1 0,1 0,-1 1,0-1,-1 1,1 0,-1-1,0 1,0 0,0 0,0 0,-1-1,0 1,0 0,-1 0,1 0,-1 2,0-3,0 1,1 0,-1-1,1 1,0-1,1 1,-1 0,1-1,0 1,0-1,0 1,1-1,-1 0,1 0,0 1,1-1,-1 0,1-1,-1 1,1 0,0-1,1 0,-1 1,0-1,1 0,0-1,0 1,3 1,0-3,-1 0,1 0,-1-1,1 0,-1 0,1 0,-1-1,1 0,-1 0,0-1,1 0,-1 0,0-1,0 1,-1-1,1 0,0-1,-1 0,5-3,1-2,-1 0,0 0,-1-1,1 0,-2 0,0-1,0 0,-1-1,1-1,14-50,-23 73,1-1,0 1,1-1,0 0,0 1,1-1,0 0,1 0,0 0,0 0,1 0,0-1,0 0,1 0,0 0,1 0,0-1,0 0,0 0,1 0,0-1,1 0,1 1,29-4,-24-7</inkml:trace>
  <inkml:trace contextRef="#ctx0" brushRef="#br0" timeOffset="-1071.299">8435 1301,'0'7,"7"4,9 6,2-2</inkml:trace>
  <inkml:trace contextRef="#ctx0" brushRef="#br0" timeOffset="13473.893">5200 3761,'16'-2,"21"-1,25-2,24-3,19 0,8 0,0 0,-10 2,-23 2</inkml:trace>
  <inkml:trace contextRef="#ctx0" brushRef="#br0" timeOffset="12708.12">3877 3066,'-9'134,"6"0,8 34,-1 21,-14-61,5-123,4-19,2-10,2-1,1 0,0 1,2 0,1 0,1 0,1 1,1 0,10-17,-19 38,0-1,0 1,0 0,0-1,0 1,0 0,1 0,-1-1,1 1,0 0,-1 1,1-1,0 0,0 0,0 1,0-1,1 1,-1 0,0 0,0 0,1 0,-1 0,1 0,-1 0,1 1,-1-1,1 1,-1 0,1 0,0 0,-1 0,1 0,-1 1,1-1,-1 1,1-1,-1 1,2 1,4 5,-1 1,0 0,0 1,-1 0,0 0,0 0,-1 1,-1-1,1 1,-2 0,1 0,-1 1,-1-1,0 1,0 0,-1 3,0-7,1-1,-2 1,1-1,-1 0,0 1,0-1,0 1,-1-1,0 0,-1 1,1-1,-1 0,0 0,-1 0,0 0,0 0,0-1,0 1,-1-1,0 0,0 0,0 0,-1 0,0-1,0 0,0 0,0 0,0-1,-1 1,0-1,-4 1,5-1,-1 0,0-1,0 0,0 0,0 0,0-1,0 0,-1 0,1-1,0 0,0 0,-1 0,1-1,0 0,0 0,-1 0,-4-2,10 1,0 1,0-1,0 1,0-1,0 1,0-1,0 0,0 1,1-1,-1 0,1 0,-1 0,1 1,0-1,0 0,0 0,0 0,0 0,0 0,0 1,0-1,1 0,-1 0,1 0,0 1,-1-1,1 0,0 1,0-1,0 0,0 1,0-1,0 1,1 0,-1-1,1 1,16-24</inkml:trace>
  <inkml:trace contextRef="#ctx0" brushRef="#br0" timeOffset="12954.578">4358 3132,'11'21,"11"20,8 19,7 15,0 11,-5 9,-8 7,-16 1,-18 0,-15-5,-17-7,-11-8,-6-11,2-13,12-17</inkml:trace>
  <inkml:trace contextRef="#ctx0" brushRef="#br0" timeOffset="17297.824">10321 3413,'19'15,"-1"0,-1 2,0 0,-1 0,0 2,-2 0,0 1,-1 0,-2 1,0 0,-1 1,-1 0,6 20,-15-43,0 0,1 1,-1-1,1 1,-1-1,1 0,-1 1,1-1,-1 1,1-1,-1 1,1-1,0 1,-1-1,1 1,0 0,0 0,-1-1,1 1,0 0,0 0,-1 0,1-1,0 1,0 0,-1 0,1 0,0 1,0-1,-1 0,1 0,0 0,0 0,-1 1,1-1,0 0,0 1,-1-1,1 1,0-1,-1 0,1 1,-1-1,1 1,-1 0,1-1,-1 1,1-1,-1 1,1 0,-1 0,0-1,0 1,1 0,-1-1,0 1,0 0,0 0,1-1,-1 1,0 0,0 0,0 0,0-1,-1 1,1 0,0 0,0 0,32-49,-1-1,23-52,8-13,-61 113,-1 0,0 1,0-1,0 1,0-1,0 1,0-1,0 1,0-1,0 1,0-1,0 1,0-1,0 1,0 0,1-1,-1 1,0-1,0 1,1 0,-1-1,0 1,0-1,1 1,-1 0,0-1,1 1,-1 0,1 0,-1-1,0 1,1 0,-1 0,1-1,-1 1,1 0,-1 0,0 0,1 0,-1 0,1 0,-1 0,1 0,-1 0,1 0,-1 0,1 0,-1 0,1 0,-1 0,0 1,1-1,-1 0,1 0,-1 0,1 1,-1-1,17 144,-14-137,-1 1,1-2,0 1,1 0,0-1,0 0,0 1,1-2,-1 1,2 0,-1-1,0 0,1 0,0-1,0 0,1 0,-1 0,1-1,0 1,0-2,0 1,0-1,0 0,0-1,7 2,0-1,-1-1,1 0,0 0,0-2,0 0,-1 0,1-2,-1 1,13-5,-19 4,-1 1,1-1,-1 0,1 0,-1-1,0 0,-1 0,1 0,-1-1,1 1,-1-1,-1-1,1 1,-1-1,0 0,0 0,-1 0,1 0,-1 0,-1-1,3-6,-3 7,0 0,0 0,-1 0,0 0,0 0,0 0,0 0,-1 0,0-1,-1 1,1 0,-1 0,0 0,-1 0,0 0,0 0,0 1,0-1,-1 0,-1-1,4 7,-1-1,0 0,1 1,-1-1,0 0,1 1,-1-1,0 1,0-1,0 1,1 0,-1-1,0 1,0 0,0-1,0 1,0 0,0 0,1 0,-1 0,0 0,0 0,0 0,0 0,0 0,0 1,0-1,0 0,1 0,-1 1,0-1,0 1,0-1,1 1,-1-1,0 1,0-1,1 1,-1 0,0-1,1 1,-1 0,1-1,-1 1,1 0,0 0,-1 0,1 0,-15 43,14-37,1 0,0 0,0 0,0 0,1 0,0 0,0 0,1 0,0 0,0-1,1 1,0-1,0 1,0-1,1 0,0 0,0-1,0 1,1-1,0 0,0 0,0 0,6 3,2 1,1 0,0-1,1 0,0-1,0-1,0-1,1 0,0 0,11 0,21 3</inkml:trace>
  <inkml:trace contextRef="#ctx0" brushRef="#br0" timeOffset="17820.857">11697 3373,'0'18,"0"18,0 16,2 15,4 12,2 11,2 8,3 6,-3 1,-1-4,-3-7,-3-14,-1-12,-4-19,-3-17,-2-15</inkml:trace>
  <inkml:trace contextRef="#ctx0" brushRef="#br0" timeOffset="18631.964">11724 3948,'1'-398,"-2"395,1 0,-1 0,1 0,0 0,0 0,0 0,0 0,1 0,-1 0,1 0,0 0,0 0,0 0,0 0,0 0,1 1,-1-1,1 0,0 1,-1 0,1-1,0 1,1 0,-1 0,0 0,1 0,-1 0,1 1,-1-1,1 1,2-2,4 4,1 0,-1 0,0 1,0 0,-1 0,1 1,0 0,-1 1,0 0,0 0,0 1,0 0,0 1,-3-3,12 6,-1 1,0 1,-1 0,0 1,0 1,-2 1,1-1,-2 2,3 4,-13-17,-1-1,0 0,-1 1,1-1,0 1,0-1,0 1,-1 0,1-1,-1 1,0 0,1-1,-1 1,0 0,0-1,0 1,0 0,0 0,0-1,0 1,-1 0,1-1,-1 1,1-1,-1 1,0 0,1-1,-1 1,0-1,0 1,0-1,0 0,-1 0,1 1,0-1,0 0,-1 0,1 0,-2 1,-65 18,57-18,-1-1,1 0,-1 0,1-1,-1-1,1 0,0-1,-1 0,-8-3,19 5,0 0,1 0,-1 0,0 0,1-1,-1 1,0 0,1 0,-1 0,0-1,1 1,-1-1,1 1,-1 0,1-1,-1 1,1-1,-1 1,1-1,-1 1,1-1,0 1,-1-1,1 0,0 1,-1-1,1 1,0-1,0 0,-1 1,1-1,0 0,0 1,0-1,0 0,0 1,0-1,0 0,0 1,1-1,-1 0,0 1,0-1,0 0,1 0,28-17,159-12,-163 28,0-2,0-1,0 0,-1-2,0-1,0-1,-1-1,0-1,18-12,-37 20,1-1,0 0,-1 0,0 0,0-1,0 0,-1 0,0 0,1 0,-2 0,1 0,1-5,-3 8,-1 0,1 0,-1 0,1-1,-1 1,0 0,0 0,0 0,0 0,0 0,-1 0,1 0,-1 0,1 0,-1 0,0 0,1 0,-1 0,0 0,-1 0,1 0,0 1,0-1,-1 0,1 1,-1-1,1 1,-1 0,0-1,1 1,-1 0,0 0,0 0,0 0,0 1,-1-1,0-1,0 1,0 0,0 0,0 0,0 0,0 0,0 1,0 0,0-1,-1 1,1 0,0 1,0-1,0 0,0 1,0 0,-1 0,1 0,1 0,-1 0,0 0,0 1,0 0,1-1,-1 1,0 0,1 0,0 0,0 1,-1-1,1 1,1-1,-1 1,0 0,1-1,-1 1,1 0,0 0,0 0,0 0,0 0,0 0,1 0,-1 1,1-1,0 0,0 0,0 0,1 1,-1-1,1 0,0 0,-1 0,3 3,3 5,0 0,2-1,-1 0,1 0,1-1,0 0,0 0,0-1,1 0,1-1,-1 0,1-1,0 0,1 0,-1-1,1-1,0 0,0 0,1-2,2 1,81 2,-92-5,-1-1,1 0,-1 0,0 0,0 0,1-1,-1 1,0-1,0 0,0 0,-1 0,1 0,0-1,-1 1,0-1,1 1,-1-1,0 0,0 0,-1 0,1 0,0 0,-1 0,0-1,0 1,0-1,3-16,-1 0,-1 0,-1 0,0 0,-2-1,-1-3,1-52,1 74,0 0,0 0,1 0,-1 0,1 0,0 0,-1 0,1 0,0 1,0-1,0 0,0 0,1 1,-1-1,0 1,1-1,-1 1,1 0,-1 0,1-1,-1 1,1 0,0 0,0 0,0 1,-1-1,1 0,0 1,0-1,0 1,2 0,68-3,-60 3,20 0,-1 2,1 1,-1 1,1 1,-2 2,17 7,-44-13,1 0,-1 0,0 1,0 0,0 0,0 0,0 0,-1 0,1 0,-1 1,1-1,-1 1,0 0,0-1,0 1,0 0,0 0,-1 0,1 1,-1-1,0 0,0 1,0-1,-1 0,1 1,-1-1,0 1,0-1,0 1,0-1,0 1,-1-1,0 3,-3 17,2-20,1 0,0 1,0-1,0 1,0-1,0 1,1-1,0 1,-1 0,1-1,1 1,-1-1,0 1,1 0,0-1,0 1,0-1,0 0,1 1,-1-1,1 0,0 0,0 0,0 0,0 0,0 0,1 0,-1-1,1 1,0-1,0 0,1 1,9 3,2-1,-1-1,0 0,1-1,-1-1,1 0,0-1,0 0,0-1,0-1,1 0,31-4</inkml:trace>
  <inkml:trace contextRef="#ctx0" brushRef="#br0" timeOffset="19398.085">13502 3373,'-2'3,"0"0,0 0,1 0,-1 0,1 0,0 0,0 0,0 1,0-1,0 1,1-1,-1 0,1 1,0-1,0 1,1-1,-1 1,1-1,-1 0,1 1,0-1,0 0,1 0,-1 1,1-1,0 0,0 1,2 2,1 0,-1 0,1 0,0-1,0 0,0 0,1 0,0-1,0 0,0 0,0 0,5 1,-5-2,0 0,0 0,0-1,1 0,-1 0,1-1,-1 0,1 0,-1 0,1-1,0 0,-1 0,1-1,0 0,-1 0,1-1,-1 1,1-1,-1-1,0 1,0-1,0 0,0 0,-1-1,1 0,-1 0,0 0,0-1,0 0,3-4,-3 0,0 0,-1 0,0-1,0 0,-1 0,0 0,-1 0,0 0,-1 0,0 0,-1-11,42 77,-32-47,-1-1,1-1,1 0,0 0,0-1,0 0,1-1,-1-1,1 0,0 0,1-1,-1 0,0-1,1-1,-1 0,1-1,0 0,-1-1,1 0,-1-1,1 0,-1-1,2-1,-6-1,0 1,0-1,0-1,0 1,-1-2,0 1,0-1,-1 0,1 0,-2 0,1-1,-1 0,0 0,-1-1,0 1,0-1,0-1,-4 9,0 1,0-1,0 1,0-1,0 1,0-1,0 1,1-1,-1 1,0-1,0 1,0-1,1 1,-1 0,0-1,1 1,-1-1,0 1,1 0,-1-1,1 1,-1 0,1-1,-1 1,0 0,1 0,-1-1,1 1,-1 0,1 0,-1 0,1 0,0 0,-1 0,1 0,-1 0,1 0,-1 0,1 0,-1 0,1 0,-1 0,1 0,-1 1,1-1,-1 0,1 0,-1 0,1 1,-1-1,0 0,1 1,-1-1,17 29,-11-17,-3-6,1 1,0-1,0 0,0 0,1-1,0 0,0 1,1-2,-1 1,1-1,0 1,0-1,0-1,1 0,-1 1,1-2,0 1,0-1,0 0,0-1,0 1,6-1,0-1,1 0,-1-1,0 0,0-2,0 1,0-1,0-1,-1 0,0-1,1-1,-2 0,1 0,-1-1,0 0,0-1,-1 0,0-1,0 0,-1-1,0 0,4-7,11-11,-23 29,0 0,0-1,0 1,0 0,-1 0,1 0,0 0,-1-1,1 1,-1 0,1 0,-1 0,1 0,-1 0,0 0,1 0,-1 0,0 1,0-1,0 0,0 0,0 0,0 0,0 0,0 0,0 0,-1 0,1 0,0 1,0-1,0 23,-2-16,1 0,0 0,0 0,1 0,0-1,1 1,-1 0,1 0,1 0,0-1,0 1,0-1,1 1,0-1,1 0,-1 0,2 0,-1-1,0 1,1-1,0 0,1 0,0-1,-1 0,4 2,10 1</inkml:trace>
  <inkml:trace contextRef="#ctx0" brushRef="#br0" timeOffset="19657.452">14639 2932,'-16'-4,"-6"0,2 6,13 9,17 9,17 7,5-2</inkml:trace>
  <inkml:trace contextRef="#ctx0" brushRef="#br0" timeOffset="20193.49">15186 3173,'-9'-7,"0"0,-1 0,0 1,-1 1,1 0,-1 0,0 1,0 1,0 0,-1 0,1 1,-1 0,-10 1,20 1,0 0,0 1,0 0,0 0,0-1,0 1,0 0,0 0,1 1,-1-1,0 0,1 1,-1-1,1 1,-1-1,1 1,0 0,0-1,0 1,0 0,0 0,0 0,0 0,0 0,1 0,-1 0,1 0,0 0,-1 0,1 0,0 0,0 1,0-1,1 0,-1 0,0 0,1 0,0 0,-1 0,1 0,0 0,0 0,0 0,0 0,0-1,0 1,1 0,-1-1,1 1,-1-1,2 1,12 18,1-2,0 1,2-2,0-1,1 0,1-1,2 2,-1 1,0 1,-2 0,12 16,-29-33,0 0,0-1,-1 1,1 0,0 0,-1 0,1 0,-1 1,0-1,0 0,0 0,0 1,0-1,-1 1,1-1,-1 0,1 1,-1 0,0-1,0 1,0-1,0 1,-1-1,1 1,0-1,-1 0,0 1,0-1,0 1,0-1,0 0,0 0,0 0,-1 1,0 0,-4 0,0 1,0-1,0 0,-1 0,1-1,-1 0,0 0,1 0,-1-1,0 0,0 0,0-1,0 0,0 0,0-1,-5-1,10 2,0 0,0-1,0 1,0-1,0 0,0 0,1 1,-1-1,0 0,1 0,-1-1,1 1,-1 0,1-1,-1 1,1 0,0-1,0 0,0 1,-1-1,2 0,-1 1,0-1,0 0,1 0,-1 0,1 0,-1 0,1 0,0 0,0 1,-1-1,2 0,-1 0,0 0,0 0,1 0,-1 0,1 0,-1 0,1 0,0 0,0 1,0-1,0 0,0 1,0-1,0 1,0-1,1 1,-1-1,1 1,-1 0,1 0,1-1,9-5,0 0,1 1,0 1,0 0,1 1,-1 0,1 1,0 1,0 0,0 1,6 0,17-3,-19 3,-1-1,1-1,0 0,-1-1,1-1,-1-1,0 0,-1-2,0 1,0-2,0 0,-1-1,-1-1,0 0,4-4,-9 4,0 0,0 0,-1 0,0-1,-1-1,-1 1,0-1,0 0,-2 0,1-1,1-11,-6 23,1 0,-1 0,0 0,0 0,0 0,0 0,0 0,0 0,0 1,-1-1,1 0,-1 0,1 0,-1 0,0 0,0 1,0-1,0 0,0 1,0-1,0 1,0-1,-1 1,1-1,0 1,-1 0,0 0,1 0,-1 0,0 0,1 0,-1 0,0 0,0 1,0-1,1 1,-1-1,0 1,0 0,0 0,0 0,0 0,0 0,0 0,0 1,0-1,0 0,-1 1,-1 0,-1 0,1 0,0 1,-1-1,1 1,0 0,0 0,0 0,0 0,1 1,-1 0,1-1,-1 1,1 1,0-1,0 0,1 1,-1-1,1 1,-1 0,1 0,0 0,1 0,-1 0,1 1,-1-1,1 0,1 1,-1 1,0 2,0 1,0-1,1 1,0-1,1 1,0-1,1 1,-1-1,1 0,1 1,0-1,0 0,0-1,1 1,2 2,9 6,0 0,2-1,0 0,0-2,1 0,1-1,0-1,1 0,0-2,1 0,-1-1,2-1,-1-2,1 0,0-1,5 0,51 7,-12-6</inkml:trace>
  <inkml:trace contextRef="#ctx0" brushRef="#br0" timeOffset="14949.479">6871 3935,'-3'-21,"1"-1,1 1,2 0,0 0,1-1,0 1,2 0,1 1,0-1,2 1,0 0,2 0,0 1,1 0,3-4,-12 21,-1 0,1 0,0 0,0 0,0 0,1 0,-1 0,0 1,1-1,-1 0,1 1,0-1,-1 1,1-1,0 1,0 0,0 0,0 0,0 0,0 0,0 0,0 1,0-1,1 0,-1 1,0 0,0 0,1 0,-1 0,0 0,0 0,1 0,-1 1,0-1,0 1,2 0,8 9,-2 1,0-1,0 2,-1 0,0 0,-1 0,0 1,-1 0,0 1,-1 1,-4-11,2 2,0 1,0 0,-1 1,0-1,0 0,-1 1,0 0,0 0,0-1,-1 1,-1 0,1 0,-1 0,-1 0,1 0,-2 1,2-7,-1-1,0 0,1 0,-1 0,0 0,0 0,0-1,0 1,0 0,0 0,0 0,0-1,0 1,0-1,0 1,0-1,0 1,-1-1,1 0,0 1,0-1,-1 0,1 0,0 0,0 0,-1 0,1 0,0 0,0 0,-1-1,1 1,0 0,0-1,0 1,0-1,-1 0,1 1,0-1,0 0,0 1,0-1,0 0,1 0,-1 0,0 0,0 0,0 0,1 0,-1 0,1 0,-1 0,1-1,-1 1,1 0,0 0,-1 0,1-1,0 1,0 0,0 0,0-1,-2-13,2-1,0 1,0-1,2 1,0-1,0 1,2 0,0 0,0 0,2 0,0 1,0 0,1 0,1 0,0 1,1 0,2-1,-1-2,18-28,-2-1,-2-2,-1 0,-3-2,-2 0,-2-1,-3 0,-1-4,-7 22,-1 0,-2-1,-2 1,0-1,-3-2,-1 15,-3 20,-9 57,0 84,6 1,7 70,2-167,2 1,3-1,1 0,2 0,5 14,-11-53,1 0,-1 0,1 0,0 0,1 0,0-1,0 1,0-1,0 0,1 0,0 0,0 0,0 0,1-1,0 0,-1 0,2 0,-1-1,0 1,5 1,8 0</inkml:trace>
  <inkml:trace contextRef="#ctx0" brushRef="#br0" timeOffset="15211.822">7031 3293,'-4'0,"7"2,17 1,21 0,24-1,19 0,11 1,6 3,-15 1</inkml:trace>
  <inkml:trace contextRef="#ctx0" brushRef="#br0" timeOffset="15503.176">7767 3761,'-2'14,"0"-8,0 1,1-1,0 1,1 0,-1 0,1-1,0 1,1 0,0-1,0 1,0 0,3 5,-2-10,0 0,1 0,-1-1,1 1,-1-1,1 1,0-1,-1 0,1 0,0 0,0 0,0-1,0 1,0-1,0 0,0 0,0 0,0 0,-1 0,1-1,0 1,0-1,0 0,0 0,0 0,-1 0,1 0,0-1,-1 1,1-1,-1 0,0 1,2-3,5 0,0-1,-1 0,0 0,0-1,0 0,0 0,-1-1,0 0,0 0,-1-1,0 0,-1 0,1 0,-1-1,-1 0,0 0,0 0,-1 0,0 0,0-1,-1 0,-1 1,1-1,-2 0,1 0,-1 0,-1-6,0 12,0 0,0 1,0-1,-1 1,1-1,-1 1,0-1,0 1,0 0,0 0,0 0,-1 0,1 0,-1 0,0 1,0-1,0 1,0 0,0 0,-1 0,1 0,-1 1,1-1,-1 1,1 0,-1 0,0 0,0 1,1-1,-1 1,0 0,0 0,-6 0,1 1,0 0,0 1,0-1,0 2,0-1,0 1,0 1,1 0,-1 0,1 0,-6 6,8-7,-1 2,1-1,0 1,0 0,1 0,0 1,0-1,0 1,0 0,1 1,0-1,0 1,1 0,0 0,0 0,0 0,1 0,0 1,1-1,0 1,0-1,0 1,1 0,1 3,0-7,2-1,-1 0,0 1,1-1,-1 0,1-1,0 1,0 0,0-1,0 0,1 0,-1 0,1 0,-1 0,1-1,0 1,-1-1,1 0,0 0,0-1,0 1,0-1,0 1,0-1,0-1,38 4</inkml:trace>
  <inkml:trace contextRef="#ctx0" brushRef="#br0" timeOffset="16305.157">8168 3280,'-6'-6,"-1"1,1 1,-1-1,0 1,-1 0,1 0,-1 1,0 0,1 1,-1-1,-1 2,1-1,0 1,0 0,0 1,-1-1,1 2,0-1,0 1,-1 1,1-1,-1 2,6-1,0-1,0 1,0 0,0 1,1-1,-1 0,1 1,-1-1,1 1,0 0,0 0,0 0,0 0,1 0,-1 0,1 1,0-1,0 0,0 1,0-1,0 1,1-1,0 1,0-1,0 1,0-1,0 1,1 0,27 97,178 296,-152-261,-53-134,-1 0,1 0,0 0,0-1,0 1,0 0,1-1,-1 1,0-1,1 1,-1-1,1 1,-1-1,1 0,0 0,0 0,-1 0,1 0,0 0,0-1,0 1,0 0,0-1,0 0,0 1,0-1,0 0,0 0,0 0,0 0,0-1,0 1,0 0,0-1,0 0,0 1,0-1,-1 0,1 0,0 0,0 0,-1 0,1 0,-1-1,1 1,9-10,-1 0,-1-1,0-1,0 1,-1-1,-1-1,0 1,-1-1,0 0,-1-1,-1 1,0-1,-1 0,-1 0,1-9,-3 23,3-13,0 0,0-1,-2 1,0 0,0 0,-2-1,0 1,0 0,-1-1,-1 1,0 0,-2-1,-10 0,24 33,5-10,1 0,1-1,-1-1,1 0,0-1,1-1,-1 0,1-1,0-1,1 0,1 0,25 4,71 17,-112-21,0 1,0-1,0 1,-1 0,1 0,-1 0,1 0,-1 0,0 0,0 1,-1-1,1 0,-1 1,1 0,-1-1,0 1,-1 0,1 0,-1 0,1-1,-1 1,0 0,-1 0,1 0,0 0,-1-1,0 1,-1 3,0 33,3-37,-1 0,1 0,-1 1,1-1,0 0,0 0,0 0,0 0,1 0,-1 0,1-1,0 1,0 0,0-1,0 1,0-1,1 0,-1 1,1-1,-1-1,1 1,0 0,0 0,0-1,0 0,0 0,0 0,0 0,0 0,0 0,1-1,-1 1,0-1,0 0,8 0,0 0,0 0,-1-1,1 0,-1-1,1-1,-1 1,0-2,0 1,1-2,8-5,1-1,-2-1,0-1,0 0,-1-2,-1 0,0 0,-1-2,-1 0,-1 0,0-2,-1 1,3-10,-15 29,0-1,1 0,-1 0,0 1,0-1,0 0,1 0,-1 0,0 1,0-1,0 0,1 0,-1 0,0 0,0 0,1 0,-1 1,0-1,0 0,1 0,-1 0,0 0,0 0,1 0,-1 0,0 0,1 0,-1 0,0 0,0 0,1-1,-1 1,0 0,0 0,1 0,-1 0,0 0,0 0,1-1,-1 1,0 0,0 0,0 0,0 0,1-1,-1 1,0 0,0 0,0-1,0 1,0 0,1 0,-1-1,-1 35,1-23,0 2,1 1,0-1,2 0,-1 0,1 0,1 0,0 0,6 10,-7-17,-1-1,1 0,0 0,0 0,1 0,-1-1,1 1,0-1,1 0,-1 0,1-1,-1 1,1-1,0 0,0 0,0-1,1 1,-1-1,1 0,-1-1,4 1,15 0</inkml:trace>
  <inkml:trace contextRef="#ctx0" brushRef="#br0" timeOffset="16583.94">9345 3239,'-16'-4,"-8"-2,8 5,15 7,17 5,6 0</inkml:trace>
  <inkml:trace contextRef="#ctx0" brushRef="#br1" timeOffset="36847.706">7900 2331,'-5'8,"0"0,0 0,1 1,0 0,0-1,1 1,0 1,1-1,0 0,0 1,1-1,0 9,0-12,0 0,0 1,1-1,0 0,0 0,1 1,0-1,0 0,0 0,1 0,0 0,0 0,0 0,1 0,0-1,0 1,1-1,-1 0,1 0,0 0,0 0,1-1,0 0,-1 1,1-2,1 1,-1-1,0 0,1 0,0 0,-1-1,1 1,0-2,1 1,-1-1,2 1,0-4,-1 0,1-1,-1 0,0 0,0-1,0 1,0-2,-1 1,0-1,0 0,0 0,0 0,-1-1,1 0,-2 0,1 0,-1-1,0 0,0 0,0 0,1-5,0-3,-1 1,0-1,-1 0,0 0,-1 0,-1 0,0 0,-1-1,-1 1,0 0,-2-1,3 13,-1-1,0 1,0-1,-1 1,1 0,-1 0,1-1,-1 1,0 0,0 1,0-1,-1 0,1 0,-1 1,1 0,-1-1,0 1,0 0,0 0,0 1,0-1,0 1,-1-1,1 1,0 0,-1 0,1 1,-1-1,1 1,-1-1,-5 0,1 0,-1 0,0 1,1 0,-1 1,1 0,-1 0,1 1,-1 0,1 0,0 1,-2 1,6-2,1 0,-1 0,1 1,-1-1,1 1,0 0,0 0,0 0,0 1,1-1,-1 0,1 1,0 0,0 0,0 0,0-1,1 2,0-1,-1 0,2 0,-1 0,0 0,1 1,0-1,0 3,0 5</inkml:trace>
  <inkml:trace contextRef="#ctx0" brushRef="#br1" timeOffset="37190.931">8315 2531,'2'0,"1"5,0 5,-1 6,0 8,-1 5,-1 6,-2 3,-3 2,-3 1,-3 0,-1-1,1-5,3-6</inkml:trace>
  <inkml:trace contextRef="#ctx0" brushRef="#br1" timeOffset="37816.117">8555 2437,'2'-12,"1"-1,-1 1,2 0,0 0,0 0,1 0,1 1,0 0,1 0,0 0,0 1,2-1,14-25,6-5,-29 40,0 1,1 0,-1-1,0 1,0 0,0-1,1 1,-1 0,0 0,1-1,-1 1,0 0,0 0,1-1,-1 1,0 0,1 0,-1 0,1 0,-1 0,0-1,1 1,-1 0,0 0,1 0,-1 0,1 0,-1 0,0 0,1 0,-1 0,0 0,1 1,-1-1,1 0,-1 0,0 0,1 0,-1 0,0 1,1-1,-1 0,0 0,0 1,1-1,-1 0,0 0,0 1,1-1,-1 0,0 1,0-1,0 0,1 1,-1-1,0 0,0 1,0-1,0 1,0-1,0 0,0 1,0-1,0 1,0-1,0 0,3 32,-3-29,10 283,-9-278,-1 0,1 0,-1 0,-1 0,1 1,-1-1,-1 0,1 0,-1 0,-1 0,0-1,0 1,0-1,-1 1,0-1,0 0,-1-1,0 1,0-1,-1 0,1 0,-2 0,1-1,0 0,-1 0,0-1,-7 4,13-7,0-1,1 1,-1-1,-1 1,1-1,0 1,0-1,0 1,0-1,0 0,0 0,0 1,-1-1,1 0,0 0,0 0,0 0,0-1,0 1,-1 0,1 0,0-1,0 1,0 0,0-1,0 1,0-1,0 0,0 1,0-1,0 0,0 0,1 1,-1-1,0 0,0 0,1 0,-1 0,0 0,1 0,-1 0,1 0,0 0,-1 0,1 0,0-1,-1 1,1 0,0 0,0 0,0 0,0 0,0-1,0 1,1 0,-1 0,0 0,0 0,1-1,3-1,0 0,0 0,0 0,1 1,-1 0,1 0,-1 0,1 0,0 1,0 0,-1 0,1 0,0 1,0-1,0 1,0 0,0 1,0-1,2 1,7 0,143 0,-123-1</inkml:trace>
  <inkml:trace contextRef="#ctx0" brushRef="#br1" timeOffset="38083.62">9130 2598,'9'9,"4"10,-2 8,-2 7,-6 6,-10 4,-7 1,-6-1,-2-3,3-8</inkml:trace>
  <inkml:trace contextRef="#ctx0" brushRef="#br1" timeOffset="38587.74">9733 2291,'142'2,"-140"-2,0 0,0 0,1 1,-1-1,0 0,0 1,0-1,0 1,0 0,0 0,0 0,0 0,0 0,0 0,0 0,-1 1,1-1,0 1,-1-1,1 1,-1 0,0-1,0 1,1 0,-1 0,0 0,0 0,-1 0,1 0,0 0,-1 0,1 0,-1 0,0 1,0-1,0 0,0 0,-2 7,-1-1,0 0,-1 0,0-1,0 1,-1-1,0 0,0 0,-1 0,0-1,-4 4,5-4,-193 193,169-160,29-38,-1 0,1 0,-1-1,1 1,0 0,-1 0,1 0,0 0,0 0,0 0,0 0,0 0,0 0,0 0,0 0,0 0,0 0,0 0,1 0,-1 0,0 0,1 0,-1-1,0 1,1 0,0 0,-1 0,1-1,-1 1,1 0,0 0,-1-1,1 1,0-1,0 1,0 0,-1-1,1 0,0 1,0-1,0 1,0-1,0 0,1 0,15 4,0-1,0-1,1-1,-1 0,1-1,16-3,-8 2,197-15,-200 15</inkml:trace>
  <inkml:trace contextRef="#ctx0" brushRef="#br1" timeOffset="39590.518">10842 2398,'-2'4,"-1"4,2 1,4-2,1-3,0-6,0-4,-4-1,3 1,8 0,2 3</inkml:trace>
  <inkml:trace contextRef="#ctx0" brushRef="#br1" timeOffset="39903.708">11377 2411,'-12'2,"-3"3,1 3,5 1,6-2,8-2,5-2,7-1,1-4,-2-3,-3-3,-5-3,-5 1,-5 1,-4 4</inkml:trace>
  <inkml:trace contextRef="#ctx0" brushRef="#br1" timeOffset="40244.057">11978 2451,'-37'0,"37"0,0 0,0 1,0-1,0 1,0-1,0 0,0 1,0-1,0 1,0-1,0 0,0 1,0-1,1 1,-1-1,0 0,0 1,0-1,1 0,-1 1,0-1,1 0,-1 1,0-1,0 0,1 0,-1 1,0-1,1 0,-1 0,1 0,-1 0,0 0,1 1,-1-1,1 0,-1 0,0 0,1 0,-1 0,1 0,-1 0,0 0,1 0,-1 0,1-1,-1 1,0 0,1 0,-1 0,1 0,-1-1,5 2,0 0,0 0,0-1,0 0,0 0,0 0,0-1,0 0,0 0,-1 0,1 0,0-1,0 0,-1 0,1 0,-1 0,0-1,0 0,0 0,0 0,0 0,2-3,-5 5,-1 0,0-1,0 1,0 0,1 0,-1 0,0 0,0 0,-1 0,1 0,0-1,0 1,0 0,-1 0,1 0,-1 0,1 0,-1 0,1 0,-1 0,1 0,-1 0,0 1,0-1,1 0,-1 0,0 1,0-1,0 0,0 1,0-1,0 1,0-1,0 1,0-1,0 1,0 0,0-1,0 1,0 0,0 0,-1 0,1 0,0 0,0 0,0 0,0 1,0-1,0 0,0 0,0 1,-1-1,0 0,4 1</inkml:trace>
  <inkml:trace contextRef="#ctx0" brushRef="#br1" timeOffset="40604.719">12686 2384,'-8'-2,"4"1,0 0,0 0,0 0,0 1,0-1,-1 1,1 0,0 0,0 1,0-1,0 1,0 0,-1 0,1 1,1-1,-1 1,0 0,3-2,1 0,-1 0,1 0,0 1,-1-1,1 0,0 0,-1 1,1-1,0 0,0 1,-1-1,1 0,0 1,0-1,0 1,-1-1,1 0,0 1,0-1,0 1,0-1,0 0,0 1,0-1,0 1,0-1,0 0,0 1,0-1,0 1,0-1,0 1,0-1,0 0,1 1,-1-1,0 0,0 1,1-1,-1 1,0-1,0 0,1 0,-1 1,0-1,1 0,-1 1,0-1,1 0,-1 0,0 0,1 1,-1-1,1 0,-1 0,0 0,1 0,-1 0,1 0,-1 0,1 0,-1 0,0 0,1 0,0 0,30 5,-28-5,0 1,1-1,-1 0,1 1,-1-1,0-1,1 1,-1 0,0-1,1 0,-1 0,0 0,0 0,0 0,1-1,-2 1,1-1,0 0,0 0,0 0,-1 0,1-1,-1 1,0-1,0 1,0-1,0 0,2-2,-6 3,1-1,-1 1,0 0,0 0,0 0,0 0,0 0,0 1,0-1,-1 1,1-1,0 1,-1 0,1 0,-1 0,0 0,1 0,-1 1,0-1,1 1,-1-1,0 1,0 0,1 0,-1 1,0-1,-2 1,4-1,-1-1,1 1,-1 0,1 0,-1 0,0 0,1 0,-1 0,1 0,-1 1,1-1,-1 1,1-1,-1 1,1-1,0 1,-1 0,1 0,0-1,-1 1,1 0,0 0,0 1,0-1,0 0,0 0,0 0,0 1,0-1,0 0,1 1,-1-1,1 1,-1-1,1 1,1 8</inkml:trace>
  <inkml:trace contextRef="#ctx0" brushRef="#br1" timeOffset="41733.522">13703 2370,'26'-68,"-6"12,-2 0,-3-1,7-50,-18 85,-4 65,-11 159,10 44,9-201,-2-42</inkml:trace>
  <inkml:trace contextRef="#ctx0" brushRef="#br1" timeOffset="42642.994">14144 2263,'24'-78,"4"2,15-27,-4 32,-39 71,1 0,0 0,0 0,-1 0,1 0,0 1,-1-1,1 0,-1 0,1 1,0-1,-1 0,1 1,-1-1,1 0,0 1,-1-1,1 1,-1-1,0 1,1-1,-1 1,1 0,-1-1,0 1,1-1,-1 1,0 0,0-1,1 1,-1 0,0-1,0 1,0 0,0-1,0 1,0 0,0 0,0-1,0 1,0 0,-1-1,1 1,0 0,0-1,-1 1,1-1,0 1,-1 0,1-1,-1 1,-13 285,13-134,0-149,1-1,-1 1,0 0,1-1,-1 1,0-1,0 1,-1-1,1 1,-1-1,1 0,-1 1,0-1,0 0,1 0,-1 0,-1-1,1 1,0 0,0-1,-1 0,1 1,-1-1,1 0,-1 0,1 0,-1 0,0-1,0 1,1-1,-1 0,0 0,0 0,1 0,-1 0,0 0,-1-1,-13 0,23 0,394-14,-368 12,-27 0</inkml:trace>
  <inkml:trace contextRef="#ctx0" brushRef="#br1" timeOffset="43777.341">13622 2598,'204'-12,"-342"34,170-18,168-5,-206 1</inkml:trace>
  <inkml:trace contextRef="#ctx0" brushRef="#br1" timeOffset="52044.74">8542 4697,'9'-35,"-2"0,-1 0,-2 0,-1-1,-2 1,-3-16,3 18,-2-51,20 446,-11-188,-6-158,1-4</inkml:trace>
  <inkml:trace contextRef="#ctx0" brushRef="#br1" timeOffset="52423.342">8864 4403,'-1'0,"0"0,0 0,1 0,-1-1,0 1,1 0,-1 0,0 0,1 0,-1-1,0 1,1 0,-1-1,1 1,-1 0,1-1,-1 1,1-1,-1 1,1-1,-1 1,1-1,-1 1,1-1,0 1,-1-1,1 0,0 1,-1-1,1 0,0 1,0-1,0 0,0 1,0-1,0 0,0 1,0-1,0 0,0 1,0-1,0 0,0 0,0 1,1-1,-1 1,0-1,0 0,1 1,-1-1,1 1,-1-1,0 0,1 1,-1-1,1 1,-1 0,1-1,0 1,-1-1,1 1,-1 0,1-1,0 1,-1 0,1 0,0-1,-1 1,1 0,11-2,0 0,1 1,-1 1,0 0,1 0,-1 1,0 1,0 0,0 0,0 1,0 1,-1 0,10 5,-17-8,0 0,0 1,-1-1,1 1,0 0,-1 0,1 1,-1-1,0 0,0 1,0 0,0 0,0 0,0 0,-1 0,0 1,1-1,-1 1,-1-1,1 1,0 0,-1 0,0 0,0 0,0 0,0 0,-1 0,1 0,-1 4,-4 3,-1 1,0-1,0 0,-1-1,0 1,-1-1,0 0,-1-1,0 0,0 0,-1-1,0 0,-1 0,-8 5,-19 19,28-23,-29 39,38-47,1 1,-1-1,0 0,1 1,0-1,-1 0,1 0,0 1,-1-1,1 0,0 0,0 0,0 0,0 0,0 0,0 0,1-1,-1 1,0 0,0 0,0-1,1 1,-1-1,0 1,1-1,-1 0,1 0,-1 1,0-1,1 0,-1 0,0 0,1 0,-1-1,1 1,-1 0,1 0,64 3,-1-2,1-4,49-8,-66 5</inkml:trace>
  <inkml:trace contextRef="#ctx0" brushRef="#br1" timeOffset="53185.614">9692 4724,'2'0,"1"2,2 1,1 2,-2 3,2 4,-1 5,-1 3,-1 7,-1 2,-1 3,0 1,-4 1,-5 0,-5-1,-6-5,-7-4,2-6</inkml:trace>
  <inkml:trace contextRef="#ctx0" brushRef="#br1" timeOffset="53635.289">10280 4643,'-4'-15,"0"0,1-1,0 1,2-1,0 0,0 1,2-1,-1 0,2 0,0 1,2-1,-1 1,2-2,-5 18,1-1,-1 0,0 0,0 0,1 0,-1 0,0 0,0 1,1-1,-1 0,0 0,1 0,-1 0,0 0,1 0,-1 0,0 0,0 0,1-1,-1 1,0 0,1 0,-1 0,0 0,0 0,1 0,-1 0,0-1,0 1,1 0,-1 0,0 0,0-1,0 1,1 0,-1 0,0-1,0 1,0 0,0 0,0-1,0 1,1 0,-1-1,0 1,0 0,0 0,0-1,0 1,0 0,0-1,0 1,0 0,0 0,0-1,0 1,-1 0,5 26,-5 330,1-337</inkml:trace>
  <inkml:trace contextRef="#ctx0" brushRef="#br1" timeOffset="54131.385">10561 4456,'17'-5,"0"0,0 1,0 1,1 1,-1 0,1 1,-1 1,1 1,-1 0,1 1,-1 1,0 1,0 0,1 2,-16-6,0 0,0 0,0 1,0-1,0 1,0-1,-1 1,1-1,0 1,0 0,-1 0,1 0,0 0,-1 0,1 1,-1-1,1 0,-1 1,0-1,0 1,1-1,-1 1,0 0,0-1,-1 1,1 0,0 0,-1-1,1 1,-1 0,1 0,-1 0,0 0,0 0,0 0,0 0,0 0,0 0,0 0,-1 0,1-1,-1 1,1 0,-1 0,0 0,0 0,0-1,-9 7,0-1,0-1,-1 1,1-2,-2 0,1 0,0-1,-1 0,-2 0,-26 9,41-12,-1-1,0 0,0 0,1 0,-1 1,0-1,0 0,0 0,1 1,-1-1,0 0,0 0,0 1,0-1,0 0,1 1,-1-1,0 0,0 1,0-1,0 0,0 1,0-1,0 0,0 1,0-1,0 0,0 1,0-1,-1 0,1 0,0 1,0-1,0 0,0 1,0-1,-1 0,1 0,0 1,0-1,-1 0,1 0,0 1,0-1,-1 0,1 0,0 0,0 0,-1 1,1-1,0 0,-1 0,1 0,0 0,-1 0,1 0,0 0,-1 0,1 0,0 0,-1 0,1 0,0 0,-1 0,31 7,-25-6,23 4,4 0,1 1,-1 2,0 1,0 1,-1 2,0 1,-1 2,2 2,-30-16,1 0,-1 1,0-1,1 1,-1-1,0 1,0 0,0 0,0 0,0 0,0 0,-1 0,1 0,-1 1,1-1,-1 1,0-1,0 1,0 0,0-1,-1 1,1 0,-1-1,1 1,-1 0,0 0,0-1,0 1,-1 0,1 0,-1-1,1 1,-1 0,0-1,0 1,-1 1,-6 4,0 0,0 0,-1-1,0 0,0 0,-1-1,0-1,0 1,0-2,-1 1,0-2,0 1,-3-1,-13 6</inkml:trace>
  <inkml:trace contextRef="#ctx0" brushRef="#br1" timeOffset="54394.732">11270 4750,'-3'16,"0"12,1 8,-1 5,2 2,0 1,0-3,1-1,0-4,-2-4,-1-9</inkml:trace>
  <inkml:trace contextRef="#ctx0" brushRef="#br1" timeOffset="54778.865">12098 4510,'-13'-183,"5"453,-9-72,15-169</inkml:trace>
  <inkml:trace contextRef="#ctx0" brushRef="#br1" timeOffset="55214.168">12392 4295,'-6'12,"0"0,1 1,0-1,1 1,1-1,0 1,0 1,1-1,1 0,0 0,1 12,0-13,-12 172,12-181,0-1,0 0,1 0,-1 0,0 0,1 0,-1 0,1 0,-1 0,1 0,0 0,0 0,0 0,0 0,1 0,-1-1,0 1,1 0,-1-1,1 1,-1-1,1 0,0 0,0 1,-1-1,1 0,0 0,0-1,0 1,0 0,0-1,0 1,0-1,1 1,0-1,77-12,-56 1,-1 0,0-1,-2-2,1 0,-1-1,-1-1,12-13,-7 7,-9 10,-15 12,-1 0,0 0,1 0,-1 0,0 0,0 0,1 0,-1 1,0-1,1 0,-1 0,0 0,1 0,-1 0,0 0,1 1,-1-1,0 0,0 0,1 0,-1 1,0-1,0 0,0 0,1 1,-1-1,0 0,0 1,0-1,0 0,1 0,-1 1,0-1,0 0,0 1,0-1,0 0,0 1,0-1,0 0,0 1,0-1,0 0,0 1,0-1,0 0,-1 1,1-1,0 0,0 0,0 1,0-1,0 0,-1 1,1-1,0 0,0 0,-1 1,1-1,0 0,-1 2,-11 62,5-38,2 0,0 1,2-1,1 1,1 0,2-1,2 20,2-21</inkml:trace>
  <inkml:trace contextRef="#ctx0" brushRef="#br1" timeOffset="55493.386">13114 4630,'-2'14,"-4"10,1 12,-1 6,3 2,0-1,1-4,2-6,-1-7,-1-5,0-6</inkml:trace>
  <inkml:trace contextRef="#ctx0" brushRef="#br1" timeOffset="56155.351">13703 4430,'0'-55,"2"1,2-1,3 1,3-5,-14 102,-10 47,3 0,4 2,5 44,2-129,-1-3,1-1,-1 0,1 1,0-1,0 0,1 1,-1-1,1 0,-1 1,1-1,0 0,0 0,1 0,-1 1,1-1,-1-1,1 1,0 0,0 0,0-1,0 1,1-1,-1 1,3 0,4-1</inkml:trace>
  <inkml:trace contextRef="#ctx0" brushRef="#br1" timeOffset="56479.819">14103 4269,'-1'1,"-1"0,1 1,0-1,-1 0,1 0,0 1,0-1,0 1,0-1,0 1,0 0,0-1,1 1,-1 0,0-1,1 1,0 0,-1 0,1-1,0 1,0 0,0 0,0 0,0 0,0-1,1 1,-1 0,1 0,-1-1,1 1,0 0,0 0,32 54,-30-52,52 65,-39-51,-1 0,0 1,-2 1,0 0,-1 1,-1 0,-1 1,1 4,-10-24,0 1,0-1,-1 0,1 1,-1-1,1 1,-1-1,0 1,0-1,0 1,0-1,-1 1,1-1,-1 0,1 1,-1-1,0 1,0-1,0 0,0 0,0 0,-1 0,1 0,0 0,-1 0,0 0,1 0,-1 0,0-1,0 1,0-1,0 0,0 1,-1-1,1 0,0 0,0 0,-1-1,1 1,-9 2,1 0,0-1,-1 0,1-1,-1 0,1-1,-1 0,1-1,-1 0,1 0,-1-1,1-1,0 0,0 0,0-1,-8-4,-12-10</inkml:trace>
  <inkml:trace contextRef="#ctx0" brushRef="#br1" timeOffset="56760.618">14103 4203,'18'-10,"16"-2,15-2,13 2,12 0,9 2,2 1,-9-2,-17 0</inkml:trace>
  <inkml:trace contextRef="#ctx0" brushRef="#br1" timeOffset="83327.241">0 5873,'438'2,"-337"11,-96-9,-6 0</inkml:trace>
  <inkml:trace contextRef="#ctx0" brushRef="#br2" timeOffset="89149.626">0 5940,'22'-11,"332"-4,-323 14,204 9,-201 1,-56 0,-179-30,-173-25,515 47,62-3,-185-1</inkml:trace>
  <inkml:trace contextRef="#ctx0" brushRef="#br2" timeOffset="93224.472">1550 6060,'-1'-8,"0"0,1 1,-1-1,1 0,1 0,0 1,0-1,0 0,1 1,1-3,1-8,3-24,3 1,1 0,12-24,-23 64,0 0,0 0,0 0,0 0,1 0,-1-1,0 1,1 0,-1 0,0 0,1 0,0 0,-1 0,1 0,0 0,-1 0,1 0,0 0,0 0,0 1,0-1,0 0,0 1,0-1,0 0,0 1,0-1,0 1,0 0,0-1,0 1,1 0,-1 0,0-1,0 1,0 0,0 0,1 0,-1 1,0-1,0 0,1 0,6 8,0 0,-1 0,0 1,0 0,-1 0,0 0,0 1,0 2,6 8,67 136,-78-154,0 0,0 1,-1-1,1 1,-1-1,0 1,1-1,-1 1,0-1,-1 1,1-1,0 1,-1-1,1 1,-1-1,0 0,0 1,0-1,0 0,0 1,-1-1,1 0,0 0,-1 0,0 0,1 0,-1-1,0 1,0-1,0 1,0-1,0 1,-1-1,1 0,0 0,-1 0,1 0,-2 0,-1 1,0-1,-1 0,1 1,0-2,0 1,-1-1,1 0,0 0,-1 0,1 0,0-1,0 0,-1 0,0-1,4 1,0 0,0 1,0-1,0 0,0 0,0 0,0 0,1-1,-1 1,0 0,1-1,-1 1,1-1,-1 0,1 1,0-1,0 0,0 0,0 0,0 0,0 0,0 0,1 0,-1 0,1 0,-1 0,1-1,0 1,0 0,0 0,0 0,0-1,0 1,1 0,0-1,0 0,1 0,0 0,0 1,1-1,-1 1,0 0,1-1,0 1,-1 0,1 0,0 1,0-1,0 1,0-1,0 1,0 0,1 0,-1 0,0 1,1-1,-1 1,0 0,1 0,-1 0,0 0,1 0,1 1,0-1,26-1,-2 2,1-1,-1-2,0-1,1-1,-1-1,-1-2,1-1,-1-1,0-2,-1 0,5-5,-30 15,1 0,-1 0,1 0,-1-1,0 1,0-1,0 1,0-1,0 0,0 0,0 0,-1 0,1 0,0 0,-1 0,0-1,0 1,1 0,-1-1,-1 1,1-1,0 1,-1-1,1 0,-1 1,0-1,0 1,0-1,0 0,0 1,0-1,-1 0,1 1,-1-1,0 1,0-1,0 1,0 0,0-1,-1 1,0-2,-2 1,0 0,0 0,0 1,0-1,-1 1,1 0,-1 0,1 1,-1-1,1 1,-1 0,0 0,0 1,0-1,1 1,-1 0,0 0,0 1,0 0,0-1,1 2,-1-1,0 0,1 1,-1 0,1 0,0 0,0 1,0-1,0 1,0 0,0 0,1 1,-1-1,1 1,0 0,0-1,0 1,1 0,-1 1,1-1,0 0,-1 5,3-5,0 0,0-1,1 1,-1 0,1-1,0 1,0-1,0 1,1-1,-1 1,1-1,0 0,0 0,0 0,0 0,0 0,1 0,-1-1,1 1,0-1,0 1,0-1,3 1,81 41,94 2,-85-31</inkml:trace>
  <inkml:trace contextRef="#ctx0" brushRef="#br2" timeOffset="93589.325">3475 5686,'3'16,"4"19,4 19,3 17,3 11,1 11,-3 5,-4 5,-5-3,-9-4,-4-18</inkml:trace>
  <inkml:trace contextRef="#ctx0" brushRef="#br2" timeOffset="93900.491">3368 5980,'-5'-12,"-1"0,2-1,0 1,0-1,1 0,1 0,0-1,1 1,0-1,2 13,-1-1,1 0,-1 0,1 1,0-1,0 0,0 1,0-1,0 1,0-1,0 1,1-1,-1 1,0 0,1 0,-1 0,1 0,-1 0,1 0,0 0,-1 0,1 0,0 1,0-1,-1 1,1 0,0-1,0 1,0 0,60-4,-57 5,16-1,0 1,0 2,0 0,-1 1,1 1,-1 1,0 1,0 0,-1 2,0 0,-1 1,8 6,-23-14,-1-1,1 0,-1 1,0 0,0-1,0 1,1 0,-2 0,1 0,0 0,0 1,-1-1,1 0,-1 1,0-1,0 1,0-1,0 1,0 0,0-1,-1 1,1 0,-1 0,0 0,0-1,0 1,0 0,0 0,0-1,-1 1,0 0,1 0,-1-1,0 1,-7 5,0-1,-1 0,0 0,0-1,0 0,0-1,-1 0,0 0,0-1,-1 0,1-1,-1 0,0-1,1 0,-12 0,-61 3,55-9</inkml:trace>
  <inkml:trace contextRef="#ctx0" brushRef="#br2" timeOffset="94661.561">3877 6020,'-16'-328,"15"328,1-1,0 0,0 0,-1 0,1 0,0 0,0 0,0 0,0 0,0 0,0 0,0 0,0 1,1-1,-1 0,0 0,0 0,1 0,-1 0,1 0,-1 1,1-1,-1 0,1 0,-1 0,1 1,0-1,-1 0,1 1,0-1,0 1,-1-1,1 1,0-1,0 1,0 0,0-1,-1 1,1 0,0-1,0 1,0 0,0 0,0 0,0 0,0 0,0 0,0 0,0 0,0 1,0-1,-1 0,1 0,0 1,0-1,0 1,0-1,0 1,-1-1,1 1,0-1,0 1,0 0,245 65,-237-64,-5-2,1 0,0 1,0-1,0 1,0 0,-1 0,1 1,0 0,-1 0,0 0,1 0,-1 0,0 1,0 0,0 0,0 0,-1 0,1 1,-1 0,0-1,0 1,0 0,-1 0,1 1,-1-1,0 0,1 4,-10 42,6-47,-1 0,1 1,0-1,0 1,0-1,1 1,-1-1,1 1,0 0,0-1,0 1,0-1,1 1,0-1,-1 1,1-1,0 1,1-1,-1 1,1-1,-1 0,1 0,0 0,0 0,0 0,1 0,6 2,1-1,-1 1,1-2,0 0,0 0,0-1,1 0,-1 0,1-1,-1-1,0 0,8-1,12 0,0-2,-1-1,1-1,-1-2,0-1,12-6,-40 14,1-1,-1 0,0 1,0 0,1-1,-1 1,0 0,1-1,-1 1,0 0,1 0,-1 0,0 0,1 1,-1-1,0 0,1 0,-1 1,0-1,1 1,-1-1,0 1,0 0,0-1,0 1,0 0,0 0,0 0,0 0,0 0,0 0,0 0,0 0,0 0,-1 0,1 0,0 0,-1 1,1-1,3 5,0 0,1 0,0 0,0-1,1 0,-1 0,1 0,0 0,1-1,-1 0,1-1,0 1,0-1,0-1,0 1,0-1,0 0,1-1,-1 0,1 0,-1-1,1 1,-1-2,1 1,-1-1,4-1,-6 2,0 0,-1 0,1 0,0-1,0 0,-1 0,1 0,-1-1,1 0,-1 1,1-2,-1 1,0 0,0-1,0 0,0 0,-1 0,1 0,-1 0,0-1,0 0,0 1,0-1,-1 0,1-1,-1 1,0 0,0-1,-1 1,0-1,1 1,-1-1,-1 0,1 0,-1 1,0-1,0 0,0 0,0 1,-1-1,0 0,0 0,0 1,-2-4,-3 0,-1 1,1-1,-1 1,-1 1,0-1,0 1,0 1,0-1,-1 1,0 1,0 0,0 0,-1 1,1 0,-1 0,0 1,0 0,0 1,0 0,0 1,0 0,0 1,0 0,1 0,-1 1,0 0,-6 3,10-3,0 1,0-1,1 1,0 1,-1-1,1 1,0 0,0 0,1 1,-1-1,1 1,0 0,-1 3,4-6,-1 0,1 0,0 0,0 0,0 0,0 0,1 1,-1-1,1 0,-1 0,1 1,0-1,0 1,0-1,0 0,0 1,0-1,1 0,-1 0,1 1,0-1,-1 0,1 0,0 0,0 1,1-1,-1 0,0-1,1 1,-1 0,1 0,-1 0,1-1,0 1,0-1,0 0,0 1,70 28,-31-21</inkml:trace>
  <inkml:trace contextRef="#ctx0" brushRef="#br2" timeOffset="94921.97">5160 5740,'0'6,"0"10,0 11,2 8,4 4,4 3,6-2,4-4,4-10,-3-8</inkml:trace>
  <inkml:trace contextRef="#ctx0" brushRef="#br2" timeOffset="95184.285">5200 5325,'-4'9,"7"10,10 8,12 7,2-2</inkml:trace>
  <inkml:trace contextRef="#ctx0" brushRef="#br2" timeOffset="95365.36">5494 5900,'12'-2,"-1"0,1-2,-1 1,0-1,0-1,-1 0,1 0,-1-1,0-1,-1 1,1-2,-1 1,-1-1,1 0,-2-1,1 0,-1-1,0 1,-1-1,0 0,-1-1,0 1,0-1,-1 0,1-7,-5 17,1-1,-1 1,0 0,0 0,0-1,1 1,-1 0,-1 0,1-1,0 1,0 0,0-1,-1 1,1 0,0 0,-1 0,1-1,-1 1,0 0,1 0,-1 0,0 0,0 0,1 0,-1 0,0 0,0 0,0 0,0 1,0-1,0 0,-1 1,1-1,0 1,0-1,0 1,-1-1,1 1,0 0,0 0,-1 0,1 0,0 0,-1 0,1 0,0 0,0 0,-1 0,1 1,0-1,0 0,-1 1,1-1,0 1,0 0,0-1,-1 1,-5 3,0-1,1 1,-1 1,1-1,0 1,0 0,0 0,1 1,-1 0,1 0,1 0,-1 0,1 1,0 0,1 0,0 0,0 0,0 0,1 1,0-1,0 1,1 0,0 0,0-1,1 1,0 0,1 2,1-5,1 0,0 0,0 0,0-1,0 1,1-1,0 0,0 0,0 0,0 0,1-1,-1 1,1-1,0 0,0-1,0 1,0-1,0 0,1-1,-1 1,4 0,40 11</inkml:trace>
  <inkml:trace contextRef="#ctx0" brushRef="#br2" timeOffset="95953.519">6323 5699,'-16'-2,"1"1,-1 1,0 0,1 1,-1 0,1 1,-1 1,-2 2,12-4,0 1,0 0,0 0,0 0,1 1,-1 0,1 0,-1 1,1-1,0 1,0 0,1 1,-1-1,1 1,0 0,0 0,1 0,-1 0,1 1,0-1,0 3,2-5,0 0,0 0,1 0,-1 0,1 0,0 0,0 0,0 0,0 0,1 0,-1 0,1 0,0 0,0 0,0-1,0 1,0 0,0 0,1-1,-1 1,1-1,0 1,0-1,0 0,0 0,0 0,0 0,1 0,-1 0,1-1,1 2,89 34,-76-33,1 0,-1-2,1 0,0 0,0-2,0 0,0-1,0-1,-1-1,1 0,-1-1,1-1,-1-1,-1-1,1 0,-1-1,0 0,-1-1,0-1,0-1,-1 0,-1-1,0 0,10-13,-3-9,-2 0,-1-1,-2-1,-1 0,-2-1,-1-1,-3 1,-1-2,-1 1,-2-1,-2-12,4-2,-2-1,-2 0,-3 0,-2 0,-8-38,-7 47,17 44,0 0,0 0,1 1,-1-1,0 0,0 1,0-1,0 1,0-1,0 1,1 0,-1-1,0 1,0 0,0 0,0-1,0 1,0 0,0 0,-1 0,1 0,0 0,0 1,0-1,0 0,0 0,0 1,1-1,-1 1,0-1,0 0,0 1,0 0,0-1,0 1,1 0,-1-1,0 1,1 0,-1 0,0-1,1 1,-1 0,1 0,-9 10,1 0,1 1,0-1,0 2,1-1,1 1,-3 9,-9 27,2 0,3 1,2 1,2 0,2 1,2-1,3 1,2 0,2-1,3 1,8 36,-11-71,1 1,0-1,1 0,1 0,0-1,2 1,0-1,0-1,2 0,-1 0,2-1,0 0,1-1,12 11,-19-21,0 0,-1 0,1 0,0-1,0 0,1 0,-1-1,0 1,1-1,-1 0,1-1,-1 1,1-1,-1 0,1-1,-1 1,1-1,-1 0,0 0,1-1,-1 0,0 0,0 0,0 0,0-1,0 0,-1 0,1 0,-1 0,0-1,0 0,3-3,10-11,0 0,-1-2,-1 0,-1-1,-1 0,-1-1,-1-1,0 0,-2 0,-1-1,1-8,-7 0,-7 42,1 1,0-1,0 1,1 0,0 0,1 1,1-1,-1 0,2 1,0-1,0 0,1 1,2 10,-1-14,0-1,1 1,0-1,0 1,1-1,0 0,0-1,1 1,0-1,0 1,0-1,1-1,-1 1,2-1,-1 0,0-1,1 1,0-1,0 0,0-1,1 0,-1 0,1-1,0 1,-1-2,1 1,0-1,0 0,0-1,0 0,0 0,0-1,6-1,14-7,-9-4</inkml:trace>
  <inkml:trace contextRef="#ctx0" brushRef="#br2" timeOffset="96137.028">6658 5405,'-21'-9,"-11"-5,-2-1,4 1,10 2,17 3,25 4,28 4,29 5,27 4,20 5,11 5,-17 0</inkml:trace>
  <inkml:trace contextRef="#ctx0" brushRef="#br2" timeOffset="97310.205">7793 5753,'-8'-7,"0"2,-1-1,0 1,0 0,0 1,-1 0,0 1,0 0,0 0,0 1,0 0,0 1,0 0,-1 1,1 0,0 0,0 1,-1 1,1-1,0 2,0-1,1 2,-1-1,-5 4,9-4,-1 0,1 1,0 0,0 0,1 0,-1 1,1 0,0 0,0 0,1 1,0 0,0 0,0 0,0 0,1 0,0 1,0-1,1 1,0 0,0 0,2-4,1-1,-1 1,0-1,1 1,0-1,-1 0,1 1,0-1,0 0,1 1,-1-1,0 0,1 0,-1 0,1 0,0-1,-1 1,1 0,0-1,0 1,0-1,0 1,0-1,1 0,-1 0,0 0,1 0,-1 0,0-1,1 1,-1-1,2 0,82 2,-75-4,0 0,-1-1,1 0,0-1,-1 0,0-1,0 0,0 0,0-1,-1-1,0 1,-1-1,1-1,-1 0,6-7,-11 10,-2 5,-1 0,0 1,0-1,0 1,1-1,-1 0,0 0,0 1,1-1,-1 0,0 1,1-1,-1 0,0 0,1 1,-1-1,0 0,1 0,-1 0,0 0,1 1,-1-1,0 0,1 0,-1 0,1 0,-1 0,0 0,1 0,-1 0,1 0,-1 0,0 0,1-1,-1 1,1 0,-1 0,0 0,1 0,-1-1,0 1,1 0,-1 0,0-1,1 1,-1 0,0 0,0-1,1 1,-1 0,0-1,0 1,0 0,1-1,-1 1,0-1,0 1,0 0,0-1,0 1,0 0,0-1,0 1,0-1,0 1,0-1,0 1,0 0,0-1,0 1,0 9,2 0,-1 0,1 0,0 1,1-2,0 1,0 0,1-1,0 1,0-1,1 0,0 0,1-1,0 0,0 0,0 0,1-1,7 6,-10-9,1 1,0-1,1 0,-1-1,1 1,-1-1,1 0,-1-1,1 1,0-1,0 0,0 0,0-1,0 0,0 0,0 0,0-1,0 0,-1 0,1-1,0 1,0-1,-1 0,1-1,-1 1,0-1,0 0,0-1,0 1,0-1,-1 0,0 0,1 0,-1-1,0 0,8-14,0 0,-1-1,-2 0,0 0,0-1,1-10,-5 12,2-1,1 2,0-1,1 1,1 1,1 0,11-15,-20 30,-1-1,1 1,0 0,0 0,0 0,0 1,0-1,0 0,0 1,0-1,1 1,-1 0,1 0,-1 0,1 0,-1 0,1 0,0 1,-1-1,1 1,0 0,0 0,-1 0,1 0,0 0,-1 1,1-1,0 1,-1 0,1-1,-1 1,1 0,-1 1,1-1,-1 0,0 1,1-1,-1 1,0 0,0 0,0 0,1 2,9 13,-1 1,-1 0,-1 0,-1 1,0 1,-1-1,-1 1,-1 0,-1 1,-1-1,-1 1,0 11,1 189,-5-89,2-112,1-1,1 0,1 0,1 1,0-2,2 1,4 10,-8-22,2 0,-1 1,1-1,0-1,1 1,-1 0,1-1,1 0,-1 0,1-1,0 1,0-1,1-1,-1 1,1-1,0 0,1-1,-1 1,3 0,-5-3,-1 0,0-1,0 1,1-1,-1 0,0 0,1 0,-1-1,0 1,1-1,-1 0,0 0,0 0,0-1,0 0,0 0,0 0,0 0,-1 0,1-1,-1 1,0-1,1 0,-1 0,-1-1,1 1,0 0,-1-1,0 0,1 1,-1-1,-1 0,1 0,-1 0,1 0,-1-1,0 1,0-3,1-15,0 0,-1-1,-1 1,-1 0,-1 0,-2 0,0 0,-1 1,0-1,-2 1,-1 1,-1-1,0 1,-1 1,-2 0,0 0,-1 1,0 0,-3-1,-10-11,-1 0,-1 1,-1 2,-2 1,-1 2,0 0,-2 3,-32-17,66 38,0 0,0 0,0 0,1-1,-1 1,0 0,0 0,0-1,0 1,0 0,1-1,-1 1,0 0,0 0,0-1,0 1,0 0,0-1,0 1,0 0,0 0,0-1,0 1,0 0,0-1,0 1,0 0,-1-1,1 1,0 0,0 0,0-1,0 1,-1 0,1 0,0-1,0 1,-1 0,289 8,-66-3,-221-5,1-1,-1 1,0 0,0 0,1-1,-1 1,0 0,0 0,1 1,-1-1,0 0,0 0,0 0,1 1,-1-1,0 1,0-1,0 1,0-1,0 1,0 0,0 0,0-1,0 1,0 0,0 0,0 0,-1 0,1 0,0 0,-1 0,1 0,-1 0,1 0,-1 1,1-1,-1 0,0 0,1 0,-1 1,0-1,0 0,0 0,0 1,0-1,0 0,-1 0,1 0,0 2,-4 2,4-4,-1 0,0 0,0 0,1 0,-1 0,0 0,1 0,-1 0,1 0,-1 0,1 0,-1 0,1 0,0 0,0 1,0-1,-1 0,1 0,0 0,1 0,-1 1,0-1,0 0,0 0,1 0,-1 0,0 0,1 0,-1 1,1-1,-1 0,1 0,0 0,-1-1,1 1,0 0,0 0,0 0,7 2,0-1,0 0,0 0,0-1,0 0,0-1,0 1,1-2,-1 1,0-1,0 0,5-2,-8 3,0-1,0 1,0-1,0 0,0-1,-1 1,1-1,0 0,-1 0,1 0,-1-1,0 1,0-1,0 0,0 0,0-1,-1 1,1-1,-1 0,0 0,0 0,-1 0,1-1,-1 1,0-1,0 1,0-1,-1 0,1 1,-1-1,0 0,-1 0,1 0,-1 0,0 0,0 0,-1 0,1 0,-1 0,0 0,-1 0,0-2,0 3,-1 0,1 0,-1 0,0 1,-1-1,1 1,-1-1,1 1,-1 0,0 1,0-1,0 0,0 1,-1 0,1 0,-1 1,1-1,-1 1,0 0,1 0,-1 0,0 1,0-1,1 1,-6 1,0-1,-1 1,1 1,0-1,0 2,0-1,0 2,0-1,0 1,1 1,0-1,-5 5,7-5,1 1,0 1,0-1,1 1,0 0,0 1,0-1,1 1,0 0,0 0,0 1,3-6,0 0,0 1,0-1,0 1,0-1,0 1,1-1,-1 1,1 0,0-1,0 1,0 0,0-1,0 1,0 0,1-1,0 1,-1-1,1 1,0-1,0 1,0-1,0 1,1-1,-1 0,1 0,-1 0,1 0,0 0,0 0,0 0,0 0,0-1,1 1,65 18,-30-16</inkml:trace>
  <inkml:trace contextRef="#ctx0" brushRef="#br2" timeOffset="97579.487">8984 5366,'-13'-5,"1"1,-1 1,0 1,0-1,0 2,0 0,-1 0,1 2,0-1,0 2,0 0,0 0,0 1,-2 1,12-2,-1-1,1 1,0 0,-1 0,1 0,0 1,0-1,1 1,-1 0,1-1,-1 1,1 0,0 0,0 1,0-1,0 0,0 1,1-1,0 1,0 0,0-1,0 1,0 0,1 0,0-1,-1 1,1 0,1 0,-1 0,1-1,0 3,1 7,2-1,-1 1,2-1,0 0,0 0,1 0,0-1,6 8,23 27,2-1,2-2,1-1,12 6,-44-39,2-1,-1 0,1 0,0-1,0 0,1-1,0 0,0 0,1-2,0 1,-1-1,1-1,1 0,-1-1,0 0,0-1,1-1,-1 1,7-2,29-6,-4-3</inkml:trace>
  <inkml:trace contextRef="#ctx0" brushRef="#br2" timeOffset="97943.941">10401 5726,'-51'59,"50"-57,0-1,1 1,-1 0,1-1,-1 1,1 0,-1-1,1 1,0 0,0 0,0 0,0-1,0 1,0 0,1 0,-1-1,1 1,-1 0,1-1,-1 1,1 0,0-1,0 1,0-1,0 1,0-1,0 0,0 1,0-1,1 0,-1 0,0 0,1 1,-1-2,1 1,-1 0,1 0,0 0,-1-1,1 1,1-1,5 4,1-2,0 1,0-1,0 0,1-1,-1 0,0-1,0 0,1 0,-1-1,0 0,0-1,0 0,0 0,0-1,0 0,0-1,6-3,-10 4,0 1,1-1,-1-1,-1 1,1-1,0 0,-1 0,0 0,0 0,0-1,-1 0,1 0,-1 0,0 0,0 0,-1-1,0 1,0-1,0 1,-1-1,1 0,-1 0,-1 0,1 0,-1 0,0 0,0 1,-1-1,-1-4,1 6,0-1,0 1,-1 0,1-1,-1 1,0 0,-1 0,1 0,-1 1,1-1,-1 1,0-1,-1 1,1 0,0 0,-1 0,0 1,0-1,1 1,-2 0,1 0,0 0,0 0,0 1,-1 0,-4-1,0 0,-1 1,1 0,-1 0,0 1,1 1,-1-1,0 2,1-1,-1 1,1 1,0-1,-4 3,3-1,0 1,0 0,1 1,0 0,0 0,0 1,0 0,1 0,1 1,-1 0,1 1,0-1,1 1,0 1,0 2,-6 16</inkml:trace>
  <inkml:trace contextRef="#ctx0" brushRef="#br2" timeOffset="99112.481">11845 5726,'23'-15,"-1"-2,0 0,-1-2,-1 0,0-1,-2-1,0-1,-2-1,5-8,-8 11,-1 0,-1-1,-1 0,0-1,-2 0,-1 0,0-1,-2 0,0 0,-2 0,0-1,-2-9,0 30,0 0,-1 0,0 1,1-1,-1 0,0 0,0 1,-1-1,1 0,0 1,-1-1,0 0,1 1,-1-1,0 0,-1 1,1-1,0 1,-1 0,1-1,-1 1,0 0,0 0,0 0,0 0,0 1,0-1,0 0,0 1,-1-1,1 1,-1 0,1 0,-1 0,0 0,1 0,-1 1,0-1,1 1,-1 0,0 0,0 0,-1 0,-5 6,1 0,-1 1,1 0,1 1,-1-1,1 2,1-1,0 1,0 0,0 0,1 0,1 1,-1 0,2 0,-1 0,1 0,-1 8,-3 9,1 0,0 0,3 0,0 1,1 0,2-1,1 1,2 9,-1-22,0 0,1 0,0 0,2-1,-1 1,2-1,0 0,1-1,0 1,1-1,0-1,1 0,1 0,0 0,0-1,1 0,-2-5,-1 0,1 0,0 0,0-1,0-1,1 0,0 0,0 0,0-1,0-1,0 0,0 0,1-1,-1-1,1 1,-1-2,1 1,-1-1,0-1,1 0,-1 0,0-1,0-1,0 0,-1 0,1 0,-1-1,0-1,-1 0,1 0,-1 0,0-1,-1-1,1 1,-1-1,1-3,-6 9,0 0,-1 0,1 0,-1 0,1-1,-1 1,0 0,0-1,0 1,0-1,-1 1,1-1,-1 1,1-1,-1 1,0-1,0 1,0-1,0 0,-1-2,1 5,-1 0,1 0,-1 0,1 0,-1 0,1-1,-1 1,1 0,-1 0,0 0,1 0,-1 0,1 1,-1-1,1 0,-1 0,1 0,-1 0,1 1,-1-1,1 0,0 0,-1 1,1-1,-1 0,1 1,-1-1,1 0,0 1,-1-1,1 1,0-1,0 0,-1 1,1-1,0 1,0-1,0 1,-1-1,1 1,0-1,0 1,0 0,0-1,0 1,0-1,0 1,0-1,-1 3,0 0,1-1,-1 1,1 0,0 0,-1 0,1 0,1 0,-1 0,0-1,1 1,-1 0,1 0,0 0,0-1,0 1,0 0,0-1,1 1,-1-1,1 1,0-1,0 0,-1 0,1 0,1 0,-1 0,0 0,2 1,79 34,-77-35,0 0,1 0,-1 0,1-1,-1 0,1 0,-1-1,1 0,-1 0,1 0,0-1,-1 0,0-1,1 1,-1-1,0 0,1-1,-1 1,-1-1,1-1,0 1,-1-1,2-1,-5 3,-1-1,0 1,0-1,0 1,-1-1,1 0,-1 1,1-1,-1 0,0 0,0 1,0-1,0 0,0 1,-1-1,1 0,-1 1,0-1,0 0,0 1,0-1,0 1,-1 0,1-1,0 1,-1 0,0 0,0 0,0-1,-65-49,58 48,-1-1,0 1,0 1,0 0,-1 0,1 1,-1 0,1 1,-1 0,1 1,-1 0,0 1,1 0,-1 0,0 1,1 1,0 0,0 0,-10 5,18-7,0 0,0 1,0-1,0 1,0-1,0 1,0 0,0 0,1 0,-1-1,1 2,-1-1,1 0,0 0,0 0,0 1,0-1,0 0,0 1,1-1,-1 1,1-1,0 1,0-1,0 1,0-1,0 1,0-1,1 1,-1-1,1 1,0-1,-1 0,1 1,0-1,1 0,-1 1,26 27,7-5</inkml:trace>
  <inkml:trace contextRef="#ctx0" brushRef="#br2" timeOffset="99789.101">13128 5713,'-1'-7,"-1"-1,0 1,-1 0,0 0,0 0,0 0,-1 0,0 1,0-1,0 1,-1 0,0 1,0-1,-1 1,0 0,1 0,-2 0,1 1,0 0,-1 0,0 1,0 0,-4-1,0-1,0 2,0 0,0 0,-1 1,1 0,-1 1,1 0,-1 1,1 0,-1 1,1 0,0 1,-1 0,1 1,-4 1,12-4,0 1,0 0,0 0,0 0,0 0,0 1,0-1,0 1,0-1,0 1,1 0,-1 0,1 0,0 1,-1-1,1 1,0-1,0 1,1 0,-1-1,0 1,1 0,0 0,0 0,0 0,0 0,0 1,0-1,1 0,0 0,-1 1,1-1,0 0,1 0,-1 1,1-1,0 2,3 0,1-1,-1 1,1-1,0 0,1 0,-1-1,1 1,-1-1,1-1,0 1,0-1,0 0,1 0,-1 0,0-1,1 0,0-1,16 5,1-2,0-1,0-1,0-1,0-1,-1-1,1-1,0-1,-1-1,0-1,0-1,-1-1,0-2,11-5,-33 15,-1 1,1-1,-1 1,1-1,-1 1,1 0,0-1,-1 1,1-1,0 1,0 0,-1-1,1 1,0 0,0-1,0 1,0 0,0-1,0 1,0 0,0-1,0 1,0 0,0-1,1 1,-1-1,0 1,0 0,1-1,-1 1,0-1,1 1,-1 0,0-1,1 1,-1-1,1 1,-1-1,1 0,-1 1,1-1,-1 1,1-1,0 0,-1 0,1 1,-1-1,1 0,0 0,-1 0,1 1,0-1,-1 0,1 0,0 0,-1 0,1 0,0-1,-1 1,1 0,0 0,-1 0,1 0,-1-1,1 1,0 0,-1-1,1 1,0-1,-2 8,-2 43,2 0,2 0,3-1,9 49,-9-70,15 157,-19-181,1 1,-1-1,-1 1,1-1,0 1,-1-1,0 1,0-1,-1 1,1-1,-1 0,0 0,0 0,0 0,0 0,-1 0,0 0,1-1,-1 0,-1 1,1-1,0 0,-1 0,0-1,1 1,-1-1,0 0,0 0,-1 0,1 0,0-1,-1 0,1 0,0 0,-4 0,3-1,0-1,0 1,-1-1,1-1,0 1,0-1,1 0,-1 0,0 0,0 0,1-1,0 0,-1 0,1 0,0-1,1 1,-1-1,1 0,-1 0,1 0,0 0,0-1,1 1,0-1,-1 0,2 0,-6-9,2-1,0 0,1 0,0 0,1-1,1 1,1-1,0-3,1-3,2-1,1 0,0 1,2 0,0-1,2 2,0-1,1 1,2 0,0 1,1 0,1 1,0 0,8-8,4-3,2 1,1 1,0 2,2 0,1 2,1 2,1 0,7-1,-33 19,-2 1,0 1,0-1,0 0,0 1,1 0,-1 0,1 0,-1 1,1-1,0 1,-1 0,1 1,0-1,0 1,0 0,0 0,-1 0,1 1,4 0,-7 1,0 1,-1-1,1 0,0 1,-1-1,0 1,1 0,-1-1,0 1,0 0,-1 0,1-1,-1 1,1 0,-1 0,0 0,0 0,0 0,0 0,-1 0,1 0,-1-1,0 1,0 0,0 2,0-3,-9 44,-7 83,17-124,0 0,1 0,0 0,0 0,0 0,1 0,0-1,0 1,0-1,0 1,1-1,-1 0,1 0,0 0,1 0,-1 0,1-1,-1 1,1-1,0 0,0 0,1 0,-1-1,2 1,-1 0,1-1,-1 0,1 0,-1-1,1 1,0-1,0 0,-1-1,1 1,0-1,0-1,0 1,0-1,0 0,2 0,17-8</inkml:trace>
  <inkml:trace contextRef="#ctx0" brushRef="#br2" timeOffset="100034.739">13689 5272,'-14'0,"-4"2,1 6,10 5,15 6,18 3,5-1</inkml:trace>
  <inkml:trace contextRef="#ctx0" brushRef="#br2" timeOffset="100510.663">14184 5566,'-19'-2,"8"-1,-1 1,1 0,-1 1,1 1,-1-1,1 2,-1 0,1 0,-1 1,1 0,0 1,0 1,0 0,0 0,-7 4,16-6,0 0,0 0,0 0,0 0,1 0,-1 0,1 0,-1 1,1-1,0 1,0-1,0 1,0-1,0 1,0-1,1 1,-1 0,1 0,0-1,0 1,0 0,0-1,1 1,-1 0,1 0,-1-1,1 1,0-1,0 1,0-1,0 1,0-1,1 1,-1-1,1 0,0 0,0 0,-1 0,1 0,0 0,1-1,-1 1,0 0,0-1,1 0,-1 0,1 1,22 11,1 0,0-2,0 0,1-2,1-1,-1-1,1-2,1 0,-1-2,0-1,11-2,-17 3,0-2,0-1,0 0,0-1,0-2,0 0,0-2,-1 0,0-1,0-1,0-1,18-10,-39 17,0 1,1-1,-1 0,0 1,1-1,-1 1,1-1,-1 1,1 0,-1-1,1 1,-1-1,1 1,-1 0,1-1,-1 1,1 0,0 0,-1-1,1 1,-1 0,1 0,0 0,-1 0,1 0,0 0,-1 0,1 0,0 0,-1 0,1 0,-1 0,1 0,0 1,-1-1,1 0,-1 0,1 1,0-1,-1 0,1 1,-1-1,1 1,-1-1,0 1,1-1,-1 1,1-1,-1 1,0-1,1 1,-1-1,0 1,0 0,1-1,-1 1,0-1,0 1,0 0,0-1,0 1,7 5,-1 0,1 0,0-1,0 0,1 0,0-1,-1 0,2 0,-1 0,0-1,1-1,-1 0,1 0,0 0,-1-1,1 0,0-1,0 0,0-1,0 1,5-3,-3 3,0-2,0 1,0-1,-1-1,1 0,-1-1,1 0,-1 0,0-1,1-2,-7 5,0 0,0-1,-1 1,0-1,1 0,-1 0,0 0,0-1,0 1,-1-1,1 1,-1-1,0 0,0 0,0 0,-1 0,0 0,1 0,-1-1,0 1,-1 0,1-1,-1 1,0-1,0 1,-1-4,0 4,0 0,0 0,-1 0,1 0,-1 0,0 0,0 0,0 0,-1 1,1 0,-1-1,0 1,0 0,0 0,0 0,-1 1,1-1,-1 1,1-1,-1 1,0 1,0-1,0 0,0 1,0 0,-9-3,1 1,0 1,-1-1,1 2,-1 0,0 1,1 0,-2 1,3 0,0 0,1 1,-1 1,1 0,-1 0,1 1,0 1,0-1,1 2,5-5,0 1,1 1,0-1,-1 0,1 1,0 0,0-1,0 1,1 0,-1 1,1-1,-1 0,1 1,0 0,1-1,-1 1,1 0,-1 0,1 0,0 0,0 0,1 0,-1 0,1 0,0 1,1-2,0 0,-1 0,2 0,-1 0,0 0,0 0,1 0,0 0,-1 0,1-1,0 1,0-1,1 1,-1-1,1 0,-1 0,1 0,-1 0,1 0,0-1,0 1,0-1,0 0,0 0,3 1,24 8</inkml:trace>
  <inkml:trace contextRef="#ctx0" brushRef="#br2" timeOffset="100808.939">15079 5124,'-5'-5,"-1"1,0 0,0 0,0 0,-1 1,0 0,1 0,-1 1,0-1,0 1,0 1,0 0,-1 0,1 0,0 1,0 0,-1 0,1 1,0 0,0 0,0 0,0 1,0 0,0 1,0 0,-1 1,-1 3,1 1,1 0,-1 0,1 1,1 0,0 0,0 0,1 1,0 0,0 0,1 0,1 1,0 0,0-1,1 1,0 0,1 0,0 0,1 0,0 0,1 0,0 0,1 0,0 0,1 0,0-1,2 4,3 14,1 0,2 0,1-1,1 0,2-1,0 0,1-2,2 1,1-2,0-1,2 0,6 3,-7-11,1-1,0-1,1 0,0-2,0-1,1 0,1-2,-1-1,1-1,0-1,1-1,-1 0,1-3,-1 0,1-1,-1-1,0-1,17-5,0-3,-10-1</inkml:trace>
  <inkml:trace contextRef="#ctx0" brushRef="#br2" timeOffset="102167.957">1724 7090,'-13'4,"1"1,-1 0,1 1,0 0,1 1,0 1,0 0,0 0,1 1,0 0,1 1,0 0,0 0,1 1,1 0,0 1,0-1,1 1,1 1,0-1,0 1,2 0,-1 0,1 4,2-14,0-1,0 1,1 0,-1 0,1 0,0 0,0 0,0 0,0-1,1 1,-1 0,1 0,-1 0,1 0,0-1,0 1,0 0,1-1,-1 1,0-1,1 1,0-1,0 0,-1 0,1 0,1 0,-1 0,0 0,0 0,1-1,-1 1,1-1,-1 0,1 1,0-1,-1 0,1-1,0 1,0 0,0-1,0 0,-1 1,1-1,0 0,1-1,7-2,0-1,0 0,-1-1,0 0,0-1,0 0,0 0,-1-1,0 0,-1-1,0 0,0 0,0-1,-1 0,-1 0,1-1,-2 0,1 0,-1 0,1-5,11-29,-2 0,-1 0,-3-1,-1-1,-3 0,-2 0,-1-1,-3 0,-2 1,-3-22,3 65,1-16,-1 0,-1 0,-1 1,0-1,-2 1,0-1,-2-1,7 21,0-1,0 1,0 0,0 0,0 0,-1 0,1 0,0 0,0-1,-1 1,1 0,0 0,-1 0,1-1,-1 1,1 0,-1 0,0-1,1 1,-1 0,0-1,1 1,-1-1,0 1,1-1,-1 1,0-1,0 0,0 1,0-1,1 0,-1 0,0 0,0 1,0-1,0 0,0 0,0 0,0 0,1 0,-1-1,0 1,0 0,0 0,0-1,0 1,1 0,-1-1,0 1,0-1,0 1,1-1,-1 1,0-1,1 1,-1-1,1 0,-1 0,0 1,1-1,0 0,-1 0,1 1,-1-1,1 0,0 0,0 0,-1 0,1 0,0 1,-8 21,1 1,2 0,0 1,1 0,1-1,1 2,0-4,-8 56,4 1,3 0,3 0,9 55,-7-114,1-1,1 0,1 0,0 0,1-1,1 0,4 8,-8-20,-1 1,1-1,0 1,0-1,0 0,0 0,1-1,0 1,0-1,0 1,0-1,0 0,1-1,-1 1,1-1,0 0,-1 0,1 0,0-1,0 0,0 0,0 0,1-1,-1 1,0-1,0 0,1-1,3 0,0-1,-1-1,1 1,-1-1,1-1,-1 0,0 0,0 0,-1-1,1-1,-1 1,0-1,-1 0,1 0,-1-1,0-1,8-9,-2 0,0 0,-1-1,-1-1,-1 0,3-8,-6 14,0 0,-2-1,1 0,-2 0,0 0,-1 0,0 0,-1-1,0 1,-2-1,0-7,1 21,0 1,0-1,0 0,1 1,-1-1,0 0,-1 0,1 1,0-1,0 0,0 0,0 1,0-1,-1 0,1 1,0-1,-1 0,1 1,0-1,-1 0,1 1,-1-1,1 1,-1-1,1 1,-1-1,0 1,1-1,-1 1,0 0,1-1,-1 1,0 0,1 0,-1-1,0 1,1 0,-1 0,0 0,0 0,1 0,-1 0,0 0,0 0,1 0,-1 0,0 0,1 1,-1-1,0 0,1 0,-1 1,0-1,1 0,-1 1,-25 34,24-27,0-1,0 1,1-1,0 1,0 0,0-1,1 1,1 0,-1-1,1 1,0 0,1-1,0 1,0-1,1 0,-1 1,2-1,-1 0,1-1,0 1,0-1,2 2,5 5,0 0,0-1,1-1,1 0,0 0,1-1,0-1,0 0,11 4,44 19</inkml:trace>
  <inkml:trace contextRef="#ctx0" brushRef="#br2" timeOffset="103016.511">3676 7330,'-3'-46,"2"0,2-1,2 1,8-41,3-73,-13 159,-1 0,1 0,-1 0,1 0,-1 0,0 0,0 0,1 0,-1 0,0 0,0 0,0 0,0 0,0 0,0 0,-1 0,1 0,0 0,0 0,-1 0,1 0,0 0,-1 0,1 1,-1-1,0 0,1 0,-1 0,0 0,1 1,-1-1,0 0,0 1,1-1,-1 1,0-1,0 1,0-1,0 1,0-1,0 1,0 0,0 0,0-1,0 1,0 0,0 0,-1 0,1 1,0 0,0 0,0 0,0 0,0 1,0-1,1 0,-1 0,0 1,1-1,-1 0,1 1,-1-1,1 1,0-1,-1 0,1 1,0-1,0 1,0-1,0 1,0-1,0 1,1-1,-1 0,0 1,1-1,-1 1,1-1,0 0,-1 1,1-1,0 0,0 0,0 0,0 0,0 1,0-1,0 0,0-1,0 1,0 0,1 0,-1 0,0-1,1 1,-1-1,0 1,1 0,107 22,-101-24,0 1,-1 0,1 0,0 1,0 0,0 1,-1-1,1 2,0-1,-1 1,0 0,0 0,0 1,0 0,0 0,-1 1,0 0,0 0,0 0,0 1,-1 0,0 0,4 7,-5-2,0 0,-1 1,-1-1,0 1,0 0,-1-1,-1 1,0 0,-1 6,3 53,-1-68,-1 0,1 0,0 0,0 0,0 0,0 0,0 0,1-1,-1 1,1 0,-1-1,1 0,0 1,0-1,0 0,1 0,-1 0,1 0,-1 0,1-1,-1 1,1-1,0 1,0-1,-1 0,1 0,0 0,0-1,0 1,0-1,0 0,0 1,0-1,0-1,0 1,0 0,0-1,1 0,7 0,1-1,-1-1,0 0,0-1,0 0,0-1,-1 0,0 0,0-1,0-1,-1 0,0 0,0 0,0-1,-1-1,-1 1,1-1,-1-1,-1 1,0-1,0 0,-1-1,0 1,-1-1,0 0,-1 0,0-1,-1 1,1-5,-3 14,1 0,-1 0,0 0,0-1,0 1,0 0,0 0,-1 0,1 0,0 0,-1-1,0 1,1 0,-1 0,0 0,0 0,0 1,0-1,-1 0,1 0,0 1,-1-1,1 1,-1-1,0 1,1-1,-1 1,0 0,0 0,0 0,0 0,0 0,0 1,0-1,0 0,0 1,0 0,0-1,-1 1,1 0,0 0,0 0,0 0,0 1,-1-1,1 0,0 1,0 0,-1 0,-3 3,0 0,0 1,1 0,0 0,-1 0,2 1,-1-1,1 1,-1 0,2 1,-1-1,1 1,0-1,0 1,1 0,0 0,0 0,0 1,1-1,0 0,1 1,0-1,0 0,0 1,1-1,0 0,1 1,0 2,1-1,1-1,-1 0,1 0,1 0,-1 0,1-1,1 1,-1-2,1 1,1 0,-1-1,1 0,0-1,0 1,1-1,-1-1,1 0,0 0,1 0,-1-1,16 6,0-1,0-2,0 0,1-2,-1-1,16 1,8-2</inkml:trace>
  <inkml:trace contextRef="#ctx0" brushRef="#br2" timeOffset="103965.79">4906 6943,'-132'31,"130"-31,0 1,0 0,-1 0,1 1,0-1,0 0,0 1,0-1,1 1,-1-1,0 1,1 0,-1 0,1 0,-1 0,1 0,0 0,0 0,0 1,0-1,0 0,1 0,-1 1,1-1,-1 1,1-1,0 0,0 1,0-1,0 1,0-1,1 0,-1 1,1-1,0 0,-1 1,1-1,0 0,0 0,0 0,1 1,-1-1,1 0,-1-1,1 1,0 0,96 99,-80-85,0 0,-1 2,-1-1,-1 2,0 0,1 5,-15-23,0 1,0-1,1 1,-2-1,1 1,0 0,0-1,0 1,-1 0,1 0,-1 0,0 0,1-1,-1 1,0 0,0 0,0 0,0 0,0 0,-1 0,1-1,-1 1,1 0,-1 0,0 0,1-1,-1 1,0 0,0-1,0 1,0-1,-1 1,1-1,0 0,0 1,-1-1,1 0,-1 0,0 0,1 0,-1 0,1 0,-1 0,0-1,0 1,0-1,1 1,-2-1,-2 2,0-1,0 0,0 0,0 0,0-1,0 0,0 0,0 0,0-1,0 1,0-1,1 0,-1 0,0-1,0 0,1 0,-1 0,1 0,-1-1,1 1,0-1,0 0,0-1,1 1,-1 0,1-1,0 0,0 0,0 0,0 0,1-1,-1 1,1-1,0 1,1-1,-1 0,1 0,0 1,-1-6,4 5,1 0,-1 1,1-1,0 1,0-1,0 1,1 0,-1 0,1 0,0 1,0-1,1 1,-1 0,1 0,-1 0,1 1,0 0,0 0,0 0,0 0,0 1,6-1,204-68,-210 68,0 0,0-1,-1 0,1 0,-1 0,0 0,0-1,0 0,0 0,-1 0,1 0,-1 0,0-1,0 1,-1-1,1 0,-1 0,0 0,-1 0,1 0,-1-1,0 1,0 0,-1-1,1 1,-1 0,-1-4,1 9,0-1,0 0,-1 0,1 0,-1 0,1 0,-1 0,1 0,-1 0,1 1,-1-1,0 0,1 1,-1-1,0 0,0 1,1-1,-1 1,0-1,0 1,0-1,0 1,0 0,0-1,0 1,0 0,0 0,0-1,0 1,0 0,0 0,0 0,0 1,0-1,0 0,0 0,0 0,0 1,1-1,-1 0,0 1,0-1,0 1,0-1,0 1,1 0,-1-1,0 1,0 0,1-1,-1 1,1 0,-1 0,0 0,1-1,-1 1,1 0,0 0,-1 0,1 0,0 0,0 0,-1 0,1 0,0 0,0 1,-4 6,1 1,0 0,1 0,-1 0,2 0,-1 0,1 1,1-1,-1 1,2-1,-1 0,1 1,1-1,0 0,0 0,0 0,2 0,-1 0,1-1,0 1,0-1,1 0,1 0,-1-1,1 1,0-1,1 0,0-1,0 0,0 0,1 0,-1-1,1 0,1-1,6 3,-5-3,0-1,0 0,1 0,0-1,-1 0,1-1,0-1,-1 1,1-2,0 1,0-2,-1 1,1-1,-1-1,1 0,-1-1,0 1,0-2,0 0,6-4,-1-1,-1 0,0-1,0-1,-1 0,-1 0,0-2,0 1,-2-2,0 1,0-1,-1-1,2-6,9-35,-2-2,-2 0,-3 0,-3-2,-2 1,-3-1,-3 0,-4-39,3 87,0-39,-3-1,-1 1,-4-8,6 55,1 3,0-1,0 0,0 0,-1 0,1 1,-1-1,0 0,0 1,0-1,0 0,0 1,-1 0,1-1,-1 1,1 0,-1-1,0 1,-1 0,-10 12,-12 86,14-30,3 1,3 0,3 0,3 0,2 0,4 0,3-1,2 0,9 20,-16-67,0 0,1-1,1 1,1-2,1 1,0-1,2 0,0-1,0 0,1-1,1-1,1 0,0 0,1-1,0-1,1-1,15 10,-29-20,1 0,-1 0,0 0,0 0,1-1,-1 1,1-1,-1 1,0-1,1 0,-1 0,1 0,-1 0,1 0,-1-1,0 1,1-1,-1 1,2-2,10-8</inkml:trace>
  <inkml:trace contextRef="#ctx0" brushRef="#br2" timeOffset="104215.694">5254 6675,'20'-2,"28"-3,28-1,26-4,21-2,9-2,-1-2,-23 0</inkml:trace>
  <inkml:trace contextRef="#ctx0" brushRef="#br2" timeOffset="114817.272">7928 6475,'27'-86,"-27"86,0-1,0 0,0 1,0-1,0 0,0 0,0 1,0-1,-1 0,1 1,0-1,0 0,-1 1,1-1,-1 0,1 1,0-1,-1 1,1-1,-1 1,1-1,-1 1,0-1,1 1,-1 0,1-1,-1 1,0 0,1-1,-1 1,0 0,1 0,-1-1,0 1,0 0,1 0,-1 0,0 0,0 0,1 0,-1 0,0 1,1-1,-1 0,0 0,1 0,-1 1,0-1,1 0,-1 1,0-1,1 1,-1-1,1 0,-1 1,1-1,-1 1,1 0,-1-1,1 1,-1-1,1 1,0 0,-1 0,-10 9,1 1,0 0,0 1,1 0,1 1,0 0,1 0,-3 7,3-7,-20 39,3 0,2 2,2 1,2 0,3 2,2 0,3 0,3 1,2 0,2 7,4-34,1 0,1 0,2 0,1-1,1 1,2-2,1 1,2-1,0-1,2 0,1 0,1-2,1 0,2-1,0-1,2 0,3 1,6 4,1-2,1-1,2-1,0-2,1-1,15 5,21 6</inkml:trace>
  <inkml:trace contextRef="#ctx0" brushRef="#br2" timeOffset="116584.711">8890 7023,'-8'25,"40"197,-14-173,-17-48,0 0,-1 1,1-2,0 1,0 0,0 0,0 0,0 0,1-1,-1 1,0 0,0-1,0 1,1-1,-1 1,0-1,0 0,1 1,-1-1,0 0,1 0,-1 0,0 0,1 0,-1 0,0-1,1 1,-1 0,0-1,0 1,1-1,-1 1,0-1,0 0,0 1,0-1,1 0,11-9,-1 0,0 0,-1-1,0 0,-1-1,0 0,-1-1,0 0,-1 0,0-1,3-11,43-119,-49 178,-4-18,0 0,0 0,2 0,0 0,0-1,2 1,0-1,1 0,0 0,1-1,1 0,0 0,10 12,27 5,-24-25</inkml:trace>
  <inkml:trace contextRef="#ctx0" brushRef="#br2" timeOffset="116996.841">9518 6956,'-4'13,"0"0,1 0,0 1,1-1,0 1,2-1,-1 1,1 0,1-1,1 1,0-1,0 1,2-1,-1 0,2 0,0 0,0-1,1 0,1 0,0 0,0-1,1 0,7 8,-12-16,-1-1,1 1,0-1,0 1,0-1,0 0,0 0,0-1,1 1,-1-1,0 1,1-1,-1 0,1 0,0 0,-1-1,1 1,0-1,-1 0,1 0,0-1,-1 1,1 0,0-1,-1 0,1 0,-1 0,1-1,-1 1,0-1,1 0,-1 0,1-1,12-10,-1 0,-1-2,0 0,-1 0,0-1,-2-1,0 0,-1 0,0-1,-1-1,-2 1,0-1,0-2,5-8,-15 97,3-62,0-1,0 1,1-1,0 1,0-1,0 1,1-1,0 0,0 0,0 0,0 0,1 0,0 0,0 0,0-1,1 0,-1 0,1 0,0 0,0 0,1-1,-1 1,1-1,0 0,0-1,3 2,18 6,0-1,0-2,1 0,1-2,-1-1,0-1,5-1,52 4</inkml:trace>
  <inkml:trace contextRef="#ctx0" brushRef="#br2" timeOffset="117305.019">11710 6568,'-13'14,"-8"16,-1 16,2 14,3 10,4 8,4 1,1-4,0-5,2-8,-1-9,-2-15,1-13</inkml:trace>
  <inkml:trace contextRef="#ctx0" brushRef="#br2" timeOffset="117689.158">11551 6649,'74'100,"4"-3,32 26,-17-20,35 46,-125-146,-3-2,0 0,0 0,1 0,-1 0,0 0,1-1,-1 1,1 0,-1 0,1-1,-1 1,1 0,0-1,-1 1,1 0,0-1,-1 1,1-1,0 1,0-1,0 0,-1 1,1-1,0 0,0 1,0-1,0 0,0 0,0 0,0 0,0 0,-1 0,1 0,0 0,0 0,0 0,0-1,0 1,0 0,-1 0,1-1,0 1,0-1,0 1,-1-1,1 1,0-1,0 1,-1-1,1 0,20-94,-18 65,21-195,23-153,-30 322,-17 55,1 1,-1-1,1 1,-1-1,1 1,-1-1,1 1,-1 0,1-1,-1 1,1 0,-1 0,1-1,0 1,-1 0,1 0,0 0,-1 0,1 0,-1 0,1 0,0 0,-1 0,1 0,0 0,-1 0,1 0,0 0,-1 1,1-1,-1 0,1 0,-1 1,1-1,0 0,-1 1,1-1,-1 1,0-1,1 0,0 1,12 11</inkml:trace>
  <inkml:trace contextRef="#ctx0" brushRef="#br2" timeOffset="118182.545">12566 6742,'-60'139,"-8"17,-35 51,90-185,13-23,0 1,0 0,0 0,1 0,-1-1,0 1,0 0,0 0,0-1,0 1,0 0,0-1,0 1,0 0,0 0,0-1,0 1,0 0,0 0,0-1,0 1,0 0,0 0,-1-1,1 1,0 0,0 0,0-1,0 1,0 0,-1 0,1 0,0 0,0-1,0 1,-1 0,1 0,0 0,0 0,-1 0,1-1,0 1,0 0,-1 0,1 0,0 0,0 0,-1 0,1 0,70-187,108-352,-169 510,-3 20,-4 22,1 37,3 0,1-1,8 27,75 161,-20-66,-69-167,3 5,-1-1,0 0,0 1,-1 0,0 0,-1-1,0 1,0 0,-1 0,0 0,0 0,-2 9,-4-6</inkml:trace>
  <inkml:trace contextRef="#ctx0" brushRef="#br2" timeOffset="118905.634">12339 6997,'43'0,"1"-1,-1-3,0-1,0-2,0-2,-1-2,0-2,-1-2,-1-1,0-2,-2-2,0-1,9-9,100-87,-147 117,1-1,-1 1,1-1,-1 1,1 0,0-1,-1 1,1 0,-1-1,1 1,0 0,-1 0,1 0,0 0,-1 0,1 0,0 0,-1 0,1 0,0 0,-1 0,1 0,0 0,-1 0,1 1,0-1,-1 0,1 0,-1 1,1-1,0 1,-1-1,1 0,-1 1,1-1,-1 1,1-1,-1 1,0-1,1 1,-1 0,0-1,1 1,-1-1,0 1,0 0,1-1,-1 1,0 0,0-1,0 1,0 0,0-1,5 44,-5-38,-3 458,10-489,13-93,-5-2,-6 1,-5-107,1 297,0-46,1 0,2-1,0 0,2-1,1 0,0 0,2-1,0-1,2 0,0 0,1-2,1 0,1-1,1-1,0 0,1-2,1 0,0-1,1-1,1-2,0 0,0-1,22 6,-39-14,1 1,0-1,0-1,0 1,0-1,0-1,0 1,0-1,0 0,0-1,0 1,0-1,0-1,0 0,0 0,0 0,0 0,-1-1,0 0,1-1,-1 0,0 0,-1 0,1 0,-1-1,0 0,0 0,0 0,0-1,-1 0,0 0,0-1,5-16,-2 0,-1 0,-1 0,-1-1,-1 0,-1 0,-1 0,-1 0,-2-7,2-13,-2 0,-2 1,-2-1,-1 1,-12-33,11 56,8 20,0 0,0 1,0-1,0 0,0 0,0 1,1-1,-1 0,0 0,0 1,0-1,0 0,0 0,0 1,0-1,0 0,0 1,0-1,0 0,0 0,0 1,-1-1,1 0,0 0,0 1,0-1,0 0,0 0,0 1,-1-1,1 0,0 0,0 0,0 1,-1-1,1 0,0 0,0 0,0 0,-1 0,1 1,0-1,0 0,-1 0,1 0,0 0,-1 0,1 0,0 0,0 0,-1 0,1 0,0 0,0 0,-1 0,1 0,0 0,-1 0,1 0,0-1,0 1,-1 0,13 55,-1-25</inkml:trace>
  <inkml:trace contextRef="#ctx0" brushRef="#br2" timeOffset="119173.595">14184 6435,'2'20,"1"19,0 13,-1 10,0 8,-3 3,-4-2,-3-3,0-7,-2-7,2-8,2-10,2-10</inkml:trace>
  <inkml:trace contextRef="#ctx0" brushRef="#br2" timeOffset="119509.215">14171 6355,'-21'-72,"21"72,0 0,0 0,0 1,0-1,0 0,1 0,-1 1,0-1,0 0,0 0,0 0,0 1,0-1,0 0,0 0,1 1,-1-1,0 0,0 0,0 0,0 0,1 1,-1-1,0 0,0 0,0 0,1 0,-1 0,0 1,0-1,1 0,-1 0,0 0,0 0,1 0,-1 0,0 0,0 0,1 0,-1 0,0 0,0 0,1 0,-1 0,0 0,0-1,1 1,-1 0,0 0,0 0,0 0,1 0,-1 0,0-1,0 1,0 0,1 0,-1 0,0-1,0 2,317 385,-295-357,-1 2,-1 0,-1 2,-2 0,-2 0,-1 2,4 16,-16-46,0 1,-1-1,1 1,-1-1,-1 1,1 0,-1 0,0-1,0 1,0 0,-1 0,0-1,0 1,-1-1,1 1,-1-1,0 1,-1-1,1 0,-1 0,0 0,-1 0,1-1,-1 1,0-1,0 0,0 0,0 0,-1-1,0 1,-1 0,-15 4,0-1,0 0,0-2,-1 0,0-1,0-2,0 0,0-1,-20-3,29 2,-152-5,138 1</inkml:trace>
  <inkml:trace contextRef="#ctx0" brushRef="#br2" timeOffset="119797.476">15200 6181,'6'21,"8"19,5 23,7 19,3 20,1 12,-4 13,-7 6,-13 6,-24 5,-33 0,-43-4,-48-7,0-27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08.3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0 201,'8'0,"109"0,117 15,35 11,-123-26,-29-1,1 5,36 9,2 2,1-7,42-7,203 25,180-18,62-3,-127-19,-280 10,114-22,510-47,494-48,-1314 117,1118-62,-721 66,-235-13,-164 14,-28-1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4.8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51,'25'-10,"0"1,0 1,1 1,-1 2,1 0,1 2,-1 1,1 1,-1 1,0 1,1 2,-1 0,0 2,0 1,-1 1,24 10,-35-11,-1 1,0 1,0 0,-1 1,0 1,0-1,-1 2,-1 0,0 0,0 1,-1 0,0 0,-1 1,-1 0,0 1,-1-1,0 1,-1 1,-1-1,0 1,-1 0,1 13,3 51,-4 0,-4-1,-3 1,-3-1,-13 53,19-125,-88 473,28-176,52-265,2 1,1 0,3 1,1-1,1 1,3-1,1 1,4 12,-5-42,2 0,-1-1,1 1,1-1,0 0,0 0,1-1,-1 1,2-1,0 0,0-1,0 0,1 0,0 0,0-1,0 0,1-1,0 0,0 0,1-1,-1 0,1-1,0 0,0 0,0-1,0 0,0-1,3 0,18 1,1-1,-1-2,1-1,-1-1,0-1,0-2,0-2,-1 0,0-2,-1-2,0 0,0-2,-2-1,16-11,-33 20,-1 1,0-2,0 1,-1-1,0-1,0 1,0-1,-1-1,-1 1,1-1,-1 0,-1-1,2-2,-7 10,0 1,0-1,0 1,0 0,0-1,-1 1,1-1,0 1,-1-1,1 1,-1 0,1-1,-1 1,0 0,1-1,-1 1,0 0,0 0,0 0,0 0,0 0,0 0,0 0,-1 0,1 0,0 0,0 0,-1 1,1-1,0 1,-1-1,1 1,-1-1,1 1,0 0,-1 0,1 0,-1 0,1 0,-1 0,1 0,-1 0,1 0,-1 1,1-1,0 1,-1-1,1 1,-1-1,1 1,0 0,-1 0,-12 5,1-1,0 2,0 0,1 1,0 0,0 1,0 0,1 0,1 2,0-1,0 1,1 1,1-1,-1 2,2-1,-5 11,-8 23,2 2,2-1,2 2,3 0,1 0,3 1,2 0,2 18,-8 257,15 1,28 160,-20-315,32 525,-33 187,-12-794,-4 0,-3-1,-5-1,-3 1,-17 44,33-131,-2 8,-1 1,0-1,0 0,-1 1,0-1,0-1,-1 1,0-1,-1 0,0 0,0 0,-1-1,0 0,0 0,-4 2,4-8,1 0,0 0,0-1,0 0,-1 0,1-1,0 0,0 0,0 0,0-1,0 0,0 0,0 0,1-1,-1 0,1 0,0 0,0-1,0 1,0-1,0-1,0-1,4 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5.8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1,'0'18,"0"20,0 19,0 16,0 9,0 4,0-1,0-3,0-10,0-9,-3-11,0-15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6.4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0 139,'4'-8,"0"1,0-1,1 1,0-1,0 1,0 1,1-1,0 1,1 0,0 0,-1 1,2 0,-1 0,0 1,1 0,0 0,0 0,8-1,4-2,1 2,0 0,-1 1,1 2,1 0,-1 1,6 1,-11 0,0 1,0 1,0 0,0 2,0 0,0 0,-1 1,0 1,7 4,-15-6,-1 0,1 0,-1 0,0 1,0 0,0 0,-1 0,1 1,-1 0,-1 0,1 0,-1 0,0 1,0 0,-1 0,0 0,0 0,-1 0,0 1,1 6,-2-3,0 1,-1-1,-1 0,0 1,0-1,-1 0,-1 0,0 0,0 0,-1 0,0-1,-1 0,0 1,-1-2,0 1,-6 6,-7 9,-1-1,-2-1,0 0,-1-2,-14 9,-19 10,-2-3,-2-2,-59 24,115-57,3-2,0 1,-1-1,1 0,0 0,0 1,0-1,0 0,0 1,-1-1,1 1,0 0,0-1,0 1,0 0,0 0,1-1,-1 1,0 0,0 0,0 0,1 0,-1 0,1 0,-1 0,0 0,1 0,0 1,-1-1,1 0,0 0,0 0,-1 0,1 1,0-1,0 0,0 0,0 1,1-1,-1 0,0 0,6 5,0 0,0 0,1-1,0 0,0 0,0-1,0 0,1 0,3 1,9 5,19 10,1-1,1-3,0-1,1-2,0-1,1-3,0-1,1-3,0-1,-1-2,1-2,0-2,3-2,-28 1,0-1,-1 0,1-2,-1 0,-1-1,1-1,-1 0,0-1,14-11,-23 14,-1 0,1-1,-1 1,0-1,-1-1,0 1,0-1,0-1,-1 1,-1-1,1 1,-1-1,-1 0,0-1,0 1,0-1,-2 1,1-1,0-8,-2 9,0 1,-1 0,0-1,0 1,-1 0,0 0,0 0,-1 0,0 0,-3-6,4 11,1 0,-1 0,0 0,1 1,-2-1,1 0,0 1,0-1,-1 1,1 0,-1 0,0 0,0 0,0 0,0 1,0-1,0 1,0 0,0 0,-1 0,1 0,0 0,-1 1,1 0,0 0,-1 0,0 0,-4 2,1 1,0 0,0 0,1 1,-1 0,1 0,0 1,0 0,0 0,0 0,1 0,0 1,0 0,1 0,0 1,0-1,0 1,1 0,-1 0,2 0,-1 0,1 0,0 2,-2 1,2 0,-1 0,1 0,0 0,1 0,0 0,1 0,0 1,1-1,0 0,0 0,1 0,1 0,-1 0,2 0,-1-1,1 1,1-1,0 0,0 0,1-1,0 0,0 0,1 0,0 0,0-1,1 0,0 0,6 1,1 0,0 0,0-2,0 0,0 0,1-2,0 0,0 0,0-2,1 0,5 0,43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7.3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282 904,'-15'1,"0"0,0 1,0 0,0 2,0-1,0 2,1 0,0 1,0 0,1 1,-1 1,1 0,1 1,0 0,0 1,1 0,-7 8,15-14,0-1,0 1,0 0,1 0,-1 0,1 0,0 0,0 0,1 1,-1-1,1 1,0-1,0 1,1-1,-1 1,1 0,0-1,0 1,1 0,-1-1,1 1,0-1,0 1,1-1,-1 1,1-1,0 0,0 0,1 0,-1 0,1 0,1 1,12 12,1 0,0-1,2-1,0-1,0 0,2-1,-1-2,2 0,16 6,-4 0,0-1,-13-6,0 0,-1 1,0 1,-1 1,12 11,-30-23,1 0,-1 0,0 1,0-1,0 0,0 1,0-1,0 1,0 0,0-1,-1 1,1 0,0-1,-1 1,0 0,1 0,-1-1,0 1,0 0,0 0,0 0,0-1,0 1,-1 0,1 0,-1-1,1 1,-1 0,0-1,1 1,-1 0,0-1,0 1,0-1,0 0,0 1,-1-1,1 0,0 1,-1-1,1 0,-1 0,1 0,-1 0,1-1,-1 1,0 0,1-1,-1 1,-1 0,-12 5,0 0,-1-1,0-1,0 0,0-1,0-1,-1 0,1-1,0-1,-1-1,-24-6,41 7,-1-1,0 1,0 0,0 0,0-1,0 1,1 0,-1-1,0 1,0-1,1 1,-1-1,0 1,0-1,1 0,-1 1,1-1,-1 0,1 1,-1-1,1 0,-1 0,1 0,0 0,-1 1,1-1,0 0,0 0,-1 0,1 0,0 0,0 0,0 1,0-1,0 0,1 0,-1 0,0 0,0 0,0 0,1 0,3-4,0 0,1 0,-1 0,1 1,0 0,0 0,1 0,-1 1,1-1,-1 2,1-1,0 0,2 1,10-7,65-31,2 0,-3-4,15-13,-74 42,0-2,-1 0,0-2,-2 0,0-1,-1-1,-1-1,-1 0,6-13,-19 29,0 0,0 0,-1-1,1 1,-1-1,-1 0,1 0,-1 0,0 0,-1-1,0 1,0 0,-1-1,0-5,0 12,0 0,-1-1,1 1,-1 0,1 0,-1-1,0 1,1 0,-1 0,0 0,0 0,0 0,0 0,0 0,0 0,0 0,0 0,0 1,0-1,-1 0,1 1,0-1,0 1,-1-1,1 1,0 0,-1-1,1 1,0 0,-1 0,1 0,-1 0,1 0,0 0,-1 1,0-1,-49 20,43-14,0 0,0 1,0 0,1 0,0 1,0-1,1 2,0-1,1 1,0 0,0 0,1 0,0 1,0-1,1 1,1 0,0 0,0 0,0 1,2-1,-1 0,1 0,1 1,0-1,0 0,1 0,0 0,1 0,0 0,1 0,0-1,0 1,5 7,3-4,0 0,0 0,1-2,1 1,0-2,1 0,-1 0,2-1,-1-1,1-1,1 0,-1-1,1-1,0-1,1 0,-1-1,0-1,1 0,0-2,-1 0,1-1,-3 0,-1 0,0-1,0-1,0-1,0 0,0 0,-1-2,0 1,0-2,0 0,-1 0,0-1,0-1,-1 0,0 0,-1-1,0-1,0 1,-1-2,-1 1,0-1,0-1,-1 1,-1-1,0 0,-1-1,1-3,13-50,-4 0,-2 0,-3-2,-3 1,-2-50,0-49,-7 0,-16-87,1 150,6 97,4 28,-6 52,4 0,3 1,4 58,0-79,3 1,2-1,3 1,2-1,2 0,2-1,3-1,2 0,2-1,3 0,1-2,24 35,-38-68,2-1,-1 0,2-1,0 0,0 0,1-2,0 1,1-2,1 0,0 0,0-2,0 0,1 0,1-2,-1 0,8 2,-19-7,1 0,-1-1,0 1,0-1,1 0,-1 0,0-1,0 1,0-1,0 0,0-1,0 1,0-1,0 0,0 0,0-1,-1 1,1-1,-1 0,0 0,0-1,0 1,0-1,-1 0,1 0,-1 0,0 0,21-46,-7-4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7.5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0 194,'16'-7,"24"-4,29-5,33-5,31-2,27-3,20 1,12 1,-3 1,-32 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8.1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 1,'-4'20,"-4"19,-1 13,1 10,5 3,2 0,4-3,6-4,2-5,0-10,2-10,-2-10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8.3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 17,'-14'-6,"-4"-1,5 3,12 8,15 6,16 5,4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8.7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87,'18'38,"-2"0,-2 1,-1 1,-2 0,-2 1,-2 0,1 24,-4-107,2 1,1 0,2 0,2 1,2 0,15-32,-21 53,-4 9,0 1,1 0,0 0,0 0,1 0,0 0,1 1,5-6,-10 13,-1 1,1-1,-1 1,1-1,-1 1,1-1,-1 1,1 0,0-1,-1 1,1 0,-1 0,1 0,0-1,-1 1,1 0,0 0,-1 0,1 0,0 0,0 0,-1 0,1 0,0 0,-1 0,1 1,0-1,-1 0,1 0,-1 1,1-1,0 0,-1 1,1-1,-1 1,1-1,-1 1,1-1,-1 1,1-1,-1 1,0-1,1 1,-1-1,0 1,1 0,-1-1,0 1,0 0,0-1,1 1,-1 0,0-1,0 1,0 0,10 44,-9-43,6 48,-4-17,2 0,1-1,2 1,1-1,7 12,-13-36,0-1,1 1,0-1,1 0,0 0,0 0,0 0,1-1,0 0,0 0,0-1,1 0,0 0,0 0,0-1,1 0,-1 0,1-1,0 0,0-1,0 1,0-1,6 0,74-8,-49-5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9.2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419 70,'-12'-5,"0"1,-1 0,1 1,-1 0,0 1,0 0,0 1,0 1,0 0,0 1,0 0,0 1,0 1,0 0,1 0,-1 1,1 1,0 0,0 1,1 0,0 1,0 0,0 1,-7 6,7-5,0 1,0 0,1 1,1 0,-1 1,2 0,0 0,-1 3,6-11,1 0,0 0,0-1,1 1,-1 0,1 0,0 1,0-1,0 0,1 0,-1 0,1 1,0-1,0 0,1 0,-1 1,1-1,0 0,0 0,0 0,1 0,0 0,-1 0,1 0,1 0,-1-1,0 1,1-1,2 3,4 0,0 0,0 0,0-1,1 0,0-1,0 0,0-1,1 0,-1 0,1-1,0 0,-1-1,1-1,0 1,0-2,0 1,-1-2,1 1,0-1,2-2,1-1,-1 0,0-2,0 1,-1-2,0 1,0-2,-1 1,0-2,0 0,-1 0,-1 0,1-1,-2-1,0 0,0 0,-1 0,0-1,-1 0,-1 0,0-1,-1 0,0 0,-1 0,-1 0,0 0,-1 0,0-1,-1 1,-2-7,-4-23,6 44,-1 0,1-1,-1 1,1 0,-1 0,0 1,1-1,-1 0,1 0,-1 0,1 0,-1 0,1 1,-1-1,1 0,-1 0,1 1,-1-1,1 0,-1 1,1-1,0 0,-1 1,1-1,0 1,-1-1,1 1,0-1,-1 1,1-1,0 1,0-1,0 1,-1-1,1 1,0-1,0 1,0 0,0-1,0 1,-5 14,0 0,2 1,-1-1,2 1,0 0,1-1,1 1,0 0,1 0,0 0,5 14,-4-22,1-1,0 1,0-1,1 0,0 0,0-1,1 1,0-1,0 0,0 0,1-1,0 1,0-1,0-1,1 1,-1-1,1 0,0 0,1-1,-1 0,0-1,1 1,0-1,-1-1,1 1,0-1,4 0,34 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29.9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1213,'-14'0,"1"1,0 0,0 1,0 0,0 1,0 0,0 1,1 1,0 0,0 0,0 1,0 1,1 0,0 0,1 2,0-1,0 1,0 0,2 1,-1 0,1 1,-5 8,7-11,0 1,0 0,1 0,0 0,1 1,0 0,0-1,1 2,1-1,0 0,0 0,1 1,0-1,0 1,2-1,-1 1,1-1,1 1,0-1,0 0,1 0,0 0,1 0,0 0,0-1,1 1,1-1,0 0,0-1,0 0,2 1,6 1,0-1,0-1,1-1,0 0,1-1,0 0,-1-2,2 0,-1 0,0-2,1 0,-1 0,1-2,0 0,-1-1,1-1,-1 0,1-1,-1-1,0-1,0 0,-1-1,7-3,0-2,0 0,0-1,-1-1,-1-2,0 0,-1 0,-1-2,0 0,-1-2,-1 1,-1-2,-1 0,0-1,-2 0,0-1,6-18,6-21,-3-1,-2 0,-3-2,-3 0,3-53,-2 4,-6-1,-4 0,-5 0,-6 1,-8-34,-27-29,41 174,0-3,0 1,0-1,-1 0,0 1,0 0,0-1,0 1,-1 0,0 0,0 0,0 1,0-1,-1 1,1-1,-1 1,-2-2,4 6,0-1,-1 0,1 1,0-1,0 1,0-1,0 1,0 0,0 0,0 0,1 0,-1 0,0 0,0 1,1-1,-1 1,1-1,-1 1,1-1,0 1,-1 0,1 0,0 0,0 0,0-1,1 1,-1 1,0-1,1 0,-1 1,-14 40,1 1,2 1,2 0,3 1,1-1,2 1,2 20,2-63,-5 91,5 0,4 0,4 0,4 0,4-1,4-1,4-1,9 14,-25-79,1 1,1-2,1 1,2-1,0-1,2 0,0-1,2-1,0 0,20 17,-34-36,1 0,-1 0,1-1,0 1,0-1,0 0,1 0,-1 0,0-1,1 1,-1-1,1 0,-1-1,1 1,0-1,-1 0,1 0,-1 0,1 0,0-1,-1 0,1 0,-1 0,1-1,-1 1,0-1,0 0,0 0,1-1,14-11,-1-1,0-1,-1-1,-1 0,0-1,-1 0,-1-2,1-3,29-36,-32 43,39-36,-50 52,0 0,0 1,0-1,0 0,0 1,0-1,0 0,0 1,0-1,0 1,0 0,0-1,0 1,0 0,-1-1,1 1,0 0,-1 0,1 0,0 0,-1-1,1 1,-1 0,0 0,1 0,-1 0,0 0,1 0,-1 0,0 1,0-1,0 0,0 0,0 0,0 0,0 0,0 0,0 0,-1 0,1 0,-1 1,1 0,0 74,6 59,-5-129,0 1,1 0,0-1,0 0,1 1,0-1,0 0,0 0,1-1,0 1,0-1,0 1,1-1,0 0,0-1,0 0,0 1,1-1,-3-2,0-1,1 1,-1-1,0 1,1-1,-1 0,1 0,-1 0,1-1,-1 1,1-1,-1 0,1 0,0 0,-1 0,1-1,-1 1,1-1,-1 0,1 0,-1 0,1-1,-1 1,24-13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30.2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245 72,'-16'-4,"-8"-3,-4-1,1 1,2 0,1 1,-5-2,-8-4,2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30.4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1 215,'25'-9,"24"-7,22-4,22-3,19-1,17-2,8 1,0 3,-8 3,-15 2,-26 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30.6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1 307,'2'24,"2"-1,0 1,2-1,0 0,2 0,0-1,1 0,2 0,0-1,1-1,1 0,1 0,1-2,1 0,10 10,-23-25,0 0,0 0,0 0,1-1,-1 1,1-1,-1 0,1 0,0 0,0 0,0-1,0 1,0-1,0 0,1 0,-1-1,0 1,1-1,-1 0,0 0,0-1,1 1,-1-1,0 0,0 0,1 0,-1 0,0-1,2-1,9-10,0-1,-2 0,0-1,0-1,-1 0,-1 0,-1-1,0 0,-1-1,2-9,-8 22,49-112,-4-2,15-70,-51 150,-4 10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31.8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78,'2'-7,"1"-4,-2-1,-4 2,-6 3,-5 2,-6 3,-1 1,0 0,7-1,7-2,10-4,4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2.2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2478,'38'-3,"0"-2,0-1,0-2,0-1,-1-2,4-4,-25 10,619-214,70-45,-534 188,-3-7,-5-7,2-10,-80 46,-2-4,-3-3,-3-4,-3-2,-3-5,-3-2,18-30,-72 87,-1-1,0 0,-2-1,0-1,-1 1,-1-2,-1 1,-1-1,-1-1,-1 1,0-1,-2 0,0 0,-2 0,0 0,-2 0,0 0,-2 0,0 0,-1 0,-6-16,3 21,0 1,-2 0,1 0,-2 1,0 1,-1-1,0 1,-1 1,-1 0,0 1,-1 1,0 0,0 0,-1 2,-1 0,0 0,0 1,0 2,-1-1,0 2,-6-1,7 3,14 3,0 0,-1 0,1 0,0 0,-1 0,1-1,0 1,0-1,-1 0,1 1,0-1,0 0,0 0,0-1,0 1,0 0,0-1,0 1,1-1,-1 1,0-1,1 0,-1 0,1 0,0 0,0 0,-1-1,2 1,0 0,0-1,0 1,-1 0,1-1,-1 1,1 0,-1 0,0-1,0 1,0 0,0 0,0 0,0 0,-1 0,1 0,-1 1,1-1,-1 0,0 1,0-1,0 1,0 0,0-1,-1 1,-23-10,0 1,-1 1,0 2,0 0,-1 2,-24-1,-27-7,61 17,28 17,112 206,-122-261,-58-201,49 132,9 101,0 1,1-1,-1 1,1 0,-1-1,1 1,0-1,-1 1,1 0,0 0,0-1,0 1,0 0,0 0,0 0,1 0,-1 0,0 0,0 0,1 1,-1-1,0 0,1 1,-1-1,1 1,-1-1,1 1,-1 0,1 0,-1 0,1-1,-1 1,1 1,59 2,-46 0,318 22,-332-26,0 1,0-1,0 1,0 0,0 0,0 0,0-1,0 1,0 0,0 0,-1 0,1 0,0 0,0 1,0-1,0 0,0 0,0 1,0-1,0 0,0 1,0-1,-1 1,1-1,0 1,0 0,0-1,-1 1,1 0,0 0,-1-1,1 1,-1 0,1 0,-1 0,1-1,-1 1,0 0,1 0,-1 0,0 0,0 0,0 0,0 0,1 0,-1 0,-1 0,1 0,0 0,0 0,0 0,0 0,-1 0,1 0,0 0,-120 131,-160 168,237-258,30-33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3.5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1,'4'18,"5"15,0 11,0 7,0 4,-2 2,-3 0,-1-5,-4-6,-4-10,-6-10,0-10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4.1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1 417,'1'-22,"1"-1,2 1,0-1,1 1,1 1,1-1,1 1,8-15,-10 23,1-1,1 2,0-1,0 1,2 0,-1 0,1 1,1 1,0 0,1 0,0 1,0 1,1 0,0 0,0 1,0 1,1 0,0 1,1 1,-1 0,1 1,0 0,0 1,3 0,0 1,-1 1,1 0,0 2,0 0,-1 0,13 5,-21-5,-1 0,0 1,0 0,0 1,-1-1,1 1,-1 1,0-1,0 1,0 1,-1-1,0 1,0 0,0 1,-1-1,0 1,0 1,-2-4,-1 1,0 0,-1 0,1-1,-1 1,0 0,0 1,0-1,-1 0,0 0,0 0,0 0,0 0,-1 0,0 1,0-1,0 0,-1-1,0 1,0 0,0 0,0-1,-1 1,0-1,0 0,0 0,-1 1,-7 8,0 0,-2-1,1 0,-2-1,1 0,-1-1,-9 4,-9 3,0-1,-1-1,0-2,-1-2,-1-1,0-1,0-2,-16 0,46-6,4-2,0 1,0 0,0 0,0 0,0-1,0 1,0 0,0 0,0 1,0-1,0 0,0 0,0 0,0 1,0-1,0 0,0 1,0-1,0 1,0-1,0 1,0 0,0-1,1 1,-1 0,0 0,0-1,1 1,-1 0,1 0,-1 0,1 0,-1 0,1 0,-1 0,1 0,0 0,0 0,-1 0,1 0,0 0,0 0,0 1,67 97,-47-75,-8-6,2-1,1 0,0-1,1 0,0-1,2-1,-1-1,2-1,0 0,0-1,1-1,0-1,1-1,2 0,2-1,-1-2,1-1,0-1,0-1,0-2,0 0,1-1,-1-2,-1 0,1-2,0-1,-1-1,0 0,15-9,-31 11,0 0,-1 0,0-1,0 0,0 0,-1-1,0 0,0 0,0 0,-1-1,0 0,-1 0,0 0,0 0,-1-1,0 1,0-1,-1 0,0 0,-1 0,0 0,0 0,-1 0,0 0,0-1,-1 1,-1 0,1 0,-1 0,-1 0,0 1,0-1,-1 1,0 0,0 0,-3-3,6 9,0 0,0 0,0 0,0 0,0 0,-1 0,1 1,-1-1,0 0,1 1,-1-1,0 1,0 0,0 0,0-1,0 1,0 1,0-1,0 0,0 0,0 1,-1-1,1 1,0 0,0 0,-1 0,1 0,0 0,0 0,-1 0,1 1,0-1,0 1,0 0,0-1,-1 1,1 0,0 0,-1 1,-5 7,0 0,1 0,0 1,0 0,1 0,0 1,1 0,0 0,1 0,0 0,1 0,0 1,0 5,0-9,1 1,0-1,0 1,1-1,0 1,1-1,0 1,0 0,1-1,0 1,0 0,1-1,0 1,1-1,0 0,0 0,1 0,0 0,0-1,1 1,-1-1,2 0,-1-1,1 1,0-1,0 0,1-1,1 2,5-1,0 0,1-1,0 0,0-1,0 0,1-1,-1-1,1 0,-1-1,1-1,7-1,42-2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5.0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293 822,'-16'-3,"0"0,-1 2,1 0,0 0,-1 1,1 1,0 1,-1 1,1 0,0 1,1 0,-1 2,1-1,-2 3,13-6,1-1,0 1,0 0,0 1,0-1,0 1,0-1,0 1,1 0,-1 0,1 0,0 0,0 0,0 0,1 1,-1-1,1 1,-1-1,1 1,0 0,1-1,-1 1,1 0,-1 0,1-1,0 1,1 0,-1 0,0-1,1 1,0 0,0-1,0 1,1 0,-1-1,1 0,0 1,0-1,1 2,9 7,2 0,0-1,0 0,1-1,0 0,0-1,1-1,1-1,-1 0,2-1,4 3,23 11,-9-7,-2 3,0 1,0 1,3 6,-34-23,0 0,-1 0,1 0,-1 1,1-1,-1 1,0-1,1 1,-1 0,0 0,0 0,0 0,-1 1,1-1,0 0,-1 1,0-1,1 1,-1 0,0-1,0 1,0 0,-1-1,1 1,-1 0,0 0,1 0,-1 0,0-1,-1 1,1 0,0 0,-1 0,0 0,0-1,0 1,0 0,0-1,0 1,0-1,-1 1,0-1,-8 6,-1-2,0 1,0-1,0-1,-1 0,0-1,0 0,0-1,0 0,-1-1,1 0,-1-1,0 0,-10-2,18 2,0-1,1 0,-1 0,1-1,-1 0,1 1,-1-1,1-1,0 1,0-1,-1 1,1-1,0-1,0 1,1 0,-3-2,6 2,0 1,-1-1,1 1,0-1,0 0,0 1,0-1,0 1,0-1,1 1,-1-1,0 1,1-1,-1 1,1-1,-1 1,1-1,0 1,0 0,0-1,0 1,0 0,0 0,0-1,0 1,0 0,0 0,1 0,-1 1,0-1,1 0,-1 0,1 1,-1-1,1 1,-1-1,1 1,0 0,27-13,1 1,0 2,0 2,20-4,2-1,-42 11,21-4,-1-2,-1 0,0-2,0-1,0-2,-2 0,0-2,0-1,17-15,-39 27,0-1,0 0,-1 0,1 0,-1-1,0 1,-1-1,0 0,1 0,-2 0,1-1,-1 1,0-1,0 1,-1-1,0 0,0 0,0 1,-1-1,0 0,-1 0,1 0,-1 0,-1 1,1-1,-1 1,0-1,-1 1,1-1,-1 1,-1 0,1 0,-1 1,0-1,0 1,-1 0,1 0,-1 0,0 0,-5-2,9 6,0 0,-1 0,1 0,-1 0,1 0,-1 0,0 0,1 1,-1-1,0 1,0-1,1 1,-1 0,0-1,0 1,1 0,-1 0,0 0,0 1,0-1,1 0,-1 1,0-1,1 1,-1 0,0-1,1 1,-1 0,1 0,-1 0,1 0,-1 0,1 0,0 0,-1 1,1-1,0 1,0-1,0 0,0 1,0 0,1-1,-25 75,24-64,-1 1,2-1,0 0,0 1,1-1,0 0,1 0,1 0,0 0,0 0,2 0,-1-1,1 0,1 0,0 0,0 0,1-1,1 0,-1-1,2 0,-1 0,1 0,1-1,-1-1,1 1,1-2,-1 1,1-2,3 2,-4-3,1-1,0 1,0-2,1 0,-1 0,0-1,1-1,-1 1,0-2,1 0,-1 0,0-1,0 0,0-1,0 0,0-1,0-1,-1 1,0-1,0-1,0 0,-1 0,0-1,0-1,-1 1,5-5,8-15,-1 0,-1-2,-2 0,-1-1,-1 0,-1-1,-2-1,-1 0,-2-1,-1 0,3-29,4-17,-3-1,-4 0,-3 0,-4-1,-4 1,-10-68,-17 32,30 114,0 1,0 0,0 0,0 0,0 0,0-1,-1 1,1 0,0 0,-1 0,1 0,-1 0,1 0,-1 0,1 0,-1 0,0 0,1 0,-1 0,0 0,0 1,0-1,0 0,0 0,0 1,0-1,0 1,0-1,0 1,0-1,0 1,0 0,0-1,0 1,-1 0,1 0,0 0,0 0,0 0,0 0,-1 0,1 0,0 1,0-1,0 0,0 1,0-1,0 0,0 1,0 0,0-1,0 1,0 0,0-1,0 1,0 0,0 0,1 0,-1 0,0-1,1 1,-1 0,1 0,-1 1,1-1,-1 0,1 0,-1 0,1 0,0 0,-13 29,1 1,2-1,1 2,1-1,-3 30,10-53,-13 59,3 0,4 1,2 0,3 0,4 0,2 0,3 0,3 0,10 29,-15-78,0 0,1 0,1 0,1-1,1 0,0-1,1 0,1 0,1-1,0 0,1-1,1-1,0 0,1-1,0 0,1-2,3 2,-16-11,-1 0,1-1,0 0,0 0,0 1,0-2,0 1,0 0,0-1,0 1,0-1,0 0,1 0,-1 0,0 0,0-1,0 1,0-1,0 0,0 0,0 0,0 0,0 0,0-1,-1 1,1-1,-1 0,1 0,-1 0,1 0,-1-1,15-21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5.3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73 74,'-14'-4,"-8"-2,-2-3,11 2,19 1,27 1,32 0,35 1,30-2,25-2,15 1,-21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5.7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53,'-6'-5,"0"0,-1 0,0 1,0-1,0 2,-1-1,1 1,-1 0,1 1,-1-1,0 2,0-1,0 1,-1 0,1 1,0 0,0 0,0 1,0 0,0 0,0 1,0 0,0 0,-5 4,0 0,0 0,1 1,0 1,0 0,1 1,0 0,0 1,1 0,1 1,-1 0,2 0,0 1,0 0,1 0,0 1,1 0,-3 10,8-19,0 0,0-1,0 1,1 0,-1 0,1-1,0 1,0 0,1 0,-1-1,1 1,-1 0,1 0,1-1,-1 1,0-1,1 1,0-1,-1 0,1 1,1-1,-1 0,0 0,1-1,-1 1,1 0,0-1,0 1,0-1,0 0,1 0,-1 0,0-1,1 1,-1-1,1 0,0 0,1 0,5 1,0 0,1-1,-1-1,0 0,0 0,1-1,-1 0,0 0,0-2,0 1,0-1,-1 0,1-1,-1 0,1-1,-2 0,1 0,0-1,-1 0,0-1,0 0,-1 0,0 0,0-1,-1 0,0 0,0-1,-1 0,0 0,-1 0,0 0,0-1,-1 0,0 0,1-7,-1 3,-1 0,0 0,-1 0,0 0,-1 0,-1 1,0-1,-2-8,3 22,-1 0,1 0,0 1,0-1,0 0,0 0,-1 0,1 1,0-1,0 0,0 0,-1 0,1 0,0 0,0 0,0 1,-1-1,1 0,0 0,0 0,-1 0,1 0,0 0,0 0,-1 0,1 0,0 0,0 0,-1 0,1 0,0-1,0 1,-1 0,1 0,0 0,0 0,0 0,-1 0,1 0,0-1,0 1,0 0,-1 0,1 0,0-1,0 1,0 0,0 0,0 0,-1-1,1 1,0 0,0 0,0-1,0 1,0 0,0 0,0-1,0 1,0 0,0 0,0-1,0 1,-7 21,3-10,1 0,1 1,0-1,1 1,0-1,0 1,1-1,1 1,0-1,1 1,0-1,1 0,0 1,0-1,1-1,1 1,0-1,0 1,1-1,0-1,1 1,7 6,27 12,2-9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6.4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292 1075,'-11'-2,"0"0,0 0,0 1,0 0,0 1,0 1,1-1,-1 2,0 0,0 0,0 1,1 0,0 0,-1 2,1-1,1 1,-1 0,1 1,0 0,0 1,0 0,1 0,0 1,1 0,0 0,0 1,0 0,-2 5,7-8,0 0,0-1,1 1,-1 0,1 0,0 0,1 0,0 1,0-1,0 0,0 0,1 0,0 0,0 0,1 0,0 0,0-1,0 1,1 0,0-1,0 0,0 1,1-1,-1-1,1 1,0 0,1-1,-1 0,1 0,0 0,0-1,0 0,0 1,1-2,-1 1,1-1,-1 0,5 1,10 4,1-1,0-1,0 0,0-2,1-1,-1 0,1-2,-1 0,1-2,-1 0,1-1,-1-2,0 0,0-1,-1-1,0 0,0-2,-1-1,0 0,0-1,-1-1,-1-1,0 0,-1-2,0 0,-1 0,-1-1,1-3,2-7,-2-1,0-1,-2 0,-1-1,-1-1,-1 0,-2 0,-1-1,-1-4,8-69,-4 0,-5-7,0-13,-5 1,-6-1,-10-38,14 151,2 6,0 1,0 0,-1-1,0 1,0 0,0 0,0-1,-1 1,0 0,0 0,0 1,0-1,-3-3,-8 11,-18 82,7 37,6 2,5 0,6 0,5 30,0-100,3 0,1 0,4 0,1 0,3-1,2-1,3 0,5 9,-14-49,0 0,1 0,0-1,1 0,0 0,1-1,0 0,1 0,10 7,-15-14,0 0,0 0,1-1,-1 1,1-1,-1-1,1 1,0-1,0 0,0 0,1-1,-1 0,0 0,1-1,-1 1,0-1,1 0,-1-1,0 0,1 0,-1 0,0-1,2 0,7-7,0 0,0-1,0-1,-1 0,-1-1,0 0,-1-1,0 0,-1-1,0-1,-2 1,1-2,-2 1,0-1,1-5,72-157,-77 202,-5-2,0 7,0 1,3 0,0-1,2 1,1 2,-3-25,0 1,0-1,0 0,1 0,0 0,1 0,-1-1,1 1,1-1,-1 0,1 0,0-1,0 1,1-1,-1 0,1-1,1 1,-1-1,0 0,1-1,0 0,3 2,25 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6.6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195 0,'-14'0,"-11"0,-6 0,-2 3,0 0,1-1,6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6.8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98,'25'-9,"31"-5,31-3,30 2,27 1,17 3,3 1,-27 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0:57.0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0 437,'1'21,"2"-1,0 1,1-1,0 0,2 0,1-1,0 0,1 0,1 0,1-1,1-1,0 0,1 0,9 8,-18-21,1-1,-1 0,0 0,1-1,0 1,0-1,0 0,0 0,0 0,0 0,1-1,-1 0,1 1,-1-2,0 1,1 0,0-1,-1 0,1 0,-1-1,1 1,-1-1,1 0,-1 0,0 0,1-1,-1 1,0-1,0 0,0 0,0-1,3-1,17-18,-1 0,0-2,-2-1,-1 0,-1-1,-1-2,-1 0,9-21,50-96,26-76,-48 95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1:33.8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806 28,'-40'0,"-9"-1,0 2,0 3,1 1,-3 3,7 1,-43 9,2 4,-56 23,131-41,0 0,0 1,1 0,0 0,0 1,0 1,1-1,0 1,0 1,1-1,0 1,0 1,1-1,0 1,0 0,1 1,1-1,-1 1,1 0,1 0,0 0,0 0,1 1,1-1,0 1,0 0,1 4,-1-10,1 1,0 0,0 0,0 0,1 0,0 0,0 0,0 0,1 0,0-1,0 1,1-1,0 1,-1-1,2 0,-1 0,1 0,-1-1,1 1,0-1,1 0,-1 0,1 0,0-1,0 1,5 1,6 1,0 0,1-1,0-1,0-1,0 0,0-2,0 0,1 0,-1-2,2 0,7 1,469-29,-30 21,-87-11,197-24,10 22,-86 5,103-25,-326 34,222 1,-389-10,-106 16,0-2,1 1,-1 0,0-1,0 1,0-1,0 0,0 0,-1 0,1 0,0-1,-1 1,0-1,1 1,-1-1,0 0,-1 0,1 0,0 0,-1 0,1 0,-1-1,0 1,0 0,-1-1,1 1,-1-1,1 1,-1-4,-2 0,-1 1,1-1,-1 1,0-1,-1 1,0 0,0 0,0 0,0 1,-1-1,0 1,0 0,-1 1,1-1,-1 1,0 0,0 0,-1 1,1 0,-1 0,-23-11,0 2,-1 2,-1 0,0 2,0 2,0 0,-1 3,1 0,-23 2,16-1,-171-13,-353-13,-145 21,38-7,466 8,0 8,-60 14,-372 30,308 7,157-24,116 2,73-54,-7 14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1:54.2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830 206,'-1'-7,"-1"-1,0 1,0 0,-1 0,0 0,0 1,0-1,-1 0,0 1,0 0,-1 0,0 1,0-1,0 1,0 0,-1 0,0 1,0-1,0 1,-3 0,-4-2,0 2,0 0,-1 0,1 1,-1 1,0 0,0 1,0 0,0 2,1-1,-7 2,-16-1,-109-14,21 32,109-12,0 0,1 0,0 1,0 1,0 1,1 0,-8 7,14-10,0 0,0 1,0-1,1 1,1 0,-1 1,1 0,0-1,1 3,-15 25,15-29,0 0,0 0,1 1,0-1,0 1,1 0,0-1,0 1,0 8,1-3,0 1,1-1,1 1,1-1,-1 1,2-1,0 0,1 0,0 0,1 0,0-1,1 0,0 0,1 0,1-1,0 0,0 0,4 3,-4-6,3 5,0 0,1-1,0-1,1 1,0-2,1 0,0-1,1 0,0-1,0-1,1 0,0-1,3 0,127 13,-131-19,-1 1,1-1,-1-1,0-1,0 0,0 0,0-1,4-3,-1 2,-1-2,-1 0,1-1,-1-1,-1 0,1-1,-2-1,1 0,-1-1,0 0,-1-1,-1 0,1-2,4-10,70-119,-83 132,-1 1,1-1,-2 0,1-1,-2 1,0 0,0 0,0 0,-2 0,1 0,-2 0,1 0,-1 0,-1 1,0-1,0 1,-1 0,-6-8,3 8,0 1,-1-1,0 2,0-1,-1 1,0 1,0-1,-1 2,0 0,0 0,-1 1,0 0,1 1,-2 0,1 1,0 1,-1 0,-9-1,-143-3,102 8,48-2,0 0,0 1,0 1,1 0,-1 1,1 1,0 0,-1 1,2 0,-1 1,-10 7,10-6,1 0,0 2,0 0,1 0,0 1,0 0,1 1,1 0,-7 9,7-3,1-1,0 2,1-1,1 1,0 1,2-1,0 1,1 0,0 7,3-17,0 1,1 0,0-1,0 1,1 0,0-1,1 1,0-1,0 0,1 1,1-1,-1 0,2 1,5 9,-5-9,0 0,1-1,0 1,0-1,1-1,0 1,0-1,6 5,6 2,1-1,0 0,1-2,0 0,0-2,2 0,14 4,-19-8,1-2,1 0,-1-1,0-1,1 0,19-2,-6 0,-17 1,1-1,-1-1,1 0,-1-1,0-1,1 0,9-5,172-83,-189 84,0 0,-1-1,1-1,-1 1,-1-1,0-1,0 1,-1-1,0 0,-1-1,0 1,0-1,-1 0,-1-1,2-1,0 0,-1 0,0-1,-2 1,1-1,-2 0,0 0,0 1,-1-1,-1 0,0 0,-1 0,-1 1,0-1,-1 1,0 0,-1 0,-1 0,0 1,0-1,-8-7,0 2,-1 0,0 0,-2 2,0 0,-1 0,0 2,-2 0,10 6,-1 1,0 0,-1 1,1 0,-1 1,0 0,0 1,-1 1,-4-2,-9 1,1 0,-1 2,0 0,0 2,0 1,1 1,-1 1,0 1,1 2,-1 1,-5 5,0 1,1 2,1 1,1 1,0 2,-5 5,21-12,-1 0,2 2,0-1,0 1,1 1,1 0,0 0,1 0,1 1,0 1,2-1,0 1,0 0,2 0,0 1,1-1,0 1,2 2,-3 4,1 0,2 0,0 1,2-1,1 7,1-20,0 0,0-1,1 0,1 0,0-1,0 1,1-1,0 0,0-1,1 0,0 0,1-1,0 0,6 4,-2-4,1-1,0 0,-1-1,2-1,-1 0,0-1,1-1,0 0,0-1,-1 0,1-1,0-1,10-2,16 2,-8 1,-11 1,1-1,-1-1,1-1,-1 0,0-2,0-1,-1-1,22-8,109-70,-64-1,-81 78,-1-1,0-1,-1 1,0-1,0 0,-1 0,0-1,-1 1,0-1,0 0,-1 0,0 0,-1 0,0 0,0-2,-1-2,1 0,-2-1,0 1,0 0,-2 0,1 0,-2 0,0 0,-2-5,1 8,0 1,0-1,-1 1,0 0,-1 0,0 0,-1 1,0 0,0 1,-1 0,0 0,0 1,-1 0,0 1,0-1,-1 2,1 0,-1 0,0 1,-1 0,1 1,-10-1,-33-7,-1 4,0 1,-14 2,58 4,-5-1,-1 0,1 2,-1-1,1 2,0 0,0 1,0 1,0 0,1 1,-1 1,-4 3,-136 86,150-91,1 1,-1 0,1 0,0 0,1 1,-1-1,1 1,0 0,1 0,0 1,-1-1,2 1,-1 0,1-1,0 1,1 0,-1 2,-3 124,6-87,-1-41,1-1,0 1,0 0,0 0,1-1,-1 1,1-1,0 1,1-1,-1 0,1 0,-1 0,1 0,1 0,-1-1,0 1,1-1,0 0,-1 0,1 0,1-1,-1 1,0-1,1 0,1 1,10 3,-1 0,1 0,0-2,1 0,-1-1,16 1,201-3,-208-4,-1-2,0 0,-1-2,1-1,-1 0,-1-2,0-1,0 0,-1-2,0 0,2-4,-13 8,0 0,0-1,-1 0,-1 0,1-1,-2-1,0 1,0-1,-1 0,0-1,3-11,-5 16,-1 1,0-1,0 0,-1-1,0 1,0 0,-1-1,0 1,0-1,-1 1,-1-1,1 0,-1 1,-1-1,1 0,-6-5,1-1,-2 1,0 1,-1-1,0 1,-1 1,0 0,-1 0,0 1,-1 1,-2-2,-4 1,0 1,-1 1,0 0,-1 2,0 0,-8-1,2 3,-1 0,0 2,0 1,0 1,0 1,-8 2,-28-1,49 0,0 1,0 0,1 1,-1 0,1 1,0 0,0 1,0 1,1 0,0 1,0 0,0 1,1 0,0 0,1 2,0-1,0 1,1 1,1-1,-1 1,2 1,0 0,0 0,1 0,-4 11,4-3,1-1,0 1,1-1,2 1,0 0,1 1,0-1,4 20,-1-29,1-1,1 1,0-1,0 0,1 0,1 0,-1 0,1-1,1 0,0 0,0-1,1 0,0 0,0-1,1 0,0 0,0-1,1 0,-1-1,1 0,0 0,1-1,6 2,5 0,1-1,-1-1,1 0,0-2,1-1,-1-1,0-1,5-1,-13 1,0-1,0-1,0 0,-1-1,1-1,-1 0,0-1,0-1,-1 0,0-1,0 0,-1-1,0 0,4-4,-5 5,0-1,-1-1,0 1,-1-2,0 1,0-1,-1-1,0 1,-1-1,-1-1,0 1,0-1,-2-1,1 2,0 0,-1 0,-1-1,-1 0,1 0,-2 1,0-1,0 0,-1 0,-1 0,0 0,-1 0,-1 0,0 0,0 1,-1-1,-1 1,0 0,-4-6,-4 3,0 2,-2 0,1 0,-2 1,0 1,0 1,-1 0,0 1,0 1,-1 1,0 0,0 1,-1 1,-15-2,20 4,0 0,0 1,-1 0,1 1,-1 1,1 0,0 1,-1 1,1 0,0 0,0 2,0 0,0 1,0 0,1 0,0 2,0 0,1 0,0 1,0 1,1 0,-10 9,0 9,1 1,2 0,0 1,2 1,1 1,1 0,2 1,1 0,-4 27,0-3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2:14.9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1499 10313,'16'-3,"0"1,0-2,-1 0,1-1,-1 0,0-2,0 1,-1-2,0 0,9-8,-18 14,261-180,-235 160,-2-2,0 0,-2-2,0-1,-2-1,-1-1,-2-2,-1 0,15-30,87-229,-66 143,-2 18,-9 24,-5-3,15-64,112-624,-160 764,35-141,-8-2,1-75,-16-141,-19-104,-3 228,2 239,-16-503,-2 341,-4-48,10-10,11 41,-10-283,-47-353,44-49,6-274,0 963,-21-97,20 238,-3 0,-3 1,-2 0,-3 1,-2 2,-23-41,33 76,-1 0,-1 1,-1 0,-1 1,0 1,-2 0,-1 2,0 0,-1 1,-1 1,0 0,-1 2,-1 1,0 1,-11-4,5 4,-21-12,-1 3,-2 2,1 3,-2 2,0 2,-11 1,-22 5,-1 4,-65 8,84 2,1 3,0 4,-62 21,70-15,1 1,2 4,0 1,2 3,-20 16,47-24,1 2,0 0,2 2,1 0,2 2,0 0,2 2,1 0,1 2,-56 80,-35 29,51-68,3 2,-25 49,-84 199,153-293,1 1,1 0,2 0,1 1,1-1,2 1,1 0,1 0,3 6,7-85,-7 29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2:17.1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3296 148,'-6'-5,"-1"1,0 0,0 1,0-1,-1 1,1 0,-1 1,0 0,0 0,1 1,-9-1,-52-4,-1 3,-57 5,31-1,-710-42,681 41,0-7,-6-5,-120-8,-58 13,304 7,-89-11,0 5,0 3,-1 5,-39 7,82-2,4-2,1 3,0 1,1 2,0 2,-10 6,26-7,-131 69,155-78,0 1,0 0,1 0,-1 0,1 0,0 1,0 0,1-1,-1 1,1 1,0-1,1 0,-1 1,1 0,0-1,1 1,-1 0,1 0,0 0,1 0,-1 0,1 0,0 2,-1 4,0 1,0-1,1 0,1 0,0 1,0-1,1 0,1 0,0 0,1 0,0-1,1 1,0-1,0 0,2-1,-1 1,1-1,1 0,-1-1,2 0,2 3,16 3,1 0,0-2,1-1,0-2,1 0,0-2,1-1,0-2,25 2,24 1,-1-2,1-5,-1-2,1-4,-1-4,0-3,-1-4,48-16,4-4,2 6,0 5,2 7,45 2,-155 15,99-4,103-17,236-63,-184 16,-194 64,-136 5,19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2:18.4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1822 144,'-9'-5,"0"-1,0 1,0 1,0 0,-1 0,1 1,-1 0,0 0,0 1,0 1,0-1,0 2,0-1,-1 2,1-1,0 1,-10 3,0-3,-100 7,26-1,-1-4,-85-8,102-3,-55-5,-83 3,173 11,-1 2,1 1,0 2,0 2,1 2,0 2,0 2,-137 73,177-86,0 0,0 1,-1-1,1 0,0 1,0 0,0-1,1 1,-1 0,0 0,1 0,-1 0,1 0,0 0,-1 0,1 1,0-1,0 0,1 1,-1-1,0 1,1-1,-1 1,1-1,0 1,0-1,0 1,0-1,1 1,-1-1,0 1,1-1,0 1,0-1,0 0,0 1,0-1,0 0,0 0,1 1,-1-1,1 0,0-1,-1 1,1 0,8 5,1 0,-1-1,1 0,0-1,0-1,0 1,1-2,0 1,0-2,0 0,0 0,0-1,0 0,5-1,-1 1,201 10,183-15,-272 0,601-28,206-56,-862 75,-73 13,-1 0,1 0,0 0,-1 0,1 0,0 1,-1-1,1 0,0 0,-1 0,1 0,0 0,-1-1,1 1,0 0,-1 0,1 0,0 0,-1 0,1 0,0 0,0-1,-1 1,1 0,0 0,0 0,-1-1,1 1,0 0,0 0,-1-1,1 1,0 0,0-1,0 1,0 0,-1-1,1 1,0 0,0 0,0-1,0 1,0 0,0-1,0 1,0 0,0-1,0 1,0 0,0-1,0 1,0 0,0-1,1 1,-1 0,0-1,0 1,0 0,0-1,1 1,-1 0,0 0,0-1,1 1,-1 0,0 0,0 0,1-1,-1 1,-30-8,0 1,0 1,0 2,-24 0,15 0,-1235-154,1082 133,-1 7,-10 9,116 9,1 3,-1 5,2 3,-1 3,-63 22,139-34,-4 2,0-1,1 2,-1 0,1 0,0 1,0 1,0 0,1 1,0 0,-3 4,13-10,0 0,1 0,-1 0,1 0,-1 0,1 0,0 0,0 1,-1-1,2 0,-1 1,0-1,0 1,1-1,-1 1,1-1,0 1,0-1,0 1,0 0,0-1,1 1,-1-1,1 1,0-1,-1 0,1 1,0-1,0 0,1 1,-1-1,0 0,1 0,0 0,-1 0,1 0,0 0,0-1,1 2,85 59,-25-36,1-2,1-3,1-3,1-3,0-3,1-3,0-3,52-2,799 5,-901-9,859-30,-837 29,1-2,-1-2,0-1,-1-3,1-1,-2-2,0-1,1-2,-38 14,17-10,-18 11,0 0,-1 0,1 0,0 0,0 0,0 0,-1 1,1-1,0 0,0 0,-1 0,1 0,0 0,0-1,-1 1,1 0,0 0,0 0,0 0,-1 0,1 0,0 0,0 0,0 0,-1-1,1 1,0 0,0 0,0 0,0 0,-1-1,1 1,0 0,0 0,0 0,0-1,0 1,0 0,0 0,-1 0,1-1,0 1,0 0,0 0,0-1,0 1,0 0,0 0,0-1,0 1,0 0,0 0,1 0,-1-1,0 1,0 0,0 0,0-1,0 1,0 0,0 0,1 0,-1 0,0-1,0 1,-73-5,45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2:19.8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0 123,'3'-25,"11"36,53 178,69 221,-129-393,-58-299,37 223,-2 0,-2 2,-3 0,-3 1,-15-25,0 16,39 64,0 1,0-1,0 1,0 0,0-1,1 1,-1 0,0 0,0-1,0 1,0 0,0-1,1 1,-1 0,0-1,0 1,1 0,-1 0,0 0,0-1,1 1,-1 0,0 0,1 0,-1 0,0-1,1 1,-1 0,0 0,1 0,-1 0,0 0,1 0,-1 0,0 0,1 0,-1 0,0 0,1 0,-1 0,0 0,1 0,-1 1,0-1,1 0,-1 0,0 0,1 0,-1 1,0-1,0 0,1 0,-1 1,0-1,0 0,2 1,106 18,0-4,38-2,146 20,-279-31,-5-1,-1 0,1 0,0 0,-1 1,1 0,-1 1,0 0,0 0,0 0,0 1,0 0,-1 0,0 1,3 2,-8-5,0 0,0-1,0 1,0 0,0 0,0 0,-1 0,1 0,-1 1,1-1,-1 0,0 0,0 0,0 0,0 0,0 0,0 1,-1-1,1 0,-1 0,0 0,1 0,-1 0,0 0,0 0,0-1,0 1,-1 0,0 1,-46 50,45-50,-297 245,97-63,284-273,103-106,-179 184,-23 21,-378 237,367-230,25-13,19-13,283-166,-272 156,-21 12,-20 13,-264 175,224-144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2:32.0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3:14.2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2915 1018,'0'481,"30"-109,-23-308,32 655,-19-502,-8 96,-10-273,-2-40,0 0,-1-1,1 1,0 0,0-1,0 1,0 0,0-1,-1 1,1-1,0 1,0 0,0-1,0 1,0-1,0 1,0 0,0-1,0 1,1-1,-1 1,0 0,0-1,0 1,0 0,1-1,-1 1,0 0,0-1,0 1,1 0,-1-1,0 1,1 0,-1 0,0-1,1 1,-1 0,0 0,1 0,-1-1,0 1,1 0,-1 0,1 0,-1 0,0 0,1 0,-1 0,0 0,1 0,-1 0,1 0,-1 0,0 0,1 0,-1 0,1 0,-1 0,0 1,1-1,-1 0,0 0,1 0,-1 1,0-1,1 0,-1 0,0 1,1-1,-1-1,8-19</inkml:trace>
  <inkml:trace contextRef="#ctx0" brushRef="#br0" timeOffset="1615.649">3035 1205,'2'-1,"-1"0,0-1,0 1,1 0,-1 0,0 0,1 1,-1-1,1 0,-1 0,1 1,0-1,-1 1,1-1,0 1,-1 0,1 0,0 0,-1 0,1 0,0 0,1 0,-1 0,167 21,557 6,322-16,-71 10,-774-14,177 29,-65-10,303-15,-51 3,370-14,-925-1,-6 1,-1-1,0 1,1 0,-1 0,0 0,1 1,-1 0,0 0,1 0,-1 1,0 0,0 0,0 0,-1 0,1 1,0 0,-3 1,0 0,-1 1,1-1,-1 1,0-1,0 1,-1 0,1-1,-1 1,0 0,0-1,-1 1,1 0,-1-1,0 1,0 7,-26 251,26-135,6 0,13 79,-1-59,76 542,-58-513,23 50,20 110,-74-313,1-1,1 0,1 0,2 0,0-1,1 0,1-1,0 0,2-1,1-1,0 0,13 12,4-15,-21-19</inkml:trace>
  <inkml:trace contextRef="#ctx0" brushRef="#br0" timeOffset="3598.267">2995 3117,'-12'107,"12"-80,13 859,-14-827,9 128,-7-182,-1-1,1 1,0-1,1 1,-1-1,1 1,0-1,0 0,0 0,0 0,1 0,0 0,0 0,0 0,0-1,0 0,1 0,-1 0,1 0,0 0,0-1,0 1,0-1,1 0,-1-1,0 1,1-1,-1 0,3 1,18 0,1-1,0-1,-1-2,1 0,-1-2,15-3,-2 0,5 0,1 2,-1 1,1 3,33 3,328 30,730-31,172 0,-840 11,344-3,-230-37,-222 1,-46 3,4 14,61 10,-377 1,0-1,0 0,0 1,0-1,0 0,0 0,0 0,0 0,0 0,0 0,0 0,0 0,0 0,0 0,0-1,0 1,0 0,0-1,0 1,0-1,0 1,0-1,-1 1,1-1,0 0,0 1,-1-1,1 0,0 0,-1 1,1-1,0 0,-1 0,0 0,1 0,-1 0,1 0,-1 0,0 0,0 0,0 0,1 0,-1 0,0 0,0 0,0 0,-1 0,-36-148,-1 1,17 72</inkml:trace>
  <inkml:trace contextRef="#ctx0" brushRef="#br0" timeOffset="5254.097">5522 4587,'-2'-2,"-1"-3,2-1,4 0,4 2,2 1,0 0,-1-1</inkml:trace>
  <inkml:trace contextRef="#ctx0" brushRef="#br0" timeOffset="5859.727">4559 4427,'43'126,"-6"3,-6 1,1 37,-11 81,-10 0,-11 1,-12 13,3 3,3 758,8-922,1-69</inkml:trace>
  <inkml:trace contextRef="#ctx0" brushRef="#br0" timeOffset="6650.506">5643 4467,'-11'265,"8"562,-25 600,-23-759,51-659,8 45,-7-54,0 0,0 0,0 0,0 0,1 0,-1 0,0 0,0 0,0 0,0 0,0-1,1 1,-1-1,0 1,0-1,0 1,0-1,0 1,0-1,0 0,-1 0,1 1,0-1,0 0,0 0,-1 0,1 0,0 0,-1 0,1 0,-1 0,0 0,1 0,-1 0,1-1,21-39,-1-7</inkml:trace>
  <inkml:trace contextRef="#ctx0" brushRef="#br0" timeOffset="7369.831">6672 4347,'34'681,"-62"-96,5-208,12 766,12-842,-1-321</inkml:trace>
  <inkml:trace contextRef="#ctx0" brushRef="#br0" timeOffset="8033.467">7701 4534,'10'29,"-2"1,-1 0,-2 1,0-1,-2 1,-2 0,-1 18,1-23,0 860,-25 357,21-1036,9 1,27 150,-7-239,-25-117,-1 0,0 0,1 0,-1-1,1 1,0 0,0-1,0 1,0 0,0-1,0 1,0-1,0 1,0-1,1 0,-1 1,1-1,-1 0,1 0,-1 0,1 0,-1 0,1-1,0 1,0 0,1-1,11-5</inkml:trace>
  <inkml:trace contextRef="#ctx0" brushRef="#br0" timeOffset="9806.164">9920 5510,'13'-51,"-14"96,-12 491,13-413,1 111,-22 715,19-899,3-49,-1-1,1 1,0-1,-1 1,1-1,0 0,-1 1,1-1,0 0,0 0,-1 1,1-1,0 0,0 0,-1 0,1 0,0 0,0 0,0 0,-1 0,1 0,0 0,0-1,-1 1,1 0,0 0,-1-1,1 1,0 0,-1-1,1 1,0-1,-1 1,1-1,-1 1,1-1,-1 0,1 1,-1-1,1 1,-1-1,1 0,-1 0,6-3,8-3,0 2,0-1,0 2,1 0,0 1,0 0,0 1,0 1,0 0,0 1,13 2,-2-2,883 26,358-48,299 38,-1427-15,-110-9,-19-2</inkml:trace>
  <inkml:trace contextRef="#ctx0" brushRef="#br0" timeOffset="11386.621">10068 5616,'-8'3,"-51"10,57-13,1 0,-1 0,0 0,1 0,-1 0,0-1,1 1,-1-1,1 1,-1-1,0 0,1 1,0-1,-1 0,1 0,-1 0,1 0,0 0,0 0,0-1,-1 1,1 0,0-1,1 1,-1-1,0 1,0-1,1 1,-1-1,1 1,-1-1,1 1,-1-2,-7-116,1-9,-6 0,-11-34,-17-35,40 192,0 4,1 0,-1 0,0 1,1-1,-1 0,0 0,1 0,-1 0,1 0,-1 0,1 0,0 0,-1 0,1 0,0-1,0 1,0 0,0 0,0 0,0 0,0 0,0 0,0 0,1 0,-1 0,0 0,1 0,-1 0,1 0,-1 0,1 0,-1 0,1 0,0 0,-1 0,1 0,0 1,0-1,0 0,-1 0,1 1,0-1,0 1,0-1,0 1,0-1,0 1,0 0,0-1,1 1,-1 0,0 0,0 0,0 0,0 0,1 0,108 29,30-10,1-7,0-5,0-7,69-11,25-1,559-20,936 24,-1102 3,-564 12,-65-7,0 0,0-1,-1 1,1 0,0 0,0-1,0 1,0 0,-1 0,1 0,0 0,0 1,0-1,0 0,0 0,-1 1,1-1,0 1,0-1,0 1,0-1,0 1,0 0,0-1,0 1,1 0,-1 0,0 0,0 0,1-1,-1 1,0 0,1 0,-1 1,1-1,-1 0,1 0,-1 0,1 0,0 0,0 0,0 1,0-1,-1 0,1 0,1 0,-1 0,0 2,14 248,-48 399,32-355,24 174,-11-335,5-1,16 52,-23-149,-1-3,-1-1,-1 1,-2 0,0 28,-1-35,-2-25,-1 1,1-1,0 1,-1-1,1 1,-1-1,0 1,0 0,1-1,-1 1,0 0,0-1,0 1,-1 0,1-1,0 1,-1-1,1 1,-1-1,1 1,-1-1,0 1,1-1,-1 1,0-1,0 0,0 1,0-1,-1 0,1 0,0 0,0 0,-1 0,1 0,0 0,-1 0,1-1,-2 2,-140 27,102-24</inkml:trace>
  <inkml:trace contextRef="#ctx0" brushRef="#br0" timeOffset="12359.914">11043 5416,'-6'9,"1"0,0 1,1-1,0 1,0 0,1 0,0 0,1 1,0-1,0 7,9-39,-6 7,-2 1,1-1,-2 1,0 0,0 0,-2-1,1 2,-2-1,0 0,-1 1,0 0,-1 0,0 1,-1 0,0 0,-1 1,0 0,-1 0,-1 1,1 1,-1-1,-1 2,4 2,1 1,-1 1,0-1,0 1,-1 1,1-1,-1 1,1 1,-1 0,0 0,-5 0,10 2,0 0,0 0,0 0,0 0,0 1,0 0,1 0,-1 0,0 0,0 0,1 1,-1-1,1 1,-1 0,1 1,0-1,0 0,0 1,0 0,0-1,0 1,1 0,-1 1,1-1,0 0,0 1,0 1,-4 12,0 1,2 0,0 1,1-1,1 0,0 1,2 0,0-1,1 1,1 0,0-1,2 0,3 11,-2-3,1 1,1-1,1-1,1 1,1-1,2-1,0 0,2-1,0 0,2-1,0 0,2-2,0 0,1-1,3 1,-16-15,0-1,0 1,1-1,-1-1,1 1,0-1,0 0,0-1,0 0,0 0,1 0,-1-1,0 0,1-1,-1 0,1 0,-1 0,1-1,-1 0,1 0,-1-1,0 0,3-1,98-65,-75 41</inkml:trace>
  <inkml:trace contextRef="#ctx0" brushRef="#br0" timeOffset="12837.829">11405 5416,'-3'-7,"1"3,0 0,1-1,-1 1,1-1,0 1,0-1,0 0,1 1,0-1,0 0,0 1,0-1,1 0,0 1,0-1,8 29,-8 153,-3-130,1 0,3 0,1 0,3-1,2 4,-6-43,-1 0,1 0,1 0,-1 0,1 0,0 0,0-1,1 0,0 1,0-1,1-1,0 1,0-1,0 1,0-2,1 1,0 0,0-1,0 0,0-1,1 1,-1-1,1-1,0 1,0-1,0 0,0 0,4-1,35 2,0-1,1-3,-1-2,0-2,46-11,-48 9,-13 2</inkml:trace>
  <inkml:trace contextRef="#ctx0" brushRef="#br0" timeOffset="13500.142">12620 5376,'0'0,"0"-1,0 0,0 1,0-1,0 1,0-1,-1 1,1-1,0 1,0-1,-1 0,1 1,0-1,-1 1,1 0,0-1,-1 1,1-1,-1 1,1 0,-1-1,1 1,-1 0,1-1,-1 1,1 0,-1 0,1-1,-1 1,0 0,1 0,-1 0,1 0,-1 0,0 0,1 0,-1 0,1 0,-1 0,0 0,1 0,-1 0,1 1,-1-1,1 0,-1 0,1 1,-1-1,1 0,-1 1,1-1,-1 0,1 1,-1-1,1 1,0-1,-1 1,1-1,0 1,-1-1,1 1,0-1,0 1,0-1,-1 1,1 0,0-1,-1-4,-1-1,1 0,-1 1,0-1,0 1,-1 0,1-1,-1 1,0 1,0-1,0 0,-1 1,1-1,-1 1,0 0,0 0,0 1,0-1,-1 1,-3-2,-96-28,85 28,-1 0,1 2,-1 0,0 2,0 0,0 1,1 0,-1 2,1 1,-1 0,1 1,0 1,1 1,-2 1,14-4,1 0,-1 1,1-1,-1 1,1 1,1-1,-1 0,1 1,0 0,0 0,0 1,1-1,0 1,1-1,-1 1,1 0,1 0,-1 0,1 0,0 0,0 5,0 13,1 0,2 0,0 0,1 0,5 14,-2-7,2 0,1-1,2 0,1-1,15 27,-21-45,1 0,1 0,0-1,1 0,0 0,0-1,1 0,0-1,1 0,0 0,1-1,0-1,0 0,0-1,1 0,11 1,1-2,-1 0,1-2,0-1,0 0,0-2,0-1,0-1,0-1,-1-2,1 0,-1-1,0-2,19-8,-4 0,-11 2</inkml:trace>
  <inkml:trace contextRef="#ctx0" brushRef="#br0" timeOffset="15170.304">7728 5403,'-3'0,"1"0,-1 1,0 0,0-1,0 1,1 0,-1 0,0 1,1-1,-1 0,1 1,-1 0,1-1,0 1,0 0,0 0,0 0,0 1,0-1,0 0,1 1,-1-1,1 1,0-1,0 1,0 0,0 0,0-1,0 1,1 0,0 0,-1 0,1 0,0 0,0 0,1 0,-1-1,0 1,1 0,0 0,0 0,0-1,0 1,0 0,0-1,1 1,-1-1,1 1,0-1,0 0,0 0,0 0,0 0,0 0,0 0,1 0,2-1,0 1,0-1,0 0,0 0,0 0,0-1,0 0,1 0,-1 0,0 0,0-1,0 0,0 0,0 0,0-1,0 0,0 0,0 0,2-2,-4 2,0 1,0 0,0-1,-1 0,1 0,-1 1,0-2,1 1,-1 0,0 0,0-1,0 1,0-1,-1 1,1-1,-1 0,0 0,1 0,-1 0,0 1,-1-2,1 1,-1 0,1 0,-1 0,0 0,0 0,0 0,0 0,-1 0,1 0,-2-3,-2-1,-1 1,0 0,0 0,0 1,-1-1,1 1,-1 0,-1 1,1 0,-1 0,1 0,-1 1,0-1,0 2,-1-1,1 1,-1 0,1 1,-1-1,1 2,-1-1,0 1,-5 0,10 0,0 0,0 0,0 0,0 0,0 0,0 0,0 1,0-1,0 1,0 0,0 0,0 0,0 1,1-1,-1 0,1 1,-1 0,1 0,-1 0,1 0,0 0,0 0,0 0,0 1,0-1,0 1,1 0,-1-1,1 1,0 0,0 0,0 0,0 0,1 0,-1 0,1 0,-1 0,1 0,0 0,0 0,0 0,1 0,-1 0,1 0,0 0,0 0,0 0,0-1,0 1,1 0,0 1,3 0,-1-1,2 1,-1-1,0 0,1 0,-1-1,1 1,0-1,0 0,0-1,0 0,0 0,0 0,0 0,0-1,1 0,-1-1,0 1,0-1,0 0,2-1,20-21,-21 9,-4 12,0-1,0 1,0 1,0-1,1 0,-1 1,0-1,1 1,-1 0,1 0,-1 1,1-1,-1 1,1-1,-1 1,1 0,1 1,8-2,759-50,-557 33,46 9,11 0,-16 6,-146 17,10-1,-103-13,-16 0,-35-1,5-1,-2-1</inkml:trace>
  <inkml:trace contextRef="#ctx0" brushRef="#br0" timeOffset="16842.598">6778 5843,'-5'-1,"-1"1,0-1,0 1,1 0,-1 0,0 0,0 1,1 0,-1 0,1 0,-1 1,1 0,-1 0,1 1,0-1,0 1,0 0,0 0,0 1,1-1,0 1,0 0,0 1,0-1,0 0,1 1,0 0,-2 4,3-6,1 1,0-1,0 0,1 1,-1-1,0 1,1-1,0 0,0 1,0-1,1 1,-1-1,1 0,-1 1,1-1,0 0,1 1,-1-1,0 0,1 0,0 0,0 0,0 0,0-1,0 1,0-1,1 1,-1-1,1 0,0 0,0 0,-1 0,1 0,1 0,-1-1,3 1,-1-1,0 0,1 0,0-1,-1 1,1-1,-1 0,1-1,-1 1,1-1,-1 0,1-1,-1 1,0-1,0 0,0-1,0 1,0-1,0 0,0 0,-1 0,0-1,1 1,-1-1,-1 0,1-1,-1 1,1 0,-1-1,0 0,-1 0,1 0,0-2,-3 5,0 0,0-1,0 1,0 0,0-1,-1 1,1 0,-1 0,1-1,-1 1,0 0,0 0,0 0,0 0,0 0,0 0,-1 0,1 0,0 0,-1 0,0 1,1-1,-1 1,0-1,0 1,0 0,0 0,0 0,0 0,0 0,-68-22,63 22,-1-1,1 1,0 0,0 1,-1 0,1 0,0 0,-1 1,1 0,0 1,0-1,0 1,0 1,0-1,1 1,-1 1,1-1,-1 1,1 0,0 0,0 1,5-4,0 0,0 0,0 0,0 1,0-1,1 0,-1 0,0 0,0 1,1-1,-1 0,1 1,-1-1,1 1,0-1,-1 0,1 1,0-1,0 1,0-1,0 1,0-1,1 1,-1-1,0 0,1 1,-1-1,1 1,-1-1,1 0,0 0,-1 1,1-1,0 0,0 0,0 0,0 0,0 0,0 0,0 0,0 0,0 0,1 0,-1-1,0 1,1 0,0 0,68 20,-4-15,0-3,50-5,-32 1,1275-1,-733-12,-266 4,-147 8,-12 29,-172-27,-35 0</inkml:trace>
  <inkml:trace contextRef="#ctx0" brushRef="#br0" timeOffset="18470.713">5589 6339,'1'12,"0"0,1-1,1 1,0 0,1-1,0 1,0-1,1 0,1 0,0-1,0 0,1 0,6 7,-11-15,0-1,-1 0,1 1,0-1,0 0,0 0,0 0,0-1,0 1,0 0,0-1,0 0,1 1,-1-1,0 0,0 0,0 0,0 0,1 0,-1-1,0 1,0-1,0 1,0-1,0 0,0 0,0 0,0 0,0 0,0 0,-1-1,1 1,0 0,-1-1,1 1,-1-1,0 0,1 0,-1 1,1-3,1 0,1-1,-1 0,0 0,-1 0,1 0,-1 0,0-1,0 1,-1-1,0 1,0-1,0 0,0 1,-1-1,0-3,-1 7,1-1,-1 1,0 0,0 0,0-1,0 1,0 0,0 0,-1 0,1 0,-1 0,1 0,-1 0,0 1,0-1,1 1,-1-1,0 1,-1 0,1-1,0 1,0 0,0 0,-1 1,1-1,0 0,-1 1,1 0,-1-1,1 1,-3 0,-1 0,-1 0,1 0,-1 1,1-1,0 2,-1-1,1 1,0 0,0 0,0 0,-4 3,5-2,0 0,0 0,0 1,0-1,0 1,1 0,0 1,0-1,0 1,1 0,-1 0,1 0,0 0,0 0,1 1,0-1,0 1,0 0,1-1,-1 1,1 0,1 1,0-5,1 0,-1 0,1 0,0 0,0 0,0 0,0-1,0 1,0 0,0 0,1-1,-1 1,0-1,1 1,0-1,-1 1,1-1,0 0,0 0,-1 0,1 0,0 0,0-1,0 1,0 0,0-1,0 1,1-1,-1 0,64 5,281-45,131-6,369 48,-76-10,67 8,-503 14,-27-14,-111 27,-78-28,-142 9,-2-6,-2 0</inkml:trace>
  <inkml:trace contextRef="#ctx0" brushRef="#br0" timeOffset="20722.878">4680 6914,'-11'45,"10"-41,0 0,0 0,1 0,-1 0,1 0,-1 0,1 0,1-1,-1 1,0 0,1 0,0 0,0 0,0 0,0-1,1 1,0 0,-1-1,1 1,1-1,-1 0,0 0,1 0,-1 0,1 0,0 0,0-1,0 1,3 0,0 0,0-2,0 1,1-1,-1 1,1-2,-1 1,1-1,0 0,-1 0,1-1,-1 0,1 0,-1-1,6-1,-9 2,0 0,1 0,-1 0,0-1,0 1,-1-1,1 1,0-1,0 0,-1 0,1 0,-1-1,0 1,0 0,0-1,0 0,0 1,0-1,-1 0,1 0,-1 0,0 0,0 0,0 0,0 0,0-1,-1 1,0 0,1 0,-1-3,-1 3,1 1,-1-1,0 0,0 0,0 0,0 1,0-1,-1 0,1 1,-1-1,0 1,0 0,0-1,0 1,0 0,0 0,0 0,-1 1,1-1,-1 1,1-1,-1 1,0 0,1 0,-1 0,0 0,-2 0,-81-7,31 32,54-23,-1 0,1 0,0 0,0 0,0 0,-1 0,1 1,0-1,1 0,-1 1,0-1,0 1,0-1,1 1,-1-1,1 1,-1 0,1-1,0 1,0 0,0-1,0 1,0 0,0-1,0 1,0-1,0 1,1 0,-1-1,1 1,-1-1,1 1,0-1,0 2,3 0,0 1,0-1,0 0,0 0,1-1,-1 1,1-1,0 0,-1 0,1-1,0 1,0-1,0 0,0 0,0-1,0 0,0 1,1-2,-1 1,-2 0,28 1,0-1,-1-2,1-1,-1-1,0-2,28-9,145-14,-12 13,0 8,165 15,-80 0,1586-7,-987 27,-307-28,-475 15,-26 2,-56-13</inkml:trace>
  <inkml:trace contextRef="#ctx0" brushRef="#br0" timeOffset="24942.568">14199 6152,'415'-25,"-254"11,167-2,-325 16,-2 0,0 1,-1-1,1 0,0 0,-1 1,1-1,0 0,-1 0,1 0,0 0,-1 0,1 0,0 0,-1 0,1 0,0 0,-1 0,1 0,0 0,-1-1,1 1,0 0,-1-1,1 1,-1 0,1-1,-1 1,1-1,-1 1,1 0,-1-1,1 1,-1-1,1 0,-1 1,0-1,1 1,-1-1,0 0,1 1,-1-1,0 0,0 1,0-1,0 0,0 1,0-1,0 0,0 1,0-1,0 0,0 1,0-1,0 0,-28-202,22 133,-35-691,31 638,-6-1,-5 2,-23-69,4 39,7-1,7-2,4-20,4-277,6 177,3 83,9-84,23-139,-15 309,4 0,25-99,-18 102,-4-1,-5 0,-4-84,7-148,1 142,18-78,-17 171,-7 65,-3-1,-1 0,-1-1,-3-29,0 65,0 1,0-1,0 0,0 0,0 0,-1 0,1 1,-1-1,1 0,-1 0,0 1,1-1,-1 0,0 1,0-1,0 1,0-1,0 1,-1 0,1-1,0 1,-1 0,1 0,-1 0,1 0,-1 0,1 0,-1 0,0 0,0 1,1-1,-1 1,0-1,0 1,0 0,1 0,-1 0,0 0,0 0,0 0,0 0,-251 36,113-28,-104-8,106-1,-76 1,-694-14,-184-8,127 17,340-35,128 4,-107 7,88 9,144-3,196 10,153 12,-45 8,65-4,0 0,1 0,-1 0,1 0,0 1,0-1,0 1,0 0,0-1,1 1,0 0,0 0,0 0,0 0,1 0,-1 0,1 3,-1 3,-8 69,4 1,3 0,4 0,-1 3,0 285,10-303,-13-68,-1 0,1 0,-1 0,0 1,0-1,0 1,0-1,0 1,0 0,-1 0,1 1,0-1,-1 1,0 0,1 0,-1 0,0 0,0 0,1 1,-1 0,0 0,0 0,0 0,0 0,1 1,-1 0,0 0,0 0,1 0,-1 0,1 1,-1-1,1 1,0 0,-1 0,0 1,-2 8,0 0,0 0,1 1,0-1,1 1,0 0,1 1,1-1,0 0,0 1,1-1,1 1,0-1,1 1,1 3,-3-11,1 0,0 0,1 0,-1 0,1 0,0 0,1 0,-1 0,1 0,0 0,0-1,0 1,1-1,-1 1,1-1,0 0,1 0,-1 0,1-1,-1 1,1-1,0 0,0 0,1 0,-1 0,1-1,-1 0,5 2,4-2,1 0,-1 0,1-1,-1-1,1 0,-1-1,1-1,-1 0,1 0,-1-2,0 0,0 0,-1-1,1 0,-1-1,0-1,-1 0,4-3,-8 1,-1 1,0-1,-1 0,0 0,-1 0,0-1,0 1,-1-1,0 0,-1 0,0 0,0-1,-1 1,-1 0,1-1,-2 1,1 0,-2-1,1 1,-2 0,1 0,-1 0,0 0,-4-6,5 13,1-1,-1 0,-1 1,1-1,0 1,-1 0,0-1,0 1,0 0,0 1,0-1,0 1,-1-1,1 1,-1 0,0 0,0 1,0-1,0 1,0 0,0 0,0 0,0 0,0 1,0-1,0 1,0 0,-1 1,1-1,0 1,0 0,0 0,0 0,0 0,-3 2,-11 3,0 1,0 0,1 2,1 0,-1 1,1 0,1 1,0 1,1 1,0 0,1 1,0 0,1 1,-2 4,1 1</inkml:trace>
  <inkml:trace contextRef="#ctx0" brushRef="#br0" timeOffset="26219.455">7928 1967,'-4'58,"2"1,2 0,3-1,5 23,-3-25,-4-14,-1-42,1-1,-1 1,0 0,0 0,1-1,-1 1,0 0,0-1,0 1,0-1,0 1,1 0,-1-1,0 1,0 0,0-1,0 1,0-1,0 1,0 0,0-1,-1 1,1 0,0-1,0 1,0 0,0-1,0 1,-1 0,1-1,0 1,0 0,0-1,-1 1,1 0,0 0,0-1,-1 1,1 0,0 0,-1-1,1 1,0 0,-1 0,1 0,0 0,-1 0,1-1,-1 1,1 0,0 0,-1 0,1 0,0 0,-1 0,1 0,-1 0,1 1,0-1,-1 0,1 0,0 0,-1 0,1 0,0 1,-1-1,1 0,0 0,-1 0,1 1,-10-56,2 0,2-1,3 0,2 0,3-9,14-53,-15 113,1 0,0 0,1 1,-1-1,1 0,0 1,0 0,0-1,1 1,-1 1,1-1,0 0,0 1,1 0,-1 0,0 0,1 0,0 1,0 0,0 0,0 0,4 0,0 0,0 1,0 0,0 0,0 1,0 0,0 1,1 0,-1 0,-1 1,1 0,0 1,0 0,-1 0,1 1,-1 0,0 0,0 1,-1 0,0 1,1-1,-2 1,1 1,-1-1,0 1,0 0,-1 1,0-1,0 1,0 0,2 9,-5-14,-1 1,0 0,0 0,-1 0,1-1,-1 1,0 0,0 0,0 0,0 0,-1 0,1 0,-1 0,0-1,0 1,-1 0,1 0,-1-1,0 1,0-1,0 0,0 1,0-1,-1 0,0 0,1-1,-1 1,0-1,0 1,-1 0,-7 3,0 1,0-1,-1-1,1 0,-1-1,0 0,0-1,-11 2,-85 10,107-14,0 0,1 0,-1 1,0-1,0 0,1 0,-1 0,1 1,-1-1,1 0,-1 1,1-1,0 0,0 1,0-1,0 0,0 1,0-1,0 0,0 1,0-1,0 0,1 1,-1-1,1 0,-1 1,1-1,-1 0,1 0,0 0,0 1,0-1,-1 0,1 0,0 0,0 0,0-1,0 1,1 0,-1 0,0 0,0-1,2 1,-3-1,17 17,1-1,1-1,0 0,1-2,1 0,0-2,1 0,0-1,0-1,1-2,0 0,1-1,-1-1,1-1,0-2,0 0,0-1,16-3,-15 0,-7-2</inkml:trace>
  <inkml:trace contextRef="#ctx0" brushRef="#br0" timeOffset="26574.321">7741 1646,'23'-3,"21"-2,21-1,16-1,12-2,6 0,0 0,-8 1,-13 2,-14 3,-19 3,-23 2,-26 3,-10 0</inkml:trace>
  <inkml:trace contextRef="#ctx0" brushRef="#br0" timeOffset="27336.078">5162 2034,'0'18,"0"17,-3 13,0 6,-2 4,-3 0,0-2,0-7,1-6,1-9,4-12,3-10</inkml:trace>
  <inkml:trace contextRef="#ctx0" brushRef="#br0" timeOffset="27638.229">5121 2167,'11'18,"9"11,7 7,7 2,1-1,-1-2,-1-5,-4-5,-4-7,-5-6,-3-6,-5-3</inkml:trace>
  <inkml:trace contextRef="#ctx0" brushRef="#br0" timeOffset="27883.658">5441 2021,'-2'-10,"-1"3,0 8,1 14,1 13,-1 13,4 9,3 7,1 3,2-2,1-4,2-6,-1-12</inkml:trace>
  <inkml:trace contextRef="#ctx0" brushRef="#br0" timeOffset="28301.687">5576 2555,'51'-288,"-51"287,-5-61,10 69,6-1,0-2,0 1,1-1,-1-1,1 0,0-1,0 0,8 0,-9-1,0 0,0 1,0 0,0 1,0 0,0 1,-1 0,1 1,-1 0,1 1,-7-1,0 0,-1 1,1-1,-1 1,-1 0,1 0,-1 0,0 0,0 0,0 1,-1-1,0 0,0 1,-1-1,0 1,0-1,0 1,-1-1,0 1,0-1,-1 0,0 1,0-1,0 0,-1 0,0 0,-5 25,7-27,0-2,0 0,0 1,0-1,1 0,-1 1,1-1,-1 0,1 1,0-1,0 1,0-1,0 1,0-1,0 0,1 1,-1-1,1 0,0 1,0-1,0 0,0 0,0 0,0 1,0-1,1 0,-1-1,1 1,0 0,-1 0,1-1,2 2,8 0,1 0,0-1,0-1,0 0,0-1,0 0,0-1,0-1,0 0,0-1,7-2,-19 5,121-30,-67 14</inkml:trace>
  <inkml:trace contextRef="#ctx0" brushRef="#br0" timeOffset="29260.447">5001 2823,'13'270,"-12"-148,4-84,-5-37,1-1,-1 1,0-1,1 1,-1-1,0 1,1-1,-1 1,0-1,1 1,-1-1,1 0,-1 1,1-1,-1 0,1 1,0-1,-1 0,1 0,-1 1,1-1,-1 0,1 0,0 0,-1 0,1 0,-1 0,1 0,0 0,-1 0,1 0,-1 0,1-1,0 1,-1 0,1 0,-1 0,1-1,-1 1,1 0,-1-1,1 1,-1-1,1 1,-1 0,1-1,-1 1,0-1,1 1,-1-1,0 1,1-1,-1 1,0-1,0 0,0 1,34-37,-30 30,0 0,1 1,0 0,0-1,1 2,-1-1,1 1,0 0,1 0,-1 0,1 1,0 0,0 0,1 1,-1 0,1 0,-1 1,1 0,0 0,0 1,0 0,0 0,0 1,2 0,-6 2,1 0,-1 0,0 0,1 1,-1-1,0 1,-1 0,1 0,-1 1,1-1,-1 1,0-1,0 1,0 0,-1 0,1 1,-1-1,0 0,0 1,-1-1,1 1,-1 0,0-1,0 1,-1 4,1-5,0 0,0 0,-1 0,0 1,0-1,0 0,0 0,-1 0,1 0,-1 0,0 1,-1-1,1-1,-1 1,1 0,-1 0,0 0,-1-1,1 1,0-1,-1 0,0 0,0 0,0 0,0 0,0-1,-1 1,1-1,-4 2,3-3,-1 0,0-1,0 1,1-1,-1 0,0 0,0 0,0-1,1 1,-1-1,0 0,1-1,-1 1,1-1,-1 0,1 0,0-1,-1 1,1-1,1 0,-1 0,0 0,1 0,-1-1,1 1,0-1,0 0,1 0,-1 0,1 0,0-1,0 1,0-1,1 1,-1-1,1-3,0 6,1-1,0 1,0 0,1-1,-1 1,0 0,1-1,0 1,-1 0,1 0,0-1,0 1,0 0,0 0,1 0,-1 0,1 0,-1 0,1 1,-1-1,1 0,0 1,0-1,0 1,0 0,0 0,2-1,64-27,-62 27,49-16,5-3,1 3,0 2,6 2,-66 13,1 1,0-1,0 1,0-1,0 1,-1 0,1-1,0 1,0 0,0 0,0 0,0 1,0-1,0 0,0 1,-1-1,1 1,0 0,0-1,0 1,-1 0,1 0,-1 0,1 0,0 1,-1-1,0 0,1 1,-1-1,0 1,0-1,0 1,0-1,0 1,0 0,0 0,-1-1,1 1,-1 144,0-144,1-1,-1 1,0 0,1 0,-1-1,1 1,-1 0,1-1,0 1,0-1,0 1,0-1,0 1,0-1,0 0,0 1,0-1,1 0,-1 0,0 0,1 0,-1 0,1 0,0 0,-1-1,1 1,0 0,-1-1,1 1,0-1,-1 0,1 0,0 0,0 1,-1-2,1 1,0 0,0 0,-1 0,1-1,0 1,1-1,11-5</inkml:trace>
  <inkml:trace contextRef="#ctx0" brushRef="#br0" timeOffset="30471.898">5402 2823,'8'0,"42"-1,0 3,0 1,-1 3,8 3,-44-6,-1 0,1 0,-1 1,0 1,0 0,-1 1,0 0,1 0,-2 1,1 1,-1 0,-1 0,1 1,-1 0,-1 1,0 0,0 0,4 8,-6-4,0 0,-1 1,0 0,-2 0,1 0,-2 0,0 1,-1-1,-1 10,3 12,-4-34,1 0,0 0,0 0,0 0,1-1,-1 1,0 0,1 0,0 0,0 0,0-1,0 1,0 0,0-1,1 1,0-1,-1 1,1-1,0 0,0 1,0-1,0 0,0-1,1 1,-1 0,1-1,-1 1,1-1,-1 1,1-1,0 0,0-1,-1 1,1 0,0-1,0 1,0-1,0 0,1 0,6-3,0 0,-1-1,1-1,-1 1,0-1,0-1,-1 0,1 0,-1-1,-1 1,1-2,-1 1,0-1,-1 0,0-1,0 1,2-7,25-63,-33 107,0-25,0 0,0 0,0 1,1-1,-1 0,1 0,0 0,0 0,0 0,1 0,-1 0,1 0,0-1,0 1,0-1,1 1,-1-1,1 0,0 0,0 0,0 0,0 0,1-1,-1 0,1 1,-1-1,1 0,0-1,0 1,2 0,14 3,0-1,1-2,0 1,-1-2,1-1,0-1,0 0,-1-2,1 0,-1-1,0-2,1 0,-9 3,0 0,0-1,0 0,-1-1,0 0,0-1,0-1,0 1,-1-2,0 1,-1-2,0 1,6-7,-13 13,-1 0,1 0,-1 0,0-1,0 1,0 0,0 0,0-1,0 1,0-1,-1 1,1 0,-1-1,0 1,0-1,0 1,0-1,0 1,0-1,-1 1,1-1,-1 1,1-1,-1 1,0 0,0-1,0 1,-1 0,1 0,0 0,-1 0,0 0,1 0,-1 0,0 1,0-1,-1-1,-4-1,1-1,-1 1,0 1,0-1,-1 1,1 1,-1-1,1 1,-1 0,0 1,-4-1,8 1,0 0,0 1,0-1,0 1,0-1,0 1,0 1,1-1,-1 0,0 1,0 0,0 0,0 0,0 0,1 1,-1-1,1 1,-1 0,1 0,0 0,-1 1,1-1,0 1,1 0,-1 0,0 0,1 0,0 0,-1 0,1 1,0-1,1 1,-1-1,0 2,2 0,-1 0,1-1,-1 1,1 0,1-1,-1 1,1 0,-1-1,1 1,1-1,-1 1,1-1,-1 1,1-1,1 0,-1 0,0 0,1 0,0-1,0 1,0-1,0 1,1-1,-1 0,1 0,0-1,0 1,0-1,0 0,0 0,1 0,-1 0,1-1,-1 0,1 0,-1 0,1 0,0-1,-1 0,1 0,0 0,-1 0,1-1,-1 0,1 0,0 0,-1 0,0-1,1 0,60-49,-53 39,-11 12,1-1,-1 1,1-1,-1 1,1 0,-1 0,1 0,0 0,-1 0,1 0,-1 0,1 0,-1 0,1 1,0-1,-1 1,1-1,-1 1,0 0,1-1,-1 1,1 0,-1 0,0 0,0 0,0 0,0 0,1 1,-1-1,-1 0,1 0,0 1,0-1,0 1,-1-1,1 1,-1-1,1 1,-1-1,1 2,6 7,-6-6,1-1,1 1,-1-1,1 0,-1 0,1 0,0 0,0 0,0-1,0 1,1-1,-1 0,1 0,-1 0,1 0,0-1,-1 0,1 1,0-1,0 0,0-1,0 1,0-1,0 0,0 0,0 0,0-1,0 1,0-1,0 0,0 0,0 0,0-1,0 1,-1-1,1 0,-1 0,1 0,-1 0,0-1,0 0,0 1,2-4,1-5,-1 0,0 0,-1-1,-1 0,1 0,-2 0,0 0,0-5,-1 6,1 1,-1 0,2-1,-1 1,1 0,1 0,0 1,0-1,1 1,0 0,5-6,-5 11,-1 0,1 1,0-1,0 1,0 0,1 1,-1 0,1-1,-1 2,1-1,0 1,0 0,0 0,-1 0,1 1,0 0,0 0,0 0,0 1,0 0,0 0,-1 1,1-1,0 1,-1 1,1-1,-1 1,3 1,-5 1,0 0,0 0,0 0,-1 1,0-1,0 1,0-1,-1 1,1 0,-1 0,-1-1,1 1,-1 0,0 0,-1 0,1 0,-1 0,0-1,0 1,-1 0,0-1,0 1,0-1,-2 3,-1 8,1-4,0 1,0 0,2 0,-1 1,2-1,-1 0,2 1,0 6,1-17,0 0,0 0,0 0,0 0,0 0,0 0,1 0,0-1,-1 1,1-1,0 1,0-1,1 0,-1 0,0 0,1 0,-1 0,1 0,0-1,-1 1,1-1,0 1,0-1,0 0,0-1,0 1,1 0,87 3,99-42,-159 27</inkml:trace>
  <inkml:trace contextRef="#ctx0" brushRef="#br0" timeOffset="31327.067">2822 2716,'121'51,"-100"-45,1 1,-2 0,1 2,-1 1,-1 0,1 1,-2 2,0-1,0 2,-1 1,-1 0,0 1,-1 0,6 10,-18-20,1 0,-1-1,0 2,0-1,0 0,-1 0,0 1,0-1,-1 1,0 0,0-1,0 1,-1 0,0 0,-1-1,1 1,-1 0,0-1,-1 1,0-1,0 1,0-1,-1 0,0 1,0-1,0-1,-3 3,-9 3,-1 0,0-2,0 0,-1 0,-1-2,1 0,-1-1,-1-1,1-1,-17 2,-35 13,70-19,-1 0,1 0,0 0,0 0,0 1,0-1,-1 0,1 0,0 0,0 0,0 1,0-1,0 0,0 0,-1 0,1 1,0-1,0 0,0 0,0 1,0-1,0 0,0 0,0 0,0 1,0-1,0 0,0 0,0 1,0-1,0 0,0 0,1 0,-1 1,0-1,0 0,0 0,0 0,0 1,0-1,1 0,-1 0,0 0,0 0,0 1,0-1,1 0,-1 0,0 0,0 0,0 0,1 0,-1 0,0 0,0 0,0 1,1-1,-1 0,0 0,0 0,1 0,-1 0,0 0,0-1,1 1,-1 0,0 0,0 0,0 0,1 0,12 3</inkml:trace>
  <inkml:trace contextRef="#ctx0" brushRef="#br0" timeOffset="31665.12">3797 2849,'-11'-7,"0"1,-1 0,1 0,-2 1,1 1,0 0,-1 1,0 0,-2 1,10 1,0 1,0-1,-1 2,1-1,0 0,0 1,0 0,0 0,0 0,0 1,0 0,1 0,-1 0,0 1,1-1,0 1,-1 0,1 0,0 0,1 1,-1 0,1 0,-1-1,0 3,0 0,0 1,0-1,1 1,0-1,0 1,1 0,-1 0,2 0,-1 1,1-1,0 0,0 1,1-1,0 1,0-1,1 0,0 1,1-1,-1 0,1 0,1 0,-1 0,1 0,0 0,1-1,-1 1,1-1,1 0,-1 0,1 0,0-1,0 0,1 0,0 0,7 2,1-1,-1 0,1-1,1 0,-1-1,1-1,-1 0,1-1,0-1,0 0,0-1,-1-1,1 0,0-1,0 0,-1-1,1-1,-1-1,0 0,0 0,-1-1,1-1,-1-1,6-4,15-10</inkml:trace>
  <inkml:trace contextRef="#ctx0" brushRef="#br0" timeOffset="31932.446">4119 2769,'-3'7,"0"7,1 7,-1 7,2 7,0 3,0 2,1 1,0 1,0-5,0-4,3-8,2-8,5-7,1-5</inkml:trace>
  <inkml:trace contextRef="#ctx0" brushRef="#br0" timeOffset="32219.664">4346 2809,'-1'9,"-89"66,75-66,2 1,0 0,0 1,1 0,0 1,1 1,0-1,1 2,0 0,8-11,0 0,1-1,-1 1,1 0,0 0,0 0,0 0,0 0,1 0,-1 0,1 0,-1 0,1 0,0 0,1 0,-1 1,0-1,1 0,0 0,-1 0,1 0,1 0,-1-1,0 1,1 0,-1 0,1-1,0 1,0-1,0 1,0-1,0 0,0 0,1 0,1 1,14 6,-1-1,2-1,-1-1,1-1,-1 0,1-1,1-1,-1-1,0-1,1 0,12-2,-23 1,137-1,-115 0</inkml:trace>
  <inkml:trace contextRef="#ctx0" brushRef="#br0" timeOffset="33008.928">522 3023,'0'0,"0"0,0 1,0-1,0 0,0 0,0 0,0 1,1-1,-2 0,1 0,0 0,0 0,0 1,0-1,0 0,0 0,0 0,0 1,0-1,0 0,0 0,0 0,0 0,-1 1,1-1,0 0,0 0,0 0,0 0,0 0,-1 1,151 13,579-14,-570-3,122-5,314 1,-565 7,-14 0,0 0,0 1,0 1,0 0,0 1,14 4,-31-7,1 0,-1 0,1 0,-1 0,1 0,-1 0,1 0,-1 1,1-1,0 0,-1 0,1 0,-1 0,1 1,-1-1,1 0,0 0,-1 1,1-1,0 0,-1 1,1-1,0 0,-1 1,1-1,0 1,0-1,0 0,-1 1,1-1,0 1,0-1,0 1,0-1,0 1,0-1,0 1,0-1,0 0,0 1,0-1,0 1,0-1,0 1,0-1,0 1,1-1,-1 1,0-1,0 0,0 1,1-1,-1 1,0-1,1 0,-1 1,0-1,-19 3</inkml:trace>
  <inkml:trace contextRef="#ctx0" brushRef="#br0" timeOffset="34284.046">4653 7234,'0'2,"0"4,0 4,0 8,0 10,-2 14,-3 15,-4 19,-3 19,-4 17,-2 13,1 9,2 4,3-1,3-6,4-24</inkml:trace>
  <inkml:trace contextRef="#ctx0" brushRef="#br0" timeOffset="35050.784">5535 7676,'3'6,"0"10,-1 13,3 15,0 15,-2 14,0 14,-1 12,-3 7,-4 4,-3-2,0-7,1-21</inkml:trace>
  <inkml:trace contextRef="#ctx0" brushRef="#br0" timeOffset="35776.074">6619 7354,'-5'16,"-1"15,0 12,4 14,4 12,6 11,7 7,2 8,2 1,-1-1,-4 1,-6-1,-11 0,-5-17</inkml:trace>
  <inkml:trace contextRef="#ctx0" brushRef="#br0" timeOffset="36450.314">7808 7742,'0'21,"0"17,0 17,0 12,0 11,2 7,4 7,2 2,2-1,0-2,-2-17</inkml:trace>
  <inkml:trace contextRef="#ctx0" brushRef="#br0" timeOffset="38408.789">4319 7796,'-5'-6,"8"18,14 37,3-1,1 0,3-2,2-1,18 24,24 0,-65-67,0 0,1 0,-1 0,0 0,1 0,-1-1,1 0,-1 0,1 0,0 0,0-1,-1 1,1-1,0 0,0 0,0 0,-1-1,1 1,0-1,0 0,-1 0,1 0,-1 0,2-1,7-7,0-1,0 0,-1-1,0 0,0-1,-2 0,1 0,-2-1,1 0,-2-1,0 0,2-7,24-45,-23 41,0 1,2 0,1 1,1 0,1 2,1-1,0 2,2 0,0 1,1 1,7-4,16-3</inkml:trace>
  <inkml:trace contextRef="#ctx0" brushRef="#br0" timeOffset="38949.445">5268 7836,'8'24,"1"0,1 0,1-1,2-1,0 0,1-1,1 0,1-1,1-1,0 0,2-2,0 0,1-1,12 8,-27-21,0-1,0 1,0-1,1 0,-1 0,0-1,1 0,-1 0,1 0,-1 0,1-1,0 0,-1 0,1-1,-1 1,1-1,-1 0,1-1,-1 1,0-1,1 0,-1-1,0 1,0-1,-1 0,1 0,0 0,-1-1,3-2,17-19,-2-1,0 0,-1-2,-2-1,4-9,44-63,-52 81,2 1,-1 0,2 2,1-1,0 2,6-3,15-6</inkml:trace>
  <inkml:trace contextRef="#ctx0" brushRef="#br0" timeOffset="39495.037">6458 7783,'5'15,"0"1,2-1,-1 1,2-2,0 1,1-1,0-1,1 1,1-2,0 1,0-2,10 8,-14-13,1 0,0-1,0 0,0 0,0 0,1-1,-1-1,1 1,0-2,1 1,-1-1,0 0,0-1,1 0,-1-1,1 0,-1 0,1-1,-1 0,0-1,1 0,5-2,5-6,-1 0,0-1,-1-1,0-1,-1 0,-1-2,0 0,-1 0,0-1,-1-1,-1-1,-1 0,0 0,2-8,75-95,-67 97</inkml:trace>
  <inkml:trace contextRef="#ctx0" brushRef="#br0" timeOffset="40069.578">7514 7836,'14'24,"2"0,0-2,1 0,1-1,1-1,1 0,1-1,-10-10,0-1,1 1,-1-2,1 0,1 0,-1-1,1 0,1-1,-1-1,0 0,1-1,0-1,0 0,11 0,-15-2,0-1,0-1,0 0,0 0,0-1,0 0,0-1,-1 0,0 0,0-1,0 0,0-1,-1 0,0-1,0 1,-1-1,1-1,-2 1,4-5,15-21,-2 0,-1-2,-2-1,3-8,-20 38,-1 2,14-24,-2-2,-1 0,-1 0,-1-1,-2 0,-5 8</inkml:trace>
  <inkml:trace contextRef="#ctx0" brushRef="#br0" timeOffset="40941.483">5027 9052,'0'-9,"0"-1,-2 6,-1 13,0 16,-1 18,-1 12,1 11,1 5,1 3,1-3,3-4,6-9,3-10,0-13</inkml:trace>
  <inkml:trace contextRef="#ctx0" brushRef="#br0" timeOffset="41300.26">5215 9614,'64'-30,"-2"-2,-1-3,6-7,-62 39,-1 1,1-1,0 0,-1-1,1 1,-1-1,0 0,0 0,-1 0,1 0,-1-1,0 1,0-1,0 0,-1 0,0 0,0 0,0-1,0 0,-3 3,-1 1,0 0,1-1,-1 1,0 0,0 0,0 1,0-1,0 0,0 1,-1-1,1 1,-1 0,1-1,-1 1,1 0,-1 1,1-1,-1 0,0 1,0 0,1-1,-1 1,0 0,0 0,1 1,-1-1,0 0,1 1,-1 0,0 0,0 0,-5 0,1 0,-1 1,0 0,1 0,0 1,-1 0,1 0,0 1,0-1,1 2,-1-1,1 1,0 0,0 0,0 1,1-1,0 1,0 1,0-1,1 1,0-1,1 1,-1 0,1 1,0-1,1 1,0-1,0 1,1 0,0-1,0 1,1 0,-1 0,2 0,-1 0,2 5,3-6,0 1,0-1,1 0,0 0,0 0,1-1,0 0,0-1,0 1,1-1,0-1,0 1,0-1,0-1,0 1,1-2,0 1,0-1,-1 0,1-1,0 0,0 0,1-1,0 0,40 2</inkml:trace>
  <inkml:trace contextRef="#ctx0" brushRef="#br0" timeOffset="41791.896">5977 9253,'-16'4,"0"0,0 1,0 1,1 1,0 0,0 1,1 0,0 1,0 1,1 0,-6 7,16-15,1-1,0 1,0 0,0 0,1 1,-1-1,0 0,1 0,0 1,-1-1,1 1,0-1,0 1,0 0,1-1,-1 1,1 0,-1-1,1 1,0 0,0 0,0 0,0-1,1 1,-1 0,1-1,0 1,0 0,0-1,0 1,0-1,0 1,1-1,-1 1,1-1,-1 0,2 1,10 7,-1-2,1 0,1 0,-1-1,1-1,1 0,-1-1,3 1,9 3,-7-2,-8-4,0 1,1 0,-1 1,-1 0,1 1,-1 0,0 0,-1 1,1 1,1 2,-10-9,0 0,1 0,-1 0,0 1,0-1,-1 0,1 1,0-1,0 1,-1-1,1 1,0-1,-1 1,0 0,1-1,-1 1,0-1,0 1,0 0,0-1,0 1,0 0,0-1,-1 1,1 0,-1-1,1 1,-1-1,0 1,1-1,-1 1,0-1,0 0,0 1,0-1,0 0,0 0,0 1,-1-1,1 0,0 0,-1-1,0 2,-2 1,-1-1,1 0,0 0,-1 0,0 0,1-1,-1 1,0-1,0-1,0 1,0-1,1 1,-1-1,-2-1,5 1,1 0,-1 0,1 0,-1-1,1 1,0-1,-1 1,1-1,0 1,-1-1,1 0,0 0,0 1,0-1,-1 0,1 0,0 0,0 0,1 0,-1-1,0 1,0 0,0 0,1-1,-1 1,1 0,-1-1,1 1,-1 0,1-1,0 1,0-1,0 1,0 0,0-1,0 1,0-1,0 1,0-1,1 1,-1 0,1-1,25-58,-12 41,0 0,2 1,0 1,1 0,0 1,1 1,1 1,1 1,0 0,0 1,5 0,-23 11,-1-1,1 1,-1 0,1 0,0 1,0-1,0 0,-1 0,1 1,0-1,0 1,0 0,0-1,0 1,0 0,0 0,0 0,0 1,0-1,0 0,-1 1,1-1,0 1,0 0,0-1,0 1,-1 0,1 0,0 0,-1 0,1 1,-1-1,1 0,-1 1,2 6,0 0,-1 1,0-1,0 0,-1 1,0-1,-1 1,0-1,0 1,-2 5,2 20,0-24,1 1,0-1,1 0,0 1,0-1,1 0,1 0,0 0,0-1,3 6,-5-12,0 0,1 1,-1-1,1 0,-1 0,1 0,0 0,0-1,0 1,1-1,-1 0,1 1,-1-2,1 1,-1 0,1-1,0 0,0 1,0-2,0 1,0 0,0-1,0 0,0 0,0 0,0 0,0 0,1-1,22-6</inkml:trace>
  <inkml:trace contextRef="#ctx0" brushRef="#br0" timeOffset="41961.645">6271 9012,'-2'16,"3"12,7 10,8 6,6 2,0-7</inkml:trace>
  <inkml:trace contextRef="#ctx0" brushRef="#br0" timeOffset="42541.615">6591 9667,'-10'-294,"9"284,1 8,-1 1,0-1,1 1,-1-1,1 0,0 0,0 1,-1-1,1 0,0 1,0-1,0 0,1 0,-1 1,0-1,1 0,-1 1,1-1,0 0,-1 1,1-1,0 1,0-1,0 1,0-1,0 1,0 0,0 0,1-1,-1 1,0 0,1 0,-1 0,1 0,-1 1,1-1,0 0,112 21,-109-20,1 1,0 0,-1 0,1 0,-1 1,1 0,-1 0,0 0,1 1,-1-1,0 1,-1 1,1-1,-1 1,1-1,-1 1,0 1,0-1,-1 0,1 1,-1 0,0 0,0 0,-1 0,1 0,-1 2,-1 78,-3-74,2 0,-1 0,1 0,1 0,0 0,0 0,1 0,2 5,-3-14,0 1,1-1,-1 0,0 1,1-1,-1 0,1 0,0 0,0 0,0-1,0 1,0 0,0-1,0 1,1-1,-1 0,0 0,1 0,-1 0,1 0,-1 0,1-1,0 1,-1-1,1 0,-1 0,1 0,0 0,-1 0,2-1,78-20,-67 13,0-1,0 0,-1 0,0-1,0-1,-2-1,1 0,-1 0,-1-1,0-1,-1 0,0 0,-1-1,-1 0,0-1,-2 1,2-6,-13 41,2 1,0 0,0 1,2-1,1 0,2 21,-2-39,0 0,0 0,0 0,1 0,-1 0,1 0,-1 0,1 0,0-1,0 1,1 0,-1 0,0-1,1 1,-1-1,1 1,0-1,0 0,0 0,0 0,1 0,-1 0,0 0,1 0,-1-1,1 0,0 1,-1-1,1 0,0 0,0 0,0 0,0-1,-1 1,1-1,0 0,0 0,0 0,1 0,20-9,-4-5</inkml:trace>
  <inkml:trace contextRef="#ctx0" brushRef="#br0" timeOffset="42800.448">7193 9066,'-14'-2,"-4"1,1 3,8 6,12 6,12 8,13 6,9 6,4 4,-4-5</inkml:trace>
  <inkml:trace contextRef="#ctx0" brushRef="#br0" timeOffset="43275.902">7460 9440,'16'-5,"0"0,-1-1,0 0,-1-2,0 0,0 0,0-1,-1-1,0 0,-1-1,0 0,-1-1,0 0,7-12,1 3,-2-2,0 1,-1-2,-1 0,-2-1,0-1,-2 0,-1 0,-1-1,-1-1,-1 1,-2-1,0 0,-2 0,-1-10,-2 35,1 0,-1 0,0-1,0 1,0 0,-1-1,1 1,-1 0,0-1,0 1,0 0,0 0,0 0,-1 0,1 0,-1 0,0 0,0 1,0-1,0 0,-1 1,1 0,-1 0,1-1,-1 2,0-1,1 0,-1 0,0 1,0 0,-1-1,1 1,0 0,0 1,-1-1,0 0,-2 3,1 0,-1 1,1-1,0 1,0 0,0 1,0-1,1 1,-1 0,1 0,0 0,0 1,0-1,1 1,0 0,-1 0,2 0,-1 1,1-1,-2 5,-12 31,2 1,2 1,1 0,3 1,1-1,3 2,1-1,2 4,0-22,1 0,1 0,1 1,2-1,0-1,2 1,-3-16,0-1,0 0,1 0,0 0,0 0,1-1,0 0,1 0,-1 0,2 0,-1-1,1 0,0-1,0 1,1-1,0-1,6 4,-3-4,1 0,-1 0,1-1,1 0,-1-1,0-1,1 0,-1 0,1-1,0-1,-1 0,1-1,-1-1,1 1,-1-2,1 0,-1 0,0-1,0-1,1-1,-4 2,0 0,0-1,0-1,0 0,-1 0,0 0,0-1,-1 0,0-1,0 0,-1 0,0 0,0-1,-1 1,0-1,0-1,-1 1,0-1,-1 0,0 0,-1 0,0 0,0 0,-1-7,-1 11,0-1,0 1,-1 0,0 0,0 0,0 0,-1 0,0 0,0 0,-1 0,0 0,-1-2,3 6,-1 0,1 1,0-1,-1 0,1 0,-1 1,0-1,1 1,-1 0,0-1,0 1,0 0,0 0,0 0,0 0,0 1,0-1,0 0,-1 1,1 0,0-1,0 1,-1 0,1 0,0 0,0 0,-1 1,1-1,0 1,0-1,0 1,0 0,0 0,0 0,-2 0,-3 5,0 0,1 0,0 0,0 1,0 0,0 0,1 1,1-1,-1 1,1 0,0 0,1 1,0-1,1 1,-1 0,1-1,1 1,0 0,0 0,1 0,0 0,1 0,-1 0,2 0,-1 0,1 0,0-2,1 0,-1 0,1-1,0 1,1-1,-1 1,1-1,1 0,-1-1,1 1,0-1,0 0,1 0,-1 0,1-1,0 0,0 0,1 0,-1-1,1 0,0 0,0-1,0 0,0 0,0 0,0-1,6 0,27 4,0-1,0-2,1-2,-1-2,34-6,20-4</inkml:trace>
  <inkml:trace contextRef="#ctx0" brushRef="#br0" timeOffset="44745.034">4920 10470,'6'-11,"0"0,0 1,1 0,1 0,0 0,0 1,1 1,0-1,0 1,1 1,0 0,0 0,10-4,-17 10,0 0,-1-1,1 1,0 0,0 1,-1-1,1 0,0 1,0 0,0-1,0 1,0 0,0 1,-1-1,1 0,0 1,0 0,0 0,0 0,-1 0,1 0,-1 0,1 0,-1 1,1 0,-1-1,0 1,1 0,-1 0,0 0,0 0,-1 1,1-1,0 0,-1 1,2 1,7 16,-1 0,-1 1,-1 0,0 0,-2 0,0 1,0 13,6 21,22 52,-31-103,0 0,1-1,-1 1,1-1,0 0,0 0,0 0,0 0,1-1,0 1,0-1,0 0,0 0,0 0,0 0,1-1,-1 0,1 0,0 0,4 1,-5-3,0 0,0 0,0 0,0 0,0 0,-1-1,1 0,0 0,0 0,-1 0,1-1,0 1,-1-1,1 0,-1 0,0-1,0 1,0 0,0-1,0 0,-1 0,1 0,-1 0,1 0,0-2,43-89,-20-6,-8 181,-16-65,2 0,0 0,1 0,0 0,1-1,5 7,-9-18,0 1,0-1,1 0,-1 0,1 0,0 0,0-1,1 1,-1-1,1 0,0 0,0 0,0-1,0 1,0-1,0 0,1 0,-1 0,1-1,-1 1,1-1,0 0,0-1,1 1,3-3,-1-1,1 1,-1-1,0-1,0 0,0 0,0 0,-1-1,0 0,0-1,0 1,0-2,-1 1,0 0,-1-1,1 0,-1-1,-1 1,1-1,-1 0,0 0,-1 0,2-6,19-66,-25 86,0-1,0 1,1 0,-1-1,2 1,-1 0,1-1,-1 1,2 0,-1-1,0 1,1-1,0 0,1 1,-1-1,1 0,0 0,0-1,0 1,1-1,0 1,0-1,0 0,0 0,0-1,1 0,0 1,0-1,0-1,0 1,0-1,0 0,1 0,-1 0,1-1,-1 0,3 0,-3-1,1-1,-1 0,0 0,0 0,0-1,0 0,0 0,0 0,0-1,-1 1,1-1,-1 0,0 0,0-1,0 1,0-1,0 0,-1 0,0 0,0-1,0 1,1-2,4-8,-1 0,0 0,-1 0,-1-1,0 0,3-15,-4 2,-1 11,-2 37,-3-12,2-1,-1 0,1 1,0-1,1 1,-1-1,1 0,1 1,0-1,0 0,0 0,1 0,0 0,0-1,1 1,-1-1,1 0,1 0,-1 0,1 0,0-1,1 0,-1 0,1 0,1 0,60 13,-36-16</inkml:trace>
  <inkml:trace contextRef="#ctx0" brushRef="#br0" timeOffset="45654.789">6404 10456,'4'19,"1"0,1-1,0 1,1-1,1-1,1 1,1-1,0-1,1 1,1-2,0 0,1 0,0-1,3 0,-14-12,1-1,-1 1,1-1,0 1,0-1,0 0,0 0,0-1,0 1,0 0,0-1,0 0,0 0,0 0,0 0,0 0,0-1,1 1,-1-1,0 0,0 0,-1 0,1 0,0 0,0-1,-1 1,1-1,0 0,-1 0,0 0,1 0,-1 0,0 0,0-1,0 1,0-1,1-2,5-8,0 0,0 0,-2-1,1 0,-2 0,0-1,0 1,-2-1,0 0,0 0,-2 0,1-3,-4 3,-4 18,-5 23,9-21,0 1,1-1,-1 1,1 0,0-1,1 1,-1 0,1 0,0-1,0 1,1 0,0 0,0-1,0 1,1 0,0-1,0 1,0-1,1 0,-1 0,1 0,0 0,1 0,-1-1,1 1,0-1,0 0,3 2,2-3,-1 0,1 0,-1-1,1 0,0 0,0-1,0 0,-1-1,1 0,0 0,0-1,0-1,0 1,0-1,-1 0,1-1,-1 0,0-1,1 0,-1 0,-1 0,1-1,-1 0,0-1,0 0,0 0,-1 0,0-1,0 1,-1-2,0 1,0 0,-1-1,0 0,0 0,1-5,-5 19,0 0,0 0,1 0,0 0,0 0,0 0,1 0,-1 0,1 0,1-1,-1 1,1-1,0 0,1 0,-1 0,1 0,0 0,3 3,-1-3,1 0,-1 0,1-1,0 0,0 0,0-1,1 0,-1 0,1 0,-1-1,1-1,0 1,0-1,0 0,0-1,0 0,0 0,0-1,0 0,5-1,15-5,0 0,0-2,-1-1,-1-1,2-3,-21 11,-5 1,1 0,0 1,0-1,0 0,0 1,1 0,-1 0,0 0,1 0,-1 0,0 1,1-1,-1 1,1 0,-1 0,1 0,-1 0,0 1,1 0,-1-1,0 1,1 0,-1 1,0-1,0 1,2 0,11 12,-12-9,0 0,0 0,0-1,1 1,0-1,-1-1,1 1,1-1,-1 1,0-1,1-1,0 1,0-1,-1 0,1-1,0 1,1-1,-1 0,0 0,0-1,0 0,0 0,1-1,-1 1,0-1,0-1,0 1,0-4,-1 1,0-1,-1 0,1 0,-1 0,0-1,0 1,0-1,-1 0,0 0,0-1,-1 1,0-1,0 1,0-1,-1 0,0 1,0-1,-1 0,0 0,0 0,0 1,-1-1,0 0,0 0,-1 1,0-1,0 1,-1-1,1 1,-1 0,-1 0,0-1,2 4,-1-1,0 1,0 0,0 0,0 0,0 0,-1 1,0-1,1 1,-1 0,0 0,0 0,0 1,0 0,0-1,0 1,0 0,-1 1,1-1,0 1,-1 0,1 0,0 0,-1 1,1-1,0 1,0 0,0 0,0 1,0-1,0 1,0 0,0 0,0 0,1 1,-1-1,1 1,-1 0,1 0,0 0,1 0,-3 2,-4 8,1-1,0 1,1 0,1 0,0 1,0 0,2 0,-1 0,2 1,0-1,1 1,0 0,1 6,0-17,1-1,-1 1,1-1,0 1,0-1,0 1,0-1,1 1,-1-1,1 1,0-1,0 0,0 1,1-1,-1 0,1 0,0 0,0 0,0 0,0 0,0-1,0 1,1-1,-1 1,1-1,0 0,0 0,0 0,0 0,0-1,0 1,0-1,1 0,0 0,70-13,-37-4</inkml:trace>
  <inkml:trace contextRef="#ctx0" brushRef="#br0" timeOffset="46605.484">7714 10148,'-11'-6,"-1"1,0 0,0 0,-1 1,1 1,-1 0,0 1,-10-1,19 3,-1 0,1 0,-1 1,0-1,1 1,-1 0,1 0,-1 1,1-1,0 1,0 0,-1 0,1 0,0 1,1-1,-1 1,0 0,1 0,0 1,0-1,0 1,0-1,0 1,1 0,-3 4,3-3,0 0,0 0,0 0,0 0,1 0,0 1,0-1,1 1,-1-1,1 1,0-1,1 0,-1 1,1-1,0 1,1-1,-1 0,1 0,0 0,1 3,61 94,-57-94,206 287,-212-291,1-1,0 1,0-1,0 0,0 1,0-1,1 0,-1-1,1 1,0 0,0-1,0 1,0-1,1 0,-1 0,0 0,1 0,-1-1,1 0,0 1,0-1,-1-1,1 1,0 0,0-1,0 0,0 0,0 0,-1 0,1-1,0 1,0-1,0 0,-1 0,3-2,3-6,0 0,-1-2,0 1,0-1,-1 0,-1 0,0-1,0 1,-1-1,-1-1,0 1,-1-1,0 0,0-2,16-158,-20 173,1-1,0 0,-1 0,1 1,-1-1,1 0,0 0,0 1,0-1,-1 0,1 0,0 0,0 0,0 1,0-1,0 0,0 0,1 0,-1 1,0-1,0 0,0 0,1 1,-1-1,0 0,1 0,-1 1,1-1,-1 0,1 1,-1-1,1 0,0 1,-1-1,1 1,0-1,-1 1,1 0,0-1,-1 1,1 0,0-1,0 1,-1 0,1 0,0-1,0 1,0 0,0 0,-1 0,1 0,0 0,0 0,0 1,-1-1,1 0,0 0,0 1,0-1,-1 0,1 1,0-1,-1 0,1 1,0-1,13 7,0-1,0 0,1-1,-1-1,1 0,1-1,7 0,42 10,-61-11,0-1,0 1,0 0,0 1,-1-1,1 0,-1 1,1 0,-1 0,0 0,0 0,0 1,-1-1,1 1,-1 0,0-1,0 1,0 0,0 0,-1 1,0-1,1 0,-2 0,1 1,0-1,-1 0,0 1,0-1,0 0,0 1,-1-1,0 0,-1 4,-3 32,3-31,0-1,1 1,0 0,0 0,1 0,0 0,1 0,0 0,0 0,1 0,1 1,-2-7,0-1,1 1,0-1,0 0,-1 1,1-1,1 0,-1 0,0-1,0 1,1 0,-1-1,1 1,-1-1,1 0,0 0,-1 0,1 0,0 0,0-1,0 1,-1-1,1 0,0 0,3 0,71-12,-56 5,0-2,-1 0,0 0,-1-2,0-1,-1 0,0-1,-1-1,0-1,-2 0,1-1,-1-2,-14 19,0 0,0 0,0 0,0 1,0-1,-1 0,1 0,-1 1,1-1,-1 0,1 1,-1-1,0 0,1 1,-1-1,0 1,0-1,0 0,0 1,0-1,0 1,-1-1,1 1,0-1,-1 0,1 1,-1-1,0 0,1 0,-2 1,1 11,1-10,0 1,0-1,0 1,0-1,1 1,-1-1,1 1,0-1,0 1,0-1,0 0,1 0,-1 1,1-1,0 0,0 0,0-1,0 1,1 0,-1-1,1 1,0-1,-1 0,1 0,0 0,0 0,0 0,1-1,-1 0,0 1,0-1,1 0,-1 0,1-1,-1 1,1-1,-1 0,1 0,-1 0,1 0,-1-1,1 1,0-1,5-2,0 0,0-1,0 0,-1 0,1-1,-1 0,0 0,-1-1,1 0,-1-1,0 1,-1-1,1-1,-2 1,1-1,-1 0,0 0,0-1,-1 0,0 1,-1-1,0-1,-1 1,1 0,-2-1,1 1,-1-1,-1-1,0 7,0 1,0 0,0 0,0-1,-1 1,1 0,-1 0,0 0,0 0,0 0,0 0,-1 0,1 0,-1 0,0 0,1 1,-1-1,-1 1,1-1,0 1,0 0,-1 0,0 0,1 0,-1 0,0 1,0-1,0 1,0-1,0 1,0 0,0 1,0-1,0 0,-1 1,1 0,0 0,0 0,-1 0,1 0,0 1,0-1,-4 2,-2 2,-1 1,0 0,1 1,0 0,0 0,1 1,-1 0,1 0,1 1,0 0,0 1,0 0,1 0,1 0,-1 0,2 1,-1 0,1 0,1 0,0 1,-1 4,3-12,0 0,0 0,0 0,0 0,1 1,0-1,-1 0,1 0,0 0,1 1,-1-1,0 0,1 0,0 0,0 0,0 0,0 0,0 0,1 0,-1 0,1 0,0-1,0 1,0 0,0-1,0 0,0 1,1-1,-1 0,1 0,-1-1,1 1,0 0,0-1,0 0,0 0,0 1,0-2,0 1,0 0,0-1,2 1,5-1,-1-1,0 0,1 0,-1-1,0 0,0-1,0 0,0 0,0-1,-1 0,1 0,0-2,26-15</inkml:trace>
  <inkml:trace contextRef="#ctx0" brushRef="#br0" timeOffset="47129.189">9038 10095,'-78'-67,"77"66,0 1,-1-1,1 0,0 1,0 0,-1-1,1 1,0 0,0-1,-1 1,1 0,0 0,-1 0,1 0,0 0,-1 1,1-1,0 0,0 1,-1-1,1 1,0-1,0 1,0-1,-1 1,1 0,0-1,0 1,0 0,0 0,0 0,1 0,-1 0,0 0,0 0,1 0,-1 1,0-1,1 0,-1 0,1 0,0 1,-1-1,1 1,-8 61,13-13,3 0,2-1,1 0,3 0,2-1,12 21,-17-37,-8-24,-2-1,0-1,1 0,0 0,0 0,0 0,0 0,1 0,0 0,0-1,1 0,0 1,-1-1,2-1,-1 1,0 0,1-1,0 0,0 0,1-1,-1 1,1-1,-1 0,1-1,0 1,0-1,4 1,4-6,-1 0,1-1,-1-1,0 0,0-1,-1 0,1-1,-1 0,-1-1,1 0,-2-1,1 0,-1-1,0 0,7-11,8-7,-2-1,0-1,-3-1,0-1,-2-1,-1-1,-2 0,-1-1,-2-1,-2 0,-1 0,-1-1,-2 0,-2-1,-2 1,-1 0,-2-18,-18-55,19 109,0 0,0-1,0 1,0 0,0 0,0 0,0 0,0-1,-1 1,1 0,0 0,-1 0,1 0,-1 0,1 0,-1 0,0 0,1 0,-1 0,0 0,0 0,0 0,0 1,0-1,1 0,-1 1,0-1,-1 0,1 1,0-1,0 1,0 0,0-1,0 1,0 0,-1 0,1 0,0 0,0 0,0 0,0 0,-1 0,1 0,0 0,0 1,0-1,0 0,0 1,0-1,-1 1,1-1,0 1,0 0,1-1,-1 1,0 0,0 0,0 0,0-1,1 1,-1 1,-7 11,1 0,0 0,1 1,1 0,0 1,1-1,1 1,-2 11,4-20,-11 57,4 1,2 0,2 0,4 1,4 30,-1-64,1 0,2 0,1-1,1 1,2-1,0-1,3 0,0-1,6 9,-8-20,0 0,0-1,2 0,0-1,1-1,0 0,1 0,1-2,0 0,0-1,1 0,1-1,0-1,0-1,1-1,-9-3,0 0,0-1,0-1,0 0,1 0,-1-1,0 0,1-1,-1 0,1 0,-1-2,0 1,1-1,-1 0,0-1,0-1,31-16</inkml:trace>
  <inkml:trace contextRef="#ctx0" brushRef="#br0" timeOffset="47393.78">9345 10148,'18'5,"23"1,21 0,22-1,18-2,15-1,11-1,-17 0</inkml:trace>
  <inkml:trace contextRef="#ctx0" brushRef="#br0" timeOffset="47714.074">9920 10523,'-5'18,"0"0,1 1,1-1,1 1,1-1,0 1,1 0,1-1,2 6,-3-21,0 0,1 0,0 0,0 0,0 0,0 0,0-1,0 1,1 0,-1-1,1 1,0-1,-1 0,1 1,1-1,-1 0,0 0,0 0,1-1,-1 1,1 0,-1-1,1 0,0 0,0 1,-1-1,1-1,0 1,0 0,0-1,0 0,0 1,0-1,0 0,0-1,0 1,0 0,0-1,0 0,-1 0,1 0,0 0,0 0,2-1,4-4,0 0,0 0,-1-1,0 0,0-1,0 0,-1 0,0 0,-1-1,0 0,0 0,-1-1,0 1,-1-1,0-1,0 1,-1 0,0-1,-1 1,0-1,-1 0,-1 0,1-7,-1 13,0 1,-1-1,1 1,-1-1,1 1,-2-1,1 1,0 0,-1-1,0 1,0 0,0 0,0 0,-1 0,1 1,-1-1,0 1,0-1,0 1,-1 0,1 0,-1 1,0-1,0 1,0-1,0 1,0 0,0 1,0-1,-1 1,1 0,-1 0,1 0,-1 1,1-1,-1 1,1 0,-1 0,-2 1,3 0,-1 1,1-1,0 1,-1 0,1 0,0 1,0-1,0 1,1 0,-1 0,0 0,1 0,0 1,0-1,0 1,0 0,1 0,-1 0,1 0,0 0,0 1,1-1,-1 0,1 1,0 0,0-1,1 1,-1 0,1-1,0 1,0 0,1-1,-1 1,1 0,0-1,0 1,1-1,-1 1,19 31,5-5</inkml:trace>
  <inkml:trace contextRef="#ctx0" brushRef="#br0" timeOffset="49258.352">10334 10629,'6'-27,"-2"-1,-1 0,-1 0,-1 0,-2 0,0 0,-2 0,-2 0,0 0,-9-24,12 44,0-1,1 8,0-1,0 1,1-1,-1 0,0 1,1-1,-1 0,1 0,0 1,-1-1,1 0,0 0,0 0,0 1,1-1,-1 0,0 0,1 0,-1 1,1-1,-1 0,1 1,0-1,0 0,0 1,0-1,0 1,0-1,0 1,0 0,0-1,1 1,-1 0,1 0,10-1,1 2,0-1,-1 2,1-1,-1 2,1 0,-1 0,1 1,-1 0,0 2,1 0,-2-3,0 1,0 0,-1 1,0 1,1-1,-2 2,1-1,0 1,-1 1,0-1,-1 2,0-1,0 1,0 0,-1 1,0 0,-1 0,0 1,0-1,3 9,-5 3,0 0,-1 0,-1 1,-1-1,0 1,-3 12,1-1,1-31,-1 0,1 1,-1-1,1 0,0 1,0-1,0 0,0 1,0-1,1 0,-1 1,1-1,0 0,-1 0,1 1,0-1,0 0,0 0,1 0,-1 0,0 0,1 0,-1-1,1 1,0 0,0-1,-1 1,1-1,0 1,0-1,0 0,1 0,-1 0,0 0,0-1,1 1,-1 0,0-1,1 0,10-1,0-1,0-1,-1 0,0-1,1 0,-1-1,-1-1,1 1,-1-2,0 0,0 0,5-6,2-1,-1-1,0 0,-1-1,-1-1,-1 0,0-1,-2-1,0 0,-1-1,0 0,-1-1,-3 6,-6 45,-3-9,-4 99,6-115,1-1,-1 1,1-1,0 1,0-1,1 0,-1 1,1-1,0 0,0 0,1 0,-1 0,1-1,0 1,-1-1,2 0,-1 1,0-1,1 0,-1-1,1 1,0-1,0 0,2 1,-1-1,0-1,0 1,0-1,0-1,0 1,0-1,0 0,0 0,0 0,0-1,0 1,0-1,0-1,0 1,0-1,0 0,-1 0,1 0,-1 0,1-1,-1 0,0 0,0 0,6-5,0 0,-1-1,-1 0,1 0,-1-1,-1 0,0 0,5-11,1-8,-1 0,-2-1,-1 0,-1-1,0-9,-6 30,-1 15,-2 18,-3 12,1-19,0 0,1 0,1 0,1 0,0 0,1 0,1 1,1-2,0 1,1 0,0 0,3 2,-4-13,0-1,0 1,1-1,0 0,0 0,0 0,0 0,0-1,1 0,0 0,0 0,0 0,0-1,0 0,0 0,0 0,1-1,-1 0,1 0,-1 0,1 0,0-1,-1 0,5-1,9 0,0-1,1-1,-1-1,0 0,-1-1,11-5,-10 3,0-1,-1 0,0-1,0-1,-1 0,0-2,-1 0,0-1,-1 0,-1-1,0-1,-1 0,0-1,-2-1,1 1,-2-2,-1 0,0 0,-1 0,-1-1,4-15,-1-17,-2-1,-3 0,-1 0,-3 0,-2 0,-3-1,-2 1,-2 1,-5-13,8 38,-1 0,-2 0,-1 1,0 0,-11-17,19 38,0 0,-1 1,0-1,1 1,-1-1,-1 1,1 0,0-1,-1 1,1 1,-1-1,0 0,0 1,0-1,0 1,-1 0,1 0,-1 0,1 0,-1 1,0-1,1 1,-1 0,0 0,0 1,0-1,0 1,0 0,0 0,0 0,0 0,1 1,-1-1,0 1,0 0,0 0,1 1,-1-1,-1 2,-4 4,1 0,0 1,0 0,1 1,0 0,1 0,-1 0,2 1,-1 0,2 0,-1 0,1 1,-15 40,2 0,3 1,2 1,2 0,2 0,3 1,2 20,2-34,1-1,3 0,1 0,1 0,3 0,1-1,13 36,-16-58,0-1,1 0,0 0,1-1,1 0,0 0,1-1,1 0,0-1,0 0,1-1,1 0,0-1,0 0,1-1,0-1,1 0,0-1,0 0,2-1,-8-3,1-1,0 0,0 0,0-1,0 0,0-1,0 0,0 0,0-1,0-1,0 0,-1 0,1 0,0-2,-1 1,0-1,0 0,0-1,0 0,-1-1,1 1,-2-2,1 1,-1-1,0 0,0-1,2-2,2-5,-1 1,-1-2,0 1,-1-1,0 0,-1-1,-1 0,-1 0,-1 0,0 0,-1-1,0-9,-3 28,0-1,0 0,-1 0,1 0,0 0,-1 0,1 0,0 0,0 0,-1 0,1 0,0 0,0 0,-1 0,1 0,0 0,0 0,-1 0,1 0,0 0,0 0,-1 0,1-1,0 1,0 0,-1 0,1 0,0 0,0 0,0-1,-1 1,1 0,0 0,0-1,0 1,0 0,0 0,-1 0,1-1,0 1,0 0,0-1,0 1,0 0,0 0,-5 11,0 0,0 1,2-1,-1 1,2 0,-1 0,2 0,-1 1,2-1,0 0,0 1,1-1,0 1,0-10,-1 1,1 0,0 0,0 0,0-1,1 1,-1 0,1-1,0 1,0-1,0 0,0 1,0-1,1 0,0 0,-1-1,1 1,0-1,0 1,1-1,-1 0,0 0,1 0,-1-1,1 1,0-1,0 0,-1 0,1 0,0 0,0-1,0 1,0-1,0 0,0 0,-1-1,2 1,2-2,1 0,-1 0,1-1,-1 0,0-1,0 1,0-1,-1 0,1-1,-1 0,0 0,0 0,0-1,-1 1,0-1,0-1,-1 1,4-6,2-6,0-1,-1 0,-1-1,0 1,-2-2,2-8,9-87,-19 141,0-5,0 1,1 0,1 0,1 0,1 0,1 0,0 0,2-1,5 16,-8-32,0 0,0-1,0 1,0-1,1 1,-1-1,1 0,0 0,0 0,0 0,0 0,0-1,1 1,-1-1,1 0,0 0,0 0,0-1,-1 0,1 1,1-1,-1 0,0-1,0 1,0-1,0 0,0 0,1 0,-1 0,0-1,0 0,4-1,3-1,1-1,-1 0,-1 0,1-1,0-1,-1 0,0 0,-1-1,0-1,0 1,2-3,-2 0,-1-1,0 0,-1 0,0 0,0-1,-1 0,-1-1,0 1,1-8,-10 37,1 1,1-1,0 1,1 0,1 0,1 0,0-1,2 1,0 0,0-1,2 1,0-1,1-1,6 12,-12-27,1 1,-1-1,1 1,-1-1,1 1,0-1,0 1,0-1,0 0,0 1,0-1,0 0,0 0,0 0,1 0,-1 0,0 0,1 0,-1 0,1 0,-1-1,1 1,-1-1,1 1,-1-1,1 1,-1-1,1 0,0 0,-1 0,1 0,0 0,-1 0,1 0,-1-1,1 1,0-1,-1 1,1-1,-1 1,1-1,-1 0,0 0,1 1,-1-1,0 0,1-1,-1 1,0 0,0 0,0 0,0-1,0 0,10-21,-2-2</inkml:trace>
  <inkml:trace contextRef="#ctx0" brushRef="#br0" timeOffset="49524.212">12848 9921,'-18'-4,"-9"-2,6-7,8-12,6-2</inkml:trace>
  <inkml:trace contextRef="#ctx0" brushRef="#br0" timeOffset="50539.768">14854 2475,'-10'12,"-11"16,-12 18,-6 13,-7 7,-2 1,6-3,6-11,10-14</inkml:trace>
  <inkml:trace contextRef="#ctx0" brushRef="#br0" timeOffset="50735.224">14800 2448,'9'9,"10"15,8 14,12 16,9 16,9 11,4 9,-7 1,-12-14</inkml:trace>
  <inkml:trace contextRef="#ctx0" brushRef="#br0" timeOffset="53202.289">1204 2568,'-50'-4,"49"4,0 0,0 0,0 0,0 0,0 0,0 0,0 0,0 0,0 0,1 0,-1 1,0-1,0 0,0 1,0-1,1 1,-1-1,0 1,0-1,1 1,-1-1,0 1,1 0,-1-1,0 1,1 0,-1 0,1-1,-1 1,1 0,0 0,-1 0,1-1,0 1,0 0,-1 0,1 0,0 0,0 0,0 0,0 0,0 0,0 0,0-1,1 1,-1 0,0 0,0 0,1 0,-1 0,1-1,-1 2,51 48,-38-41,42 31,-33-27,0 2,-1 0,0 1,-2 1,0 1,-1 0,0 2,-2 0,0 1,-2 0,0 2,3 8,-13-20,-2-1,1 1,-2 0,1 0,-1-1,-1 1,0 0,-1 0,0 0,0 0,-1 0,-1-1,0 1,0-1,-1 1,0-1,-1 0,0-1,0 1,-1-1,-1 0,-4 4,-17 23,-3-2,0-1,-3-2,-23 18,-36 25</inkml:trace>
  <inkml:trace contextRef="#ctx0" brushRef="#br0" timeOffset="53881.305">1 1031,'4'18,"3"18,1 16,-1 13,0 8,-3 7,-1 0,-2-4,0-15</inkml:trace>
  <inkml:trace contextRef="#ctx0" brushRef="#br0" timeOffset="54582.869">188 1366,'70'282,"-69"-280,19 58,-20-58,0-1,1 0,-1 0,1 0,0 0,-1 0,1 0,0 0,0 0,0 0,-1 0,1 0,0 0,0 0,0-1,1 1,-1 0,0-1,0 1,0-1,0 1,1-1,-1 0,0 1,0-1,1 0,-1 0,0 0,0 0,1 0,-1 0,0 0,0 0,1-1,-1 1,0 0,0-1,0 1,1-1,-1 1,0-1,0 0,0 0,0 1,1-2,4-5,0 0,0-1,-1 0,0 0,0 0,-1-1,0 1,-1-1,0 0,0 0,-1 0,0-1,0 1,0-8,4-91,-4 122,0 1,2-1,-1 0,1 0,1 0,1 0,0-1,1 0,0 0,1-1,0 1,1-2,0 1,5 3,-12-13,1 0,-1-1,0 1,0-1,1 1,-1-1,1 0,0 0,-1 0,1 0,0 0,-1-1,1 1,0-1,0 0,-1 0,1 0,0 0,0 0,0 0,-1-1,1 0,0 1,-1-1,1 0,0 0,-1-1,1 1,-1 0,0-1,1 1,-1-1,0 0,0 0,0 0,0 0,0 0,-1 0,1-1,-1 1,1-1,8-17,-1 0,-1 0,-1-1,-1 1,-1-2,-1 1,0 0,-2-1,0 0,-2 1,0-4,0 19,2-105,-5 0,-4 0,-14-56,16 137,0 24,3 20,7 321,-5-325,1 37,1-1,3 1,2-1,2 0,1 0,3-1,6 11,-17-50,0 0,1 0,-1 0,1-1,0 1,0-1,1 0,0 0,0 0,0 0,0-1,1 0,0 0,0 0,0 0,0-1,0 0,1 0,-1 0,1 0,0-1,0 0,0-1,4 1,5-4</inkml:trace>
  <inkml:trace contextRef="#ctx0" brushRef="#br0" timeOffset="54844.185">389 1098,'6'0,"15"2,19 1,20 2,17 3,11 4,-10 0</inkml:trace>
  <inkml:trace contextRef="#ctx0" brushRef="#br0" timeOffset="55992.833">936 1673,'14'-336,"-15"335,1 0,-1 1,1-1,0 0,-1 0,1 0,0 1,0-1,0 0,0 0,-1 0,1 0,0 1,0-1,1 0,-1 0,0 0,0 0,0 0,0 1,1-1,-1 0,0 0,1 1,-1-1,1 0,-1 0,1 1,-1-1,1 0,-1 1,1-1,0 1,-1-1,1 1,0-1,-1 1,1-1,0 1,0 0,0-1,-1 1,1 0,0 0,0 0,0-1,0 1,-1 0,1 0,0 0,0 0,0 0,0 1,0-1,-1 0,1 0,0 1,0-1,0 0,-1 1,1-1,0 1,-1-1,1 1,0-1,0 1,119 74,-114-73,0 0,0 0,-1 0,1 0,-1 1,1 0,-1 1,0-1,0 1,0 0,0 0,-1 0,0 1,0-1,0 1,0 0,-1 0,0 1,0-1,0 1,-1-1,0 1,0 0,0 0,-2 5,0-1,0 0,-2 0,1 0,-1 0,0 0,-1 0,0-1,-1 1,-13 58,16-66,1 1,0-1,1 1,-1-1,0 0,1 1,-1-1,1 1,0-1,0 0,0 1,0-1,0 0,0 0,0 0,1 0,-1 0,1 0,0 0,0 0,0-1,-1 1,1 0,1-1,-1 0,0 0,0 1,0-1,1 0,-1-1,0 1,1 0,-1-1,1 1,87 9,-72-11,-1 1,1-2,-1-1,1 0,-1-1,0 0,0-2,12-5,-22 8,-1 0,1 0,-1-1,0 1,0-2,0 1,-1-1,0 1,1-1,-2-1,1 1,0-1,-1 0,0 0,-1 0,1 0,-1-1,-1 0,1 1,-1-1,0 0,1-5,-3 10,1 0,-1 0,1-1,-1 1,0 0,0 0,0-1,0 1,0 0,0 0,0-1,-1 1,1 0,-1 0,0 0,0-1,0 1,0 0,0 0,0 0,0 1,-1-1,1 0,-1 0,1 1,-1-1,0 1,1-1,-1 1,0 0,0 0,0 0,0 0,0 0,0 0,-1 0,1 1,0-1,0 1,0-1,-1 1,1 0,0 0,-1 0,1 0,0 0,0 1,-1-1,1 1,0 0,0-1,0 1,0 0,0 0,-1 0,-3 4,-1 0,0 1,1 0,0-1,1 2,-1-1,1 1,0 0,1 0,0 0,0 1,0-1,1 1,0 0,1 0,0 0,0 0,0 0,1 1,0 6,1-13,0-1,0 1,1 0,-1-1,0 1,1-1,-1 1,1 0,-1-1,1 1,0-1,0 1,-1-1,1 0,0 1,0-1,1 0,-1 1,0-1,0 0,1 0,-1 0,0 0,1 0,-1-1,1 1,-1 0,1-1,-1 1,1-1,0 1,-1-1,1 0,0 0,-1 0,1 0,0 0,-1 0,2 0,62-20,-8-41,-56 62,0-1,0 0,-1 1,1-1,0 1,-1-1,1 1,-1 0,1-1,0 1,-1 0,1-1,-1 1,0 0,1 0,-1 0,1-1,-1 1,0 0,0 0,0 0,1 0,-1-1,0 1,0 0,0 0,0 0,0 0,-1 0,1-1,0 1,0 0,0 0,-1 0,1 0,0 5,20 57,-19-62,0 1,-1-1,1 0,0 1,0-1,-1 0,1 0,0 0,1 0,-1 0,0 0,0 0,0 0,0 0,1 0,-1 0,0-1,1 1,-1-1,1 1,-1-1,1 1,-1-1,1 0,-1 0,1 0,-1 0,1 0,-1 0,1 0,-1 0,1 0,-1-1,1 1,-1-1,1 1,-1-1,0 0,1 1,-1-1,1 0,4-6,0 1,0-1,-1 0,0-1,0 1,-1-1,0 0,0 0,-1 0,0-1,0 1,-1-1,0 1,1-9,0 2,2-7,-4 15,0 0,0 0,1 0,0 0,0 1,1-1,-1 1,2 0,-1-1,1 1,-1 1,2-1,2-3,-5 8,-1 0,1 0,0 0,-1 0,1 1,0-1,0 1,-1-1,1 1,0 0,0-1,0 1,0 0,-1 0,1 1,0-1,0 0,0 0,0 1,-1-1,1 1,0 0,-1 0,1-1,0 1,-1 0,1 0,-1 0,1 1,-1-1,0 0,2 2,39 47,-36-38,-1 0,0 0,0 1,-1-1,-1 1,0 0,-1 0,0 0,-1 1,-1-1,0 0,-1 8,2 18,-2-37,1 0,0 0,-1 0,1 0,0 0,0 0,1 0,-1 0,0 0,1 0,-1 0,1 0,0 0,-1 0,1 0,0 0,0-1,0 1,1 0,-1-1,0 1,1-1,-1 1,0-1,1 1,0-1,-1 0,1 0,0 0,0 0,0 0,-1 0,1-1,0 1,2 0,9-2,-1 0,0-1,0 0,1-1,-1 0,-1-1,1 0,-1-1,1 0,-1-1,-1-1,1 1,-1-1,0-1,-1 0,0-1,1 0,-6 5,0-1,1 0,-2 0,1 0,0 0,-1-1,0 1,0-1,-1 0,0 0,1-3,-2 7,-1 0,1 1,-1-1,0 0,0 0,0 0,0 0,0 0,0 0,0 0,-1 1,1-1,-1 0,1 0,-1 0,0 1,0-1,0 0,0 1,0-1,0 0,0 1,0 0,0-1,-1 1,1 0,-1-1,1 1,-1 0,1 0,-1 0,0 0,0 1,1-1,-1 0,0 1,0-1,0 1,0 0,0-1,0 0,-1 1,1-1,0 1,0 0,-1-1,1 1,0 0,-1 0,1 1,0-1,-1 0,1 1,0 0,0-1,0 1,-1 0,1 0,0 0,0 0,0 1,0-1,1 0,-1 1,0 0,1-1,-1 1,1 0,-1 0,1 0,0 0,0 0,-1 0,2 0,-1 0,0 0,0 0,1 1,-2 2,1 0,0 0,1 1,-1-1,1 0,0 0,0 1,1-1,-1 0,1 0,0 0,1 0,-1 0,1 0,0 0,0 0,1 0,4 4,0 0,0 0,1-1,0 0,0-1,1 1,0-2,1 1,36 23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4:42.4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214 65,'0'1,"-1"0,1 0,-1 0,1-1,-1 1,1 0,-1 0,0-1,1 1,-1 0,0-1,0 1,1 0,-1-1,0 1,0-1,0 0,0 1,1-1,-1 0,0 1,0-1,0 0,0 0,0 0,0 0,0 0,0 0,0 0,0 0,0 0,0 0,0 0,1-1,-1 1,0 0,0-1,0 1,0-1,0 1,1-1,-1 1,0-1,0 0,1 1,-1-1,0 0,1 1,-1-1,1 0,-1 0,1 0,-1 0,1 1,0-1,-1 0,1 0,0 0,0 0,0 0,0-1,-3-1,1 0,-1 0,0 0,0 0,0 0,0 0,-1 1,1-1,-1 1,1 0,-1 0,0 1,0-1,0 1,0 0,0 0,0 0,0 0,0 1,0-1,0 1,0 0,-1 1,1-1,0 1,0-1,0 1,0 0,0 1,0-1,0 1,1 0,-1 0,0 0,1 0,0 0,-1 1,1 0,0 0,0 0,1 0,-1 0,0 0,1 1,0-1,0 1,0 0,0-1,1 1,-1 3,1 0,0 0,1 0,0 0,1 0,0 0,0-1,0 1,1 0,0 0,0-1,1 1,0-1,0 0,0 1,1-1,0-1,0 1,0-1,1 1,0-1,0-1,0 1,0-1,1 0,0 0,0 0,0-1,0 0,3 1,22 10,-1-1,2-1,0-2,0-1,1-2,-1-1,2-2,-1-1,31-1,-49-1,0 0,0-2,0 1,0-2,0 0,0-1,-1 0,1-1,-1-1,0 0,0-1,0 0,-1-1,0-1,-1 0,1-1,-1 0,-1-1,0 0,3-5,-7 7,-1 0,1-1,-2 0,1 0,-2 0,1-1,-1 0,0 0,-1 0,0 0,-1 0,0 0,-1-1,0 1,0-1,-1 1,-1-1,0-4,1 13,-1 1,1-1,0 1,-1-1,1 1,0-1,-1 1,0 0,1-1,-1 1,0 0,0-1,0 1,0 0,0 0,0 0,0 0,0 0,0 0,0 0,-1 0,1 0,0 0,-1 1,1-1,-1 1,1-1,-1 1,1-1,-1 1,1 0,-1 0,1 0,-1 0,1 0,-1 0,1 0,-1 0,1 1,-1-1,1 0,-1 1,0 0,-2 1,-1 0,1 1,0-1,0 1,0 0,0 0,0 1,1-1,-1 1,1 0,0 0,0 0,0 0,0 2,-1 0,1 0,0 0,1 1,-1-1,1 1,1 0,-1 0,1-1,0 1,1 0,0 0,0 0,0 0,1 0,0 0,0 0,1 0,-1-1,2 1,-1-1,1 1,0-1,0 0,1 0,-1 0,1 0,1-1,-1 0,1 0,0 0,3 3,10 3,0-1,0-1,1 0,0-1,1-1,0-1,0-1,0-1,0 0,1-2,-1 0,1-1,0-1,-1-1,2-1,60-6,-8-4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4:45.7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249 634,'-6'-3,"0"-1,0 1,0 0,-1 1,1-1,-1 1,0 1,0-1,0 1,0 1,0-1,0 1,0 0,0 1,0-1,0 1,1 1,-1-1,0 1,0 1,1-1,-1 1,1 0,0 0,0 1,0 0,1 0,-1 0,1 1,0 0,0 0,0 0,1 1,-2 3,2-5,1 1,0-1,0 1,0 0,1 0,0 0,0 0,0 1,1-1,-1 0,1 1,1-1,-1 1,1-1,0 1,0-1,0 1,1 0,0-1,0 1,0-1,1 0,0 0,0 1,0-1,1 0,-1 0,1-1,1 1,-1-1,0 1,1-1,0 0,0-1,0 1,1 0,-1-1,1 0,0 0,0-1,0 1,0-1,0 0,0 0,2-1,3-1,1-1,-1 0,0 0,0-1,0-1,0 0,0 0,0-1,-1 0,0-1,0 0,0 0,0-1,-1 0,0 0,0-1,-1 0,0-1,0 0,0 0,-1 0,-1-1,4-6,16-32,-3-2,-2-1,-2-1,-2 0,-3-1,-2 0,-2-1,-2 0,-3-8,16-154,-19 215,-1-1,0 0,1 1,-1-1,0 0,0 1,1-1,-1 0,0 1,0-1,0 0,0 1,0-1,0 0,0 0,0 1,0-1,0 0,-1 1,1-1,0 0,0 1,-1-1,1 0,0 1,-1-1,1 0,0 1,-1-1,1 1,-1-1,1 1,-1-1,0 1,1 0,-1-1,1 1,-1-1,0 1,1 0,-1 0,0-1,1 1,-1 0,0 0,1 0,-1 0,0 0,0 0,1 0,-1 0,0 0,-28 30,5 6,2 2,2 1,2 0,1 1,2 1,2 0,2 1,1 1,1 11,5-23,1 1,1 0,2-1,1 1,1 0,5 15,-5-33,1 1,1-1,0 1,1-1,1-1,0 1,1-1,0 0,1 0,0-1,1 0,1-1,-1 0,11 9,-13-15,0 0,0 0,0 0,0-1,1 0,-1 0,1-1,0 0,0 0,1-1,-1 0,0-1,1 1,-1-2,1 1,-1-1,1-1,-1 1,1-1,-1-1,0 0,1 0,-1 0,0-1,0 0,-1-1,1 0,-1 0,1 0,-1-1,-1 0,1-1,4-4,2-6,-1-1,0 0,-1-1,-1 0,-1 0,-1-1,0 0,-1-1,-2 0,0 0,0 0,0-16,-2 4,-7 22,-3 22,2 2,1 0,1 1,0-1,1 1,0 0,2-1,-1 1,2 0,0 0,1-1,0 1,1 0,1-1,0 0,1 0,0 0,1-1,1 1,0-2,1 1,0-1,1 0,1 0,-1-1,2-1,3 4,41 23,-2-10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4:37.3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375 243,'-33'56,"3"1,3 1,1 3,-18 41,-57 109,92-201,18-37,55-144,34-153,-43 85,-48 213,-7 26,0 0,0 1,0-1,0 0,0 0,0 1,0-1,0 0,0 1,0-1,1 0,-1 0,0 1,0-1,0 0,0 0,1 1,-1-1,0 0,0 0,1 1,-1-1,0 0,0 0,1 0,-1 0,0 0,0 1,1-1,-1 0,0 0,1 0,-1 0,0 0,1 0,-1 0,0 0,0 0,1 0,-1 0,0 0,1 0,-1 0,0 0,1-1,-1 1,0 0,0 0,1 0,-1 0,0-1,45 247,-42-227,18 88,-6 0,-3 0,-6 1,-4 0,-7 44,-13-72,8-58</inkml:trace>
  <inkml:trace contextRef="#ctx0" brushRef="#br0" timeOffset="207.992">1 618,'7'0,"13"0,18-5,17-3,18-3,11-2,3 1,-3 1,-16 2</inkml:trace>
  <inkml:trace contextRef="#ctx0" brushRef="#br0" timeOffset="552.405">616 644,'22'18,"-1"1,-1 1,-1 0,0 2,-2 0,-1 1,0 1,-2 0,7 17,-11-20,-7-12,1-1,0 0,0 0,1 0,0-1,0 1,1-1,0-1,0 1,1-1,0 1,-6-6,1-1,-1 1,0-1,0 0,0 1,1-1,-1 0,0 1,0-1,1 0,-1 0,0 0,0 0,1-1,-1 1,0 0,0 0,0-1,1 1,-1-1,0 1,0-1,0 1,0-1,0 0,0 1,0-1,0 0,0 0,0 0,0 0,0 0,-1 0,1 0,0 0,0-1,20-45,4-63,-22 90,0-1,2 0,0 1,1 0,1 0,1 0,1 1,0 1,2-1,7-9,-15 24,0 0,-1 1,1 0,1 0,-1 0,0 0,1 0,-1 0,1 1,0 0,0 0,0 0,0 0,0 1,1-1,-1 1,0 0,1 0,-1 1,1-1,-1 1,1 0,17 7</inkml:trace>
  <inkml:trace contextRef="#ctx0" brushRef="#br0" timeOffset="1384.972">1204 898,'20'-3,"0"-1,-1-1,0-1,0 0,0-2,-1 0,0-1,0-1,-1 0,-1-1,0-1,0-1,-1 0,6-8,-13 13,-1 0,0-1,0 0,-1-1,0 1,-1-1,0 0,0 0,-1-1,0 1,-1-1,-1 0,1 0,-2 0,0 0,0-2,-1 11,0-1,0 1,0-1,-1 1,1-1,-1 1,1-1,-1 1,0-1,0 1,0 0,0 0,-1-1,1 1,-1 0,1 0,-1 0,0 1,0-1,1 0,-1 0,0 1,-1 0,1-1,0 1,0 0,-1 0,1 0,0 0,-1 0,1 1,-1-1,1 1,-1 0,1-1,-1 1,1 0,-1 1,1-1,-1 0,0 1,1-1,0 1,-1 0,1 0,-1 0,1 0,0 0,0 0,0 1,0-1,0 1,-1 0,-4 4,0 0,1 0,-1 1,1 0,1 0,-1 1,1-1,1 1,-1 0,1 0,1 1,0-1,0 1,0 0,1 0,0-1,1 2,0-1,1 0,0 0,0 0,1 0,0 0,0 0,1 0,0 0,1 0,0-1,0 1,1-1,1 3,0-4,0-1,0 1,1-1,0 0,0 0,0-1,0 1,1-2,0 1,0-1,1 0,-1 0,1-1,0 0,-1 0,1-1,1 0,-1 0,0-1,0 0,1-1,-1 1,0-2,1 1,-1-1,0 0,0-1,0 0,0 0,0-1,0 0,0-1,-1 1,0-1,1-1,-1 1,-1-1,2-1,5-10,-1-1,0 1,-1-2,-1 0,0 0,-1-1,-1 0,-1 0,-1-1,-1 1,3-20,-28 206,20-163,0 0,0 0,0 0,0 0,1 0,-1 0,1 0,0 0,1 0,-1 0,0 0,1-1,0 1,0-1,0 1,1-1,-1 1,1-1,-1 0,1 0,0-1,0 1,0 0,1-1,-1 0,1 0,-1 0,1 0,0 0,0-1,0 0,-1 0,1 0,0 0,1 0,-1-1,0 0,1 0,8-1,0-1,0-1,0 0,-1-1,1 0,-1-1,0-1,0 1,-1-2,1 0,-1 0,-1-1,0 0,0-1,0 0,-1-1,0 0,-1 0,-1-1,1 0,-1 0,-1-1,0 0,-1 0,0 0,-1-1,-1 1,3-12,-5 1,-1 23,0 0,0-1,0 1,0 0,0 0,1-1,-1 1,0 0,0-1,0 1,0 0,0 0,0-1,0 1,0 0,0-1,0 1,-1 0,1 0,0-1,0 1,0 0,0 0,0-1,0 1,-1 0,1 0,0-1,0 1,0 0,-1 0,1 0,0-1,0 1,0 0,-1 0,1 0,0 0,-1 0,1 0,0-1,0 1,-1 0,1 0,0 0,0 0,-1 0,1 0,0 0,-1 0,1 0,0 0,0 0,-1 0,1 1,0-1,-1 0,1 0,0 0,0 0,-1 0,1 0,0 1,0-1,0 0,-1 0,1 0,0 1,0-1,-5 8,0 0,1 0,0 0,1 1,0-1,0 1,0 0,1 0,1 0,0 0,-1 7,1-11,0 1,0-1,0 1,1-1,0 1,0-1,0 1,1-1,-1 1,1-1,1 1,-1-1,1 0,0 0,0 0,0 0,1 0,0 0,0 0,0-1,0 0,1 1,0-1,0-1,0 1,0 0,0-1,1 0,0 0,-1 0,1-1,0 0,0 1,1-2,-1 1,0-1,1 0,-1 0,2 0,-2-1,1 0,-1-1,1 1,-1-1,0 0,1-1,-1 0,0 1,0-2,0 1,0 0,0-1,-1 0,1 0,-1-1,0 1,0-1,0 0,0 0,0 0,-1 0,0-1,0 0,0 1,-1-1,3-5,1-5,0-1,-1 1,-1-1,0 0,-1 0,-1-1,-1 1,0-9,0 18,-1-1,0 1,0-1,-1 1,0 0,0-1,0 1,-1 0,-1 0,1 0,-1-1,2 8,0 0,0 0,0-1,0 1,0 0,0 1,0-1,0 0,0 0,0 0,0 0,0 1,0-1,0 0,0 1,0-1,0 1,1-1,-1 1,0 0,0-1,0 1,1 0,-1-1,0 1,1 0,-1 0,1 0,-1-1,1 1,-1 0,1 0,0 0,-1 0,1 0,0 0,0 0,0 0,-1 0,1 0,0 0,0 0,1 0,-1 0,0 0,-3 8,0 0,1-1,0 1,1 0,0 0,0 0,1 0,0 0,1 1,-1-1,2 0,0-1,0 1,0 0,1 0,0-1,1 1,0-1,0 0,1 0,0-1,5 6,3-1,0-2,0 0,2-1,-1 0,1-1,0-1,1 0,0-1,0 0,0-2,7 2,53 13</inkml:trace>
  <inkml:trace contextRef="#ctx0" brushRef="#br0" timeOffset="2302.555">4038 577,'-5'9,"1"1,1-1,-1 1,1-1,1 1,0 0,0 0,1 0,0 9,1-15,1-1,-1 1,0 0,1 0,0 0,0 0,0-1,1 1,-1 0,1-1,0 1,0-1,0 0,0 0,0 0,1 0,0 0,-1 0,1 0,0-1,0 1,1-1,-1 0,0 0,1 0,1 0,1 1,0-1,0 1,0-1,0-1,1 1,-1-1,1 0,-1 0,0-1,1 0,-1 0,1-1,-1 1,1-1,-1-1,0 1,1-1,-1 0,0-1,0 1,-1-1,1 0,-1-1,1 1,-1-1,0 0,0-1,0 1,-1-1,0 0,0 0,0 0,-1-1,1 0,-1-1,0 1,-1 0,0-1,0 1,-1-1,0 0,0 1,-1-1,0 0,0 0,0 0,-1 1,0-1,0 0,-1 1,1-1,-2 1,1-1,-1 1,0 0,0 0,0 0,-1 1,0-1,0 1,-1 0,1 0,-1 0,0 1,0-1,-1 1,0 0,1 1,-1 0,0-1,0 2,-6-3,4 4,-1-1,1 1,0 1,0-1,-1 2,1-1,0 1,0 0,0 1,0-1,0 2,0-1,0 1,1 0,-1 1,1 0,0 0,0 1,0 0,1 0,0 0,-1 1,2 0,-1 0,1 0,0 1,0 0,1 0,0 0,0 0,1 1,0-1,0 1,1 0,0 0,0 0,1 0,0 1,0-1,1 0,0 0,1 0,0 7,7 24</inkml:trace>
  <inkml:trace contextRef="#ctx0" brushRef="#br0" timeOffset="3118.839">5722 189,'-6'23,"-4"16,0 11,0 6,2 3,2 0,5-3,5-7,4-9,0-9,2-7,-2-11,-1-12,-3-12,-1-5</inkml:trace>
  <inkml:trace contextRef="#ctx0" brushRef="#br0" timeOffset="3380.171">5656 56,'-2'-9,"3"-3,11 0,15 3,16 2,15 3,9 2,4 1,1 1,-6 0,-13 3,-15 3,-15 0</inkml:trace>
  <inkml:trace contextRef="#ctx0" brushRef="#br0" timeOffset="3643.557">5576 324,'23'4,"23"2,22 0,17-2,16-3,8-4,1-4,-6-3,-12-2,-21 1</inkml:trace>
  <inkml:trace contextRef="#ctx0" brushRef="#br0" timeOffset="4172.005">6578 176,'-12'30,"1"0,1 0,2 1,1 0,1 1,2-1,1 1,1 0,2 0,1 0,2 0,1 0,2-1,4 16,-4-18,-3-19,-1-15,-3-19,-54-393,57 310,-1 103,0 0,0 1,0-1,0 1,1 0,-1-1,1 1,0 0,0 0,0 0,0 0,1 0,-1 0,1 1,0-1,-1 1,1 0,0-1,1 1,-1 1,0-1,0 0,1 1,-1 0,1 0,-1 0,4 0,12 0,1 1,-1 1,1 1,-1 1,0 1,0 0,0 2,-1 0,0 1,0 0,0 2,13 9,53 42,-82-57,1-1,-1 1,1 0,-1 0,0-1,0 2,-1-1,1 0,-1 0,1 0,-1 1,0-1,0 1,0-1,-1 1,1-1,-1 1,0-1,0 1,0 0,0-1,-1 1,0-1,1 1,-1-1,-1 1,1 0,-7 7,0-1,-1 0,0-1,-1 0,0 0,0-1,0 0,-1-1,-1-1,1 1,-1-2,0 1,0-2,-1 0,1 0,-2-1,-42 13,93-11,-19-4,1 0,0 2,-1 0,1 1,-1 1,0 0,-1 2,1 0,-1 1,0 1,-1 0,0 1,-1 1,0 0,-1 1,1 1,-13-11,0 0,1 1,-1-1,0 0,0 1,-1 0,1-1,0 1,-1 0,0 0,1 0,-1 0,0 0,-1 0,1 0,0 0,-1 0,0 1,0-1,0 0,0 0,0 0,-1 1,1-1,-1 0,0 0,0 0,0 0,0 0,0 0,-1 0,0-1,1 1,-1 0,0-1,0 1,-2 1,-11 6,-1-1,0 0,0-1,-1 0,1-2,-2 0,1-1,-1 0,0-2,0 0,11-1,-26 6,-1-2,1-1,-2-2,1-1,-7-2,-6-13,47 13,0-1,-1 1,1-1,0 0,-1 1,1-1,0 0,0 1,0-1,0 0,0 1,0-1,0 0,0 1,0-1,0 0,0 1,0-1,0 0,1 1,-1-1,0 1,0-1,1 0,-1 1,0-1,1 1,-1-1,1 1,-1-1,1 1,-1-1,1 1,-1-1,1 1,-1 0,1-1,0 1,-1 0,1-1,-1 1,1 0,0 0,18-12</inkml:trace>
  <inkml:trace contextRef="#ctx0" brushRef="#br0" timeOffset="9570.332">563 1660,'-11'73,"-3"-1,-2 0,-4 0,-3-2,-22 43,25-56,21-56,0 0,-1-1,1 1,0 0,-1 0,1-1,0 1,0-1,0 1,0-1,0 1,-1-1,1 1,0-1,0 0,0 1,0-1,0 0,0 0,0 0,0 0,0 0,0 0,0 0,0 0,0 0,0 0,0 0,0-1,0 1,0 0,0-1,0 1,0-1,0 1,0-1,0 0,-1 1,1-1,0 0,0 1,-1-1,1 0,2-1,28-12,5-4,1 1,0 2,1 2,1 1,0 3,0 0,20 0,-39 8</inkml:trace>
  <inkml:trace contextRef="#ctx0" brushRef="#br0" timeOffset="9838.499">763 1927,'-2'21,"-1"17,0 15,0 11,4 9,6 2,3 1,6-3,-1-15</inkml:trace>
  <inkml:trace contextRef="#ctx0" brushRef="#br0" timeOffset="10139.338">1325 1820,'11'52,"4"-1,1-1,2 0,3-1,5 5,-23-47,1 1,0-1,1 0,-1 0,1 0,1-1,-1 1,1-1,0-1,0 1,1-1,0 0,0-1,0 1,0-1,1-1,-1 1,3-1,-5-4,-1 0,0 0,1 0,-1-1,0 0,0 0,0 0,0 0,0-1,-1 1,1-1,-1 0,1 0,-1 0,0-1,0 1,-1-1,1 0,-1 1,1-1,-1 0,-1-1,1 1,0 0,-1 0,0-1,0 1,0-3,59-260,-58 262,-1-1,1 1,1 0,-1-1,1 1,0 0,0 1,0-1,1 0,0 1,0 0,0 0,0 0,1 0,-1 1,1 0,0-1,0 2,0-1,0 1,1 0,-1 0,1 0,4 0,20-1</inkml:trace>
  <inkml:trace contextRef="#ctx0" brushRef="#br0" timeOffset="11030.67">2113 2007,'1'-5,"5"-69,-6 72,-1-1,1 1,0 0,-1 0,0-1,1 1,-1 0,0 0,0 0,0 0,0 0,0 0,-1 0,1 0,-1 0,1 1,-1-1,0 1,1-1,-1 1,0-1,0 1,0 0,0 0,0 0,0 0,0 0,-1 1,1-1,0 1,-5 0,0 0,1 1,-1 0,0 1,1-1,-1 1,1 1,0-1,-1 1,1 0,0 0,1 1,-1 0,1 0,-1 0,1 1,1-1,-1 1,1 0,-1 1,1-1,1 1,-1 0,1 0,0 0,1 0,-1 0,1 1,-13 75,15-80,0 1,0-1,1 0,-1 1,1-1,-1 0,1 0,0 1,-1-1,1 0,0 0,1 0,-1 0,0 0,1 0,-1 0,1-1,-1 1,1 0,0-1,0 1,-1-1,1 0,0 0,0 0,1 0,-1 0,0 0,0 0,0 0,1-1,-1 1,2-1,0 0,1 0,-1 0,1 0,-1-1,1 0,-1 0,1 0,-1 0,1-1,-1 0,0 0,0 0,0 0,0 0,-1-1,1 0,0 0,-1 0,0 0,0 0,1-2,53-80,-54 80,-3 6,0-1,1 0,-1 1,0-1,0 0,1 0,-1 1,0-1,0 0,1 0,-1 1,0-1,1 0,-1 0,0 0,1 0,-1 0,0 1,1-1,-1 0,1 0,-1 0,0 0,1 0,-1 0,0 0,1 0,-1 0,0 0,1 0,-1-1,1 1,-1 0,0 0,1 0,-1 0,0 0,1-1,-1 1,0 0,0 0,1-1,-1 1,0 0,0 0,1-1,-1 1,0 0,0-1,0 1,1 0,-1-1,0 1,0 0,0-1,0 1,0-1,0 1,0 0,0-1,0 1,0 0,0-1,0 1,0-1,0 1,0 0,0-1,0 1,-1 0,4 29,7 71,-9-96,0 0,0 0,1 0,-1 0,1-1,0 1,0 0,0-1,1 0,-1 1,1-1,0 0,0 0,0-1,0 1,0 0,1-1,-1 0,1 0,-1 0,1 0,0-1,1 1,-2-1,1-1,-1 1,1-1,-1 1,1-1,-1 0,1-1,-1 1,1-1,-1 1,1-1,-1 0,0 0,1 0,-1-1,0 1,0-1,0 0,0 0,0 0,0 0,-1-1,1 1,-1-1,1 1,-1-1,0 0,0-1,5-5,-1-1,0 0,-1-1,0 1,0-1,-1 0,-1 0,0-1,5-29,-3 0,-1 0,-2 0,-2-16,1 19,-1 34,-1 3,1 0,-1-1,1 1,0 0,-1-1,1 1,0 0,0-1,0 1,0-1,0 1,0-1,1 1,-1 0,0-1,1 1,-1 0,1-1,-1 1,1 0,0 0,0-1,-1 1,1 0,0 0,0 0,0 0,0 0,0 0,0 0,1 1,-1-1,0 0,1 0,64 58,-36-32,2-1,0-1,2-2,0-1,1-2,9 2,-42-19,0 0,0 0,1 0,-1 0,0 0,0 0,0 0,0 1,0-1,0 1,-1-1,1 1,0 0,-1 0,0 0,1 0,-1 0,0 0,0 0,0 0,0 0,0 1,0-1,-1 0,1 1,-1-1,0 0,0 1,1-1,-2 1,1 1,0 4,-1-3,0 0,0-1,0 1,1 0,0 0,0 0,0 0,0-1,1 1,0 0,0 0,0-1,1 1,-1 0,1-1,0 0,1 1,-1-1,1 0,-1 0,1 0,1-1,-1 1,0-1,1 1,0-1,-1 0,1-1,1 1,-1-1,4 2,0-2,1 0,0-1,0-1,-1 1,1-1,0-1,0 0,0 0,-1-1,1 0,0 0,-1-1,0 0,1 0,-1-1,-1 0,1-1,-1 0,1 0,-1 0,-1-1,1 0,-1 0,0-1,0 0,-1 0,0 0,0-1,-1 0,0 1,0-1,-1-1,0 1,1-7,10-62,-17 106,1-1,2 1,1 0,1-1,4 20,-6-43,1-1,-1 1,1-1,0 1,0-1,1 1,-1-1,1 0,0 0,0 0,0 0,1 0,0 0,-1-1,1 1,0-1,1 0,-1 0,1 0,-1 0,1 0,0-1,0 0,0 1,0-2,0 1,1 0,-1-1,0 0,1 0,-1 0,2 0,17-5</inkml:trace>
  <inkml:trace contextRef="#ctx0" brushRef="#br0" timeOffset="11279.088">3049 1554,'-5'20,"8"14,15 8,4-4</inkml:trace>
  <inkml:trace contextRef="#ctx0" brushRef="#br0" timeOffset="12172.02">3838 1927,'-7'-6,"-1"0,1 0,-1 1,0 0,-1 0,1 1,-1 0,0 0,0 1,0 0,0 1,-1 0,1 1,0-1,-1 2,0-1,1 2,-1-1,1 1,-3 1,-2 3,0 1,0 1,1 0,-1 1,2 0,-1 1,1 0,0 1,1 1,0 0,1 0,0 1,-5 9,-5 23,20-43,0 1,-1-1,1 0,0 0,0 0,0 0,0 0,0 0,1 0,-1 0,0 0,0 0,1 0,-1 0,0 0,1 0,-1 0,1 0,0 0,-1 0,1 0,0 0,-1-1,1 1,0 0,0-1,0 1,-1 0,1-1,0 1,0-1,0 1,0-1,0 0,0 1,0-1,0 0,0 0,1 1,-1-1,0 0,0 0,10-1,-1 0,1 0,-1-1,0-1,1 0,-1 0,0-1,-1 0,1 0,-1-1,0-1,0 0,0 0,2-3,-3 3,1 0,-1-1,-1 0,1-1,-1 0,0 0,-1 0,0-1,-1 0,1 0,-2 0,4-9,-7 1,-9 19,3 8,1 0,0 0,1 1,0-1,0 1,1 0,1-1,-1 1,2 0,0 0,0 0,1 0,0 0,2 6,-1-11,0 0,0 0,0 0,1 0,0-1,0 1,0-1,1 1,0-1,0 0,0-1,1 1,-1-1,1 0,0 0,0 0,1 0,-1-1,1 0,0-1,0 1,-1-1,2 0,-1 0,0-1,0 0,1 0,-1 0,0-1,1 0,-1 0,0 0,1-1,-1 0,0-1,0 1,1-1,-1 0,-1-1,1 1,0-1,0 0,1-2,4-3,-1 0,-1 0,0-1,0 0,0 0,-1-1,-1-1,0 1,0-1,-1 0,0 0,-1-1,0 0,-1 0,-1 0,3-10,2-25,-1-1,-2 1,-2-39,-2 74,5-231,-5 230,-1 25,0 48,-2 9,3-1,3 1,3-1,3 0,9 26,-19-92,1 3,0 0,0 0,0 0,1 0,0 0,0 0,0 0,1 0,-1-1,1 1,0-1,1 0,-1 0,1 0,0 0,0-1,0 1,3 1,-4-5,1 0,-1 0,0-1,0 0,0 1,0-1,1 0,-1 0,-1-1,1 1,0-1,0 1,0-1,-1 0,1 0,-1 0,1 0,-1-1,0 1,0-1,2-1,4-4,71-50,-77 57,1-1,-1 1,0 0,1 0,-1 0,1 0,0 1,-1-1,1 1,0 0,-1-1,1 1,0 0,-1 1,1-1,0 0,-1 1,1-1,0 1,-1 0,1 0,-1 0,1 0,-1 1,0-1,1 0,-1 1,0 0,0 0,0-1,0 1,-1 0,1 0,0 1,1 3,0 0,0 0,-1 0,1 0,-2 0,1 0,-1 0,0 1,0-1,0 1,-1-1,0 1,-1-1,1 0,-1 1,0-1,-1 0,1 1,-1-1,-2 2,3-3,-1-1,0 1,0-1,0 0,0 0,-1 0,0 0,0 0,0-1,0 1,0-1,-1 0,0 0,1 0,-1 0,0 0,0-1,-1 0,1 0,0 0,-1-1,1 1,-1-1,0 0,1 0,-1-1,-3 1,6-1,0 0,0-1,0 1,0 0,0-1,0 0,0 1,0-1,0 0,1 0,-1 0,0 0,1 0,-1 0,1-1,-1 1,1 0,-1-1,1 0,0 1,0-1,0 1,0-1,0 0,0 0,0 0,1 0,-1 1,0-1,1 0,0 0,-1 0,1-1,6-67,-2 58,2-1,-1 2,2-1,-1 1,2 0,0 0,0 1,0 0,1 1,1 0,0 0,0 1,1 0,-1 0,2 2,-1-1,1 1,0 1,0 0,1 1,-1 0,1 1,1 0,-10 3,0 0,0 0,0 0,0 0,0 0,0 1,0 0,0 0,0 0,0 0,0 1,0-1,-1 1,1 0,-1 0,1 0,-1 1,0-1,0 1,0 0,0 0,0 0,-1 0,1 0,-1 0,0 1,0-1,0 1,0 0,-1 0,0-1,1 1,-1 0,-1 0,1 3,6 51,13 39,-19-95,0 0,1 0,-1 0,1-1,-1 1,1 0,0-1,0 1,-1-1,1 0,0 1,0-1,1 0,-1 0,0 0,0-1,0 1,1 0,-1-1,0 0,0 1,1-1,-1 0,1 0,-1 0,0-1,0 1,1 0,-1-1,0 0,1 1,-1-1,0 0,0 0,0 0,0-1,0 1,0 0,0-1,-1 1,1-1,0 0,-1 1,1-1,0-2,18-16</inkml:trace>
  <inkml:trace contextRef="#ctx0" brushRef="#br0" timeOffset="13050.912">4506 1593,'24'10,"2"0,-1-2,1-1,0 0,1-2,-1-2,1 0,0-2,0 0,-1-2,1-1,0-2,-1 0,19-6,-22 5,0-1,-1-1,0 0,0-2,-1-1,0-1,0 0,-1-2,0 0,-12 6,0 1,0-1,-1 0,0-1,0 0,0 0,-1 0,-1-1,1 0,-1 0,-1 0,0-1,0 0,-1 0,0 0,0 0,-1 0,-1 0,0-1,0 1,-1-4,0 8,0-1,0 1,-1-1,0 1,0-1,-1 1,1 0,-1-1,-1 1,1 0,-1 0,0 1,-1-1,1 1,-1-1,0 1,0 0,-1 1,1-1,-1 1,0 0,-1 0,1 0,0 1,-1 0,0 0,0 0,0 1,0-1,0 2,-1-1,1 1,0 0,-1 0,1 0,-2 1,-1 1,0 0,0 0,0 1,0 0,1 1,-1 0,1 0,-1 0,1 1,0 1,1 0,-1 0,1 0,0 1,0-1,1 2,-1-1,2 1,-1 0,-3 6,-2 3,1 0,1 1,1 0,1 0,0 1,1-1,1 2,0-1,0 11,2-3,2 1,0-1,2 0,1 1,1-1,1 0,1 0,1-1,2 1,1-1,6 13,6 7,2-1,1-2,2-1,2 0,27 28,-19-34,-35-35,0 0,0 0,0-1,0 1,0 0,0 0,0 0,0-1,-1 1,1 0,0-1,0 1,0-1,0 1,0-1,-1 1,1-1,0 1,0-1,-1 0,1 0,-1 1,1-1,-1 0,1 0,-1 0,1 1,-1-1,1 0,-1 0,0 0,0 0,1 0,-1 0,0 0,0 0,0 0,0 0,0 0,0 0,-1 0,4-7,0 1,0 0,0 1,1 0,0 0,0 0,1 0,-1 1,1 0,0 0,1 0,-1 0,1 1,0 0,0 0,0 1,0-1,1 1,5-1,132-28,-73 20,-66 12,0-1,0 1,0-1,0 0,0-1,0 1,0-1,-1 0,1 0,-1 0,1-1,-1 1,0-1,0 0,0-1,0 1,-1 0,1-1,-1 0,0 0,0 0,0 0,-1-1,0 1,1-1,-2 1,1-1,0 0,0-4,-4 5,1 0,-1 0,0 0,0 0,-1 0,1 1,-1-1,0 1,0-1,0 1,0 0,0 0,-1 0,0 1,1-1,-1 1,0 0,0 0,0 0,-1 1,1-1,0 1,0 0,-1 0,-2 0,2-1,0 0,-1 1,1-1,0 1,-1 0,1 0,-1 1,1 0,-1 0,1 0,-1 0,0 1,1 0,0 0,-1 0,1 1,0 0,0 0,0 0,0 1,0 0,0 0,1 0,-1 0,1 1,0-1,0 1,0 0,0 1,1-1,0 1,-1 2,-1 2,1 0,0 1,1 0,0-1,0 1,1 1,0-1,1 0,0 0,1 1,0-1,1 0,0 1,1-1,0 0,0 0,1 0,0 0,1-1,0 1,0-1,1 0,1 0,-1 0,1-1,1 0,0 0,0-1,0 1,1-2,0 1,3 1,6 1,-1-1,1 0,1-2,-1 0,1 0,0-2,0 0,1-2,-1 0,1-1,-1 0,1-2,-1 0,1-1,-1-1,0-1,0 0,0-1,5-3,44-18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4:43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201 649,'-8'-1,"-1"0,1 0,-1 0,1 1,-1 0,1 1,-1 0,1 0,0 1,0 0,-1 0,1 1,1 0,-1 0,0 1,1 0,0 1,0-1,0 2,0-1,1 0,0 1,0 0,-2 4,7-9,0 0,1 0,-1 0,0 0,1 0,-1 0,1 0,-1 0,1 1,-1-1,1 0,0 0,0 1,0-1,0 0,0 1,0-1,0 0,0 0,0 1,0-1,1 0,-1 0,0 1,1-1,-1 0,1 0,0 0,-1 0,1 0,0 0,0 0,-1 0,1 0,0 0,0 0,0 0,0-1,0 1,0 0,1-1,-1 1,0-1,0 1,0-1,1 1,59 4,-46-8,-1 0,-1-1,1-1,0 0,-1-1,0-1,0 0,-1 0,0-1,0-1,-1 0,0-1,-1 0,0 0,0-1,-1 0,-1-1,0 0,0 0,4-12,1-4,0-1,-2 0,-1-1,-1 0,-2-1,-1 0,-2 0,-1 0,-1-4,-6-28,4 61,0 1,0-1,0 1,-1-1,1 0,-1 1,1-1,-1 1,1-1,-1 1,0 0,0-1,0 1,0 0,0-1,0 1,0 0,0 0,0 0,-1 0,1 0,0 0,-1 0,1 1,-1-1,1 0,-1 1,1-1,-1 1,1 0,-1-1,0 1,1 0,-1 0,0 0,-3 2,0 0,0 1,0 0,1-1,-1 2,1-1,0 1,0-1,0 1,0 0,1 0,-1 1,1-1,0 1,0 0,1-1,0 1,0 1,-1 0,-5 12,1 0,0 0,1 0,1 1,1 0,1 0,0 0,2 0,0 0,1 1,1-1,0 0,2 0,0 0,1 0,1 0,6 13,-6-23,1 1,0-1,0 0,1-1,0 1,1-1,-1-1,2 0,-1 0,1 0,0-1,0 0,1-1,-1 0,1 0,0-1,1-1,-1 0,1 0,-1-1,1 0,0-1,0 0,5-1,-3 1,-1-1,1-1,-1 0,1 0,-1-1,0-1,0 0,0-1,0 0,-1-1,0-1,0 1,0-2,0 1,-1-1,0-1,-1 0,1 0,-2-1,1-1,2-3,-5 5,0-1,-1 0,0-1,0 1,-1-1,0 0,-1 0,0 0,0-1,-1 1,-1-1,1-6,-2 16,0 0,1 1,-1-1,0 0,0 0,0 1,0-1,0 0,0 0,0 1,0-1,0 0,0 0,0 1,-1-1,1 0,0 0,0 1,-1-1,1 0,-1 1,1-1,0 0,-1 1,1-1,-1 1,1-1,-1 1,0-1,1 1,-1-1,1 1,-1 0,0-1,1 1,-1 0,0-1,0 1,1 0,-1 0,0 0,0 0,1 0,-1 0,0 0,0 0,1 0,-1 0,0 0,0 0,1 0,-1 1,0-1,1 0,-1 1,-31 28,29-25,1 0,0 0,0 0,0 0,1 1,0-1,-1 0,1 0,1 1,-1-1,1 1,0-1,0 1,0-1,0 1,1-1,0 0,0 1,0-1,0 0,1 1,0-1,0 0,0 0,0 0,0-1,1 1,0-1,0 1,0-1,0 0,0 0,4 3,6 0,1 0,0 0,0-1,1-1,-1-1,1 0,0-1,0 0,0-1,0-1,0 0,0-1,-1-1,1 0,0-1,7-3,31-9,-8-2</inkml:trace>
  <inkml:trace contextRef="#ctx0" brushRef="#br0" timeOffset="246.526">1217 502,'-20'38,"18"-33,-6 31,1 0,2 1,2-1,1 1,2 0,1 0,4 20,54 255,-21-138,-28-99,-10-75,0 1,1-1,-1 1,0-1,0 1,0-1,0 0,0 1,0-1,0 1,1-1,-1 1,0-1,-1 1,1-1,0 0,0 1,0-1,0 1,0-1,0 1,0-1,-1 0,1 1,0-1,0 0,-1 1,1-1,0 1,0-1,-1 0,1 0,0 1,-1-1,1 0,-1 0,1 1,0-1,-1 0,1 0,-1 0,1 0,0 1,-1-1,1 0,-1 0,1 0,-1 0,1 0,-1 0,1 0,-1 0,-8-8</inkml:trace>
  <inkml:trace contextRef="#ctx0" brushRef="#br0" timeOffset="660.747">1231 1090,'-1'-59,"0"-12,2 1,4 0,2 0,8-23,11 25,-26 66,1 1,-1-1,1 1,0 0,0-1,0 1,0 0,0 0,0 0,0-1,0 1,0 0,0 1,1-1,-1 0,0 0,1 0,-1 1,1-1,-1 1,1-1,-1 1,1-1,-1 1,1 0,-1 0,1 0,-1 0,1 0,0 0,-1 0,1 1,-1-1,1 0,-1 1,1 0,-1-1,0 1,1 0,-1-1,0 1,1 0,-1 0,7 7,-1 1,0-1,0 1,-1 0,0 0,-1 1,0 0,-1 0,0 0,0 1,-1-1,0 1,0 10,-3-21,8 72,-8-70,0 0,0 0,-1 0,1 0,-1 0,1 0,-1 0,0 0,1 0,-1 0,0 0,-1 0,1 0,0-1,0 1,-1-1,1 1,-1-1,1 1,-1-1,0 0,1 1,-1-1,0 0,0 0,0-1,0 1,0 0,0-1,0 1,0-1,0 1,-3-1,0 0,0 0,0 0,1-1,-1 0,0 0,0 0,1 0,-1-1,0 1,1-1,0 0,-1-1,1 1,-1-2,3 3,0 0,0-1,0 1,1 0,-1-1,1 1,-1-1,1 0,-1 1,1-1,0 0,0 0,0 0,0 0,0 0,0 0,1 0,-1 0,1 0,-1 0,1 0,0 0,0-1,0 1,0 0,0 0,0 0,0 0,1 0,-1-1,1 1,0 0,0 0,0 0,0 0,5-6,1 0,0 1,1 0,-1 0,2 1,-1 0,0 0,1 1,0 0,1 0,-1 1,7-2,-7 2,20-10,1 2,0 1,0 1,1 1,12 0,-41 9,1 0,-1 0,0 1,0-1,0 1,0 0,0-1,0 1,0 0,0 0,0 0,0 1,0-1,0 0,-1 1,1-1,-1 1,1 0,-1-1,0 1,1 0,-1 0,0 0,0 0,0 0,0 0,-1 0,1 0,-1 0,1 0,-1 1,0-1,1 0,-1 0,0 0,-1 1,1-1,0 0,-1 0,1 0,-1 1,3 22,0-16,0-1,0 1,1 0,0-1,1 1,0-1,0 0,1 0,0-1,0 1,0-1,1 0,6 5,2-1</inkml:trace>
  <inkml:trace contextRef="#ctx0" brushRef="#br0" timeOffset="1111.247">1658 274,'89'67,"-58"-45,-1 1,-1 1,-1 2,9 11,-25-23,-1 0,-1 1,0 0,-1 0,-1 1,0 0,-1 1,-1 0,0 0,-2 0,0 1,0 1,-4-17,-1 0,1 0,0-1,0 1,0 0,0 0,1-1,-1 1,0 0,1 0,-1-1,1 1,0-1,-1 1,1 0,0-1,0 1,0-1,0 0,0 1,0-1,1 0,-1 0,0 1,1-1,-1 0,0 0,1-1,0 1,-1 0,1 0,-1-1,1 1,0-1,-1 1,1-1,0 0,0 0,-1 0,1 0,1 0,7-3,0-1,-1-1,1 1,-1-2,0 1,-1-1,1 0,-1-1,0 0,-1 0,0-1,0 0,0 0,-1-1,-1 1,1-1,-1-1,-1 1,2-4,15-23,-21 36,1 0,0 0,-1 0,1 0,0 1,-1-1,1 0,-1 0,1 1,0-1,-1 0,1 1,-1-1,1 0,-1 1,1-1,-1 1,1-1,-1 1,0-1,1 1,-1-1,0 1,1 0,-1-1,0 1,1-1,-1 1,0 0,0-1,0 1,0 0,0-1,0 1,0 0,0-1,0 1,0 0,0-1,0 1,0 0,-1-1,1 1,0-1,0 1,-1 0,1 0,2 11,3-3,0 1,1-1,0 0,0-1,1 1,0-1,1-1,0 1,0-1,0 0,1-1,0 0,0-1,1 0,-1 0,1-1,0 0,1-1,-1 0,0 0,1-1,0-1,-1 0,1 0,2-1,33 4</inkml:trace>
  <inkml:trace contextRef="#ctx0" brushRef="#br0" timeOffset="1716.127">2795 622,'-6'-4,"1"1,-1 0,0 0,-1 0,1 1,0 0,-1 0,1 0,-1 1,1 0,-1 1,0-1,0 1,1 0,-1 1,0 0,1 0,-1 0,1 1,-1 0,1 0,0 0,0 1,0 0,0 0,0 1,1 0,-1 0,1 0,0 0,0 1,1 0,-1 0,1 0,-3 5,6-6,0 0,0 0,0-1,0 1,1 1,-1-1,1 0,0 0,0 0,1 0,-1 0,1 0,0 0,0 0,0-1,1 1,-1 0,1 0,0-1,0 1,0-1,0 1,1-1,0 0,-1 0,1 0,0-1,0 1,1-1,-1 1,0-1,1 0,-1 0,1-1,0 1,0-1,0 1,0-1,0-1,0 1,0 0,0-1,0 0,2 0,3 0,-1 1,1-2,-1 1,1-1,-1-1,1 0,-1 0,0 0,0-1,0 0,0-1,-1 0,1 0,-1-1,0 1,0-2,0 1,-1-1,0 0,0 0,-1-1,4-4,3-7,0 0,-1-1,-1 0,-1-1,0 0,-2-1,0 0,1-9,9-47,-3-1,-3 0,-4-1,-3-63,-4 136,1 3,-1-1,0 0,0 0,0 0,-1 0,1 1,-1-1,0 0,0 0,0 1,0-1,-1 1,0-1,1 1,-4-4,4 7,-1 0,1-1,-1 1,1 0,-1 0,1 0,-1 0,1 0,-1 0,1 1,-1-1,1 1,-1-1,1 1,0-1,-1 1,1 0,0-1,-1 1,1 0,0 0,0 0,0 0,-1 0,1 0,0 1,1-1,-1 0,0 0,0 1,1-2,-15 20,1 1,0 0,2 0,0 1,2 1,1 0,0 0,2 1,0 0,2 0,0 9,0-11,1 0,1 1,1-1,1 1,1-1,1 1,1 0,0-1,2 0,1 0,1 0,1 0,0-1,2 0,10 18,-16-33,0-1,1 0,-1 0,1-1,0 1,1-1,-1 1,1-1,-1-1,1 1,0-1,1 0,-1 0,0 0,1-1,0 1,-1-2,1 1,0 0,0-1,0 0,0-1,0 1,0-1,0 0,1-1,-1 0,0 0,0 0,-1 0,1-1,0 0,0 0,-1-1,1 1,-1-2,9-5,0-1,-1 0,-1-1,1-1,-2 0,0-1,0 0,-2 0,1-1,-2-1,0 0,0 0,-1 0,-1-1,-1 1,0-2,-1 1,0-7,-7-15,2 38,1-1,0 1,-1-1,1 1,0-1,-1 1,1-1,-1 1,1-1,-1 1,1-1,-1 1,1 0,-1-1,1 1,-1 0,0 0,1-1,-1 1,0 0,1 0,-1 0,1 0,-1 0,0 0,1 0,-1 0,0 0,1 0,-1 0,0 0,1 0,-1 1,1-1,-1 0,0 0,1 1,-1-1,1 0,-1 1,1-1,-1 0,1 1,-1-1,1 1,-1-1,1 1,0-1,-1 1,1-1,0 1,-1 0,1-1,-4 7,-1-1,1 1,1 0,-1 0,1 0,0 1,1-1,0 1,0-1,1 1,0 0,0 0,1-1,-1 1,2 0,-1 0,1 0,1-1,-1 1,1 0,0-1,1 1,0-1,0 0,1 0,0 0,0-1,0 1,1-1,5 5,1 1,1 0,0-2,1 1,0-2,0 1,1-2,2 1,43 22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5:09.7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3221 3317,'4'88,"-3"0,-3 0,-5-1,-17 81,3-6,-105 1052,103-1000,5 192,19-280,-8 283,4-368,2 0,2 0,2 0,2 0,7 29,-4-17,-2 0,-2 0,-3 37,14 135,41 117,-9-80,35 86,-49-240,13 61,-37-96,-3-22,2 0,2-1,11 31,-17-69,-4-10,0 1,1-1,-1 1,1 0,-1-1,1 1,0-1,0 0,0 1,1-1,-1 0,1 0,-1 1,1-1,-1 0,1-1,0 1,0 0,0 0,0-1,1 1,-1-1,0 0,0 0,1 0,-1 0,1 0,-1 0,1-1,2 1,92-22,-48 6,35 0,1 5,0 2,0 5,54 5,-57-1,1193 17,1053 33,-1876-51,1105 15,-119-4,-1373-11,-16 0,41-1,0 4,75 12,-143-8,-31-9</inkml:trace>
  <inkml:trace contextRef="#ctx0" brushRef="#br0" timeOffset="3176.777">3261 3291,'-2'1,"0"0,0 0,0-1,-1 1,1 0,0-1,0 1,-1-1,1 0,0 0,0 0,-1 0,1 0,0 0,-1-1,1 1,0-1,0 0,0 1,0-1,-1 0,1 0,0-1,0 1,1 0,-1 0,0-1,0 0,1 1,-1-1,1 0,-1 1,1-1,0 0,-1-1,-26-146,1-20,8-1,2-136,21 206,-2 98,-1 0,1 0,0 0,-1 1,1-1,0 0,0 1,0-1,0 1,1 0,-1-1,0 1,0 0,1 1,-1-1,1 0,-1 1,1-1,-1 1,1 0,-1-1,1 1,-1 1,1-1,-1 0,1 1,-1-1,1 1,-1 0,1-1,-1 1,0 0,0 1,1-1,0 1,12 2,114 16,1-5,0-7,99-6,-192-2,139 1,474 11,-517-5,649 25,1288-17,-648 6,298 63,-674-29,-366-2,128 23,-302-72,-496-5,-9 1,-1-1,1 1,0-1,0 1,0 0,-1-1,1 1,0 0,0 0,0 0,0-1,-1 1,1 0,0 0,0 0,0 0,0 0,0 1,-1-1,1 0,0 0,0 1,0-1,-1 0,1 1,0-1,0 1,-1-1,1 1,0-1,-1 1,1-1,0 1,-1 0,1-1,-1 1,1 0,-1-1,0 1,1 0,-1 0,1 0,-35 146,28-98,1 0,3 1,1 0,3 0,2-1,10 46,6 98,-9 0,-11 154,-2-172,13 469,-15-489,-7 0,-11 24,8-57,5 1,5 1,6-1,15 106,3-55,-4 122,-18-176,0-37,3 0,4-1,7 25,-1-44,11 55,-6 2,1 119,-19 168,-39-32,43-276,-1-56,-1 1,-2-1,-6 33,-12 44,21-118,-1 0,1 0,-1 0,0 1,0-1,0 0,0 0,0 1,0-1,-1 0,1 0,-1 0,1 0,-1 1,0-1,0 0,0 0,0 0,0 0,0-1,-1 1,1 0,-1 0,1-1,-1 1,1-1,-1 0,0 1,0-1,0 0,0 0,0 0,0 0,0 0,-1 0,-148-11,-106-19,-4-13,-55-1,-2 14,-287 12,7 27,494-9</inkml:trace>
  <inkml:trace contextRef="#ctx0" brushRef="#br0" timeOffset="4867.683">3007 5242,'833'8,"81"6,869-25,443 0,-864 52,-908-23,872 61,-704-8,-579-65,46 6,0-3,30-3,114 6,-203-11,0 2,0 1,-1 1,1 2,2 2,235 58,-232-52,-66-5,6-9</inkml:trace>
  <inkml:trace contextRef="#ctx0" brushRef="#br0" timeOffset="6573.54">3194 3892,'148'11,"-1"-6,12-6,-30 0,1194 8,133 0,-896-9,828 3,64 60,318 3,-1561-44,40 17,162 17,-206-46,39-9,-54-1,124 15,-278-8,-39-2,-3-1</inkml:trace>
  <inkml:trace contextRef="#ctx0" brushRef="#br0" timeOffset="8456.037">3207 7180,'-103'-29,"214"48,-1-5,2-5,84-5,-38 0,1178 11,-23-43,-510 7,620-6,-385 19,17-6,620 10,-1298-10,-152 15,-32 35,-18-7,-159-25,-6-1</inkml:trace>
  <inkml:trace contextRef="#ctx0" brushRef="#br0" timeOffset="9972.76">8715 2542,'11'118,"-3"-11,4 63,7-1,19 60,15-1,0-5,-4 38,-27-57,-8 2,-11 94,-6-100,-9-1,-26 121,-49 267,15 421,71-797,18 115,-16-303,7 77,4 0,10 29,-21-123,14 55,-3 1,-3 1,0 44,-9-76,0-8,0 0,2-1,0 1,1-1,2 1,1 4,-6-26,1 0,-1 0,0 0,1 1,-1-1,1 0,-1 0,1 0,0 0,0 0,-1 0,1 0,0 0,0 0,0-1,0 1,0 0,0 0,0-1,0 1,0-1,0 1,0-1,0 1,1-1,0 0,7 0</inkml:trace>
  <inkml:trace contextRef="#ctx0" brushRef="#br0" timeOffset="11447.317">5881 2435,'11'33,"-8"376,-4-185,3 380,27 13,9 102,-40-527,-13 43,-8 29,12 1,14 82,18 273,-14 66,-7-675,6 139,7-1,8 10,-8-86,-3 1,-4 1,-2 13,-5 135,1-222</inkml:trace>
  <inkml:trace contextRef="#ctx0" brushRef="#br0" timeOffset="13241.216">11403 2703,'0'0,"0"0,0 1,1-1,-1 1,0-1,0 1,0-1,1 0,-1 1,0-1,1 0,-1 1,0-1,1 0,-1 1,0-1,1 0,-1 0,1 0,-1 1,1-1,-1 0,0 0,1 0,-1 0,1 0,-1 0,1 0,-1 0,1 0,-1 0,1 0,-1 0,0 0,1 0,-1 0,1 0,-1 0,1-1,-1 1,0 0,1 0,-1-1,1 1,-1 0,0 0,1-1,-1 1,0 0,1-1,-1 1,0-1,0 1,1 0,-1-1,0 1,0-1,0 1,0 0,0-1,1 1,-1-1,0 1,0-1,0 1,0-1,0 1,0-1,0 1,-1-1,5 11,0 0,-1 0,-1 0,0 1,0-1,-1 0,0 1,-1-1,0 1,-1 3,1 4,-5 271,0-104,11 80,99 538,-95-422,-11-228,7 0,7-1,6 1,38 95,-32-155,-5 2,-3 1,-3 24,-16 200,-4-168,24 178,0-81,-32 526,14-194,-13-421,13-85,-2-76,-1-6</inkml:trace>
  <inkml:trace contextRef="#ctx0" brushRef="#br0" timeOffset="14676.521">347 911,'52'32,"2"-1,1-4,1-1,2-4,1-1,3 2,917 409,-174-18,-685-361,159 81,-118-8,-120-104,-40-28,-7-3</inkml:trace>
  <inkml:trace contextRef="#ctx0" brushRef="#br0" timeOffset="17024.891">387 1699,'-15'5,"0"0,0 1,0 1,1 0,0 1,0 1,1 0,0 1,1 0,-9 9,-2 0,0 2,1 0,1 1,1 1,1 1,2 1,0 1,1 0,2 1,-6 16,7 32,12-73,1 0,0 0,1 0,-1 0,0 0,1 0,-1-1,1 1,-1 0,1 0,0 0,0-1,-1 1,1 0,1-1,-1 1,0-1,0 1,1-1,-1 0,0 1,1-1,-1 0,1 0,0 0,-1 0,1 0,0-1,0 1,0 0,-1-1,1 1,0-1,0 0,0 1,0-1,1 0,9-3,-1 0,0 0,0-1,0 0,0-1,-1 0,0-1,0 0,0-1,-1 0,0 0,0-1,-1 0,4-5,15-14,-2-1,-1-2,-2 0,-1-2,-1 0,-1-1,-2-1,-2 0,-1-1,-2-1,-1 0,-2-1,-1 0,-2 0,1-30,-16-16,8 81,0-1,1 1,-1 0,-1-1,1 1,0 0,-1 0,1 0,-1 0,1 0,-1 0,0 0,0 1,0-1,0 1,0-1,0 1,0 0,-1 0,1 0,0 0,-1 0,1 0,-1 1,1-1,-1 1,1 0,-1-1,1 1,-1 0,0 1,-5 1,0 1,1 0,-1 0,1 0,-1 1,1 1,0-1,1 1,-1 0,1 0,0 1,0 0,1 0,0 1,0-1,0 1,1 0,0 0,0 1,1-1,0 1,0 0,1-1,0 1,0 0,0 5,1 13,1 0,1-1,2 1,0-1,1 0,2 0,1 0,0 0,2-1,1-1,1 1,1-2,0 1,12 12,26 62,-38-72,-1 1,-1 0,-2 0,-1 1,0 0,-2 0,-2 0,0 1,-1 27,-3-34</inkml:trace>
  <inkml:trace contextRef="#ctx0" brushRef="#br0" timeOffset="17270.236">694 2181,'-7'18,"-2"11,1 7,1 2,2 1,1-1,3-5,0-6,1-5,-2-6,0-6</inkml:trace>
  <inkml:trace contextRef="#ctx0" brushRef="#br0" timeOffset="17684.357">707 2087,'18'31,"1"-1,2 0,1-2,17 17,65 94,-101-136,0 0,-1 1,1-1,-1 1,0 0,0-1,0 1,-1 0,1 0,-1 0,0 0,0 0,0 1,-1-1,1 0,-1 0,0 1,-1-1,1 0,-1 0,1 0,-1 1,0-1,-1 0,1 0,-1 0,0-1,0 1,0 0,0-1,-1 1,1-1,-1 0,0 1,0-1,-12 5,-1 0,0 0,0-2,-1 0,0-1,0 0,0-1,-1-1,1-1,-1-1,1 0,-13-2,-3-6,33 0</inkml:trace>
  <inkml:trace contextRef="#ctx0" brushRef="#br0" timeOffset="18292.729">1430 1913,'-9'1,"0"0,0 0,1 1,-1 0,1 1,-1 0,1 0,0 1,0 0,0 0,0 1,1 0,0 0,0 0,0 1,1 1,0-1,0 1,0 0,1 0,0 0,1 1,0 0,0 0,0 0,1 0,-1 5,-4 6,1 0,0 0,2 0,0 1,2 0,0 0,1 0,1 0,1 0,0 1,2-1,0 0,2 0,1 6,-4-23,0 1,1-1,-1 0,0 0,1 0,0 0,0 0,0 0,0 0,0-1,0 1,1-1,-1 0,1 1,0-1,-1 0,1-1,0 1,0 0,0-1,1 0,-1 1,0-1,0-1,1 1,-1 0,1-1,-1 0,0 1,1-1,-1-1,1 1,-1 0,0-1,1 0,-1 0,0 0,1 0,-1 0,0-1,0 1,10-8,-1 0,0 0,0-1,-1-1,0 0,-1 0,0-1,-1 0,0-1,-1 0,-1-1,0 1,-1-1,0-1,2-7,6-24,-1 0,-2 0,-3-2,-1 1,-3-1,-2 1,-1-1,-5-28,4 65,0 0,-1 0,0 0,0 0,-2 0,1 0,-1 0,-1 1,0 0,0-1,-1 1,0 1,-1-1,0 1,-1 0,-4-5,10 13,-1 0,1-1,-1 1,1 0,-1 0,0 0,0 0,1 0,-1 0,0 0,0 1,0-1,0 1,0-1,0 1,0 0,0 0,0 0,0 0,0 0,0 0,0 1,0-1,0 0,0 1,0 0,0-1,1 1,-1 0,0 0,0 0,1 0,-1 1,0-1,1 0,0 1,-1-1,1 1,0-1,-1 1,1 0,0 0,-31 82,29-35,2-1,3 1,1-1,3 1,2-1,2-1,2 0,18 44,-8-15,5-1,2-2,8 8,2-28,-31-50</inkml:trace>
  <inkml:trace contextRef="#ctx0" brushRef="#br0" timeOffset="18638.893">1937 2328,'-1'-3,"0"0,0 1,0-1,-1 1,1-1,-1 1,1 0,-1-1,0 1,0 0,0 0,0 0,0 0,-1 1,1-1,-1 1,1-1,-1 1,1 0,-1 0,0 0,1 0,-1 1,0-1,0 1,0-1,0 1,1 0,-1 0,0 0,0 1,0-1,0 1,1-1,-1 1,0 0,1 0,-1 0,0 0,-1 2,-5 5,0 1,1 0,0 0,0 1,1 0,0 0,1 0,0 1,1 0,0 1,0-1,2 1,-1 0,1 0,1 0,0 0,1 0,0 0,1 6,0-13,1 0,-1 0,1 0,0 1,1-1,-1 0,1 0,0-1,0 1,0 0,1 0,-1-1,1 0,0 1,1-1,-1 0,1-1,0 1,0-1,0 1,0-1,0 0,1-1,-1 1,1-1,1 1,6 2,1-1,-1-1,1 1,0-2,0 0,0 0,0-1,0-1,1 0,0-1,5-1,1-1,0-1,-1-1,0 0,0-1,0-2,-1 0,0 0,3-4,26-17</inkml:trace>
  <inkml:trace contextRef="#ctx0" brushRef="#br0" timeOffset="19556.85">1349 536,'-15'6,"1"0,-1 1,1 0,1 1,-1 1,1 0,1 1,0 0,0 1,1 0,1 1,-1 0,2 1,0 0,1 0,0 1,1 0,0 0,0 4,0-2,2-1,0 1,0 0,2 0,0 0,1 0,0 14,1-24,1-1,1 1,-1 0,1-1,0 1,0-1,0 0,1 1,0-1,0 0,0 0,1 0,-1 0,1 0,1-1,-1 1,1-1,-1 0,1 0,0 0,1 0,-1-1,1 0,2 2,4-1,-1 0,1-1,0 0,0-1,0 0,1-1,-1 0,0-1,0 0,1-1,-1 0,0 0,0-2,0 1,0-1,0-1,-1 0,1 0,-1-1,0-1,0 1,-1-2,0 1,0-1,0-1,-1 0,0 0,-1 0,3-5,7-8,-2 0,0-2,-2 0,0-1,-2 0,0-1,-2 0,0 0,-2-1,-1 0,-1 0,-2-1,0 0,-2 1,0-1,-2 0,-1 0,-2 1,-1-6,4 25,0 0,-1 0,1-1,-2 2,1-1,-1 0,0 0,0 1,0 0,-1-1,0 1,-1 1,1-1,-1 1,0 0,0 0,-1 0,1 0,-1 1,0 0,-1 0,1 1,0 0,-1 0,0 0,0 1,0 0,0 1,0-1,-2 1,3 1,0-1,0 2,0-1,0 1,1 0,-1 0,0 0,0 1,1 0,-1 0,1 1,0-1,-1 1,1 0,1 1,-1-1,0 1,1 0,0 0,-1 0,2 1,-1-1,0 1,1 0,-2 4,0 1,0 0,1 1,1-1,-1 1,2 0,-1 0,2 0,-1 0,1 0,1 0,0 0,1 0,1 6,6 19,2 0,1-1,2 0,1-1,2 0,13 20,8 19,-19-38,-2 0,-1 2,-2 0,-1 0,-2 1,3 29,-16-6,-3-44</inkml:trace>
  <inkml:trace contextRef="#ctx0" brushRef="#br0" timeOffset="20393.357">1763 1018,'-13'244,"14"-500,-2 253,1 1,-1-1,1 0,0 1,0-1,0 0,0 1,1-1,-1 0,1 1,0-1,-1 1,1-1,0 1,0-1,1 1,-1 0,1-1,-1 1,1 0,-1 0,1 0,0 0,0 0,0 1,0-1,1 1,-1-1,0 1,1 0,-1-1,0 1,1 1,0-1,-1 0,2 0,1 1,0-1,0 1,1 0,-1 0,0 1,0 0,0 0,1 0,-1 0,0 1,-1 0,1 0,0 0,0 1,-1-1,0 1,1 0,-1 0,0 1,0-1,-1 1,1 0,-1 0,0 0,0 1,0-1,-1 1,1-1,-1 1,0 0,0 0,-1 0,0 0,1 4,-3-5,0 0,0 0,-1 0,1 0,-1-1,0 1,0-1,-1 1,1-1,0 0,-1 1,0-1,0-1,0 1,0 0,-1-1,1 0,0 1,-1-1,0-1,1 1,-1 0,0-1,0 0,-2 1,-20 10,26-11,0-1,0 0,0 1,0-1,0 1,0-1,0 1,0-1,0 1,0-1,0 1,0-1,0 1,0-1,1 0,-1 1,0-1,0 1,0-1,1 0,-1 1,0-1,1 1,-1-1,0 0,1 0,-1 1,0-1,1 0,-1 0,1 1,-1-1,0 0,1 0,-1 0,1 1,-1-1,1 0,-1 0,1 0,-1 0,1 0,-1 0,0 0,1 0,-1 0,1 0,-1-1,1 1,-1 0,1 0,-1 0,0 0,1-1,-1 1,1 0,-1-1,0 1,1 0,-1 0,1-1,-1 1,16 0,59 10,-72-10,-1 1,0 0,1 0,-1 0,0 1,0-1,0 1,0-1,0 1,0-1,0 1,0 0,-1 0,1 0,-1 0,1 0,-1 0,0 1,0-1,0 0,0 1,0-1,-1 0,1 1,-1-1,1 1,-1-1,0 2,-1 3,-1 0,0 1,-1-1,0 0,0 0,0 0,-1-1,0 1,0-1,-1 0,1 0,-1-1,-1 1,1-1,-1 0,0 0,0-1,0 0,-1 0,1 0,-1-1,0 0,-5 1,-33 15,30-16</inkml:trace>
  <inkml:trace contextRef="#ctx0" brushRef="#br0" timeOffset="25207.598">2338 510,'3'-13,"-2"8,1 0,-1 0,0 1,0-1,0 0,0 0,-1 0,0 0,0 0,-1 0,1 0,-1 0,0 0,-1 0,1 0,-1 0,0 1,0-1,0 0,0 1,-1 0,-2-3,2 6,-1 0,0 1,0-1,0 1,0-1,1 1,-1 1,0-1,0 0,0 1,0 0,1 0,-1 0,0 0,1 0,-1 1,1 0,0 0,-1 0,1 0,0 0,0 1,0-1,0 1,1 0,-1 0,-14 14,0 1,2 0,0 1,1 1,1 0,1 1,1 0,1 1,1 0,0 1,2-1,1 2,1-1,0 1,1-4,1-1,0 0,1 1,2-1,0 1,1 0,0-1,2 1,0-1,2 0,0 0,1 0,1-1,2 3,-8-17,1-1,1 0,-1 0,0-1,1 1,-1 0,1-1,0 0,0 1,0-1,0 0,0-1,0 1,1 0,-1-1,1 0,-1 0,1 0,-1 0,1 0,0-1,-1 0,1 1,0-1,-1-1,1 1,0 0,-1-1,1 0,-1 0,1 0,-1 0,1-1,-1 1,0-1,0 0,1 0,-1 0,-1 0,1-1,1 0,28-23,-1-1,-2-2,0-1,-2-1,-2-2,-1 0,1-5,5-4,-1-2,-3-1,-2-1,-1-1,-3-1,-2-1,-2-1,-2 0,4-37,-16 72,-1 0,0-1,-1 1,-1-1,0 1,-1 0,-1 0,0 0,-4-9,5 17,-1 0,0 0,0 0,-1 1,0-1,0 1,0 0,-1 0,0 1,0-1,-1 1,1 0,-1 0,0 1,0 0,-1 0,1 0,-1 1,0 0,-2-1,3 2,0 0,1 1,-1-1,0 1,0 0,0 1,0-1,0 1,0 0,0 1,0 0,1-1,-1 2,0-1,0 1,1 0,-1 0,1 0,-1 1,1 0,0 0,0 0,0 1,1 0,-1 0,1 0,0 0,0 1,0-1,1 1,-1 0,1 0,-1 3,-7 21,1 1,2 0,0 0,2 1,2 0,1 0,1 1,1-1,2 0,2 8,2 44,4-1,3 1,4-1,4-1,3-1,28 63,1-40,-39-87</inkml:trace>
  <inkml:trace contextRef="#ctx0" brushRef="#br0" timeOffset="25716.331">2740 1018,'-20'26,"2"1,1 1,1 0,-5 16,-22 39,32-67,11-16,0 0,0 0,0 0,0-1,0 1,1 0,-1 0,0 0,0-1,0 1,0 0,0 0,0 0,0-1,0 1,0 0,0 0,0 0,0-1,-1 1,1 0,0 0,0 0,0-1,0 1,0 0,0 0,0 0,0 0,-1-1,1 1,0 0,0 0,0 0,0 0,0 0,-1-1,1 1,0 0,0 0,0 0,-1 0,1 0,0 0,0 0,0 0,-1 0,1 0,0 0,0 0,0 0,-1 0,1 0,0 0,5-23,97-236,0 47,-100 210,-2 1,0 0,0-1,0 1,0 0,1 0,-1 0,0 0,1 0,-1 0,1 0,0 0,-1 0,1 0,0 0,-1 0,1 0,0 0,0 0,0 1,0-1,0 0,0 1,0-1,0 0,0 1,0-1,0 1,0 0,0-1,0 1,1 0,-1 0,0 0,0 0,0 0,0 0,1 0,-1 0,0 0,0 0,0 1,0-1,0 1,0-1,1 1,17 84,-16-55,10 63,5 0,4-2,10 20,-24-88,-5-17,0-1,-1 1,0-1,0 1,-1 0,1 0,-1 0,-1 0,1 0,-1 0,0 0,0 0,-1 6,-6-2</inkml:trace>
  <inkml:trace contextRef="#ctx0" brushRef="#br0" timeOffset="25966.195">2632 1125,'28'0,"29"0,27 0,27 0,20 0,-12 0</inkml:trace>
  <inkml:trace contextRef="#ctx0" brushRef="#br0" timeOffset="26488.298">4143 1887,'-3'11,"0"-1,1 1,0 0,1 0,0-1,1 1,0 0,0 0,2 0,-1 0,1 0,1-1,0 1,0 0,-1-5,1 0,-1 0,1 0,1-1,-1 1,1-1,-1 0,1 0,1-1,-1 1,1-1,0 0,0 0,0 0,0-1,1 1,-1-2,1 1,0 0,0-1,0 0,0-1,0 1,5 0,-4-2,1 0,-1 0,0 0,1-1,-1 0,0 0,0-1,0 0,0 0,0-1,0 0,0 0,-1-1,0 1,0-1,0-1,0 1,0-1,-1 0,0 0,0-1,0 0,-1 1,0-2,0 1,0 0,-1-1,0 1,0-1,-1 0,0 0,0 0,-1-1,0 1,0 0,0 0,-1-1,0 1,-1 0,1-1,-1 1,-1-1,0-2,-1 0,0 0,0 1,-1-1,-1 1,0-1,0 1,0 1,-1-1,-1 0,4 5,-1 0,1 1,0-1,-1 1,0 0,0-1,0 2,0-1,0 0,0 1,-1 0,1 0,-1 0,1 1,-1 0,0-1,0 2,0-1,0 0,1 1,-1 0,-2 0,3 2,-1-1,1 0,0 1,-1 0,1 0,0 0,1 1,-1 0,0-1,1 1,-1 0,1 1,0-1,0 0,0 1,0 0,1 0,0 0,0 0,0 0,0 0,0 0,1 1,0-1,0 1,0-1,0 1,1-1,0 1,-1-1,2 1,-1-1,1 1,-1 0,1-1,2 4,15 25,7-4</inkml:trace>
  <inkml:trace contextRef="#ctx0" brushRef="#br0" timeOffset="26812.816">4678 1993,'-42'66,"41"-65,0 1,1 0,-1-1,1 1,-1 0,1 0,0 0,-1-1,1 1,0 0,0 0,1 0,-1 0,0-1,0 1,1 0,-1 0,1-1,0 1,0 0,-1-1,1 1,0 0,0-1,0 1,1-1,-1 0,0 1,1-1,-1 0,0 0,1 0,-1 0,1 0,0 0,-1 0,1 0,0-1,-1 1,1-1,9 3,-1-1,1 0,0 0,0-1,0-1,0 0,-1-1,1 0,0 0,0-1,-1 0,1-1,-1-1,0 1,0-1,0-1,0 0,-1-1,0 0,0 0,0 0,2-4,-7 6,0 1,0-1,0 1,-1-1,0 0,1-1,-2 1,1-1,0 1,-1-1,0 0,0 0,0 0,-1 0,0 0,0 0,0 0,0 0,-1-1,0 1,0 0,0 0,-1-1,0 1,0 0,0 0,0 0,-1 0,0 0,0 0,0 0,-1 1,0-1,0 1,0 0,0 0,-4-4,2 4,-1 1,1 0,-1 0,0 0,0 1,0 0,0 0,0 1,0-1,-1 1,1 1,0-1,-1 1,1 0,0 0,-1 1,1 0,0 0,-1 1,1-1,0 1,0 1,0-1,1 1,-1 0,1 0,-1 1,1 0,0 0,0 0,1 0,-1 1,1-1,0 1,-1 2,4-4,-1 0,0 0,1 0,-1 1,1-1,0 1,0-1,1 1,-1-1,1 1,0-1,-1 1,2 0,-1-1,0 1,1-1,-1 1,2 2,9 25</inkml:trace>
  <inkml:trace contextRef="#ctx0" brushRef="#br0" timeOffset="27388.417">7137 1913,'-5'3,"1"1,-1-1,1 1,-1 0,1 0,0 0,0 0,1 1,-1-1,1 1,0 0,0 0,1 1,-1-1,1 0,1 1,-1-1,1 1,0 0,0-1,0 1,1 0,0 0,0 0,0-1,1 1,0 0,0-1,0 1,1 0,0-1,0 1,0-1,1 0,0 0,0 0,0 0,1-1,1 3,1-2,1 0,0 0,0-1,0 0,1 0,-1-1,1 0,0 0,0-1,0 0,0 0,1-1,-1 0,0 0,0-1,1 0,-1-1,0 0,1 0,-1 0,0-1,0-1,0 1,-1-1,1-1,-1 1,1-1,-1-1,0 1,0-1,-1 0,0-1,0 1,0-1,0-1,-1 1,0-1,-1 0,1 0,-1 0,-1-1,1 1,-1-1,0 0,-1 0,0 0,0 0,-1 0,0-7,-1 9,-1 0,1 1,-1-1,-1 1,1-1,-1 1,0 0,0 0,0 0,-1 0,0 0,0 0,0 0,-1 1,1 0,-1 0,0 0,0 0,0 0,-1 1,0 0,1 0,-1 0,0 0,0 1,-1 0,1 0,0 0,-1 1,-2-1,0 0,0 1,0-1,-1 1,1 1,0 0,0 0,-1 0,1 1,0 0,0 1,0 0,0 0,0 1,0 0,0 0,1 1,0 0,0 0,0 1,-3 2,5-2,0-1,1 1,0 0,0 0,0 0,1 1,-1-1,1 1,1 0,-1 0,1 0,0 0,0 0,1 1,0-1,0 0,0 1,1-1,0 1,0-1,1 1,-1-1,2 1,-1-1,2 4,12 25</inkml:trace>
  <inkml:trace contextRef="#ctx0" brushRef="#br0" timeOffset="27728.646">7619 1927,'0'-5,"0"-3,0-3,0 3,0 9,0 14,3 15,0 15,4 10,4 6,6 3,5-2,-1-12</inkml:trace>
  <inkml:trace contextRef="#ctx0" brushRef="#br0" timeOffset="28429.911">10240 1887,'-5'16,"-1"16,0 13,1 9,2 4,1 5,3-2,6-5,4-7,3-10,-2-11</inkml:trace>
  <inkml:trace contextRef="#ctx0" brushRef="#br0" timeOffset="28687.227">10520 1900,'0'2,"0"13,2 14,4 17,2 13,2 9,0 3,0 0,-1-6,-3-14</inkml:trace>
  <inkml:trace contextRef="#ctx0" brushRef="#br0" timeOffset="29228.905">12218 1900,'-4'18,"-5"16,0 15,0 10,0 7,3 2,1-3,0-4,1-9,0-13</inkml:trace>
  <inkml:trace contextRef="#ctx0" brushRef="#br0" timeOffset="29601.036">12498 2100,'-3'10,"1"1,0-1,0 0,1 1,0-1,1 1,0 0,0-1,1 1,1-1,0 0,0 1,1-1,0 0,1 0,0 0,1-1,0 0,0 0,1 0,0 0,1-1,0 0,0 0,1-1,0 0,0 0,0-1,1 0,0 0,0-1,1 0,9 3,-10-6,0-1,0 0,0 0,0-1,0 0,0 0,0-1,0 0,0-1,0 0,0 0,-1-1,1 0,-1 0,1-1,-1 0,0-1,-1 0,1 0,-1-1,0 0,0 0,-1 0,0-1,0 0,-1 0,1-1,-1 1,-1-1,0 0,0-1,0 1,-1-1,-1 1,1-1,-1 0,-1 0,0 0,0 0,0 0,-2 0,0-9,0 12,-1 0,0 0,0-1,-1 1,1 0,-1 1,-1-1,1 0,-1 1,0 0,0 0,-1 0,1 0,-1 1,0 0,0 0,-1 0,1 1,-1-1,0 1,0 1,0-1,0 1,0 0,-1 0,1 1,0 0,-1 0,1 0,-1 1,0 0,1 1,-1-1,1 1,-1 0,-4 2,-8 2,0 1,1 1,-1 1,1 0,1 2,0 0,0 1,1 0,1 1,-13 13,-30 28</inkml:trace>
  <inkml:trace contextRef="#ctx0" brushRef="#br0" timeOffset="31068.407">2272 3143,'-6'-2,"0"1,0-1,0 1,-1 0,1 1,0-1,0 1,0 1,-1-1,1 1,0 0,0 0,0 1,0 0,0 0,1 0,-1 1,0 0,1 0,0 0,0 0,0 1,0 0,0 0,1 1,0-1,0 1,0 0,0 0,1 0,0 1,0-1,0 1,1-1,0 1,-2 6,4-8,-1 0,1 0,-1 0,1 0,1 1,-1-1,0 0,1 0,0 0,0 0,0 0,1 0,-1 0,1-1,0 1,0 0,0-1,1 1,-1-1,1 0,0 0,0 0,0 0,0-1,0 1,0-1,1 1,0-1,-1 0,1-1,0 1,2 0,4 2,1 0,0-1,-1-1,1 1,0-2,0 0,1 0,-1-1,0 0,0-1,8-1,-12 1,-1 0,0-1,0 1,0-1,0 0,0-1,0 1,0-1,-1 0,1-1,-1 1,0-1,0 0,0-1,-1 1,0-1,1 0,-1 0,-1 0,1 0,-1-1,0 1,0-1,-1 0,0 0,0 0,0 0,-1-1,0 1,0 0,0-1,-1 1,0 0,0-1,-1 1,0-2,0 2,0 0,-1 1,0-1,0 0,0 1,-1-1,0 1,0 0,0 0,-1 0,0 0,0 1,0-1,0 1,-1 0,1 0,-1 0,0 1,0 0,-1 0,1 0,0 1,-1 0,0 0,0 0,1 0,-1 1,0 0,0 1,0-1,0 1,-1 0,1 0,0 1,0 0,1 0,-1 0,0 1,0 0,0 0,1 1,-1-1,1 1,-1 1,2-2,0 1,1-1,-1 1,0 0,1 0,0 1,0-1,0 1,0 0,1-1,-1 1,1 1,0-1,0 0,0 0,1 1,-1-1,1 1,0-1,1 1,-1-1,1 1,0 0,0-1,0 1,0 0,1-1,0 1,0-1,0 1,1-1,0 1,-1-1,1 0,1 0,-1 0,1 0,-1 0,1-1,0 1,0-1,1 1,0-1,86 28,-41-23</inkml:trace>
  <inkml:trace contextRef="#ctx0" brushRef="#br0" timeOffset="31355.953">2606 3291,'-2'1,"-1"0,1 0,0 0,0 0,-1 1,1-1,0 1,0-1,0 1,1 0,-1 0,0 0,1 0,-1 0,1 0,0 0,0 1,-1-1,1 0,1 1,-1-1,0 1,1-1,-1 1,1-1,0 1,0-1,0 1,0 0,0-1,0 1,1-1,-1 1,1-1,0 1,0-1,0 0,0 1,0-1,0 0,1 0,-1 0,1 0,-1 0,2 1,2 0,0 0,0-1,0 0,1 1,-1-2,1 1,0-1,0 1,-1-2,1 1,0-1,0 1,0-2,0 1,-1-1,1 0,0 0,0 0,-1-1,1 0,-1 0,1 0,-1-1,0 0,0 0,0 0,0-1,-1 1,1-1,-1 0,0 0,0-1,-1 1,1-1,-1 0,0 0,0 0,0-3,1 0,-1-2,0 1,-1 0,0-1,0 1,-1-1,-1 1,1-1,-1 1,-1-1,0-3,0 9,1 0,-1 0,0 0,0 0,-1 0,1 0,-1 0,0 0,0 0,0 1,0-1,-1 1,0-1,1 1,-1 0,0 0,-1 0,1 1,0-1,-1 1,1 0,-1 0,0 0,0 0,0 0,-2 0,-5 1,-1 0,1 1,-1 0,1 1,-1 0,1 1,-1 0,1 1,0 0,0 1,0 0,1 1,-1 0,1 1,0 0,1 0,-1 1,1 0,1 1,-1 0,1 0,1 1,-3 2,-27 43,8-1</inkml:trace>
  <inkml:trace contextRef="#ctx0" brushRef="#br0" timeOffset="32201.042">1991 4493,'-4'12,"1"1,0-1,1 0,0 1,1-1,1 1,0 0,1-1,0 1,1-1,0 1,1-1,0 0,1 0,0 0,1 0,0-1,1 0,1 0,0 0,0-1,1 0,5 5,-9-12,0 0,0 0,1-1,-1 1,1-1,-1 0,1-1,0 1,0-1,0 0,0 0,0 0,0-1,0 1,0-1,0 0,0-1,0 0,0 1,0-1,0-1,0 1,0-1,-1 0,1 0,-1 0,1-1,-1 0,0 0,0 0,0 0,0 0,0-1,-1 0,0 0,0 0,0 0,0 0,0-1,3-5,0 0,-1 0,0 0,-1-1,0 0,-1 1,0-1,-1-1,0 1,-1 0,0 0,0-1,-2 1,2 5,-2 1,1-1,0 1,-1 0,0 0,-1-1,1 1,-1 0,0 0,0 0,0 0,-1 1,0-1,0 1,0-1,0 1,-1 0,1 0,-1 0,0 1,-1-1,1 1,0 0,-1 0,0 1,0 0,1-1,-2 1,0 1,1-1,-1 1,0 1,1-1,-1 1,0 0,1 0,-1 1,0-1,1 1,-1 1,1-1,-1 1,1 0,0 0,0 0,0 1,0 0,0 0,0 0,1 1,-1-1,1 1,0 0,0 0,1 1,-1-1,1 1,-3 4,1-1,0 1,0-1,0 1,1 0,1 1,-1-1,2 1,-1-1,1 1,1 0,0 0,0 0,1 0,0-1,0 1,3 10,-1-13,0 0,1 1,0-1,1-1,-1 1,1 0,0-1,1 0,0 0,0 0,4 3,24 20</inkml:trace>
  <inkml:trace contextRef="#ctx0" brushRef="#br0" timeOffset="32852.712">2486 4787,'-3'-27,"1"-1,2 1,1-1,0 0,3 1,0 0,1 0,2 0,1 0,1 1,6-11,4 7,-12 33,-1 55,-19 231,7-208,0 2,-1-11</inkml:trace>
  <inkml:trace contextRef="#ctx0" brushRef="#br0" timeOffset="33357.348">2259 6379,'0'-14,"0"-13,2-9,3-6,3 1,0 2,-1 3,0 8,0 13,-3 17,0 18,-3 17,-2 15,-4 9,-1 5,0 1,2-4,1-13</inkml:trace>
  <inkml:trace contextRef="#ctx0" brushRef="#br0" timeOffset="33620.606">2499 6405,'45'-231,"-40"212,0 31,-18 539,12-481</inkml:trace>
  <inkml:trace contextRef="#ctx0" brushRef="#br0" timeOffset="34147.33">2298 8223,'-1'-37,"2"-1,2 1,1 0,1 0,3 0,1 0,1 2,15-34,-22 60,5-8,-16 53,1-9,-9 37,3 0,2 1,3 0,3 16,20 21,-2-67</inkml:trace>
  <inkml:trace contextRef="#ctx0" brushRef="#br0" timeOffset="34453.573">2632 8130,'-37'89,"36"-86,1 0,-1 0,1 0,0 0,0 1,0-1,0 0,1 0,-1 0,1 0,0 0,0 0,0 0,0 0,0 0,1 0,-1 0,1-1,0 1,-1 0,2-1,-1 0,0 1,0-1,1 0,-1 0,1 0,1 0,4 1,0 0,0 0,0-1,0-1,1 1,-1-1,1-1,-1 1,1-1,-1-1,1 0,-1 0,0-1,1 0,-1 0,0-1,0 0,0 0,-1-1,1 0,-1 0,0-1,0 0,0 0,-1 0,1-1,-1 0,-1-1,1 1,-1-1,0 0,-1 0,0-1,0 1,-1-1,3-7,-4 8,-1 0,0 0,-1 0,0 0,0 0,0 0,-1 0,0 0,0 0,0 0,-1 1,0-1,-1 0,0 1,0 0,0-1,0 1,-1 0,0 1,-1-1,1 1,-1 0,0 0,0 0,0 0,-1 1,0 0,0 0,0 1,0 0,-1 0,1 0,-1 1,1 0,-1 0,0 0,0 1,0 0,0 1,0-1,0 2,0-1,0 1,0-1,0 2,0-1,-4 3,-2 1,-1 1,1 0,1 1,-1 1,1 0,1 0,0 1,-8 9,-33 33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04.8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72 216,'1'898,"26"-264,17-197,-40-383,-2 1,-2 0,-3-1,-6 25,-19 385,5-285,6-72,4 1,6 0,4 0,4 0,14 87,3-76,-7 1,-2 111,-3 115,1 170,-8-318,-7 234,1 44,8-289,-28 157,2-86,-3 94,23 37,0-297,3 0,8 54,13 254,-8-252,-7 145,-5-169,-12 181,-1 118,15-354,2-1,4 1,2-1,10 29,-4-24,-3 0,-3 0,-2 51,-3-78,2 0,2 0,1-1,3 0,2 0,1-2,8 13,-4-3,-17-43,0 0,1-1,0 1,1 0,0-1,0 0,1 0,0 0,0-1,1 1,0-1,1 0,0-1,0 0,0 0,1 0,0-1,1 0,-1-1,9 4,15-2,1-1,0-1,0-2,0-1,0-2,26-3,12 1,-66 2,0 1,-1-1,1 0,0-1,-1 1,1-1,0 0,-1 0,1 0,-1-1,0 1,1-1,-1 0,0-1,0 1,0-1,0 0,-1 1,1-2,-1 1,1 0,-1-1,0 1,-1-1,1-1,9-19,-2 0,0-1,-2 0,-1 0,3-18,1-5,-2 15,7-22,-3-1,-2 0,-3-1,0-39,-9-547,13 480,7 0,9-6,-24 143,8-76,-5-1,-6-80,4-67,15-135,-13-119,-2-231,-6 683,-2 0,-3 0,-12-50,-3-19,6 0,4-8,0-3,-24-85,-3-50,34 59,-6-90,0 200,5 1,4-2,5-26,47-230,-65-34,15-259,40 121,-42-313,5 800,1-1,2 1,2 0,11-31,-3 10,54-274,-63 311,31-99,-5-2,-3-11,63-213,-79 298,-7 27,-1-1,-1 1,-1-1,-1 0,-1 0,-1-9,-2 18,-1 0,0 1,-1-1,-1 1,-1 0,0 0,-1 0,0 0,-1 1,-1 0,0 0,-1 1,0 0,-1 0,-1 1,0 0,-1 0,-4-3,-248-195,239 194,-2 2,0 1,0 1,-1 1,0 1,-1 2,0 1,0 1,-1 1,0 1,0 2,0 1,-14 2,-146 0,170 1,-1 1,0 1,1 0,0 1,0 1,0 1,1 1,0 0,0 2,1 0,0 0,-11 11,21-15,0 1,1 0,-1 0,1 0,1 1,-1 0,1 0,1 0,-1 0,1 1,1 0,0 0,0 0,1 0,0 2,-9 144,11-134,1 52,0-6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06.3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0 556,'115'-155,"-8"-4,23-57,-114 191,-15 25,-1 0,1 0,-1 0,1-1,-1 1,1 1,0-1,-1 0,1 0,-1 0,1 0,-1 0,1 0,-1 1,1-1,-1 0,1 0,-1 1,1-1,-1 0,1 1,-1-1,1 1,-1-1,0 0,1 1,-1-1,0 1,1-1,-1 1,0-1,0 1,1 0,-1-1,0 1,0-1,0 1,0-1,0 1,0-1,0 1,0 0,0-1,0 1,0-1,0 1,0-1,-1 1,1 0,0-1,0 1,0-1,-1 1,1-1,0 1,-1-1,1 2,-3 314,0 3,2-232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06.9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0 618,'33'-65,"3"1,25-31,-7 10,117-199,-169 281,-2 3,-1-1,1 0,0 0,0 0,1 0,-1 1,0-1,0 0,0 0,0 0,1 1,-1-1,0 0,1 0,-1 1,1-1,-1 0,1 0,-1 1,1-1,-1 1,1-1,-1 0,1 1,0-1,0 1,-1 0,1-1,0 1,-1 0,1-1,0 1,0 0,0 0,0-1,-1 1,1 0,0 0,0 0,0 0,0 0,-1 0,1 0,0 1,0-1,0 0,-1 0,1 1,0-1,0 0,-1 1,1-1,0 1,-1-1,1 1,0-1,-1 1,1 0,-1-1,1 1,9 81,20 550,-25-559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07.7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0 432,'62'-61,"5"-4,-2-2,-3-3,51-78,-99 128,-15 20,1 0,0 1,0-1,0 0,0 1,0-1,0 0,-1 1,1-1,0 0,0 1,0-1,0 0,0 1,0-1,0 0,1 1,-1-1,0 0,0 1,0-1,0 0,0 1,0-1,1 0,-1 1,0-1,0 0,0 0,1 1,-1-1,0 0,0 0,1 1,-1-1,0 0,1 0,-1 0,0 0,1 1,-1-1,0 0,1 0,-1 0,0 0,1 0,-1 0,0 0,1 0,-1 0,0 0,1 0,-1 0,0 0,1 0,-1 0,0 0,1-1,-1 1,0 0,1 0,14 256,24 147,-34-318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08.3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1 521,'181'-298,"-98"108,-73 163,-3 22,-5 21,7 396,-20-179,0-131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11.3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0 449,'64'-72,"-3"-1,-3-4,4-13,27-44,-89 134,0 0,1 1,-1-1,0 0,0 0,0 1,1-1,-1 0,0 1,0-1,1 0,-1 0,0 0,0 1,1-1,-1 0,0 0,1 0,-1 0,0 1,1-1,-1 0,1 0,-1 0,0 0,1 0,-1 0,0 0,1 0,-1 0,0 0,1 0,-1 0,0-1,1 1,-1 0,0 0,1 0,-1 0,0-1,1 1,-1 0,0 0,1 0,-1-1,0 1,0 0,0-1,1 1,-1 0,0 0,0-1,0 1,1 0,-1-1,0 1,0 0,0-1,0 1,0-1,0 1,-3 33,-23 107,10-60,3 1,3 0,4 14,8-12,4-13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11.8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0 579,'16'-37,"2"1,1 0,2 2,1 0,1 1,22-22,-28 34,197-251,-194 251,-19 21,-1 1,0-1,1 0,-1 0,1 0,-1 0,1 0,-1 1,1-1,-1 0,0 0,1 1,-1-1,1 0,-1 1,0-1,1 0,-1 1,0-1,0 1,1-1,-1 0,0 1,0-1,0 1,1-1,-1 1,0-1,0 1,0-1,0 1,0-1,0 0,0 1,0-1,0 1,0-1,0 1,0-1,0 1,-1-1,1 1,0-1,0 1,0-1,-1 0,1 1,0-1,-1 1,1-1,0 0,-1 1,1-1,0 0,-1 0,1 1,-1-1,1 0,-1 1,-77 261,71-233,1-1,2 1,1 0,1 0,1 1,2-1,1 0,1 0,2 0,0-1,2 1,1-1,7 13,15 18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12.4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0 487,'12'-34,"1"0,2 0,1 2,2 0,1 1,1 0,13-12,-12 13,93-155,-137 237,2 0,2 2,3 0,0 12,-4 10,5 1,2 1,0 54,11-64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12.9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1 473,'34'-72,"2"2,4 1,3 2,2 2,29-29,-36 58,-31 44,-21 68,-16 45,5 0,-1 57,19-93,3-13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19.6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0 492,'3'-19,"1"0,0 0,1 1,1 0,1 0,1 1,0-1,1 2,1-1,0 1,7-7,-14 19,168-243,-145 225,-25 22,0 0,-1 0,1 0,0 0,0 0,-1 0,1 1,0-1,0 0,-1 0,1 1,0-1,-1 0,1 1,0-1,-1 1,1-1,0 1,-1-1,1 1,-1-1,1 1,-1 0,0-1,1 1,-1 0,0-1,1 1,-1 0,0 0,0-1,1 1,-1 0,0 0,0-1,0 1,0 0,0 0,0-1,0 1,0 0,4 179,-5-107,-2-3,3 1,4 0,2-1,11 43,-4-65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23.2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0 371,'25'-19,"26"-29,16-14,-2-4,42-56,-63 69,-44 53,0 0,0 0,0 1,0-1,0 0,0 0,0 1,0-1,0 0,0 0,0 1,0-1,0 0,0 0,1 1,-1-1,0 0,0 0,0 0,0 1,1-1,-1 0,0 0,0 0,0 0,1 0,-1 1,0-1,0 0,0 0,1 0,-1 0,0 0,0 0,1 0,-1 0,0 0,0 0,1 0,-1 0,0 0,0 0,1 0,-1 0,0 0,0 0,1 0,-1 0,0 0,0-1,1 1,-1 0,0 0,0 0,0 0,1-1,-1 1,0 0,0 0,0 0,0-1,-4 29,3-24,-18 81,5 2,3 0,3 0,5 0,3 1,5 2,1-29,21-94,-17 19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33.0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1 327,'1'-6,"0"-1,1 1,0-1,0 1,1 0,0 0,0 0,0 0,1 0,0 1,0-1,0 1,1 0,0 0,1 0,10-13,154-189,-170 207,0 0,0-1,0 1,0-1,0 1,0 0,0-1,0 1,1-1,-1 1,0 0,0-1,0 1,1 0,-1-1,0 1,0 0,1 0,-1-1,0 1,0 0,1 0,-1-1,0 1,1 0,-1 0,0 0,1 0,-1-1,1 1,-1 0,0 0,1 0,-1 0,0 0,1 0,-1 0,1 0,-1 0,0 0,1 0,-1 0,1 1,-1-1,0 0,1 0,-1 0,0 0,1 1,-1-1,0 0,1 0,-1 0,0 1,0-1,1 0,-1 1,0-1,0 0,1 1,-1-1,0 0,0 1,0-1,0 0,0 1,1-1,0 32,-1-26,-31 424,39-360,-6-56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48.3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1 224,'6'-1,"0"-1,0 0,0 0,0-1,0 1,0-1,-1-1,1 1,-1-1,0 0,0 0,0 0,-1-1,1 0,-1 0,0 0,1-3,7-5,-1-2,0 0,0-1,-2 0,0-1,0 0,-2 0,5-14,-10 71,-22 126,-15 26,8-59,25-55,0-76,0 0,-1 0,1 0,0 0,-1-1,0 1,1-1,-1 0,0 1,1-1,-1-1,0 1,0 0,0-1,0 1,0-1,0 0,0 0,0 0,0 0,0 0,0-1,0 0,-1 0,-15 0,6 7,44-2,166-27,-105 9,-88 9,-13 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54.4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200 139,'-5'-1,"1"0,-1 0,0 0,1 1,-1 0,0 0,0 0,1 0,-1 1,0 0,1 0,-1 0,0 0,1 1,0 0,-1 0,1 0,0 0,0 1,0 0,0 0,1 0,-1 0,1 0,0 1,0-1,0 1,0 0,0 0,-6 11,1-1,0 2,1-1,0 1,1-1,1 2,-1 10,1-10,0 1,2 0,0 0,1 0,1 0,0 0,2 0,0 0,1 0,1 0,0 0,1 0,1-1,1 0,1 0,0 0,4 5,2-3,1 0,0-1,2-1,0 0,1-1,0-1,2 0,0-1,0-1,18 8,-32-18,0 0,0 0,0-1,1 1,-1-1,1 0,-1-1,1 0,0 0,-1 0,1 0,0-1,0 0,0 0,-1-1,1 1,0-1,0 0,-1-1,1 0,-1 0,1 0,-1 0,0-1,0 0,0 0,0 0,0-1,-1 1,0-1,0 0,1-1,8-15,-1-2,0 0,-1 0,-2-1,0 0,-1-1,-2 0,0 0,0-10,1-1,-1 0,-2 0,-1 0,-2 0,-2-1,-1 1,-1 0,-2 0,-1 0,-8-21,9 44,0 1,-1 0,0 0,0 1,-1 0,0 0,-1 0,-1 1,1 0,-1 1,0 0,-1 0,-4-2,10 7,-1 0,0 0,-1 0,1 1,0 0,-1 0,1 0,-1 1,0 0,1 0,-1 0,0 0,0 1,1 0,-1 1,0-1,0 1,1 0,-1 0,0 1,1 0,-1 0,1 0,0 0,0 1,0 0,0 0,0 1,0-1,-7 11,0 0,1 1,1 0,0 0,1 1,0 0,2 1,0 0,0 0,2 1,0 0,1 0,1 0,1 0,0 0,2 7,-8 55,3-6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58.4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 62,'-5'-13,"-1"-8,1 3,2 9,5 17,9 16,9 18,8 13,8 9,10 2,6-1,5-4,2-6,-1-10,-7-9,-7-7,-12-9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58.6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425 0,'-13'9,"-14"17,-12 20,-10 17,-12 17,-13 13,-11 4,8-14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59.3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1,'9'23,"12"16,12 11,14 6,14 3,13-3,11 0,-2-7,-4-4,-12-2,-17-5,-18-4,-13-6,-11-7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6:59.6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538 7,'-14'-5,"-13"4,-11 10,-11 20,-8 23,-8 24,-7 18,-2 15,-3 4,13-17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00.2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0,'18'21,"15"15,12 13,8 8,8 3,2 0,-1-1,-6-3,-10-7,-11-7,-12-11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00.5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509 1,'-18'13,"-20"21,-19 25,-21 25,-19 21,-18 16,10-14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12.9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1 124,'16'6,"16"1,17-4,18-9,18-7,16-8,10-1,2 1,-1 1,-7 4,-10 5,-11 5,-14 2,-16 5,-16 3,-13-1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13.3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8,'-4'10,"1"-3,0-1,0 1,1-1,0 1,0 0,1 0,0 0,0 0,1 0,0-1,0 1,0 0,2 7,-2-13,1 0,-1 0,0 0,1 0,-1 0,1 0,-1 0,1-1,0 1,-1 0,1 0,0 0,-1-1,1 1,0 0,0-1,0 1,0 0,0-1,0 1,0-1,0 0,0 1,0-1,0 0,0 0,0 1,0-1,0 0,0 0,0 0,0 0,0-1,0 1,0 0,0 0,0-1,0 1,0 0,0-1,0 1,0-1,0 1,0-1,0 0,0 1,-1-1,1 0,0 1,38-41,-37 40,0-1,-1 1,1-1,-1 0,1 0,-1 1,0-1,0 0,0 0,0 0,0-1,0 1,-1 0,1 0,-1 0,0-1,1 1,-1 0,0 0,0-1,0 1,-1 0,1 0,0-1,-1 1,0 0,1 0,-1 0,0 0,0 0,0 0,0 0,-1 0,1 0,0 0,-1 1,1-1,-1 0,0 1,0 0,1-1,-1 1,0 0,0 0,0 0,0 0,0 0,-1 0,1 1,-2 0,-1 0,1 1,0 0,0 0,0 0,0 0,0 1,0 0,0-1,0 1,1 1,-1-1,1 0,-1 1,1 0,0 0,0 0,0 0,1 0,-1 1,1-1,0 1,-2 3,-10 18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13.6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74,'12'9,"3"-2,-1-4,-2-7,-4-7,-5-7,-8-2,-5 2,-3 4,-2 7,-1 9,1 11,2 8,4 7,6 3,9-1,12-3,1-7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10.4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30 575,'2'0,"1"-2,0-1</inkml:trace>
  <inkml:trace contextRef="#ctx0" brushRef="#br0" timeOffset="1094.46">164 174,'-5'0,"1"-1,-1 1,1 0,0 0,-1 1,1-1,-1 1,1 0,0 0,0 1,0-1,-1 1,1 0,1 0,-1 0,0 0,0 1,1 0,0-1,-1 1,1 0,0 1,0-1,1 1,-1-1,1 1,-2 3,-4 7,2 0,-1 0,2 1,0 0,0 0,2 0,-1 5,0-1,0 0,1 0,1 0,1 1,0-1,2 1,0-1,1 0,1 1,1-1,1 0,1-1,0 1,1-1,1-1,1 1,0-1,6 7,-12-20,1 1,-1-1,1-1,0 1,0 0,0-1,0 0,1 0,-1 0,1-1,0 0,0 1,0-2,0 1,0 0,0-1,0 0,1 0,-1-1,0 1,1-1,-1-1,0 1,1-1,-1 1,0-1,0-1,0 1,0-1,0 0,0 0,0-1,3-1,2-7,0 0,-1-1,0 1,-1-2,-1 1,0-1,-1 0,0-1,-1 1,0-1,-1 0,-1 0,0-1,-1 1,0-1,-1 1,-1-15,1-1,0-1,-2 1,-1-1,-1 1,-2-1,-1 2,-2-1,0 1,-2 0,-1 0,-2 1,-11-18,-21-5,43 49,1 1,0 0,-1 0,1 0,-1 0,1 1,-1-1,1 0,-1 1,1-1,-1 1,0-1,1 1,-1 0,0-1,0 1,1 0,-1 0,0 1,1-1,-1 0,0 0,0 1,1-1,-1 1,1 0,-1-1,1 1,-1 0,1 0,-1 0,1 0,-1 0,1 0,0 0,0 1,0-1,-6 9,2 0,0 0,0 1,0 0,2 0,-1 0,1 0,1 0,0 1,1-1,0 1,1 6,-1-16,-1 29,2 0,0 1,3-1,0 0,2 0,3 8,9 25</inkml:trace>
  <inkml:trace contextRef="#ctx0" brushRef="#br0" timeOffset="1563.558">565 0,'-8'16,"1"-1,0 1,2-1,0 2,0-1,2 0,0 1,1 0,0 0,1 7,1-16,-4 38,3 0,1 0,3-1,1 1,3 1,4-8,-11-38,1-1,-1 1,0 0,0-1,0 1,1-1,-1 1,0 0,1-1,-1 1,0-1,1 1,-1-1,1 1,-1-1,1 1,-1-1,1 0,-1 1,1-1,0 0,-1 1,1-1,-1 0,1 0,0 0,-1 1,1-1,0 0,-1 0,1 0,0 0,-1 0,1 0,0 0,-1 0,1-1,0 1,-1 0,1 0,-1 0,1-1,0 1,-1 0,1-1,-1 1,1 0,-1-1,1 1,-1-1,1 1,-1-1,1 1,-1-1,69-115,-66 112,0-3,1 0,0 0,1 0,-1 0,1 1,1 0,-1 0,1 0,0 1,1-1,-1 2,1-1,0 1,7-4,-11 9,1-1,0 0,0 1,0 0,0 0,-1 0,1 1,0-1,-1 1,1 0,-1 0,0 0,0 0,0 0,0 1,0 0,0-1,0 1,-1 0,0 0,1 1,-1-1,0 0,-1 1,1-1,0 1,-1 0,1 3,7 13,-1 1,-1 0,-1 1,-1 0,0 0,-2 0,-1 0,0 1,-2 3,0-22,1 0,-1 0,0 0,-1 0,1 1,-1-1,0 0,0 0,0 0,-1 0,1 0,-1-1,0 1,0 0,0-1,0 1,-1-1,0 0,1 0,-1 0,0 0,-1 0,1-1,0 1,-1-1,1 0,-1 0,0 0,0 0,0-1,0 0,0 1,-1-1,-12 0,1 0,-1-1,1-1,-1 0,1-1,-1-1,-13-5,-43-5,55 12,6 2</inkml:trace>
  <inkml:trace contextRef="#ctx0" brushRef="#br0" timeOffset="2258.866">1206 254,'-14'1,"-1"1,1 1,-1 0,1 1,0 1,0 0,1 0,-1 2,1 0,1 0,-1 1,1 0,1 1,-1 1,2 0,-5 5,14-14,-1 1,1 0,0 0,0 0,0 0,0 0,0 0,1 1,-1-1,1 0,-1 0,1 0,0 1,0-1,0 0,0 0,0 1,0-1,0 0,1 0,-1 0,1 1,0-1,0 0,0 0,0 0,0 0,0 0,0 0,1-1,-1 1,1 0,-1 0,2 0,67 44,125 42,-192-88,0 1,-1 0,1 1,-1-1,1 0,-1 1,1-1,-1 1,0 0,0 0,0 0,0 0,0 0,-1 0,1 0,0 1,-1-1,0 1,0-1,1 1,-2-1,1 1,0 0,0-1,-1 1,1 0,-1 0,0-1,0 1,0 0,0 0,-1 0,1-1,-1 1,1 0,-1 0,0-1,-1 2,-7 5,-1-1,-1 0,0 0,0-1,0 0,-1-1,1-1,-2 0,1 0,0-1,-1-1,-1 1,6-2,-57 16,4-2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14.0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93 125,'25'535,"-24"-508,-2-13,2 0,-1 0,2 1,0-1,0 0,1 0,1-1,1 1,-1-1,2 0,6 11,-9-20,1 0,0 0,0-1,1 1,-1-1,1 0,-1 0,1-1,0 1,0-1,0 0,1 0,-1-1,0 0,1 0,-1 0,1 0,-1-1,1 0,-1 0,1 0,113-21,-60 1,-7 0</inkml:trace>
  <inkml:trace contextRef="#ctx0" brushRef="#br0" timeOffset="249.333">1 647,'15'4,"18"2,13-2,14-5,9-8,5-10,-4-6,-9-6,-15 3</inkml:trace>
  <inkml:trace contextRef="#ctx0" brushRef="#br0" timeOffset="420.929">14 112,'18'5,"24"1,23 0,19-4,11-6,1-5,-16-1</inkml:trace>
  <inkml:trace contextRef="#ctx0" brushRef="#br0" timeOffset="5875.824">963 607,'-26'5,"1"0,-1 2,2 1,-1 1,1 0,-18 12,-2 6,43-26,0-1,0 1,0-1,0 1,0 0,0-1,1 1,-1 0,0 0,0-1,1 1,-1 0,1 0,-1 0,1 0,-1 0,1 0,-1 0,1 0,0 0,-1 0,1 0,0 0,0 0,0 0,0 0,0 0,0 0,0 0,0 0,0 0,1 0,-1 0,0 0,1 0,-1 0,1 0,-1 0,1 0,-1 0,1 0,0 0,-1 0,2 0,84 32,-76-30,23 5,0 3,0 0,-1 2,-1 2,21 12,-47-24,0 1,0 0,-1 0,1 1,-1-1,0 1,0 0,0 0,-1 0,0 0,2 4,-4-7,-1-1,1 1,0 0,-1 0,1 0,-1-1,0 1,0 0,1 0,-1 0,0 0,-1 0,1 0,0 0,0-1,-1 1,1 0,-1 0,0 0,0-1,1 1,-1 0,0-1,0 1,-1-1,1 1,0-1,0 1,-1-1,1 0,-1 0,1 0,-1 0,1 0,-1 0,0 0,1 0,-3 0,-10 3,-1-1,0 0,0-1,0 0,0-2,-1 0,1 0,0-1,0-1,0-1,0 0,0-1,1 0,-1-2,1 1,1-2,-8-4,20 11,1-1,0 1,0-1,-1 1,1-1,0 1,-1-1,1 1,-1 0,1-1,-1 1,1-1,-1 1,1 0,-1 0,1-1,-1 1,1 0,-1 0,1 0,-1-1,0 1,1 0,-1 0,1 0,-1 0,0 0,1 0,-1 0,1 0,-1 0,0 1,1-1,-1 0,1 0,-1 1,1-1,-1 0,1 0,-1 1,1-1,-1 0,1 1,-1-1,1 1,0-1,-1 1,1-1,0 1,-1-1,1 1,0-1,0 1,-1-1,1 1,0-1,0 1,0 0,0-1,0 1,9 15,5 1</inkml:trace>
  <inkml:trace contextRef="#ctx0" brushRef="#br0" timeOffset="6392.128">1323 86,'-15'-86,"15"87,0-1,0 0,0 0,0 1,0-1,0 0,0 0,0 0,-1 1,1-1,0 0,0 0,0 1,0-1,0 0,0 0,-1 0,1 0,0 1,0-1,0 0,-1 0,1 0,0 0,0 0,0 1,-1-1,1 0,0 0,0 0,-1 0,1 0,0 0,0 0,-1 0,1 0,0 0,0 0,-1 0,1 0,0 0,0 0,0 0,-1 0,-2 50,1 1,3-1,7 48,-2-34,-2-2,5 63,20 99,-26-211,0 0,0 0,1-1,1 1,0-1,0 0,5 6,-9-16,1 1,-1-1,1 1,0-1,0 0,0 0,0 0,0 0,1 0,-1-1,0 1,1-1,-1 1,1-1,0 0,-1 0,1 0,0 0,0-1,0 1,0-1,0 0,-1 1,1-1,0 0,0-1,0 1,0-1,0 1,-1-1,1 0,0 0,0 0,-1 0,1 0,1-2,7-4,0-1,0 0,-1 0,0-1,0-1,-1 0,0 0,-1-1,0 0,-1 0,0 0,-1-1,-1 0,1-1,-2 1,0-1,0 0,-1 0,1-11,-10-16,6 39,-1 1,1-1,-1 0,1 1,-1-1,0 1,1-1,-1 1,0-1,0 1,1-1,-1 1,0 0,0-1,0 1,0 0,1 0,-1-1,0 1,0 0,0 0,0 0,0 0,1 0,-1 0,0 1,0-1,0 0,0 0,0 1,1-1,-1 0,0 1,0-1,1 1,-1-1,0 1,1-1,-1 1,0-1,1 1,-1 0,0 0,-5 6,-1 1,1 0,0 0,1 0,0 1,0 0,1 0,0 0,0 1,1-1,1 1,-1 0,2 0,-1 0,1 0,1 0,0 0,0 0,1 2,1-2,0-1,0 1,1-1,1 1,-1-1,1 0,1 0,-1-1,2 1,-1-1,1 0,0-1,1 1,0-1,0-1,0 1,1-1,0 0,0-1,1 0,-1 0,1-1,0 0,1-1,-1 0,0 0,1-1,0 0,3 0,34 5</inkml:trace>
  <inkml:trace contextRef="#ctx0" brushRef="#br0" timeOffset="6588.759">1136 273,'-16'0,"0"0,11 0,20-2,28-4,32-2,33-3,24-1,19 1,-18 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26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232 141,'1'-1,"0"0,0-1,0 1,0 0,0 0,0-1,0 1,-1-1,1 1,0 0,-1-1,1 0,-1 1,0-1,1 1,-1-1,0 1,0-1,0 0,0 1,0-1,0 1,-1-1,1 0,-1 1,1-1,-1 1,1-1,-1 1,0-1,1 1,-1 0,0-1,0 1,0 0,0 0,0 0,-1 0,1-1,0 2,-1-1,1 0,0 0,-1 0,1 1,-1-1,1 0,-1 1,1 0,-1-1,0 1,-9 3,0 1,0 0,1 1,-1 0,1 0,1 1,-1 1,1 0,0 0,0 0,1 1,0 1,-6 8,7-11,1 0,-1 1,2 0,-1 0,1 1,0-1,0 1,1 0,0 0,1 1,0-1,0 1,1 0,0 0,0-1,1 1,0 5,3-11,0 0,0 0,1 0,-1 0,1-1,0 1,0-1,0 1,0-1,0 0,1 0,-1 0,0-1,1 1,0-1,-1 0,1 0,0 0,-1 0,1-1,0 0,0 1,0-1,-1-1,1 1,0 0,0-1,-1 0,1 0,0 0,-1 0,3-2,8-1,-1-1,0-1,0 0,0 0,-1-2,0 1,-1-1,1-1,-2 0,1-1,-1 0,-1 0,0-1,0-1,-1 1,0-1,-1-1,-1 1,0-1,-1 0,0-1,-1 1,0-1,-1 0,-1 0,0 0,-1 0,0 0,-2-11,-2 10,-3 31,3-1,0 1,1 0,1 0,0 0,1-1,1 1,1 0,0 0,1 0,0-1,1 0,1 1,1-2,1 3,36 23,-21-30</inkml:trace>
  <inkml:trace contextRef="#ctx0" brushRef="#br0" timeOffset="290.758">526 21,'-1'15,"2"1,0 0,1 0,1-1,0 1,1-1,1 0,0 0,1 0,0-1,2 0,-1 0,2 0,0-1,0-1,1 0,1 0,6 5,60 45,-76-61,0-1,0 1,0-1,0 1,0-1,0 1,1-1,-1 0,0 1,0-1,0 0,1 0,-1 0,0 0,0 0,0 0,1 0,-1 0,0-1,0 1,0 0,0-1,0 1,1-1,-1 1,0-1,0 0,0 1,0-1,0 0,-1 0,1 0,0 0,0 1,0-1,-1 0,1 0,-1-1,1 1,-1 0,1 0,12-51,-12 49,6-62,-6 43,1 1,1 0,1 0,1 1,0-1,2 1,0 0,4-4,-11 22,1 0,0 0,0 0,0 0,0 0,0 0,0 0,1 1,-1-1,1 0,-1 1,1-1,0 1,-1 0,1 0,0-1,0 1,0 0,0 0,0 1,0-1,0 0,0 1,0-1,0 1,0 0,1 0,-1 0,0 0,0 0,0 0,14 8</inkml:trace>
  <inkml:trace contextRef="#ctx0" brushRef="#br0" timeOffset="1142.657">994 355,'19'-16,"0"0,-1-2,-1 0,-1-1,0-1,-2 0,0-1,-1-1,-1 0,-1-1,-1 0,5-20,-11-2,-4 44,0 0,1 1,-1-1,0 0,-1 0,1 0,0 1,0-1,0 0,0 0,-1 1,1-1,0 0,-1 0,1 1,0-1,-1 0,1 1,-1-1,1 1,-1-1,0 1,1-1,-1 0,1 1,-1 0,0-1,1 1,-1-1,0 1,0 0,1 0,-1-1,0 1,0 0,0 0,1 0,-1 0,0 0,0 0,1 0,-1 0,0 0,0 0,0 1,1-1,-1 0,0 0,0 1,0-1,-5 5,0 0,0 0,0 1,1-1,0 1,0 0,0 1,1-1,0 1,0 0,0 0,1 0,0 1,1-1,0 1,0 0,0 1,-1-3,1-1,-1 1,1 0,1 1,-1-1,1 0,0 0,1 1,-1-1,1 0,0 1,1-1,0 0,0 1,0-1,0 0,1 0,0 0,1 0,-1 0,1-1,0 1,1-1,-1 1,1-1,0 0,0-1,1 1,-1-1,5 3,3-2,0-1,0-1,1 0,-1-1,1 0,0-1,0 0,0-1,-1-1,1 0,0 0,-1-2,1 1,-1-2,1 1,-1-2,0 1,-1-2,1 0,-1 0,0-1,-1 0,0-1,0 0,0-1,2-3,-6 6,-1-1,0 1,0-1,0-1,-1 1,0-1,-1 1,1-1,-2 0,1-1,-1 1,0 0,-1-1,0 1,0-1,-1 1,0-1,0 1,-1-1,0 0,-16-23,16 31,0 1,1 0,-1-1,1 1,-1 0,0-1,1 1,-1 0,0 0,1 0,-1-1,0 1,0 0,1 0,-1 0,0 0,1 0,-1 0,0 1,1-1,-1 0,0 0,1 0,-1 1,0-1,1 0,-1 1,0-1,1 0,-1 1,1-1,-1 1,1-1,-1 1,1-1,-1 1,1-1,0 1,-1 0,1-1,0 1,-1 0,1-1,0 1,0 0,0-1,0 1,-1 0,1-1,0 1,-3 10,0 0,1 0,1 1,-1-1,2 0,-1 1,2-1,-1 0,2 1,-1-1,2 0,-1 0,3 5,-2-7,1 1,0-1,0 1,1-1,0-1,1 1,-1-1,2 0,-1 0,1 0,1-1,2 2,-7-6,1 0,0 0,0 0,0 0,0-1,1 0,-1 0,0 0,1 0,0-1,-1 0,1 0,0 0,-1 0,1-1,0 0,0 0,0 0,0 0,-1-1,1 0,0 0,-1 0,1-1,0 1,3-3,1-2,-1-1,1 1,-1-2,-1 1,1-1,-1 0,-1 0,0-1,0 0,0 0,-1-1,-1 0,0 1,0-1,0-1,-2 1,1 0,-1-1,-1 1,0-1,0 0,-1-1,-4-16,4 28,0 1,0-1,0 0,0 1,0-1,1 0,-1 1,0-1,0 0,0 1,0-1,0 0,0 1,0-1,0 0,0 1,0-1,0 1,0-1,0 0,-1 1,1-1,0 0,0 0,0 1,0-1,0 0,-1 1,1-1,0 0,0 0,-1 1,1-1,0 0,0 0,-1 1,1-1,0 0,-1 0,1 0,0 0,-1 0,1 1,0-1,-1 0,1 0,0 0,-1 0,1 0,0 0,-1 0,1 0,0 0,-1 0,1 0,-1-1,1 1,0 0,-1 0,1 0,0 0,0 0,-1-1,1 1,0 0,-1 0,1-1,0 1,-3 6,1 0,-1 0,1 0,1 0,-1 0,1 1,0-1,0 0,1 1,0-1,0 1,1-1,-1 0,1 1,1-1,-1 0,1 0,0 0,1 0,-1 0,1 0,0 0,1-1,-1 0,1 0,0 0,0 0,1 0,-1-1,1 0,0 0,1 0,-1 0,4 1,-1-2,1 0,-1-1,1 0,0 0,0-1,0 0,0-1,0 0,0 0,0-1,0 0,0 0,-1-1,1-1,0 1,-1-1,0-1,1 1,-1-1,-1-1,1 0,0 0,-1 0,0-1,-1 0,1 0,-1-1,0 0,-1 0,0 0,0-1,0 1,-1-1,0 0,-1-1,1 1,-1-4,-1 6,-1 0,-1 0,1 1,-1-1,0 0,0 0,-1 0,0 0,0 1,0-1,-1 0,1 1,-1-1,-1 1,1 0,-2-2,4 6,-1 0,1 0,-1 1,1-1,-1 1,1-1,-1 0,1 1,-1-1,0 1,1-1,-1 1,0 0,1-1,-1 1,0 0,0-1,1 1,-1 0,0 0,0 0,1-1,-1 1,0 0,0 0,0 0,1 0,-1 1,0-1,0 0,0 0,1 0,-1 1,0-1,1 0,-1 1,0-1,0 0,1 1,-1-1,1 1,-1-1,0 1,1 0,-1-1,1 1,-1-1,1 1,0 0,-1-1,1 1,0 0,-1 0,1-1,0 1,0 0,0 0,-1 0,1 0,-14 49,13-44,1 1,-1-1,1 0,0 1,0-1,1 0,0 1,0-1,1 0,-1 0,1 0,0 0,1 0,0 0,0-1,0 1,0-1,1 0,0 0,0 0,0 0,1-1,0 0,3 3,8 2,1-1,1 0,-1-1,1-1,0-1,0 0,1-2,0 0,-1-1,9 0,53 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25.0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6297 742,'40'-116,"-36"104,7-23,1-1,2 2,1 0,8-11,-23 43,1 1,-1 0,1 0,0 0,-1-1,1 1,0 0,0 0,0 0,-1 0,1 0,0 1,0-1,1 0,-1 0,0 1,0-1,0 0,0 1,1-1,-1 1,0 0,0-1,1 1,-1 0,0 0,1 0,-1 0,0 0,1 0,-1 0,0 0,1 0,-1 1,0-1,1 1,-1-1,0 1,0-1,0 1,0 0,1-1,-1 1,0 0,0 0,0 0,-1 0,1 0,0 0,0 0,0 0,-1 0,1 0,0 1,-1-1,1 0,-1 0,0 1,28 44,-3 2,-1 0,4 20,-20-48,-5-14,0-2,-1 1,0-1,0 1,0-1,0 1,-1 0,1 0,-1 0,-1-1,1 1,-1 0,1 0,-2 0,1 0,0 0,-1 0,0 0,-1 3,0-7,0-1,0 1,-1-1,1 0,0 0,0 0,0-1,0 1,0 0,-1-1,1 1,0-1,0 0,0 0,0 1,0-1,1-1,-1 1,0 0,0 0,1-1,-1 1,1-1,-1 1,1-1,-1 0,1 0,0 1,0-1,0 0,0-1,-2 1,1 0,-1-1,1 1,0 0,0-1,0 1,0-1,1 1,-1-1,1 0,-1 0,1 0,0 0,0 0,0 0,1 0,-1 0,1 0,0 0,-1-1,2 1,-1 0,0 0,0 0,1 0,0 0,0 0,0 0,0 0,0 0,0 0,1 0,0-1,10-3,0 1,0-1,1 2,-1 0,1 1,0 0,1 1,-1 0,1 1,5 0,-6 0,199-16,-210 17,0 0,1 1,-1-1,1 1,-1 0,0-1,1 1,-1 0,1 0,-1 1,1-1,-1 1,0-1,1 1,-1 0,0-1,0 1,1 0,-1 1,0-1,0 0,0 1,0-1,0 1,-1-1,1 1,0 0,-1 0,1 0,-1 0,0 0,1 0,-1 0,0 0,0 1,-1-1,1 0,0 1,-1-1,1 1,-3 17,2-17,-1 0,0 0,1 0,0 0,0 0,0 0,0 0,0 0,1 0,-1 0,1 0,0-1,0 1,0 0,0 0,0-1,0 1,1 0,0-1,-1 1,1-1,0 0,0 0,1 1,3 1,1-1,1 0,-1 0,0 0,1-1,0 0,-1 0,1-1,0 0,0 0,0-1,-1 0,1-1,0 1,0-1,0-1,-1 0,1 0,0 0,-1-1,0 0,0-1,0 1,2-3,-5 3,0 0,0 0,-1-1,1 1,-1-1,0 0,0 0,0 0,-1 0,1 0,-1-1,0 1,0-1,-1 1,1-1,-1 0,0 0,-1 0,1 0,-1 0,0 1,0-1,0 0,-1 0,1 0,-1 0,-1 0,1 1,-1-1,1 0,-1 1,-1-1,1 1,-1 0,1 0,-1 0,0 0,-1 0,-1-1,0-2,0 1,0 0,-1 0,0 1,0-1,0 1,-1 1,1-1,-1 1,0 0,0 1,-1-1,1 1,-1 1,0 0,1 0,-1 0,0 1,0 0,0 1,0 0,0 0,0 0,0 1,0 0,0 1,0 0,0 0,1 1,-1 0,1 0,0 1,-1-1,2 2,-1-1,0 1,1 0,0 0,-3 5,5-6,0 1,0 0,1 0,0 0,0 0,0 1,1-1,0 1,0 0,0 0,1-1,-1 1,2 0,-1 0,1 0,-1 1,2-1,-1 0,1 0,0 0,0 0,0 0,1-1,0 1,0 0,0-1,1 1,0-1,0 0,1 0,-1 0,1 0,0-1,0 1,1-1,-1 0,1 0,0-1,1 1,37 14,-1-7</inkml:trace>
  <inkml:trace contextRef="#ctx0" brushRef="#br0" timeOffset="324.525">7326 60,'-12'1,"0"0,0 0,0 1,1 0,-1 1,1 1,-1-1,1 2,0 0,1 0,-1 1,1 0,0 1,-1 1,6-4,-1 1,1 0,0 0,0 1,0-1,1 1,0 0,0 0,0 0,1 1,0-1,0 1,1 0,0 0,0 0,0 0,1 0,0 0,1 1,-1-1,2 0,-1 0,1 6,5 6,1 0,1-1,1 1,0-2,2 1,0-1,0-1,2 0,0 0,1-2,0 1,1-2,5 4,-14-11,205 211,-202-207,0-1,0 0,1 0,0-1,1 0,-1-1,2 0,-1-1,1 0,0-1,0-1,12 4,-3-4,-1 0,1-2,0 0,0-2,1 0,-1-1,0-2,-1 0,1-1,16-5,-4-4</inkml:trace>
  <inkml:trace contextRef="#ctx0" brushRef="#br0" timeOffset="-1047.807">3583 836,'13'-7,"0"-1,0 1,0-2,-1 0,-1 0,0-1,0-1,-1 0,0 0,-1-1,0 0,-1-1,0 0,-1 0,0 0,-2-1,1 0,-2 0,0-1,0-1,-3 14,0 1,0 0,-1-1,1 1,-1 0,1-1,-1 1,0-1,1 1,-1-1,0 1,0-1,0 1,0-1,0 1,0-1,-1 1,1-1,0 1,-1-1,1 1,-1 0,1-1,-1 1,0 0,0-1,1 1,-1 0,0 0,0 0,0 0,-1 0,1 0,0 0,0 0,0 0,-1 0,1 1,0-1,-1 0,1 1,-1-1,1 1,-1 0,1-1,0 1,-1 0,1 0,-1 0,1 0,-2 0,-3 5,0 1,0-1,1 1,0 0,0 0,0 0,1 1,0 0,0 0,1 0,0 0,0 1,1-1,-1 1,2-1,-1 1,1 0,0 0,1 0,0 6,1-6,0 1,0-1,1 0,0-1,1 1,0 0,0-1,0 1,1-1,0 0,1 0,-1 0,1-1,1 0,-1 0,1 0,0 0,0-1,1 0,0-1,0 1,0-1,0 0,0-1,1 0,0 0,0-1,-1 0,1 0,1-1,-1 0,0 0,0-1,0 0,0 0,0-1,1 0,-1 0,0-1,-1 0,1-1,0 0,-1 0,1 0,-1-1,0 0,2-2,4-6,-1 0,0-1,-1-1,-1 0,0 0,-1-1,0 0,-1-1,-1 0,0 0,-1 0,-1-1,0-2,9-21,-18 118,3-73,0 0,0 0,0 0,1 0,0-1,0 1,0 0,0 0,1 0,0 0,0 0,0-1,0 1,1 0,0-1,0 1,0-1,1 0,-1 1,1-1,0 0,0-1,0 1,1 0,-1-1,1 0,0 0,0 0,0 0,1-1,-1 0,0 0,1 0,-1 0,5 1,2-5,1 0,-1 0,1-1,-1 0,0-1,0 0,-1-1,1 0,-1-1,0 0,0-1,-1 0,0 0,0-1,-1 0,0 0,0-1,-1 0,0-1,3-6,0 3,-2-1,0-1,0 1,-1-1,-1-1,-1 1,0-1,0-2,-6 28,0 0,2 0,-1 0,1 0,0 0,1 0,0 0,1 0,0-1,0 1,1-1,1 0,-1 0,1 0,1-1,0 0,0 0,0 0,1-1,7 6,-9-7,1-1,0-1,1 1,-1-1,1 0,0-1,0 1,0-1,0-1,1 1,-1-1,1 0,0-1,-1 0,1 0,0-1,0 0,-1 0,1-1,0 0,-1 0,1-1,0 0,-1 0,0-1,0 0,1 0,-2-1,1 0,9-6,0-1,-1-1,-1 0,0-1,-1-1,0 0,-1 0,-1-1,0-1,-1 0,-1-1,0 0,-1 0,-1 0,-1-1,0 0,1-14,5-29,-2 0,-4-1,-2-1,-3-44,-6 5,5 102,1-1,-1 1,0-1,0 1,0-1,1 1,-1-1,0 1,0-1,0 1,0-1,0 1,0-1,0 1,0-1,0 1,0-1,0 1,0-1,0 1,0-1,-1 1,1 0,0-1,0 1,0-1,-1 1,1-1,0 1,-1 0,1-1,0 1,-1 0,1-1,0 1,-1 0,1-1,-1 1,1 0,-1 0,1-1,-1 1,1 0,-1 0,1 0,-1 0,1 0,-1 0,1 0,-1 0,1 0,0 0,-1 0,1 0,-1 0,1 0,-1 0,1 1,-1-1,1 0,-1 0,1 0,-1 1,1-1,-19 32,-1 22,2 1,3 0,2 1,2 1,-2 53,9-86,2 1,0 0,2 0,1 0,0 0,2 0,1-1,1 1,1-1,1 0,1-1,2 1,0-2,1 1,1-2,2 1,-11-17,0-1,0 1,0-1,1 0,0 0,0-1,0 1,1-1,-1 0,1 0,-1 0,1-1,0 0,0 0,0 0,0 0,1-1,-1 0,0 0,1 0,-1 0,0-1,1 0,-1-1,1 1,-1-1,0 0,1 0,-1 0,0-1,0 0,0 0,0 0,0-1,0 0,-1 0,23-21</inkml:trace>
  <inkml:trace contextRef="#ctx0" brushRef="#br0" timeOffset="-777.531">4679 327,'30'0,"32"3,33 0,30 0,-7-1</inkml:trace>
  <inkml:trace contextRef="#ctx0" brushRef="#br0" timeOffset="-3520.69">174 1063,'44'-269,"-43"261,0 0,0 0,1 0,0 1,0-1,1 1,0-1,1 1,-1 0,1 0,1 1,-1-1,1 1,0 0,1 0,-1 0,1 1,0 0,2-1,-2 6,0 0,0 0,0 1,0-1,-1 1,1 1,0-1,-1 1,1 0,-1 0,0 1,1 0,-1 0,0 0,-1 0,1 1,0 0,-1 0,0 0,0 0,0 1,-1-1,2 4,11 9,-2 1,0 0,-1 0,-1 1,-1 1,-1 0,0 1,4 16,-13-36,0 1,0 0,0 0,0 0,-1 1,1-1,0 0,-1 0,0 0,1 0,-1 1,0-1,0 0,0 0,-1 0,1 1,0-1,-1 0,0 0,1 0,-1 0,0 0,0 0,0 0,0 0,0 0,-1-1,1 1,-1 0,1-1,-1 1,1-1,-1 1,0-1,0 0,0 0,1 1,-1-1,0-1,-1 1,1 0,0 0,-1-1,-1 0,1 0,0-1,0 0,0 0,0 0,0 0,0 0,1 0,-1-1,0 0,1 1,-1-1,1 0,-1 0,1 0,0-1,0 1,0 0,0-1,0 1,1-1,-1 0,1 0,-1 0,1 0,0 1,0-1,1-1,-1 1,0 0,1 0,0 0,0 0,0 0,0 0,0 0,1-1,-1 1,1 0,0 0,0 0,0 0,1 0,1-5,0 0,0 0,1 0,1 1,-1-1,1 1,0 0,1 0,0 1,0 0,0 0,1 0,-1 0,1 1,1 1,-1-1,8-3,0 1,0 1,1 0,-1 1,1 1,0 1,0 0,1 0,-1 2,3 0,-15 0,0 1,1 0,-1 0,1 0,-1 0,1 1,-1 0,0 0,1 0,-1 0,0 0,0 1,0 0,0 0,0 0,0 1,0-1,-1 1,1 0,-1 0,0 0,0 0,0 1,0-1,-1 1,2 2,16 68,-19-66,0 0,0 0,1 0,0 0,0 0,1 0,0-1,0 1,1-1,0 0,0 0,1-1,1 3,-4-7,1-1,-1 1,0 0,0-1,1 1,-1-1,1 0,-1 0,1 0,-1 0,1 0,0-1,-1 1,1-1,0 0,0 0,-1 0,1 0,0 0,0 0,-1-1,1 1,0-1,-1 0,1 0,-1 0,1 0,-1 0,1-1,-1 1,0-1,63-60,-52 43,-2-1,0 0,-2-1,0 0,-1-1,-2 0,0 0,2-17,-6 103,-3-55,0 0,0 0,1 0,1-1,-1 1,1 0,1 0,0-1,0 1,0-1,1 1,1-1,-1 0,1 0,1 0,-1-1,1 1,1-1,-1-1,1 1,0-1,1 0,0 0,0 0,4 2,19 3</inkml:trace>
  <inkml:trace contextRef="#ctx0" brushRef="#br0" timeOffset="-3098.492">1338 528,'38'-1,"1"-1,0-3,-1-1,0-1,0-3,-1-1,0-1,-1-3,0 0,-1-3,-1-1,15-11,-36 21,0 0,-1 0,0-2,0 1,-1-2,0 1,-1-1,-1-1,0 0,0 0,-2-1,1 0,-2 0,0-1,0 0,-2 0,0 0,0-1,-1-1,-3 14,1 0,0 0,0 0,-1 0,0-1,0 1,0 0,0 0,0-1,-1 1,1 0,-1 0,0 0,0 0,0 0,0 0,-1 0,1 0,-1 0,0 0,1 1,-1-1,-1 1,1-1,0 1,0 0,-1 0,0 0,1 0,-1 0,0 1,0-1,0 1,0 0,0-1,0 2,0-1,0 0,-3 0,0 3,1 0,-1 1,0 0,1-1,-1 2,1-1,0 1,0 0,0 0,1 0,-1 0,1 1,0 0,0 0,1 0,0 0,-1 1,2-1,-1 1,1 0,-1 3,-11 30,2 2,1-1,3 1,1 1,2-1,2 1,2 0,1 0,3-1,7 41,11 53,7-1,11 20,-6-28,-6 0,3 65,-28-66,-6-85</inkml:trace>
  <inkml:trace contextRef="#ctx0" brushRef="#br0" timeOffset="-2758.799">1604 983,'210'-79,"90"-32,-297 109,1 1,-1-1,0 1,0 0,1 0,-1 0,0 1,1-1,-1 1,1 0,-1-1,1 2,-1-1,1 0,-1 1,0 0,1-1,-1 1,0 1,1-1,-1 0,0 1,0 0,0-1,0 1,-1 0,1 1,0-1,-1 0,0 1,1 0,45 146,-47-145,0 0,0 0,1 0,-1 0,1 0,-1 0,1 0,1 0,-1-1,0 1,1-1,0 1,0-1,0 0,0 0,0-1,1 1,-1-1,1 1,-1-1,1 0,0 0,0-1,0 1,0-1,0 0,0 0,2 0,8-4</inkml:trace>
  <inkml:trace contextRef="#ctx0" brushRef="#br0" timeOffset="-2499.509">2259 475,'3'2,"6"3,10 6,1 0</inkml:trace>
  <inkml:trace contextRef="#ctx0" brushRef="#br0" timeOffset="-2175.65">2808 715,'-6'-2,"1"1,-1-1,1 1,-1 0,0 1,1-1,-1 1,0 0,0 1,1-1,-1 1,0 0,1 1,-1-1,1 1,0 0,-1 0,1 1,0 0,0-1,0 2,1-1,-1 1,1-1,0 1,0 0,0 1,0-1,1 1,-1 1,1-3,-1 1,1 0,1 0,-1 0,0 0,1 0,0 1,0-1,0 1,1-1,0 1,0-1,0 1,0 0,0 0,1 0,0-1,0 1,1 0,-1 0,1 0,0-1,0 1,0 0,1-1,0 1,0-1,0 0,0 1,1-1,0 0,-1 0,1-1,1 1,2 2,5 0,0 0,1-1,0 0,0 0,0-1,1-1,-1 0,1-1,0-1,-1 1,1-2,0 0,0-1,0 0,0 0,-1-2,1 0,-1 0,0-1,1-1,3 0,0-1,-1 0,0-1,0-1,-1-1,0 0,0-1,-1 0,0-1,-1-1,0 0,-1 0,0-1,-1 0,-1-1,0-1,-1 1,0-1,-1 0,-1-1,3-10,-13 42,0-1,2 1,0 0,1-1,0 1,2 0,-1 0,2 0,0-1,1 1,1 0,0-1,1 1,-2-11,0-1,0 0,1 0,-1 0,1 0,0-1,0 1,0-1,0 0,0 0,1 0,-1-1,1 1,0-1,0 0,0-1,0 1,2-1,24 6</inkml:trace>
  <inkml:trace contextRef="#ctx0" brushRef="#br0" timeOffset="-1930.278">3235 261,'-4'20,"0"14,1 1</inkml:trace>
  <inkml:trace contextRef="#ctx0" brushRef="#br0" timeOffset="3089.024">174 1771,'5'125,"-1"-94,-2 0,-1 0,-1 1,-2-1,-1 0,-1 0,-2 0,-1-1,-9 23,-10-6,26-46,-1-1,1 1,-1 0,1 0,-1 0,0 0,1 0,-1 0,0-1,0 1,1 0,-1-1,0 1,0 0,0-1,0 1,0-1,0 0,0 1,0-1,0 0,0 1,0-1,0 0,0 0,0 0,0 0,0 0,0 0,0 0,0 0,0-1,0 1,0 0,0 0,0-1,0 1,0-1,0 1,0-1,0 0,0 1,0-1,0 0,-3-6,1 1,-1-1,1 0,1 0,-1 0,1 0,1 0,-1-1,1 1,0 0,1-1,0 1,0-5,0 2,-2-14,1 0,1 0,1 0,2 0,0 0,1 0,2 0,0 1,2 0,0 0,1 1,2 0,0 1,1 0,4-3,-11 18,0 1,0-1,0 1,1 1,0-1,0 1,0 0,0 0,1 0,0 1,-1 0,1 1,0-1,0 1,1 1,-1-1,0 1,1 0,-1 1,1 0,-1 0,0 1,1 0,-1 0,0 0,1 1,-1 0,4 3,-2-3,0 2,-1-1,1 1,-1 0,0 1,0 0,0 0,-1 1,0 0,0 0,0 1,-1 0,0 0,0 0,-1 1,0 0,0 0,-1 0,0 1,0-1,-1 1,-3-5,1 0,-1 0,0-1,0 1,-1 0,1 0,-1-1,1 1,-1-1,0 1,-1 0,1-1,-1 0,1 1,-1-1,0 0,0 0,-1 0,1 0,-1 0,1 0,-1-1,0 0,0 1,0-1,0 0,0 0,-1 0,1-1,-1 1,-10 4,0 0,-1 0,0-1,0-1,0-1,-10 1,11-1,1-1,-1-1,1 0,-1 0,0-2,1 0,-1 0,-10-3,33 0,9 8,0 1,0 0,-1 1,0 2,0-1,0 2,1 2,-5-5,308 175,-313-177,-5-3,0 1,0 0,1-1,-1 1,0-1,1 0,-1 0,1 0,0-1,-1 1,1-1,-1 0,1 0,0 0,-1 0,7-5</inkml:trace>
  <inkml:trace contextRef="#ctx0" brushRef="#br0" timeOffset="3339.362">1 1504,'15'7,"18"2,18 0,19-5,16-4,11-5,5-4,-3 0,-19 1</inkml:trace>
  <inkml:trace contextRef="#ctx0" brushRef="#br0" timeOffset="3587.247">883 1972,'13'-2,"17"-1,11-3,9 1,2 0,-6 2,-10 1</inkml:trace>
  <inkml:trace contextRef="#ctx0" brushRef="#br0" timeOffset="3773.792">922 2186,'16'2,"17"1,13 0,14-1,12 0,7-4,4 0,-12-1</inkml:trace>
  <inkml:trace contextRef="#ctx0" brushRef="#br0" timeOffset="4026.12">1658 2119,'2'11,"1"0,0 0,1-1,0 1,1-1,0 0,1 0,0 0,0-1,1 0,0 0,0-1,2 1,-4-4,0 0,0 0,1-1,-1 0,1 0,0-1,0 1,1-1,-1-1,0 1,1-1,0 0,-1 0,1-1,0 0,0 0,0-1,0 0,0 0,0-1,5 0,-7-1,1 0,-1 0,1 0,-1-1,0 1,0-1,0-1,0 1,-1-1,0 1,1-1,-1-1,0 1,-1-1,1 1,-1-1,0 0,0 0,-1 0,1-1,-1 1,1-5,2-4,-1-1,-1 0,0 1,-1-1,-1 0,0-1,-1 1,-1-5,-1 7,1 1,-2-1,1 0,-2 1,0-1,0 1,-1 0,-1 0,0 1,-7-11,9 17,0-1,0 1,0 0,-1 0,1 1,-1 0,0-1,-1 2,1-1,-1 0,0 1,1 0,-1 1,-1-1,1 1,0 0,-1 1,1-1,-1 1,1 1,-1-1,-2 1,0 1,0 1,-1 0,1 0,0 1,0 0,0 1,1 0,-1 0,1 1,0 0,0 1,0-1,1 2,0-1,0 1,1 0,0 0,0 0,0 1,1 0,0 0,1 1,0 0,0-1,1 1,0 0,1 0,0 1,0-1,1 1,0-1,0 1,1-1,1 1,0 4,7 21</inkml:trace>
  <inkml:trace contextRef="#ctx0" brushRef="#br0" timeOffset="4979.026">3716 1799,'0'15,"3"20,2 22,3 16,3 15,1 8,-1 3,-3-1,-2-8,-5-10,-2-20</inkml:trace>
  <inkml:trace contextRef="#ctx0" brushRef="#br0" timeOffset="5501.636">3529 2012,'-1'-7,"-1"0,1 1,0-1,1 0,-1 0,1 0,1 0,-1 0,1 0,1 1,-1-1,1 0,0 1,0-1,1 1,0 0,0-1,1 2,-1-1,1 0,1 1,2-4,6 1,1 0,0 1,0 1,0 0,1 0,0 2,0 0,0 0,0 2,0 0,1 1,0 0,-1 1,1 1,-1 0,0 1,1 1,0 1,-5-3,-1 0,0 1,0 0,-1 1,1 0,0 0,-1 1,0 1,1-1,-2 2,1-1,-1 1,0 0,0 1,0 0,-1 0,6 8,-12-13,0 0,0 1,0-1,0 0,0 1,-1-1,1 0,-1 1,0-1,0 0,0 1,0-1,0 1,0-1,-1 0,1 1,-1-1,1 0,-1 1,0-1,0 0,0 0,0 0,-1 0,1 0,0 0,-1 0,1 0,-1 0,0-1,0 1,0-1,-1 2,-73 34,-63-18,214-19,0-4,44-9,-92 9,-1-2,1 0,-1-2,0-1,-1 0,0-2,0-1,-1-2,9-6,-26 15,0-1,-1 0,1 0,-1 0,-1-1,1 0,-1 0,0 0,3-8,-7 13,0 0,0 0,0 0,0 0,0 0,-1 0,1 0,-1 0,0 0,0 0,1 0,-1-1,0 1,-1 0,1 0,0 0,-1 0,1 0,-1 0,0-1,1 1,-1 1,0-1,0 0,-1 0,1 0,0 0,0 1,-1-1,1 1,-1-1,0 1,1-1,-1 1,0 0,0 0,0 0,0 0,0 0,0 0,-2 0,-2-1,0 0,0 1,-1 0,1 0,-1 0,1 1,-1 0,1 0,-1 1,1 0,-1 0,1 0,0 1,-1 0,1 0,0 1,0 0,0 0,2-1,0 0,0 0,0 0,0 1,1 0,0-1,-1 1,1 0,0 1,0-1,1 0,-1 1,1 0,-1 0,1-1,0 1,1 1,-1-1,1 0,0 0,0 0,0 1,0-1,1 0,-1 1,1-1,1 2,0-1,0 0,1 1,-1-1,2 0,-1 0,0 0,1-1,0 1,0 0,0-1,0 0,1 0,0 0,0 0,0-1,0 1,1-1,-1 0,1 0,4 1,107 39,-22-26,-2-5</inkml:trace>
  <inkml:trace contextRef="#ctx0" brushRef="#br0" timeOffset="5765.999">5735 1584,'5'23,"1"21,2 21,0 18,0 13,0 6,-3 1,-1-2,-2-10,-1-12,-3-14,-1-18</inkml:trace>
  <inkml:trace contextRef="#ctx0" brushRef="#br0" timeOffset="6039.305">5602 1731,'18'-11,"15"-5,11 4,10 8,4 10,-1 7,-5 5,-11 1,-14 2,-12 0,-19-2,-18-2,-13-1,-9-1,-3-1,2-3,9-3</inkml:trace>
  <inkml:trace contextRef="#ctx0" brushRef="#br0" timeOffset="6610.253">6123 1892,'7'-30,"-2"0,-1 1,-1-1,-2-1,-1 1,-1 0,-2 0,-1 0,-1 0,-3-7,-8 5,15 31,1 1,0-1,-1 1,1-1,-1 1,1-1,0 1,-1 0,1-1,-1 1,1 0,-1 0,1-1,-1 1,0 0,1 0,-1 0,1 0,-1-1,1 1,-1 0,0 0,1 0,-1 0,1 0,-1 1,0-1,1 0,-1 0,1 0,-1 0,1 1,-1-1,1 0,-1 0,1 1,-1-1,1 0,-1 1,1-1,-1 1,1-1,0 1,-1-1,1 1,0-1,-1 1,1-1,0 1,0-1,-1 1,1-1,0 1,0-1,0 2,-1-1,0 1,0 0,1-1,-1 1,0 0,1 0,-1 0,1 0,0 0,0 0,0-1,0 1,0 0,0 0,0 0,0 0,1 0,-1 0,1 0,0-1,-1 1,1 0,0 0,0-1,0 1,0-1,0 1,1-1,-1 1,0-1,1 0,-1 1,1-1,-1 0,1 0,1 1,68 23,143-14,-103-10,-109-2,0 1,1-1,-1 1,0 0,0 0,0 0,0 0,0 0,0 0,1 1,-1-1,0 1,0-1,0 1,0 0,0 0,0 0,-1 0,1 0,0 0,0 1,-1-1,1 0,-1 1,1-1,-1 1,1 0,-1 0,0-1,0 1,0 0,0 0,0 0,-1 0,1 0,0 0,-1 0,1 0,-1 1,0-1,-10 47,8-46,0 1,0 0,0 0,1 0,-1 0,1 0,0 1,1-1,-1 0,1 0,0 1,0-1,0 0,0 1,1-1,0 0,0 0,0 0,0 1,1-1,-1 0,1-1,0 1,0 0,1 0,-1-1,1 0,0 1,0-1,0 0,1 1,6 0,0 0,0-1,0-1,1 1,-1-2,1 1,-1-1,1-1,0 0,-1-1,1 0,-1 0,1-1,-1 0,0-1,0 0,0-1,0 0,3-2,-3 2,-1-1,1 0,-1-1,0 0,0 0,-1-1,1 0,-2 0,1-1,-1 0,0-1,-1 1,0-1,0 0,-1-1,0 1,0-1,-1 0,-1-1,0 1,0 0,0-6,-4-7,1 23,0 0,0 1,0-1,0 0,0 0,0 1,0-1,-1 0,1 0,0 1,0-1,0 0,0 0,-1 1,1-1,0 0,0 0,-1 0,1 0,0 1,0-1,-1 0,1 0,0 0,0 0,-1 0,1 0,0 0,-1 0,1 0,0 0,0 0,-1 0,1 0,0 0,-1 0,1 0,0 0,0 0,-1 0,1 0,0 0,-1-1,1 1,0 0,0 0,-1 0,1 0,0-1,0 1,0 0,-1 0,1 0,0-1,0 1,0 0,0 0,0-1,-1 1,1 0,0-1,0 1,0 0,0 0,0-1,0 1,0 0,0-1,0 1,-5 9,0 1,0-1,1 1,1 0,-1 0,2 0,-1 1,1-1,1 1,0-1,1 1,0 4,-1-9,1 1,0-1,0 0,1 1,0-1,0 0,0 0,1 0,0 0,0 0,0 0,1 0,0 0,0-1,1 0,-1 0,1 0,0 0,1 0,-1-1,1 1,0-1,0 0,0-1,0 1,1-1,-1 0,5 1,18 2</inkml:trace>
  <inkml:trace contextRef="#ctx0" brushRef="#br0" timeOffset="7644.605">6832 1370,'137'87,"-70"-49,-50-30,-1 0,0 2,-1 0,0 1,0 0,-1 2,-1-1,0 1,-1 1,0 1,-1-1,-1 2,0-1,-1 2,-1-1,-1 1,3 8,0 113,-10-136,-1-1,1 1,0-1,0 1,0-1,0 1,0-1,1 1,-1-1,0 1,1-1,-1 1,1-1,-1 0,1 1,0-1,0 0,-1 1,1-1,0 0,0 0,0 0,0 1,1-1,-1-1,0 1,0 0,1 0,-1 0,0-1,1 1,-1 0,1-1,-1 1,1-1,-1 0,1 0,-1 1,1-1,-1 0,1 0,0 0,8-4,-1-1,0 0,0 0,0-1,0 0,-1 0,0-1,0 0,-1 0,0-1,0 0,-1 0,0-1,0 0,-1 0,0-1,31-84,-38 86,-5 22,5-10,1 1,0-1,0 1,0 0,0-1,0 1,1 0,0 0,0-1,0 1,1 0,0-1,0 1,0 0,0-1,1 1,-1-1,1 1,0-1,1 0,-1 0,1 0,0 0,0-1,0 1,0-1,1 1,-1-1,1 0,0 0,0-1,0 1,0-1,0 0,0 0,1 0,1 0,0 0,0 0,1-1,-1 0,0 0,1-1,-1 1,1-1,-1 0,0-1,1 0,-1 0,1 0,-1-1,0 0,0 0,0 0,0-1,-1 0,1 0,-1-1,1 1,-1-1,0 0,0-1,-1 1,0-1,1 0,-1 0,-1 0,1-1,-1 1,0-1,0 0,-1 0,0 0,0 0,0 0,0-2,1-64,-3 72,0-1,0 1,0-1,-1 1,1-1,0 1,0-1,-1 1,1 0,-1-1,1 1,0-1,-1 1,1 0,-1 0,1-1,0 1,-1 0,1 0,-1-1,1 1,-1 0,1 0,-1 0,1 0,-1 0,0 0,1 0,-1 0,1 0,-1 0,1 0,-1 0,1 0,-1 0,1 0,-1 1,1-1,-1 0,1 0,-1 0,1 1,0-1,-1 0,1 1,-1-1,1 0,0 1,-1-1,1 1,0-1,-1 1,1-1,0 1,0-1,0 1,-1-1,1 1,0-1,0 1,0-1,0 1,0-1,0 1,0-1,0 1,0-1,0 1,0 0,-3 5,1 0,0 0,0 1,0-1,1 0,-1 1,2 0,-1-1,1 1,0-1,0 1,1 0,0-1,0 1,0-1,1 1,0-1,0 0,1 0,0 0,0 0,0 0,1 0,0-1,0 0,0 0,1 0,-1 0,1-1,0 1,1-1,-1-1,1 1,5 2,8 1,-1-1,1-1,1 0,-1-1,1-2,-1 0,1-1,0-1,0 0,-1-2,1 0,0-1,-1-2,0 1,0-2,0-1,-1 0,0-1,0-1,2-3,-15 10,1-1,-1 1,0-1,0 0,0-1,-1 1,1-1,-1 0,0 0,0 0,0-1,-1 1,1-1,-1 0,0 0,0 0,-1 0,0-1,0 1,0-1,0 1,-1-1,0 0,0 1,-1-1,1 0,-1 0,-1 0,1 0,-1 1,0-1,0 0,-1 1,1-1,-1 1,-1-1,1 1,-3-4,1 4,0 1,-1-1,0 1,0 0,0 1,0-1,-1 1,1 0,-1 0,0 1,0-1,0 1,0 1,0-1,0 1,-2 0,5 0,-1 1,1 0,0 0,0 0,0 0,-1 0,1 1,0-1,0 1,0 0,0 0,0 0,0 0,0 1,0-1,0 1,1-1,-1 1,0 0,1 0,0 1,-1-1,1 0,0 1,0-1,0 1,1 0,-1-1,1 1,-1 0,1 0,0 1,-1 1,1-1,0 1,0 0,0 0,0 0,1 0,0 0,0 0,0 0,1-1,0 1,0 0,0 0,0 0,1-1,0 1,0 0,0-1,0 0,1 0,0 1,0-1,0-1,0 1,0 0,1-1,0 0,-1 0,1 0,0 0,1 0,-1-1,0 0,1 0,0 0,-1-1,1 1,0-1,0 0,1 0,-1 0,-1 0,0 0,1 0,-1-1,0 1,1-1,-1 0,1 0,-1-1,0 1,1-1,-1 0,0-1,1 1,-1 0,0-1,0 0,0 0,0 0,-1-1,1 1,-1-1,1 0,-1 0,0 0,0-1,0 1,-1-1,1 1,-1-1,0 0,0 0,2-4,1-4,-4 19,-2 6,2-6,-1 0,1 0,0 0,1-1,0 1,0 0,0-1,1 1,0-1,0 0,0 0,1 0,0 0,0-1,1 0,0 0,-1 0,2 0,-1 0,0-1,1 0,0-1,0 1,0-1,0 0,2 0,15 6,0-1,0-1,0-2,1 0,0-1,23 0,24 0,-9-3</inkml:trace>
  <inkml:trace contextRef="#ctx0" brushRef="#br0" timeOffset="10656.441">67 2961,'7'26,"1"1,1-1,1-1,1 0,2 0,0-1,1-1,2 0,5 5,-6-6,5 9,52 63,-71-93,1-1,0 1,-1-1,1 1,-1-1,1 0,0 0,-1 1,1-1,0 0,-1-1,1 1,0 0,-1 0,1-1,0 1,-1-1,1 1,-1-1,1 0,-1 0,1 1,-1-1,0 0,1 0,-1-1,0 1,0 0,0 0,0 0,0-1,0 1,0-1,0 1,0-1,-1 1,1-1,0 1,-1-1,0 0,1 1,-1-1,0 1,0-1,0-1,1 1,23-53,-15 31,1 0,1 1,1 1,1 0,14-18,-26 38,-1 1,1-1,0 1,0 0,0-1,-1 1,1 0,0 0,1-1,-1 1,0 0,0 0,0 0,1 0,-1 1,0-1,1 0,-1 0,1 1,-1-1,1 1,-1-1,1 1,-1 0,1 0,-1-1,1 1,0 0,-1 0,1 1,-1-1,1 0,-1 0,1 1,0-1,-1 1,0 0,1-1,-1 1,1 0,-1 0,0-1,1 1,-1 0,1 2,43 102,-40-98,0 0,0-1,0 0,0 1,1-2,0 1,0-1,1 1,0-2,0 1,0-1,0 0,1-1,-1 1,1-2,0 1,0-1,0 0,0 0,0-1,0-1,1 1,-1-1,0 0,0-1,1 0,-1 0,0-1,0 0,0-1,0 1,-1-2,1 1,-1-1,2-1,-3 3,0-1,-1 0,1 0,-1-1,0 1,1-1,-2 0,1-1,0 1,-1-1,0 0,0 0,0 0,-1 0,0-1,0 0,0 1,0-1,-1 0,0 0,-1 0,1-1,-1 1,0 0,-1-1,1 1,-1-1,-1 1,1 0,-1-1,0 1,0 0,-1 0,0 0,0 0,-1 0,1 0,-1 0,0 1,-1-1,0 1,0-1,1 3,1 0,-1 1,1 0,-1-1,0 1,0 0,0 1,0-1,0 0,0 1,-1 0,1 0,0 0,-1 0,1 0,-1 1,1-1,-1 1,1 0,-1 0,1 0,-1 1,1-1,0 1,-1 0,1 0,-1 0,1 0,0 1,0-1,0 1,0 0,0 0,0 0,0 0,1 0,-1 1,1-1,-1 1,1 0,0 0,0-1,1 1,-1 1,0-1,1 0,0 0,-1 4,0-2,1 0,-1 0,1 1,1-1,-1 1,1-1,0 1,0-1,1 1,0-1,-1 0,2 1,-1-1,1 0,0 0,0 0,0 0,1 0,-1 0,1 0,0-1,1 0,-1 1,1-1,0-1,0 1,7 5,0 0,0 0,1-2,0 1,0-2,1 1,0-2,0 0,11 3,136 18,-83-22</inkml:trace>
  <inkml:trace contextRef="#ctx0" brushRef="#br0" timeOffset="11533.874">1671 3095,'-19'0,"0"1,0 1,1 1,-1 0,1 1,-1 2,-6 2,18-5,-1 0,0 0,1 1,0 0,0 1,0 0,1 0,-1 0,1 0,0 1,1 0,-1 1,1-1,1 1,-1 0,1 0,-3 7,6-11,0-1,0 1,0-1,0 1,1-1,-1 1,1 0,-1-1,1 1,0 0,0-1,1 1,-1 0,0-1,1 1,-1 0,1-1,0 1,0-1,0 1,0-1,1 1,-1-1,1 0,-1 0,1 0,0 0,0 0,0 0,0 0,0-1,0 1,1 0,4 2,-1-1,1 0,0 0,-1 0,1-1,0 0,1-1,-1 1,0-1,0-1,1 1,-1-1,8-1,0 1,0-2,0 0,-1 0,1-2,-1 1,0-2,0 0,0-1,-1 0,0-1,0-1,0 0,-1 0,-1-1,1-1,-1 0,-1-1,0 0,0 0,-1-1,-1 0,0-1,-1 1,0-2,-1 1,0-1,-1 0,-1 0,1-6,-3-3,-2 1,-1-1,-1 0,-1 1,0-1,-2 1,-1 0,-1 0,0 1,-2 0,0 0,-2 1,-5-9,15 27,1 1,0-1,-1 1,1 0,-1-1,1 1,-1-1,0 1,0 0,1 0,-1-1,0 1,0 0,0 0,-1 0,1 0,0 0,0 0,0 0,-1 0,1 1,0-1,-1 0,1 1,-1-1,1 1,-1 0,1-1,-1 1,1 0,-1 0,1 0,-1 0,1 0,-1 0,1 1,-1-1,1 0,-1 1,1-1,-1 1,1-1,0 1,-1 0,-4 8,1 0,1 0,-1 0,2 0,-1 1,1 0,1-1,0 1,0 0,1 0,0 2,-1 1,-2 11,2 1,0 0,2 0,0 0,2 0,1 0,1-1,3 10,-5-24,1-1,0 0,1 0,-1 0,2 0,-1-1,1 1,1-1,-1 0,1-1,1 1,-1-1,1 0,0-1,1 0,0 0,0-1,0 0,0 0,1 0,0-1,8 2,1-1,0-2,0 1,0-2,0-1,0 0,0-1,1-1,-1-1,0 0,0-1,0-1,6-3,-22 6,-1 0,1 1,-1-1,1 1,-1 0,1 0,0-1,-1 1,1 0,-1 0,1 0,0 1,-1-1,1 0,-1 1,1-1,-1 0,1 1,-1 0,1-1,-1 1,0 0,1 0,-1 0,0 0,0 0,0 0,0 0,1 0,-1 0,-1 1,1-1,0 0,0 1,0-1,-1 1,1-1,-1 1,1 0,2 3,0 0,1 0,-1 0,1 0,1 0,-1-1,0 0,1 0,0 0,0 0,0-1,0 0,1 0,0 0,-1-1,1 0,0 0,0 0,0-1,0 0,0 0,0 0,0-1,1 0,-1 0,0-1,0 1,0-1,0-1,0 1,0-1,0 0,0-1,-1 1,6-4,-7 4,1-1,-1 0,1-1,-1 1,0-1,-1 1,1-1,0 0,-1-1,0 1,0-1,-1 1,1-1,-1 0,0 0,0 0,0 0,-1 0,0 0,0 0,0-1,0 1,-1 0,0-1,0 1,-1 0,0-1,1 1,-2 0,1 0,-1-1,1 1,-1 0,-1 1,1-1,-1 0,0 1,0-1,0 1,0 0,-1 0,0 0,0 0,0 1,0 0,0 0,-1 0,0 0,1 1,-1-1,-5 0,5 2,0 1,0-1,0 1,1 1,-1-1,0 1,0 0,0 0,0 0,0 1,1 0,-1-1,1 2,-1-1,1 0,0 1,0 0,0 0,0 0,1 1,-1-1,1 1,0 0,0 0,0 0,0 0,1 0,-1 1,1-1,1 1,-1 0,0-1,1 1,0 0,0 0,1 0,-1 0,1 0,1 5,0 20</inkml:trace>
  <inkml:trace contextRef="#ctx0" brushRef="#br0" timeOffset="12066.675">2594 3282,'-59'-189,"58"188,0-1,1 1,-1-1,1 1,-1-1,1 0,0 1,-1-1,1 1,0-1,0 1,0-1,0 0,1 1,-1-1,0 1,1-1,-1 1,1-1,-1 1,1-1,0 1,-1-1,1 1,0 0,0 0,0-1,0 1,0 0,1 0,-1 0,0 0,0 0,1 0,-1 0,1 1,-1-1,0 0,1 1,-1-1,1 1,0 0,-1-1,1 1,-1 0,1 0,0 0,10 2,1 0,-1 1,0 0,0 1,0 1,-1 0,9 5,5 1,4 1,-14-6,0 0,-1 1,1 0,-1 1,-1 1,1 0,5 6,-16-11,0-1,-1 1,0 0,1 0,-1 1,-1-1,1 0,-1 1,1-1,-1 1,0-1,-1 1,1-1,-1 1,0 0,0-1,-1 1,1 0,-1-1,0 2,1 47,0-52,0 1,1 0,-1-1,1 1,-1 0,1-1,0 1,0 0,0-1,0 1,0-1,0 0,0 1,0-1,0 0,1 0,-1 0,1 0,-1 0,1 0,-1 0,1 0,-1 0,1-1,0 1,-1-1,1 1,0-1,0 0,-1 1,1-1,0 0,0 0,-1 0,1 0,0-1,64-17,-51 10,-1 0,0-1,0 0,0-1,-1-1,-1 0,0-1,0 0,-1-1,-1 0,0 0,0-3,-8 12,11-12,-5 33,-8-16,1 13,1 0,0 0,1 0,1 0,0 0,0-1,1 1,1-1,1 0,0-1,0 0,1 0,0 0,1-1,3 2,31-1,-23-18</inkml:trace>
  <inkml:trace contextRef="#ctx0" brushRef="#br0" timeOffset="12331.964">3195 2855,'0'13,"5"7,1 1</inkml:trace>
  <inkml:trace contextRef="#ctx0" brushRef="#br0" timeOffset="12608.312">3623 2520,'0'16,"0"19,0 19,3 17,2 12,3 7,2 5,0 0,0-3,-1-5,-3-9,-1-13,-3-13,-3-18,-5-18,0-13</inkml:trace>
  <inkml:trace contextRef="#ctx0" brushRef="#br0" timeOffset="12949.447">3516 3095,'47'0,"0"3,-1 1,0 2,0 3,0 1,8 5,-42-11,1 0,-1 0,0 1,0 1,-1 0,0 0,0 1,0 1,-1-1,0 2,0 0,-1 0,-1 0,1 1,-1 1,-1-1,0 1,3 6,-5-4,-4-9,-1 0,1 0,0-1,0 1,1 0,-1-1,1 1,0 0,0-1,0 0,0 1,1-1,-1 0,1 0,0 0,0-1,0 1,0-1,0 0,0 1,1-1,-1-1,1 1,-1 0,1-1,0 0,0 0,0 0,0 0,0-1,-1 0,1 1,0-1,0-1,1 1,7-3,-1 0,0-1,0-1,-1 0,1 0,-1-1,0 0,0-1,-1 0,0 0,0-1,-1 0,0-1,-1 0,1 0,-2 0,1-1,-1 0,-1-1,0 1,4-11,-8 17,0 1,0-1,-1 0,1 0,-1 0,1 0,-1 1,-1-1,1 0,0 0,-1 0,0 0,0 1,0-1,0 0,0 1,-1-1,0 1,0-1,0 1,0 0,0 0,-1 0,1 0,-1 0,0 0,0 1,0-1,0 1,0 0,0 0,-1 0,1 1,-1-1,1 1,-1-1,0 1,0 1,1-1,-1 0,0 1,0 0,0 0,-3 0,-1 2,-1 0,1 0,-1 1,1 0,0 1,0 0,0 0,1 1,0-1,-1 2,2-1,-1 1,1 0,0 0,0 1,0 0,1 0,0 0,1 1,-1 0,2-1,-1 2,1-1,0 0,1 1,-1-1,2 1,-1-1,2 1,-1 1,1-4,0-1,0 0,1 1,0-1,0 0,0 0,0 0,1 0,0 0,0 0,0 0,1 0,0-1,0 1,0-1,0 0,1 0,-1 0,1 0,0-1,0 1,1-1,-1 0,1 0,-1-1,1 0,0 1,0-1,0-1,0 1,0-1,1 0,-1 0,0 0,0-1,1 0,-1 0,5-1,25-2</inkml:trace>
  <inkml:trace contextRef="#ctx0" brushRef="#br0" timeOffset="13117.997">4358 2814,'-18'-4,"-11"0,-2 6,-1 9,5 10,7 7,10 9,8 5,12 2,4-7</inkml:trace>
  <inkml:trace contextRef="#ctx0" brushRef="#br0" timeOffset="13305.277">4398 3256,'19'20,"12"12,8 2,4-2,2-7,-1-7,-2-9,-5-11,-5-12,-7-8,-5-7,-5-3,-7 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7:34.0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1 922,'44'-94,"58"-96,-39 122,-61 66,1 0,0 0,0 0,0 1,0-1,0 1,0-1,1 1,-1 0,0 0,1 1,-1-1,1 1,-1-1,0 1,1 0,-1 1,1-1,-1 0,1 1,-1 0,0 0,1 0,-1 0,1 1,7 7,-1 0,0 1,-1 0,0 0,-1 1,0 1,-1-1,0 1,0 0,-1 1,-1 0,0 0,-1 0,-1 0,0 1,0-1,0 14,-3-26,5 57,-5-56,0 0,0-1,0 1,0-1,0 1,0 0,-1-1,1 1,-1 0,1-1,-1 1,1-1,-1 1,0-1,0 0,0 1,0-1,0 0,0 1,0-1,0 0,-1 0,1 0,0 0,-1 0,1 0,-1 0,1-1,-1 1,1 0,-1-1,0 1,-2-3,0 1,1-1,-1 1,0-1,0 0,1-1,-1 1,1 0,0-1,0 0,0 0,0 0,0 0,1 0,-1-1,1 1,0-1,0 0,0 1,1-1,-1 0,1 0,0 0,0 0,0 0,0-1,1 1,-2-2,-1-1,2 1,-1-1,1 1,0-1,0 1,1-1,0 0,0 0,0 1,1-1,0 0,0 1,1-1,0 1,0 0,1-1,-1 1,1 0,1 0,-1 1,1-1,0 1,0-1,3-1,184-148,-175 142,0-1,-2 0,1-1,-2-1,0 0,-1-1,-1 0,0-1,-1 0,-1-1,-1 0,-1 0,0-1,-1 0,-2 0,0-1,-1 1,-1-1,0-12,-2 27,0 1,-1 0,1-1,-1 1,0 0,-1 0,1 0,-1 0,0 0,0 0,-1 0,1 0,-1 1,0 0,0-1,-1 1,1 0,-1 0,0 1,0-1,0 1,-1-1,3 4,0-1,1 1,-1-1,1 1,-1 0,0 0,1 0,-1 0,0 0,1 0,-1 0,1 1,-1-1,0 1,1-1,-1 1,1-1,-1 1,1 0,0 0,-1 0,1 0,0 0,-1 0,1 0,0 0,0 0,0 0,0 1,0-1,0 0,0 1,1-1,-1 1,-23 55,15-9,1 0,3 0,1 0,3 0,2 1,6 41,-6-59,1 0,2 0,1-1,1 1,2-1,0-1,3 0,0 0,2-1,0 0,11 13,-21-36,1-1,0 1,-1-1,2 0,-1 0,0 0,1 0,0-1,-1 0,1 0,1 0,-1-1,0 0,1 0,-1 0,1 0,-1-1,1 0,1 0,20-3</inkml:trace>
  <inkml:trace contextRef="#ctx0" brushRef="#br0" timeOffset="229.721">189 306,'27'9,"27"3,30-2,25-6,19-6,13-1,6-2,-5 1,-13 5,-28 3</inkml:trace>
  <inkml:trace contextRef="#ctx0" brushRef="#br0" timeOffset="1032.26">1365 548,'-9'0,"-16"-2,1 2,-1 1,0 0,1 2,-1 1,1 1,0 1,1 1,-14 7,32-12,1 0,0 0,0 0,0 1,0 0,0 0,0 0,1 0,0 1,-1-1,1 1,0 0,1 0,-1 0,1 0,0 0,0 1,0-1,1 1,-1-1,1 1,0 0,0-1,1 1,-1 0,1 0,0-1,1 1,-1 0,1 0,0-1,0 1,0 0,1-1,-1 1,1-1,0 0,1 0,1 3,2-2,1 1,0-1,0-1,1 0,0 0,-1 0,1-1,0 0,1 0,-1-1,0 0,1-1,-1 0,1 0,-1-1,1 0,0 0,-1-1,1 0,-1-1,1 0,-1 0,0-1,0 0,0 0,0-1,-1 0,1 0,-1-1,0 1,0-2,-1 1,1-1,-1 0,-1-1,3-2,0-2,-1 1,0-1,-1 0,0-1,-1 1,0-1,-1 0,0-1,-1 1,0-1,-1 1,0-6,0 35,1 0,0-1,2 1,0-1,1 0,0-1,2 1,1 2,-6-13,0 0,0 0,0-1,0 1,1-1,-1 0,1 0,0 0,1 0,-1-1,1 0,-1 0,1 0,0 0,0-1,0 0,0 0,1 0,-1 0,1-1,-1 0,1 0,-1-1,1 0,-1 0,1 0,-1 0,1-1,-1 0,1 0,-1 0,1-1,-1 0,5-2,-3-1,0 0,0 0,-1-1,0 0,0 0,0 0,-1-1,0 0,0 0,-1 0,0-1,0 0,0 1,-1-1,-1-1,1 1,0-7,13-145,-16 159,0-5,-1 5,1-1,-1 1,1-1,0 1,0-1,-1 1,1-1,0 1,0-1,1 1,-1-1,0 1,0-1,1 1,-1-1,1 1,-1-1,1 1,-1 0,1-1,0 1,0 0,0 0,0 0,0-1,0 1,0 0,0 0,0 0,0 1,1-1,-1 0,0 0,1 1,-1-1,1 0,-1 1,0 0,1-1,0 1,112 37,-82-23,-25-11,0-1,0-1,0 2,0-1,-1 1,1 0,-1 0,0 1,0 0,0 0,0 0,0 1,-1 0,0 0,0 0,-1 1,1-1,-1 1,0 0,-1 1,1-1,-1 0,2 8,-4 59,6 18,-5-88,0 0,1 0,0 0,0 0,-1-1,1 1,1-1,-1 0,0 0,1 0,-1 0,1-1,-1 0,1 1,0-1,-1 0,1-1,0 1,0-1,0 1,-1-1,1 0,0-1,0 1,0-1,0 0,-1 0,1 0,0 0,-1 0,1-1,-1 0,4-1,4-3,0 0,0 0,-1-1,0 0,0-1,-1 0,0-1,0 0,-1 0,0-1,0 0,-1 0,-1-1,1 1,-2-2,0 1,0-1,-1 1,0-1,-1 0,-1-1,2-11,-11-39,7 61,-1 0,1 0,-1 1,0-1,1 0,-1 0,0 1,0-1,0 0,0 1,0-1,-1 1,1 0,0-1,-1 1,1 0,-1 0,1 0,-1 0,1 0,-1 0,0 0,0 0,1 1,-1-1,0 1,0-1,0 1,0 0,0 0,-1 0,-1 1,1 1,-1 0,1 0,0 0,0 1,0-1,0 1,0 0,0 0,1 0,-1 0,1 0,0 0,0 1,0-1,1 1,-1 0,1-1,0 1,-1 0,2 0,-1 0,0 0,1 0,0-1,0 1,0 1,0 2,0 0,0 0,0 0,1 0,0 0,1-1,0 1,0 0,0-1,0 1,1-1,0 0,1 0,-1 0,1 0,1-1,-1 1,1-1,-1 0,1-1,1 1,-1-1,1 0,-1 0,1-1,1 1,-1-1,1 0,17 7,0-2,1 0,0-2,1 0,17 1,48 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03.7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4398 845,'-55'-55,"35"29,-105-148,93 125,-1 1,-2 2,-25-23,30 44,0 1,-2 2,0 1,-2 2,0 0,-1 3,-1 1,-17-4,-61-29,31 17,-1 4,-1 3,-1 4,-1 4,-69-3,53 10,-1 5,-64 8,159-4,-268 13,122-3,1 6,-41 14,-303 66,196-22,209-41,1 5,1 4,-9 10,77-40,-8 2,1 2,0 1,1 1,1 1,1 2,0 1,-21 23,-8 23,4 3,2 2,3 2,4 3,18-27,3 2,2 0,2 1,-9 53,16-65,0-7,2 0,2 0,1 0,2 1,1 0,1 0,3 0,3 27,2-45,0 0,1 0,1-1,1 1,0-2,1 0,1 0,1 0,0-2,1 1,0-2,8 7,10 13,-18-22,0-1,0 0,1 0,0-2,1 1,0-2,0 0,1-1,0-1,2 1,69 29,-54-19,0-2,1-1,0-1,1-2,0-2,1-1,3-1,175 31,-171-31,0-1,0-2,0-2,18-3,99 4,50 20,168-22,-221 14,649-14,-491 13,-271-12,55 0,0-4,0-4,22-8,-57 4,43-8,97-30,-171 38,0-1,-1-1,0-1,-1-2,0-2,-2-1,0 0,0-4,-7 7,-2-1,0-1,-1-1,-1 0,-1-1,-1-1,0-1,3-9,66-151,-79 170,-1-2,0 1,-1 0,-1-1,0 0,-1 0,0 0,-2 0,1-2,11-99,-12-117,-2 220,0-1,-1 2,-1-1,0 0,0 1,-1-1,-1 1,0 1,0-1,-1 1,-5-6,3 2,-5-5,-2 1,0 1,0 0,-2 1,-11-8,-32-30,50 44,-1 0,-1 1,0 0,0 1,-1 0,1 1,-2 1,1 0,-1 1,1 0,-11 0,-169-19,157 21,-110-7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18.8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241 985,'3'18,"0"17,2 17,2 15,3 10,0 6,-3 4,-2-2,-6 0,-8-7,-7-6,0-17</inkml:trace>
  <inkml:trace contextRef="#ctx0" brushRef="#br0" timeOffset="475.442">175 1159,'7'-9,"1"0,0 1,0 0,1 0,0 1,1 0,-1 1,1 0,0 1,1 0,0 0,-1 1,1 1,1-1,-1 2,0 0,1 0,-1 1,1 0,-1 1,1 1,-1 0,1 0,-1 1,7 2,-5-3,0 1,-1 1,1 0,0 1,-1 0,0 1,0 0,0 1,-1 0,0 1,0 1,0-1,-1 2,0-1,-1 1,0 1,0 0,-1 0,1 3,-8-10,1 0,-1 0,0 0,0 0,0 0,-1 0,1 0,-1 0,0 0,0 1,0-1,0 0,0 0,-1 0,1 1,-1-1,0 0,0 0,0 0,0 0,-1 0,1-1,-1 1,0 0,1-1,-1 1,0-1,-1 1,1-1,0 0,-2 1,-88 48,49-38,-1-2,0-2,0-2,0-1,-10-3,44-2,9-1,-1-1,1 1,0 0,0-1,-1 1,1 0,0 0,-1 0,1 0,0 0,0 0,-1 0,1 0,0 1,-1-1,1 0,0 1,0-1,0 1,-1-1,1 1,0 0,0-1,0 1,0 0,0 0,0 0,0 0,0 0,1 0,-1 0,0 0,0 0,1 0,-1 0,1 0,-1 1,1-1,0 0,-1 0,1 1,0-1,0 0,0 1,0-1,0 0,0 0,0 1,0-1,0 0,1 1,-1-1,1 0,-1 0,13 21,1-2,1 0,1-1,1 0,0-2,3 1,-1 2,0 1,0 0,2-1,0-1,1-2,0 0,2-1,0-1,1-1,0-1,1-2,0 0,1-2,15 3,2-14,-33-5</inkml:trace>
  <inkml:trace contextRef="#ctx0" brushRef="#br0" timeOffset="746.353">1 584,'18'-5,"24"-1,28 0,23 2,15 1,8 1,-2 1,-7 0,-15 1,-18 0,-22 1</inkml:trace>
  <inkml:trace contextRef="#ctx0" brushRef="#br0" timeOffset="1517.836">1484 1439,'21'3,"20"0,19-1,13 1,6-2,-2 0,-10 2,-15 5,-18 1</inkml:trace>
  <inkml:trace contextRef="#ctx0" brushRef="#br0" timeOffset="1768.461">1565 1760,'16'0,"21"0,20-2,21-4,18-4,11-4,4-1,-15 2</inkml:trace>
  <inkml:trace contextRef="#ctx0" brushRef="#br0" timeOffset="2112.19">2902 22,'-6'59,"2"1,2-1,4 16,-1-47,52 846,-20-447,-6 73,-33 401,-24-583,19-247</inkml:trace>
  <inkml:trace contextRef="#ctx0" brushRef="#br0" timeOffset="6514.549">3664 597,'-22'15,"0"1,1 2,1 0,0 1,2 1,0 0,2 2,0 0,1 1,1 0,1 1,2 0,0 1,2 1,0 0,0 6,11 55,-1-85,-1 1,1-1,0 1,-1-1,1 0,1 1,-1-1,0 0,0 0,1 0,-1 0,1 0,0 0,-1 0,1-1,0 1,0 0,0-1,1 0,-1 1,0-1,0 0,1 0,-1 0,0 0,1-1,-1 1,1-1,-1 0,1 1,-1-1,2 0,5-2,0-1,0 0,0 0,0-1,-1 0,1 0,-1-1,0 0,0 0,-1-1,0 0,0 0,0-1,-1 0,0 0,1-3,20-22,-2-2,-1 0,-2-2,-1 0,-2-1,-1-1,-3-1,-1-1,-1 0,-2-4,-7 27,-1-1,0 0,-2 0,0 0,-1 0,-1 0,0 1,-1-1,-2-2,3 12,-1 1,0 0,-1 0,0 1,0-1,0 0,-1 1,1 0,-2 0,1 0,-1 0,1 1,-2-1,1 1,-1 1,1-1,-1 1,0 0,-1 0,1 1,-1-1,0 2,-2-2,1 2,0 0,0 1,0 0,-1 0,1 1,0 0,0 0,0 1,0 0,-1 1,1-1,1 2,-1-1,0 1,0 0,1 1,0 0,0 0,0 0,0 1,1 0,-1 0,1 1,1 0,-1 0,1 0,0 1,0-1,1 1,0 0,0 1,1-1,-1 1,2 0,-1-1,1 1,0 6,-1 1,1 1,1-1,1 1,0 0,1-1,1 1,0 0,1-1,1 0,1 0,0 0,4 9,93 166,-93-175,7 11,2-1,-1 0,-1 1,-2 1,-1 0,-1 1,-1 0,-1 1,-2 0,-1 1,-1 0,2 30,-9-33,0-7</inkml:trace>
  <inkml:trace contextRef="#ctx0" brushRef="#br0" timeOffset="6807.035">4025 1079,'-5'15,"-3"13,-1 11,1 4,3 3,1 0,2-3,1-7,1-7,0-6,0-10,1-6</inkml:trace>
  <inkml:trace contextRef="#ctx0" brushRef="#br0" timeOffset="7054.455">4025 1051,'32'11,"-7"7,-1 0,-1 1,0 2,-2 0,0 1,-2 2,0 0,-2 0,9 18,-22-38,-1 0,0 0,0 0,0 1,-1-1,0 1,0 0,0 0,0-1,-1 1,1 0,-1 1,0-1,-1 0,1 0,-1 0,0 0,-1 0,1 1,-1-1,0 0,0 0,-1 0,1 0,-1-1,0 1,-1 0,1-1,-1 1,0-1,0 0,0 0,0 0,-3 2,-13 3,0-1,0 0,0-2,-1 0,0-2,0 0,0-1,0-1,-1-1,1-1,-1 0,-19-4,-5 1</inkml:trace>
  <inkml:trace contextRef="#ctx0" brushRef="#br0" timeOffset="10655.573">3877 2723,'-17'7,"-1"2,1 0,1 1,0 0,0 1,1 1,1 1,0 0,0 1,1 0,1 1,1 0,-2 5,-6 4,1 1,1 1,1 1,2 1,1 0,0 0,3 1,-6 24,15-51,0 0,0 0,1 0,-1 0,1 0,-1-1,1 1,0 0,0 0,0 0,0 0,0 0,0 0,0 0,1 0,-1 0,1 0,0 0,-1 0,1 0,0 0,0-1,0 1,0 0,0-1,1 1,-1-1,0 1,1-1,-1 0,1 1,0-1,-1 0,1 0,0 0,0 0,0 0,3-1,0-1,1 1,-1-1,0 0,0 0,0-1,0 1,0-1,0 0,0-1,-1 1,1-1,0-1,23-14,-2-1,0-2,-1-1,-2 0,0-2,-1-1,-2 0,0-2,-2 0,-1-1,-1-1,-1-1,-2 0,-1-1,5-22,-8 26,-2 0,-1 0,-1 0,-1-1,-2 0,0 0,-2 0,-1 0,-2 1,0-1,-2 0,-8-26,10 46,0 0,-1 0,0 0,0 1,-1-1,0 1,0 0,-1 1,0-1,-1 1,6 4,-1 0,0 0,0 1,-1-1,1 1,0-1,-1 1,1 0,0 0,-1 0,1 0,-1 1,1-1,-1 1,0-1,1 1,-1 0,0 0,1 0,-1 0,0 1,1-1,-1 1,1 0,-1-1,1 1,-1 0,1 0,0 1,-1-1,1 0,0 1,0 0,-1 0,-4 7,0 0,0 1,1 0,0 0,1 0,0 1,1 0,0 0,1 0,0 1,0-1,2 0,-1 1,1 0,1-1,0 1,1 0,0-1,1 1,0 0,2 4,8 32,2-1,2 0,3-1,1-1,8 11,30 68,-41-86,-1 0,-3 1,-1 1,-1 0,-3 1,-1-1,-2 2,-2-1,-4-31</inkml:trace>
  <inkml:trace contextRef="#ctx0" brushRef="#br0" timeOffset="15376.771">4853 9,'-2'43,"39"171,15 144,-12 51,4-25,46 154,-74-459,-4 0,-2 0,-5 1,-3 0,-3 1,-10 61,1-72,-7 28,5 1,4 0,5 1,5 18,21 153,-10-111,-14-74,-1-135,-1 15</inkml:trace>
  <inkml:trace contextRef="#ctx0" brushRef="#br0" timeOffset="16075.128">3370 2014,'-2'-2,"3"-1,7 0,13 0,16 2,21 0,22-2,21-3,16-2,9 0,0-1,-6 1,-16 5,-23 4,-24 2</inkml:trace>
  <inkml:trace contextRef="#ctx0" brushRef="#br0" timeOffset="16950.432">3370 9,'-2'-3,"1"0,6 0,10 3,17 4,19 1,21 2,21 0,18-2,12-1,-1-1,-19-1,-38-4,-30-1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37.1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1421,'25'0,"24"-2,20-3,16-4,10 1,2 1,-4 2,-11 4,-15 5,-19 5,-17 3</inkml:trace>
  <inkml:trace contextRef="#ctx0" brushRef="#br0" timeOffset="362.559">82 1728,'40'14,"21"-7,1-2,57-4,-93-1,923-13,-965 13,-1 0</inkml:trace>
  <inkml:trace contextRef="#ctx0" brushRef="#br0" timeOffset="943.106">549 1274,'68'15,"0"-3,0-3,0-3,25-3,-65-2,831 8,-674-11,-130 5,-68 3,-8-4,-2 0</inkml:trace>
  <inkml:trace contextRef="#ctx0" brushRef="#br0" timeOffset="1528.591">161 58,'0'18,"0"18,0 13,0 13,3 6,0 4,-1 1,1-6,-2-4,-2-9,-1-12,-1-12</inkml:trace>
  <inkml:trace contextRef="#ctx0" brushRef="#br0" timeOffset="2154.389">148 124,'2'0,"0"0,0 0,1 1,-1-1,0 0,0 1,0-1,0 1,0 0,0-1,0 1,-1 0,1 0,0 0,0 1,-1-1,1 0,0 1,-1-1,1 1,1 1,22 19,-1 1,-1 1,-1 1,-1 1,-1 1,-2 1,0 0,-2 2,-2 0,10 25,14 75,-37-122,0 0,0 0,0 0,-1 0,0 1,-1-1,0 0,0 0,-1 0,0 0,0 0,-1 0,0-1,0 1,-1 1,0-4,0 0,0 0,-1-1,0 1,1-1,-2 0,1 0,0-1,-1 1,1-1,-1 0,0-1,0 1,0-1,0-1,-1 1,1-1,0 0,-1 0,1-1,-6 0,-1 0,0 0,-1-2,1 1,0-2,0 1,1-2,-1 0,1 0,-1-1,-1-2,6 4,1-1,0 0,0 0,1 0,-1-1,1 0,0 0,0-1,0 0,1 0,0 0,0 0,1-1,0 0,0 0,0 0,0-4,5 9,0-1,0 1,0 0,1 0,-1 0,1 0,-1 0,1 1,0-1,0 0,0 1,0-1,0 1,0 0,0 0,0 0,0 0,1 0,-1 0,0 0,1 1,-1-1,1 1,-1 0,1 0,-1 0,1 0,-1 0,0 0,1 1,-1-1,3 1,1-1,166 1,-123 2,0-2,-1-2,1-3,0-1,-1-3,15-5,-57 12,0 0,0-1,0 1,0-1,0-1,-1 1,1-1,-1 0,1 0,-1-1,0 1,0-1,-1-1,1 1,-1 0,0-1,0 0,-1 0,1 0,-1 0,0-1,0 0,1-5,-4 9,-1 0,0 0,0-1,0 1,0 0,0 0,-1 0,1 0,-1 0,1 0,-1 0,0 1,1-1,-1 0,0 1,0-1,0 1,0 0,-1 0,1 0,0 0,0 0,-1 0,1 1,0-1,-1 1,1 0,-1-1,1 1,-1 0,1 0,0 1,-1-1,1 0,-1 1,1 0,0-1,-1 1,-1 1,-2 1,0-1,1 1,-1 0,1 1,-1 0,1-1,0 2,0-1,1 0,-1 1,1 0,0 0,1 0,-1 1,1-1,0 1,0 0,1 0,-1 0,1 0,1 0,-1 0,1 1,0-1,1 1,-1-1,1 0,1 1,-1-1,1 1,0-1,0 0,1 1,0-1,0 0,0 0,1 0,2 3,4 0,-1 0,2-1,-1 0,2 0,-1-1,0-1,1 1,1-2,-1 1,1-2,-1 0,1 0,1-1,-1 0,0-1,1 0,-1-1,8-1,26 3</inkml:trace>
  <inkml:trace contextRef="#ctx0" brushRef="#br0" timeOffset="3119.603">1057 325,'-4'52,"2"0,2 1,3-1,5 26,-1-5,3-298,-2-120,-5 323,-3 22,1 0,-1 0,0 0,0-1,1 1,-1 0,0 0,1 0,-1 0,0 0,0 0,1 0,-1 0,0 0,1 0,-1 0,0 0,1 0,-1 0,0 0,1 0,-1 0,0 0,0 1,1-1,-1 0,0 0,0 0,1 0,-1 1,0-1,0 0,1 0,-1 0,0 1,0-1,0 0,1 0,-1 1,0-1,0 0,0 1,0-1,0 0,0 1,0-1,0 0,0 0,0 1,0-1,0 0,0 1,0-1,0 0,0 1,0-1,0 0,0 0,0 1,0-1,0 0,-1 1,1-1,0 0,15 58,33 89,-46-144,-1 1,1-1,-1 0,1 0,0 0,0 0,1 0,-1 0,0-1,1 1,0-1,0 1,-1-1,1 0,1 0,-1-1,0 1,0-1,1 1,-1-1,0 0,1 0,-1 0,1-1,0 1,-1-1,1 0,-1 0,1 0,0-1,-1 1,1-1,-1 0,1 0,-1 0,0 0,1-1,-1 1,0-1,0 0,0 0,3-2,8-11,-1 0,0-1,-2 0,1-1,-2-1,-1 0,0 0,-1-1,-1 1,0-2,-2 1,0-1,1-17,-4 27,0 6,-1 0,0 0,0 0,-1-1,1 1,-1 0,0-1,0 1,0 0,-1 0,1-1,-1 1,0 0,-1-3,1 7,1 0,-1 0,1-1,-1 1,1 0,-1 0,0 0,1 0,-1 0,1 0,-1 0,0 0,1 0,-1 0,1 1,-1-1,1 0,-1 0,1 0,-1 1,1-1,-1 0,1 1,-1-1,1 0,-1 1,1-1,-1 1,1-1,0 0,-1 1,1-1,0 1,-1-1,1 1,0 0,0-1,0 1,-1-1,1 1,0-1,0 1,0 0,0-1,-11 24,0 1,2 1,1 0,1 0,2 1,0 0,2-1,-1 24,1-12,1 1,1 0,3-1,1 2,-2-26,2 0,-1 0,2 0,0-1,0 1,1-1,1 0,0 0,1-1,0 0,1 0,7 7,-12-15,0 0,0 0,1-1,-1 0,1 1,0-1,0 0,0-1,1 1,-1-1,1 0,-1 0,1 0,0-1,0 1,-1-1,1 0,0-1,0 1,0-1,0 0,0 0,0-1,0 1,0-1,0 0,0 0,0-1,-1 0,1 1,-1-2,1 1,-1 0,3-3,-2 1,-1-1,1 0,-1-1,0 1,0-1,-1 1,0-1,0-1,0 1,0 0,-1 0,0-1,-1 0,0 1,0-1,0 0,0 0,-2 14,1 0,0 0,1 1,0-1,0 0,0 0,1 0,0 0,1 0,-1 0,1-1,2 3,-1-2,1 0,0-1,1 0,-1 0,1 0,0 0,1-1,-1 0,1-1,0 1,0-1,1-1,4 3,-9-5,0 0,0 0,0 0,0 0,0-1,0 1,0-1,0 1,0-1,1 0,-1-1,0 1,0 0,0-1,0 0,0 0,0 0,0 0,0 0,-1 0,1-1,0 1,-1-1,1 0,-1 0,1 0,-1 0,0 0,0-1,0 1,0-1,0 1,-1-1,1 0,-1 1,1-4,1 1,0-1,-1 1,1-1,-2 0,1 0,0 0,-1 0,0 0,-1-1,1 1,-1 0,-1 0,1 0,-1 0,0-1,0 1,-1 0,1 0,-1 1,-1-1,1 0,-1 1,0-1,0 1,-1 0,1 0,-1 0,-1 0,1 1,0 0,-1 0,0 0,0 0,0 1,0 0,-1 0,0 0,-3-1,6 4,0-1,0 1,0 0,0 0,0 1,0-1,0 1,0-1,0 1,0 0,0 0,1 0,-1 1,0-1,1 0,-1 1,0 0,1 0,0 0,0 0,-1 0,1 0,0 0,1 1,-1-1,0 1,1-1,-1 1,1 0,0 0,-1 2,-6 19</inkml:trace>
  <inkml:trace contextRef="#ctx0" brushRef="#br0" timeOffset="3491.147">1992 552,'-5'-182,"6"182,-1 1,0-1,1 0,-1 1,1-1,-1 0,0 0,1 0,-1 1,1-1,-1 0,1 0,-1 0,1 0,-1 0,1 0,-1 0,1 0,-1 0,1 0,-1 0,1 0,-1 0,1 0,-1 0,1 0,-1-1,1 1,-1 0,0 0,1-1,-1 1,1 0,-1-1,0 1,1 0,-1-1,0 1,1 0,-1-1,0 1,0-1,1 1,-1-1,0 1,0 0,0-1,1 1,-1-1,0 1,0-1,0 1,0-1,0 1,0-1,0 0,134 91,-131-86,0 0,1 1,-2-1,1 1,0 0,-1 0,0 0,0 0,-1 0,1 1,-1-1,0 0,-1 1,1-1,-1 1,0-1,0 1,-1-1,0 0,0 2,0 0,0 0,1 0,0 0,0 0,1 0,0 0,0 0,1 0,0 0,0 0,1 1,1-2,1-1,0 1,1-1,-1 0,1-1,0 1,0-1,0 0,1-1,0 0,-1 0,1 0,0 0,0-1,1-1,-1 1,0-1,1 0,-1-1,2 1,28 3</inkml:trace>
  <inkml:trace contextRef="#ctx0" brushRef="#br0" timeOffset="4823.472">2661 552,'-1'-5,"-1"0,0-1,0 1,-1 1,1-1,-1 0,0 1,0-1,-1 1,0 0,1 0,-1 0,0 1,-1-1,1 1,-1 0,1 0,-1 1,0-1,0 1,0 0,-1 0,1 1,0 0,0 0,-1 0,1 0,-1 1,1 0,-1 0,1 0,-1 1,1 0,0 0,-1 0,1 1,0 0,0 0,0 0,-3 2,4-1,-1 1,0 0,1 0,-1 1,1-1,1 1,-1 0,0 0,1 0,0 0,-2 6,4-9,1 0,-1 0,0 0,0 0,1 0,-1 0,1 0,0 0,0 0,0 0,0 0,0 0,0 1,0-1,1 0,-1 0,1 0,-1 0,1 0,0 0,0 0,0 0,0-1,0 1,1 0,-1 0,0-1,1 1,-1-1,1 1,-1-1,1 0,0 0,2 2,3 0,0 0,0 0,1-1,0 0,-1 0,1 0,0-1,0-1,0 1,0-1,0 0,0-1,0 0,-1 0,1-1,0 0,-1 0,1-1,-1 0,1 0,-1-1,0 0,-1 0,1 0,-1-1,0 0,0-1,0 1,-1-1,0 0,0 0,0-1,-1 1,0-1,1-2,3-48,-8 57,-1-1,1 1,-1-1,1 1,0-1,-1 1,1 0,-1-1,1 1,-1 0,1-1,-1 1,0 0,1-1,-1 1,1 0,-1 0,0 0,1 0,-1 0,1 0,-1 0,0 0,1 0,-1 0,1 0,-1 0,0 0,1 0,-1 0,1 1,-1-1,1 0,-1 0,0 1,1-1,-1 0,1 1,-1-1,1 1,0-1,-1 0,1 1,-1-1,1 1,0-1,-1 1,1 0,0-1,0 1,-1-1,1 1,0-1,0 1,0 0,0-1,0 1,-7 16,0 0,2 1,0-1,1 1,0 0,2 0,0 0,1 8,0-18,-9 426,-11-299,20-130,-1-1,1 1,-1 0,0-1,0 1,-1-1,1 0,-1 0,0 0,0 0,-1 0,1-1,-1 1,0-1,0 0,0 0,0 0,0-1,0 0,-1 1,0-1,1-1,-1 1,0-1,-4 1,5-2,-1 0,0 0,1 0,-1-1,0 0,1 0,-1 0,1-1,-1 1,1-1,0 0,0 0,0-1,0 1,0-1,0 0,1 0,-1 0,1 0,0-1,-2-2,-51-85,48 74,1-1,0 0,2-1,0 1,1-1,1 0,1 0,1 0,0-18,2 32,-1 0,1 0,0 0,1 1,-1-1,1 0,0 1,0-1,0 1,1 0,-1 0,1 0,0 0,0 0,1 0,-1 1,1 0,0 0,0 0,0 0,0 0,0 1,0 0,1-1,1 1,123-26,-85 23,-8 3,-1-1,1-2,0-2,-1-1,0-1,-1-2,0-2,-1-1,29-17,-9-22,-52 51,1 0,-1 0,0 0,0 0,0 0,0 0,-1 0,1 0,-1 0,1 0,-1-1,0 1,1 0,-1 0,0-1,-1 1,1 0,0 0,-1 0,1-1,-1 1,0 0,1 0,-1 0,0 0,0 0,0 0,-1 0,1 1,0-1,-2-1,-2 0,1-1,-1 1,0 0,-1 0,1 1,0-1,-1 1,1 0,-1 1,0-1,0 1,0 1,1-1,-1 1,0 0,0 0,0 0,0 1,0 0,1 0,-1 1,0-1,1 1,-1 1,1-1,-1 1,1 0,-3 2,4-2,-1 0,1 1,-1 0,1 0,1 0,-1 0,0 1,1-1,0 1,0 0,0 0,1 0,0 0,0 1,0-1,0 1,1-1,0 1,0-1,1 1,-1 0,1-1,0 1,1 0,0-1,-1 1,2 0,-1-1,1 1,0-1,0 0,0 0,1 0,-1 0,1 0,1 0,-1 0,1-1,2 3,2-1,-1-1,1 0,-1-1,1 0,0 0,1 0,-1-1,1 0,0-1,-1 0,1 0,0-1,0 0,0-1,0 0,0 0,0-1,0 0,0-1,0 0,0 0,-1-1,1 0,-1 0,0-1,0 0,0-1,0 1,-1-2,5-3,-5-1,0 1,-1-2,0 1,-1 0,0-1,-1 0,0-1,-1 1,0 0,0-1,-2 0,1 1,-1-1,-1 0,0 0,-1 0,0 0,-2-6,3 17,0-1,0 1,1 0,-1 0,0 0,0 0,0-1,0 1,0 0,0 0,-1 0,1 0,0 0,0-1,-1 1,1 0,-1 0,1 0,-1 0,0 0,1 0,-1 0,0 0,1 1,-1-1,0 0,0 0,0 0,0 1,0-1,0 1,0-1,0 1,0-1,0 1,0-1,0 1,-1 0,1 0,0-1,0 1,0 0,0 0,0 0,-1 0,1 1,0-1,0 0,0 0,0 1,0-1,-1 0,1 1,0 0,-3 6,0 0,1 1,-1 0,2 0,-1 0,1 0,0 0,1 0,-1 1,2-1,-1 1,1-1,1 0,0 1,0-1,0 0,1 1,-1-2,1-1,0 1,0-1,0 0,1 0,0 0,0 0,0 0,1-1,0 1,0-1,0 0,1 0,-1 0,1-1,0 0,1 0,-1 0,1 0,0-1,0 0,0 0,0-1,0 0,0 0,1 0,-1-1,1 0,0 0,-1-1,1 1,-1-1,1-1,0 1,-1-1,1-1,2 0,-4 1,-1-1,1 0,-1 0,0-1,1 1,-1-1,0 0,-1 0,1 0,-1-1,1 1,-1-1,0 0,0 0,0 0,-1 0,0 0,0 0,0-1,0 1,0-1,-1 0,0 0,12-113,-17 78,-7 67,10-18,1 1,0 0,1 0,0-1,0 1,1 0,0-1,1 1,0-1,0 0,1 0,0 0,-2-4,1-1,-1 0,1 0,-1 0,1 0,0-1,1 1,-1-1,1 0,-1 0,1 0,0 0,0-1,0 1,0-1,1 0,-1 0,1-1,-1 1,1-1,0 0,-1 0,1-1,0 1,3-1,-3-1,0 1,0-1,0-1,-1 1,1 0,-1-1,1 0,-1 0,0-1,1 1,-1-1,0 0,-1 0,1 0,-1 0,1-1,-1 1,0-1,0 0,0 0,-1 0,1-1,-1 1,3-7,1 0,-2-1,1 0,-2 1,0-1,0-1,-1 1,0-7,-1 17,0-1,-1 0,1 0,-1 0,0 0,0 0,0 0,0 0,-1 1,1-1,-1 0,0 0,1 0,-1 0,-1 1,1-1,0 0,-1 1,1-1,-1 1,0 0,1-1,-1 1,-1 0,1 0,-1-1,1 4,0-1,0 1,1 0,-1 0,0-1,0 1,1 0,-1 1,1-1,-1 0,1 0,0 1,-1-1,1 1,0-1,0 1,0-1,0 1,0 0,0-1,1 1,-1 0,0 0,1 0,-1-1,1 1,0 0,0 0,0 0,-3 6,1 0,1 1,0-1,0 1,0-1,1 1,0-1,1 0,0 1,0-1,1 1,0-1,1 0,-1 0,2 0,-1-1,1 1,0-1,1 1,-1-1,1-1,1 1,-1-1,2 1,6 2,1 0,0 0,0-2,1 0,0 0,0-1,1-1,0-1,0 0,15 1,33 5</inkml:trace>
  <inkml:trace contextRef="#ctx0" brushRef="#br0" timeOffset="5880.557">1698 1327,'1051'-15,"-650"4,-361 13,-26 6,-35-1,-2-2</inkml:trace>
  <inkml:trace contextRef="#ctx0" brushRef="#br0" timeOffset="6495.186">1017 1728,'343'-19,"-274"17,1269 20,-1255-14,440 8,-432-18,-83 2,-26 2,-49 12,51-5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49.6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266 276,'-3'0,"0"1,0 0,0 0,0 0,0 0,0 0,1 1,-1-1,0 1,1-1,-1 1,1 0,0 0,0 0,-1 1,1-1,0 0,-21 23,1 2,1 0,1 1,1 1,2 1,1 0,-7 22,13-31,0 1,2 0,1 0,1 1,0 0,2 0,1 0,1 1,0 22,3-40,0 0,0-1,0 1,1 0,0-1,0 1,0-1,0 0,1 0,0 0,0 0,1 0,-1 0,1-1,0 0,0 0,1 0,-1 0,1-1,0 1,0-1,0 0,0-1,0 1,0-1,4 1,1 0,0-1,0 0,-1 0,1-1,0 0,0-1,1 0,-1 0,0-1,-1-1,1 0,0 0,0-1,-1 0,2-1,4-3,-1-1,0 0,-1-1,0 0,0-1,-1-1,0 0,-1-1,0 0,-1 0,-1-1,0-1,0 1,-1-1,-1-1,-1 0,0 0,0 0,1-10,5-23,-3 0,-1-1,-2 0,-3 0,-2-41,0 63,-1-1,-2 1,-1-1,0 1,-2 0,-2 0,0 1,-5-11,10 32,0 1,0-1,0 1,0 0,-1 0,0 0,1 0,-2 0,1 0,0 1,-1 0,1-1,-1 1,0 1,0-1,0 0,-1 1,1 0,-1 0,1 0,-1 1,1 0,-1 0,0 0,0 0,0 0,1 1,-1 0,0 0,0 1,-3 0,0 1,1 1,-1 0,0 0,1 1,0 0,0 1,0-1,1 1,-1 0,1 1,0 0,1 0,-1 0,1 0,1 1,-1 0,1 0,0 0,-2 7,-2 4,2-1,0 1,1 0,1 0,1 0,0 0,2 1,-1 7,3 3,1 0,1 0,2 0,0-1,2 0,1 0,2 0,0-1,7 10,26 45,3-1,20 20,42 75,-66-84,-37-75</inkml:trace>
  <inkml:trace contextRef="#ctx0" brushRef="#br0" timeOffset="416.729">1000 945,'0'-4,"1"0,-2 0,1 0,0 0,-1 0,0 0,0 1,0-1,0 0,-1 0,1 1,-1-1,0 1,0 0,-1-1,1 1,0 0,-1 0,0 0,0 1,0-1,0 1,0-1,0 1,-1 0,1 0,-1 1,1-1,-1 1,-2-1,0 0,0 1,0 0,0 0,0 1,0-1,0 1,0 1,0-1,0 1,0 0,0 1,1-1,-1 1,0 0,1 1,-1-1,1 1,0 0,0 0,0 1,0-1,1 1,-1 0,1 1,0-1,0 1,1-1,-2 3,-2 3,0 0,1 1,0-1,1 2,0-1,0 0,1 1,1 0,0 0,1 0,0 0,0 0,1 7,2-12,0 1,0 0,0 0,1-1,0 1,1-1,0 1,0-1,0 0,1 0,0 0,0-1,1 0,0 1,0-1,0-1,1 1,0-1,0 0,0 0,1-1,-1 0,1 0,0-1,0 1,3 0,19 6,0-1,1-2,0-1,0-1,0-1,1-2,-1-1,1-1,0-2,-1-1,0-1,22-7,18-10,-14-1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51.0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0,'44'11,"12"-1,1-3,0-2,25-2,-42-2,1251 41,85-12,-1333-31,-52 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8:44.9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227 344,'-20'16,"1"0,0 2,2 1,0 0,1 1,1 0,1 1,1 1,1 0,1 1,0 1,2-1,1 2,1-1,1 1,1 0,1 0,1 4,3-22,0-1,0 1,0 0,1-1,0 1,0-1,1 1,-1-1,2 1,-1-1,1 0,0 0,0 0,0 0,1-1,0 0,0 1,0-1,1 0,0-1,0 1,0-1,0 0,1 0,-1-1,1 0,0 0,0 0,1-1,3 2,0-2,1 0,0 0,0-1,0-1,0 0,0 0,0-1,-1-1,1 0,0 0,-1-1,1 0,-1-1,0 0,0 0,0-1,-1-1,1 0,6-6,3-2,-1-1,0-1,-2-1,0 0,-1-1,0-1,-2 0,10-18,-3-2,-2-1,-1 0,-2-1,-2-1,-1-1,-3 1,-1-2,-2 1,-2-4,-3 30,-1 0,0 0,-1 0,-1 0,-1 1,0-1,-1 0,-1 1,0-1,2 10,0 0,0 0,-1 1,0-1,0 1,0 0,-1 0,0 1,0-1,-1 1,1 0,-1 0,0 1,0 0,-1 0,1 0,-1 1,0 0,0 0,0 1,-4-2,4 3,-1 0,1 0,0 1,0 0,-1 0,1 0,0 1,-1 0,1 1,0 0,0 0,0 0,0 1,1 0,-1 0,1 1,-1-1,1 2,0-1,1 0,-1 1,1 0,0 1,0-1,1 1,-1 0,1 0,0 0,1 1,0-1,0 1,0 0,1 0,-1 3,-1 8,0-1,1 1,1 0,1 0,0 0,2 0,0 0,1 0,0 0,2 0,0-1,1 0,1 1,2 3,14 32,3-1,2-1,28 38,3-1,-24-39,-3 0,-2 2,-2 2,-1 2,-7 28,-21-68</inkml:trace>
  <inkml:trace contextRef="#ctx0" brushRef="#br0" timeOffset="696.813">855 771,'0'16,"2"16,4 15,2 13,2 7,3 3,0 2,-2-2,-2-7,-4-9,-1-9,-5-13,-4-11,-3-12,-1-7</inkml:trace>
  <inkml:trace contextRef="#ctx0" brushRef="#br0" timeOffset="990.691">909 744,'249'325,"-228"-297,-1 0,-1 1,-1 1,-2 0,-1 2,6 20,-19-49,-1 1,0-1,0 1,0-1,0 1,-1-1,1 1,-1-1,0 1,0-1,0 1,0 0,-1-1,1 1,-1-1,0 1,0-1,-1 0,1 1,-1-1,1 0,-1 0,0 0,0 0,0 0,-1 0,1-1,-1 1,1-1,-1 1,0-1,0 0,0 0,0-1,0 1,-1 0,1-1,-3 1,-16 4,0-1,0-1,-1-1,1-1,-1-1,0-1,1-1,-1-1,1-1,-1-1,-13-3</inkml:trace>
  <inkml:trace contextRef="#ctx0" brushRef="#br0" timeOffset="6816.222">1176 557,'-1'1,"1"1,0-1,0 1,0-1,0 1,1-1,-1 1,0-1,1 1,-1-1,1 1,-1-1,1 0,0 1,-1-1,1 0,0 0,0 1,0-1,0 0,0 0,0 0,0 0,1 0,-1 0,0-1,0 1,1 0,-1-1,1 1,-1-1,0 1,1-1,-1 0,1 1,-1-1,1 0,0 0,0 1,0-1,-1 0,1 1,-1-1,1 0,-1 0,1 0,-1 0,1 0,0 0,-1-1,1 1,-1 0,1-1,-1 1,1-1,-1 1,1-1,-1 0,0 0,1 0,-1 0,0 0,0 0,0 0,0 0,0 0,0 0,0-1,0 1,0 0,0-1,-1 1,1-1,0 1,-1-1,0 1,1-1,-1 1,0-1,1 1,-1-1,0 1,0-1,-1 0,1 1,0-1,0 1,-1-1,1 1,-1-2,0 2,0-1,0 0,0 0,-1 1,1-1,-1 1,1-1,-1 1,1-1,-1 1,0 0,0 0,1 0,-1 0,0 0,0 0,0 0,0 1,0-1,0 1,0 0,0-1,-1 1,1 0,0 0,0 0,0 0,0 1,0-1,0 1,0-1,0 1,0 0,0-1,0 1,0 0,0 0,1 1,-1-1,0 0,1 1,-1-1,1 0,-1 1,1 0,0-1,0 1,-1 0,-5 12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1.9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14,'52'-11,"-41"10,463 0,184 25,-634-22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2.6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1,'2'3,"-1"0,1 0,-1 0,1 0,0 0,0 0,1-1,-1 1,0-1,1 1,0-1,-1 0,1 0,0 0,0 0,0 0,0-1,1 0,-1 1,0-1,1 0,-1-1,0 1,1-1,-1 1,1-1,-1 0,1 0,-1 0,1-1,2 0,2 1,175 8,120-13,-232 2,243-5,-237 14,-67-3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3.3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0,'21'218,"74"474,-59-459,-4 15,-11 2,-10 141,-11-86,1-295,-2-6,1 0,0-1,1 1,-1 0,1-1,-1 1,1 0,0-1,0 1,1-1,-1 0,1 1,0-1,0 0,2 3,-3-6,0-1,1 1,-1 0,1 0,-1-1,0 1,1-1,-1 0,0 1,1-1,-1 0,0 0,0 1,0-1,0 0,0 0,0 0,0-1,0 1,0 0,0 0,0 0,-1-1,1 1,-1 0,1-1,-1 1,1-1,-1 1,0 0,0-1,1 1,-1-1,0 1,0-2,2-12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4.2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17,'88'-9,"-1"3,0 4,1 4,-1 4,0 4,0 3,-1 4,-1 4,-1 3,-1 5,30 16,-71-27,-1 2,-2 1,0 2,-1 2,-1 1,-2 2,-1 2,-1 1,-1 1,-2 2,-2 1,-1 1,-1 1,-2 2,-2 0,1 8,-5 9,-3 0,-2 1,-3 0,-3 1,-1 0,-4 0,-2 1,-3 16,3-37,-1 0,-2 0,-2 0,-1-1,-2 1,-1-2,-2 1,-2-1,-1-1,-2 0,-1-2,-2 1,-1-2,-21 26,-4-13,-1-3,-3-1,-1-3,-1-2,-2-2,-2-3,-1-1,-24 6,1-4,-2-4,-1-4,-1-2,0-5,-2-3,0-4,-25-3,-15 12,125-19,0 0,0-1,0 1,1 0,-1 0,0 0,0 0,0-1,0 1,0 0,0 0,0 0,0-1,0 1,-1 0,1 0,0 0,0-1,0 1,0 0,0 0,0 0,0 0,0-1,0 1,-1 0,1 0,0 0,0 0,0 0,0-1,0 1,-1 0,1 0,0 0,0 0,0 0,-1 0,1 0,0 0,0 0,0 0,-1 0,1 0,0 0,0 0,0 0,0 0,-1 0,1 0,0 0,0 0,0 0,-1 0,1 0,0 0,0 0,0 0,-1 1,15-17,-12 14,12-13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5.0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10 340,'-2'7,"0"0,0 0,1 1,0-1,0 1,0-1,1 1,0-1,1 1,0-1,0 1,0-1,1 0,0 0,1 0,-1 0,1 0,1 0,-1 0,1-1,0 0,1 0,0 0,0 0,6 7,2 0,0 0,0-1,1-1,1-1,-1 0,2 0,-1-2,11 5,-14-7,1-1,-1 0,1-1,-1-1,1 0,0 0,1-1,-1-1,0 0,1-1,-1 0,0-1,0-1,1 0,-1 0,0-2,-1 0,1 0,-1-1,0 0,0-1,0-1,-1 0,0 0,0-1,-1-1,0 1,0-2,-1 1,0-1,5-10,-8 10,-1 0,0-1,0 1,-1-1,-1 0,0-1,0 1,-1 0,-1-1,0 1,-1-1,0 0,0 1,-1-1,-1 1,0-1,0 1,-1 0,-1 0,0 0,-2-4,-4-7,-1 0,-1 1,-1 0,-1 0,-1 2,0 0,-1 1,-2 0,-12-10,23 21,0 0,-1 1,1 0,-2 0,1 0,0 1,-1 0,0 1,0 0,-1 0,1 1,-1 1,0-1,1 1,-1 1,0 0,0 0,0 1,0 1,0-1,0 1,0 1,0 0,1 1,-1-1,-8 5,6 2,1 0,1 1,-1 0,2 1,-1 0,2 0,-1 1,2 0,0 0,0 1,1 0,0 0,1 1,1-1,0 1,1 0,1 0,0 1,1-1,0 0,1 1,0-1,2 0,0 1,1 2,13 42,4-10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5.4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41,'217'1,"1087"-15,-1029 3,466-6,-597 28,-149-8,-9-2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6.4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0,'16'0,"10"0,5 0,1 0,3 0,2 0,2 0,-2 0,0 0,-4 0,-3 0,-7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8.6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419 332,'-21'1,"1"1,0 0,-1 2,1 0,1 1,-1 2,1 0,0 0,0 2,1 0,-4 4,11-5,0 1,0 0,1 0,0 1,1 0,0 1,1 0,0 1,0 0,1 0,1 0,0 1,-4 12,-1 12,1-1,1 1,2 1,0 18,2-33,2-1,1 1,0 0,2-1,0 1,2 0,1-1,0 1,2-1,0 0,2 0,0-1,1 1,2-2,1 3,-7-17,1-1,-1 0,1 0,0 0,1-1,-1 1,1-1,0-1,0 1,0-1,0 0,1 0,0-1,-1 0,1 0,0 0,0-1,0 0,-1-1,1 1,0-1,0-1,0 1,0-1,0 0,0-1,0 0,-1 0,1 0,-1-1,1 0,-1 0,4-3,16-11,0-1,-1-1,-1-2,-1 0,-1-1,-1-1,-1-1,-1-1,-1-1,-1-1,11-23,-8 12,-1-1,-2 0,-2-1,-1 0,-3-2,-1 1,-2-1,1-18,-7 35,0 1,-2-1,0 0,-2 0,-1 0,-1 0,-1 1,-1 0,-1 0,-1 0,-1 1,-1 0,-1 1,-1 0,-2 0,10 14,-1 1,1-1,-2 1,1 0,-1 0,0 1,-1 0,1 0,-1 0,0 1,-1 0,1 1,-1-1,0 1,0 1,-1 0,1 0,-1 0,1 1,-1 0,-5 0,10 3,1-1,0 1,0 0,-1 0,1 0,0 1,0-1,0 1,0-1,1 1,-1 0,0 0,1 1,-1-1,1 0,0 1,0-1,0 1,0 0,0 0,1-1,-1 1,1 1,0-1,-1 0,1 0,1 0,-1 0,1 1,-1 1,1 103,13-44,3 0,3-2,3 0,21 41,3 12,-21-50,-2 0,-4 1,-2 1,-3 0,-3 2,1 66,-12-63,-1-48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8.8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1,'-3'18,"0"13,1 10,-1 7,4 5,1 0,0 0,0-2,0-5,-1-6,0-8,-1-9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39.1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81 1,'35'45,"1"-2,2-1,2-2,38 30,99 104,-171-169,0 0,-1 0,0 1,0 0,0 0,-1 0,0 1,0-1,-1 1,0 0,0 0,0 0,-1 1,0-1,-1 1,1-1,-1 1,-1-1,0 1,0-1,0 1,-1 0,-1 5,-4-3,-1-1,0 1,-1-1,0 0,0-1,-1 0,0 0,0-1,-1 0,0 0,0-1,0-1,-1 0,-1 0,-75 35,-2-3,-49 10,115-39,-51 17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40.0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119 417,'-17'24,"1"1,2 1,0 1,2 0,1 1,1 0,0 3,6-16,1 0,0-1,1 1,0 0,1 0,1 0,1 0,0 1,0-2,2 1,0 0,1 0,0-1,6 12,-8-21,0 1,0-1,1 0,0 0,0-1,0 1,1-1,0 1,-1-1,2 0,-1 0,0-1,1 1,-1-1,1 0,0 0,0-1,0 1,1-1,-1 0,0-1,1 1,-1-1,1 0,0-1,-1 1,1-1,0 0,-1 0,1-1,0 0,-1 0,1 0,-1-1,1 1,3-3,9-7,-1-1,0-1,0 0,-1-1,-1-1,0-1,-1 0,-1 0,-1-2,0 1,-1-2,8-19,-3 10,-1-2,-1 0,-2-1,-1 0,-1-1,-2 0,-1 0,-1-1,-2 0,-2 0,-1 0,-1 0,-2 0,-1 0,-2 1,-2-7,3 27,0 0,-1 0,-1 1,0-1,0 1,-1 0,0 1,-1 0,0 0,-1 1,0 0,-1-1,5 6,1 0,-2 0,1 1,0 0,-1 0,1 0,-1 0,0 1,0 0,0 0,0 1,0-1,0 1,0 1,0-1,-1 1,1 0,0 1,0-1,-1 1,1 0,0 1,0 0,0 0,-1 1,-4 4,1 0,0 1,0 1,1 0,0 0,1 1,0 0,0 0,1 1,1 0,0 0,0 1,1 0,1 0,-1 0,2 0,0 0,1 1,0 0,0-1,2 1,0 8,0 9,1 0,2 0,1-1,1 1,2-1,0 0,2 0,2-1,0 0,2-1,1-1,1 0,1-1,1 0,2-1,0-1,1-1,10 6,262 283,-273-287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40.4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369 73,'-14'-10,"0"1,0 0,-1 2,0-1,0 2,-1 0,0 1,0 0,-3 1,12 3,0 0,0 0,0 1,0 0,0 0,0 1,0 0,0 0,1 0,-1 1,0 0,0 0,1 1,-1 0,1 0,0 0,0 1,0 0,1 0,-1 1,1 0,-3 3,1-1,1 0,0 1,0-1,1 1,0 1,0-1,1 0,0 1,1 0,0 0,0 0,1 0,0 1,1-1,0 1,0-1,1 1,0-1,1 1,0-1,0 1,1-1,1 0,-1 0,1 0,1 0,0 0,0-1,1 1,5 6,3-3,1-1,1-1,0 0,0-2,1 1,0-2,1 0,0-1,0 0,0-2,0 0,1-1,-1 0,1-2,16 0,23 4,0-3,1-2,-1-3,0-3,16-4,-14-3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29:08.47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3008 428,'0'14,"0"-17,0-1,0-1,-1 1,0-1,0 1,0-1,-1 1,1 0,-1 0,0 0,0 0,0 0,-1 0,1 0,-1 1,0-1,0 1,0 0,-1 0,1 0,-1 0,0 1,0-1,1 1,-1 0,-1 0,1 0,0 1,0 0,-1-1,-2 0,1 1,-1-1,1 1,-1 0,0 1,0-1,0 1,1 1,-1-1,0 1,0 0,1 1,-1 0,1 0,-1 0,1 1,0 0,0 0,-3 2,-3 7,0 1,1 1,0 0,1 0,1 1,0 1,1-1,1 1,0 0,1 1,1 0,0 0,2 0,0 0,0 5,-2 0,1-1,1 1,1 0,1 0,1 0,1-1,3 18,-3-34,1 0,0 1,0-1,0-1,1 1,-1 0,1-1,0 1,1-1,-1 0,1 0,0 0,0 0,0-1,0 1,0-1,1 0,0-1,-1 1,1-1,0 0,0 0,1 0,-1-1,0 0,6 1,9 1,1-1,0-1,-1-1,1-1,0 0,7-3,115-27,-124 16,-17 7</inkml:trace>
  <inkml:trace contextRef="#ctx0" brushRef="#br1" timeOffset="39681.051">7861 1137,'-1502'122,"1304"-110,-1479 16,1218-30,190 3,-224 0,-400-53,873 50,-234-30,-1 10,-252 14,411 10,1 5,0 4,0 5,2 3,-88 31,149-37,1 2,1 1,1 1,0 2,1 0,1 3,1 0,1 1,1 1,1 2,1 0,2 1,0 1,2 1,-8 20,-15 38,4 3,4 0,4 3,4 0,-2 35,-2 26,7 2,7-1,7 2,6-1,7 1,7-1,25 113,-28-212,1 0,4 0,1-1,4-1,1-1,3-1,2-1,4 2,-5-24,2-1,1 0,1-2,1-1,1-2,2-1,0-1,1-2,2 0,63 42,-34-20,1-3,3-3,0-3,3-3,46 12,404 102,-394-114,2-6,0-6,1-6,7-5,647 31,251 45,165-35,-494-29,455-15,-805-9,-97 2,794-19,-111-24,-629 35,-87 6,0-10,217-43,-223 7,-4-9,121-55,-293 99,-1-1,-1-2,-1-2,0-2,-2-1,-1-3,-1 0,-1-3,-1-1,-2-1,1-6,-5 2,-2-2,-2-1,-2-1,-2-1,-1 0,-2-2,-2 0,-2-2,5-27,-3-9,-3-1,-3-1,-5 0,-4-76,-6 105,-2 0,-2 0,-3 1,-2 1,-2 0,-2 1,-3 1,-2 1,-2 0,-2 2,-2 2,-2 0,-2 2,-2 1,-2 2,-1 2,-2 1,-12-6,-63-54,-4 6,-129-76,19 34,-6 9,-5 11,-115-32,-219-45,-472-86,837 233,-3 9,0 10,-47 7,-33 15,1 13,-2 13,-151 15,420-36</inkml:trace>
  <inkml:trace contextRef="#ctx0" brushRef="#br1" timeOffset="40799.557">5989 1,'-1'164,"-8"0,-8 10,-18 96,34-267,0 1,1 0,-1-1,1 1,0-1,0 1,0 0,1-1,-1 1,1 0,0-1,0 1,0-1,0 0,1 1,-1-1,1 0,0 0,0 0,0 0,0 0,1 0,-1 0,1-1,-1 1,1-1,0 0,0 0,0 0,0 0,2 0,5-2,0 0,-1 0,1-1,0-1,-1 1,1-2,-1 1,0-1,0-1,0 1,0-2,4-2,2 0,19-8,-15 5,0 1,1 1,0 1,1 0,-1 2,1 0,0 1,13 0,173-6,-204 10,0 0,1 0,-1 1,0-1,1 1,-1 0,0 0,0 0,0 0,0 0,0 1,0 0,0-1,0 1,-1 0,2 1,16 11,-14-12,0 1,-1-1,1 0,0 0,0-1,1 1,-1-1,0-1,0 1,1-1,-1 0,0-1,0 1,0-1,1 0,-1-1,0 0,0 0,0 0,-1 0,1-1,-1 0,1 0,-1-1,0 1,0-1,3-3,-2 2,0-1,-1 1,1-1,-1 0,-1-1,1 1,-1-1,0 0,0 0,-1 0,0-1,0 1,-1-1,0 1,0-1,0 0,-1 0,-1 0,1 0,-1 0,-1-5,0 6,-1 0,1 1,-1-1,-1 0,1 1,-1 0,0 0,0 0,-1 0,0 0,0 1,0 0,0-1,-1 2,0-1,0 0,-1 1,1 0,-1 0,0 1,0 0,0 0,0 0,0 0,-1 1,0 0,1 1,-1-1,0 1,1 1,-1-1,0 1,0 0,0 1,1 0,-1 0,0 0,0 1,1 0,-1 0,1 0,0 1,0 0,0 0,-2 2,3-1,1-1,0 1,0-1,0 1,0 0,1 1,0-1,0 1,0-1,0 1,1 0,-1 0,1 0,0 0,1 1,0-1,-1 0,2 1,-1-1,1 1,-1-1,1 1,1-1,-1 1,1-1,0 0,0 1,1-1,0 0,0 0,0 1,0-2,1 1,0 0,2 3,19 20</inkml:trace>
  <inkml:trace contextRef="#ctx0" brushRef="#br1" timeOffset="41480.365">7179 469,'-2'-4,"1"1,-1 0,1-1,-1 1,0 0,0 0,-1 1,1-1,0 0,-1 1,0-1,0 1,1 0,-1 0,-1 0,1 0,0 0,0 1,-1 0,1-1,-1 1,1 1,-1-1,1 0,-1 1,1 0,-1-1,0 1,1 1,-1-1,1 1,-1-1,1 1,-1 0,1 0,-1 1,-1 0,-1 2,1 0,0 1,0-1,0 1,0 0,1 1,-1-1,2 1,-1 0,0 0,1 0,0 0,1 1,-1-1,1 1,1 0,-1 0,1-1,0 1,1 3,0-8,0 1,1-1,-1 1,1-1,-1 1,1-1,0 0,0 1,0-1,1 0,-1 0,0 0,1 0,0 0,-1 0,1 0,0 0,0-1,0 1,0-1,0 1,0-1,0 0,1 0,-1 0,0 0,1 0,-1 0,1-1,-1 1,3-1,80 3,-65-6,-1-1,0-1,-1 0,1-2,-1 0,5-4,-9 6,-13 4,0 2,0-1,0 0,0 0,0 0,1 0,-1 1,0-1,0 0,0 1,0-1,0 1,0 0,0-1,0 1,0 0,-1-1,1 1,0 0,0 0,-1 0,1 0,0-1,-1 1,1 0,-1 0,1 1,-1-1,1 0,-1 0,0 0,0 0,1 0,-1 0,0 0,0 0,0 1,0-1,0 0,-1 0,1 0,0 0,0 0,-1 0,1 0,-1 1,1-1,-1 0,0 0,1 9,30 377,-29-377,0 0,0 1,-1-1,0 0,-1 1,0-1,-1 0,0 0,-1 0,0 0,0 0,-1-1,0 1,-1-1,0 0,0 0,-1-1,0 0,-1 0,0 0,0-1,-1 0,-2 2,3-4,1 0,-1-1,0 0,-1 0,1-1,-1 0,1 0,-1-1,0 0,0 0,0-1,0 0,0 0,0-1,0 0,0-1,0 0,0 0,-1 0,7 0,0-1,0 1,0 0,0 0,1-1,-1 1,0-1,1 1,0-1,-1 0,1 0,0 0,0 0,0 1,0-1,0-1,0 1,0 0,1 0,-1 0,1 0,-1 0,1-1,0 1,0 0,0 0,0 0,1-1,-1 1,1 0,-1 0,1 0,0 0,-1 0,2-1,36-75,13 5,4 2,14-11,47-60,62-124,-178 266,0 1,0-1,0 0,0 0,0 0,0 1,0-1,0 0,0 0,0 1,0-1,0 0,0 0,0 1,0-1,0 0,0 0,0 0,0 1,1-1,-1 0,0 0,0 0,0 1,0-1,0 0,0 0,1 0,-1 1,0-1,0 0,0 0,1 0,-1 0,0 0,0 0,0 0,1 1,-1-1,0 0,0 0,1 0,-1 0,0 0,0 0,1 0,-1 0,0 0,0 0,-4 35,3-25,-3 11,1 1,2 0,0 0,1 0,2 0,0-1,1 1,1 0,1-1,1 0,8 18,4-14,-9-19</inkml:trace>
  <inkml:trace contextRef="#ctx0" brushRef="#br1" timeOffset="41744.155">7660 134,'-14'2,"-4"8,1 7,10 9,15 7,16 5,3-4</inkml:trace>
  <inkml:trace contextRef="#ctx0" brushRef="#br1" timeOffset="42273.359">8194 548,'1'-4,"-1"-1,1 0,-1 0,-1 0,1 0,-1 0,0 0,0 0,0 1,-1-1,1 0,-1 1,0-1,0 1,-1 0,0 0,1 0,-1 0,-1 0,1 0,0 1,-1-1,0 1,0 0,0 0,0 1,0-1,-1 1,1 0,-1 0,1 0,-1 1,0 0,0 0,1 0,-5 0,2 1,1 1,0 0,0 0,-1 0,1 1,0 0,0 0,0 0,1 1,-1 0,1 0,-1 1,1-1,0 1,0 0,1 1,-1-1,1 1,0 0,0 0,1 0,-1 0,-2 6,4-7,-1 1,1-1,0 0,1 1,-1-1,1 1,0 0,0-1,0 1,1 0,-1 0,1-1,0 1,1 0,-1 0,1 0,0-1,0 1,0 0,1-1,0 1,0-1,0 0,0 1,1-1,-1 0,1 0,0-1,1 1,-1-1,2 2,10 4,0-1,1 0,0-2,0 0,0 0,1-2,-1 0,1-1,0 0,0-2,0 0,1-1,6-1,15 2,1-2,-1-3,1 0,-1-3,-1-1,1-2,-1-1,-1-2,16-9,-51 21,0 1,1-1,-1 1,0-1,0 0,0 0,0 0,0-1,0 1,0 0,0-1,0 1,-1-1,1 0,0 1,-1-1,0 0,1 0,-1 0,0 0,0 0,0 0,0 0,0-1,-1 1,1 0,-1 0,1-1,-1 1,0 0,0-1,0 1,0 0,0-1,-1 1,1 0,-1 0,1-1,-1 1,0 0,0 0,-1-2,0 0,0 0,0 0,0 0,0 0,-1 1,0-1,0 1,0 0,0-1,-1 1,1 1,-1-1,1 1,-1-1,0 1,0 0,0 0,0 1,-1-1,1 1,0 0,-1 0,1 0,0 1,-1-1,1 1,-1 0,1 1,-1-1,1 1,-1 0,1 0,0 0,0 0,-1 1,1 0,0 0,0 0,1 0,-3 2,0 1,0 1,1 0,0 0,0 0,0 1,1-1,0 1,0 0,1 1,0-1,0 0,0 1,0 7,2-12,0 0,1 0,-1 0,1 0,0 1,0-1,0 0,1 0,-1 0,1 1,0-1,0 0,0 0,0 0,0 0,0 0,1-1,0 1,-1 0,1-1,0 1,0-1,1 1,-1-1,0 0,1 0,0 0,-1 0,1-1,0 1,0-1,0 0,0 1,0-1,0 0,6 1,0 0,-1-1,1 0,0 0,0-1,0 0,0-1,-1 1,1-2,0 1,-1-1,1-1,-1 0,1 0,-1 0,1-2,-4 3,1-1,-1 0,0 0,0 0,-1-1,1 1,-1-1,0 0,0 0,0-1,0 1,-1-1,0 0,0 0,0 0,0 0,-1 0,0-1,0 1,-1-1,1 0,-1 1,0-1,0-5,-10-4,0 34,10-14,0 0,1-1,-1 1,1 0,0-1,1 1,-1-1,1 0,0 0,0 0,0 0,0 0,1-1,-1 1,1-1,0 0,0 0,0 0,1-1,-1 1,1-1,-1 0,1-1,0 1,-1-1,2 0,55 21,1-4</inkml:trace>
  <inkml:trace contextRef="#ctx0" brushRef="#br1" timeOffset="42920.259">10053 548,'-17'-10,"1"1,-1 0,-1 1,1 1,-1 1,-1 0,1 2,-1 0,0 1,0 0,0 2,0 0,0 1,-13 3,23-2,0 1,-1 0,1 1,0 0,0 1,1 0,-1 0,1 1,0 0,0 0,-3 4,8-7,0 1,0-1,0 1,1 0,-1 0,1 0,0 0,0 0,0 0,0 1,0-1,1 0,-1 1,1 0,0-1,0 1,1 0,-1-1,1 1,0 0,0 0,0 0,0-1,1 1,-1 0,1 0,0-1,0 1,2 2,-1-1,1 0,0-1,0 1,0-1,1 0,-1 0,1 0,0-1,0 1,1-1,-1 0,1 0,-1 0,1-1,0 0,0 0,0 0,0 0,1-1,2 1,5 0,1 1,-1-2,1 0,0 0,0-2,0 1,7-3,-7 1,-1-1,0 0,0-1,-1-1,1 0,-1 0,0-1,0-1,-1 0,0 0,0-1,-1-1,0 0,0 0,-1-1,0 0,-1-1,0 0,0 0,-2-1,1 1,-1-2,-1 1,0 0,2-12,-1 3,-1-1,-1 0,-1 0,-1-1,-1 1,-1-1,-1 1,-1-1,0 1,-2 0,-1 0,-4-12,8 31,1 0,-1-1,0 1,0 0,0 0,0 0,0 0,-1 0,1 0,-1 0,0 0,0 1,0-1,0 1,0-1,-1 1,1 0,-1 0,0 0,1 0,-1 0,0 1,0-1,0 1,0 0,0 0,-1 0,1 0,0 0,0 1,-1-1,1 1,0 0,-1 0,1 0,0 1,-1-1,1 1,0 0,0 0,-7 7,1 0,0 1,1 1,0-1,0 1,1 1,0-1,1 1,0 0,1 1,0-1,1 1,0 0,1 0,-1 7,-1 1,0 1,2 0,0 1,1-1,1 0,1 1,1-1,1 1,4 13,-4-24,1 1,0-1,1 0,1 0,-1 0,2-1,-1 0,2 1,-1-2,1 1,1-1,0 0,0-1,0 0,1 0,0-1,1 0,3 1,-5-2,0-1,0 0,1 0,0-1,0 0,0 0,1-1,-1-1,1 0,-1 0,1 0,0-1,0-1,-1 0,1 0,0-1,0 0,0-1,-1 0,1 0,-1-1,0 0,1-1,-1 0,-1-1,1 1,-1-2,0 1,0-1,0 0,-1-1,0 0,0 0,-1 0,0-1,5-8,-5 4,-1 0,0-1,-1 0,0 0,-1 0,0 0,-1-1,-1 1,0-1,-1 1,0-1,-1 1,-1-1,0 1,-1 0,-4-13,7 24,0 1,-1-1,1 0,0 1,-1-1,0 0,1 1,-1-1,0 1,0-1,0 1,0 0,0-1,0 1,0 0,0 0,0-1,-1 1,1 0,0 0,-1 1,1-1,-1 0,1 0,-1 1,1-1,-1 1,0-1,1 1,-1 0,0-1,1 1,-1 0,0 0,1 0,-1 0,0 1,1-1,-1 0,-1 1,0 4,0 0,-1 0,2 0,-1 0,1 1,-1-1,1 1,1-1,-1 1,1 0,0 0,1 0,-1 0,1 0,0-1,0 1,2 3,-1 4,1 0,1-1,0 1,0-1,2 0,-1 0,2 0,-1-1,1 1,1-1,0-1,1 1,0-1,1-1,0 0,0 0,1 0,1 0,41 32</inkml:trace>
  <inkml:trace contextRef="#ctx0" brushRef="#br1" timeOffset="43580.576">11042 896,'15'-16,"-1"-1,-1-1,0 0,-2-1,0 0,-1 0,0-1,-2-1,-1 0,0 0,0-7,2-14,-2-1,-1 1,-3-1,-1 0,-3-13,-5 15,7 40,-1 1,0-1,0 0,0 1,0-1,0 0,0 1,-1-1,1 0,0 1,0-1,0 1,-1-1,1 0,0 1,-1-1,1 1,0-1,-1 1,1-1,-1 1,1-1,-1 1,1-1,-1 1,1 0,-1-1,1 1,-1 0,0-1,1 1,-1 0,1 0,-1 0,0-1,1 1,-1 0,0 0,1 0,-1 0,0 0,1 0,-1 0,0 0,1 1,-1-1,1 0,-1 0,0 1,1-1,-1 0,1 0,-1 1,1-1,-3 3,1 0,0 0,0 0,0 1,0-1,1 0,-1 1,1-1,0 1,0 0,0-1,1 1,-1 0,1 0,0-1,0 1,0 0,0 0,1-1,0 1,0 0,0-1,0 1,0-1,1 1,-1-1,1 0,0 1,0-1,0 0,0 0,2 1,7 8,1-1,1 0,0-1,0-1,1 0,0 0,0-2,1 0,0 0,12 3,36 18,-60-27,0 0,0 0,0 1,0-1,-1 1,1 0,-1-1,1 1,-1 0,1 1,-1-1,0 0,0 1,0-1,-1 1,1 0,0-1,-1 1,0 0,1 0,-1 0,-1 0,1 0,0 0,-1 0,1 0,-1 0,0 1,0-1,0 0,-1 1,-50 137,51-139,-1 1,1 0,1-1,-1 1,0-1,1 1,-1-1,1 1,0-1,-1 1,1-1,0 0,1 1,-1-1,0 0,1 0,-1 0,1 0,0 0,0 0,-1-1,1 1,0 0,1-1,-1 1,0-1,0 0,0 0,1 0,-1 0,1 0,-1-1,2 1,88 4,-84-7,1 1,0-2,-1 0,1 0,-1 0,0-1,0 0,0-1,-1 1,1-1,-1-1,0 0,-1 0,1 0,-1-1,-1 0,1 0,-1 0,0-1,-1 1,0-1,0-1,-1 1,0 0,0-1,-1 1,0-1,0 0,-1 0,0 0,-1 0,0 0,0 0,-2-7,2 15,0 0,0 0,0 0,0 0,0 0,0 0,-1 0,1 0,0 0,-1 0,1 0,0 0,-1 0,1 0,-1 0,0 0,1 1,-1-1,0 0,1 0,-1 1,0-1,0 0,0 1,0-1,0 1,1-1,-1 1,0-1,0 1,0 0,0-1,0 1,0 0,-1 0,1 0,0 0,0 0,0 0,0 0,0 0,0 0,0 0,0 1,0-1,0 0,0 1,0-1,0 1,0-1,0 1,1-1,-1 1,0 0,0 0,0-1,1 1,-1 0,0 0,1 0,-1-1,1 1,-1 1,-5 7,0 0,1 0,0 1,0 0,1 0,0 0,1 1,1-1,-1 1,1-1,1 1,0 0,1 0,0 0,0-1,1 1,1 0,0 0,0-1,3 7,-2-9,0-1,0 0,0 0,1-1,0 1,0-1,1 0,0 0,0 0,0-1,1 0,0 0,0 0,0-1,1 1,23 11</inkml:trace>
  <inkml:trace contextRef="#ctx0" brushRef="#br1" timeOffset="44389.76">12138 454,'-12'-1,"0"0,0 1,0 1,-1 0,1 0,0 1,0 0,0 1,1 1,-1 0,8-3,0 1,1-1,-1 1,1 0,-1 0,1 1,0-1,0 1,0-1,0 1,0 0,1 0,-1 0,1 1,0-1,0 0,0 1,0-1,1 1,-1 0,1 0,0 0,0-1,0 1,1 0,-1 0,1 0,0 0,0 0,1 0,-1 0,1 0,4 15,1-1,0 0,2 0,0 0,1-1,1-1,0 0,1 0,6 6,10 16,-19-27,-2-3,0-1,0 1,-1 0,0 0,0 0,-1 1,0-1,0 1,-1 0,0 1,-1-1,0 0,0 1,-1-1,0 1,-1 0,0-1,-1 1,0-7,0-1,-1 1,0-1,1 1,-1-1,0 0,0 1,-1-1,1 0,0 0,-1-1,1 1,-1 0,1-1,-1 0,0 1,0-1,0 0,1-1,-1 1,0 0,0-1,0 0,0 1,0-1,0 0,0-1,0 1,0 0,0-1,0 0,0 0,0 0,0 0,0 0,1 0,-1-1,1 1,-1-1,1 0,-1 0,1 0,0 0,-1-1,3 0,0-1,0 0,0 1,1-1,-1 0,1 1,0-1,0 1,0-1,1 1,-1 0,1 0,0-1,0 1,0 0,0 1,0-1,1 0,-1 0,1 1,0 0,0-1,0 1,0 0,0 1,2-2,149-81,-125 71,0-1,0-1,-2-2,0-1,19-16,-8-12,-37 46,-1-1,1 0,0 0,-1 0,1 0,-1 0,1 0,-1 0,1 0,-1 0,0 0,1 0,-1 0,0 0,0 0,0 0,0 0,0 0,0 0,0-1,0 1,0 0,0 0,-1 0,1 0,-1 0,1 0,0 0,-1 0,1 0,-1 0,0 1,1-1,-1 0,0 0,0 0,1 1,-1-1,0 0,0 1,0-1,0 1,0-1,0 1,0-1,0 1,0 0,0-1,-1 1,-3 0,-1 0,0 1,0 0,1 0,-1 0,1 1,-1-1,1 2,0-1,-1 0,1 1,0 0,1 0,-1 0,0 1,1 0,0 0,0 0,0 0,0 1,1-1,0 1,-1 0,2 0,-1 0,-1 5,0-5,1 2,0-1,1 0,-1 1,1-1,0 1,1 0,0-1,0 1,0 0,1 0,0 0,0 0,0 0,1 0,0-1,1 1,0 0,0-1,0 1,1-1,0 1,0-1,0 0,1 0,0-1,0 1,0-1,1 0,0 0,0 0,3 2,2-2,-1 0,1 0,0-1,1 0,-1-1,1 0,0-1,-1 0,1-1,0 0,0 0,0-1,0-1,0 0,0 0,0-1,-1-1,1 0,-1 0,1-1,-1 0,0-1,0 0,-1 0,0-1,0-1,0 1,-1-1,0-1,0 0,0 0,4-8,12-19,-2-1,-2-1,-1-1,-2-1,-2 0,-2-1,-1-1,-2 0,1-14,50-281,-57 298,-8 27,-5 26,-16 48,3 0,2 1,3 1,-6 54,14-74,1 0,3 0,1 0,3 1,1-1,2 1,3-1,1 0,2 0,3 2,-9-40,0 1,0-1,1 0,0 0,0-1,1 1,0 0,0-1,0 0,1 0,0-1,0 1,4 2,-8-7,1-1,-1 0,0 0,1 1,-1-1,0 0,1 0,-1-1,0 1,1 0,-1 0,0-1,1 1,-1 0,0-1,0 0,0 1,1-1,-1 0,0 1,0-1,0 0,0 0,0 0,0 0,0 0,0 0,-1 0,1 0,0 0,-1-1,1 1,-1 0,1 0,-1-1,1 1,-1 0,0-1,0 1,0 0,1-1,-1 1,-1 0,1-1,0 1,7-29</inkml:trace>
  <inkml:trace contextRef="#ctx0" brushRef="#br1" timeOffset="44636.935">12499 308,'18'-14,"32"1,38 6,46 11,47 8,48 2,-16-3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0:06.3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3959 2380,'24'151,"-13"-105,5 24,50 239,-3 78,-35-13,-17 1,-21 104,4 218,17-248,-15-409,1-36</inkml:trace>
  <inkml:trace contextRef="#ctx0" brushRef="#br0" timeOffset="2168.372">4026 2541,'0'-2,"1"1,-1-1,1 1,0 0,-1-1,1 1,0 0,0 0,0-1,0 1,0 0,0 0,0 0,0 0,0 0,0 0,1 1,-1-1,0 0,1 1,-1-1,0 1,1-1,-1 1,1-1,-1 1,1 0,-1 0,1 0,-1 0,1 0,-1 0,1 0,-1 1,1-1,-1 0,1 1,-1-1,4 0,6-1,380-27,241 18,-369 18,166-20,489-15,-160 12,284 11,422 0,-1412 4,959 12,231 34,333 36,-467-16,-998-58,-109-7,1 1,0-1,-1 0,1 1,-1-1,0 1,0 0,1-1,-1 1,0 0,0 0,-1 0,1-1,0 1,0 0,-1 0,0 0,1 0,-1 1,0-1,0 0,0 0,0 0,0 0,0 0,-1 0,1 0,-1 0,1 0,-1 0,0 0,-1 1,0 7,-51 488,37-312,-62 532,5 177,-10-73,66-127,3-269,17-358,-3-67,1-1,-1 0,1 0,0 1,-1-1,1 0,-1 0,1 0,-1 0,1 0,0 1,-1-1,1 0,-1 0,1-1,0 1,-1 0,1 0,-1 0,1 0,0 0,-1-1,1 1,-1 0,1 0,-1-1,1 1,-1-1,1 1,-1 0,1-1,-1 1,0-1,1 1,-1-1,0 1,1-1,-1 1,0-1,1 1,-1-1,0 0,0 1,0-1,0 1,0-1,0 0,0 1,0-1,0 1,0-1,0 0,0 1,0-1,7-23,-2-3</inkml:trace>
  <inkml:trace contextRef="#ctx0" brushRef="#br0" timeOffset="4229.785">4160 5562,'15'69,"-9"4,-4 0,-2 0,-7 46,1-15,-2 23,6 0,5 0,6 0,5 0,20 69,-10-101,-23-93,1-1,-1 0,1 1,0-1,-1 0,1 0,0 0,0 0,-1 0,1-1,0 1,0 0,0-1,0 0,0 1,0-1,0 0,0 0,0 0,0 0,0 0,0-1,0 1,1-1,5 1,591 9,-197 3,915-52,-40-24,122 22,-180 27,-745 14,310-27,-383 9,76 13,92 25,-11-10,-396-9,79 13,-180-11,0 2,0 3,19 7,-39-8,-20-3,1 1,-1 1,-1 0,1 2,17 7,-26-9,-25-13,-4 0</inkml:trace>
  <inkml:trace contextRef="#ctx0" brushRef="#br0" timeOffset="5131.884">6713 5923,'-10'-3,"1"0,-1 1,0 1,0-1,0 1,0 1,-1 0,1 1,0 0,0 0,0 1,0 0,1 1,-1 0,1 0,-1 1,1 0,0 1,0 0,1 1,0 0,0 0,-3 3,-13 16,1 1,1 1,1 1,2 1,0 0,3 2,0 0,2 1,1 0,2 1,-7 33,16-58,-4 8,2-1,0 2,1-1,1 0,1 1,0-1,1 1,1 11,-1-25,1-1,-1 0,1 0,-1 1,1-1,0 0,-1 0,1 0,1 0,-1 0,0 0,0 0,1 0,-1 0,1-1,-1 1,1-1,0 1,0-1,-1 1,1-1,0 0,0 0,0 0,1 0,-1 0,0-1,0 1,0 0,1-1,-1 0,0 0,1 1,-1-1,0-1,0 1,1 0,-1 0,0-1,1 0,86-37,-59 15,-1-1,0-2,-2 0,-1-2,-2-1,0-1,-2-1,-1 0,-2-2,-1-1,10-27,-14 28,-2-1,-1-1,-2 1,-1-2,-2 1,-1-1,-2 0,-1 0,-2 0,-3-19,3 50,0 0,-1 0,1 0,-1 1,0-1,0 0,0 1,-1-1,1 0,-1 1,0 0,-1-1,1 1,-1 0,0 0,0 1,0-1,0 0,-1 1,1 0,-1 0,0 0,0 0,0 1,0-1,-1 1,1 0,0 1,-1-1,0 1,1-1,-1 1,0 1,-2-1,-4 4,1 0,-1 0,1 1,0 1,0-1,1 2,-1-1,1 1,1 1,-1 0,1 0,0 1,0-1,1 2,0-1,1 1,0 0,0 0,1 1,0 0,1 0,0 0,0 0,-1 7,-1 6,0 0,1 0,2 1,0-1,1 1,2 0,0-1,2 1,0-1,2 1,0-1,2 0,7 18,12 27,3-1,3-2,35 53,-56-100,-4-9,1 1,-1 0,-1 1,0 0,-1-1,0 2,0-1,-1 0,-1 1,0-1,0 4,-4-1</inkml:trace>
  <inkml:trace contextRef="#ctx0" brushRef="#br0" timeOffset="5542.962">6901 6418,'-112'294,"108"-277,15-25,23-47,-2-1,-3-2,-2-1,0-10,6-9,-3 22,-30 56,1 0,-1 0,0-1,1 1,-1 0,1 0,-1 0,1 0,-1 0,1 0,-1 0,1 0,-1 0,1 0,-1 0,1 1,-1-1,0 0,1 0,-1 0,1 1,-1-1,0 0,1 0,-1 1,1-1,-1 0,0 1,1-1,-1 0,0 1,0-1,1 0,-1 1,0-1,0 1,0-1,1 1,-1-1,0 1,0-1,0 0,0 1,0-1,0 1,0-1,0 1,0-1,0 1,0-1,0 1,0-1,-1 1,1-1,0 0,0 1,0-1,0 0,5 295,-3-276,0-1,1 1,0 0,2-1,0 0,1 0,1 0,1-1,0 0,9 12,-2-10</inkml:trace>
  <inkml:trace contextRef="#ctx0" brushRef="#br0" timeOffset="5791.303">6861 6578,'13'-7,"19"-4,19-5,20-5,15 0,12-2,2 2,-15 3</inkml:trace>
  <inkml:trace contextRef="#ctx0" brushRef="#br0" timeOffset="6238.782">8251 5843,'-14'1,"0"0,-1 1,1 1,0 0,1 1,-1 1,1 0,-1 0,2 2,-1-1,1 2,0 0,0 0,1 1,0 0,1 1,0 0,-8 10,0 1,1 1,0 0,2 1,1 0,0 1,2 1,1 0,1 1,1 0,1 1,1-1,-2 23,8-43,0 0,0 0,0 0,1 0,-1 0,2 0,-1 0,0 0,1 0,0 0,1 0,-1-1,1 1,1 0,-1-1,1 1,-1-1,1 0,1 0,-1 0,1 0,0-1,0 1,0-1,1 0,0 0,-1-1,1 1,0-1,2 1,1-2,0-1,0 0,1 0,-1 0,0-1,1 0,-1-1,0 1,0-2,1 1,-1-1,0-1,0 1,-1-1,1-1,3-1,7-5,0 0,0-1,-1 0,-1-2,0 0,3-4,2-8,-1-1,-1 0,-1-2,-1 0,-2 0,0-2,-3 0,0 0,-2-2,-1 1,-2-1,-1 0,-1 0,-2-1,-1 1,-1-1,-2 0,-2 1,-1-1,-1 1,4 17,-1 0,-1 0,0 0,-1 0,0 1,-1 0,-1 0,0 0,-1 0,-1 1,-3-4,9 14,1 1,-1 0,0 0,0 0,0 0,0 0,-1 0,1 1,0-1,-1 1,1-1,-1 1,1 0,-1 0,0 0,0 1,1-1,-1 0,0 1,0 0,0 0,1 0,-1 0,0 0,0 0,0 1,0-1,1 1,-1 0,0 0,1 0,-1 0,1 1,-1-1,1 0,-1 1,1 0,0 0,0 0,0 0,0 0,0 0,0 0,1 0,-1 1,1-1,-1 2,-7 15,1 0,0 1,2 0,0 0,1 0,1 1,1-1,1 1,1 0,1 0,1 10,5 55,2-1,5 0,3-1,25 73,-33-124,2-1,0-1,3 0,0 0,2-2,1 0,3 3,17 3,-22-28</inkml:trace>
  <inkml:trace contextRef="#ctx0" brushRef="#br0" timeOffset="6839.232">8665 6311,'-18'46,"4"-11,1 1,2 0,1 0,-1 14,11-30,0-20,0 0,0 0,0-1,0 1,0 0,1 0,-1 0,0-1,0 1,0 0,0 0,0 0,0-1,1 1,-1 0,0 0,0 0,0 0,0-1,1 1,-1 0,0 0,0 0,1 0,-1 0,0 0,0 0,0 0,1 0,-1 0,0 0,0 0,1 0,-1 0,0 0,0 0,0 0,1 0,-1 0,0 0,0 0,1 0,-1 0,0 0,0 0,0 1,1-1,-1 0,0 0,0 0,0 0,0 0,1 1,-1-1,0 0,0 0,0 0,0 1,0-1,0 0,0 0,0 0,1 1,7-18,0 0,0 0,-2-1,0 0,-1 0,-1-1,-1 1,1-12,-1 13,2-21,-3 17,2 1,-1-1,2 0,1 1,1 0,0 1,6-10,-12 27,0 1,0-1,-1 1,2-1,-1 1,0-1,0 1,0 0,0 0,1 0,-1 0,1 0,-1 0,1 0,-1 0,1 0,-1 1,1-1,0 0,-1 1,1 0,0-1,0 1,-1 0,1 0,0 0,0 0,-1 0,1 0,0 1,0-1,-1 1,1-1,0 1,-1-1,1 1,-1 0,1 0,-1 0,1 0,-1 0,2 1,46 59,-46-54,0 0,-1 0,0 0,0 0,-1 1,0-1,0 1,0-1,-1 0,-1 1,1-1,-1 1,0-1,-1 1,0-1,0 0,0 0,-1 0,0 0,-1 0,1-1,-1 1,0-1,-1 0,-2 3,0 10,32-17,-16-3,92 5,-98-4,1 1,-1 0,0 0,1 0,-1 1,0-1,0 1,0 0,0 0,0 0,0 0,-1 0,1 0,-1 1,1 0,-1-1,0 1,0 0,0 0,0 0,-1 0,1 0,-1 1,0-1,0 0,0 1,0 0,-1-1,0 1,0-1,0 0,0 1,-1-1,1 0,-1 1,0-1,0 0,0 0,0 0,-1 0,1 0,-1 0,0 0,0 0,0-1,0 1,0 0,-1-1,1 0,-1 0,0 0,1 0,-1 0,-1 0,-82 39,76-37,-1 0,1-1,-1 0,0-1,0 0,0-1,0 0,0 0,0-1,-2-1,-1-6,6-2</inkml:trace>
  <inkml:trace contextRef="#ctx0" brushRef="#br0" timeOffset="7425.892">9695 5589,'-60'234,"24"-107,7 3,2 17,27-142,-3 74,3-77,0 0,1 0,-1 0,1 1,-1-1,1 0,0 0,0 0,0-1,0 1,0 0,0 0,1 0,-1-1,1 1,-1-1,1 1,-1-1,1 1,0-1,0 0,-1 0,1 0,0 0,0 0,0 0,0-1,0 1,1-1,-1 1,0-1,0 0,1 0,9-1,0-1,0 0,-1 0,1-2,0 1,-1-1,0-1,0 0,0-1,-1 0,0 0,0-1,4-5,27-19,-3-2,0-2,-3-1,0-2,-3-2,-1 0,-2-2,-2-2,-2 0,-2-2,-2 0,-1-1,-3-2,1-13,-9 35,-2 0,-1 0,-1 0,-2 0,0-1,-2 0,-1 1,-1-1,-4-19,4 40,-1 0,1 0,-1 0,-1 1,1-1,-1 1,0-1,-1 1,1 0,-1 0,-1 1,1-1,-1 1,0 0,0 0,0 1,0-1,-1 1,0 0,0 1,0-1,-1 1,1 0,-1 1,1 0,-3-1,-5 1,1 1,-1 0,0 1,0 1,0 0,0 1,0 0,0 1,1 1,-1 0,1 0,0 2,0 0,1 0,0 1,0 0,0 1,1 1,0 0,1 0,0 1,1 0,-1 1,2 0,0 1,0-1,1 1,1 1,0-1,-4 12,6-7,-1 1,2 0,1 0,0 0,1 0,1 0,1 1,0-1,1 0,2 0,-1-1,2 1,0-1,5 9,10 24,3 0,2-2,3 0,7 7,83 117,-49-77,43 85,-106-168</inkml:trace>
  <inkml:trace contextRef="#ctx0" brushRef="#br0" timeOffset="7734.155">10777 6164,'-15'-8,"0"2,0 0,-1 1,0 1,0 0,-1 1,1 1,-1 0,1 2,-1-1,1 2,-7 1,14-1,-1 1,1 0,0 0,-1 1,1 0,1 1,-1 0,0 0,1 1,0 0,0 1,1-1,-1 2,1-1,0 1,1 0,0 0,0 1,0-1,1 1,-4 8,6-11,1-1,-1 1,1 1,0-1,1 0,-1 0,1 1,0-1,0 1,1-1,-1 1,1-1,0 1,1-1,-1 1,1-1,0 0,1 1,-1-1,1 0,0 0,0 0,1 0,0 0,0 0,0-1,0 1,0-1,1 0,0 0,4 3,9 2,0-1,1-1,-1-1,2 0,-1-1,0-2,1 1,0-2,0-1,0 0,0-1,-1-1,1-1,10-2,184-27,-114 11</inkml:trace>
  <inkml:trace contextRef="#ctx0" brushRef="#br0" timeOffset="8346.226">12034 5509,'-15'2,"-1"2,1 0,-1 1,1 0,1 1,-1 1,1 1,0 0,1 0,0 1,0 1,1 0,0 1,1 1,0-1,1 2,0-1,-5 10,-13 13,2 1,2 1,1 1,2 1,2 1,1 1,-8 33,21-59,1 0,1 0,1 1,0-1,1 0,1 14,0-24,0 1,1-1,0 0,0 0,0 1,1-1,-1 0,1 0,0 0,1 0,-1-1,1 1,0-1,0 1,1-1,-1 0,1 0,0-1,0 1,0-1,1 1,7 1,1-1,0 0,0 0,0-2,0 1,0-2,0 0,0 0,1-1,-1-1,0 0,0-1,1-1,-1 0,-1 0,1-1,-1-1,1 0,-1-1,16-6,-1-1,0-2,-1 0,0-2,-1-1,-2-1,1-1,-2-1,-1-1,-1-1,0 0,-2-2,-1 0,4-11,0-1,-2-1,-1-1,-2 0,-2-1,-2-1,-1 0,-3-1,-1 0,-2 0,-2-2,-2 22,0 1,-2 0,-1-1,-1 1,0 0,-2 0,0 0,-1 1,-4-7,6 19,0-1,0 1,0 1,-1-1,0 1,-1-1,0 1,0 1,0-1,-1 1,0 1,0-1,0 1,-1 0,0 0,0 1,0 1,0-1,-1 1,1 0,-1 1,0 0,-1 0,4 1,0 0,0 1,0-1,0 1,-1 0,1 1,0 0,0 0,0 0,0 1,0-1,0 1,0 1,1-1,-1 1,1 0,0 1,-1-1,1 1,1 0,-1 0,1 0,-1 1,1-1,1 1,-1 0,1 1,0-1,-3 6,2 6,0 0,2 0,0 0,1 1,0-1,2 0,0 1,1-1,0 0,2 0,0 0,1 0,0-1,4 7,133 430,-122-368,-3 2,-5 0,1 74,-13-143</inkml:trace>
  <inkml:trace contextRef="#ctx0" brushRef="#br0" timeOffset="8618.507">12582 5977,'-7'18,"-4"13,-3 10,-1 7,2 5,3-2,3-6,6-7,2-9,4-9,2-7,4-9,1-10,1-10,1-9,-2-1</inkml:trace>
  <inkml:trace contextRef="#ctx0" brushRef="#br0" timeOffset="8872.827">12623 5869,'-2'25,"10"-4,1-1,1 0,1-1,1 0,1-1,0 0,5 4,210 221,-179-172,-49-68,0 0,0 0,0 0,-1 0,1 0,-1 0,0-1,0 1,0 0,0-1,0 1,-1 0,1-1,-1 0,0 1,0-1,0 0,0 0,0 0,0 0,0 0,-1 0,1-1,-1 1,1-1,-1 0,1 0,-1 0,0 0,0 0,0 0,1-1,-1 1,0-1,0 0,0 0,0 0,0 0,-177 21,77-16</inkml:trace>
  <inkml:trace contextRef="#ctx0" brushRef="#br0" timeOffset="10058.727">4146 4145,'1'-1,"0"0,0 0,0 0,-1 0,1 0,0 1,0-1,1 0,-1 0,0 1,0-1,0 0,0 1,1-1,-1 1,0 0,0-1,1 1,-1 0,0 0,1 0,-1 0,0 0,1 0,-1 0,0 0,1 0,-1 1,0-1,0 0,1 1,-1-1,0 1,0 0,0-1,0 1,1 0,-1 0,0 0,0 0,-1 0,2 0,3 1,255 113,-245-109,0 2,0 0,-1 1,0 0,-1 1,5 5,-15-12,0 0,0 0,0 0,0 0,-1 1,1 0,-1-1,0 1,0 0,0 0,-1 0,1 0,-1 0,0 0,0 0,-1 0,1 1,-1-1,0 0,0 1,0-1,-1 0,1 0,-1 1,0-1,0 0,-1 0,-7 14,-1 0,-1-1,-1-1,0 0,-1 0,-1-1,0-1,-1 0,-1-1,0-1,-1 0,-13 6,-20 15,-2-3,-1-2,-1-3,-2-2,-1-2,30-12</inkml:trace>
  <inkml:trace contextRef="#ctx0" brushRef="#br0" timeOffset="10506.026">5203 4292,'1'-1,"1"0,-1 0,0 0,0 0,0 0,0 0,-1 0,1 0,0-1,0 1,-1 0,1-1,-1 1,1 0,-1-1,1 1,-1-1,0 1,0 0,0-1,0 1,0-1,0 1,0-1,0 1,0-1,-1 1,1 0,-1-1,1 1,-1 0,1-1,-1 1,0 0,0 0,0-1,0 1,0 0,-2-4,0 1,0 0,-1 0,1 0,-1 0,0 0,0 1,-1 0,1 0,-1 0,1 0,-1 1,0 0,0 0,0 0,0 0,-1 1,1 0,0 0,0 0,-1 1,1 0,-1 0,1 0,0 1,-1-1,1 1,0 1,0-1,0 1,0 0,0 0,0 0,0 1,0-1,1 1,-1 0,1 1,0-1,0 1,-1 1,-5 6,0 1,1 0,1 0,0 1,0 0,1 1,1-1,0 1,1 0,1 1,0-1,1 1,0 0,1 2,1-9,0 0,1 1,0-1,0 1,1-1,0 1,0-1,1 0,0 0,0 0,1 0,0 0,1 0,0 0,0-1,0 0,1 0,0 0,1-1,-1 1,1-1,0-1,1 1,-1-1,6 3,7 1,0-1,1-1,-1 0,1-2,0-1,1 0,-1-1,1-1,0-1,-1-1,1-1,0-1,-1 0,0-2,1 0,13-6,29-14,-12-2</inkml:trace>
  <inkml:trace contextRef="#ctx0" brushRef="#br0" timeOffset="10707.104">5657 4199,'0'18,"0"15,0 11,0 10,0 4,0 2,0-1,0-3,2-7,4-9,2-9,3-10,-2-9</inkml:trace>
  <inkml:trace contextRef="#ctx0" brushRef="#br0" timeOffset="11042.804">6125 4118,'-46'35,"-12"7,1 4,2 1,3 3,-5 10,0 30,56-87,0 0,0 0,0 0,0 0,0 0,1 0,-1 0,1 0,0 1,0-1,0 0,1 0,-1 0,1 0,-1 1,1-1,0 0,0 0,1 0,-1-1,0 1,1 0,0 0,0-1,0 1,0-1,0 1,0-1,1 0,-1 0,2 1,12 5,0-1,0 0,1-1,-1-1,1-1,0 0,1-1,-1-1,1-1,9 0,-3 1,108 6,134 18,-217-10,-47-10,-8-2</inkml:trace>
  <inkml:trace contextRef="#ctx0" brushRef="#br0" timeOffset="12461.748">2 4092,'0'0,"0"1,0-1,-1 0,1 1,0-1,0 1,0-1,0 0,0 1,0-1,0 1,0-1,0 0,0 1,0-1,0 1,0-1,0 0,0 1,0-1,1 1,-1-1,0 0,0 1,0-1,1 0,-1 1,0-1,0 0,1 1,-1-1,0 0,1 0,-1 1,0-1,1 0,-1 0,0 0,1 0,-1 1,1-1,-1 0,0 0,1 0,-1 0,1 0,-1 0,0 0,1 0,-1 0,1 0,-1 0,1 0,-1 0,0 0,1-1,25 8,0-2,1 0,-1-2,1-1,16-1,-20-1,325 6,185 11,205 37,-426-43,803 52,-561-21,-378-30,-32 1,-134-15,-4-1</inkml:trace>
  <inkml:trace contextRef="#ctx0" brushRef="#br0" timeOffset="13147.974">150 2781,'2'16,"3"15,1 14,1 13,0 9,-1 7,0 2,0 0,-2-7,-1-7,1-11,-1-11,0-13</inkml:trace>
  <inkml:trace contextRef="#ctx0" brushRef="#br0" timeOffset="13990.283">364 3156,'19'42,"-2"0,-2 1,-2 1,-1 0,4 42,-15-82,-1-3,-1 0,1 0,0 0,-1 1,1-1,0 0,0 0,0 1,0-1,0 0,0 0,1 1,-1-1,0 0,1 0,-1 0,0 0,1 1,0-1,-1 0,1 0,0 0,-1 0,1 0,0 0,0 0,0-1,0 1,0 0,0 0,0-1,0 1,0 0,0-1,0 1,0-1,1 0,-1 1,0-1,0 0,0 0,1 0,-1 0,0 0,0 0,1 0,-1 0,7-7,-1-1,0-1,0 1,-1-1,0 0,-1 0,0-1,0 1,2-10,-1 7,70-168,-76 181,0-1,0 0,1 0,-1 1,0-1,0 0,0 0,0 1,0-1,0 0,0 0,0 1,0-1,1 0,-1 0,0 1,0-1,0 0,0 0,1 0,-1 0,0 1,0-1,1 0,-1 0,0 0,0 0,0 0,1 0,-1 0,0 0,0 1,1-1,-1 0,0 0,1 0,-1 0,0 0,0 0,1 0,-1-1,0 1,0 0,1 0,-1 0,0 0,0 0,1 0,-1 0,0 0,0-1,0 1,1 0,-1 0,0 0,0-1,0 1,0 0,1 0,3 34,-3-26,1 14,1-1,1 1,2-1,0 0,1 0,6 12,-10-27,-1-1,1 1,0-1,1 0,-1 0,1-1,0 1,0-1,0 1,1-1,0-1,-1 1,1-1,1 0,-1 0,0 0,1 0,0-1,-1 0,1-1,0 1,0-1,0 0,0 0,0-1,2 0,-1 0,1 0,-1-1,0 0,0-1,0 0,0 0,0 0,0-1,0 0,-1 0,1-1,-1 1,0-2,0 1,-1 0,1-1,-1 0,0-1,0 1,3-6,0 0,-1-2,0 1,0-1,-2 0,1-1,-2 1,0-1,0 0,-1 0,-1-3,7-83,-5 0,-5 0,-9-68,-12-91,18 228,4 32,0-1,-1 0,1 0,0 0,0 0,-1 1,1-1,0 0,0 0,0 0,-1 0,1 0,0 0,0 0,-1 0,1 0,0 0,-1 0,1 0,0 0,0 0,-1 0,1 0,0 0,0 0,-1 0,1 0,0 0,0 0,-1 0,-4 234,2-168,3 0,3 1,3-1,3-1,2 0,3 0,3-1,6 6,-20-60,1 0,0-1,0 1,1-1,0 0,1 0,0-1,0 1,1-2,0 1,1-1,0 0,0 0,0-1,5 3,9-5,-4-7</inkml:trace>
  <inkml:trace contextRef="#ctx0" brushRef="#br0" timeOffset="14183.119">671 2875,'18'0,"22"0,25 0,21-2,17-1,9 0,-1 5,-12 10,-24 1</inkml:trace>
  <inkml:trace contextRef="#ctx0" brushRef="#br0" timeOffset="15570.604">1339 3504,'15'-53,"-2"0,-3-1,-2 0,-3-1,-2 0,-2-3,-1 55,0 1,1-1,-1 1,0 0,0-1,0 1,-1-1,1 1,0 0,-1-1,0 1,1 0,-1-1,0 1,0 0,-1 0,1 0,0 0,-1 0,0-1,-11 29,13-23,0-1,0 0,0 1,1-1,-1 0,0 1,1-1,-1 0,1 0,0 1,0-1,0 0,0 0,0 0,0 0,1 0,-1 0,1-1,-1 1,1 0,0-1,-1 1,1-1,0 0,0 1,0-1,0 0,0 0,2 0,71 16,-59-15,-11-3,0 1,0 1,0-1,0 1,0 0,0 0,0 0,0 1,0 0,-1 0,1 0,-1 0,1 1,-1 0,0 0,0 0,0 0,0 1,-1-1,1 1,-1 0,0 0,0 0,-1 1,2 7,-1 1,-1-1,0 1,-1 0,0 0,-1 0,-1 0,0 0,0 0,-1 2,1-1,1 0,0 0,1 1,0-1,2 0,0 3,-2-14,0 0,1 0,-1 0,1 0,0 0,0 0,0 0,0 0,1-1,-1 1,1-1,-1 0,1 0,0 0,0 0,0 0,0 0,0-1,0 1,1-1,-1 0,0 0,1 0,-1-1,0 1,2-1,92-3,-76 0,0-2,0 0,-1-1,1-1,-1-1,-1-1,0 0,0-2,-1 0,0-1,12-11,-26 20,-1 1,1-1,-1 0,0 0,0 0,0 0,-1-1,1 1,-1-1,0 1,0-1,0 0,0 0,-1 0,1 0,-1 0,0 0,0 0,-1-1,1 1,-1 0,0 0,0-1,0 1,-1 0,0 0,0 0,0-1,0 1,0 0,-1 0,0 0,0 1,0-1,0 0,-1 0,0 0,-1 1,0 0,0-1,0 2,0-1,0 0,-1 1,1 0,-1 0,1 0,-1 0,0 1,0 0,0 0,0 0,0 0,0 1,0 0,0 0,0 0,0 1,0 0,0 0,0 0,0 0,1 1,-1 0,0 0,1 0,-1 1,1-1,0 1,0 0,0 0,0 0,1 1,-1 0,1-1,0 1,0 0,0 1,-1 1,2-3,-1 1,1-1,-1 1,1 0,0 0,1-1,-1 1,1 1,0-1,0 0,0 0,0 0,1 1,-1-1,1 0,1 0,-1 1,0-1,1 0,0 0,0 1,0-1,0 0,1 0,0 0,0 0,0-1,0 1,0-1,1 1,0-1,0 1,-1-1,2 0,-1-1,0 1,1 0,1 0,1 0,-1 0,0-1,0 0,1 0,-1 0,1-1,0 0,-1 0,1 0,0-1,0 0,-1 0,1 0,0-1,0 0,-1 0,1 0,-1-1,1 0,-1 0,1 0,-1-1,0 1,0-1,0-1,-1 1,1-1,-1 1,0-1,0-1,0 1,0 0,-1-1,0 0,0 0,0 0,0 0,-1 0,0-1,0 1,0-1,-1 1,1-2,-3 19,-1-3,1-1,1 1,0-1,0 0,0 1,1-1,1 0,-1 1,1-1,1 0,-1 0,1 0,1-1,0 1,-1-3,0-1,0 0,1-1,-1 1,1-1,0 1,0-1,0 0,1-1,-1 1,1-1,-1 0,1 0,0 0,0-1,-1 1,1-1,0 0,1-1,-1 1,0-1,0 0,0-1,0 1,0-1,0 0,0 0,0 0,0-1,0 1,-1-1,1-1,-1 1,1-1,-1 1,0-1,0 0,0-1,0 1,-1-1,4-3,1-10,0 0,-1-1,-1 0,-1 0,0-1,-1 1,-1-1,-1 0,-1 0,0 0,-2 0,0 0,-1 0,-1-1,-7-69,10 88,1 0,-1-1,1 1,0 0,0 0,-1 0,1 0,0 0,0 0,0 0,0 0,0 1,0-1,0 0,0 0,1 1,-1-1,0 1,0-1,1 1,-1 0,0-1,0 1,1 0,-1 0,0 0,1 0,-1 0,0 0,1 0,-1 0,0 1,1-1,-1 0,0 1,0-1,1 1,-1-1,0 1,0 0,0 0,0-1,0 1,0 0,0 0,0 0,2 0,6 3,-1-1,1 1,-1 0,0 1,0 0,0 1,-1-1,0 1,0 1,0-1,-1 1,0 0,0 1,-1 0,0 0,0 0,-1 0,0 0,0 1,-1 0,0 0,-1 0,0 0,0 0,-1 1,0 0,-5 50,3 25,4-81,0 0,0 0,0-1,0 1,1-1,0 0,0 0,-1 0,2 0,-1 0,0-1,0 0,1 0,-1 0,1-1,0 1,0-1,-1 0,1 0,0-1,0 0,0 1,0-2,0 1,0 0,-1-1,6-1,2 2,0-1,0 0,0 0,0-1,-1-1,1 0,0-1,-1 0,0 0,0-1,0-1,-1 0,0 0,0-1,0 0,-1-1,0 0,-1-1,1 1,-2-2,1 1,-1-1,-1 0,0-1,0 1,-1-1,0 0,-1-1,0 1,-1-1,-1 1,0-1,0 0,-1 0,0-1,-1 7,0 0,0 1,-1-1,1 0,-1 1,0-1,-1 0,1 1,-1 0,0-1,-1 1,1 0,-1 0,0 0,0 0,-1 1,0-1,1 1,-1 0,-1 0,1 0,0 1,-1 0,-2-2,5 5,-1 1,1-1,0 1,-1-1,1 1,0 0,0 0,0 0,0 0,0 0,0 0,0 1,0-1,0 1,0-1,1 1,-1 0,1 0,-1-1,1 1,0 0,-1 0,1 0,0 1,0-1,1 0,-1 0,0 1,1-1,0 0,-1 1,1-1,0 0,0 2,-3 6,1 1,0 0,1 0,0 0,0 0,2-1,-1 1,1 0,1 0,0 0,0 0,1-1,0 1,1-1,0 0,1 0,0-1,1 1,-1-1,2 0,-1 0,2-1,-1 0,1 0,0-1,0 0,1 0,0-1,5 3,74 18,-46-20</inkml:trace>
  <inkml:trace contextRef="#ctx0" brushRef="#br0" timeOffset="17937.167">8305 3330,'0'18,"0"20,0 19,0 16,0 11,-3 5,-2-1,-1-4,-2-10,1-10,-1-14,2-16</inkml:trace>
  <inkml:trace contextRef="#ctx0" brushRef="#br0" timeOffset="18184.759">8251 3530,'-5'16,"4"17,6 11,11 8,12 2,13-2,8-8,5-8,3-8,-4-9,-7-10,-11-7</inkml:trace>
  <inkml:trace contextRef="#ctx0" brushRef="#br0" timeOffset="18451.506">8652 3316,'-4'16,"0"19,5 19,6 17,3 11,0 7,1 1,-2-6,-2-7,-2-18</inkml:trace>
  <inkml:trace contextRef="#ctx0" brushRef="#br0" timeOffset="18787.507">8839 3918,'13'-29,"-1"-1,-2 0,-1-1,-1 0,-2 0,2-24,-7 41,1 3,-1 0,0 0,-1 0,-1 0,1 0,-2 0,1 0,-2 1,0-2,-9 5,8 27,6-15,-1-1,0 0,1 0,0 0,0 0,0 0,0-1,1 1,-1 0,1-1,0 0,0 0,0 0,0 0,1 0,-1-1,1 1,0-1,0 0,0 0,0 0,0-1,95 30,-95-30,28 5,-24-6,0 1,-1 1,1-1,0 1,-1 0,1 1,-1 0,0 0,0 1,0-1,4 5,-8-4,-1 0,0 0,0 1,0-1,-1 1,0-1,0 1,0 0,0 0,-1-1,1 1,-1 0,0 0,-1 0,1-1,-1 1,0 0,0-1,-1 1,1 0,-1-1,0 0,-1 3,-5 18,7-22,-1 1,1-1,0 0,1 1,-1-1,0 1,1-1,0 1,0-1,0 1,0-1,0 1,1-1,0 1,-1-1,1 0,1 1,-1-1,0 0,1 0,0 0,-1 0,1 0,0 0,1 0,-1-1,1 1,7 3,1-1,0 0,1-1,-1-1,1 0,0 0,0-1,0-1,0 0,0 0,0-1,0-1,7-1,36-4,-5-2</inkml:trace>
  <inkml:trace contextRef="#ctx0" brushRef="#br0" timeOffset="19421.125">9949 3142,'-6'100,"5"0,4-1,9 35,-3-8,1 56,-2-138,6-64,2-33,-12 38,0-1,2 1,-1 1,2-1,0 1,0 0,1 0,9-10,-15 21,0 1,0 0,1 0,-1 0,0 0,1 0,-1 0,1 1,0-1,-1 1,1-1,0 1,0 0,0 0,0 1,0-1,0 1,0-1,0 1,0 0,0 0,0 0,0 1,0-1,0 1,0-1,0 1,0 0,0 0,0 1,-1-1,1 0,0 1,-1 0,1-1,-1 1,0 0,1 0,-1 1,0-1,0 0,1 2,1 3,0-1,0 1,0 0,-1 0,0 0,0 1,-1-1,0 1,0-1,-1 1,0 0,0 0,-1-1,0 1,-1 7,1-11,-1 1,1-1,-1 0,0 0,-1 0,1 0,0 0,-1 0,0 0,0 0,0-1,-1 1,1-1,-1 0,0 1,0-1,0 0,0-1,0 1,-1 0,1-1,-1 0,1 0,-1 0,0 0,0-1,0 1,0-1,-3 1,6-2,-1-1,0 1,0 0,1 0,-1-1,0 1,1-1,-1 1,1-1,-1 0,1 1,-1-1,1 0,-1 0,1 0,0 0,-1 0,1-1,0 1,0 0,0 0,0-1,0 1,0-1,0 1,1-1,-1 1,0-1,1 0,-1 1,1-1,0 0,-1 1,1-1,0 0,0 1,0-1,0 0,1 0,-1 1,0-1,1 0,-1 1,1-1,-1 1,1-1,0 1,0-1,0 1,0-1,0 1,0 0,0-1,8-14,1 0,0 1,1 0,1 1,0 0,1 1,0 0,1 1,0 1,1 0,0 1,1 0,9-3,38-9,-60 22,-1-1,0 1,0 0,0 0,1 0,-1 0,0 0,0 0,0 1,1-1,-1 1,0-1,0 1,0 0,0 0,0 0,0 0,0 0,0 0,-1 1,1-1,0 1,-1-1,1 1,-1-1,1 1,-1 0,1 1,28 101,-14-36,-15-63,0 1,1 0,0-1,0 0,0 1,0-1,1 0,0 0,0 0,1-1,-1 1,1-1,0 0,0 0,0 0,1 0,-1-1,1 1,0-1,0-1,0 1,5 1,5-3</inkml:trace>
  <inkml:trace contextRef="#ctx0" brushRef="#br0" timeOffset="20757.207">10310 3316,'98'26,"90"35,-179-58,-1 2,0-1,0 1,0 0,0 1,-1 0,0 0,0 0,0 1,-1 0,0 1,-1-1,1 1,-2 0,1 0,-1 1,0-1,-1 1,0 0,0 0,-1 0,1 4,0 94,-4-89,0 0,2-1,0 1,0-1,2 1,0-1,4 9,-6-22,0-1,1 0,0 1,-1-1,1 0,1 0,-1 0,0 0,1 0,-1-1,1 1,0-1,0 0,0 0,0 0,0 0,0 0,1 0,-1-1,0 0,1 0,-1 0,1 0,0 0,-1-1,1 1,0-1,-1 0,1 0,0-1,-1 1,1-1,0 0,-1 1,1-2,-1 1,1 0,-1-1,0 1,0-1,1 0,-1 0,1-2,6-6,-1 0,0-1,0 0,-1-1,-1 0,0 0,0 0,-1-1,-1 0,0 0,-1 0,-1-1,1-4,14-37,-14 56,-3 17,-1-17,-1 7,1 0,0 0,0 0,0 0,1 0,1-1,-1 1,1 0,1 0,-1-1,1 1,0-1,1 0,0 0,0 0,0-1,1 1,0-1,4 3,4-1,0-1,0 0,1-2,-1 1,1-2,1 1,-1-2,1 0,-1-1,1-1,0 0,-1 0,1-2,0 0,-1-1,1 0,0-1,-1 0,4-3,-2 2,0-2,-1 1,1-2,-2 0,1-1,9-6,-19 10,0 1,0 0,-1-1,0 0,1 0,-1-1,-1 1,1-1,-1 0,1 1,-2-2,1 1,0 0,-1 0,0-1,0 0,-1 1,1-1,-1 0,0-1,-2 2,0 1,0 0,0 0,0-1,0 1,-1 0,0 0,0 0,0 1,0-1,-1 0,1 1,-1-1,0 1,0 0,0 0,-1 0,1 0,-1 1,1-1,-1 1,0 0,0 0,0 1,0-1,0 1,0-1,-1 2,1-1,0 0,-1 1,1-1,0 1,-1 1,1-1,0 0,-1 1,1 0,0 0,-1 0,1 1,0-1,0 1,0 0,1 0,-1 1,0-1,1 1,-3 2,0 0,1 1,0-1,0 1,1 0,0 0,0 1,0-1,0 1,1 0,1 0,-1 0,1 0,0 1,-1 6,3-11,-1 1,1-1,0 1,0-1,0 1,0-1,0 1,1-1,0 0,-1 1,1-1,1 0,-1 1,0-1,1 0,-1 0,1 0,0 0,0 0,1-1,-1 1,0 0,1-1,-1 0,1 0,0 0,0 0,0 0,0 0,0-1,0 1,0-1,1 0,1 1,3-1,-1 1,1-1,0 0,0-1,-1 0,1 0,0 0,0-1,-1 0,1-1,0 0,-1 0,0-1,1 1,-1-2,0 1,0-1,-1 0,1 0,-1-1,0 0,0 0,-1 0,1-1,-1 0,1-2,14 50,-18-38,0 0,0 1,1-1,-1-1,1 1,0 0,0 0,1-1,-1 0,1 0,-1 0,1 0,0 0,0-1,0 0,0 1,1-2,-1 1,1 0,-1-1,1 0,0 0,-1 0,1-1,0 1,-1-1,1 0,0-1,0 1,-1-1,1 0,-1 0,1 0,-1-1,1 0,-1 0,0 0,1 0,-1 0,0-1,-1 0,1 0,0 0,-1 0,0-1,0 1,2-3,0-6,0 1,-1-1,-1 0,0 0,0-1,-1 1,-1-1,0 1,-1-1,0 1,-1-1,-2-9,2-34,0 55,1-1,0 1,0-1,0 1,0-1,0 1,1-1,-1 1,0 0,1-1,-1 1,1-1,-1 1,1 0,-1 0,1-1,0 1,0 0,0 0,0 0,0 0,0 0,0 0,0 0,0 0,0 0,1 0,-1 1,0-1,0 0,1 1,-1-1,0 1,1 0,-1-1,1 1,-1 0,1 0,-1 0,2 0,23-1,0 2,0 0,0 2,0 1,-1 1,2 1,-24-6,-1 0,1 0,-1 1,1-1,-1 0,0 1,1 0,-1-1,0 1,0 0,1 0,-1 0,0 1,0-1,0 0,0 1,0-1,-1 1,1 0,0 0,-1-1,1 1,-1 0,0 0,1 1,-1-1,0 0,0 0,0 0,-1 1,1-1,-1 0,1 1,-1-1,0 1,0-1,0 1,0-1,0 0,-1 3,-68 137,66-138,1 1,0 0,0 0,1 0,-1 0,1 1,1-1,-1 0,1 0,-1 1,1-1,1 0,-1 1,1-1,0 0,0 0,1 0,-1 0,1 0,0 0,1 0,-1 0,1-1,0 0,0 1,0-1,1 0,-1 0,1 0,0-1,0 0,0 1,1-1,4 2,0 0,0-1,0 0,0-1,1 1,0-2,0 1,-1-1,1-1,0 0,1 0,-1-1,0-1,0 1,2-2,17-12,-22 5</inkml:trace>
  <inkml:trace contextRef="#ctx0" brushRef="#br0" timeOffset="21842.229">13304 2047,'-9'4,"1"1,0 1,0 0,0 0,1 0,0 1,0 0,1 0,0 1,0 0,1 0,0 0,0 1,1 0,0 0,1 0,-1 0,2 0,0 1,0-1,0 1,1 0,1-1,-1 1,2 0,-1 0,2 4,0-1,0 0,1 0,1-1,-1 1,2-1,0 0,0 0,2-1,-1 1,1-1,1-1,0 1,0-2,1 1,0-1,2 2,-4-6,-1 1,1-1,0-1,0 1,1-1,-1 0,1-1,0 0,0 0,0 0,0-1,1-1,-1 1,0-1,1-1,-1 1,1-2,-1 1,1-1,-1 0,0-1,1 0,-1 0,0-1,1 0,-1-1,0 0,0 0,-1 0,0-1,0 0,0-1,-1 0,1 0,-1 0,-1 0,1-1,-1 0,0-1,-1 1,0-1,0 1,0-1,-1 0,-1-1,1 1,-1 0,0-1,-1 0,0 1,-1-1,0 0,0 1,0-1,-1 1,-1-1,1 0,-2 1,1 0,-1-1,-3-7,0-1,-2 1,0 0,0 1,-1 0,-1 0,-1 1,0 1,-3-3,9 10,-1 0,0 0,-1 1,1 0,-1 0,0 1,0-1,0 1,-1 1,1 0,-1 0,0 0,0 1,0 0,0 0,0 1,0 0,-1 1,1 0,-4 0,4 2,1-1,0 1,-1 1,1-1,0 1,0 1,1-1,-1 1,1 0,0 1,0-1,0 1,0 0,1 1,0 0,0-1,0 1,1 1,0-1,-1 3,-2 4,1 0,0 0,1 1,0 0,1 0,0 0,2 1,0-1,0 1,1 1,2 32</inkml:trace>
  <inkml:trace contextRef="#ctx0" brushRef="#br0" timeOffset="22120.989">13424 1926,'-22'-170,"7"0,7-90,-6-96,8 256,-5 0,-3 1,-5 1,-21-58,19 106,13 39</inkml:trace>
  <inkml:trace contextRef="#ctx0" brushRef="#br0" timeOffset="23814.746">6753 7086,'25'684,"-5"-259,20 1789,-9-1032,-31-1143,2 60,-4 0,-11 61,12-146,-1 0,0 0,-2-1,1 1,-2-1,0 0,-1 1,6-13,0 0,0-1,0 1,0 0,-1 0,1-1,0 1,0 0,-1-1,1 1,-1 0,1-1,-1 1,1-1,-1 1,1-1,-1 1,1-1,-1 1,0-1,1 0,-1 1,1-1,-1 0,0 1,0-1,1 0,-1 0,0 1,0-1,1 0,-1 0,0 0,1 0,-1 0,0 0,0-1,1 1,-1 0,0 0,0 0,1-1,-1 1,0 0,1-1,-1 1,0 0,1-1,-1 1,-9-15</inkml:trace>
  <inkml:trace contextRef="#ctx0" brushRef="#br0" timeOffset="24746.808">8398 6992,'23'158,"18"655,-38-697,-13 1862,0-1777,-25 986,35-1150,-1-9,1 0,2 0,1 0,1 0,4 13,3-19,-1-17</inkml:trace>
  <inkml:trace contextRef="#ctx0" brushRef="#br0" timeOffset="25679.828">9962 6940,'0'-8,"0"20,0 10,25 555,-12-351,20 457,-31 1,-43 214,-8-437,-31 486,81-802,5-121,1-21</inkml:trace>
  <inkml:trace contextRef="#ctx0" brushRef="#br0" timeOffset="26656.06">11941 6872,'-14'2114,"-22"-698,-34-257,69-1051,4-94,0-25,0-18,-1-7</inkml:trace>
  <inkml:trace contextRef="#ctx0" brushRef="#br0" timeOffset="30156.93">11968 8102,'-7'9,"1"1,0-1,1 2,0-1,1 0,0 1,1 0,0 0,0 0,1 0,0 10,2-20,0 0,0 1,0-1,1 0,-1 0,0 1,1-1,-1 0,1 0,-1 1,1-1,-1 0,1 0,0 0,0 0,-1 0,1 0,0 0,0 0,0 0,0-1,0 1,0 0,0-1,1 1,-1 0,0-1,0 1,0-1,1 0,-1 1,0-1,0 0,1 0,-1 0,0 0,1 0,-1 0,0 0,1 0,-1-1,0 1,1-1,54-21,-49 16,0 0,-1-1,0 1,0-1,0-1,-1 1,0-1,-1 0,0 0,0 0,0 0,-1-1,1-7,-2 12,-1 0,0-1,0 1,-1 0,1 0,-1-1,0 1,0 0,0-1,-1 1,0 0,1 0,-2-1,1 1,0 0,-1 0,0 0,0 0,0 0,0 1,0-1,-1 1,0-1,0 1,0 0,0 0,0 0,0 1,-4-3,-1 2,-1 1,0-1,0 2,0-1,-1 1,1 0,0 1,0 0,0 1,-1 0,1 0,0 1,0 0,0 1,1 0,-1 0,0 1,1 0,0 0,0 1,0 0,1 0,0 1,0 0,0 1,1-1,-6 8,9-12,0 0,0 1,1-1,-1 1,1 0,0 0,-1 0,1 0,1 0,-1 0,0 0,1 1,0-1,-1 1,1-1,1 1,-1-1,0 1,1-1,0 1,0 0,0-1,0 1,0 0,1-1,0 1,0-1,0 1,0-1,0 1,1-1,-1 0,1 1,0-1,2 2,4-1,1 0,0-1,-1 0,1 0,0-1,0 0,1-1,-1 0,0-1,0 1,1-2,-1 1,0-1,0-1,5-1,0 2,-1-1,1-1,-1 0,0-1,0 0,0-1,-1-1,1 0,-1 0,-1-1,1-1,-1 0,0 0,2-4,-11 10,0 0,-1 0,1 0,-1 0,1-1,-1 1,0 0,0 0,0-1,0 1,0-1,0 1,-1-1,0 1,1-1,-1 1,0-1,0 0,0 1,0-1,-1 1,1-1,-1 1,1-1,-1 1,0-1,0 1,0 0,0-1,-1 1,1 0,-1 0,1 0,-1 0,0 0,0 0,0 1,1-1,-2 0,1 1,0 0,0-1,-2 0,-5-2,0 1,0 0,0 0,0 1,-1 0,0 0,1 1,-1 0,0 1,1 0,-1 1,1 0,-1 0,0 1,1 0,0 1,-1 0,1 0,1 1,-1 0,-7 6,14-10,-1 1,1 0,0 0,1 1,-1-1,0 0,0 1,0-1,1 1,-1-1,1 1,-1 0,1 0,0 0,0 0,-1 0,2 0,-1 0,0 0,0 0,0 0,1 1,0-1,-1 0,1 0,0 1,0-1,0 0,0 0,0 1,1-1,-1 0,1 0,-1 1,1-1,0 0,0 0,0 0,0 0,0 0,1 0,-1 0,0-1,1 1,-1 0,2 0,0 0,-1 0,1 0,0-1,-1 1,1-1,0 1,0-1,0 0,0 0,0-1,0 1,0 0,0-1,0 0,0 0,0 0,1 0,-1 0,0-1,0 1,0-1,0 0,0 0,0 0,0 0,-1-1,1 1,0-1,-1 1,1-1,-1 0,1 0,-1 0,1-1,0 0,1 0,-1 1,1 0,0 0,0 0,0 0,0 1,0-1,0 1,1 0,-1 0,0 0,0 1,1 0,-1 0,1 0,-1 0,0 1,1-1,2 2,9-1,169-23,-117 10,132-12,0 8,15 8,540-55,-207 40,283 5,47-41,-592 50,-307 7,-4-1</inkml:trace>
  <inkml:trace contextRef="#ctx0" brushRef="#br0" timeOffset="33042.27">10002 8985,'-2'1,"0"-1,0 1,0 0,-1 0,1 1,0-1,1 0,-1 0,0 1,0 0,0-1,1 1,-1 0,1 0,0-1,-1 1,1 0,0 0,0 1,0-1,0 0,1 0,-1 0,0 1,1-1,0 0,0 1,-1-1,1 0,0 1,1-1,-1 0,0 1,1-1,-1 0,1 1,1 2,-1 0,1 0,0 0,0 0,0-1,1 1,0-1,-1 0,2 1,-1-1,0 0,1-1,0 1,0-1,0 0,0 1,1-1,0 0,0 0,0-1,0 0,1 0,-1 0,1 0,-1-1,1 0,-1 0,1-1,0 1,-1-1,1 0,0-1,-1 1,1-1,0 0,-1-1,1 1,-1-1,0 0,0-1,1 1,-1-1,-1 0,1 0,0-1,-1 1,0-1,0 0,0 0,0 0,0-1,-1 1,0-1,0 0,0 0,-1 0,1 0,-1-1,-1 1,1-1,-2 2,0 1,0-1,0 1,0-1,-1 1,1-1,-1 1,0-1,0 1,0-1,-1 1,1 0,-1 0,0 0,0 0,0 0,0 0,0 0,-1 1,1-1,-1 1,0 0,0-1,1 1,-2 0,1 1,0-1,0 1,0-1,-3 0,-5-2,0 0,-1 1,1 1,-1-1,1 2,-1-1,0 2,-10 0,14 0,0 1,0 1,1-1,-1 1,1 1,-1-1,1 1,0 0,0 1,0 0,0 0,1 1,-2 0,6-3,-1 0,1 1,0-1,-1 0,1 1,0 0,1-1,-1 1,0 0,1 0,-1 0,1 0,0 0,0 0,0 0,1 0,-1 1,1-1,-1 0,1 0,0 1,1-1,-1 0,0 1,1-1,0 0,0 0,0 0,0 0,0 0,0 0,2 2,4 4,1-1,0 1,0-1,1-1,0 1,1-1,-1-1,1 0,0 0,1-1,-1-1,1 1,0-2,0 0,1 0,-1-1,0 0,1-1,0 0,3-1,81-6,-94 6,1-1,0 0,-1 0,1 0,0 0,-1 0,1-1,-1 1,0-1,0 0,1 1,-1-1,0 0,0 0,-1-1,1 1,0 0,-1 0,1-1,-1 1,0-1,0 1,0-1,0 0,0 0,-1 1,1-1,-1 0,1 0,-1 1,0-1,-1-2,0 0,-1-1,-1 0,1 0,-1 1,0-1,0 1,-1 0,0 0,0 0,0 1,0-1,-1 1,1 0,-1 0,0 1,0-1,-1 1,1 0,-1 1,1-1,-1 1,0 0,0 1,0-1,0 1,0 0,0 1,-1-1,1 1,-5 1,10-2,-1 1,1 0,-1 0,1 0,-1 0,1 0,-1 0,1 0,-1 1,1-1,-1 1,1-1,-1 1,1-1,0 1,-1 0,1-1,0 1,-1 0,1 0,0 0,0 0,0 0,0 1,0-1,0 0,0 0,0 1,1-1,-1 0,0 1,1-1,-1 1,1-1,-1 1,1-1,0 1,0-1,0 1,0-1,0 1,0-1,0 1,0-1,0 1,1-1,-1 1,1-1,-1 1,1-1,0 1,3 1,-1 0,1-1,0 1,1-1,-1 0,0 0,1 0,-1-1,1 1,-1-1,1 0,0-1,0 1,-1-1,4 0,-1 1,65 2,0-2,1-4,43-8,-48 4,518-25,313-15,-225 27,-581 19,567-11,107 21,23-3,-483-7,16 0,-34-25,-138 13,47 13,-66-14,-82 12,-42-1</inkml:trace>
  <inkml:trace contextRef="#ctx0" brushRef="#br0" timeOffset="33693.032">16098 7795,'7'0,"6"0,7 0,8 0,8 0,8 0,5 0,4 0,-1 0,-5 0,-7 0,-9 0,-8 0,-7 0</inkml:trace>
  <inkml:trace contextRef="#ctx0" brushRef="#br0" timeOffset="34303.657">16432 8985,'14'2,"11"1,6 0,4-1,2 0,-2-1,-5-1,-6 1</inkml:trace>
  <inkml:trace contextRef="#ctx0" brushRef="#br0" timeOffset="34949.424">16754 7153,'19'444,"-12"104,-37 207,26-700,-12 179,11 55,5-283,1-12,-1-10,0-3</inkml:trace>
  <inkml:trace contextRef="#ctx0" brushRef="#br0" timeOffset="36477.477">16754 7340,'1'-2,"0"0,1 0,-1 0,1 0,-1 0,1 1,0-1,0 0,0 1,0 0,0-1,0 1,0 0,0 0,0 0,1 0,-1 1,0-1,1 1,-1-1,0 1,1 0,-1 0,1 0,-1 0,1 0,4-1,139-14,0 5,89 9,-167 1,-3 0,-33-3,1 2,0 1,0 1,0 2,-1 1,1 2,-1 1,0 1,-1 2,0 2,-1 0,5 5,14 17,-1 3,-3 2,-1 1,-2 3,27 35,-36-40,-1 2,-2 1,-2 1,-2 2,-1 0,-3 2,-1 0,-3 2,-2 0,-2 1,-2 0,-2 1,-3 19,-2 1,-4 0,-3 0,-3 0,-3 0,-2-1,-4 0,-3-1,-3-1,-23 50,32-85,-2 0,-1-1,-1 0,-2-1,-1-1,-2-1,0 0,-2-2,-1 0,-1-2,-1-1,-1 0,-1-2,-20 11,4-9,-1-3,-1-1,-1-2,-1-3,-18 3,30-7,-28 3,-1-2,0-4,-1-2,1-2,-34-6,-70 5,3 11,156-11,-1-1,1 2,0-1,1 1,-1 0,0 1,1 0,-7 5,14-9,-65 12,66-12,1 0,-1 1,0-1,0 0,0 0,0 0,1 0,-1 0,0 0,0 0,0 1,0-1,0 0,0 0,0 0,0 0,1 1,-1-1,0 0,0 0,0 0,0 0,0 1,0-1,0 0,0 0,0 0,0 0,0 1,0-1,0 0,0 0,0 0,0 1,0-1,0 0,-1 0,1 0,0 0,0 1,0-1,0 0,0 0,0 0,0 0,-1 0,1 1,10 0</inkml:trace>
  <inkml:trace contextRef="#ctx0" brushRef="#br0" timeOffset="37374.48">18679 8223,'-7'1,"1"1,0-1,-1 1,1 0,0 1,0 0,0 0,0 0,1 0,0 1,-1 0,1 0,0 1,1 0,-1-1,1 1,0 1,0-1,1 0,-1 1,1 0,1 0,-1 0,1 0,0 0,0 1,1-1,0 1,0-1,0 1,1-1,0 1,0-1,1 1,-1-1,2 4,1 4,1 0,0-1,0 1,2-1,-1 0,2-1,0 1,0-1,1-1,0 1,1-1,1-1,0 0,11 9,4 2,2-1,0-1,1-1,1-2,26 11,-41-19,0-1,1 0,-1-1,2-1,-1 0,0-1,1-1,0 0,0-1,-1-1,1 0,0-2,0 1,0-2,0 0,0-1,9-3,-20 3,1 0,-1-1,0 0,0 0,0 0,0 0,-1-1,0 0,0 0,0 0,0 0,-1 0,0-1,0 0,-1 0,1 1,-1-1,0-1,-1 1,0 0,3-12,-2 0,0 0,-1 0,-1 0,-1 0,-2-9,1 0,-2 1,0 0,-2 0,-1 0,-1 1,-2 0,0 1,-1 0,-2 0,0 2,-1-1,-2 2,-17-20,23 32,0 1,-1 0,0 1,0 0,0 1,-1 0,0 1,0 0,-1 1,1 0,-1 1,0 1,0 0,0 0,0 1,0 1,0 0,0 1,0 1,0 0,0 0,0 1,-2 2,4-2,-1 1,1 0,0 1,1 0,-1 0,1 1,0 1,0 0,1 0,0 1,0 0,1 0,0 1,1 0,0 1,0 0,1 0,0 0,0 1,2-1,-1 1,1 1,1-1,0 0,-1 8,3-11,1 0,0 0,0 0,1 0,-1-1,2 1,-1 0,1 0,1 0,-1-1,1 1,0-1,1 0,21 35</inkml:trace>
  <inkml:trace contextRef="#ctx0" brushRef="#br0" timeOffset="40546.754">19347 8397,'276'-31,"-214"27,122-8,341-32,-450 32,-75 13,1-1,-1 0,0 0,1 0,-1 0,1 0,-1 0,1 0,-1 0,1 0,-1 0,0 0,1 0,-1-1,1 1,-1 0,0 0,1 0,-1-1,1 1,-1 0,0 0,1-1,-1 1,0 0,1-1,-1 1,0 0,0-1,1 1,-1 0,0-1,0 1,0-1,1 1,-1-1,0 1,0 0,0-1,0 1,0-1,0 1,0-1,0 1,0 0,0-1,0 1,0-1,0 1,-1-1,1 1,0 0,0-1,0 1,-1-1,1 1,0 0,0-1,-1 1,1 0,0-1,-1 1,1-1,-4-6,-1-9,0-1,2 1,0-1,1 0,0 0,1 0,1 0,2-8,-2-9,9-800,-18 541,-13 0,-46-208,19 154,-3-23,-60-196,70 409,8-1,6-1,8-2,4-48,15 191,0-126,-7-1,-24-127,-31-6,27 127,-16-148,12-54,25 169,8 0,9-49,0 51,-7-7,-19-108,-51-336,57 411,14 167,2 46,1 1,0-1,0 0,1 0,0 0,1 1,0-1,0 0,3-7,-4 14,0 1,0-1,0 1,-1-1,1 1,0 0,-1-1,1 1,-1-1,0 1,1 0,-1 0,0-1,0 1,0 0,0 0,0 0,0 0,0 0,0 0,0 0,0 0,0 1,-1-1,1 0,0 1,-1-1,1 1,0-1,-1 1,1 0,-1-1,1 1,-1 0,1 0,-1 0,1 0,0 0,-1 1,1-1,-1 0,1 1,0-1,-1 1,1-1,0 1,-2 0,-7-1,-1036 3,510-32,-165-4,492 28,1 9,-7 9,-403 28,204-8,52-17,68-2,-440-15,506 15,-73-15,135-12,-101 13,265 0,0 0,1 0,-1 0,0 0,0 1,1-1,-1 0,0 1,1-1,-1 1,0 0,1-1,-1 1,1 0,-1 0,1 0,-1 0,1 0,0 0,-1 0,1 1,0-1,0 0,0 1,0-1,0 1,0-1,1 1,-1 0,0-1,1 1,-1 0,1-1,0 1,-1 0,1-1,0 1,0 0,0 1,-24 138,15-98</inkml:trace>
  <inkml:trace contextRef="#ctx0" brushRef="#br0" timeOffset="42079.704">19801 1658,'-30'62,"-3"-3,-3 0,-36 43,25-36,4-11,51-73,27-49,15-27,-4-1,31-93,-76 184,-1 4,0-1,-1 1,1 0,0-1,0 1,0-1,0 1,0 0,0-1,0 1,0-1,0 1,0-1,0 1,0 0,0-1,0 1,0-1,0 1,0 0,1-1,-1 1,0-1,0 1,0 0,1-1,-1 1,0 0,0-1,1 1,-1 0,0 0,1-1,-1 1,0 0,1 0,-1 0,1-1,-1 1,0 0,1 0,-1 0,1 0,-1 0,0 0,1 0,-1 0,1 0,-1 0,0 0,1 0,-1 0,1 0,-1 0,0 0,1 0,-1 0,1 1,-1-1,0 0,1 0,-1 1,0-1,1 0,-1 0,0 1,1-1,-1 0,0 1,109 137,53 19,-160-156,0 1,0 0,0-1,-1 1,1 0,-1 0,1 0,-1 0,0 1,0-1,0 0,0 0,0 1,0-1,-1 1,1-1,-1 0,0 1,1-1,-1 1,0-1,-1 1,1-1,0 1,-1-1,1 1,-1-1,0 0,0 1,0-1,0 0,0 0,0 0,-1 1,1-1,-1 0,0 0,-9 5,-1-1,0 0,0-1,-1 0,1-1,-1 0,0-1,0-1,0 0,0 0,-6-2,13 1,-58 6,0-3,0-3,0-3,0-2,-11-5,48 4</inkml:trace>
  <inkml:trace contextRef="#ctx0" brushRef="#br1" timeOffset="52526.74">9120 7474,'16'2,"14"4,11-1,13 1,10-3,10 0,11-1,10-4,-13-1</inkml:trace>
  <inkml:trace contextRef="#ctx0" brushRef="#br1" timeOffset="52771.975">10938 7393,'16'0,"14"0,16-2,13-1,11 0,10-1,6-1,3-1,1-2,0 0,-2-1,-4 2,-6 1,-16 3</inkml:trace>
  <inkml:trace contextRef="#ctx0" brushRef="#br1" timeOffset="52941.467">12382 7300,'18'0,"13"0,12 0,16 0,12-2,16-3,10-4,10-1,-13 0</inkml:trace>
  <inkml:trace contextRef="#ctx0" brushRef="#br1" timeOffset="53113.445">13919 7220,'18'2,"16"1,12 0,11 0,11-2,10 0,10 0,8-3,6-6,-15-1</inkml:trace>
  <inkml:trace contextRef="#ctx0" brushRef="#br1" timeOffset="53284.102">15417 7127,'16'0,"11"0,14 0,10 0,11-3,10 0,9-2,12-3,9-1,9-3,6-1,-18 2</inkml:trace>
  <inkml:trace contextRef="#ctx0" brushRef="#br1" timeOffset="53455.678">17301 7073,'19'0,"16"-2,15-4,11 0,10-1,4-2,3-2,2 1,-2 2,-2 3,-15 2</inkml:trace>
  <inkml:trace contextRef="#ctx0" brushRef="#br1" timeOffset="53617.254">18250 7006,'21'3,"15"0,11-1,9 3,6-1,7 0,4-1,9-1,6-3,6-2,5-2,-13 0</inkml:trace>
  <inkml:trace contextRef="#ctx0" brushRef="#br1" timeOffset="53788.145">20055 7019,'18'0,"18"0,18 0,16 0,12 0,8 0,3-2,-16-1</inkml:trace>
  <inkml:trace contextRef="#ctx0" brushRef="#br1" timeOffset="53958.719">20937 6953,'19'-2,"12"-1,5 0,2 0,-1 2,-3 0,0 2,3 2,5 0,6-1,4 2,3 1,0-2,-1 0,-11-2</inkml:trace>
  <inkml:trace contextRef="#ctx0" brushRef="#br1" timeOffset="54161.282">21900 7140,'14'16,"9"9,7 8,5 3,2 2,-4 1,-6-6</inkml:trace>
  <inkml:trace contextRef="#ctx0" brushRef="#br1" timeOffset="54422.932">22128 7554,'-20'123,"-2"12,-1 97,18-120,5 0,5 0,11 54,-9-120</inkml:trace>
  <inkml:trace contextRef="#ctx0" brushRef="#br1" timeOffset="54423.932">22167 9225,'-2'19,"-1"9,0 8,5 2,3-1,0-6</inkml:trace>
  <inkml:trace contextRef="#ctx0" brushRef="#br1" timeOffset="54671.262">22154 9880,'-4'16,"-2"12,0 6,1 4,4 0,5-2,0-7</inkml:trace>
  <inkml:trace contextRef="#ctx0" brushRef="#br1" timeOffset="54837.822">22128 10281,'-16'16,"-10"8,-5 3,-1 1,1-6,5-3,4-5,3-6,4-3,3-3</inkml:trace>
  <inkml:trace contextRef="#ctx0" brushRef="#br1" timeOffset="55057.238">21004 10562,'-14'0,"-8"0,-8 0,1 0</inkml:trace>
  <inkml:trace contextRef="#ctx0" brushRef="#br1" timeOffset="55058.238">19868 10548,'-13'0,"-17"0,-14 0,-9 0,-4-2,-1-1,8 0</inkml:trace>
  <inkml:trace contextRef="#ctx0" brushRef="#br1" timeOffset="55322.542">19012 10509,'-18'0,"-18"0,-11 0,-9 0,-5 0,0 0,0 0,3 0,1 0,10 0</inkml:trace>
  <inkml:trace contextRef="#ctx0" brushRef="#br1" timeOffset="55323.542">17516 10455,'-14'0,"-18"0,-15 0,-8 0,-5 0,0 0,2 0,12 0</inkml:trace>
  <inkml:trace contextRef="#ctx0" brushRef="#br1" timeOffset="55583.395">16460 10389,'-23'0,"-19"0,-13 0,-10 0,-4 0,10 0</inkml:trace>
  <inkml:trace contextRef="#ctx0" brushRef="#br1" timeOffset="55584.395">15229 10374,'-25'0,"-22"0,-14 0,-8 3,-4 0,1 0,4 0,3-4,11-1</inkml:trace>
  <inkml:trace contextRef="#ctx0" brushRef="#br1" timeOffset="55896.626">13852 10335,'-389'12,"-733"-10,888 9,-3 11,-209 11,376-32,9 0</inkml:trace>
  <inkml:trace contextRef="#ctx0" brushRef="#br1" timeOffset="56066.164">10350 10482,'-14'2,"-20"3,-16 1,-10 2,-7-1,-1-2,2-1,3-1,1-2,11-1</inkml:trace>
  <inkml:trace contextRef="#ctx0" brushRef="#br1" timeOffset="56233.289">9401 10495,'-18'0,"-11"0,-5 0,-1 0,1 0,-1 0,1 0,2 0,6 0</inkml:trace>
  <inkml:trace contextRef="#ctx0" brushRef="#br1" timeOffset="56386.878">8880 10108,'-10'-16,"-2"-12,1-11,4-9,3 3</inkml:trace>
  <inkml:trace contextRef="#ctx0" brushRef="#br1" timeOffset="56555.428">8772 9105,'-13'-16,"-10"-9,-3-6,1-4,2-3,6-2,4-1,6 0,3 0,3 2,1 9</inkml:trace>
  <inkml:trace contextRef="#ctx0" brushRef="#br1" timeOffset="56723.983">8532 8423,'-2'-13,"3"-12,9-9,7-4,1 3</inkml:trace>
  <inkml:trace contextRef="#ctx0" brushRef="#br1" timeOffset="56897.555">8665 7942</inkml:trace>
  <inkml:trace contextRef="#ctx0" brushRef="#br1" timeOffset="57065.107">8986 7728,'16'-7,"14"-4,9-3,5-1,-5 2</inkml:trace>
  <inkml:trace contextRef="#ctx0" brushRef="#br1" timeOffset="57225.684">9280 7634,'2'-2,"4"-1,2 0,5 1,4 0,5 3,2 2,2-1,-4 0</inkml:trace>
  <inkml:trace contextRef="#ctx0" brushRef="#br1" timeOffset="58590.871">14387 10829,'-24'543,"24"-276,-1-261,1 1,-1-1,1 0,1 1,-1-1,1 0,0 0,1 1,-1-1,1 0,0 0,1-1,0 1,-1 0,2-1,-1 0,1 0,-1 0,2 0,-1 0,0-1,1 1,0-1,0-1,0 1,0-1,1 1,-1-2,5 3,8-4,1-1,-1 0,1-2,-1 0,0-1,0-1,0 0,0-1,-1-1,0-1,0-1,2-1,-1 1,63-26,-23 8,0 3,2 3,38-8,-70 23</inkml:trace>
  <inkml:trace contextRef="#ctx0" brushRef="#br1" timeOffset="58972.456">15323 11578,'-2'1,"0"-1,0 1,0 0,0-1,0 1,0 0,0 0,1 1,-1-1,0 0,1 1,-1-1,1 1,-1-1,1 1,0-1,0 1,0 0,0 0,0 0,0 0,0 0,0 0,1 0,-1 0,1 0,0 0,-1 0,1 0,0 0,0 0,0 0,1 0,-1 0,0 1,1-1,-1 0,1 0,0 0,0-1,0 1,0 0,0 0,0 0,0-1,0 1,1 0,0 0,6 1,1-1,-1 0,0-1,1 0,-1 0,1-1,-1 0,1 0,-1-1,1 0,-1-1,0 0,0 0,0-1,0 0,0 0,0 0,-1-1,1-1,-1 1,0-1,0 0,-1-1,0 0,0 0,0 0,1-3,-3 5,-1 1,0-1,-1 0,1 0,-1 0,1 0,-1-1,0 1,-1-1,1 1,-1-1,0 0,0 1,0-1,-1 0,0 0,0 1,0-1,0 0,-1 0,0 1,0-1,0 0,0 1,-1-1,0 1,0-1,0 1,0 0,-1 0,1 0,-1 0,0 0,-1 1,1-1,0 1,-1 0,0 0,0 0,-3-1,2 0,0 1,0-1,-1 1,1 1,-1-1,0 1,0 0,0 0,0 1,0-1,0 1,0 1,0-1,-1 1,1 0,0 0,0 1,0 0,0 0,0 1,0-1,0 1,0 1,0-1,1 1,-1 0,1 0,0 0,0 1,0 0,0 0,1 0,-1 1,1-1,0 1,-2 3,5-4,-1 0,1-1,0 1,0 0,0 0,1 0,-1-1,1 1,0 0,0 0,1 0,-1 0,1 0,-1 0,1-1,1 1,-1 0,0 0,1-1,0 1,0-1,0 0,0 1,0-1,1 0,-1 0,3 2,3 2,1 1,0-1,0 0,0-1,1 0,0-1,0 0,0 0,1-1,41 14</inkml:trace>
  <inkml:trace contextRef="#ctx0" brushRef="#br1" timeOffset="59615.377">15991 11431,'-2'-6,"0"-1,0 1,-1 0,0 0,0 0,0 0,-1 0,0 0,0 1,-1 0,1 0,-1 0,0 1,0-1,-1 1,1 0,-1 1,0-1,0 1,0 0,0 1,-1-1,1 1,-1 0,1 1,-1 0,0 0,1 0,-1 1,0 0,0 0,0 1,1 0,-1 0,0 1,1-1,-1 1,1 1,0-1,0 1,-3 2,0 0,1 1,0 1,0 0,0 0,1 0,0 1,1 0,0 0,0 1,0-1,1 1,1 1,-1-1,2 1,-1-1,1 1,1 0,0 0,0 1,1-1,0 0,1 1,0-7,0-1,1 0,0 1,-1-1,1 0,1 0,-1 0,0 1,1-1,0-1,-1 1,1 0,0 0,1-1,-1 1,0-1,1 1,-1-1,1 0,0 0,0 0,0-1,0 1,0-1,0 1,0-1,0 0,0 0,1-1,-1 1,0-1,1 1,-1-1,2 0,8 1,0-1,-1-1,1 0,0-1,0 0,-1-1,1 0,6-3,127-74,-145 79,0 1,-1-1,1 0,0 1,0-1,-1 1,1-1,0 1,0-1,0 1,0 0,0 0,-1-1,1 1,0 0,0 0,0 0,0 0,0 0,0 0,0 0,0 0,0 0,0 0,0 0,0 1,-1-1,1 0,0 1,0-1,0 1,0-1,-1 1,1-1,0 1,0-1,-1 1,1 0,0 0,-1-1,1 1,-1 0,1 0,-1-1,1 1,-1 0,0 0,0 0,1 0,-1 0,0 0,0 0,0 0,0 0,0 0,0-1,0 1,0 0,0 0,0 0,26 231,-18-171,0-22,-2 1,-1 0,-2 0,-2 0,-2 0,-1 0,-2 0,-2 0,-2-1,-1 0,-5 8,-31 24,43-69,0 1,0-1,-1 0,1 0,0 0,-1 0,1-1,-1 1,1-1,-1 1,0-1,0 0,0 0,1 0,-1 0,0-1,0 1,0-1,0 0,-1 0,1 0,0 0,0 0,0-1,-2 0,-1-2,1-1,0 0,0 0,1-1,-1 0,1 1,0-1,0-1,0 1,1 0,0-1,0 0,0 0,1 0,0 0,0 0,1 0,-1-1,1 1,1 0,-1-2,-4-24,2 0,1 0,1 0,2-1,1 1,2 0,1 0,1 1,2 0,1-1,9-23,2 1,3 1,2 1,3 0,6-4,-8 13,3 2,1 0,2 2,1 2,31-27,-58 59,-2 1,-1 1,1-1,0 1,0 0,0 0,0 0,0 1,1-1,-1 1,1 0,0 0,-1 1,1-1,0 1,0 0,1 0,-4 3,0-1,0 0,0 0,0 1,0-1,0 1,-1 0,1 0,0-1,-1 1,0 0,1 0,-1 0,0 0,0 1,0-1,0 0,-1 0,1 1,-1-1,1 0,-1 1,0-1,0 1,0-1,1 3,4 21,42 153,-42-168,-1 0,1 0,1-1,0 1,0-1,1-1,1 1,-1-1,1 0,1-1,0 0,0 0,0-1,3 1,-11-7,1 0,-1 0,1 0,-1 0,1 0,-1 0,1 0,0-1,-1 1,1-1,0 1,0-1,-1 1,1-1,0 0,0 0,0 0,-1 0,1 0,0-1,0 1,0 0,-1-1,1 0,0 1,-1-1,1 0,0 0,-1 1,1-1,-1-1,2 0,7-12</inkml:trace>
  <inkml:trace contextRef="#ctx0" brushRef="#br1" timeOffset="59812.874">16486 11057,'-2'16,"5"7,15 3,4-4</inkml:trace>
  <inkml:trace contextRef="#ctx0" brushRef="#br1" timeOffset="60416.778">17222 11351,'-49'-1,"22"-1,1 2,0 1,-1 1,1 1,0 1,0 1,-20 7,39-9,0 0,0 1,1 0,-1 0,1 0,0 1,0 0,1 0,-1 0,1 1,-2 3,5-7,0 0,1 1,-1 0,1-1,-1 1,1 0,0-1,0 1,0 0,0 0,1 0,-1 0,1 0,0 0,0 0,0 0,0 0,0 0,1 0,-1 0,1 0,0 0,0 0,0 0,0 0,1-1,-1 1,1 0,1 1,5 3,1 1,0-1,1-1,-1 0,1 0,1-1,-1 0,1-1,0 0,0-1,0 0,0 0,0-2,1 1,-1-1,1-1,-1 0,3-1,67-1,-1-4,0-4,-1-3,0-4,-1-3,24-11,-91 28,-7 2,0 1,0 0,-1-1,1 0,0 0,-1 0,1 0,-1-1,1 1,-1-1,0 0,1 0,-1 0,0-1,0 1,-1-1,1 1,0-1,-1 0,0 0,0 0,0 0,0-1,0 1,0-1,-1 1,1-3,-2 2,0 1,0-1,0 1,-1-1,0 1,0 0,0-1,0 1,0 0,-1 0,1 0,-1 0,0 0,0 0,0 0,0 1,0-1,-1 1,1-1,-1 1,1 0,-1 0,0 0,0 0,0 1,0-1,0 1,-1 0,1 0,0 0,-1 0,1 0,0 1,-1-1,1 1,-1 0,1 0,-1 1,1-1,0 1,-1-1,1 1,0 0,-1 0,1 1,0-1,0 1,0-1,0 1,-2 1,-1 1,0 0,0 0,0 0,0 1,1-1,0 1,0 1,0-1,0 1,1 0,0 0,0 0,1 0,0 1,0-1,0 1,1 0,0 0,0 0,1 0,-1 0,1 8,2-13,-1 1,1-1,0 1,0-1,0 0,0 1,0-1,1 0,-1 0,1 0,-1 0,1 0,0 0,0 0,0-1,0 1,0 0,0-1,0 0,1 0,-1 1,0-1,1-1,-1 1,1 0,-1 0,1-1,-1 0,1 1,-1-1,1 0,80-13,-74 9,0 0,0-1,0 0,-1 0,0-1,0 0,0-1,-1 1,0-1,0-1,-1 0,1 0,-2 0,1 0,-1-1,-1 0,0 0,0 0,1-5,12 31,-6-7,0 0,1-1,1 0,-1-1,1 0,1-1,-1-1,1 0,0 0,1-2,-1 0,10 1,49 12,0-4,1-3,13-3,20 0</inkml:trace>
  <inkml:trace contextRef="#ctx0" brushRef="#br1" timeOffset="61078.114">19387 11271,'-5'-4,"0"1,-1 0,1 0,-1 1,0-1,0 1,0 1,0-1,0 1,0 0,-1 0,1 1,0 0,0 0,-1 0,1 1,0 0,0 0,0 0,0 1,0 0,0 0,0 1,1-1,-1 1,1 1,0-1,-1 1,2 0,-1 0,0 0,1 1,0 0,1 0,0 0,0 0,1 1,-1-1,1 1,0 0,1-1,-1 1,1 0,1 0,-1 0,1 0,0 0,0 0,0 0,1 0,0 0,0-1,1 1,0 0,0-1,0 1,0-1,1 1,0-1,0 0,1 0,-1 0,1-1,0 1,0-1,1 0,-1 0,1-1,0 1,0-1,0 0,0 0,1-1,-1 1,1-1,4 1,-2-2,0 0,0 0,0-1,1 0,-1 0,0-1,0 0,1-1,-1 1,0-2,0 1,-1-1,1 0,-1-1,1 0,-1 0,0 0,0-1,-1 0,5-4,0-1,-1-1,0 0,0 0,-1-1,0 0,-1-1,-1 0,0 0,-1-1,0 1,0-4,2-10,-2 0,-1 0,-1-1,-2 1,0-1,-2 0,-1 0,-1 0,-1 1,-2-1,-2-3,-29-58,35 88,1 0,-1 0,0 0,0 0,1 0,-1 0,0 0,0 0,0 0,0 0,0 1,0-1,0 0,0 0,0 1,0-1,-1 1,1-1,0 1,0 0,-1-1,1 1,0 0,0 0,-1 0,1 0,0 0,-1 0,1 0,0 0,0 1,-1-1,1 0,0 1,0-1,0 1,-1-1,1 1,0 0,0 0,0-1,0 1,0 0,0 0,0 0,1 0,-1 0,0 0,0 0,1 1,-31 62,24-42,1 0,1 0,0 1,2-1,1 1,1 0,1 0,1 0,1 0,1 0,1-1,0 1,2-1,1 0,1-1,0 1,2-2,0 1,6 6,-8-18,-1 0,1-1,0 0,1-1,-1 0,2 0,-1-1,1 0,0-1,0 0,0 0,5 0,-10-3,1 0,-1 0,0-1,1 0,-1 0,1-1,-1 0,1 1,0-2,-1 1,1-1,-1 0,0 0,1 0,-1-1,0 0,1 0,-1 0,0-1,-1 1,1-1,0 0,-1-1,0 1,4-4,-3 1,-1-1,1 1,-1-1,-1 0,1 0,-1 0,0-1,-1 1,0-1,0 1,0-1,-1 0,0 0,-1 0,0 1,0-1,-1 0,1 0,-2 0,1 1,-1-1,0 0,-1 1,-1-3,4 11,0 0,0 0,0 0,0-1,0 1,0 0,0 0,-1 0,1 0,0-1,-1 1,1 0,0 0,-1-1,1 1,-1 0,1-1,-1 1,1 0,-1-1,0 1,1-1,-1 1,0-1,1 1,-1-1,0 1,0-1,1 0,-1 0,0 1,0-1,0 0,1 0,-1 0,0 0,0 0,0 0,0 0,1 0,-1 0,0 0,0 0,0 0,0-1,1 1,-1 0,0-1,0 1,1-1,-1 1,0 0,1-1,-1 0,0 1,1-1,-1 1,1-1,-1 0,1 1,-1-1,1 0,-1 0,1 1,0-1,0 0,-1 0,1 0,0 0,-1 11,1 0,0 0,1 0,0 0,1 0,0-1,0 1,1 0,0-1,1 0,0 1,0-1,1-1,0 1,1-1,0 0,0 0,1-1,-1 1,2-2,-1 1,1-1,0 0,0 0,1-1,0 0,0-1,0 0,0-1,3 1,53 18,-2-7</inkml:trace>
  <inkml:trace contextRef="#ctx0" brushRef="#br1" timeOffset="61884.864">20978 11458,'54'-254,"-50"226,0-1,-2 1,-1-1,-1 0,-2-7,-12 3,13 32,1 1,-1-1,1 1,-1-1,1 1,-1 0,1-1,-1 1,1 0,-1-1,0 1,1 0,-1 0,1 0,-1 0,0-1,1 1,-1 0,0 0,1 0,-1 0,0 0,1 1,-1-1,1 0,-1 0,0 0,1 0,-1 1,1-1,-1 0,0 1,1-1,-1 0,1 1,-1-1,1 1,0-1,-1 1,1-1,-1 1,1-1,0 1,-1-1,1 1,0-1,0 1,-1 0,1-1,0 1,0-1,0 1,0 0,-1 1,-1 1,1-1,0 1,1-1,-1 1,0-1,1 1,-1 0,1-1,0 1,0 0,0-1,0 1,1 0,-1-1,1 1,-1-1,1 1,0 0,0-1,0 0,0 1,1-1,-1 0,0 1,1-1,0 0,0 0,-1 0,1-1,0 1,0 0,1-1,0 2,87 41,-80-40,-3-2,0 0,0 0,0 1,0 0,-1 1,1 0,-1 0,0 0,0 0,0 1,-1 0,1 1,-1-1,-1 1,1 0,-1 0,0 0,0 1,-1-1,2 3,-2 8,1 0,-2 0,0 0,-1 1,-1-1,-2 10,2 5,-1-30,1 0,0 0,0 0,0 0,-1 0,2 0,-1 0,0-1,0 1,1 0,-1 0,1 0,-1 0,1 0,0 0,0-1,0 1,0 0,0-1,0 1,0-1,1 1,-1-1,1 1,-1-1,1 0,-1 0,1 0,0 0,-1 0,1 0,0 0,0-1,0 1,-1 0,1-1,0 0,1 1,6-3,0 1,0-1,0-1,0 0,0 0,-1 0,1-1,-1-1,0 1,0-1,0-1,-1 0,0 0,0 0,0-1,-1 1,5-8,-5 7,0 1,0-1,-1 0,0-1,-1 1,1-1,-1 0,-1 0,0-1,0 1,0-1,-1 1,-1-1,1 0,-1 0,-1 0,0 1,0-1,-1-2,1 10,0 0,0 0,0-1,0 1,-1 0,1-1,0 1,-1 0,1 0,-1 0,0-1,1 1,-1 0,0 0,0 0,1 0,-1 0,0 0,0 1,0-1,0 0,0 0,-1 1,1-1,0 0,0 1,0-1,0 1,-1 0,1-1,0 1,-1 0,1 0,0 0,0 0,-1 0,1 0,0 0,-1 0,1 0,-1 1,-39 35,36-28,1 0,0 0,0 1,1-1,0 1,0 0,1 0,1 0,-1 0,1 0,1 1,0-1,0 0,1 0,0 0,1 1,-1-1,2 0,-1-1,1 1,1 0,0-1,0 0,0 0,1 0,1 0,-1-1,1 0,0 0,1 0,-1-1,1 0,1 0,1 0,0-2,0 1,0-1,1 0,0-1,-1 0,1 0,0-1,0-1,0 0,1 0,4-1,23-2</inkml:trace>
  <inkml:trace contextRef="#ctx0" brushRef="#br1" timeOffset="62695.948">21913 10990,'-6'-1,"-1"0,0 1,0 0,0 0,1 1,-1 0,0 0,0 1,1-1,-1 1,1 1,-1-1,1 1,0 0,0 1,0 0,1 0,-1 0,1 0,0 1,0 0,1 0,-1 0,1 0,0 1,0 0,1 0,0 0,0 0,0 0,1 1,0-1,0 1,1 0,0-1,0 1,0 0,1 0,0 0,0-1,1 2,4 6,0 1,1-1,1-1,1 1,0-1,0 0,1-1,1 0,0 0,1-1,0-1,0 0,8 5,-2 0,0 0,-1 2,-1 0,-1 1,8 11,-21-27,0 0,0-1,0 1,0 0,0-1,0 1,0 0,0 0,-1 0,1 0,-1 0,1 0,-1 0,0 0,0 0,0 0,0 0,0 0,0 0,-1 0,1 0,-1-1,1 1,-1 0,0 0,0 0,0 0,0-1,0 1,0 0,0-1,0 1,-1-1,1 1,0-1,-1 0,0 1,1-1,-1 0,0 0,1 0,-1 0,0-1,-1 1,-82 11,81-12,1 0,-1 0,1-1,0 0,0 1,-1-1,1 0,0 0,0-1,0 1,0-1,0 1,0-1,0 0,1 0,-1-1,1 1,-1 0,1-1,0 1,0-1,0 0,0 0,0-1,1-1,1 1,1-1,-1 0,0 1,1-1,0 1,0-1,1 1,-1 0,1 0,0-1,0 1,0 0,0 0,1 1,0-1,0 1,0-1,0 1,0 0,1 0,-1 0,1 0,0 1,0-1,2 0,96-63,-81 55,-1-1,0 0,-1-2,0 0,-1-2,0 0,-1 0,-1-2,-1 0,6-10,-19 26,-1 0,1 0,-1-1,1 1,-1 0,0-1,0 1,0-1,0 1,0-1,0 0,-1 1,1-1,-1 0,0 1,0-1,0 0,0 0,0 1,-1-1,1 0,-1 1,0-1,0 0,0 1,0-1,0 1,0 0,-1-1,1 3,0-1,-1 1,1 0,0-1,0 1,-1 0,1 0,0 0,0 0,-1 0,1 1,0-1,0 0,-1 0,1 1,0-1,0 1,0-1,0 1,0 0,0-1,0 1,0 0,0 0,0-1,0 1,0 0,0 0,0 0,1 0,-1 0,0 0,1 1,-1-1,-21 42,18-34,1-1,0 1,0 1,1-1,0 0,1 0,0 1,0-1,1 1,0-1,1 1,0-1,0 0,1 1,1-1,-1 0,1 0,1 0,0-1,0 1,1-1,-1 0,2 0,-1 0,1-1,1 0,-1 0,1 0,0-1,1 0,-1-1,1 1,0-1,1-1,-1 0,4 0,0 0,-1-1,1 0,0-1,0-1,0 0,0-1,1 0,-1 0,0-1,0-1,0 0,0-1,-1 0,1-1,-1 0,1-1,-1 0,-1-1,1 0,5-4,-1 0,0-1,-1-1,0-1,-1 0,0 0,-1-1,0-1,-1 0,-1 0,-1-1,8-16,2-20,-2-1,-2-1,-3 0,-2-1,3-54,2-58,-6-58,-9 175,-6 36,-2 35,-10 70,3 1,1 39,8-67,-3 1,2 0,4 0,2 0,3 1,3-1,3 0,8 26,-14-79,1-1,1 1,0-1,0 0,1 0,0-1,1 1,1-1,-1 0,1 0,1-1,0 0,0-1,1 0,0 0,7 5,-15-13,1 1,0 0,-1 0,1-1,0 1,0 0,0-1,-1 0,1 1,0-1,0 0,0 0,0 0,-1 0,1-1,0 1,0 0,0-1,0 1,-1-1,1 0,0 1,-1-1,1 0,0 0,-1 0,1 0,-1 0,0-1,1 1,-1 0,0-1,0 1,0-1,0 1,0-1,0 1,0-1,0 0,-1 0,1 0,10-26</inkml:trace>
  <inkml:trace contextRef="#ctx0" brushRef="#br1" timeOffset="62958.242">22315 10763,'27'-3,"43"3,62 0,77 0,82-4,-8-1</inkml:trace>
  <inkml:trace contextRef="#ctx0" brushRef="#br0" timeOffset="79410.186">13518 3303,'-3'273,"-11"0,10-236,-1-23,0-22,-10-185,13 158,-2-5,1 0,3 0,1 0,1 0,3 0,1 0,2 0,6-12,-12 46,1-1,0 1,0 0,1 0,0 0,0 1,0-1,1 1,-1 0,1 0,1 0,-1 1,0 0,1 0,0 0,0 1,0 0,1 0,-1 0,1 1,-1 0,1 0,0 1,0 0,0 0,0 1,0-1,0 1,0 1,1 0,0 0,1 0,0 1,-1 0,0 1,1 0,-1 0,0 1,-1 0,1 0,-1 1,1 0,-1 0,-1 0,1 1,-1 0,0 1,5 6,-8-9,0 1,0-1,0 1,-1 0,0 0,1-1,-2 2,1-1,-1 0,1 0,-1 0,-1 1,1-1,-1 1,0-1,0 0,-1 1,1-1,-1 0,0 1,-1-1,1 0,-1 0,0 0,-1 0,1 0,-1-1,0 1,-1 1,-11 10,-1-1,0-1,-1-1,0 0,-1-1,0-1,-1 0,-1-2,1 0,-1-1,-1-1,-3 0,10-2,10-4,3-1,-1 0,1 0,0 0,0 0,-1 1,1-1,0 0,0 0,-1 1,1-1,0 1,0-1,0 1,-1 0,1-1,0 1,0 0,0 0,0-1,0 1,0 0,1 0,-1 0,0 0,0 0,1 1,-1-1,1 0,-1 0,1 0,-1 1,1-1,0 0,-1 0,1 1,0-1,0 0,0 1,0-1,0 0,0 0,1 1,-1-1,0 0,1 1,6 6,0-1,1 1,0-2,0 1,1-1,-1-1,1 1,10 3,-1 1,320 146,-316-145,-7-3</inkml:trace>
  <inkml:trace contextRef="#ctx0" brushRef="#br0" timeOffset="79659.526">13344 2995,'-13'0,"-8"0,3 3,11 0,21 2,30 0,35-3,38-6,34-5,20-5,2-5,-29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59.1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97 0,'-10'106,"5"-1,6 61,-1-133,37 658,-32-506,-8-1,-21 132,-60 254,78-539,2 1,2-1,0 1,3-1,1 12,-1-41,0-1,0 1,0 0,0 0,0-1,1 1,-1-1,0 1,1-1,-1 1,1-1,0 0,-1 0,1 0,0 0,0 0,0 0,0 0,0-1,-1 1,1-1,0 1,1-1,-1 0,0 0,0 0,0 0,0 0,0 0,0 0,0-1,0 1,0-1,0 0,0 1,1-2,8 1,438-16,1968-45,-329-28,-661 74,-1537 11,73 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1.2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1,'28'11,"361"-7,99 1,919-5,-1249-2,-123 4,-35-2,7 0,-27-2,-2-3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1.5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0,'38'9,"77"26,-2 6,-1 4,80 48,-53 0,-132-87,1 1,-1 0,-1 0,1 0,-1 1,0 0,-1 0,0 1,0-1,-1 1,0 0,-1 0,0 1,0-1,0 6,-3-5,-1 0,-1-1,1 1,-1-1,-1 0,0 0,0 0,-1 0,0 0,-1-1,0 1,0-1,0-1,-1 1,-1-1,1 0,-1 0,0 0,-1-1,1-1,-1 1,-3 1,-63 44,-2-2,-2-4,-2-3,-32 9,89-40,-94 44,14-8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1.9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1,'-7'14,"-2"20,0 20,2 22,2 18,0 14,0 6,-1 0,1-5,1-11,1-15,1-16,1-21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2.2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93 1,'0'25,"-2"22,-3 18,-6 18,-2 9,-2 3,-1-3,3-8,3-12,4-15,4-18,4-16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2.6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0 494,'27'33,"1"0,1-1,2-2,0-2,2 0,12 5,-42-31,112 85,3-5,68 32,-123-85,-62-29,1-1,0 1,-1 0,1-1,-1 1,1-1,-1 0,1 1,-1-1,1 0,-1 0,0 0,1 0,-1 0,0 0,0-1,0 1,0 0,0-1,0 1,0 0,0-1,0 1,-1-1,1 1,-1-1,1 0,-1 1,1-1,-1 1,0-1,0 0,0 1,0-1,0 0,0 1,-1-1,1 0,-1-1,1 2,-1-304,17-248,-3 437,-13 116,0 1,0-1,0 0,1 1,-1-1,0 0,0 1,1-1,-1 0,0 0,0 1,1-1,-1 0,0 0,1 1,-1-1,0 0,1 0,-1 0,1 0,-1 0,0 1,1-1,-1 0,0 0,1 0,-1 0,1 0,-1 0,0 0,1 0,-1-1,0 1,1 0,-1 0,1 0,-1 0,0 0,1-1,-1 1,0 0,0 0,1 0,-1-1,0 1,1 0,-1-1,0 1,8 27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4.4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198 1,'-9'91,"3"0,6 55,1-61,-5 293,-24 98,-59 133,36-403,37-167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4.9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1,'35'305,"-13"1,-14 1,-13-1,-31 182,27-365,-12 125,-14 27,19-210,16-65,0 0,0 0,0-1,0 1,0 0,0 0,0-1,0 1,0 0,0 0,0 0,0-1,0 1,0 0,0 0,-1 0,1-1,0 1,0 0,0 0,0 0,-1 0,1 0,0-1,0 1,0 0,0 0,-1 0,1 0,0 0,0 0,0 0,-1 0,1 0,0 0,0 0,-1 0,1 0,0 0,0 0,0 0,-1 0,1 0,0 0,0 0,-1 0,1 0,0 0,0 0,0 0,-1 0,1 0,0 1,-2-25,1-5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5.4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0,'-11'47,"2"1,3 0,1 0,2 40,1-33,-2 40,-66 897,50-828,7 2,7 37,18-97,-11-105,-1 1,1-1,0 0,1 0,-1 0,0 0,0 0,0 0,1 0,-1 0,0 0,1 0,-1-1,1 1,-1-1,1 1,-1-1,1 1,-1-1,1 0,0 0,-1 0,1 0,-1 0,1 0,0 0,-1-1,1 1,-1 0,1-1,-1 1,1-1,-1 0,0 1,1-1,-1 0,0 0,1 0,-1 0,1-1,11-3,63-16,0 3,1 4,1 3,0 4,1 3,71 6,-22-3,306-13,-299 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6.1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189 1,'-1'0,"0"1,1 0,-1-1,1 1,0 0,-1 0,1 0,-1-1,1 1,0 0,0 0,0 0,-1 0,1-1,0 1,0 0,0 0,0 0,0 0,1 0,-1 0,0-1,0 1,0 0,1 0,-1 0,1 0,-1-1,0 1,1 0,-1-1,1 1,0 0,8 13,1-2,1 1,0-2,0 1,1-1,0-1,1 0,1-1,-1-1,1 0,11 5,160 72,-137-66,0 2,-1 2,-2 2,0 3,5 5,-45-29,0-1,0 1,0-1,-1 1,1 1,-1-1,0 1,0-1,0 1,-1 0,0 0,0 1,0-1,-1 1,0-1,0 1,0 0,0 0,-1 0,0 0,-1 0,1 0,-1 0,0 0,-1 6,-3-3,1 1,-1-1,-1 0,0 0,0 0,-1-1,0 0,0 0,-1-1,0 1,-1-1,-3 2,-54 45,-2-4,-3-2,-65 32,75-44,-267 158,247-145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6.7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152 97,'-12'31,"3"0,0 0,2 0,1 1,2 0,1 0,1 1,3 17,-3-26,2-1,0 1,1-1,2 0,0 0,2 0,0 0,2 0,0-1,1 0,2-1,0 0,1 0,13 16,-19-30,1-1,0-1,0 1,0-1,1 0,-1 0,1-1,0 0,1 0,-1-1,1 0,-1 0,1-1,0 1,0-2,0 1,0-1,1-1,-1 1,0-1,0-1,0 0,0 0,1 0,-1-1,-1 0,1-1,0 0,-1 0,1 0,1-3,3-1,0-2,-1 1,0-2,-1 1,0-2,-1 1,0-1,-1 0,0-1,0 0,-1 0,-1-1,0 0,-1 0,0 0,-1-1,-1 0,0 0,-1 0,0-5,1-7,-2 0,-1 0,-1-1,-2 1,0 0,-2 0,0 1,-2-1,-1 1,-7-14,4 15,0 0,-2 1,0 0,-2 1,0 1,-4-3,13 16,-1 1,0 0,0 0,-1 0,0 1,0 0,0 0,-1 1,1 0,-1 1,-1 0,1 0,0 1,-1 0,0 1,0 0,-6 0,7 2,1 1,-1 0,0 0,0 1,1 0,-1 1,1 0,0 0,0 1,0 0,0 0,0 1,1 0,0 0,0 1,0 0,1 0,0 1,0-1,-2 5,-7 9,1 0,1 1,0 1,2 0,1 1,-6 17,10-23,0 1,1 0,1 0,1 0,1 1,0-1,1 1,2 12,-1-25,1 1,0 0,0-1,0 1,1-1,0 1,1-1,-1 0,1 0,0 0,1 0,-1 0,1-1,1 0,-1 1,1-2,-1 1,1 0,1-1,-1 0,0 0,1-1,0 1,0-1,2 0,62 15,1-11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7.1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57 1,'-12'32,"2"1,1 1,1-1,2 1,2 0,-1 23,3-22,2 0,1 1,1-1,2 0,1 0,9 25,-10-42,2-1,0 1,1-1,1-1,0 1,1-1,1-1,0 0,2 0,-1-1,2 0,0-1,12 9,-20-17,0-1,0 0,0-1,1 0,0 1,-1-2,1 1,0-1,0 1,1-2,-1 1,0-1,1 0,-1 0,1-1,-1 0,1 0,-1 0,1-1,-1 0,0 0,1-1,-1 1,0-2,0 1,0 0,0-1,-1 0,3-2,6-8,-1-1,1-1,-2 0,0 0,-1-2,-1 1,0-1,-1-1,-1 1,-1-1,-1-1,0 0,-1 0,-1 0,-1 0,0-6,8-50,-4-1,-3 1,-4-1,-4-28,9 233,-4-49,4 0,4 0,12 53,-18-122,-1 1,1-1,1-1,0 1,1 0,0-1,0 0,1 0,0-1,1 1,0-1,1-1,0 1,0-2,5 5,24 10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7.4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0,'5'21,"1"17,0 17,-2 10,-1 7,-1 4,-1-3,0-5,-1-8,0-11,-3-14,0-14,-2-16,-1-9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07.7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15,'25'-2,"31"-2,29 1,29 1,21 0,14 1,2 0,-5 1,-18 0,-22 0,-28 0,-27 3,-22 3,-19 0,-10-1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3.1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0 164,'0'-2,"3"-4,6 0,12-1,18-3,18-3,18-2,14-3,6-1,0 1,-7 1,-14 3,-17 5,-25 3,-18 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3.7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1,'-7'1,"0"0,1 1,-1 0,0 1,1-1,0 1,0 0,0 1,0 0,0-1,0 2,1-1,0 1,0 0,0 0,1 0,0 1,0-1,0 1,0 0,1 0,0 1,1-1,-1 1,0 3,1 13,1 0,2 0,0 1,1-1,2 0,0-1,5 15,6 40,-14-68,-1-8,-1 0,1 0,0 0,-1 0,1 0,0 0,0 0,0 0,0 0,0 1,0-1,1 0,-1 0,0 0,0 0,1 0,-1 0,1 0,-1 0,1 0,-1 0,1 0,0 0,-1 0,1-1,0 1,0 0,0 0,-1-1,1 1,0 0,0-1,0 1,0-1,0 1,0-1,0 0,0 1,0-1,1 0,-1 0,0 0,0 0,0 0,0 0,0 0,0 0,1 0,96-53,-79 44,1 1,1 1,-1 1,1 0,0 2,1 0,-1 2,20-1,-31 3,0 1,0 0,-1 0,1 0,0 1,-1 1,1 0,-1 0,0 1,0 0,0 0,0 1,-1 0,0 1,0 0,0 0,-1 1,0 0,0 0,2 4,0 4,0 0,-2 0,0 0,0 1,-1 0,-2 1,1-1,-2 1,0 0,-1 0,-1 0,0 0,-1 0,-1 0,-1 0,0 0,-1 0,-1 0,-1-1,0 1,-1-1,-1-1,0 1,-1-1,-4 3,5-7,-1-1,-1 0,0 0,-1-1,1 0,-2-1,1 0,-1-1,0 0,-1-1,1 0,-1 0,-1-1,1-1,-1 0,1-1,-1-1,0 1,0-2,0 0,-1-1,1 0,0-1,0 0,0-1,-3-1,0 1,1 0,-1-1,1-1,-1 0,1-1,0-1,-11-5,26 11,-1 0,1 0,0-1,0 1,-1 0,1 0,0 0,-1 0,1 0,0 0,0-1,-1 1,1 0,0 0,0 0,-1-1,1 1,0 0,0 0,0-1,-1 1,1 0,0 0,0-1,0 1,0 0,0-1,0 1,0 0,0 0,0-1,-1 1,1 0,0-1,0 1,1 0,-1-1,0 1,0 0,0 0,0-1,0 1,0 0,0-1,0 1,1 0,-1 0,0-1,0 1,0 0,0 0,1-1,-1 1,0 0,0 0,1 0,-1-1,0 1,0 0,1 0,-1 0,0 0,1 0,-1 0,0 0,1-1,-1 1,27-6,-23 5,41-6,4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4.1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169 149,'-11'9,"0"1,1 1,0 0,1 0,0 1,1 0,0 1,1 0,-2 5,7-13,-1 1,1 0,1 0,-1 0,1 0,0 0,0 0,1 0,-1 0,2 0,-1 0,1 0,-1 0,2 0,-1 0,1 0,0 0,0 0,0-1,1 1,0-1,0 1,2 1,1 0,-1-1,2 0,-1 0,1-1,-1 0,2 0,-1 0,0-1,1 0,0-1,0 0,0 0,0-1,0 1,0-2,1 1,-1-1,1-1,-1 1,1-2,-1 1,1-1,-1 0,1-1,-1 0,4-1,-4 1,0 0,0-1,-1 1,0-1,1-1,-1 1,0-2,0 1,-1 0,0-1,1 0,-2-1,1 0,-1 0,1 0,-2 0,1-1,-1 1,0-1,0 0,-1-1,0 1,0-1,0 1,-1-1,-1 0,1 0,-1-2,-2-5,-1 1,-1 0,0 0,0 0,-2 0,0 0,0 1,-1 0,-1 0,0 0,-1 1,0 0,-1 1,0 0,-1 0,0 1,0 0,-2 1,1 0,-1 1,0 0,0 0,-2 1,8 3,0 0,-1 0,0 1,1 0,-1 0,-1 0,1 1,0 0,0 0,-1 1,1 0,-1 1,1-1,-1 1,1 1,-1-1,1 1,-1 1,1-1,0 1,0 1,-1-1,2 1,-1 0,0 1,1-1,-1 2,1-1,0 0,0 1,1 0,-1 1,1-1,1 1,-4 4,4-2,1 1,0-1,0 1,1 0,0 0,1 0,0 0,0 0,1 0,0 0,0 0,1 0,1 0,-1 0,1 0,1 0,0 0,0-1,0 1,1-1,1 0,-1 0,1-1,1 1,-1-1,1 0,0 0,1-1,0 0,0 0,0-1,1 0,-1 0,5 2,55 27,-1-10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4.4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35 313,'-3'2,"1"1,-1-1,0 1,1-1,-1 1,1 0,0 0,0 0,0 0,1 0,-1 1,1-1,-1 0,1 1,0-1,0 1,1 0,-1-1,1 1,0-1,0 1,0 0,0-1,1 1,-1-1,1 1,0 0,1 1,0 2,1 0,1 0,-1-1,1 0,0 1,1-1,-1-1,1 1,0-1,1 0,-1 0,1 0,5 3,-1-2,0 0,1-1,-1 0,1-1,0 0,0-1,0 0,1-1,-1 0,1 0,-1-1,1-1,-1 0,1-1,0 0,-1-1,0 0,1 0,-1-1,0-1,0 0,0-1,-1 0,0 0,0-1,0 0,-1-1,1 0,-2-1,1 0,-1 0,0-1,-1 0,0 0,0-1,-1 1,0-2,-1 1,0-1,-1-1,0 0,0 0,-1 0,-1 0,0 0,-1-1,0 1,-1 0,-1-1,1 1,-2 0,0-1,0 1,-1 0,-1 0,0 0,-1 1,0 0,0 0,-1 0,-1 0,0 1,0 0,-1 0,0 1,-1 0,0 1,-1-1,1 2,-1 0,-1 0,1 0,-1 1,-8-2,13 6,-1 1,1 0,-1 0,1 0,-1 1,1 0,-1 0,1 1,-1 0,1 0,0 0,-1 1,1 0,0 0,0 1,0 0,0 0,1 0,-1 1,1-1,0 1,0 1,0-1,0 1,1-1,0 1,0 1,0-1,1 1,0-1,-1 1,-1 4,0 0,0 0,1 1,0-1,1 1,0 0,0 0,1 0,1 1,0-1,1 0,0 1,0-1,1 0,1 0,0 0,3 8,-2-10,1 0,0-1,1 1,0-1,0 0,0-1,1 1,1-1,-1 0,1-1,0 0,1 1,38 24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4.7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0,'-4'18,"-2"20,0 22,2 20,0 16,2 9,4 3,0-4,1-7,-1-12,3-16,1-19,5-18,1-15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5.0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445 0,'-59'74,"-4"-3,-2-3,-30 21,-33 18,126-106,0-1,0 1,0 0,0 0,0 0,1 0,-1 0,0 0,1 0,-1 1,1-1,-1 1,1-1,0 1,0-1,0 1,0 0,0 0,0-1,0 1,0 0,0 0,1 0,-1 0,1 0,0 0,-1 0,1 0,0 0,0 0,1 0,-1 0,0 0,0 0,1 0,-1 0,1 0,0 0,0 0,0-1,0 1,0 0,0 0,0-1,0 1,1-1,16 11,0 0,1-2,0 0,1-2,0 0,14 4,-6-2,30 12,1-2,0-3,1-3,1-2,0-2,27-2,-26-14,-39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5.2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0,'-4'21,"-5"24,-2 23,-2 21,2 15,-1 9,3-2,3-9,4-9,7-14,8-19,5-19,1-16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5.4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1,'2'20,"1"23,0 23,-1 17,0 16,-3 9,-2 4,-1 0,-2-7,2-9,-2-14,-2-15,1-18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5.9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92,'21'-12,"1"1,0 0,0 2,1 0,0 1,0 2,1 0,0 2,3 0,4-1,1 2,0 0,0 3,0 0,-1 2,1 2,0 0,-1 2,2 2,-19-4,0 1,0 0,-1 0,0 1,0 1,0 0,-1 1,0 0,0 1,-1 0,0 1,-1 1,0-1,0 1,-1 1,-1 0,0 0,-1 1,0 0,4 12,-5-5,0 0,-2 0,0 0,-2 0,0 1,-1-1,-1 1,-1-1,-1 1,0-1,-3 4,-10 46,-4-2,-16 39,19-60,10-28,-5 6,2 2,1-1,1 1,2 1,0-1,2 1,1-1,1 1,2 10,1-30,0 1,0-1,1 1,0-1,0 0,1 0,1 0,-1 0,1-1,0 0,1 0,-1 0,1-1,1 1,-1-2,1 1,0-1,1 0,-1 0,1-1,0 0,0 0,2 0,9 3,0 0,1-2,-1 0,1-1,0-1,1-1,-1-1,0 0,14-3,-19 1,0-1,0-1,0 0,-1-1,0-1,1 0,-2-1,1 0,-1-1,11-8,-18 12,-1-1,1 0,-1 0,0-1,-1 0,1 0,-1 0,0 0,0 0,0-1,-1 0,0 0,0 0,0 0,-1 0,0-1,0 1,-1 0,0-1,0 0,0 1,-1-1,0 0,0 1,-1-3,-1-2,-1 1,0 0,0 0,-1 0,-1 0,0 1,0 0,0 0,-1 0,-1 0,0 1,0 0,0 1,-1-1,0 1,-1 0,-18-13,-1 0,-1 2,-1 1,-10-2,-26-13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6.1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0 259,'16'-14,"22"-9,23-2,28-3,23 0,18 0,6 0,-2 3,-16 3,-24 5,-25 6,-26 5,-26 3,-20 2,-16 4,-10 1,-4 0,4-1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8.8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0 455,'24'-74,"-4"0,-3 0,-4-2,3-60,-12 115,-1 213,20 288,-22-423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9.2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69,'25'0,"24"0,24-2,28-3,27-3,25-3,20-1,10 1,-1 3,-11 2,-21 2,-25 3,-28 0,-29 1,-29 1,-24-1,-16 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19.7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0 498,'23'-220,"-7"112,0-61,-43 613,26-403,-1-8,1 0,2 1,1-1,2 0,7 31,-3-38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0.2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61,'1'-3,"1"-1,-1 1,1 0,-1 0,1 0,0 0,0 0,1 0,-1 1,1-1,-1 1,1-1,0 1,0 0,0 0,0 0,0 1,0-1,0 1,1-1,-1 1,1 0,-1 0,1 1,-1-1,1 1,-1 0,1 0,3 0,14-2,0 0,0 1,0 1,0 1,0 1,-1 1,1 1,0 1,-1 0,0 2,0 0,-1 1,0 1,0 1,6 5,-20-12,0 0,0 0,-1 1,1-1,-1 1,0 0,0 0,0 0,-1 1,1-1,-1 1,0 0,-1 0,1 0,-1 0,0 1,0-1,0 0,-1 1,0 0,0-1,-1 1,1-1,-1 1,0 0,-1-1,1 1,-1 0,-1 0,-6 10,-1 0,0-1,-2 0,0 0,0-1,-1 0,-1-1,-1-1,1 0,-2-1,0 0,-2 0,-254 170,256-156,47-14,135-24,-125 6,3 1,163-24,133 2,-249 30,-67 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1.0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4,'0'-3,"0"2,3 2,0 1,0 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1.4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1,'-2'11,"1"0,0 0,0 1,1-1,1 1,0-1,0 0,1 0,1 1,0-1,0-1,1 1,0 0,1-1,0 0,1 0,0 0,6 6,19 17,1-2,2-2,1 0,1-3,1-1,1-2,9 3,21 15,51 42,-118-82,0 0,-1 0,1 0,0 0,0 0,-1 0,1 0,-1 0,1 0,-1 1,1-1,-1 0,0 0,0 0,1 1,-1-1,0 0,0 0,0 1,0-1,-1 0,1 0,0 0,0 1,-1-1,1 0,-1 0,1 0,-1 0,1 0,-1 0,0 0,1 0,-1 0,0 0,0 0,0 0,0 0,0 0,0-1,0 1,0 0,0-1,0 1,0-1,0 1,-1-1,1 0,0 1,0-1,0 0,-1 0,1 0,0 0,0 0,-1 0,1 0,0 0,-1-1,-35 9,-1-2,0-2,0-2,-1-1,1-2,0-1,-21-5,-42-10,11-3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1.7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1 101,'18'-15,"22"-6,22-2,21 4,17 4,10 8,0 7,-20 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2.0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73 153,'-10'25,"2"1,0 0,1 0,2 1,1 0,1 0,1 0,1 5,1-26,0 0,1 0,0 0,-1 0,2-1,-1 1,1 0,0-1,0 1,0-1,1 1,0-1,0 0,0 0,1-1,-1 1,1 0,0-1,1 0,-1 0,1-1,0 1,0-1,0 0,0 0,0 0,1-1,-1 0,1 0,-1 0,1-1,0 0,1 0,3-1,1 0,-1-1,1-1,-1 0,1 0,-1-1,0 0,0 0,0-2,-1 1,0-1,1 0,-1-1,-1 0,1 0,-1-1,-1 0,1-1,-1 0,0 0,-1 0,0-1,0 0,-1 0,0 0,0-1,-1 0,-1 0,0 0,0 0,-1 0,0-1,0 1,-2-1,1-6,-1 2,-1 0,0 0,-1 1,0-1,-1 1,-1-1,-1 1,0 0,0 0,-2 1,1 0,-2 0,-3-5,6 11,0 0,0 1,0-1,0 1,-1 1,0-1,0 1,-1 0,0 0,1 1,-1 0,-1 0,1 1,-1 0,1 0,-1 0,0 1,0 1,0-1,0 1,0 0,0 1,-1 0,1 1,-1-1,1 3,0-1,-1 1,2 0,-1 1,0 0,1 0,0 1,-1 0,2 0,-1 0,1 1,0 0,0 1,0-1,1 1,0 0,1 0,-1 0,1 1,1 0,-1 0,2 0,-1 0,1 0,0 1,0-1,1 0,0 1,1 0,0-1,0 1,1-1,0 1,1-1,0 1,0-1,0 0,1 0,1 0,-1 0,1-1,0 1,1-1,0 0,5 6,41 32,4-9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2.3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241 227,'-2'8,"-1"-1,1 2,1-1,0 0,0 0,0 0,1 0,0 1,1-1,0 0,0 0,1 0,0 0,0 0,1 0,0 0,0-1,1 1,0-1,0 0,1 0,0-1,0 1,0-1,7 6,-3-5,1 0,0 0,0-1,1-1,-1 1,1-2,0 0,1 0,-1 0,1-2,-1 1,1-2,0 0,0 0,0-1,0 0,0-1,0 0,2-2,-6 2,-1 0,1-1,-1 0,1-1,-1 0,0 0,1-1,-2 0,1 0,0 0,-1-1,0 0,0 0,0 0,-1-1,0 0,0 0,0-1,-1 1,0-1,0 0,0 0,-1 0,0-1,-1 1,0-1,0 1,0-1,-1-1,0-3,-1 0,0 1,0-1,-2 0,1 0,-1 0,-1 1,0-1,-1 1,0 0,-1 0,0 0,0 1,-1-1,-1 1,0 1,0-1,-1 1,0 0,-3-2,0 1,-1 0,0 0,0 1,-1 1,0 0,-1 0,0 1,0 1,0 1,-1 0,1 1,-1 0,0 1,-1 1,-8-1,4 4,0 1,0 0,0 2,1 0,-1 1,1 1,0 1,1 1,0 0,0 1,1 1,0 1,0 1,2 0,-11 10,-28 27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3.6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315 1,'-50'68,"-2"-2,-4-2,-4 0,-36 35,140-147,12-7,-32 35,-2-2,0 0,-1-2,-2 0,0-1,-2-1,8-16,-17 36,-6 26,-2-10,21 202,-4-51,-5 102,-10-228,3-34,-2-7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4.5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1,'-7'25,"-4"20,-3 18,2 11,1 8,4 3,3-1,2-4,1-7,-1-6,-1-10,1-10,0-13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4.8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496 0,'0'10,"1"-1,-1 1,-1-1,0 0,0 1,-1-1,0 0,0 0,-1 0,0 0,-1 0,0-1,0 1,-1-1,0 0,-1 0,-1 1,-9 10,-1 0,-1-1,0 0,-2-2,-16 11,-144 75,90-57,87-44,0 0,1 0,-1 0,0 1,1-1,-1 0,0 1,1 0,0 0,-1-1,1 1,0 1,0-1,0 0,0 0,1 1,-1-1,0 1,1 0,0-1,0 1,0 0,0 0,0 0,0 0,1 0,-1 0,1-1,0 1,0 0,0 0,1 2,3 3,1 0,0-1,1 0,-1 1,1-2,1 1,-1-1,1 0,1 0,-1-1,1 0,-1 0,1-1,1 0,5 2,30 12,2-2,0-2,0-2,1-2,1-3,0-1,0-2,0-3,29-2,58-11,-111 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5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 93,'2'-16,"1"-10,0-2,-1 7,0 19,-4 24,0 21,-3 22,0 14,0 8,2 2,1-5,0-9,2-12,2-14,6-16,1-13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5.3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167 1,'0'25,"-2"26,-4 23,0 19,-1 15,-5 9,-2 2,-3-2,-1-8,-2-11,0-11,1-13,4-15,4-17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5.8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0,'385'17,"-275"-13,273 24,-363-26,0 1,0 1,-1 1,1 0,-1 2,11 5,-26-10,0 0,0 0,-1 0,1 1,-1-1,0 1,0 0,0 0,0 0,0 0,0 1,-1-1,1 1,-1-1,0 1,-1 0,1 0,0 0,-1 0,0 0,0 0,0 0,-1 1,1-1,-1 0,0 0,0 1,-1-1,1 0,-1 0,0 0,0 1,0-1,-1 0,-8 24,-2-1,-1 0,-1-1,-2-1,0 0,-18 21,21-28,-28 36,12-16,1 0,2 2,2 0,2 2,-10 26,29-61,0 1,1 0,0 1,0-1,0 0,1 1,1-1,-1 1,1-1,1 1,0-1,0 1,0-1,1 0,0 1,1-1,0 0,0-1,1 1,0 0,0-1,1 0,0 0,0 0,0-1,1 0,0 0,1 0,16 11,1-2,1-1,0-1,1-2,1 0,-1-1,2-2,-1-1,1-1,0-1,0-2,1-1,-1-1,4-1,-18 1,1 0,-1-1,1-1,-1 0,1-1,-1 0,0-1,0-1,0-1,-1 0,5-2,-17 6,1 0,0 0,0 0,0 0,0-1,-1 1,1-1,-1 1,1-1,-1 1,0-1,1 0,-1 0,0 0,0 0,0 0,0 0,-1 0,1 0,-1 0,1 0,-1 0,0-1,1 1,-1 0,0 0,-1 0,1 0,0-1,0 1,-1 0,0 0,1 0,-1 0,0 0,0 0,0 0,-1-1,-55-61,24 37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26.1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39,'21'-3,"20"0,21 1,20-1,20 2,15 0,10-2,2-7,-21-2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2.2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0,'5'21,"3"15,3 16,0 10,-3 8,-2 6,-2 3,-4 1,-7-3,-2-8,-2-10,1-16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2.6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365 0,'-12'33,"-1"-2,-2 1,-1-2,-1 0,-2-1,0 0,-2-2,-2-1,-2 2,-19 22,-3-1,-38 29,77-71,26-20,-13 8,0 0,1 1,-1 0,1 0,0 0,1 1,-1 0,0 0,1 0,0 1,-1 0,1 0,0 1,0 0,0 0,0 1,0 0,1 0,-1 0,0 1,0 0,0 1,-1-1,1 2,0-1,2 1,1 6,0 0,-1 1,0 0,0 1,-1-1,-1 2,0-1,4 8,29 43,-31-51,2 0,-1 0,1-1,1-1,0 1,0-2,1 0,0 0,0-2,1 1,0-2,0 1,1-2,-1 0,1-1,0 0,-1-1,1-1,0-1,7 0,27-3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2.9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1,'22'0,"25"0,21 0,18 0,5 0,-5 0,-19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3.1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0,'20'7,"25"2,26 0,25-2,17-2,6-4,-19-3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4.1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40 365,'4'-56,"2"1,3 0,3 0,1 1,5-4,-10 27,-46 190,-17 151,47-253,3 0,1 1,4 11,3-35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34.4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1,'22'1,"0"1,0 1,0 1,-1 2,1 0,-1 0,-1 2,1 1,-1 1,-1 0,-14-8,-1-1,1 1,-1 0,1 1,-1-1,0 1,0 0,0 0,0 0,0 0,-1 1,0 0,1-1,-1 1,-1 0,1 1,-1-1,1 0,-1 1,0-1,-1 1,1 0,-1 0,0-1,0 1,-1 0,1 0,-1 0,0 0,0 0,-1 0,0 0,0 4,-10 8,-1 0,0-2,-1 1,0-1,-1-1,-1-1,0 0,-1-1,0 0,-1-2,-1 0,-2 1,16-9,-99 63,71-35,31-29,1 0,0 0,0 0,-1 0,1-1,0 1,0 0,0 0,0 0,0 0,0 0,0 0,0 0,0 0,1-1,-1 1,0 0,1 0,-1 0,0 0,1-1,-1 1,1 0,-1 0,1-1,-1 1,1 0,0-1,-1 1,1 0,0-1,0 1,-1-1,1 0,0 1,0-1,0 1,0-1,0 0,-1 0,1 0,0 1,0-1,0 0,1 0,129 18,182-4,-223-9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06.1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1,'5'9,"1"3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07.3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261 197,'-11'30,"2"1,1 0,2 1,0-1,2 1,2 0,1 11,0-21,-6 660,7-660,1 1,-1 0,-2 0,0-1,-1 1,-1 0,-5 14,9-36,0-1,0 1,0 0,0-1,0 1,0 0,0-1,0 1,0 0,0-1,0 1,0-1,0 1,-1 0,1-1,0 1,0 0,-1-1,1 1,0-1,-1 1,1-1,-1 1,1-1,-1 1,1-1,-1 0,1 1,-1-1,1 1,-1-1,1 0,-1 0,0 1,1-1,-1 0,1 0,-1 0,0 0,1 1,-1-1,0 0,1 0,-1 0,0-1,1 1,-1 0,0 0,1 0,-1 0,1-1,-1 1,0 0,1 0,-1-1,1 1,-1-1,1 1,-1 0,1-1,-1 1,1-1,-1 1,1-1,0 1,-1-1,1 1,0-1,-1 0,-19-49,18 44,-20-78,3-1,4-1,4 0,2-28,0 27,4 0,4 0,4 1,3-1,8-20,-10 85,1 1,1 0,1 0,1 0,1 1,1 0,0 1,2 0,3-4,-8 14,0 0,1 1,0 0,0 0,0 1,1-1,1 2,-1 0,1 0,0 0,0 1,1 1,-1 0,1 0,0 1,0 0,0 1,8 0,-8 1,0 1,-1 0,1 1,0 0,0 1,-1 0,1 1,-1 0,1 0,-1 1,0 1,-1 0,1 0,-1 0,0 2,0-1,-1 1,1 0,-2 1,1 0,-1 0,0 0,-1 1,0 0,0 0,-1 1,0 0,-1 0,0 0,-1 0,0 1,0-1,-1 1,0 1,-1 6,0 0,-1 0,-1 0,0 0,-1 0,-2 0,1 0,-2-1,0 0,-2 0,1 0,-2-1,0 0,-1 0,-2 1,-5 7,-2 0,0-2,-1 1,-1-2,-1-1,-1-1,-1 0,-24 14,30-23,1 0,-1-1,-1-1,0 0,0-2,0 0,-1-1,0-1,0 0,0-2,0 0,-1-1,1-1,0-1,-19-3,18 1,19 3,1 1,0-1,-1 0,1 0,0 1,0-1,-1 0,1 1,0-1,0 0,0 0,-1 1,1-1,0 0,0 1,0-1,0 1,0-1,0 0,0 1,0-1,0 0,0 1,0-1,0 1,0-1,0 0,0 1,0-1,0 0,0 1,0-1,0 0,1 1,-1-1,0 0,0 1,0-1,1 0,-1 1,0-1,1 0,-1 0,0 1,0-1,1 0,-1 0,0 0,1 1,-1-1,0 0,1 0,-1 0,1 0,-1 0,1 0,0 2,195 203,-171-178,1-1,2-2,1 0,0-2,2-2,1 0,0-2,1-2,4 1,5-3,1-1,1-2,0-2,0-2,0-2,26-1,-66-3,0-1,0 1,0-1,0 0,0 0,0 0,0 0,0-1,0 0,0 0,0 0,-1 0,1 0,0-1,-1 0,1 0,-1 0,1 0,-1 0,0-1,0 1,0-1,0 0,0 0,-1 0,2-3,2-10,-2 0,0 0,0 0,-1-1,-2 1,1-1,-2 0,0 1,-1-1,-3-15,3 11,-1-1,-1 1,0 0,-2-1,-1 2,0-1,-2 1,0 0,-1 0,-1 1,-1 0,-6-7,16 24,0 0,0 1,0-1,-1 0,1 0,-1 1,1-1,-1 1,1-1,-1 1,0 0,0 0,0 0,0 0,0 0,0 0,0 0,0 1,0-1,0 1,0-1,0 1,0 0,-1 0,1 0,0 0,0 0,0 0,0 1,-1-1,1 1,0-1,0 1,0 0,0 0,0 0,-1 1,-4 7,0 1,1 0,0 0,1 1,-1-1,2 1,0 0,0 1,1-1,1 1,0-1,0 1,1 0,0-1,1 1,1 7,-1-5,0 1,1-1,0 1,1-1,1 0,0 1,1-1,0 0,1-1,1 1,0-1,1 0,0-1,1 0,0 0,1 0,1-1,0 0,0-1,1 0,0-1,0 0,7 3,0-4,1 0,0-1,1-1,-1-1,1-1,0 0,0-2,1 0,-1-1,0-2,1 0,-1 0,0-2,8-2,46-11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08.3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80,'-14'-8,"-1"0,0 1,0 0,-1 1,1 1,-1 1,-1 0,1 1,0 0,-1 2,0 0,1 0,-1 2,1 0,-1 1,1 1,-1 0,-8 4,17-4,0 0,0 0,0 1,0 1,0-1,1 1,0 0,0 1,0 0,1 0,0 0,0 1,1 0,0 0,0 0,0 1,1 0,0-1,0 2,1-1,0 0,1 1,0-1,0 1,1 0,0-1,0 1,1 0,0 0,2 8,-1-13,1 0,0 0,-1 0,1 0,1 0,-1 0,1 0,-1-1,1 1,0-1,0 0,1 0,-1 0,1 0,-1-1,1 1,0-1,0 0,0 0,0-1,0 1,1-1,-1 0,0 0,1 0,-1 0,1-1,7 1,-1 0,0-1,0 0,0-1,0-1,0 1,0-2,0 1,0-2,4-1,3-4,0-1,0 0,-1-2,-1 0,0 0,-1-2,0 0,-1 0,-1-1,0-1,-1-1,-1 1,0-2,-1 1,-1-2,-1 1,5-18,-5 5,-8 31,0 0,-1 0,1 0,0 0,0 0,-1 0,1 0,0 0,-1 0,1 0,0 0,-1 0,1 0,0 0,0 0,-1 0,1 0,0 0,-1 0,1 0,0 0,0-1,-1 1,1 0,0 0,0 0,-1-1,1 1,0 0,0 0,0-1,-1 1,1 0,0 0,0-1,0 1,0 0,0 0,-1-1,-6 19,-1 1,2 0,1 0,0 1,1-1,2 1,-1 0,2-8,-8 103,5 0,5 0,6 0,4 0,8 15,5 82,-19-183,-1 0,-2 1,-1 0,-1-1,-1 1,-2-1,-1 1,-2-1,0 0,-2-1,-1 1,-2-2,-10 21,15-39,1-1,-1 0,-1 0,0-1,0 0,0 0,-1-1,-7 6,11-10,1 0,0 0,0-1,-1 1,1-1,-1 0,1 0,-1 0,1 0,-1 0,0-1,1 0,-1 0,0 0,1 0,-1 0,0-1,1 0,-1 1,0-1,1-1,-1 1,1 0,0-1,-1 0,-6-6,0-1,1 1,1-1,0-1,0 0,0 0,1-1,1 1,0-1,0-1,1 1,1-1,0 0,-2-12,-6-10,2-1,2-1,1 1,2-1,1 0,2-1,1 1,2 0,2 0,1-1,2 2,1-1,2 1,1 0,2 1,1 0,2 1,1 0,8-8,12-9,3 2,1 2,3 1,1 2,3 3,1 1,1 3,3 1,0 3,20-7,-27 15,1 2,0 2,42-12,-88 32,0-1,1 1,-1 0,1 0,-1-1,0 1,1 0,-1 0,1 0,-1 0,1-1,-1 1,0 0,1 0,-1 0,1 0,-1 0,1 0,-1 0,1 0,-1 0,0 0,1 0,-1 1,1-1,-1 0,1 0,-1 0,0 0,1 1,-1-1,1 0,-1 1,0-1,1 0,-1 0,0 1,0-1,1 1,-1-1,0 0,0 1,1-1,-1 1,0-1,0 0,0 1,0-1,0 1,0-1,-7 24,3-14,0-3,1 0,1-1,0 1,0 1,0-1,1 0,0 0,0 1,1-1,0 0,0 1,1-1,0 0,0 1,0-1,1 0,0 0,1 0,0 0,0-1,0 1,1-1,0 1,0-1,0 0,1-1,0 1,4 3,-6-6,0-1,0 1,0-1,0 1,0-1,1 0,-1 0,1 0,-1-1,1 1,0-1,0 0,-1 0,1 0,0 0,0-1,0 0,0 1,0-2,0 1,0 0,0-1,0 0,0 1,0-2,-1 1,1 0,0-1,-1 0,1 1,-1-2,1 1,-1 0,0-1,0 1,0-1,1-1,11-17,0-1,-2 0,0-1,-2-1,0 0,0-5,-1 5,27-65,-42 102,1-1,1 0,0 1,1-1,0 1,1 0,1 0,0-1,1 4,-1-10,1 0,-1 0,1 0,1 0,-1-1,1 1,0 0,1-1,-1 0,1 1,0-1,1 0,-1 0,1-1,0 1,0-1,0 0,0 0,1 0,0-1,0 1,4 2,3-1,0-1,0 0,1 0,-1-2,1 1,-1-1,1-1,0 0,0-1,-1-1,1 0,0 0,-1-1,1-1,-1 0,1-1,-1 0,3-2,24-12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08.9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1115,'22'-20,"0"-1,-1-1,-1 0,-1-2,-1 0,-1-1,-1-1,-1-1,-2 0,0-1,-2 0,-1 0,-2-1,4-22,3-44,-4 0,-5-1,-4 0,-6-51,4 142,-18-111,17 112,0 1,0 0,0-1,0 1,-1 0,0 0,1 0,-1 0,0 0,0 1,-1-1,1 1,-1-1,1 1,-1 0,0 0,0 0,0 0,0 0,0 1,0-1,0 1,-1 0,1 0,0 0,-1 1,1-1,-1 1,1-1,0 1,-2 0,-3 2,0-1,0 1,1 0,-1 0,0 1,1 0,0 1,0-1,0 1,0 1,0-1,1 1,0 0,0 1,0-1,1 1,0 1,0-1,-8 10,2 1,0 0,1 1,1 0,0 0,-3 13,2 3,1 0,2 0,1 1,2 0,1 0,2 1,2-1,1 0,1 0,2 0,2 0,1-1,8 19,17 46,5-2,5-1,51 84,-10-36,-84-142,1-1,0 1,0-1,0 1,0-1,0 1,0-1,0 0,1 1,-1-1,0 0,1 0,-1 0,1 0,-1 0,1 0,-1-1,1 1,0 0,0-1,-1 0,1 1,0-1,-1 0,1 0,0 1,0-2,0 1,-1 0,1 0,0 0,0-1,-1 1,1-1,0 1,-1-1,2 0,10-9,0-1,-1 0,0 0,0-1,-1-1,2-4,8-8,106-119,-125 142,-1 1,-1 0,0 0,1 0,-1 0,1 1,-1-1,1 0,-1 0,1 0,-1 0,1 1,0-1,0 0,-1 1,1-1,0 0,0 1,0-1,0 1,-1 0,1-1,0 1,0 0,0-1,0 1,0 0,0 0,0 0,0 0,0 0,0 0,0 0,0 0,0 0,0 0,0 0,0 1,0-1,0 0,0 1,0-1,0 1,0-1,-1 1,1 0,0 0,16 119,20 1,-34-115,0-1,0 1,0-1,1 0,-1 0,1 0,0-1,1 1,-1-1,1 0,0 0,0-1,0 1,1-1,-1 0,1-1,0 1,-1-1,2 0,-2-1,0-1,0 1,0-1,-1-1,1 1,0-1,0 0,-1 0,1 0,0 0,-1-1,1 0,-1 0,0 0,1-1,-1 1,0-1,-1 0,1 0,2-3,13-10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09.2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 12,'-2'-5,"-1"2,0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10.6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1,'250'14,"-149"-12,1743 51,-351-30,-946 16,-539-38,-6 0,0 0,0-1,-1 0,1 1,0-1,0 0,-1 0,1 0,0 0,0 0,-1 0,1 0,0-1,0 1,-1-1,1 1,0-1,-1 0,1 1,0-1,-1 0,1 0,-1 0,0 0,1-1,0-7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11.2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1,'-2'0,"1"0,1 2,1 3,0 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11.5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14,'0'-2,"-3"-3,0-1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15.9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1,'3'2,"4"1,9 2,11 1,16-2,16 0,20-4,16-2,13-3,6 0,-3 0,-9 1,-15 2,-17 1,-21 2,-19 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25.0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1,'36'105,"-26"-70,2 1,2-1,1-1,1-1,19 29,-33-59,-1 1,1-1,0 1,1-1,-1 0,1 0,-1 0,1 0,0 0,0-1,0 1,0-1,1 0,-1 0,0 0,1 0,0-1,-1 1,1-1,0 0,0 0,0 0,0-1,0 1,0-1,0 0,0 0,-1-1,1 1,0-1,0 1,0-1,0-1,0 1,-1 0,1-1,-1 0,2 0,12-14,0-1,-1 0,0-1,-2-1,0 0,-1-1,-1 0,-1-1,-1 0,5-17,17-43,-28 118,-5-26,1 0,1-1,0 1,0 0,1-1,1 1,-1-1,2 0,-1 0,2 0,-1 0,1-1,1 1,-1-1,2-1,-1 1,1-1,1 0,-1-1,1 1,0-2,1 1,4 2,28 8,-4-6</inkml:trace>
  <inkml:trace contextRef="#ctx0" brushRef="#br0" timeOffset="367.429">790 40,'-2'10,"1"0,0 0,1 0,0 0,1 1,0-1,1 0,0 0,0 0,1-1,0 1,1-1,0 1,0-1,1 0,0-1,1 1,0-1,0 0,1-1,0 1,0-1,1-1,0 1,0-1,1-1,-1 1,1-1,0-1,0 0,1 0,0-1,-1 0,1-1,0 0,6 1,-10-3,0 0,0-1,1 1,-1-1,0 0,0 0,0-1,0 0,-1 0,1-1,0 1,-1-1,0 0,1-1,-1 1,-1-1,1 0,0 0,-1-1,0 1,0-1,0 0,-1 0,2-3,2-4,-1 1,-1-1,0 0,-1 0,0 0,-1-1,0 0,-1 1,0-1,-1 0,-1-4,-7-16,-6 53,12-12,0-1,0 1,1 0,0-1,0 1,1 0,0 0,0-1,1 1,0-1,0 0,1 1,0-1,0 0,1 0,0-1,0 1,0-1,1 0,0 0,0 0,2 0,7 8,0-1,1 0,1-1,0-1,1 0,0-2,1 1,4 0,45 14,-6-7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23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379 132,'-13'-6,"1"1,-1 1,0 0,-1 0,1 1,-1 1,1 0,-1 1,0 0,1 1,-1 1,0 0,1 1,-1 1,1 0,0 0,0 2,0-1,0 2,1-1,0 2,0 0,0 0,1 1,0 0,-6 7,15-12,-1 0,1-1,0 1,-1 0,2 0,-1 0,0 1,1-1,-1 0,1 1,0-1,0 1,0-1,1 1,-1 0,1-1,0 1,0-1,0 1,0 0,1-1,-1 1,1-1,0 1,0-1,1 1,-1-1,0 0,1 1,0-1,0 0,0 0,0 0,1-1,-1 1,1 0,-1-1,3 2,3 1,0-1,1 0,-1 0,1-1,-1 0,1 0,0-1,0 0,0-1,1 0,-1 0,0-1,0 0,1-1,-1 0,0 0,0-1,0 0,0-1,0 0,-1 0,1-1,-1 0,0-1,0 1,0-2,-1 1,0-1,0 0,0 0,-1-1,0 0,0 0,0-1,-1 1,-1-1,2-3,-2 3,-1 1,0-1,0 0,-1 0,0 0,0-1,-1 1,0 0,0-1,-1 1,-1 0,1-1,-1 0,1 9,0 1,0-1,0 0,0 1,0-1,0 1,0-1,0 1,-1-1,1 1,0-1,0 1,0-1,0 0,-1 1,1-1,0 1,-1-1,1 0,0 1,-1-1,1 0,0 1,-1-1,1 0,0 1,-1-1,1 0,-1 0,1 0,-1 1,1-1,-1 0,1 0,0 0,-1 0,1 0,-1 0,1 0,-1 0,1 0,-1 0,1 0,-1 0,1 0,-1-1,1 1,-1 0,1 0,0 0,-1-1,1 1,-1 0,1 0,0-1,-1 1,1 0,0-1,-1 1,1-1,0 1,-1-1,-1 10,0-1,1 0,-1 0,1 1,1-1,0 1,0-1,1 0,0 1,0-1,1 0,0 1,0-1,1 0,0-1,0 1,1 0,0-1,1 0,-1 0,1 0,1-1,-1 1,1-1,0 0,0-1,1 0,0 0,0 0,0-1,5 3,26 10</inkml:trace>
  <inkml:trace contextRef="#ctx0" brushRef="#br0" timeOffset="311.138">580 12,'4'15,"1"0,1 0,0-1,1 0,1 0,0 0,1-1,0-1,1 1,0-2,7 6,24 24,1-1,3-3,16 10,-56-44,-5-1,1-1,0 0,-1 0,1 0,0 0,0 0,-1 0,1 0,0 0,0 0,0-1,0 1,0 0,1-1,-1 1,0 0,0-1,0 1,0-1,1 0,-1 1,0-1,0 0,1 0,-1 0,0 0,1 0,-1 0,0 0,0 0,1-1,-1 1,0 0,0-1,0 1,1-1,-1 1,0-1,0 0,0 1,0-1,0 0,0 0,0 0,0 0,0 0,-1 0,1 0,0 0,0 0,-1 0,1 0,-1-1,33-216,-31 207,0 0,0 1,1-1,0 1,0 0,1 0,1 0,0 0,4-6,0 6</inkml:trace>
  <inkml:trace contextRef="#ctx0" brushRef="#br0" timeOffset="654.293">1207 346,'33'-24,"-10"10,-1-1,-1-1,0-1,-2-1,0-1,-1 0,0-1,-2-1,-1-1,0 0,2-8,-16 28,0 0,0 0,0-1,0 1,0 0,0-1,-1 1,1-1,-1 1,0-1,0 1,0-1,0 1,0-1,0 1,-1-1,1 1,-1 0,0-1,1 1,-1-1,0 1,-1 0,1 0,0 0,-1 0,1 0,-1 0,1 0,-1 0,0 0,0 1,0-1,0 1,0 0,0-1,0 1,-1 0,1 0,0 0,-1 0,1 1,-1-1,1 1,-5-1,1 0,-1 0,0 1,1 0,-1 1,0-1,1 1,-1 0,1 1,-1 0,1 0,0 0,0 0,0 1,0 0,0 1,1-1,-1 1,1 0,0 1,0-1,0 1,1 0,0 0,0 0,0 1,0-1,1 1,0 0,0 0,1 0,-1 1,1-1,1 0,-1 1,1 0,0-1,1 1,0-1,0 1,0 0,1-1,0 1,0-1,0 1,1-1,0 1,1-1,-1 0,1 0,0 0,0 0,3 2,6 3,0 0,0-2,1 1,0-1,1-1,0-1,0 0,0 0,1-2,0 1,1-2,-1 0,1-1,-1-1,1 0,0-1,0-1,4-1,92-17,-70 0</inkml:trace>
  <inkml:trace contextRef="#ctx0" brushRef="#br0" timeOffset="1197.704">1795 39,'-4'19,"0"0,0 1,2-1,1 1,0-1,2 14,-1-27,1-1,0 0,-1 1,2-1,-1 0,1 0,-1 0,1 0,1 0,-1 0,1-1,0 1,0-1,0 0,0 1,1-2,0 1,0 0,0-1,0 1,0-1,1 0,-1-1,1 1,0-1,3 1,1-1,-1 0,1-1,-1 0,1-1,0 0,-1 0,1-1,0 0,-1 0,1-1,-1 0,0-1,1 0,-1 0,-1-1,1 0,0 0,-1-1,0 0,0 0,0 0,-1-1,0 0,0-1,0 1,-1-1,0 0,0-1,-1 1,0-1,0 0,-1 1,0-2,0 1,-1 0,0-1,0 1,-1-1,0 1,-1-2,-7-30,7 39,0 1,0-1,0 0,-1 0,1 0,0 0,-1 1,1-1,0 0,-1 0,1 1,-1-1,1 0,-1 1,0-1,1 0,-1 1,0-1,1 1,-1-1,0 1,1 0,-1-1,0 1,0 0,0-1,0 1,1 0,-1 0,0 0,0-1,0 1,0 0,1 0,-1 1,0-1,0 0,0 0,0 0,0 0,1 1,-1-1,-1 1,0 2,-1 0,1 1,0-1,0 1,0-1,0 1,1 0,-1 0,1 0,0 0,0 0,0 0,1 0,0 0,0 1,0-1,0 0,0 2,1 2,1 0,0 1,0-1,0-1,1 1,0 0,0-1,1 1,0-1,0 0,1 0,0-1,0 1,1-1,0 0,0-1,0 1,0-1,1 0,0-1,0 0,0 0,1 0,-1-1,1 0,0-1,0 0,0 0,0 0,0-1,1 0,-1-1,0 0,0 0,0-1,1 0,-1 0,0-1,0 0,0 0,0-1,-1 0,1 0,-1-1,0 0,0-1,0 1,0-1,-1-1,0 1,0-1,0 0,3-6,-6 8,0 0,0-1,-1 1,0-1,0 0,0 0,-1 0,0 1,0-1,0-1,0 1,-1 0,0 0,0 0,0 0,0 0,-1 0,0 0,0 0,-1 0,1 0,-1 0,0 1,0-1,-1 0,1 1,-1 0,0 0,0 0,0 0,-1 0,0 0,1 1,-1 0,0 0,-1 0,1 0,0 1,-4-2,6 3,1 1,-1-1,0 1,1 0,-1-1,0 1,0 0,1 0,-1 0,0 0,0 0,1 1,-1-1,0 0,1 1,-1-1,0 1,1 0,-1 0,1-1,-1 1,1 0,-1 0,1 0,0 1,-1-1,1 0,0 0,0 1,0-1,0 1,0-1,0 1,0-1,1 1,-1-1,1 1,-1 0,1-1,-1 1,1 0,-1 3,0 1,1-1,-1 0,1 1,0-1,1 1,-1-1,1 0,0 1,0-1,1 0,1 5,5 1,0-1,0 1,1-2,1 1,-1-1,1 0,1-1,0 0,0-1,0 0,1-1,0 0,1-1,-1 0,1-1,0 0,0-1,0-1,0 0,10 0,47 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21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412 678,'-11'-7,"-1"0,0 1,0 1,0-1,-1 2,0 0,1 0,-2 2,1-1,0 2,-1-1,1 2,0 0,-1 1,1 0,-1 1,4-1,0 0,0 1,0 1,0 0,1 0,-1 1,1 0,0 1,0 0,0 0,1 1,0 0,0 0,0 1,1 0,0 0,0 1,1 0,0 0,1 1,-2 1,6-7,-1-1,1 1,-1 0,1 0,0-1,0 1,0 0,1 0,-1 0,1 0,0 0,-1 0,1 0,0 0,1 0,-1 0,1 0,-1 0,1 0,0 0,0-1,0 1,0 0,1 0,-1-1,1 1,-1-1,1 1,0-1,0 0,0 0,0 0,1 0,-1 0,0 0,1 0,-1-1,1 0,0 1,0-1,-1 0,3 0,7 1,0-1,0-1,1 0,-1-1,0 0,1-1,-1 0,0-1,0-1,-1 0,1 0,-1-1,0 0,0-1,0-1,-1 1,0-2,0 1,-1-1,0-1,5-6,4-6,-2-1,0 0,-1-1,-1-1,-1-1,-2 0,0 0,-2-1,0 0,-2-1,-1 0,-1 0,-2 0,0-1,-2 1,-1-1,-1 1,-2-1,-5-26,7 49,-18-46,18 51,0 0,0 1,-1-1,1 0,0 1,0-1,0 1,0-1,0 1,0-1,-1 1,1 0,1 0,-1-1,0 1,0 0,0 0,0 0,1 0,-1 0,0 0,1 0,-1 0,1 1,-1-1,1 0,-1 0,1 0,0 1,0-1,0 0,-1 1,1-2,-8 25,1 0,2 0,0 0,2 1,0 0,2 0,1-1,1 1,1 0,1 0,5 16,-6-29,1 1,1-1,0 0,1 0,0 0,1-1,1 0,-1 0,2-1,0 1,0-2,1 1,0-1,1 0,0-1,1 0,0-1,0 0,1-1,0 0,0-1,0 0,3 0,43 8,-4-7</inkml:trace>
  <inkml:trace contextRef="#ctx0" brushRef="#br0" timeOffset="381.04">1001 611,'-2'-6,"1"0,-1 0,1 0,-2 0,1 1,-1-1,1 1,-1 0,-1 0,1 0,-1 0,0 0,0 1,0 0,-1 0,0 0,1 0,-1 1,-1 0,1 0,0 0,-1 0,1 1,-1 0,0 0,0 1,0-1,0 1,0 1,0-1,-4 1,3-1,1 1,-1 0,0 1,0-1,0 1,1 1,-1-1,0 1,1 0,-1 0,1 1,0 0,0 0,0 1,0 0,1 0,-1 0,1 0,0 1,0 0,1 0,-1 0,1 1,0-1,1 1,0 0,-1 0,1 1,1-2,0 1,1-1,0 1,0 0,0-1,0 1,1-1,0 1,0 0,0 0,1-1,0 1,0-1,0 1,1-1,0 1,0-1,0 0,1 0,0 0,0 0,0 0,0-1,1 1,0-1,0 0,0 0,0 0,1-1,-1 1,1-1,0 0,0-1,0 1,0-1,5 1,-4 0,1-1,1 0,-1-1,0 0,0 0,1 0,-1-1,0 0,1-1,-1 0,0 0,0 0,1-1,-1 0,0 0,-1-1,1 0,0 0,-1 0,0-1,1 0,-2 0,1-1,0 0,-1 0,0 0,0-1,0 1,-1-1,0 0,0 0,0-1,-1 1,2-6,0-2,-1 1,0-1,-1 0,-1 0,0 0,-1 0,-1 0,0-10,-3 6,-7 21,7 4,1 0,0 0,0 0,1 0,0 1,0-1,1 0,0 0,0 1,1-1,0 0,0 1,0-1,1 0,0 0,1 0,0 0,0-1,0 1,0-1,1 0,0 0,1 0,0 0,-1-1,2 1,-1-1,0-1,1 1,0-1,0 0,1 0,-1-1,2 1,112 31,-59-27</inkml:trace>
  <inkml:trace contextRef="#ctx0" brushRef="#br0" timeOffset="962.343">1736 544,'-16'-5,"0"0,-1 1,0 1,0 1,0 1,0 0,0 1,0 0,-16 4,29-3,-1 1,1 0,-1 1,1-1,0 1,0 0,0 0,0 0,0 0,1 1,-1-1,1 1,0 0,0 0,0 0,1 0,0 1,-1-1,2 1,-1-1,0 1,1 0,0 0,0 0,0 0,1 0,0 0,0-1,0 1,0 0,1 0,0 0,0 0,0 0,0 0,1-1,0 1,0-1,0 1,1-1,-1 0,4 4,0 1,2 0,-1-1,1 0,1 0,-1-1,1 0,1 0,-1-1,1-1,0 1,0-1,1-1,-1 0,1-1,8 2,1 0,1-1,-1-1,1-2,0 1,-1-2,1-1,0-1,4-1,-12 2,0-1,0 0,-1-1,1-1,-1 0,0 0,0-1,0-1,-1 0,0 0,0-1,0 0,-1-1,0-1,-1 1,0-2,0 1,-1-1,0 0,-1-1,0 0,1-2,-7-20,-1 33,1 0,-1-1,0 1,0-1,0 1,-1-1,1 1,0-1,0 1,0-1,0 1,0-1,0 1,-1-1,1 1,0 0,0-1,-1 1,1-1,0 1,-1 0,1-1,0 1,-1 0,1 0,0-1,-1 1,1 0,-1 0,1-1,-1 1,1 0,0 0,-1 0,1 0,-1 0,1 0,-1 0,1 0,-1 0,1 0,-1 0,1 0,-1 0,1 0,-1 0,1 0,0 0,-1 0,1 1,-1-1,1 0,-1 0,1 1,0-1,-1 0,1 1,0-1,-1 1,0 0,-1 0,1 0,-1 1,1-1,0 1,0-1,-1 1,1-1,0 1,1 0,-1-1,0 1,0 0,1 0,-1 0,1-1,-1 1,1 0,0 0,0 0,0 0,0 0,0 0,0 0,1 0,-1-1,0 1,1 0,0 0,-1 0,1-1,0 1,0 0,0 0,48 46,-38-43,0 0,0-1,1 0,-1-1,1 0,0-1,-1 0,1-1,0-1,0 0,0 0,0-1,0 0,0-1,0-1,-1 0,1 0,-1-1,0-1,0 0,0 0,-1-1,0 0,0-1,1-1,-9 6,1 0,-1-1,0 1,0-1,0 1,0-1,-1 0,1 0,-1 0,0 0,1 0,-1 0,-1 0,1 0,0 0,-1 0,1 0,-1-1,0 1,0 0,-1 0,1-1,0 1,-1 0,0 0,0 0,0 0,0 0,0 0,-1 0,1 0,-1 0,0 1,0-1,0 1,0-1,-1 0,-8-5,1 0,-2 0,1 2,-1-1,0 1,0 1,0 0,-1 1,0 0,0 1,0 0,0 1,0 1,0 0,-1 1,1 0,0 1,-1 1,1 0,-3 1,11-2,0 0,0 0,0 0,0 1,0 0,0 0,1 0,-1 0,1 1,-1 0,1 0,0 0,0 0,0 1,1-1,-1 1,1 0,0 0,0 0,0 1,1-1,0 1,-1-1,1 1,1 0,-1 0,1 0,0 0,0 0,0 0,1 0,0 0,0 0,0 1,1-1,0 0,2 3,1 0,0 0,0-1,1 1,0-1,0-1,1 1,-1-1,2 0,-1 0,1 0,-1-1,2 0,-1-1,0 1,1-1,0-1,0 0,0 0,0 0,1-1,-1 0,0-1,1 0,0 0,4-1,38 6</inkml:trace>
  <inkml:trace contextRef="#ctx0" brushRef="#br0" timeOffset="1264.498">2484 50,'-5'-5,"1"0,-2 1,1 0,0 0,-1 0,1 1,-1 0,0 0,0 0,-1 1,1 0,0 0,-1 0,1 1,-1 0,0 0,1 1,-1 0,0 0,1 0,-1 1,1 0,-1 0,1 1,-1 0,1 0,0 1,0-1,0 1,-5 4,4-1,1 0,1 0,-1 1,1 0,0 0,1 1,0-1,0 1,0 0,1 0,0 0,1 0,0 1,0-1,1 1,0-1,0 1,1 5,1 12,0-1,2 0,1 0,1 0,7 20,18 50,5 0,6 2,-37-88,-1 0,1 0,0 0,1-1,0 0,0 1,1-2,0 1,0-1,1 0,0 0,0-1,1 0,-1 0,1 0,1-1,-1-1,1 1,0-1,6 1,12-1,0-2,0-1,0-1,0-1,0-2,0 0,0-2,-1-1,2-2,-17 6,79-19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34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322 438,'-8'-5,"-1"1,1 0,-1 0,0 1,0 0,0 1,-1 0,1 0,0 1,-1 0,1 1,-1 0,1 0,-1 1,1 0,0 1,-1 0,1 1,0-1,0 2,0-1,1 1,-1 1,1 0,0 0,0 0,1 1,0 0,-4 4,4-1,1-1,0 1,1 0,0 0,0 0,1 1,0-1,1 1,0 0,0 2,2-10,1 1,-1 0,1 0,-1 0,1-1,0 1,0 0,0 0,0 0,1 0,-1 0,1-1,0 1,0 0,0 0,0-1,0 1,0-1,1 1,-1-1,1 0,0 1,0-1,0 0,0 0,0 0,0 0,0-1,1 1,-1 0,1-1,-1 0,1 1,-1-1,1 0,0-1,0 1,0 0,9-1,1 0,-1-1,0 0,0-1,1 0,-1-1,-1-1,1 1,0-2,-1 0,0 0,0-1,-1 0,1-1,-1 0,-1-1,1 0,-1-1,-1 0,0 0,1-2,4-6,0-1,-2-1,0 0,-1-1,-1 0,-1 0,0-1,-2 0,-1 0,0 0,-1-1,-2 0,0 0,-1 0,-2 0,0 0,-1 0,-1 1,-1-1,-1 1,-6-18,10 36,0-1,0 0,1 0,-2 0,1 0,0 1,-1-1,1 0,-1 1,0-1,0 1,0 0,-1 0,1 0,-1 0,0 0,0 0,0 1,0-1,0 1,0 0,-3-2,4 5,0 0,0-1,0 1,0 0,0 0,1 0,-1 0,0 0,0 0,1 1,-1-1,1 0,-1 1,1 0,0-1,0 1,-1 0,1-1,0 1,1 0,-1 0,0 0,0 0,1 0,-1 1,-9 29,1 1,2-1,1 1,2 0,1 1,2-1,1 10,0-15,1 0,2 0,0 0,2 0,1-1,1 1,3 3,-7-22,0 0,1-1,0 1,1-1,-1 0,1-1,1 1,0-1,0 0,0 0,1 0,0-1,0 0,0-1,1 0,0 0,0 0,0-1,1 0,0-1,-1 0,1 0,4 0,-3-2,0 1,0-1,0-1,0 0,0-1,0 0,0 0,0-1,0 0,0-1,0 0,-1 0,1-1,-1-1,0 1,-1-1,1-1,-1 0,0 0,0-1,-1 0,1 0,-2 0,1-1,-1 0,0-1,-1 1,0-1,4-8,-4 3,1 0,-2-1,0 0,-1 1,0-1,-1 0,-1-1,0 1,-1 0,-1 0,0 0,-1 0,-1 0,0 0,-1-2,-19-17,22 33,0 1,0-1,1 1,-1 0,0-1,0 1,0 0,1 0,-1 0,0 0,0-1,0 1,0 0,0 0,1 1,-1-1,0 0,0 0,0 0,0 0,1 1,-1-1,0 0,0 1,1-1,-1 1,0-1,1 1,-1-1,0 1,1-1,-1 1,1 0,-1-1,1 1,-1 0,1-1,-1 1,1 0,0 0,-1 0,1-1,0 1,0 0,-1 0,-1 8,1-1,-1 1,1-1,0 1,1 0,0-1,1 1,0-1,0 1,0 0,1-1,1 0,-1 1,1-1,1 0,0-1,0 1,0-1,1 1,0-1,0 0,1-1,0 0,0 0,0 0,7 5,7 4,0 0,0-1,1-1,1-1,11 4,40 16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36.1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32,'16'66,"-7"-22,2-1,2 0,1-1,7 10,-20-49,0 0,0 1,0-2,0 1,0 0,1 0,0 0,-1 0,1-1,0 1,0-1,0 0,0 1,1-1,-1 0,1 0,-1 0,1-1,0 1,-1-1,1 1,0-1,0 0,0 0,0 0,0 0,1-1,-1 0,0 1,0-1,0 0,0 0,1-1,-1 1,0 0,0-1,2 0,4-7,-1-1,1 0,-1 0,-1 0,1-1,-2 0,1-1,-2 1,1-1,-1 0,-1-1,0 1,-1-1,0 0,0 0,-1-1,5-65,-8 78,0-1,1 1,-1 0,1 0,-1 0,0 0,1 0,-1 0,0 0,1 0,-1 0,0 0,1 0,-1 0,1 0,-1 1,0-1,1 0,-1 0,1 1,-1-1,1 0,-1 1,1-1,-1 1,1-1,-1 0,1 1,-1-1,1 1,0-1,-1 1,1 0,0-1,-1 1,1-1,0 1,0 0,0-1,0 1,-1-1,1 1,0 0,0-1,0 1,0 0,0-1,1 1,-1 0,0 0,-3 5,1 0,-1 0,1 1,1-1,-1 1,1-1,1 1,-1 0,1-1,0 1,0 0,1-1,0 1,0-1,1 1,-1-1,2 1,-1-1,1 0,-1 0,2 0,-1 0,1-1,0 1,0-1,0 0,1 0,-1 0,1-1,1 1,-1-1,0-1,6 4,-5-4,0-1,1 1,-1-1,1-1,-1 1,1-1,-1 0,1 0,0-1,0 0,-1 0,1-1,0 0,-1 0,1 0,-1-1,1 0,-1 0,0-1,0 1,0-2,0 1,0 0,0-1,-1 0,0-1,0 1,0-1,-1 0,1 0,-1 0,0-1,-1 1,1-1,-1 0,0 0,-1 0,1-1,0-3,-1 1,1-1,-2 1,0-1,0 0,0 1,-1-1,-1 0,0 1,0-1,-1 1,0-1,0 1,-1 0,-4-9,7 19,0-1,0 0,0 0,-1 0,1 0,0 0,0 1,0-1,0 0,0 0,0 0,-1 0,1 0,0 0,0 0,0 1,0-1,0 0,-1 0,1 0,0 0,0 0,0 0,-1 0,1 0,0 0,0 0,0 0,0 0,-1 0,1 0,0 0,0 0,0 0,0 0,-1 0,1-1,0 1,0 0,0 0,0 0,-1 0,1 0,0 0,0 0,0-1,0 1,0 0,0 0,0 0,-1 0,1 0,0-1,1 20,3-3,0-1,1 0,0 0,2 0,-1 0,2-1,0-1,1 1,0-1,1-1,0 1,1-2,1 1,0-2,0 0,1 0,1 0,4 2,1-1,1 0,0-1,0-1,1-1,0-1,1-1,-1 0,1-2,0-1,0 0,2-2,-13 0,0 0,1-1,-1 0,0-1,0 0,0-1,0 0,0 0,0-2,0 1,-1-1,1-1,-1 0,-1 0,1-1,-1 0,1-1,-2 0,1 0,-1-1,0 0,-1-1,0 0,0 0,2-4,-5 3,0 0,-1 0,0-1,0 1,-1-1,0 1,-1-1,0 0,-1 0,0 1,-1-1,0 0,-1 1,-1-3,3 9,-2 1,1 0,0 0,-1 0,1 0,-1 0,0 0,0 0,0 0,0 1,0-1,-1 1,1 0,-1 0,0 0,0 0,0 0,0 0,0 1,0-1,0 1,0 0,0 0,-1 0,1 0,0 1,-1-1,1 1,-1 0,0 0,-3 0,1 0,-1 1,1 0,0 0,0 1,-1 0,1 0,0 0,0 0,1 1,-1 0,1 1,-1-1,1 1,-4 3,5-3,-1 0,1 0,1 0,-1 0,1 1,-1-1,1 1,0 0,1 0,0 0,-1 0,1 1,1-1,-1 0,1 1,0-1,0 1,1 0,0-1,0 1,0 0,0-1,1 1,0-1,0 1,1-1,-1 1,1-1,1 0,-1 0,1 0,-1 0,1 0,1-1,-1 1,1-1,0 0,0 0,0 0,0 0,0-1,5 3,-1-3,-1 1,1-2,0 1,0-1,0 0,1-1,-1 0,0 0,1-1,-1 0,1 0,-1-1,0 0,0 0,1-1,-1 0,0-1,0 0,-1 0,1-1,-1 1,1-2,-1 1,0-1,-1 0,1-1,-1 1,0-1,-1 0,1-1,-1 1,0-1,-1 0,0-1,4-25,-5 23,-1 30,-1-12,0-1,0 1,0-1,1 1,0-1,0 0,1 1,0-1,0 0,1-1,0 1,0-1,0 1,1-1,0-1,0 1,1-1,0 1,-1-2,2 1,-1-1,0 0,1 0,0 0,0-1,0 0,0-1,1 0,-1 0,0 0,1-1,2 0,-7-1,0-1,0 1,1-1,-1 0,0 0,0-1,0 1,-1 0,1-1,0 0,0 0,-1 0,1 0,-1 0,0 0,1-1,-1 1,0-1,-1 1,1-1,0 0,-1 0,1 0,-1 0,0 0,0 0,0 0,0-2,11-93,-12 96,0-26,-1-1,-1 1,-1-1,-2 1,-1 0,-3-5,8 32,1 0,-1 0,1 0,-1 0,1 0,-1 0,1 0,0 0,-1 0,1-1,0 1,0 0,0 0,0 0,0 0,0 0,0 0,0-1,0 1,0 0,1 0,-1 0,1 0,-1 0,0 0,1 0,0 0,-1 0,1 0,0 0,-1 0,1 1,0-1,0 0,0 0,0 1,-1-1,1 0,0 1,0-1,0 1,1-1,-1 1,0 0,0-1,15 1,1 0,-1 0,0 2,0 0,-1 0,1 2,0 0,1 1,13 3,-22-6,-4-2,1 0,-1 0,1 1,-1-1,1 1,-1 0,1 0,-1 1,0-1,0 1,1 0,-1 0,-1 0,1 1,0 0,-1-1,1 1,-1 0,0 1,0-1,0 1,0-1,0 1,-1 0,0 0,0 0,0 0,0 0,-1 0,1 1,-1-1,0 3,-12 54,8-55,1-1,0 1,0 0,0-1,1 1,0 0,0 0,0 0,1 0,0 0,0 0,1 0,-1 0,1 0,1 0,-1 0,1 0,0-1,0 1,0-1,1 1,0-1,0 0,1 0,-1 0,1 0,3 3,3-4,0 1,0-2,0 1,0-1,1-1,-1 0,1 0,0-1,-1 0,1-1,0-1,-1 1,1-1,0-1,-1 0,1-1,-1 0,0 0,0-1,0-1,3-1,-4 1,0 1,1-1,-2-1,1 0,-1 0,0 0,0-1,-1-1,1 1,-2-1,1 0,-1-1,0 1,-1-1,0 0,-1-1,0 1,0-1,-1 0,0 0,0 0,-1 0,-1 0,0-5,-1 13,0-1,0 0,-1 1,1-1,-1 1,0-1,0 1,0-1,0 1,0-1,-1 1,1 0,-1-1,1 1,-1 0,0 0,0 0,0 1,0-1,0 0,0 1,0-1,-1 1,1 0,0 0,-1-1,1 2,-1-1,1 0,-1 0,0 1,1 0,-1-1,0 1,1 0,-1 0,0 1,1-1,-1 0,0 1,1 0,-1 0,1-1,-1 1,1 1,-1-1,1 0,0 1,0-1,-1 1,1 0,0-1,0 1,1 0,-1 0,0 0,1 1,-1 0,-2 3,0 0,1 0,0 0,0 1,0-1,1 1,0 0,1-1,-1 1,1 0,1 0,-1 0,1 0,0 0,1 0,0 0,0 0,0-1,1 1,0 0,0-1,1 1,0-1,0 1,0-1,1 0,0-1,0 1,0-1,1 1,0-1,0-1,0 1,0-1,1 0,3 2,12 6,-1-2,1-1,0 0,1-1,0-2,0 0,1-1,-1-2,1 0,0-1,0-2,0 0,0-1,0-1,6-3,29-5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17.3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0 762,'110'195,"-83"-140,3 0,2-2,23 26,-21-45,-33-34,0 1,0 0,0-1,0 0,0 1,0-1,0 1,0-1,0 0,0 0,0 0,0 0,0 0,0 0,0 0,0 0,0 0,0 0,0 0,0-1,0 1,0 0,0-1,0 1,0-1,0 1,0-1,0 1,0-1,-1 0,1 1,0-1,0 0,-1 0,1 0,0 0,-1 1,1-1,-1 0,1-1,5-13,0 0,-1 0,-1 0,0-1,-1 1,-1-1,-1 0,0 0,-1-1,1 3,7-270,-8 283,-1 0,1 0,-1 0,1 0,0 0,-1 0,1 0,0 0,0 0,0 0,0 0,-1 0,1 0,1 0,-1 0,0 0,0 0,0-1,1 1,-1 0,0 0,1 1,-1-1,1 0,-1 0,1 0,-1 0,1 0,0 0,-1 1,1-1,0 0,0 1,0-1,-1 0,1 1,0-1,0 1,0-1,0 1,0 0,0-1,0 1,0 0,0 0,0 0,0-1,0 1,0 0,0 0,0 1,1-1,10 14</inkml:trace>
  <inkml:trace contextRef="#ctx0" brushRef="#br0" timeOffset="873.814">603 1189,'17'-16,"0"-1,-1-1,-1-1,0 0,-2-1,0-1,-1 0,-1 0,-1-1,-1 0,-1-1,-1 0,2-18,-8 38,0 0,0 1,-1-1,0 0,1 0,-1 0,0 0,0 0,-1 0,1 0,0 0,-1 0,0 1,0-1,0 0,0 0,0 1,0-1,-1 1,1-1,-1 1,0-1,0 1,0 0,0 0,0 0,0 0,-1 0,1 0,0 1,-1-1,0 1,0 0,0 1,0 1,0 1,0-1,0 0,0 1,0-1,1 1,-1 0,0 0,1 0,-1 0,1 0,0 1,0-1,0 1,0-1,0 1,0 0,1 0,-1 0,1 0,0 0,-1 2,-2 7,0 1,0 0,1 0,1 0,0 0,0 1,2-1,0 0,0 1,1-1,1 0,0 1,1-1,0 0,1 0,0-1,1 1,1-1,0 0,1-1,0 1,0-1,1-1,1 1,0-1,0-1,1 0,0 0,1-1,0 0,0-1,0 0,1 0,0-2,1 1,5 0,-14-4,1-1,-1-1,0 1,0 0,1-1,-1 0,0 0,0 0,1-1,-1 1,0-1,0 0,0 0,0 0,0-1,0 0,0 1,0-1,0-1,-1 1,1-1,-1 1,0-1,0 0,0 0,0 0,0 0,1-3,8-13,-1-2,-1 0,-1 0,-1 0,-1-1,0-1,-2 1,0-1,-2 0,0-18,2 11,-3 0,0-1,-2 1,-1 0,-2 0,-1-5,4 34,0-1,0 1,0-1,1 0,-2 1,1-1,0 1,0-1,0 1,-1-1,1 1,-1-1,1 1,-1-1,0 1,0 0,1-1,-1 1,0 0,0 0,0 0,0-1,-1 1,1 0,0 0,0 0,-1 1,1-1,0 0,-1 0,1 1,-1-1,1 1,-1-1,1 1,-1 0,1 0,-1-1,1 1,-1 0,1 0,-1 1,0-1,1 0,-1 0,1 1,-1-1,1 1,-1-1,0 3,-1-1,1 0,0 0,-1 1,1-1,0 1,1 0,-1 0,0-1,1 1,-1 0,1 0,0 1,0-1,0 0,1 0,-1 0,1 1,0-1,0 0,0 1,0-1,0 0,1 0,-1 1,1-1,0 0,0 0,0 0,1 0,-1 0,1 0,-1 0,1 0,0-1,0 1,0-1,0 1,1-1,-1 0,1 0,1 1,9 3,1-2,0 1,0-2,0 0,1 0,-1-2,1 1,-1-2,1 0,-1-1,9-1,182-17,-202 18,0 1,0 0,0 0,-1 1,1-1,0 0,0 1,0 0,-1-1,1 1,0 1,-1-1,1 0,-1 0,1 1,-1-1,0 1,1 0,-1 0,0 0,0 0,0 0,-1 0,1 1,0-1,-1 1,0-1,1 1,-1-1,0 1,0 0,-1-1,1 1,-1 0,1 0,-1 0,4 62,8 46,-11-106,1-1,-1 0,1 0,0 0,0 0,0 0,1-1,-1 1,1 0,0-1,0 0,0 0,1 0,-1 0,1-1,-1 1,1-1,0 0,0 0,0 0,0 0,1-1,0 1,4-1,1 0,0-1,-1 0,1-1,0 1,-1-2,1 0,-1 0,1 0,-1-1,0-1,0 1,0-2,-1 1,1-1,-1 0,0-1,-1 0,1 0,-1-1,0 0,-1 0,0 0,0-1,0 0,-1 0,-1-1,1 1,-1-1,0 0,1-6,-3 7,1 0,-1 0,0 0,0-1,-1 1,0-1,-1 1,0-1,0 1,-1-1,0 1,0-1,-3-7,3 16,1-1,0 1,0-1,-1 1,1-1,0 1,-1-1,1 1,-1-1,1 1,-1-1,1 1,-1 0,1-1,-1 1,1 0,-1 0,1-1,-1 1,0 0,1 0,-1 0,1 0,-1-1,0 1,1 0,-1 0,1 0,-1 0,0 1,1-1,-1 0,1 0,-1 0,0 0,1 1,-1-1,1 0,-1 0,1 1,-1-1,1 1,-1-1,1 0,-1 1,1-1,0 1,-1-1,1 1,0-1,-1 1,1-1,0 1,-1-1,1 1,0 0,0-1,0 1,0-1,0 1,0 0,0-1,0 1,0 0,0-1,0 1,0-1,0 1,0 0,1 0,-5 11,2 1,0 0,0 0,1 0,1 0,0 1,1-1,0 0,1 0,1 0,0-1,1 2,-2-6,0-1,1 1,0-1,0 0,1 0,0-1,0 1,0-1,1 0,0 0,0 0,1-1,-1 1,1-1,0-1,1 1,-1-1,1 0,0-1,0 1,1-1,19 1,-4-5</inkml:trace>
  <inkml:trace contextRef="#ctx0" brushRef="#br0" timeOffset="1121.801">1698 307,'14'9,"4"3</inkml:trace>
  <inkml:trace contextRef="#ctx0" brushRef="#br0" timeOffset="1397.067">2166 655,'22'-22,"36"-35,-2-3,45-64,-87 104,0 0,-2-1,0 0,-2-1,0-1,-1 0,-2 0,0 0,-1-1,-2 0,0 0,-2-2,-11-41,8 66,1-1,-1 0,0 0,0 1,0-1,0 1,0-1,0 1,0-1,0 1,-1-1,1 1,0 0,-1 0,1 0,-1 0,0 0,1 0,-1 0,0 1,1-1,-1 0,0 1,0 0,0-1,0 1,1 0,-1 0,0 0,0 0,0 0,0 0,-1 1,-3 1,0 1,0 0,1 0,-1 1,1 0,-1 0,1 0,0 0,1 1,-1 0,1 0,0 0,0 1,1-1,-1 1,1 0,0 0,1 0,-2 6,-10 26,2 0,2 1,2 0,1 0,2 1,2 0,1 0,2 0,2 0,2 0,2 1,14 71,6-1,4-1,8 7,-8-30,-4 2,-3 1,-5 0,-4 2,-2 10,-12-28,-4-17</inkml:trace>
  <inkml:trace contextRef="#ctx0" brushRef="#br0" timeOffset="1736.213">2153 975,'39'-33,"1"2,1 2,2 1,1 2,1 3,9-2,-29 12,0 0,-5 2,0 1,1 0,0 2,0 1,1 0,2 1,-20 7,0-1,0 1,-1 0,1 1,0-1,0 1,-1-1,1 1,-1 0,1 0,-1 1,0-1,0 1,0-1,0 1,-1 0,1 0,-1 1,0-1,1 0,-1 1,-1-1,1 1,-1 0,1-1,-1 1,0 0,0 0,-1 0,1 2,9 20,2 0,50 89,-49-102,-1-5</inkml:trace>
  <inkml:trace contextRef="#ctx0" brushRef="#br0" timeOffset="1998.533">2781 414,'0'3,"7"2,9 3,9 2,-1 0</inkml:trace>
  <inkml:trace contextRef="#ctx0" brushRef="#br0" timeOffset="2627.205">3464 655,'-13'-1,"1"1,0 1,-1 0,1 0,0 2,0-1,0 1,0 1,1 0,-1 1,1 0,0 1,-9 6,8-3,1 0,-1 1,2 1,-1 0,2 0,-1 1,2 0,-1 1,2 0,-1 0,2 1,0 0,1 0,0 0,1 1,0 3,3-12,0 0,1 0,-1 0,1 0,1 0,-1 0,1-1,0 1,0 0,1 0,0-1,0 1,0-1,0 1,1-1,0 0,0 0,1 0,-1-1,1 1,0-1,0 0,1 0,-1 0,1 0,0-1,0 0,0 0,0 0,0-1,1 1,-1-1,5 0,18 5,0-1,1-1,-1-2,1-1,0-1,0-1,0-2,-1-1,1-1,-1-2,0-1,22-8,-38 13,0-1,-1-1,1 0,-1-1,0 0,0-1,0 0,-1-1,0 0,0 0,0-1,-1-1,-1 1,1-1,1-4,-9 11,0 1,0-1,0 1,0-1,-1 0,1 1,-1-1,1 0,-1 1,1-1,-1 0,0 1,0-1,0 0,0 0,0 1,-1-1,1 0,0 0,-1 1,1-1,-1 0,1 1,-1-1,0 1,0-1,0 1,0-1,0 1,0-1,0 1,-1 0,1 0,0 0,-1-1,1 1,-1 1,1-1,-1 0,1 0,-1 0,1 1,-1-1,0 1,0 0,1-1,-1 1,0 0,0 0,1 0,-1 0,0 0,0 0,1 1,-1-1,0 0,0 1,0 0,1-1,-1 1,0-1,1 1,-1 0,1 0,-1 0,1 0,-1 0,1 0,0 0,-1 0,1 1,0-1,0 0,0 1,0-1,0 1,0 0,0-1,1 1,-1-1,1 1,-1 0,1 0,-1-1,1 1,0 0,0 0,0-1,0 1,0 0,0 0,1-1,-1 1,1 0,-1 0,1-1,-1 1,1-1,0 1,0 0,0-1,0 0,0 1,0-1,0 1,0-1,1 0,-1 0,0 0,1 0,-1 0,1 0,10 5,-1-1,1 0,-1 0,1-2,1 1,-1-2,0 0,1 0,-1-1,1 0,0-1,-1-1,1 0,-1-1,1 0,2-1,-12 2,0 1,1-1,-1 0,1 0,-1 0,0 0,0 0,0-1,0 0,0 1,0-1,0 0,0-1,-1 1,1 0,-1-1,1 1,-1-1,0 0,0 0,0 0,-1 0,1 0,-1 0,0 0,1 0,-1-1,-1 1,1-1,0 1,-1 0,0-1,0 1,0-1,0 1,0-1,-1 1,0-1,0-2,-4-2,0-1,0 1,-1-1,0 2,0-1,-1 1,0 0,0 0,-1 1,0 0,0 0,-1 0,1 2,-1-1,0 1,0 0,-1 1,1 0,-1 0,1 1,-1 0,0 1,0 0,-2 1,7-1,0 1,-1-1,1 1,0 1,-1-1,1 1,0 0,-1 0,1 1,0-1,0 1,0 0,0 1,0-1,1 1,-1 0,1 0,0 0,0 1,0-1,0 1,0 0,1 0,0 1,0-1,0 1,0-1,1 1,-1 0,1 0,1 0,-1 0,1 0,0 1,0-1,0 0,1 1,-1-1,1 1,2 0,0 0,0-1,1 1,0-1,0 1,0-1,0 0,1 0,0-1,0 1,0-1,0 1,1-2,0 1,0 0,0-1,0 0,0 0,1 0,0-1,-1 0,1 0,0 0,0-1,1 1,35 8</inkml:trace>
  <inkml:trace contextRef="#ctx0" brushRef="#br0" timeOffset="3425.818">4038 348,'-9'-10,"0"1,-1 0,0 0,0 1,-1 1,0 0,0 0,-2 1,11 5,1 0,-1 0,1 1,-1-1,1 1,-1-1,0 1,1 0,-1 0,0 0,1 0,-1 0,0 0,1 0,-1 0,0 0,1 1,-1-1,1 1,-1-1,1 1,-1 0,1 0,-1 0,1-1,-1 1,1 0,0 1,0-1,0 0,-1 0,1 0,0 1,0-1,1 1,-1-1,0 1,0-1,1 1,-1-1,1 1,-1 0,1-1,0 1,-1 1,0 80,17-20,2-1,3 0,3-2,2 0,3-2,5 3,-21-35,0 1,1 0,1-2,1 0,1 0,1-2,14 15,-29-36,0 1,0-1,0 0,1 0,-1 0,0 0,1 0,0-1,-1 1,1-1,0 0,-1-1,1 1,0 0,0-1,0 0,0 0,0 0,0-1,-1 1,1-1,0 0,0 0,-1 0,1 0,0-1,-1 0,0 1,1-1,-1-1,0 1,0 0,0-1,0 1,1-2,10-10,-1-1,0-1,-1 0,-1-1,0 0,-1-1,-1 0,-1 0,0-1,-1 0,-2 0,4-17,-6 20,-6 21,-7 28,5 75,6-104,-1 0,1 0,0 0,0 0,1-1,-1 1,1 0,0-1,0 1,0-1,0 1,1-1,-1 0,1 0,0 0,0 0,0-1,0 1,0-1,0 0,1 0,-1 0,1 0,0 0,2 0,0 0,1-1,-1 0,0 0,1 0,-1-1,1 0,-1 0,0-1,1 0,-1 0,1 0,-1-1,0 0,0 0,0-1,0 1,-1-1,1 0,0-1,-1 0,0 1,0-2,0 1,1-3,3-2,0-1,0 0,-1 0,-1-1,0 0,0-1,-1 0,-1 0,0 0,-1 0,2-7,-4-6,-11 37,7-7,0 0,0 0,0 0,1 0,0 0,0 1,1-1,-1 0,1 0,0 1,0-1,1 0,0 0,0 1,0-1,0 0,1 0,0 0,0 0,0-1,1 1,-1 0,1-1,0 0,1 1,-1-1,1-1,-1 1,1 0,0-1,1 0,-1 0,0 0,3 1,1-2,1 0,-1 0,0-1,1 0,-1 0,1-1,0 0,-1 0,1-1,-1 0,0-1,1 1,-1-2,0 1,0-1,0-1,0 1,-1-1,1-1,-1 1,0-1,0-1,-1 1,0-1,0 0,0 0,0-1,-1 0,0 0,-1 0,0 0,0-1,0 0,-1 0,0 0,0-1,2-5,1 1,-2-1,0 0,-1 0,0-1,-1 1,-1 0,0-1,-1-5,0 19,0 1,1-1,-1 1,0-1,0 1,0-1,0 1,0-1,0 1,0-1,0 0,0 1,0-1,0 1,0-1,-1 1,1-1,0 1,0-1,0 1,-1 0,1-1,0 1,-1-1,1 1,0 0,-1-1,1 1,0-1,-1 1,1 0,-1 0,1-1,0 1,-1 0,1 0,-1-1,1 1,-1 0,1 0,-1 0,1 0,-1 0,1 0,-1 0,0 0,1 0,-1 0,1 0,-1 0,1 0,-1 0,1 1,-1-1,1 0,0 0,-1 0,0 1,-19 24,16-20,0 1,1-1,0 1,0 0,0 0,1 0,0 0,0 0,0 1,1-1,0 1,0-1,1 1,0-1,0 1,0-1,1 1,0-1,0 0,1 1,0-1,0 0,0 0,1 0,0 0,0 0,0-1,1 1,0-1,0 0,0 0,0 0,1-1,0 0,0 1,15 4,1 0,-1 0,1-2,1-1,-1-1,1 0,0-2,0-1,17 0,-24 0,88 5</inkml:trace>
  <inkml:trace contextRef="#ctx0" brushRef="#br0" timeOffset="14022.004">255 2660,'-2'-17,"0"1,1 0,1-1,0 1,1-1,1 1,1-1,0 1,1 0,1 0,0 1,1-1,8-12,-13 26,8-24,1 1,1 0,1 0,2 1,0 1,2 0,15-18,-30 40,0 0,-1 0,1 0,0 0,0 0,0 0,0 0,0 1,0-1,0 0,0 0,0 1,0-1,0 1,0-1,0 1,0-1,1 1,-1 0,0-1,0 1,1 0,-1 0,0 0,0 0,1 0,-1 0,0 0,0 1,1-1,-1 0,0 1,0-1,0 1,1-1,-1 1,0-1,0 1,0 0,0 0,0 0,0-1,0 2,54 99,-40-68,-9-20,7 14,-1 1,0 0,-3 1,0 0,2 17,-11-44,1 0,0 0,-1 0,0 1,0-1,1 0,-1 0,0 1,-1-1,1 0,0 0,-1 0,1 0,-1 1,0-1,1 0,-1 0,0 0,0 0,-1-1,1 1,0 0,-1 0,1-1,-1 1,1 0,-1-1,0 0,1 1,-1-1,0 0,0 0,0 0,0 0,0 0,0-1,0 1,-1-1,1 1,0-1,0 0,0 1,-1-1,1-1,0 1,0 0,0 0,-1-1,1 1,0-1,0 0,0 0,0 1,0-1,0-1,0 1,-1-1,0 0,0-1,0 0,1 1,-1-1,1 0,0 0,-1 0,2 0,-1-1,0 1,0-1,1 1,0-1,0 1,0-1,0 0,1 1,-1-1,1 0,0 0,0 1,0-1,0 0,1 0,0 0,1-5,0 0,0-1,1 1,0 0,1 1,0-1,1 0,-1 1,6-6,-1 3,-1 2,1-1,1 1,0 0,0 1,0 1,1-1,1 1,-1 1,1 0,0 1,0 0,1 1,-1 1,1-1,0 2,0 0,0 1,9 0,-18 1,0 0,0 0,0 1,0-1,0 1,0 0,-1 1,1-1,0 1,-1-1,1 1,-1 0,1 0,-1 1,0-1,0 1,0 0,0-1,0 1,-1 1,0-1,1 0,-1 0,0 1,0-1,-1 1,1 0,-1 0,0-1,0 1,0 0,0 0,-1 3,4 41,12 36,-15-83,0 1,0 0,0 0,0-1,1 1,-1 0,1-1,0 0,-1 1,1-1,0 0,0 0,-1 0,1 0,0 0,0 0,0 0,0-1,0 1,1-1,-1 1,0-1,0 0,0 0,0 0,0 0,1-1,-1 1,0 0,0-1,0 1,0-1,0 0,0 0,0 0,65-42,-53 27,-1-1,-1-1,0 1,-2-2,0 0,-1 0,0-1,-2 0,0 0,-2 0,1-4,-2 82,-5-48,1 0,0-1,1 1,0 0,1 0,-1 0,2-1,-1 1,2-1,-1 0,1 0,0 0,1 0,0-1,1 0,-1 0,2 0,-1-1,1 0,0 0,8 6,-5-8,0 0,0 0,1-1,0 0,0-1,0 0,0 0,0-2,1 1,-1-1,0-1,1 0,2-1,39-5</inkml:trace>
  <inkml:trace contextRef="#ctx0" brushRef="#br0" timeOffset="14399.983">1378 2031,'43'-2,"-1"-3,0-1,1-2,-2-2,0-2,0-1,-1-2,35-20,39-31,-108 62,-1-1,1 0,0 0,-1 0,0-1,0 1,-1-1,0 0,0-1,0 1,-1-1,0 0,0 0,0 0,-1 0,0-3,-1 8,-1 0,1-1,-1 1,0 0,0-1,0 1,0 0,0-1,-1 1,1 0,-1-1,0 1,1 0,-1 0,0 0,0-1,-1 1,1 0,0 0,-1 1,1-1,-1 0,1 0,-1 1,0-1,0 1,0-1,0 1,0 0,0 0,0 0,0 0,0 0,0 0,-1 1,1-1,0 1,-1 0,1-1,0 1,-1 0,1 0,0 1,-1-1,1 0,0 1,-1-1,1 1,0 0,0 0,-2 0,-2 4,0 1,1-1,0 1,0 0,0 1,0-1,1 1,0 0,0 0,1 0,0 0,0 1,1-1,0 1,0 0,1 0,-1 7,-10 70,3 0,4 1,6 63,-1-135,26 558,-10-322,-15-173,-3-57</inkml:trace>
  <inkml:trace contextRef="#ctx0" brushRef="#br0" timeOffset="14725.904">1605 2539,'29'-25,"2"1,0 1,1 2,1 1,1 1,1 2,0 2,13-4,-36 15,-1-1,-1 0,1 1,0 1,0 0,0 0,0 1,0 1,1 0,-1 0,3 1,-10 3,0-1,0 1,0 0,0-1,-1 2,1-1,-1 0,1 1,-1 0,-1 0,1 0,0 0,-1 0,0 0,0 0,0 1,0 0,-1-1,0 1,0-1,0 1,0 0,-1 0,0 0,0 1,4 16,28 77,-31-99,-1 1,0 0,1 0,-1 0,1-1,-1 1,1 0,0-1,-1 1,1 0,0-1,-1 1,1-1,0 1,0-1,0 1,-1-1,1 0,0 1,0-1,0 0,0 0,0 0,0 1,0-1,-1 0,1 0,0 0,0 0,0-1,0 1,0 0,0 0,0-1,-1 1,1 0,0-1,0 1,0-1,-1 1,1-1,0 1,0-1,-1 1,12-11</inkml:trace>
  <inkml:trace contextRef="#ctx0" brushRef="#br0" timeOffset="14991.268">2140 2005,'7'13,"11"8,16 4,3-2</inkml:trace>
  <inkml:trace contextRef="#ctx0" brushRef="#br0" timeOffset="15317.553">2848 2179,'-28'-1,"-88"9,112-7,1 0,-1 0,1 0,-1 0,1 1,0-1,0 1,-1 0,1 0,0 0,1 1,-1-1,0 1,1-1,-1 1,1 0,0 0,0 0,0 0,0 1,0-1,1 0,0 1,0-1,0 1,0-1,0 1,0 2,1-2,0 0,0 0,0 1,0-1,1 0,0 0,0 0,0 0,0 0,1 0,-1 0,1 0,0-1,0 1,1-1,-1 1,1-1,-1 0,1 0,0 0,0 0,0-1,1 1,-1-1,1 1,3 0,4 3,1 0,-1-2,1 1,0-1,0-1,1 0,-1-1,6 0,2-1,0-1,0-1,0-1,0-1,0-1,0 0,0-1,-1-2,0 0,0-1,-1 0,0-2,-1 0,0-1,0-1,-1 0,10-11,-20 18,0 0,-1-1,0 1,0-1,0 0,0 0,-1 0,0-1,0 0,-1 1,0-1,0 0,-1-1,1-3,-11 18,5-1,0 1,0 0,1 1,0-1,1 0,-1 1,1-1,1 1,-1-1,1 1,1-1,-1 1,1-1,1 1,-1-1,1 0,1 0,-1 0,1 0,0 0,1 0,0-1,0 1,0-1,1 0,-1-1,2 1,-1-1,0 0,1 0,0 0,0-1,7 3,-7-4,1 0,0 0,-1-1,1 0,0-1,0 0,1 0,-1 0,0-1,0 0,0 0,1-1,4-1,15-5</inkml:trace>
  <inkml:trace contextRef="#ctx0" brushRef="#br0" timeOffset="15594.926">3303 1764,'7'5,"6"10,9 12,0 1</inkml:trace>
  <inkml:trace contextRef="#ctx0" brushRef="#br0" timeOffset="16403.893">3610 2325,'21'-4,"-1"-2,0 0,0-2,-1 0,1-1,-2-1,0-1,0 0,-1-1,0-1,-1-1,0 0,12-16,-24 25,0 0,0-1,0 0,-1 0,0 0,0 0,0-1,-1 1,0-1,0 1,0-1,-1 0,0 0,-1 0,1 0,-1 1,-1-1,1 0,-1 0,0 0,-1 0,0 1,0-1,-1-2,2 8,0-1,-1 0,1 1,0-1,-1 1,1 0,-1-1,1 1,-1 0,1 0,-1 0,0 0,0 0,0 0,1 1,-1-1,0 1,0-1,0 1,0 0,0-1,0 1,0 0,0 0,0 1,0-1,0 0,0 1,0-1,0 1,0-1,0 1,1 0,-1 0,0 0,0 0,1 0,-1 0,0 1,-55 60,50-49,0 0,0 0,2 1,-1 0,2 0,0 0,0 0,2 1,0 0,0-1,1 4,1-11,0 0,1 0,-1 0,1 0,1-1,-1 1,1 0,1 0,-1-1,1 1,0-1,1 0,-1 0,1 0,0-1,1 1,-1-1,1 0,0 0,0 0,1-1,-1 0,1 0,3 1,2 1,0-2,0 1,1-2,0 0,-1 0,1-1,0 0,0-1,0 0,0-1,0-1,0 1,0-2,0 0,0 0,0-1,-1-1,1 0,-1-1,0 0,0 0,-1-1,0 0,0-1,0-1,-1 1,0-1,0-1,-1 0,0 0,-1 0,0-1,0 0,-1-1,0 1,-1-1,0 0,-1-1,0 1,-1-2,-3-73,0 86,0 1,0-1,0 0,-1 1,1-1,0 0,0 1,0-1,-1 0,1 0,0 1,0-1,-1 0,1 0,0 1,-1-1,1 0,0 0,-1 0,1 0,0 1,-1-1,1 0,0 0,-1 0,1 0,0 0,-1 0,1 0,-1 0,1 0,0 0,-1 0,1 0,0 0,-1-1,1 1,0 0,-1 0,1 0,0 0,-1-1,1 1,0 0,0 0,-1 0,1-1,0 1,0 0,-1-1,1 1,0 0,0 0,0-1,-1 1,1 0,0-1,0 1,0-1,0 1,0 0,0-1,0 1,0 0,0-1,0 1,-13 28,11-22,-1-1,2 1,-1 0,0 0,1 0,0 1,1-1,-1 0,1 0,0 0,1 1,-1-1,1 0,1 0,-1 0,1 0,0 0,0 0,1-1,0 1,0-1,0 1,0-1,1 0,0-1,0 1,0 0,1-1,0 0,-1 0,2-1,-1 1,3 0,2-2,1-1,-1-1,1 0,0 0,-1-1,1 0,0-1,-1 0,0-1,1 0,-1-1,-1 0,1 0,0-1,-1 0,0-1,0 0,-1-1,0 1,0-2,0 1,-1-1,6-7,-8 8,0 0,-1 0,1-1,-1 0,-1 1,0-1,0 0,0-1,-1 1,0 0,0-5,-13 53,10-33,0-1,0 1,1 0,0-1,0 1,1 0,0-1,0 1,0-1,1 1,0-1,0 0,1 1,-1-1,1 0,1-1,-1 1,1 0,0-1,0 0,1 0,0 0,-1-1,2 1,4 2,1 0,0-2,0 1,1-1,0-1,0 0,0-1,0 0,0-1,0-1,1 0,-1 0,1-1,-1-1,1 0,-1 0,1-1,-1-1,0 0,0-1,0 0,-1-1,0 0,1-1,-2 0,1-1,-1 0,7-6,-11 5,0 1,-1-1,0-1,0 1,-1 0,0-1,0 0,-1 0,0 0,0-1,-1 1,-1-1,0 1,0-6,-5-135,4 149,-55-384,39 316,10 68,-4 68,2 42,6 0,9 81,-7-172,1 1,1-1,1 0,0 1,1-1,1-1,1 1,1-1,0 0,1 0,1-1,0 0,2-1,-1 0,6 5,-14-18,0 0,0 0,0 0,0 0,0-1,1 1,-1-1,0 0,1 1,-1-1,1 0,-1 0,1 0,-1-1,1 1,0-1,-1 1,1-1,0 0,0 0,-1 0,1 0,0-1,-1 1,1-1,0 0,-1 1,1-1,-1 0,1-1,-1 1,1 0,-1-1,0 1,0-1,0 0,0 0,0 0,0 0,1-1,10-25,-4-1</inkml:trace>
  <inkml:trace contextRef="#ctx0" brushRef="#br0" timeOffset="16656.308">4679 1818,'23'-2,"35"-1,41 0,45 1,37-2,26-3,-22 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01.9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688 1,'-28'14,"0"1,1 2,0 1,1 1,-9 10,-10 6,-359 265,343-248,60-52,1 1,-1-1,1 1,-1 0,1-1,-1 1,1 0,-1-1,1 1,0 0,-1-1,1 1,0 0,0 0,0-1,0 1,-1 0,1 0,0 0,0-1,1 1,-1 0,0 0,0 0,0-1,0 1,1 0,-1 0,0-1,1 1,-1 0,0-1,1 1,-1 0,1-1,-1 1,1 0,-1-1,1 1,0-1,-1 1,1-1,0 0,-1 1,1-1,0 0,0 1,-1-1,1 0,0 0,0 1,-1-1,1 0,1 0,49 7,-47-7,439 0,-61 21,-354-19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02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14,'7'2,"9"1,13 0,18 0,21-2,20 0,15-3,10 0,5-3,-3-1,-8 2,-17 0,-16 2,-19 1,-16 0,-15 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00.3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 0,'0'3,"0"7,0 11,0 13,0 15,0 15,0 12,0 12,0 4,0 0,0-3,0-7,0-7,0-11,0-10,-2-11,-1-10,0-10</inkml:trace>
  <inkml:trace contextRef="#ctx0" brushRef="#br0" timeOffset="521.643">525 81,'-26'51,"-3"-1,-2-2,-2-1,-21 20,7-12,-3-2,-3-3,-1-1,-23 12,22-30,55-31,-1 0,1 1,0-1,-1 0,1 0,-1 0,1 0,-1 0,1 0,-1 0,1 0,-1 0,1 0,-1 0,1 0,-1 0,1 0,-1-1,1 1,0 0,-1 0,1 0,-1-1,1 1,-1 0,1-1,0 1,-1 0,1-1,0 1,-1 0,1-1,0 1,0-1,-1 1,1 0,0-1,0 1,0-1,0 1,0-1,-1 1,1-1,0 1,0-1,0 1,0-1,0 1,0-1,1 1,-1-1,0 1,0-1,0 1,0 0,1-1,-1 1,0-1,0 1,1-1,-1 1,0-1,17-29,-16 27,1 0,0 0,0 0,0 0,0 0,1 0,-1 0,1 1,0-1,-1 1,1 0,0 0,1 0,-1 0,0 0,0 1,1 0,-1-1,1 1,-1 1,1-1,0 0,-1 1,1 0,0 0,-1 0,1 0,0 0,0 1,8 7,-1 1,1 0,-2 0,1 1,-2 1,1-1,4 10,17 15,-11-12,2 0,0-2,2-1,0-1,1-1,1-1,0-1,1-2,1 0,1-2,0-1,0-1,1-2,0-1,10 0,-18-3,0-1,0-1,1-1,-1-1,0-1,1-1,-1-1,2-2,-22 5,0 0,-1 0,1-1,0 1,0-1,-1 1,1-1,0 0,-1 0,1 1,-1-1,1 0,-1-1,1 1,-1 0,0 0,1 0,-1-1,0 1,0-1,0 1,0-1,0 1,-1-1,1 0,0 1,-1-1,1 0,-1 1,1-1,-1 0,0 0,0 0,0 1,0-1,0 0,0 0,-1 0,1 1,0-1,-1 0,0 1,1-1,-1 0,0 1,0-1,0 1,0-1,0 1,0-1,0 1,-2-2,-13-9,-2 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2:26.4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1 686,'8'-2,"1"0,1 0,-1 0,0 1,0 0,0 1,1 0,-1 1,0 0,0 0,1 1,-1 0,0 1,-1 0,1 0,0 1,-1 0,0 0,0 1,0 0,-1 0,1 1,-1 0,2 4,5 8,-1 1,-1 1,-1 0,0 1,-2 0,-1 0,0 1,-1 0,-2 1,0 0,-2-1,0 1,-1 3,-1-20,0 0,8 36,-9-41,0 0,0 0,0-1,1 1,-1 0,0 0,1 0,-1-1,0 1,1 0,-1-1,1 1,-1 0,1-1,-1 1,1-1,0 1,-1-1,1 1,0-1,-1 1,1-1,0 1,0-1,-1 0,1 0,0 1,0-1,0 0,-1 0,1 0,0 0,0 0,0 0,0 0,-1 0,1 0,0 0,0 0,0-1,-1 1,2 0,8-8,0 0,-1-1,0 1,0-2,-1 1,0-1,-1-1,0 1,0-1,3-9,62-139,-63 138,-9 21,1 0,-1 0,1 0,0 1,-1-1,1 0,0 0,-1 0,1 0,-1 1,1-1,-1 0,1 1,-1-1,1 0,-1 1,1-1,-1 1,1-1,-1 1,1-1,-1 1,0-1,1 1,-1-1,0 1,0-1,1 1,-1-1,0 1,0 0,0-1,0 1,0 0,0-1,0 1,0-1,0 1,0 0,0-1,0 1,0-1,0 1,0 0,-1-1,1 1,0-1,0 1,-1-1,1 1,-1-1,1 1,-1 0,1 1,2 11,-1 0,2 0,0-1,0 1,1-1,1 0,0 0,0-1,1 1,1-1,0 0,1 0,-4-5,0-1,1 1,0-1,0 0,1 0,-1-1,1 0,0 0,0 0,1 0,-1-1,1 0,-1-1,1 1,0-1,0 0,0-1,0 0,0 0,1-1,-1 1,3-2,-4 0,1 0,0 0,-1-1,1 0,-1-1,0 1,0-1,0 0,0-1,0 1,-1-1,1 0,-1-1,0 1,-1-1,1 0,-1 0,0-1,0 1,0-1,-1 0,0 0,1-2,2-4,-1-1,-1 0,0 0,0 0,-1-1,-1 1,0-1,-1 1,0-1,-1 0,-1 0,-4-5,-5 24,8 2,0 0,1 0,-1 0,2 0,-1 0,1 0,0 0,0 0,0 0,1 0,0 0,1 0,0 0,0 0,0-1,1 1,0-1,0 1,1-1,0 0,0 0,0-1,0 1,1-1,0 0,0 0,1 0,-1-1,1 0,0 0,0-1,1 1,-1-1,1-1,5 3,0-2,1 0,-1 0,0-1,1-1,0 0,-1 0,1-2,-1 1,1-2,11-2,-18 3,0-1,0 0,0 0,-1 0,1-1,0 0,-1 0,0 0,0-1,0 0,0 0,0 0,-1-1,0 1,0-1,0 0,-1 0,1-1,-1 1,0-1,-1 1,2-5,1-5,-1 0,-1 1,-1-1,0-1,-1 1,0 0,-1 0,-1 0,-2-15,-1 15,-3 25,7 4,0 0,1-1,1 1,0-1,1 1,0-1,1 0,0 0,2 0,-1-1,1 0,1 0,0 0,1-1,0 0,1 0,0-1,0 0,2 0,49 30,-34-30</inkml:trace>
  <inkml:trace contextRef="#ctx0" brushRef="#br0" timeOffset="928.176">1672 714,'-1'11,"0"1,1 0,1 0,0-1,0 1,1 0,1-1,0 1,0-1,1 0,1 0,0-1,0 1,1-1,1 0,-1 0,1-1,1 0,0 0,0-1,1 0,0 0,0-1,1-1,0 1,0-1,4 1,-8-3,-1-1,1 0,0 0,0-1,0 1,0-1,0 0,1-1,-1 0,1 0,-1 0,1-1,-1 0,1 0,-1-1,1 1,-1-1,0-1,1 1,-1-1,0 0,0-1,0 1,0-1,-1-1,1 1,-1-1,1 0,0-1,1-8,0-1,-1 0,0-1,-1 1,-1-1,0 0,-1 0,-1 0,0 0,-1-1,-1 1,0-1,-2 1,0-4,2 7,-1 18,3 22,0-14,1-1,1 0,1 0,0 0,0 0,1 0,1-1,0 0,1-1,0 0,1 0,0 0,4 2,-8-8,0 0,0 0,1-1,0 0,-1 0,2-1,-1 1,0-1,0-1,1 1,0-1,-1 0,1-1,0 1,0-1,0-1,0 1,0-1,0-1,0 1,0-1,0 0,-1-1,1 1,0-1,-1-1,4-1,-2-1,0 0,0-1,0 0,-1 0,0-1,0 0,-1 0,0-1,0 0,0 0,-1 0,-1 0,1-1,-2 0,1 0,-1 0,0 0,-1-1,0 1,0-1,-1 0,0-4,4 0,3 30,-5-10,0 3,1 1,0-1,0-1,1 1,0-1,1 0,0 0,0 0,0-1,1 0,1 0,-1-1,1 1,0-2,0 1,1-1,-1-1,1 1,0-2,0 1,2-1,8 1,0-1,1-1,-1-1,0 0,0-2,1 0,-1-1,0-1,0-1,0 0,8-5,-24 8,-1 1,0-1,1 0,-1 1,0-1,1 1,-1 0,1 0,-1 0,0 0,1 0,-1 0,1 1,-1-1,0 1,1 0,-1-1,0 1,0 0,0 1,0-1,1 0,-1 0,-1 1,1-1,0 1,1 1,3 1,0 0,0 0,1-1,-1 0,1 0,0-1,-1 0,1 0,0-1,0 0,0 0,1 0,-1-1,0 0,0 0,0-1,0 0,0 0,0-1,0 0,0 0,-1-1,1 1,0-1,-1-1,0 1,0-1,0-1,-1 1,1-1,-1 1,0-2,0 1,-1 0,1-1,0-2,-3 4,-1 1,0-1,0 1,0-1,-1 1,1-1,-1 0,0 1,0-1,0 1,0-1,-1 0,1 1,-1-1,0 1,0-1,0 1,-1-1,1 1,-1 0,0 0,0 0,0 0,0 0,-1 0,1 0,-1 1,-1-2,-3-2,0 0,-1 0,0 0,0 1,-1 1,1-1,-1 1,0 1,0 0,-4-1,6 2,-1 0,0 1,0-1,0 2,0-1,0 1,0 1,0-1,0 1,1 1,-1-1,0 1,0 1,1-1,0 1,-1 1,1-1,0 1,1 0,-1 1,1 0,0 0,0 0,0 1,1 0,-1 0,2 0,-1 1,1-1,0 1,0 0,0 0,1 1,1-1,-1 1,1-1,-1 8,2-9,1 0,0-1,0 1,0-1,1 1,-1-1,2 1,-1-1,0 0,1 1,0-1,0 0,1 0,-1 0,1 0,0-1,0 1,1-1,-1 1,1-1,0-1,0 1,1 0,-1-1,1 0,0 0,-1 0,1-1,0 1,1-1,-1-1,0 1,1-1,0 1,32 7</inkml:trace>
  <inkml:trace contextRef="#ctx0" brushRef="#br0" timeOffset="1809.087">3249 540,'-1'-7,"-2"1,1 0,-1-1,0 1,0 0,0 0,-1 1,0-1,0 1,-1-1,1 2,-1-1,0 0,0 1,-1 0,1 0,-1 0,0 1,0 0,0 0,-1 1,1-1,-1 1,1 1,-3-1,6 2,0 1,0-1,-1 1,1 0,0 0,0 0,0 1,0-1,0 1,0-1,0 1,1 0,-1 0,0 0,1 1,0-1,-1 0,1 1,0 0,1-1,-1 1,0 0,1 0,-1 0,1 0,0 0,0 0,0 1,1-1,-1 0,-1 8,0 0,1 0,0-1,0 1,1 0,1 0,0 0,2 7,10 27,2-1,2 0,1-1,3-1,1-1,20 26,-5-3,30 47,-66-110,-1 0,1 0,0 0,0 0,-1 0,1 0,0 0,0 0,0 0,0 0,0 0,0-1,1 1,-1 0,0-1,0 1,0-1,1 1,-1-1,0 0,0 1,1-1,-1 0,0 0,1 0,-1 0,0 0,1 0,-1 0,0-1,0 1,1 0,-1-1,0 1,0-1,1 1,-1-1,0 0,0 1,0-1,0 0,0 0,0 0,0 0,0 0,0 0,-1 0,1 0,0 0,-1 0,1-1,-1 1,1 0,-1 0,1 0,-1-1,18-30,-2-1,-1-1,-2 0,-1-1,-1 0,-3-1,0 0,0-22,0-10,-8 68,0-1,0 1,0-1,0 0,0 1,0-1,0 1,0-1,0 0,1 1,-1-1,0 1,0-1,1 1,-1-1,0 1,1-1,-1 1,1-1,-1 1,0-1,1 1,-1 0,1-1,-1 1,1 0,-1 0,1-1,0 1,-1 0,1 0,-1 0,1-1,-1 1,1 0,0 0,-1 0,1 0,-1 0,1 0,0 0,-1 0,1 1,-1-1,1 0,0 0,-1 0,1 1,-1-1,33 20,-21-12,1 0,-4-5,0 1,-1 0,0 1,0 0,0 0,0 0,-1 1,0 1,0-1,0 1,-1 0,0 1,-1-1,1 1,-2 0,1 0,-1 1,0 0,-1-1,0 1,2 8,-5 21,-1-34,0 1,1-1,0 1,-1 0,1 0,1-1,-1 1,1 0,0-1,0 1,0-1,1 1,-1-1,1 1,0-1,0 0,1 0,-1 0,1 0,0 0,0-1,1 1,-1-1,9 2,0 0,-1 0,2-2,-1 1,0-2,1 1,0-2,-1 0,1 0,0-1,-1-1,1 0,0-1,-1 0,3-1,-7 2,-1 0,1 0,-1 0,0-1,1 0,-1-1,0 1,0-2,0 1,-1-1,1 1,-1-2,0 1,0-1,0 0,-1 0,0-1,0 1,0-1,-1 0,1-1,-1 1,-1-1,1 0,-1 1,0-3,-6-9,-5 32,6-7,1 0,1 0,-1-1,1 1,1 0,-1 0,1 0,0 0,1-1,-1 1,1-1,1 1,-1-1,1 0,0 0,0 0,1 0,0 0,0-1,0 1,1-1,0 0,0-1,0 1,0-1,1 0,0 0,0-1,0 0,0 0,0 0,1-1,-1 0,1 0,-1 0,2-1,7 2,-1 0,1-2,0 0,0 0,0-1,-1-1,1 0,12-4,-22 4,1 0,-1 0,0-1,0 1,0-1,0-1,0 1,0-1,0 0,-1 0,1 0,-1 0,0-1,0 0,0 0,-1 0,0 0,1 0,-1-1,-1 0,1 0,-1 1,1-1,-1-1,0 0,-1 1,-1 0,1 0,-1 0,0-1,0 1,0 0,-1 0,0 0,0 0,0 0,-1 0,1 0,-1 0,0 0,-1 1,1-1,-1 1,0-1,0 1,0 0,-1 0,1 1,-1-1,0 1,0-1,-3 0,0-2,-1 1,0 0,0 1,0-1,-1 1,0 1,0 0,0 0,0 1,0 0,0 0,0 1,-1 1,-3-1,6 2,0 0,0 0,0 0,0 1,0 0,1 1,-1-1,1 1,-1 0,1 1,0 0,0 0,1 0,-1 0,1 1,0 0,0 0,0 1,1-1,0 1,0 0,0 0,1 0,0 1,0-1,0 1,1 0,0 0,1-1,-1 1,1 0,1 1,-1-1,1 0,1 0,-1 0,1 0,0 0,1 0,0 2,1-4,1 1,-1-1,1 0,0-1,1 1,-1-1,1 1,0-2,0 1,0 0,0-1,1 0,-1 0,1-1,0 1,0-1,0 0,0-1,34 10</inkml:trace>
  <inkml:trace contextRef="#ctx0" brushRef="#br0" timeOffset="2331.207">4546 593,'0'-36,"-9"-103,9 137,0-1,0 1,0 0,-1-1,1 1,-1-1,1 1,-1-1,0 1,0 0,0 0,-1-1,1 1,0 0,-1 0,1 0,-1 0,0 1,0-1,0 0,1 1,-2-1,1 1,0 0,0-1,0 1,0 0,-1 1,1-1,-1 0,1 0,0 1,-1 0,1-1,-2 1,-3 3,1 0,0 1,0-1,1 1,-1 1,1-1,0 1,0 0,0 0,1 0,0 0,0 1,0 0,0 0,1 0,0 0,1 1,-3 5,-2 8,0 0,2 0,0 0,1 1,2-1,0 1,0 0,2 0,1 0,1-1,0 1,2 0,0-1,1 0,1 0,1 0,1-1,1 0,0 0,2-1,0-1,0 1,2-2,0 0,11 10,-21-21,1 0,0-1,0 0,0 1,0-1,1-1,-1 1,1-1,0 1,0-1,0-1,1 1,-1-1,0 0,1 0,0 0,-1-1,1 0,0 0,0-1,0 1,0-1,0 0,-1-1,1 0,0 0,0 0,3-2,5-7,0-1,-1-1,0-1,-1 0,-1 0,0-1,-1 0,0-1,-1-1,-1 1,-1-1,0 0,3-13,26-66,-5-1,-4-2,-5-1,-3 0,-6-2,0-46,-12 64,-9 81,-18 75,13-19,2 1,3 0,2 1,2 0,3 0,2 0,3-1,2 1,2-1,3 0,3-1,1 0,9 15,-21-60,-1-1,1 0,1 0,0 0,0 0,0-1,1 0,0 1,0-2,1 1,0-1,0 0,0 0,1 0,0-1,0 0,1-1,2 2,-8-5,0-1,0 0,0 0,0 1,0-1,1-1,-1 1,0 0,0 0,0-1,0 1,0-1,0 0,0 0,0 0,0 1,-1-2,1 1,0 0,0 0,0-1,15-15</inkml:trace>
  <inkml:trace contextRef="#ctx0" brushRef="#br0" timeOffset="2595.557">4854 407,'-16'-5,"-3"1,9 3,19 7,24 7,23 3,18 3,11 2,4 0,-7 3,-18-4</inkml:trace>
  <inkml:trace contextRef="#ctx0" brushRef="#br0" timeOffset="3146.435">5308 767,'-23'102,"22"-98,1 0,0 0,0 0,1-1,-1 1,1 0,-1 0,1 0,1-1,-1 1,0 0,1-1,0 0,0 1,0-1,0 0,0 0,1 0,-1 0,1 0,0 0,0-1,0 0,0 1,2 0,-1-1,1 0,0 0,0 0,0 0,0-1,1 0,-1 0,0 0,1-1,-1 1,0-1,1-1,-1 1,0-1,1 0,-1 0,0 0,0-1,0 0,0 0,0 0,0 0,-1-1,1 0,-1 0,0 0,0-1,0 1,0-1,0 0,-1 0,0 0,1-1,-2 1,1-1,1-2,0 0,-1 1,0-1,0 0,0 0,-1 0,0 0,0 0,-1 0,0-1,0 1,-1-1,1 1,-2-1,1 1,-1 0,0-1,-1 1,0 0,0 0,0 0,-1 0,0 0,-1 0,1 1,-1 0,0 0,-1 0,1 0,-5-4,7 9,-1-1,1 1,0 0,0-1,-1 1,1 0,-1 1,1-1,-1 0,1 1,-1-1,0 1,1 0,-1 0,1 0,-1 0,0 0,1 1,-1-1,1 1,-1-1,1 1,-1 0,1 0,-1 0,1 1,0-1,0 0,0 1,-1-1,1 1,1 0,-1 0,0 0,0 1,-2 1,0 1,1 0,0 0,0 1,0-1,1 0,0 1,0 0,0-1,1 1,0 0,0 0,0 0,1 0,0 2,0 0,1-1,1 1,0-1,0 1,0-1,1 0,0 0,0 0,1 0,0 0,0-1,0 1,1-1,0-1,1 1,-1 0,1-1,0 0,0-1,0 1,2-1,4 4,2-1,-1 0,1-1,0-1,0 0,0 0,1-2,-1 0,1 0,8-1,-17-1,-1 0,0-1,1 0,-1 0,1 0,-1-1,1 0,-1 0,0 0,1-1,-1 0,0 0,0 0,0 0,-1-1,1 0,0 0,-1 0,0 0,0-1,0 0,0 0,0 0,-1 0,0 0,0-1,0 1,0-1,-1 0,0 0,0 0,0 0,3-23,-1 0,-2 0,0 0,-2-1,-2 1,-1-6,0-19,4-23,1 74,0 0,0 1,0-1,0 0,0 1,1-1,-1 1,1 0,-1 0,1 0,-1 0,1 0,-1 1,1-1,0 1,0 0,-1-1,1 1,0 0,-1 1,1-1,0 0,-1 1,1 0,0-1,-1 1,1 0,-1 0,1 1,0 0,-1-2,10 2,1 1,-1 1,1 0,-1 0,-1 1,1 0,-1 1,0 1,0 0,0 0,-1 1,0 0,-1 1,0 0,0 1,3 5,-10-10,-1 0,0 0,-1 0,1-1,-1 1,0 0,0 0,-1 0,1 0,-1 0,0 0,0 0,-1-1,1 1,-1 0,0-1,-1 1,1-1,-1 0,0 0,0 0,0 0,0 0,-1-1,1 0,-1 1,-4 1,-25 36,32-39,0-1,0 1,1-1,-1 1,0-1,1 1,-1-1,1 1,-1 0,1-1,0 1,-1 0,1-1,0 1,0 0,0 0,1-1,-1 1,0 0,1-1,-1 1,1-1,-1 1,1 0,0-1,-1 1,1-1,0 0,0 1,0-1,0 0,1 1,-1-1,0 0,0 0,1 0,-1 0,1 0,-1 0,1-1,-1 1,1 0,-1-1,2 1,78 20,51-8,0-5,35-6,-137-2,114-5,-99-1</inkml:trace>
  <inkml:trace contextRef="#ctx0" brushRef="#br0" timeOffset="37420.888">322 2626,'-9'6,"3"-1,0 0,0 0,-1-1,1 0,-1 0,0-1,0 0,0 0,0-1,-1 0,1 0,-1 0,-3-1,8-2,0-1,-1 0,1 0,0-1,0 1,0 0,0-1,1 0,-1 0,1 0,0 0,0 0,0 0,0-1,0 1,0-1,1 1,0-1,0 1,0-1,0 0,1 0,-1 1,1-1,0 0,0-3,-1-2,1 1,-1 0,2-1,-1 1,1 0,0-1,1 1,0 0,0 0,1 0,0 0,0 0,1 1,0 0,0-1,1 1,0 1,0-1,1 1,0 0,5-5,2 0,0 1,1 0,0 1,1 1,0 0,1 1,-1 1,1 0,0 1,7-1,-3 1,0 0,1 2,0 0,0 1,0 2,0 0,-1 1,13 2,-27-1,-1-1,1 1,-1 0,1 0,-1 1,0-1,0 1,0 0,-1 1,1-1,-1 1,1 0,-1 0,-1 0,1 1,0-1,-1 1,0 0,0 0,-1 0,1 0,-1 1,0-1,0 1,0 2,1 7,0 0,-1 0,-1 1,0-1,-1 1,-1-1,0 0,-1 1,-2 1,-9 30,-3-1,-2-1,-1-1,-3 0,-1-1,-2-2,-2 0,-2-2,-2-1,-1-2,-36 32,43-40,-2-2,0-1,-2-1,-1-1,0-2,-25 13,54-33,0 0,0 0,0-1,-1 1,1 0,0 0,0 0,-1-1,1 1,-1-1,1 1,0-1,-1 1,1-1,-1 0,1 0,-1 0,1 0,-1 0,1 0,-1 0,1 0,0 0,-1-1,1 1,-1-1,1 1,0-1,-1 1,1-1,0 0,-1 0,1 0,0 1,0-1,0 0,0-1,0 1,0 0,0 0,0 0,0-1,2-5,0 0,0 0,1 0,-1 0,2 1,-1-1,1 0,0 1,0 0,0-1,1 1,0 1,1-1,-1 0,1 1,3-3,-5 4,-1 0,1 0,0 0,0 0,1 0,-1 1,1 0,0 0,-1 0,1 0,1 0,-1 1,0-1,1 1,-1 0,1 1,-1-1,1 1,0 0,0 0,0 1,-1-1,1 1,0 0,0 0,0 1,0-1,0 1,-1 0,1 0,0 1,-1 0,1-1,1 2,86 88,-54-47,-20-26,1 0,0-1,1-1,1 0,1-2,0-1,0 0,18 5,-27-12,-1-2,1 0,1 0,-1-1,0-1,1 0,-1-1,1-1,-1 0,1 0,-1-1,1-1,-1-1,1 0,-1 0,0-1,4-3,-11 5,0 0,0-1,0 0,-1 0,1-1,-1 1,0-1,0 0,0-1,0 1,-1-1,1 0,-1 0,-1-1,1 1,-1-1,0 1,0-1,-1 0,1 0,-1-1,-1 1,1 0,-1-1,0 1,0-3,-4-1,-1 5</inkml:trace>
  <inkml:trace contextRef="#ctx0" brushRef="#br0" timeOffset="38424.6">1017 1757,'0'18,"0"15,0 11,0 7,0 5,0-2,0-2,0-6,0-8,2-9,4-8,-1-9</inkml:trace>
  <inkml:trace contextRef="#ctx0" brushRef="#br0" timeOffset="38625.104">990 1796,'2'16,"8"12,11 11,11 5,10 1,6-1,-1-4,0-7,-7-6,-10-8</inkml:trace>
  <inkml:trace contextRef="#ctx0" brushRef="#br0" timeOffset="38858.041">1391 1650,'-4'6,"-2"13,-2 13,0 13,2 10,2 9,3 3,7 0,5-4,5-7,-1-13</inkml:trace>
  <inkml:trace contextRef="#ctx0" brushRef="#br0" timeOffset="39339.99">1539 2184,'-4'-21,"2"-1,0 0,2 1,0-1,1 0,1 1,4-16,7-57,-12 93,0 0,0-1,1 1,-1 0,0 0,1 0,-1 0,1 0,-1 0,1 0,-1 1,1-1,0 0,-1 1,1 0,0-1,-1 1,1 0,0 0,0 0,-1 0,1 0,0 0,0 0,-1 0,1 1,0-1,-1 1,1-1,0 1,-1 0,1 0,-1 0,1 0,-1 0,0 0,1 0,-1 0,9 3,21 6,-11-5,0 2,0 0,-1 2,0 0,-1 0,5 5,-20-12,0 1,-1-1,1 1,0-1,-1 1,0 0,0 0,1 0,-2 1,1-1,0 0,-1 1,1-1,-1 1,0-1,0 1,-1 0,1-1,-1 1,0 0,0 0,0-1,0 1,-1 0,1-1,-1 1,0 0,0-1,0 1,-1-1,1 1,-1-1,0 0,0 0,0 0,-1 1,-75 122,77-125,1 0,0 1,-1-1,1 1,0-1,0 0,0 1,0-1,0 1,0-1,0 0,0 1,0-1,1 0,-1 1,0-1,1 0,0 1,-1-1,1 0,0 0,-1 1,1-1,0 0,0 0,0 0,0 0,0 0,0 0,0-1,0 1,1 0,-1 0,0-1,0 1,1-1,-1 1,0-1,57 11,-54-10,48 2,0-2,0-3,0-2,29-6,-28 1</inkml:trace>
  <inkml:trace contextRef="#ctx0" brushRef="#br0" timeOffset="41549.494">2702 1930,'0'3,"0"2,0 5,0 8,2 8,1 6,0 2,-1 0,0-1,-1-2,-1-4,0-4,3-6,2-11,0-6</inkml:trace>
  <inkml:trace contextRef="#ctx0" brushRef="#br0" timeOffset="41719.404">2728 1636,'-9'-6,"-1"1,9 7,8 7,8 5,1 0</inkml:trace>
  <inkml:trace contextRef="#ctx0" brushRef="#br0" timeOffset="42099.471">2929 2131,'113'-35,"-108"33,0-1,0 1,0-1,-1 0,1-1,-1 1,1-1,-1 0,-1 0,1 0,0-1,-1 1,0-1,0 0,-1 0,1 0,-1 0,0 0,1-4,-3 6,0 0,0-1,-1 1,1 0,-1-1,0 1,0 0,0 0,0 0,0 0,-1 0,0 0,1 0,-1 0,0 1,0-1,0 1,-1-1,1 1,-1 0,1 0,-1 0,0 0,0 0,0 1,0-1,0 1,0 0,0 0,0 0,0 0,-1 1,1-1,0 1,0 0,-1 0,1 0,0 0,-1 0,1 1,0 0,0-1,-1 1,1 0,0 1,0-1,0 1,0-1,-5 3,0 1,0-1,0 1,1 0,0 1,0 0,0 0,1 1,0-1,0 1,0 1,1-1,0 1,1 0,0 0,0 0,1 1,0-1,0 1,1 0,0 0,0 0,1 6,1-11,0 0,1 0,0 0,0 0,0 0,0 0,1 0,-1 0,1-1,0 1,0-1,0 1,1-1,-1 0,1 1,0-2,0 1,0 0,0 0,1-1,-1 0,0 1,1-1,0-1,3 3,102 24,-47-21,-5-4</inkml:trace>
  <inkml:trace contextRef="#ctx0" brushRef="#br0" timeOffset="42718.725">3503 1823,'-96'-18,"92"18,1 0,-1 1,1-1,0 0,-1 1,1 0,-1 0,1 0,0 0,0 0,0 1,0 0,0-1,0 1,0 0,0 0,1 1,-1-1,1 0,-1 1,1 0,0-1,0 1,0 0,1 0,-2 3,0-1,1 1,0 0,0 1,0-1,1 0,0 0,0 1,1-1,0 1,0-1,0 0,1 1,0-1,0 0,0 1,1-1,0 0,0 0,1 0,0-1,0 1,0 0,1-1,-1 0,1 0,0 0,1 0,-1-1,1 0,0 1,0-2,1 1,-1-1,5 3,13 5,0 0,0-1,1-2,0 0,15 1,44 15,-83-24,1 0,-1 0,1 0,-1 0,1-1,-1 1,1 0,-1 0,1 0,-1 0,0 0,1 0,-1 1,1-1,-1 0,1 0,-1 0,1 0,-1 0,0 1,1-1,-1 0,1 0,-1 1,0-1,1 0,-1 1,0-1,1 0,-1 1,0-1,0 0,1 1,-1-1,0 1,0-1,0 1,1-1,-1 0,0 1,0-1,0 1,0-1,0 1,0-1,0 1,0-1,0 1,0-1,0 1,0-1,-1 0,1 1,0-1,0 1,0-1,-1 1,1-1,-28 11,-109 4,136-15,0 1,0-1,1 0,-1 1,0-1,0 0,0 1,0-1,1 0,-1 0,0 0,0 0,0 0,0 0,0 0,0 0,1 0,-1 0,0 0,0-1,0 1,0 0,0-1,1 1,-1 0,0-1,0 1,1-1,-1 1,0-1,1 0,-1 1,0-1,1 0,-1 1,1-1,-1 0,1 1,0-1,-1 0,1 0,0 0,-1 0,1 1,0-1,0 0,0 0,0 0,0 0,0 0,0 0,0 1,0-2,91-62,-63 48,-1-1,0-2,-1 0,-1-2,-1-1,-1-1,-2 0,0-2,-1-1,-1-1,-9 10,-7 44,-5-13,0 1,1 0,0 0,2 0,-1 0,2 0,0-1,1 1,0-1,1 1,1-1,0 0,1 0,0-1,1 0,1 0,0 0,5 5,-10-15,0 0,0-1,0 1,0-1,1 0,-1 0,1 0,-1 0,1-1,0 1,0-1,0 0,-1 0,1 0,0-1,0 1,0-1,0 0,0 0,0-1,3 0,8-5</inkml:trace>
  <inkml:trace contextRef="#ctx0" brushRef="#br0" timeOffset="42896.29">3958 1570,'-14'-14,"-4"0,1 7,8 14,12 13,12 11,11 8,1-3</inkml:trace>
  <inkml:trace contextRef="#ctx0" brushRef="#br0" timeOffset="43523.69">4132 2131,'14'-21,"-1"0,-1 0,0-1,-2 0,0-1,-2 0,0-1,-2 0,-1 0,0 0,-2-1,-1 0,-1-21,-1 45,1 1,-1-1,1 0,-1 0,1 0,-1 1,1-1,-1 0,1 1,0-1,-1 0,1 1,0-1,0 1,-1-1,1 1,0-1,0 1,0 0,0 0,0-1,0 1,-1 0,1 0,0 0,0 0,0 0,0 0,0 0,0 0,0 0,0 0,0 1,-1-1,1 0,0 0,0 1,0-1,0 1,-1-1,1 1,0-1,0 1,-1 0,1-1,0 1,-1 0,1-1,-1 1,11 4,172 49,-178-52,-1 0,1-1,-1 1,0 1,0-1,1 1,-2 0,1-1,0 2,0-1,-1 0,0 1,0 0,0-1,0 1,-1 0,1 1,-1-1,0 0,0 1,0-1,-1 1,0 0,0-1,0 1,0 0,-1 4,-14 156,14-163,1 0,-1 0,1 0,-1 0,1 0,0-1,0 1,0 0,0-1,0 1,0 0,0-1,1 0,-1 1,0-1,1 0,-1 1,1-1,0 0,-1 0,1 0,0-1,0 1,-1 0,1-1,0 1,0-1,0 1,0-1,0 0,0 0,0 0,1 0,67-8,-59 5,0 0,0-1,0 0,-1 0,0-1,0-1,0 0,0 0,-1-1,0 0,-1 0,1-1,-2 0,1-1,-1 0,0 0,-1 0,0-1,0 0,-1 0,0-1,-1 1,-1-1,1 0,-2 0,1 0,-1-9,-7 6,-6 37,8-16,0 0,1 0,0 0,0 0,1 1,0-1,0 0,0 1,1-1,0 1,1-1,0 1,0-1,0 0,1 0,0 1,1-1,-1 0,1-1,1 1,-1-1,1 1,0-1,1 0,-1 0,1-1,0 1,1-1,-1 0,1-1,0 1,0-1,1 0,-1-1,1 1,0-1,1 0,20 1,-3-4</inkml:trace>
  <inkml:trace contextRef="#ctx0" brushRef="#br0" timeOffset="43769.21">5001 1516,'-7'9,"2"6,5 1,2-1</inkml:trace>
  <inkml:trace contextRef="#ctx0" brushRef="#br0" timeOffset="44603.272">5522 2077,'16'2,"14"2,10-1,3-1,5-3,0-1,-3-2,-9-2</inkml:trace>
  <inkml:trace contextRef="#ctx0" brushRef="#br0" timeOffset="45077.548">6070 1676,'18'22,"-1"0,0 1,-2 1,-1 1,-1 0,-1 1,-1 0,-1 1,-2 0,-2-11,-4-11,-2-2,0-1,0 1,1 0,-1-1,1 1,0 0,0-1,0 1,0-1,0 0,0 1,1-1,-1 0,1 0,-1 0,1 0,0 0,0 0,0 0,0 0,0-1,0 1,1-1,-1 0,0 1,1-1,-1 0,1-1,-1 1,1 0,0-1,-1 1,1-1,-1 0,1 0,2 0,4-6,0 0,-1-1,0 0,-1-1,1 0,-2 0,1 0,-1-1,0 0,-1 0,0 0,0-1,3-9,33-101,-41 120,1 0,-1 0,1 0,-1 0,1 0,-1 0,1 0,-1 0,1 0,-1 0,1 1,-1-1,1 0,-1 0,0 0,1 1,-1-1,1 0,-1 1,0-1,1 0,-1 1,0-1,1 1,-1-1,0 0,0 1,0-1,1 1,-1-1,0 1,0-1,0 1,0-1,0 1,0-1,0 0,0 1,0-1,0 1,0-1,0 1,0-1,0 1,0-1,0 1,0-1,-1 1,1-1,0 1,0-1,-1 0,1 1,0-1,-1 1,2 1,3 26,30 113,-32-135,1 1,0-1,1 0,0 0,0-1,0 1,0-1,1 0,0 0,0 0,0-1,1 0,-1 0,1 0,0 0,0-1,0 0,1-1,4 2,19 3,-3-3</inkml:trace>
  <inkml:trace contextRef="#ctx0" brushRef="#br0" timeOffset="45666.619">6712 1663,'-1'46,"-1"-29,0 0,2 0,0 0,0 0,2 0,0 0,1 0,1 0,1-1,0 1,1-1,0 0,2-1,0 0,5 8,-10-20,1 1,0 0,0-1,0 0,0 1,0-2,0 1,1 0,0-1,-1 0,1 0,0 0,0-1,0 0,0 0,0 0,1 0,-1-1,0 0,0 0,0 0,0-1,1 0,-1 0,0 0,0 0,0-1,-1 0,1 0,0 0,-1-1,1 1,-1-1,0 0,0-1,0 1,0-1,0 1,-1-1,0 0,0 0,0-1,9-14,-2-1,-1 0,0 0,-1-1,-2 0,0-1,-1 1,-1-1,1-22,-6 55,0 0,1-1,0 1,1 0,1-1,-1 1,1-1,1 1,0-1,1 0,0 0,0 0,1-1,0 1,1-1,0 0,0-1,1 1,0-1,1-1,-1 1,1-1,3 1,20 5,-2-5</inkml:trace>
  <inkml:trace contextRef="#ctx0" brushRef="#br0" timeOffset="46114.568">7353 1650,'-1'12,"0"1,0-1,1 1,1-1,0 1,1-1,0 1,1-1,0 0,1 0,0 0,1 0,1-1,-1 0,2 0,0-1,0 1,1-1,0-1,0 1,1-2,1 1,-1-1,1-1,1 1,3 0,-11-6,-1 0,1 0,0-1,0 1,0-1,0 0,0 0,0 0,0 0,0-1,0 1,0-1,1 0,-1 1,0-2,0 1,0 0,1-1,-1 1,0-1,0 0,0 0,0 0,0 0,0-1,0 1,-1-1,1 0,0 0,-1 0,1 0,-1 0,0-1,0 1,0 0,0-1,0 0,0 0,-1 1,1-1,-1 0,1-2,7-22,-1 1,-1-1,-2-1,0 1,-2-1,-1 0,-1 18,-3 28,0-11,0 0,0 1,1-1,0 0,1 0,-1 1,2-1,-1 0,1 1,0-1,0 0,1 0,0 0,0 0,0 0,1 0,1 0,-1-1,1 0,0 0,0 0,1 0,-1 0,6 4,-1-6,-1-1,0 1,1-2,0 1,0-1,-1-1,1 1,0-2,0 1,0-1,0-1,0 1,0-1,0-1,0 0,0 0,0-1,4-2,17-7</inkml:trace>
  <inkml:trace contextRef="#ctx0" brushRef="#br0" timeOffset="46465.689">7969 1729,'-1'6,"0"0,1 0,0 0,0 0,1 0,-1 0,2 0,-1 0,0 0,1 0,0 0,0-1,1 1,0-1,0 0,0 0,0 0,1 0,0 0,0-1,0 0,1 1,-1-2,1 1,0 0,2 0,0-1,-1 0,1-1,-1 0,1 0,0 0,-1-1,1 0,0-1,0 1,0-1,0 0,0-1,0 0,0 0,-1-1,1 1,0-1,-1-1,1 1,-1-1,0 0,0-1,0 0,-1 0,1 0,-1 0,0-1,0 0,0 0,0 0,-1-1,0 1,-1-1,1 0,-1 0,0 0,0-1,-1 1,0-1,1-3,-3 8,1 1,-1-1,1 0,-1 0,0 0,0 0,0 0,0 0,0 0,-1 0,1 0,0 1,-1-1,0 0,1 0,-1 0,0 1,0-1,0 0,0 1,0-1,0 0,0 1,-1 0,1-1,0 1,-1 0,0 0,1 0,-1 0,1 0,-1 0,0 0,0 0,0 1,1-1,-1 1,0-1,0 1,-2-1,-3 1,0-1,0 1,0 0,0 1,0 0,0 0,1 0,-1 1,0 0,-5 2,7-2,1 0,0 0,0 0,0 1,0-1,0 1,0 0,1 0,-1 1,1-1,0 1,0-1,0 1,0 0,1 0,0 0,0 1,0-1,0 1,1-1,-1 1,1-1,0 1,0 0,1-1,0 1,0 0,0-1,0 1,1 0,-1 0,1-1,0 1,1-1,-1 1,1-1,0 1,0-1,0 0,1 0,-1 0,3 2,0-1,1 1,0-1,0-1,0 1,0-1,1 0,0 0,0-1,0 0,0 0,0-1,1 0,3 1,23 4</inkml:trace>
  <inkml:trace contextRef="#ctx0" brushRef="#br0" timeOffset="46741.05">8250 1302,'-16'-2,"-10"1,-3 6,4 8,6 9,9 10,12 11,15 7,5-4</inkml:trace>
  <inkml:trace contextRef="#ctx0" brushRef="#br0" timeOffset="47357.604">8477 1930,'12'-12,"0"-1,0 0,-1-1,-1-1,-1 0,0 0,-1-1,0 0,-1 0,-1 0,-1-1,0 0,-1 0,-1-1,-1 1,0-1,-1 1,-1-1,-2-15,2 31,0 0,0 0,0 0,0 0,0 0,0 0,0 0,-1 0,1 0,-1 0,1 0,-1 0,0 0,0 1,0-1,0 0,0 0,0 1,0-1,0 1,-1-1,0 0,1 3,0-1,0 1,0-1,1 1,-1 0,0 0,1-1,-1 1,0 0,1 0,-1 0,1 0,-1 0,1 0,-1 0,1 0,0 0,-1 0,1 0,0 0,0 0,0 0,0 0,0 0,0 0,0 0,0 0,1 0,-1 0,0 0,0 0,1 0,-1 0,1 0,-1 0,1 0,-1 0,1-1,4 6,0 0,1-1,0 0,0 0,0-1,0 1,1-2,0 1,0-1,0 1,0-2,0 1,0-1,1 0,5 0,-3 1,-1-1,-5-2,0 1,1-1,-1 1,0 0,0 0,0 1,1-1,-1 1,-1 0,1 0,0 0,0 0,-1 1,1 0,-1-1,0 1,0 0,0 1,0-1,-1 0,1 1,-1 0,0-1,0 1,0 0,-1 0,1 0,-1 0,0 2,-1 54,6 29,-5-85,1-1,-1 0,1 0,0 0,0 0,0-1,0 1,1 0,-1-1,1 0,-1 1,1-1,0 0,0-1,0 1,0 0,0-1,1 1,-1-1,0 0,1 0,-1-1,0 1,1-1,-1 1,1-1,-1 0,1 0,-1-1,1 1,1-1,4 0,0-1,0 0,0 0,0-1,0 0,0-1,-1 0,0 0,0 0,0-1,4-4,-7 5,0 0,0-1,0 0,-1 0,0 0,0-1,0 1,0-1,-1 0,0 0,0 0,-1-1,0 1,0-1,-2 7,0 0,0 0,-1 0,1 0,0 0,0 0,-1 1,1-1,0 0,0 0,-1 0,1 0,0 0,0 0,-1 0,1 0,0-1,0 1,-1 0,1 0,0 0,0 0,-1 0,1 0,0 0,0 0,0-1,-1 1,1 0,0 0,0 0,0-1,-1 1,1 0,0 0,0 0,0-1,0 1,0 0,0 0,0-1,-1 1,1 0,0 0,0-1,0 1,0 0,0 0,0-1,0 1,0 0,0 0,0-1,1 1,-1 0,0 0,0-1,0 1,0 0,0 0,0-1,0 1,1 0,-14 17,11-13,0-1,0 1,0 0,1 0,0-1,0 1,0 0,0 0,0 0,1 0,0 0,0 0,0 0,0 0,1 0,-1 0,1 0,0 0,0 0,1 0,-1-1,1 1,0 0,0-1,0 0,0 1,0-1,1 0,0 0,-1 0,1 0,0-1,1 1,-1-1,0 0,1 0,-1 0,1 0,-1 0,2-1,4 1,0 0,0-1,0 0,0 0,0-1,0-1,0 1,1-2,-1 1,0-1,-1 0,1-1,0 0,-1-1,0 1,1-2,-1 1,-1-1,2-1,-4 3,0 0,-1-1,1 0,-1 0,0 0,0 0,0-1,0 1,-1-1,0 0,0 0,0 0,-1 0,1-1,-1 1,-1-1,1 0,-1 1,0-1,0 0,-1 0,1 0,-1 1,0-1,-1 0,0 0,0 0,0 1,0-1,-1 0,-1 1,0 0,0-1,-1 2,1-1,-1 0,0 1,0-1,-1 1,1 0,-1 0,0 1,0 0,0 0,-1 0,1 0,-1 1,1 0,-1 0,0 0,0 1,0 0,0 0,0 0,0 1,0 0,0 0,0 1,0-1,0 1,0 1,0-1,1 1,-1 0,0 0,1 1,-1-1,1 1,0 1,0-1,0 1,1 0,-1 0,1 0,0 0,0 1,-1 1,3-3,1 0,-1-1,1 1,0 0,0 0,0 0,0 0,0 0,1 0,-1 1,1-1,0 0,0 0,0 0,0 0,1 1,-1-1,1 0,0 0,0 0,0 0,0 0,0 0,1-1,1 3,13 17</inkml:trace>
  <inkml:trace contextRef="#ctx0" brushRef="#br0" timeOffset="47620.465">9372 1328,'-13'-2,"-8"4,1 5,3 12,5 11,8 12,11 10,3-4</inkml:trace>
  <inkml:trace contextRef="#ctx0" brushRef="#br0" timeOffset="47909.414">9546 1957,'27'-34,"-1"-2,-2 0,-1-1,-2-1,-2-2,-1 0,-2 0,-2-2,3-17,4-31,-4-2,-4 0,1-81,-13 147,1 12,-1-1,0 1,-1 0,-1-1,0 1,-1-1,0 1,-2 0,1 0,-2-1,4 13,1 1,-1 0,1-1,-1 1,1 0,-1 0,0-1,0 1,0 0,0 0,0 0,0 0,0 0,0 0,0 1,0-1,0 0,0 0,-1 1,1-1,0 1,-1-1,1 1,0-1,-1 1,1 0,0 0,-1 0,1 0,-1 0,1 0,0 0,-1 0,1 0,0 1,-1-1,1 1,0-1,-1 1,1-1,0 1,0 0,-1-1,1 1,0 0,0 0,0 0,0 0,0 0,-48 58,35-32,1 0,1 2,1-1,2 1,1 1,1-1,1 2,2-1,1 0,2 1,0-1,3 1,0-1,2 1,1-1,1 0,2-1,9 23,-9-28,2 0,0-1,2 0,1-1,0 0,2-1,0 0,1-1,1-1,1-1,1 0,0-2,15 10,41 5,-47-29</inkml:trace>
  <inkml:trace contextRef="#ctx0" brushRef="#br0" timeOffset="48156.355">9653 1276,'23'4,"23"6,20 7,14 1,6 1,-13-3</inkml:trace>
  <inkml:trace contextRef="#ctx0" brushRef="#br0" timeOffset="48401.698">10054 1743,'-2'4,"0"0,0 0,1 0,-1 1,1-1,0 0,0 0,0 1,1-1,-1 0,1 1,0-1,1 1,-1-1,1 0,-1 1,1-1,1 0,-1 0,1 1,-1-1,1 0,0 0,1-1,-1 1,1 0,-1-1,1 0,0 1,1 0,1-2,-1 0,1 0,-1-1,1 1,0-1,-1 0,1 0,0 0,0-1,0 0,0 0,-1 0,1-1,0 1,0-1,0 0,-1 0,1-1,0 0,-1 0,1 0,-1 0,0 0,0-1,0 0,0 0,0 0,-1 0,1-1,-1 1,0-1,0 0,0 0,0 0,-1 0,0-1,0 1,0-1,0 1,0-3,2-3,0-1,-1 1,0-1,0 1,-1-1,-1 0,0 0,0 0,-1 1,-1-1,0 0,0 0,-1-2,1 11,1 0,-1 0,0 1,1-1,-1 0,0 0,0 0,0 1,-1-1,1 0,0 1,-1-1,1 1,-1 0,1-1,-1 1,1 0,-1 0,0 0,0 0,0 0,1 0,-1 1,0-1,0 1,0-1,0 1,0 0,0-1,0 1,0 0,0 1,0-1,0 0,0 0,0 1,0-1,0 1,0 0,0 0,0-1,0 1,1 0,-1 1,0-1,1 0,-1 0,1 1,-1-1,1 1,-1-1,1 1,0 0,0-1,0 1,0 0,0 0,0 0,-3 6,1 0,0 0,0 1,1-1,-1 1,2 0,-1-1,2 1,-1 0,1 0,0 0,1 1,2 28</inkml:trace>
  <inkml:trace contextRef="#ctx0" brushRef="#br0" timeOffset="48649.892">10415 1783,'1'-181,"-2"179,1-1,-1 1,1 0,0 0,0 0,0 0,0 0,0 0,0 0,1 0,-1-1,1 1,-1 0,1 0,0 0,0 1,0-1,0 0,0 0,0 0,1 1,-1-1,0 0,1 1,-1 0,1-1,0 1,-1 0,1 0,0 0,0 0,0 0,0 0,0 0,0 1,0-1,0 1,1-1,7 4,-1 1,0-1,-1 2,1-1,-1 1,0 1,0-1,0 1,-1 1,0-1,0 1,-1 1,0-1,1 2,-3-2,0 0,-1 0,0 0,0 1,0-1,-1 1,0 0,-1 0,1 0,-1 0,-1 0,0 0,0 0,-1 0,1 0,-2 0,1 0,-1-1,0 1,-1 0,0-1,-1 3,-5 24,7-31,1 0,0 1,1-1,-1 0,0 1,1-1,0 1,0-1,0 1,0-1,1 1,-1-1,1 1,0-1,0 0,0 1,0-1,1 0,-1 0,1 0,0 0,0 0,0 0,0-1,1 1,-1-1,0 1,1-1,0 0,1 1,81 25,-35-20</inkml:trace>
  <inkml:trace contextRef="#ctx0" brushRef="#br0" timeOffset="49696.964">2341 2385,'0'-2,"2"-1,6 0,5 0,10 1,11 1,5 1,3-1,-2-1,-10-1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24.2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10,'0'2,"0"0,0 1,0-1,0 0,1 0,-1 0,1 0,-1 0,1 0,0 0,-1 0,1 0,0 0,1-1,-1 1,0 0,0 0,1-1,-1 1,1-1,-1 1,1-1,0 0,-1 0,1 0,0 0,0 0,0 0,0 0,0 0,0-1,0 1,0-1,0 0,0 1,0-1,0 0,0 0,1 0,-1-1,0 1,0 0,0-1,0 1,0-1,0 0,0 0,0 0,0 0,-1 0,1 0,0 0,-1-1,1 1,0 0,-1-1,0 0,1 1,-1-1,0 0,0 0,0 1,-1 0,1 0,-1 1,1-1,-1 0,1-1,-1 1,0 0,0 0,0 0,0 0,1 0,-1 0,-1 0,1 0,0 0,0 0,0 0,0 0,-1 0,1 0,-1 0,1 0,0 0,-1 0,0 0,1 0,-1 0,0 0,1 1,-1-1,0 0,0 0,1 1,-1-1,0 1,0-1,0 1,0-1,0 1,0-1,0 1,0 0,0-1,0 1,0 0,0 0,0 0,-1 0,1 0,0 0,0 0,0 0,0 1,0-1,0 0,0 1,0-1,0 1,0-1,0 1,0-1,0 1,0 0,-13 13,2 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24.5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7,'2'16,"3"5,3-1,1-6,0-8,-1-9,-2-9,-2-7,-1-2,-4 2,-4 9,-4 15,-2 16,1 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27.7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33,'18'7,"22"2,23 0,22-7,21-8,14-5,5-3,-2 1,-12 2,-17 6,-18 8,-19 6,-18 3,-15 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32.2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211 446,'-8'0,"0"-1,-1 1,1 1,0-1,-1 2,1-1,0 1,0 0,0 1,0 0,1 0,-1 0,1 1,-1 1,1-1,1 1,-1 0,1 0,0 1,0 0,0 0,1 1,0-1,0 1,1 0,-1 0,2 1,-1-1,1 1,0 0,1 0,0 0,0 0,0 0,1 3,1-8,0-1,0 1,0-1,0 1,1-1,-1 1,1-1,-1 0,1 1,0-1,0 0,0 1,0-1,1 0,-1 0,1 0,-1 0,1 0,-1 0,1-1,0 1,0 0,0-1,0 1,0-1,0 0,1 0,-1 0,0 0,1 0,-1 0,0-1,1 1,-1-1,2 0,88-7,-76 3,0-1,-1-1,0 0,-1-1,1-1,-1 0,-1-1,0-1,0 0,0-1,-2 0,1 0,-1-1,-1-1,0 0,-1 0,-1-1,0 0,0-1,-2 0,0 0,2-9,-2 2,-2-1,0 0,-2 1,0-1,-2-1,0 1,-2 0,0 0,-2 1,0-1,-2 1,0 0,-6-12,10 28,1 0,-1 1,-1-1,1 1,-1-1,0 1,0 0,0 0,-1 0,0 0,0 1,0 0,0-1,-1 1,0 1,1-1,-1 1,-3-2,5 6,0 0,0 0,0-1,0 2,1-1,-1 0,0 1,1-1,-1 1,1 0,-1-1,1 1,0 0,0 1,0-1,0 0,0 1,0-1,1 1,-1-1,1 1,0 0,0 0,0 0,0-1,0 1,0 0,1 0,0 0,-1 3,-7 27,1 1,1 0,2 0,2 0,0 0,3 1,1-1,1 0,8 32,-9-52,1 0,0-1,1 1,0-1,1 0,1 0,0 0,1-1,0 1,1-2,0 1,1-1,0-1,1 1,0-2,0 1,1-1,0-1,1 0,0-1,0 0,1 0,0-2,0 1,0-2,4 1,-4-3,0-2,0 1,0-2,0 0,0 0,0-1,0-1,0 0,-1-1,1 0,-1-1,0 0,0-1,-1 0,0-1,0 0,0-1,-1 0,0-1,-1 0,0-1,0 0,-1 0,0-1,-1 1,0-2,-1 1,0-1,-1 0,0 0,-1-1,-1 1,1-4,-3 12,0 1,-1 0,1-1,-1 1,0 0,0-1,0 1,-1 0,1-1,-1 1,1 0,-1 0,0 0,-1-1,1 1,0 0,-1 0,0 1,1-1,-1 0,0 0,-1 1,1-1,0 1,-1 0,1 0,-1 0,0 0,0 0,0 1,1-1,-2 1,1-1,0 1,0 0,0 1,0-1,-1 0,1 1,0 0,-1 0,1 0,-5 1,1 0,-1 1,1 0,-1 1,1-1,0 1,0 1,0-1,1 1,-1 1,1-1,0 1,0 0,0 0,1 1,0 0,0 0,0 0,1 0,0 1,0 0,1 0,0 0,0 0,0 0,1 1,0-1,1 1,-1-1,2 1,-1 0,1-1,0 1,0 0,1 0,1 3,3-1,1 0,0 0,0 0,1 0,0-1,1 0,0-1,1 0,-1 0,1-1,1 0,0 0,0-1,0-1,0 1,1-2,5 2,61 28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40.2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0 360,'21'-16,"-1"0,-2-1,1-2,-2 1,0-2,-2 0,0-1,-1 0,-1-2,-1 1,-2-1,1-2,-10 22,0 1,0-1,0 0,0 1,0-1,0 0,-1 0,1 0,-1 0,0 0,0 0,0 0,0 1,-1-1,1 0,-1 0,0 0,0 0,1 1,-2-1,1 0,0 1,-1-1,1 1,-1-1,0 1,0 0,1 0,-2 0,1 0,0 0,0 0,-1 0,1 1,-1-1,1 1,-1 0,0-1,1 1,-1 1,0-1,0 0,-1 1,-3 0,1 1,-1 1,0 0,0 0,1 0,-1 0,1 1,0 0,0 1,0-1,0 1,1 1,0-1,-1 1,1-1,1 1,-1 1,1-1,0 1,0-1,1 1,-1 1,1-1,1 0,-1 1,1-1,0 1,1 0,-1-1,1 1,1 0,-1 0,1 0,0 0,1 0,0 0,0-1,0 1,1 0,0-1,0 1,2 2,1 0,1 0,0 0,0 0,1-1,0 0,1 0,-1-1,1 0,1 0,0-1,0 0,0-1,0 0,10 4,6 1,-1-1,1-1,1-2,-1 0,17 1,35 0,-9-6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42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188 214,'0'16,"-2"14,-2 9,1 5,1 1,0 1,1-6,3-8,3-8,1-9</inkml:trace>
  <inkml:trace contextRef="#ctx0" brushRef="#br0" timeOffset="447.884">0 0,'82'11,"0"4,-1 3,50 19,-103-28,0 1,-1 2,0 0,-1 2,0 0,9 9,-27-18,-1 0,-1 1,1 0,-1 0,0 0,0 1,-1 0,0 0,0 0,-1 1,0-1,0 1,-1 0,0 0,0 1,0-1,-2 1,1-1,-1 1,0-1,0 1,-1 0,-1 6,-23 110,25-123,0 1,0-1,0 0,0 1,0-1,1 0,-1 0,1 0,0 0,0 0,0 0,0-1,0 1,0-1,0 1,0-1,0 0,1 0,-1 0,0 0,1 0,-1 0,1-1,-1 1,1-1,0 0,-1 1,1-1,-1 0,1-1,0 1,-1 0,1-1,-1 0,3 0,8-1,0 0,0-1,0 0,-1-1,1-1,-1 0,0-1,0 0,-1 0,1-1,-2-1,1 0,-1 0,0-1,-1-1,0 0,0 0,-1 0,-1-1,1 0,-2-1,5-9,-11 22,0-1,0 0,1 1,-1-1,0 0,0 0,0 1,1-1,-1 0,0 0,1 0,-1 0,0 1,1-1,-1 0,0 0,1 0,-1 0,0 0,1 0,-1 0,0 0,1 0,-1 0,0 0,1 0,-1 0,0 0,1 0,-1 0,0 0,1 0,0 10,1 1,1 0,0-1,0 1,1-1,1 0,-1 0,2-1,-1 1,1-1,1 0,-1-1,1 1,1-1,0-1,0 1,6 2,6 6,1-2,0-1,1-1,1 0,0-2,0 0,5-1,51 13,-8-6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40.7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1 710,'31'-60,"4"2,2 2,33-39,-59 80,-6 8,-1 0,1 0,0 1,1 0,0 0,0 0,0 0,1 1,0 0,0 1,0-1,6-2,-11 8,1-1,-1 1,0 0,-1 0,1 0,0 0,0 0,0 0,0 0,-1 1,1-1,-1 0,1 1,-1 0,1-1,-1 1,0 0,0 0,0 0,0-1,0 1,0 0,-1 0,1 1,-1-1,1 0,-1 0,0 0,1 0,-1 0,-1 0,1 3,2 4,48 214,-49-222,-1 0,0 0,1 0,-1 0,0 0,0 0,0 0,1 1,-1-1,0 0,0 0,-1 0,1 0,0 0,0 0,0 0,-1 0,1 0,-1 0,1 0,0 0,-1 0,0-1,1 1,-1 0,0 0,1 0,-1-1,0 1,0 0,1-1,-1 1,0 0,0-1,0 0,0 1,0-1,0 1,0-1,0 0,0 0,0 1,0-1,0 0,0 0,0 0,0 0,0 0,0 0,0-1,0 1,0 0,0-1,0 1,0 0,0-1,0 1,0-1,0 1,-12-9,1 0</inkml:trace>
  <inkml:trace contextRef="#ctx0" brushRef="#br0" timeOffset="707.968">816 415,'-97'-11,"94"12,0-1,0 0,0 1,0 0,0 0,0 0,0 0,0 0,1 0,-1 1,0-1,1 1,-1 0,1 0,0 0,0 0,-1 0,1 0,1 1,-1-1,0 1,0-1,1 1,0 0,-1-1,1 1,0 0,0 0,1 0,-1 1,0 1,1 0,0-1,0 1,0 0,1-1,-1 1,1-1,0 1,0-1,1 1,0-1,-1 0,1 1,1-1,-1 0,1 0,-1-1,1 1,0-1,0 1,1-1,-1 0,1 0,1 1,5 4,1-1,-1 0,1-1,1 0,-1-1,1 0,0-1,6 1,-3-1,-1-1,0-1,1-1,-1 0,1 0,0-2,-1 0,1 0,-1-2,7-1,-15 2,0 1,0-1,0 0,0-1,-1 0,1 0,-1 0,0 0,0-1,0 0,0 0,-1 0,1-1,-1 1,0-1,-1 0,1 0,-1 0,0-1,0 1,-1-1,1 0,-1 0,-1 0,2-3,-2-7,0 0,-1 1,-1-1,0 1,-1-1,0 1,-2-1,0 1,0 0,-2 0,-1-2,6 14,0 2,1 0,-1 0,0 0,1 0,-1 0,1 0,-1 0,1 0,-1 0,1 0,0 0,0 0,0-1,-1 1,1 0,0 0,0 0,0 0,1-1,-1 1,0 0,0 0,1 0,-1 0,0 0,1 0,-1 0,1 0,0 0,-1 0,1 0,0 0,-1 0,1 0,0 1,0-1,0 0,0 0,0 1,0-1,94 8,-67-3,-7-2,1 0,-1 2,0 1,-1 0,1 2,-1 0,-1 1,13 8,-27-12,-1 0,0 0,0 0,0 1,0 0,-1-1,0 2,0-1,0 0,-1 0,1 1,-1 0,0-1,-1 1,0 0,0 0,0 0,0 0,-1 0,0 0,0 0,-1 0,0-1,-1 5,2 39,1-46,-1 0,0 0,1 0,0 0,0 0,0 0,0 0,0 0,1 0,-1 0,1-1,0 1,0-1,0 1,0-1,0 0,0 1,1-1,-1 0,1 0,-1-1,1 1,0-1,0 1,0-1,0 0,0 0,0 0,0 0,0-1,1 1,5 0,1 0,-1 0,1-1,-1 0,1-1,-1 0,0 0,1-1,8-3,-8 1,-1 1,1-1,-1-1,0 0,0 0,-1-1,0 0,0 0,0-1,0 0,-1 0,-1-1,1 0,-1 0,0 0,-1-1,0 0,-1 0,1-1,-2 1,1-1,-1 0,-1 0,0 0,0 0,-1-3,-2-4,-5 19,3 9,1 1,0-1,0 1,1 0,1-1,0 1,0 0,1 0,1-1,0 1,2 5,-2-11,0 1,0-1,1 0,-1-1,2 1,-1-1,0 1,1-1,0 0,0 0,1 0,-1-1,1 0,0 0,0 0,1 0,4 2,10 2</inkml:trace>
  <inkml:trace contextRef="#ctx0" brushRef="#br0" timeOffset="887.49">1818 0,'5'12,"13"8,3 0</inkml:trace>
  <inkml:trace contextRef="#ctx0" brushRef="#br0" timeOffset="1231.629">2327 188,'-21'-6,"0"0,0 2,0 0,-1 1,1 1,-18 1,36 1,0 0,0 0,0 1,0-1,0 1,0 0,0-1,0 1,0 0,0 1,0-1,1 1,-1-1,0 1,1 0,-1 0,1 0,0 0,0 0,0 0,0 1,0-1,0 1,0 0,1-1,-1 1,1 0,0 0,0 0,0 0,0 0,1 0,-1 0,0 4,1 0,-1 0,1 0,1 0,-1 0,1 0,1 0,-1 0,1 0,0 0,1 0,-1-1,1 1,2 1,6 7,0-1,2-1,-1 0,2 0,0-1,0-1,1 0,1-1,-1-1,2 0,-1-2,3 1,21 13,-37-19,-2-2,0 0,0 0,0 0,0 0,0 0,0 0,0 0,0 0,0 1,0-1,0 0,0 1,0-1,0 1,0-1,0 1,0 0,-1-1,1 1,0 0,0-1,-1 1,1 0,0 0,-1 0,1 0,-1 0,1 0,-1 0,1 0,-1 0,0 0,0 0,1 0,-1 0,0 0,0 0,0 0,0 0,0 0,0 0,0 0,-1 0,1 0,0 0,0 0,-1 0,1 0,-1 0,1 0,-1 0,-112 22,70-18,-75 17,94-14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28.9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77 364,'11'7,"1"-1,0-1,1 0,0 0,0-1,0-1,0 0,0-1,0 0,1-1,-1-1,1 0,-1-1,0 0,1-1,-1 0,0-1,0-1,0 0,-1-1,1 0,-1-1,0 0,-1-1,1 0,-2-1,1 0,7-8,-13 12,1 0,-1-1,1 0,-1 1,-1-2,1 1,-1-1,0 1,0-1,0 0,-1-1,0 1,0-1,-1 1,0-1,0 0,0 0,-1 0,0 0,-1 0,1 0,-1 0,-1-5,0 10,-1 0,1-1,-1 1,0 0,1 0,-1 0,0 0,0 0,0 1,-1-1,1 0,0 1,-1 0,1-1,-1 1,1 0,-1 0,1 1,-1-1,0 0,1 1,-1 0,0 0,0-1,1 2,-1-1,0 0,1 0,-1 1,0 0,1-1,-1 1,0 0,1 0,0 0,-1 1,1-1,-1 1,1-1,0 1,0 0,0 0,0 0,-1 1,-5 8,1 1,0-1,0 2,1-1,0 1,2 0,-1 0,1 0,1 1,1-1,0 1,0 0,1 0,1 0,1-1,0 9,8 118,5-1,22 82,4 31,-25-130,-6 0,-4 69,-5-171,-1 0,0-1,-2 1,0 0,-1-1,-1 1,-7 16,-2-8</inkml:trace>
  <inkml:trace contextRef="#ctx0" brushRef="#br0" timeOffset="628.732">10 1046,'-1'-1,"0"1,0-1,0 0,1 0,-1 0,0 0,1 0,-1 0,1 0,-1-1,1 1,-1 0,1 0,0 0,-1 0,1-1,0 1,0 0,0 0,0 0,0-1,0 1,1 0,-1 0,0 0,0-1,1 1,-1 0,1 0,-1 0,1 0,0 0,-1 0,1 0,0 0,0 0,-1 0,2 0,40-31,8 10,0 2,1 2,1 2,1 3,32-4,-81 16,628-110,-588 99,-44 11,0 0,-1 0,1 0,0 0,-1 0,1 0,-1 0,1 0,-1 0,0 0,1 0,-1 1,0-1,0 0,1 0,-1 1,0-1,0 1,0-1,0 0,0 1,0 0,0-1,0 1,0 0,0-1,0 1,0 0,0 0,0 0,0 0,-1 0,-16-4,0 1,-1 0,1 1,-1 1,1 1,-1 1,0 0,0 2,14-2,0 0,1 0,-1 0,1 1,-1 0,1 0,0 1,-1-1,1 1,1-1,-1 1,0 1,1-1,-1 0,1 1,0 0,0 0,1-1,-1 2,1-1,0 0,0 0,0 1,0-1,1 1,0 0,0-1,0 1,1 0,-1 4,1 1,-1 1,2-1,-1 1,2-1,-1 1,1-1,1 0,0 1,0-2,1 1,1 0,-1-1,5 7,-5-11,-1 0,1 0,1-1,-1 0,1 1,-1-1,1-1,0 1,0-1,1 0,-1 0,1 0,0-1,-1 0,1 0,0 0,0-1,0 0,1 0,-1 0,0-1,0 0,0 0,0-1,0 0,1 0,-1 0,0-1,-1 0,1 0,0 0,0-1,-1 0,0 0,2-1,1 0,0-1,0-1,-1 0,0 0,0 0,0-1,-1 0,0 0,0 0,0-1,-1 0,-1 0,1-1,-1 1,-1-1,1 0,-2 0,1 0,-1 0,0 0,-1-1,0 1,-1-1,0 1,0-1,-1 1,-1-2,3 9,-1 1,0 0,0-1,-1 1,1-1,0 1,0 0,-1-1,1 1,-1-1,1 1,-1 0,1 0,-1-1,0 1,0 0,0 0,0 0,1 0,-1 0,-1 0,1 0,0 0,0 0,0 0,0 1,-1-1,1 0,0 1,-1-1,1 1,0 0,-1-1,1 1,-1 0,1 0,0 0,-1 0,1 0,-1 0,1 0,0 0,-1 1,1-1,-1 0,1 1,0-1,-2 2,-1 4,0 0,0 1,0-1,1 1,-1 0,2 0,-1 0,1 0,0 1,1-1,0 1,0-1,0 1,1-1,0 1,1 0,0-1,0 3,2 0,0 1,1-1,0 0,1-1,0 1,0-1,1 0,0 0,1-1,0 1,0-1,0-1,1 0,1 0,-1 0,1-1,0 0,0-1,1 0,0 0,0-1,0-1,0 0,1 0,6 1,42 10</inkml:trace>
  <inkml:trace contextRef="#ctx0" brushRef="#br0" timeOffset="1116.637">1694 712,'-12'1,"0"2,0-1,0 1,1 1,-1 0,1 1,0 0,0 1,0 0,1 1,-2 1,8-4,0-1,0 0,0 1,0 0,1 0,0 0,0 0,0 0,0 1,1-1,0 1,-1 0,2-1,-1 1,1 0,-1 0,1 1,1-1,-1 0,1 0,0 0,0 0,0 1,1-1,0 0,0 0,0 1,2 2,0 0,1 0,0 0,0 0,1-1,-1 0,2 0,-1 0,1-1,0 1,0-1,1-1,-1 1,1-1,1 0,-1-1,1 0,0 0,0-1,4 2,6 1,0 0,0-1,0-1,1-1,-1-1,1 0,0-1,0-1,2-2,-2 0,1-2,-1-1,0 0,0-2,0 0,-1-1,0-1,-1 0,0-1,0-1,-1-1,-1 0,0-2,0 1,-1-2,-1 1,-1-2,0 0,-1 0,-1-1,0-1,-1 0,-1 0,-1 0,4-17,4-14,-2-1,-3 0,-1-1,-3 0,-2 0,-3 0,-1-1,-3 1,-2 0,-5-14,9 58,-1-5,1 0,-2 0,0 1,0 0,-1-1,0 1,-1 0,0 1,-3-5,7 15,1-1,-1 1,0-1,1 1,-1-1,0 1,1-1,-1 1,0 0,0-1,0 1,1 0,-1-1,0 1,0 0,0 0,0 0,1 0,-1 0,0 0,0 0,0 0,0 0,0 1,1-1,-1 0,0 0,0 1,0-1,1 1,-1-1,0 1,1-1,-1 1,0-1,1 1,-1-1,0 1,1 0,-1-1,1 1,0 0,-1-1,1 1,-1 0,1 0,0 0,0-1,-1 1,1 0,0 0,0 0,0 0,0 0,0-1,0 1,0 0,0 0,0 0,0 0,1-1,-1 1,0 0,-4 31,1-1,2 1,1 0,1-1,2 1,1-1,2 5,30 173,47 148,-76-332,-3-5,1 0,1 0,1 0,1-1,0 0,2 0,0-1,4 5,-13-22,-1 0,1 0,-1 0,1-1,-1 1,1 0,-1 0,1-1,0 1,-1 0,1-1,0 1,0-1,0 1,-1-1,1 1,0-1,0 0,0 1,0-1,0 0,0 0,0 0,0 1,0-1,0 0,-1 0,1 0,0-1,0 1,0 0,0 0,1-1,6-8</inkml:trace>
  <inkml:trace contextRef="#ctx0" brushRef="#br0" timeOffset="1393.042">1748 364,'-20'2,"-12"4,0 2,7 0,18 1,23-1,32-1,32-3,31-4,20-4,10-2,-21 1</inkml:trace>
  <inkml:trace contextRef="#ctx0" brushRef="#br0" timeOffset="2542.703">2604 859,'0'11,"1"0,0-1,0 1,1-1,0 1,1-1,0 0,1 0,0 0,3 4,-5-11,0 1,0 0,1-1,0 1,-1-1,1 0,0 0,0 0,1 0,-1-1,1 1,-1-1,1 0,0 0,0 0,0 0,0-1,0 0,0 0,0 0,0 0,1 0,-1-1,0 0,1 0,3-1,0-1,-1 0,1-1,0-1,-1 1,0-1,0 0,0-1,-1 0,1 0,-1 0,0-1,-1 0,1 0,-1 0,0-1,-1 1,0-1,0 0,0-1,-1 1,0-1,0 1,-1-1,0 0,0 0,-1 0,0 0,-1 0,0-1,0 1,0 0,-1 0,0 0,-1 0,0 0,0 0,-2-2,2 5,-1-1,-1 0,1 1,-1 0,0 0,0 0,-1 0,1 1,-1-1,0 1,0 1,0-1,-1 1,0-1,1 2,-1-1,0 1,0-1,0 2,-1-1,1 1,0 0,-1 0,1 1,0-1,-1 1,1 1,-1-1,1 1,0 1,-1-1,1 1,0 0,0 0,0 1,0-1,1 2,-1-1,1 0,-2 3,5-4,0 0,0 1,0-1,1 1,-1 0,1 0,0 0,0-1,0 1,0 0,0 0,1 1,0-1,-1 0,1 0,0 0,0 0,0 0,1 0,-1 0,1 0,0 0,0 0,0 0,0 0,0 0,1 0,-1-1,1 1,0-1,1 2,4 5,0 0,1 0,0-1,0 0,1-1,0 1,10 4,1 0,0-1,1-1,0-1,0-1,1-1,0 0,1-2,-1-1,1-1,0 0,0-2,17-1,-37 0,1 0,-1-1,0 1,1-1,-1 1,0-1,0 0,0 0,1-1,-1 1,0-1,0 1,-1-1,1 0,0 0,-1 0,1-1,-1 1,1-1,-1 1,0-1,0 0,-1 0,1 1,0-1,-1-1,0 1,1 0,-1 0,-1 0,2-3,3-22,-1-1,-1 0,-2 0,-1 0,-1 0,-1 1,-2-1,0 0,-3 1,-3-11,-2 0,12 39,0-1,0 0,0 1,1-1,-1 1,0-1,0 1,1-1,-1 1,1-1,-1 1,0-1,1 1,-1-1,1 1,-1 0,1-1,-1 1,1 0,-1-1,1 1,-1 0,1 0,0 0,-1-1,1 1,-1 0,1 0,0 0,-1 0,1 0,-1 0,1 0,0 0,-1 0,1 1,-1-1,1 0,0 0,-1 0,1 1,-1-1,1 0,-1 1,1-1,-1 0,1 1,-1-1,1 1,-1-1,1 1,3 0,70 21,-2 4,58 28,-121-50,0 0,0 0,-1 1,1 0,-1 0,0 1,-1 0,0 1,1-1,-2 2,1-1,-1 1,0-1,-1 2,0-1,0 1,-1-1,0 1,0 3,14 116,-17-126,-1 0,1 1,0-1,0 1,0-1,0 0,0 0,0 0,1 1,-1-1,1-1,0 1,-1 0,1 0,0 0,0-1,0 1,0-1,1 0,-1 0,0 0,0 0,1 0,-1 0,1 0,-1-1,0 1,1-1,-1 0,1 1,-1-1,1-1,0 1,-1 0,1 0,0-1,87-32,-66 20,0-1,-1-1,0-1,-1-1,-1-1,-1-1,-1-1,0 0,-1-2,-2 0,0-1,9-18,-18 20,-7 22,0-1,0 0,0 0,0 0,0 1,0-1,0 0,0 0,-1 1,1-1,0 0,0 0,0 0,0 0,-1 1,1-1,0 0,0 0,0 0,-1 0,1 0,0 0,0 0,-1 1,1-1,0 0,0 0,0 0,-1 0,1 0,0 0,0 0,-1 0,1 0,0 0,0 0,-1-1,1 1,0 0,0 0,-1 0,1 0,0 0,0 0,0 0,-1-1,1 1,0 0,0 0,0 0,0 0,-1-1,1 1,-5 7,0 0,0 1,0-1,1 1,0 0,1 0,0 0,0 0,1 1,0-1,0 1,1 0,0-1,0 1,1 0,1 0,-1 0,1-1,1 1,0 0,0-5,0 0,0 0,1 0,0-1,0 1,0-1,0 0,0 0,1 0,0 0,-1 0,1-1,0 0,0 1,0-2,1 1,-1 0,0-1,1 0,-1 0,1 0,-1 0,1-1,3 0,6 1,0-1,-1-1,1-1,0 0,-1 0,1-2,8-2,-3-1,0-1,-1 0,0-1,0-1,-1-1,0-1,-1 0,-1-1,0-1,0 0,-2-1,0 0,0-1,-1-1,-2 0,4-6,-17 32,0 1,1-1,0 1,0 0,1 0,0 0,1 0,0 0,1 0,0 0,1 0,0 0,2 7,0-10,0 0,0 0,1 0,0-1,0 0,1 0,-1 0,1 0,0-1,1 0,0-1,-1 1,1-1,1 0,-1-1,0 0,1 0,1 0,8 2,1 0,1-1,-1-1,1-1,-1-1,1 0,8-2,-7 1,0-1,0-1,0-1,0-1,0-1,0 0,-1-1,0-2,-1 0,1 0,-1-2,-1 0,0-2,-1 1,0-2,0 0,-1-1,-1-1,-1 0,0-1,-1 0,0-1,-2 0,0-1,-1 0,0 0,5-20,-10 9,-2 0,0 0,-2 0,-1 0,-2 0,-1 0,-1 1,-1-1,-1 1,-2 0,-1 1,-1 0,-1 1,-1 0,-13-17,-37-47,62 89,0 0,0-1,0 1,0 0,0 0,0 0,0 0,0 0,-1 0,1 0,0 0,-1 0,1 0,-1 1,1-1,-1 1,1-1,-1 1,1-1,-1 1,0 0,1 0,-1 0,1 0,-1 0,0 0,1 0,-1 1,1-1,-1 0,0 1,1-1,-1 1,1 0,0 0,-1-1,1 1,0 0,-1 0,1 0,0 0,0 1,0-1,0 0,0 0,0 1,0-1,0 0,0 1,1-1,-1 1,1-1,-1 2,-6 17,0 0,1 0,2 1,0 0,1 0,1 0,1 12,0-18,-3 20,2-1,1 1,2 0,1 0,2 0,1 0,2-1,1 0,2-1,1 1,5 6,-7-26,0 0,1-1,1 0,0-1,0 0,1-1,1 0,0-1,0 0,1-1,0-1,1 0,0-1,0 0,0-1,1-1,0-1,6 1,60 15</inkml:trace>
  <inkml:trace contextRef="#ctx0" brushRef="#br0" timeOffset="15312.094">572 1834,'26'105,"-17"-19,-3 1,-3 0,-5 0,-3 0,-7 22,13-49,11-61,64-82,-40 39,38-24,-70 65,0 0,0 0,0 1,0-1,1 1,-1 0,1 1,-1-1,1 1,0 0,-1 0,1 0,0 1,0-1,0 1,0 0,0 1,0-1,1 1,-1 3,1 0,-1 0,0 1,0-1,0 1,-1 0,0 0,1 1,-2-1,1 1,-1 0,0 0,0 0,-1 0,1 1,-1-1,-1 1,1-1,-1 1,-1 0,1-1,-1 1,0 0,-1 3,2-3,0 0,-1 0,0 0,-1 0,1 0,-1 0,-1-1,1 1,-1 0,0 0,-1-1,1 0,-1 1,-1-1,1 0,-1 0,0-1,0 1,-1-1,0 0,0 0,0 0,0-1,-1 0,0 0,0 0,0-1,0 0,0 0,-1 0,1-1,-1 0,0 0,0-1,1 0,-5 1,6-2,0 0,0-1,0 1,1-1,-1 0,0 0,0 0,1-1,-1 0,1 0,-1 0,1 0,0-1,0 1,0-1,0 0,0 0,1-1,-1 1,1-1,0 0,0 0,0 0,1 0,-1 0,1 0,0-1,0 1,1-1,-1 0,1 0,0 1,0-1,1 0,-1 0,1 0,0 0,1 0,-1 1,1-1,0 0,0 0,0 0,1 1,0-1,-1 1,2-1,-1 1,1 0,10-9,0 2,2 0,-1 1,1 0,1 1,-1 1,2 0,-1 1,1 1,0 1,0 0,18-2,2-3,0 1,1 2,0 1,0 3,0 1,1 1,7 3,-41-2,0 0,0 1,0 0,-1-1,1 2,0-1,-1 1,1-1,-1 1,1 0,-1 1,0-1,0 1,0 0,0 0,0 0,-1 1,0-1,1 1,-1 0,0-1,-1 1,1 1,-1-1,0 0,0 1,0-1,1 5,-1 2,0 0,-1 0,0-1,-1 1,0 0,0 0,-1 0,-1-1,0 1,-1 2,1-12,1-6</inkml:trace>
  <inkml:trace contextRef="#ctx0" brushRef="#br0" timeOffset="16450.595">999 1955,'165'-6,"-114"1,1 3,1 1,-1 4,-1 1,1 3,25 7,-66-11,0 0,1 1,-1 0,-1 1,1 0,-1 1,0 0,0 0,-1 1,1 1,-2-1,1 2,-1-1,0 1,-1 0,0 1,0-1,-1 2,-1-1,1 0,-1 3,3 13,-1 0,-2 1,0-1,-2 1,-1 20,5 29,-7-74,0 0,0 1,0-1,0 0,0 0,0 0,1 0,-1 0,1 0,-1 0,1 0,0 0,0 0,0 0,0 0,0 0,0-1,1 1,-1 0,0-1,1 1,-1-1,1 1,0-1,-1 0,1 0,0 0,0 0,0 0,0 0,0 0,0-1,0 1,0-1,0 1,0-1,0 0,1 0,0 0,7-3,-1-1,1-1,-1 0,0 0,0-1,-1 0,1 0,-1-1,-1 0,1 0,-1-1,-1 0,1 0,-2-1,1 0,-1 0,2-4,38-90,-45 103,0 0,0 0,0 0,0 1,0-1,0 0,1 0,-1 0,0 0,0 0,0 1,0-1,0 0,0 0,1 0,-1 0,0 0,0 0,0 0,0 0,1 0,-1 0,0 0,0 1,0-1,1 0,-1 0,0 0,0 0,0 0,0-1,1 1,-1 0,0 0,0 0,0 0,0 0,1 0,-1 0,0 0,0 0,0 0,0 0,0-1,1 1,-1 0,0 0,0 0,4 30,-1-12,-2-9,2 0,-1 0,1 0,1 0,-1 0,1-1,1 0,0 0,0 0,0-1,1 1,0-1,1-1,0 1,0-1,0 0,1-1,-1 1,1-2,0 1,1-1,-1 0,1-1,6 2,17 1,1-1,0-1,1-2,-1-2,0-1,0-1,0-2,0-1,0-1,-1-2,0-2,11-5,-31 11,5 0,0 0,-1-2,0 0,0-1,0 0,-1-2,0 0,-1 0,1-1,4-6,-18 15,0 0,1 0,-1-1,0 1,0-1,0 1,-1-1,1 1,0-1,0 1,-1-1,1 1,-1-1,0 0,1 0,-1 1,0-1,0 0,0 1,0-1,0 0,0 0,-1 1,1-1,0 0,-1 1,0-1,1 0,-1 1,0-1,0 1,0-1,0 1,0 0,0-1,0 1,0 0,-1-1,-58-32,47 30,0 1,0 1,0 0,0 0,-1 1,1 1,0 1,0-1,-1 2,-9 2,16-3,1 1,-1 0,1 0,0 0,0 1,0 0,0 0,0 0,0 1,1 0,0 0,-1 0,2 1,-1-1,0 1,1 0,0 1,0-1,1 1,-1 0,1 0,0 1,2-3,0-1,0 0,1 1,-1-1,1 0,0 1,0-1,0 1,0-1,0 0,1 1,0-1,-1 0,1 1,0-1,1 0,-1 0,1 0,-1 0,1 0,0 0,0 0,0-1,1 1,-1-1,0 1,1-1,0 0,-1 0,1 0,0 0,0-1,0 1,0-1,1 0,-1 0,0 0,0 0,1 0,-1-1,2 1,12 2,-1 1,1-2,0 0,0-2,0 1,-1-2,1 0,0-1,0-1,-1-1,1 0,-1-1,0 0,-1-2,1 0,-1 0,0-2,4-3,-18 11,-1 0,1 1,-1-1,0 0,1 1,-1-1,0 1,1-1,-1 0,1 1,-1-1,1 1,-1-1,1 1,-1-1,1 1,0 0,-1-1,1 1,-1-1,1 1,0 0,0 0,-1 0,1-1,0 1,-1 0,1 0,0 0,0 0,-1 0,1 0,0 0,0 0,-1 1,1-1,0 0,-1 0,1 0,0 1,-1-1,1 1,0-1,-1 0,1 1,-1-1,1 1,-1-1,1 1,-1-1,1 1,-1 0,1-1,-1 1,0-1,1 1,-1 0,0-1,0 1,1 0,-1 0,0-1,1 5,0-1,0 0,0 0,0 0,1 0,0 0,0-1,0 1,0 0,1-1,-1 0,1 1,0-1,0 0,0 0,0-1,0 1,1-1,-1 1,1-1,0 0,0-1,0 1,0-1,0 1,0-1,0 0,0-1,0 1,1-1,-1 1,0-1,0-1,0 1,1-1,1 0,-1-1,-1 0,0-1,0 0,0 0,0 0,-1 0,1-1,-1 1,1-1,-1 0,-1 0,1 0,0 0,-1 0,0-1,0 1,0-1,-1 0,1 1,-1-1,0-2,5-111,-6 82,-1 33,1 0,-1 0,1 1,0-1,-1 0,1 1,1-1,-1 0,0 0,1 1,-1-1,1 0,0 1,0-1,0 1,0-1,0 1,0-1,1 1,0 0,-1-1,1 1,0 0,0 0,0 1,0-1,0 0,0 1,1-1,-1 1,0-1,1 1,-1 0,1 0,0 0,0 1,11-1,0 1,0 0,0 1,0 1,-1 1,1 0,0 0,-1 1,0 1,0 0,0 1,-1 0,0 1,0 1,0 0,-1 0,0 1,-7-4,0 0,0 1,0-1,0 1,-1 0,0 0,0 0,-1 0,1 1,-1-1,-1 0,1 1,-1 0,0-1,-1 1,0 0,0-1,0 1,-1 0,0-1,0 1,-1 0,1-1,-1 0,-1 1,1-1,-1 0,-1 0,-1 2,2-1,-19 58,22-63,0 0,0 0,0 0,0 0,1 1,-1-1,0 0,1 0,-1 0,1 0,0 0,0-1,0 1,0 0,0 0,0 0,0-1,1 1,-1-1,1 1,-1-1,1 1,-1-1,1 0,0 0,0 0,0 0,-1 0,1 0,0 0,1 0,13 3,0 1,0-2,1 0,-1-1,1-1,-1 0,13-2,-11 1,355-21,-253 10,-42 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2.3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1,'2'23,"3"20,1 15,-1 12,-1 6,-1 3,-2-2,-2-4,-2-5,-2-11,-1-9,2-11,2-12,3-10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2.6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456 1,'-37'54,"-3"-1,-2-1,-2-3,-2-2,-2-1,-50 35,0-10,97-70,1 0,0 0,-1 1,1-1,0 0,0 0,-1 1,1-1,0 0,0 0,1 1,-1-1,0 0,0 0,1 1,-1-1,0 0,1 0,0 1,-1-1,1 0,-1 0,1 0,0 0,0 0,0 0,0 0,0 0,0-1,0 1,0 0,0 0,0-1,0 1,0-1,0 1,1-1,-1 1,0-1,0 0,1 0,0 1,3 2,389 241,-385-238,0 0,0-1,1 0,-1-1,1 0,0 0,1-1,-1 0,1-1,-1 0,1-1,-1 0,1 0,0-1,3-1,6-5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2.8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24,'20'0,"23"0,20-2,16-4,4 0,-1 1,-11 1,-17 4,-18 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3.0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0,'23'7,"23"2,22 0,18-5,17-2,11-4,-13-2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3.4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64 355,'-9'-96,"4"-1,5-42,0 116,-7 212,-13 42,-3 37,24-228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3.8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47,'16'-8,"0"1,0 1,1 0,0 1,0 1,0 0,0 1,1 2,-1-1,1 2,-1 0,1 1,6 2,-18-3,0 1,0-1,0 1,0 0,0 1,-1-1,1 1,0 0,-1 1,1-1,-1 1,0 0,0 1,0-1,-1 1,1 0,-1 0,0 0,0 1,0-1,0 1,-1 0,0 0,0 0,0 1,-1-1,0 1,0-1,0 1,0 0,-1 0,0 0,0 5,-5 3,-1-1,0 0,0-1,-2 1,1-1,-2 0,1-1,-2 0,1 0,-2-1,1 0,-1 0,-1-1,-2 1,9-5,-56 48,33-30,1 0,1 2,1 1,2 1,-5 7,25-32,1 0,-1-1,1 1,0 0,0 0,-1 0,1 0,0 0,1 0,-1 0,0 0,0 0,1 1,0-1,-1 0,1 0,0 0,0 1,0-1,0 0,1 1,-1-1,0 0,1 0,0 0,-1 0,1 1,0-1,0 0,0 0,1-1,-1 1,0 0,1 0,-1 0,1-1,1 2,7 2,1 0,0 0,0-1,0 0,0-1,1-1,-1 0,1 0,0-1,0 0,5-2,-11 2,364-9,-319 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4.5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0,'0'21,"2"15,3 13,4 8,1 3,2 0,1-3,-1-4,-4-7,-2-9,-2-11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4.9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 14,'-5'10,"-1"1,2-1,-1 1,2 0,-1 0,1 1,1-1,0 1,1-1,0 1,1-1,0 1,2 8,-2-14,1 1,1-1,0 1,-1-1,2 0,-1 0,1 1,0-2,0 1,1 0,0-1,0 1,0-1,0 0,1 0,0-1,0 0,0 0,1 0,-1 0,1-1,0 0,0 0,2 1,-1-2,0 0,0-1,0 0,1 0,-1 0,0-1,1 0,-1 0,0-1,1 0,-1 0,0-1,0 0,0 0,0-1,0 0,0 0,-1 0,0-1,1 0,-1 0,-1-1,1 0,-1 0,1 0,0-3,-1 4,-1-1,0 1,0-1,0 0,-1-1,0 1,0-1,0 1,-1-1,0 0,0 0,0 0,-1 0,0 0,0-1,0 1,-1 0,0 0,0-1,-1 1,0 0,0 0,0 0,-1 0,1 0,-2 0,1 0,-1 0,1 1,-1-1,-1 1,-1-1,0 0,-1 0,1 1,-1 0,0 0,-1 0,1 1,-1 0,0 0,0 1,0 0,0 0,0 1,-1-1,0 2,1-1,-1 1,0 0,1 1,-1 0,0 0,0 0,0 1,1 0,-1 1,1 0,-1 0,1 1,-1 0,1 0,0 0,0 1,1 0,-1 0,1 1,0 0,0 0,1 1,-1-1,1 1,-4 6,7-8,0 0,1 1,-1-1,1 0,0 0,0 1,1-1,-1 1,1-1,0 1,0-1,1 0,-1 1,1-1,0 0,0 1,1-1,-1 0,1 0,0 0,0 0,0 0,0 0,1-1,0 2,23 26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5.3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1,'16'0,"14"0,16 0,14 0,7 0,5 0,-4 2,-9 1,-14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5.5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0,'20'7,"21"2,22 0,20-2,16-2,8-2,-1-4,-18-1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6.3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0 448,'42'-448,"-37"761,0-213,4-1,5 1,7 12,-11-73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6.6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1 318,'11'-291,"-9"265,-2 26,0 0,0 0,0 1,1-1,-1 0,0 0,0 0,0 0,0 0,1 1,-1-1,0 0,0 0,1 0,-1 0,0 0,0 0,1 0,-1 0,0 0,0 0,0 0,1 0,-1 0,0 0,0 0,1 0,-1 0,0 0,8 217,-8-158,2 0,3 0,2-1,3 0,2 0,11 27,-5-43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7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11 241,'-3'13,"0"0,1 0,1 1,0-1,1 1,0-1,1 1,1-1,0 0,0 1,2-1,0 0,0-1,1 1,0-1,1 0,1 0,0 0,0-1,1 0,1-1,0 0,0 0,1-1,0 0,1 0,0-1,0-1,0 0,1-1,0 0,1 0,7 1,-5-3,1-1,-1-1,1-1,-1 0,1-1,0 0,-1-1,1-1,-1-1,1 0,-1-1,0 0,0-2,-1 1,1-2,-1 0,-1-1,1 0,9-9,-11 9,-2 0,1-1,-1-1,0 0,-1 0,0 0,-1-1,0-1,-1 0,0 1,-1-2,0 1,-1-1,-1 0,0 0,0-1,-1 1,-1-1,0 1,-1-1,-1 0,0-9,-2 10,-1 0,0 0,0 0,-1 0,-1 1,0 0,-1 0,-1 0,1 0,-2 1,0 0,0 1,0 0,-2 0,1 1,-1 0,0 0,-1 1,0 1,-1 0,1 0,-1 1,0 1,-1 0,1 0,-1 1,0 1,0 0,0 1,-1 1,1 0,0 0,-9 2,6 0,1 1,-1 1,0 0,1 2,0-1,0 2,0 0,1 1,0 0,0 1,1 0,0 1,0 1,1 0,-2 3,6-5,1-1,0 1,0 0,0 1,1 0,0 0,1 0,0 1,0 0,1 0,1 0,-1 0,2 1,-1-1,1 1,1-1,0 1,1 0,0 0,0 0,1-1,2 8,0-8,0-1,0 1,1-1,1 0,-1 0,2 0,-1-1,1 1,0-1,1-1,0 1,7 5,38 30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7.9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214 112,'-11'-3,"0"0,-1 1,0 0,1 1,-1 1,0 0,0 0,1 1,-1 0,-8 3,16-3,0 0,0 0,0 0,0 1,1 0,-1-1,0 1,1 0,-1 1,1-1,0 1,0-1,0 1,0 0,1 0,-1 0,1 1,-1-1,1 0,0 1,0 0,1-1,-1 1,1 0,0 0,0 0,0 0,1 0,-1 0,1 0,0 0,0 1,1 3,0 1,0-1,1 0,0 0,0 0,1 0,1 0,-1 0,1-1,0 1,1-1,-1 0,2-1,-1 1,1-1,4 4,4 3,1 0,0-1,1-1,0-1,0 0,16 6,-10-5,1-2,0-1,1-1,-1-1,1 0,1-2,-1-1,0-1,1-1,-1-1,1-2,-1 0,11-3,-29 4,1-1,-1 0,1 0,-1-1,0 0,0 0,0 0,0-1,0 0,-1 0,0 0,1-1,-2 0,1 0,-1 0,1 0,-1-1,-1 0,1 0,-1 0,0 0,0 0,-1 0,0-1,0 1,-1-1,1 0,-1 0,-1 1,1-1,-1 0,-1 0,1-1,-3-8,0 1,-1 0,-1 1,0-1,-1 1,-1 0,0 0,0 1,-2 0,0 0,0 1,-1 0,0 1,-1 0,0 1,-1 0,-1 0,1 1,-1 1,0 0,-1 1,0 1,0 0,-1 1,0 0,1 1,-15-2,12 6,0 0,0 2,0 0,0 0,0 2,0 0,1 1,0 1,0 0,0 1,1 1,0 0,0 1,1 1,0 0,0 1,-44 33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8.6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269 0,'-18'14,"-13"11,-6 8,-3 5,0 4,6-2,5-5,6-3,6-8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9.1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0,'-16'7,"-10"9,-5 8,-1 8,-1 6,0 5,4-6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59.9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0,'0'12,"0"8,3 7,0 9,0 4,-1 5,2 4,0 3,0-1,-2-3,0-4,-1-5,-1-5,1-4,-1-4,-1-5,1-3,0-5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00.2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1,'12'0,"8"2,2 1,1 0,-2-1,-4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00.7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77 7,'0'-6,"0"29,0 3,3 49,-4 0,-3 0,-4 0,-3 0,-3-2,-5 9,2-29,11-35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00.9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14,'18'0,"13"-2,8-1,5 0,-2 1,-5 0,-6 1,-9 3,-11 0,-11 1,-5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02.2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12,'111'-11,"-131"24,-94-1,164-2,11-2,-80 0,-43-7,76-1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32.95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174 565,'-9'1,"1"0,0 0,-1 0,1 1,0 0,0 1,1 0,-1 0,0 1,1 0,0 0,0 0,0 1,0 0,1 1,0-1,0 1,0 1,1-1,0 1,0 0,1 0,0 0,0 0,0 2,3-7,1 0,-1 1,1-1,0 0,-1 1,1-1,0 1,0-1,1 0,-1 1,0-1,1 1,0-1,-1 0,1 0,0 1,0-1,0 0,0 0,1 0,-1 0,1 0,-1 0,1-1,-1 1,1 0,0-1,0 1,0-1,0 0,0 0,0 1,0-1,1-1,-1 1,1 0,4 1,0 0,0 0,0-1,1 0,-1-1,0 1,0-2,1 1,-1-1,0 0,5-1,0-1,0-1,0-1,-1 0,1 0,-1-1,-1 0,1-1,-1 0,0-1,-1 0,1 0,-2-1,1 0,-1-1,-1 0,0 0,2-4,1-4,-1-1,-1 0,0-1,-1 0,-2 0,0 0,-1-1,0 0,-2 1,-1-2,1-4,-1 0,-2 0,-1-1,-1 1,-1 0,-1 1,-1-1,-2 1,0 0,-2 0,-9-16,18 38,0 0,0 0,0 0,-1 0,0 1,1-1,-1 1,0-1,0 1,0 0,0 0,-1 0,1 0,-1 0,1 0,-1 1,1-1,-1 1,0-1,0 1,0 0,0 0,0 1,0-1,0 1,0-1,0 1,0 0,0 0,0 0,0 1,-1-1,-2 5,1-1,0 1,0 0,0 0,0 1,1-1,0 1,0 0,1 0,-1 1,1-1,1 1,-1-1,1 1,0 0,1 0,0 0,0 3,-6 22,2 0,1 1,1-1,2 1,2 0,1 0,1-1,2 1,3 9,-4-23,1 0,1 0,1 0,0-1,2 0,0-1,1 0,0 0,1-1,1-1,1 0,0 0,1-1,1-1,0 0,2 0,-9-7,-1 0,1-1,0 0,1 0,-1-1,1 0,0 0,0-1,0 0,0-1,0 0,1-1,-1 1,1-2,-1 1,1-2,-1 1,1-1,-1 0,0-1,1 0,-1-1,0 0,0 0,-1-1,1 0,-1-1,0 0,0 0,0 0,0-1,-1-1,0 1,-1-1,1 0,-1 0,0-2,1-6,0 0,-2 0,0 0,0-1,-2 1,0-1,0 0,-2 0,0 0,0-1,-2 1,0 0,-3-10,-12-19,16 45,-1 0,0 0,0 0,1-1,-1 1,0 0,0 0,0 0,1 0,-1 1,0-1,0 0,1 0,-1 0,0 1,0-1,1 0,-1 1,0-1,1 1,-1-1,0 0,1 1,-1 0,1-1,-1 1,1-1,-1 1,1 0,-1-1,1 1,-1 0,1-1,0 1,0 0,-1 0,1-1,0 1,0 0,-5 10,1-1,1 1,0 0,0 0,1 0,0 0,1 0,0 0,1 1,0-1,1 0,0 1,1-1,0 0,1 0,0 0,1-1,0 1,1-1,0 0,0 0,3 3,-3-7,0 1,1-1,-1 0,1 0,0-1,1 0,-1 0,1-1,0 1,1-1,-1-1,1 1,-1-2,1 1,4 0,27 5</inkml:trace>
  <inkml:trace contextRef="#ctx0" brushRef="#br0" timeOffset="247.123">721 44,'21'14,"17"6,3 0</inkml:trace>
  <inkml:trace contextRef="#ctx0" brushRef="#br0" timeOffset="512.163">1149 512,'8'10,"0"0,1-1,0 1,1-2,-1 1,2-2,-1 1,1-1,1-1,-1 0,1-1,0 0,0 0,0-1,1-1,-1 0,1-1,0 0,0-1,11-1,-19 0,-1 0,0-1,1 1,-1-1,0 0,1-1,-1 1,0-1,0 1,0-1,0-1,0 1,-1 0,1-1,-1 0,1 0,-1 0,0 0,0 0,-1-1,1 1,0-1,-1 0,0 0,0 0,0 0,-1 0,1 0,-1 0,0 0,0-1,-1 1,1-1,5-148,-7 86,1 66,0-1,0 1,0-1,0 1,0-1,0 1,1-1,-1 1,0 0,1-1,0 1,-1 0,1-1,0 1,-1 0,1 0,0-1,0 1,0 0,0 0,0 0,0 0,0 0,1 0,-1 1,0-1,0 0,1 1,-1-1,0 1,1-1,-1 1,1-1,-1 1,1 0,-1 0,0 0,1 0,-1 0,1 0,-1 0,1 0,-1 1,1-1,-1 1,0-1,1 1,-1-1,1 1,25 4</inkml:trace>
  <inkml:trace contextRef="#ctx0" brushRef="#br0" timeOffset="683.269">1911 458,'-3'18,"1"9,1 4,4-2,6-2,3-6,5-8,2-4,-3-5</inkml:trace>
  <inkml:trace contextRef="#ctx0" brushRef="#br0" timeOffset="848.348">1884 111,'-16'-19,"-7"-7,2 0,12 4,14 9,17 8,6 6</inkml:trace>
  <inkml:trace contextRef="#ctx0" brushRef="#br0" timeOffset="2175.861">1911 338,'9'-5,"8"-4,0 0,1 1,0 0,0 2,0 0,1 1,0 1,0 0,9 1,-18 5,0 0,0 1,-1 0,0 0,1 1,-1 1,-1-1,1 1,-1 1,0 0,0 0,0 0,-1 1,0 0,0 1,-1-1,2 4,4 5,0 1,-2 0,0 1,-1 0,-1 1,0 0,-2 0,0 0,-1 1,-1-1,-1 1,-1 1,0-1,-2 0,0 0,-1 0,-1 0,-1 0,-1 0,-6 16,-49 174,35-135,3 1,-5 45,23-107,1 0,0-1,1 1,1 0,0 0,1 0,0 0,1 0,1 0,0-1,1 1,1-1,0 0,0 0,1 0,1-1,0 0,1 0,0-1,6 6,3-2,1-1,0-1,0-1,2-1,-1 0,1-2,1 0,0-1,0-1,0-1,1-1,0-1,0-1,0 0,1-2,19-1,-33 0,1 1,0-2,0 1,0-1,-1-1,1 1,0-2,-1 1,0-2,1 1,-1-1,0 0,-1-1,1 0,-1 0,0-1,0 0,-1-1,0 1,0-2,0 1,-1 0,0-1,-1-1,1 0,-3-1,0 0,0 1,-1-1,-1 0,1 0,-2-1,1 1,-2 0,1 0,-1 0,-1 0,0 0,0 0,-4-9,-3-6,-1 0,-1 1,-1 0,-1 0,-3-2,-34-39,-2 2,-2 2,-4 3,-2 2,-2 3,-30-17,50 36,-44-47,85 79,0 1,0-1,0 1,0-1,1 0,-1 1,1-1,-1 0,1 0,0 0,0 1,-1-1,1 0,0 0,1 0,-1 1,0-1,0 0,1 0,-1 0,1 1,0-1,-1 0,1 1,0-1,0 1,0-1,0 1,0-1,1 1,-1 0,0-1,1 1,-1 0,0 0,1 0,0 0,-1 0,1 0,-1 1,1-1,0 0,0 1,-1-1,1 1,0 0,0 0,0 0,-1 0,1 0,0 0,0 0,0 0,34-6,1 1,0 2,-1 2,11 1,1 0,30-1,61 0,132-20,-254 19,-7 1,-1 0,1 0,-1-1,1 0,-1 0,0-1,0-1,0 1,0-2,-1 1,3-2,-11 5,1 1,0-1,-1 1,1-1,-1 0,1 1,-1-1,1 0,-1 1,1-1,-1 0,1 0,-1 0,0 1,0-1,1 0,-1 0,0 0,0 0,0 1,0-1,0 0,0 0,0 0,0 0,0 0,0 1,-1-1,1 0,0 0,-1 0,1 1,0-1,-1 0,1 0,-1 1,1-1,-1 0,1 1,-1-1,0 1,1-1,-1 1,0-1,0 1,1-1,-1 1,0-1,0 1,0 0,-43-20,31 16,0 1,-1 0,1 1,-1 0,0 1,1 0,-1 2,0-1,1 2,-1-1,1 2,-4 1,13-3,0 1,0 0,1 0,-1 0,1 1,-1-1,1 1,0-1,0 1,0 0,1 0,-1 1,1-1,-1 0,1 1,0 0,0-1,1 1,-1 0,1 0,0 0,0 0,0 0,1 0,-1 0,1 0,0 0,0 1,0-1,1 0,-1 0,1 0,0 0,0 0,1 0,-1 0,1-1,0 1,0 0,0-1,0 1,1-1,-1 0,1 0,2 2,5 0,-1 0,0-1,1 0,0-1,0 0,0 0,0-1,1 0,-1-1,1-1,-1 1,1-2,-1 1,0-1,1-1,-1 0,0 0,0-1,0-1,0 1,-1-2,1 1,-1-1,6-4,42-48,-57 57,0 0,0 1,0-1,0 0,0 1,0-1,0 0,0 1,0-1,1 0,-1 1,0-1,0 0,0 0,1 1,-1-1,0 0,0 0,1 1,-1-1,0 0,0 0,1 0,-1 1,0-1,1 0,-1 0,0 0,1 0,-1 0,0 0,1 0,-1 0,0 0,1 0,-1 0,0 0,1 0,-1 0,0 0,1 0,-1 0,0 0,1 0,-1 0,0-1,1 1,-1 0,0 0,1 0,-1-1,0 1,0 0,1 0,-1-1,3 13,1-3,0-2,1 1,0 0,1-1,0 0,0 0,0-1,1 0,0 0,0 0,0-1,1 0,0 0,0-1,0 0,0 0,1-1,0 0,-1-1,1 0,0 0,0-1,0 0,0-1,0 0,0 0,1-1,-1 0,0 0,-1-1,1 0,0-1,4-2,-8 2,0-1,0 1,0-1,0-1,0 1,-1-1,0 1,0-1,0-1,-1 1,0 0,0-1,0 0,0 1,-1-1,0 0,0 0,-1-1,0 1,0 0,3-128,-14 39,11 92,0 1,0 0,0-1,0 1,1 0,-1 0,1 0,-1 0,1 0,0 0,0 0,0 0,0 1,0-1,0 1,1 0,-1 0,0-1,1 1,-1 1,1-1,-1 0,1 1,-1-1,1 1,-1 0,1 0,0 0,-1 0,1 0,-1 0,1 1,0-1,0 1,4-1,-2 0,14-2,1 1,-1 0,0 1,0 2,1 0,-1 1,0 0,-1 2,1 0,-1 1,0 1,0 1,5 4,-19-8,0 0,0 0,-1 1,0 0,0 0,0 0,0 0,-1 0,0 0,0 0,0 1,-1-1,0 1,0 0,0-1,-1 1,1 0,-1-1,-1 1,1 0,-1-1,0 1,0-1,-1 1,0-1,0 1,0-1,-3 4,-7 45,11-51,1 0,0 0,0-1,0 1,0 0,0 0,1-1,-1 1,1 0,0-1,-1 1,1-1,0 1,1-1,-1 1,0-1,1 0,-1 1,1-1,0 0,0 0,0 0,0 0,0-1,0 1,0 0,1-1,-1 0,0 1,1-1,0 0,0 0,6 2,0-1,0 0,0 0,0 0,0-2,1 1,-1-1,0 0,1-1,3 0,0-1,-1 0,0-1,1 0,-1-1,0-1,-1 0,1 0,-1-1,0-1,8-6,-13 9,-1 0,0-1,0 1,0-1,0-1,-1 1,0-1,0 1,0-1,-1 0,0-1,0 1,-1 0,1-1,-1 0,-1 1,1-1,-1 0,-1 0,1 0,-1 0,0-1,-1 2,0 1,0 0,0 0,-1 1,1-1,-1 0,0 0,-1 1,1-1,-1 1,0 0,0 0,0 0,0 0,-1 0,0 1,0-1,0 1,-2-1,4 2,0 1,0 0,-1 0,1-1,-1 1,1 1,-1-1,1 0,-1 1,0-1,1 1,-1 0,0-1,1 2,-1-1,0 0,1 0,-1 1,0-1,1 1,-1 0,1 0,-1 0,1 0,0 0,-1 1,1-1,0 1,0-1,0 1,0 0,0 0,0 0,0 0,1 0,-1 0,0 2,-2 3,0 1,0-1,1 1,0 0,0 0,1 0,0 1,1-1,-1 0,2 1,-1-1,1 1,0-1,1 1,0-1,0 0,1 1,0-1,1 0,0 0,0 0,0 0,1-1,0 1,1-1,0 0,0 0,0-1,1 1,0-1,0-1,5 4,6 3,0-1,1-1,0-1,0-1,1 0,1-1,-1-1,1-1,0-1,0-1,5 0,70 10</inkml:trace>
  <inkml:trace contextRef="#ctx0" brushRef="#br1" timeOffset="47658.381">3608 1608,'14'14,"14"11,12 6,12 4,9 1,4 1,1-1,-5 1,-4-5,-11-3,-9-1,-10-4,-10-3,-7-6</inkml:trace>
  <inkml:trace contextRef="#ctx0" brushRef="#br1" timeOffset="47937.666">3836 2009,'18'3,"11"2,7 3,2 2,1 3,-1 0,0 0,-5-1,-3-1,-4-3,-7-2</inkml:trace>
  <inkml:trace contextRef="#ctx0" brushRef="#br1" timeOffset="48197.979">4237 1902,'-7'-18,"-2"-11,-2-4,1 0,2 8,3 14,2 15,1 13,1 14,1 10,5 5,4 1,7 0,8-4,7-4,4-9,-3-10</inkml:trace>
  <inkml:trace contextRef="#ctx0" brushRef="#br1" timeOffset="49276.813">2125 1742,'-20'27,"1"0,1 2,1 0,2 1,1 1,1 0,-7 33,18-62,1 2,0-1,0 0,0 0,0 0,0 0,1 1,0-1,-1 0,1 0,0 1,1-1,-1 0,1 1,-1-1,1 0,0 0,0 0,0 0,1 0,-1 0,1 0,-1 0,1 0,0-1,0 1,1-1,-1 1,0-1,1 0,-1 0,1 0,0 0,0 0,2 0,4-1,0-1,0 0,0-1,0 0,0 0,0-1,-1 0,1-1,0 0,-1 0,0-1,0 0,0 0,0-1,-1 0,0 0,0-1,3-2,10-7,-1-1,0 0,-1-2,-1 0,-1-1,0 0,-1-2,-2 1,0-2,-1 0,-1 0,-1-1,-1-1,-1 1,-1-1,-2-1,1-5,-5 18,0 0,-1 0,-1 0,0 0,0 0,-2 0,1 0,-1 0,-1 1,0-1,-1 1,0 0,0 0,-1 1,-1 0,0 0,0 0,-1 1,0 0,-1 0,0 1,0 0,-1 1,0 0,0 0,0 1,-1 1,0-1,0 2,-1 0,1 0,-13-2,22 6,0 0,-1-1,1 1,0 0,-1 1,1-1,0 0,-1 1,1-1,0 1,0 0,-1 0,1 0,0 0,0 0,0 0,0 0,0 1,0-1,1 1,-1-1,0 1,1 0,-1 0,1 0,0 0,-1 0,1 0,0 0,0 0,0 0,1 0,-1 1,0-1,1 0,0 1,-1-1,1 0,0 1,0-1,0 0,1 1,-1-1,1 0,-1 1,1-1,0 1,43 110,-28-82,163 398,-172-413,45 89,-41-93</inkml:trace>
  <inkml:trace contextRef="#ctx0" brushRef="#br1" timeOffset="49554.259">2740 1889,'0'14,"0"11,0 6,0 4,0 1,0-3,0-6,0-4,0-9,0-6</inkml:trace>
  <inkml:trace contextRef="#ctx0" brushRef="#br1" timeOffset="49828.655">2687 1768,'7'16,"8"10,10 5,9 1,7 1,5-2,0 0,-2-5,-7-1,-10 0,-11-1,-16 1,-19 3,-24 3,-30 6,-3-4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3:35.54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1875 197,'6'16,"6"21,2 23,1 19,-2 12,-3 6,-6 1,-5-6,-6-10,-3-14,-2-17,0-18</inkml:trace>
  <inkml:trace contextRef="#ctx0" brushRef="#br0" timeOffset="306.989">2382 344,'-321'220,"206"-146,88-57,9-5,-1 0,2 0,0 2,0 0,1 1,-3 5,18-19,0 0,0 0,0 1,0-1,0 1,0-1,0 0,1 1,-1 0,0-1,1 1,-1-1,1 1,0 0,-1-1,1 1,0 0,0-1,0 1,0 0,0 0,1-1,-1 1,0 0,1-1,-1 1,1-1,0 1,0-1,-1 1,1-1,0 1,0-1,0 0,0 1,1-1,-1 0,0 0,0 0,1 0,-1 0,1 0,-1 0,1 0,-1-1,1 1,-1-1,2 1,28 14,1-1,1-2,-1-2,30 6,-18-4,42 12,1-3,0-5,2-4,-1-3,1-4,7-4,-49-4</inkml:trace>
  <inkml:trace contextRef="#ctx0" brushRef="#br0" timeOffset="882.949">2931 865,'2'0,"-1"-2,-1-1</inkml:trace>
  <inkml:trace contextRef="#ctx0" brushRef="#br0" timeOffset="2366.011">4147 906,'112'-353,"-101"310,-2-1,-1 0,-3 0,-2-1,-1 1,-3-1,-1 0,-2 1,-10-42,3 61,10 25,1 0,0-1,-1 1,1 0,-1 0,1 0,-1 0,1 0,0 0,-1 0,1 0,-1 0,1 0,-1 0,1 0,0 0,-1 0,1 1,-1-1,1 0,0 0,-1 0,1 0,-1 1,1-1,0 0,-1 1,1-1,0 0,0 0,-1 1,1-1,0 1,0-1,-1 0,1 1,0-1,0 0,0 1,0-1,0 1,-1-1,1 1,0-1,0 0,0 1,0-1,0 1,0-1,0 1,1-1,-1 0,0 1,0-1,0 1,0-1,0 0,1 1,-1-1,-11 157,11-124,3 124,8-1,15 61,-25-208,3 20,0 0,2 0,1-1,1 0,2-1,1 1,-10-25,1 1,-1 0,1-1,0 1,1-1,-1 1,0-1,1 0,0 0,0 0,0-1,0 1,0 0,0-1,1 0,-1 0,1 0,0 0,-1-1,1 1,0-1,0 0,0 0,2 0,19-3</inkml:trace>
  <inkml:trace contextRef="#ctx0" brushRef="#br0" timeOffset="2640.969">3867 331,'13'4,"21"3,25-1,25-2,23 0,17-2,5 3,-20 2</inkml:trace>
  <inkml:trace contextRef="#ctx0" brushRef="#br0" timeOffset="3153.97">4642 1026,'14'-16,"0"-1,-1-1,0 0,-2 0,0-1,-1-1,-1 1,-1-2,-1 1,0-1,-2 0,0-1,-2 1,0-1,-1 0,-1 0,-2-4,-12-34,43 74,266 67,-291-79,0 0,-1 0,1 0,-1 1,0 0,0-1,0 2,0-1,0 0,0 1,-1 0,0-1,0 1,0 1,0-1,-1 0,1 1,-1-1,0 1,0 0,-1-1,0 1,1 0,-2 0,1 0,0 0,-1 0,0 0,0 0,-1 0,0 0,0 2,-6 19,5-22,1 1,-1-1,1 1,0-1,0 1,0-1,1 1,0 0,-1-1,2 1,-1 0,0-1,1 1,1 2,0-5,0 0,1 0,-1-1,1 1,-1 0,1-1,0 0,0 1,-1-1,1 0,0 0,0-1,0 1,0-1,0 1,0-1,0 0,0 0,0-1,1 1,-1 0,0-1,0 0,1 0,16-3,0-1,0-1,0-1,-1 0,0-1,0-1,-1-1,0-1,-1-1,0 0,-1-1,0 0,-1-2,8-10,-17 19,-1-1,1 0,-1 0,-1 0,0-1,0 1,0-1,-1 0,0 0,0 0,-1-1,0 1,-1-1,0 1,0-5,-1 12,0 0,1 0,-1 0,0 0,0 0,0 0,-1 0,1 0,0 0,0 0,-1 0,1 0,0 0,-1 0,1 0,-1 0,1 0,-1 1,1-1,-1 0,0 0,1 1,-1-1,0 0,0 1,1-1,-1 0,0 1,0-1,0 1,0 0,0-1,0 1,0 0,0-1,0 1,0 0,0 0,0 0,0 0,0 0,0 0,0 0,0 0,-34 30,32-25,0 1,0 0,1 1,0-1,0 0,1 1,-1-1,2 1,-1-1,1 1,0-1,0 1,0-1,1 1,0-1,1 1,-1-1,1 1,0-1,1 0,0 0,0 0,0-1,0 1,1-1,0 1,0-1,1 0,-1-1,1 1,0-1,0 0,1 0,0 0,8 4,0-1,0-1,1 0,0 0,0-2,0 0,0-1,1 0,3-1,30 2</inkml:trace>
  <inkml:trace contextRef="#ctx0" brushRef="#br0" timeOffset="4177.211">6005 24,'-15'-24,"15"45,26 108,-6 2,-5 1,-6 1,0-14,-9-118,0-1,0 1,-1-1,1 1,0-1,0 1,0 0,0-1,-1 1,1-1,0 1,0 0,0-1,0 1,1-1,-1 1,0 0,0-1,0 1,0-1,1 1,-1-1,0 1,0-1,1 1,-1-1,0 1,1-1,-1 1,1-1,-1 1,1-1,-1 0,1 1,-1-1,1 0,-1 1,1-1,-1 0,1 0,-1 1,1-1,0 0,-1 0,1 0,-1 0,1 0,0 0,-1 0,1 0,-1 0,1 0,-1 0,1 0,0-1,-1 1,1 0,-1 0,1-1,-1 1,1 0,45-57,-41 48,1 1,0-1,0 1,0 1,1-1,1 1,-1 0,1 1,0 0,1 0,-1 1,1 0,8-3,-14 7,0 0,0 1,0-1,0 1,0-1,0 1,0 0,1 0,-1 1,0-1,0 1,0-1,0 1,0 0,0 0,0 0,0 1,-1-1,1 1,0-1,-1 1,1 0,-1 0,0 0,1 1,-1-1,0 0,0 1,0-1,1 3,2 4,0 1,0-1,-1 1,0-1,-1 1,0 0,-1 1,2 7,-3-12,1 0,-1 1,0-1,0 1,-1-1,0 1,0-1,-1 0,1 1,-1-1,-1 1,1-1,-1 0,0 0,-1 0,1 0,-1 0,0-1,-1 1,1-1,-1 0,0 0,-1 0,1 0,-1-1,0 1,0-1,0-1,-1 1,1-1,-6 3,8-5,-1 1,1-1,0 1,-1-1,1-1,-1 1,1 0,-1-1,1 1,-1-1,1 0,-1-1,0 1,1 0,-1-1,1 0,-1 0,1 0,0 0,-1 0,1-1,0 0,0 0,0 1,0-2,0 1,0 0,1 0,-1-1,1 0,0 1,0-1,0 0,0 0,0 0,0-1,1-1,-1-1,1 1,1-1,-1 0,1 1,0-1,0 0,1 1,-1-1,1 0,1 1,-1-1,1 1,0 0,0-1,0 1,1 0,0 0,0 1,0-1,0 0,1 1,0 0,0-1,6-5,1 0,0 1,0 0,0 1,1 0,1 1,-1 0,1 1,2 0,-1 0,-1 0,1 2,0 0,1 0,-1 1,1 1,-1 1,1 0,0 0,-1 2,1 0,-1 0,1 2,-1 0,11 3,-19-2,-1 0,1 0,-1 0,0 1,-1-1,1 1,-1 0,0 1,0-1,0 1,-1 0,0 0,0 0,-1 0,0 0,0 1,0-1,0 2,-2-4,1 1,-1 0,1-1,0 0,1 1,-1-1,1 0,0 1,0-1,0 0,0 0,1-1,0 1,0 0,0-1,0 0,0 0,1 0,-1 0,1 0,0 0,0-1,0 0,0 0,0 0,0 0,1-1,-1 0,1 0,-1 0,1 0,-1-1,1 1,-1-1,5-1,-2 0,-1-1,1 1,0-1,-1-1,0 1,1-1,-1 0,0-1,-1 0,1 0,-1 0,1 0,-1-1,0 0,-1 0,1 0,-1 0,3-6,3-5,-1 0,-1 0,0-1,-1 0,-1 0,1-8,-6 23,-1 1,-1 1,1 0,0-1,0 1,0-1,-1 1,1-1,0 1,0 0,0-1,0 1,0-1,0 1,0-1,0 1,0-1,0 1,0 0,0-1,0 1,0-1,1 1,-1-1,0 1,0 0,0-1,1 1,-1-1,0 1,0 0,1-1,-1 1,0 0,1-1,-1 1,0 0,1 0,-1-1,1 1,-1 0,0 0,1 0,-1 0,1-1,-1 1,1 0,-1 0,0 0,1 0,-1 0,1 0,-1 0,1 0,-1 0,1 0,-1 1,0-1,1 0,-1 0,15 47,-14-40,0 0,0 0,1-1,0 1,1 0,0-1,-1 0,2 0,-1 0,1 0,0 0,0-1,1 1,0-1,0 0,0-1,0 1,1-1,3 0,0-1,1 0,-1 0,1-1,-1-1,1 1,0-2,0 1,0-1,0-1,-1 0,1 0,0-1,0 0,-1 0,0-1,1-1,-1 0,0 0,-1 0,1-1,-1-1,0 1,0-1,0-1,-1 1,0-1,-1-1,1 1,-1-1,43-72,-49 80,0 0,0-1,0 1,0 0,0 0,0-1,0 1,0 0,1-1,-1 1,0 0,0 0,0-1,0 1,1 0,-1 0,0-1,0 1,0 0,1 0,-1 0,0-1,0 1,1 0,-1 0,0 0,0 0,1 0,-1 0,0 0,1-1,-1 1,0 0,1 0,-1 0,0 0,0 0,1 0,-1 0,0 1,1-1,-1 0,0 0,1 0,-1 0,0 0,0 0,1 0,-1 1,0-1,0 0,1 0,-1 0,0 1,0-1,0 0,1 0,-1 1,0-1,0 0,0 0,0 1,1-1,7 23,-7-19,12 56,-12-48,1 0,0 1,1-1,0-1,1 1,1 0,-1-1,2 0,0 0,0 0,1-1,0 0,0 0,5 4,2-5</inkml:trace>
  <inkml:trace contextRef="#ctx0" brushRef="#br0" timeOffset="4461.629">7449 170,'-2'16,"-1"5</inkml:trace>
  <inkml:trace contextRef="#ctx0" brushRef="#br1" timeOffset="35809.074">2583 2617,'1'-4,"0"0,1 0,-1 0,1 1,0-1,0 1,0-1,0 1,1 0,-1 0,1 0,0 0,0 0,0 1,0-1,0 1,1 0,-1 0,3-1,-6 3,50-30,2 3,0 2,1 2,40-10,-46 15,577-205,-584 208,-15 5</inkml:trace>
  <inkml:trace contextRef="#ctx0" brushRef="#br1" timeOffset="36624.49">2744 2269,'-2'9,"0"0,0-1,0 1,-1-1,-1 0,1 1,-1-1,-1-1,0 1,0-1,0 0,-1 0,0 1,-1 0,-133 166,139-174,1 1,-1-1,0 1,1-1,-1 1,1-1,-1 1,1 0,0-1,-1 1,1 0,0 0,-1-1,1 1,0 0,0 0,0-1,-1 1,1 0,0 0,0 0,0-1,0 1,1 0,-1 0,0-1,0 1,0 0,1 0,-1-1,0 1,1 0,-1 0,0-1,1 1,-1 0,1-1,-1 1,1-1,-1 1,1-1,0 1,-1-1,1 1,0-1,-1 1,1-1,0 0,0 0,-1 1,1-1,0 0,0 0,-1 0,1 0,0 0,0 0,0 0,-1 0,1 0,0 0,0 0,0 0,145-2,35 12,-180-10,0 1,0-1,0 0,0 0,0 0,0 0,0 0,0-1,-1 1,1 0,0 0,0-1,0 1,0 0,0-1,0 1,-1-1,1 1,0-1,0 0,-1 1,1-1,0 0,-1 1,1-1,-1 0,1 0,-1 0,1 1,-1-1,1 0,-1 0,0 0,0 0,1 0,-1 0,0 0,0 0,0 0,0 1,0-1,0 0,0 0,0 0,0 0,-1 0,1 0,0 0,-1 0,1 0,-26-49,21 42,-9-20,0-1,2 0,2-1,0 0,2-1,-2-18,-9 3,13 45</inkml:trace>
  <inkml:trace contextRef="#ctx0" brushRef="#br1" timeOffset="37778.928">4254 1694,'-20'13,"1"0,0 1,1 1,1 1,0 1,1 0,1 1,1 0,0 1,2 1,0 0,1 1,1 0,1 1,1 0,1 0,1 2,3-13,1-1,0 1,1-1,0 1,1 0,0-1,1 1,1 6,-1-13,0 0,0-1,0 1,0 0,1-1,0 1,0-1,0 1,0-1,0 0,0 0,1 0,0 0,-1 0,1-1,0 1,0-1,1 0,-1 0,0 0,1 0,-1-1,1 1,3 0,1 0,-1 0,1-1,0 0,0 0,0-1,-1 0,1 0,0-1,0 0,0 0,-1-1,1 0,-1 0,1-1,-1 0,0 0,0-1,0 0,0 0,-1-1,0 0,0 0,0 0,0-1,7-7,-1-1,0 0,-1 0,0-1,-1-1,-1 0,-1 0,0-1,5-16,0-16,-1-1,-3 0,-2 0,-2-1,-2 0,-4-32,1 79,-11-98,10 99,1 0,-1 0,0 0,0 0,0 1,0-1,-1 0,1 1,-1-1,0 1,0-1,1 1,-1 0,-1 0,1 0,0 0,0 0,-1 0,1 1,-1-1,0 1,1 0,-1 0,0 0,0 0,0 0,0 0,0 1,0 0,0-1,-2 1,0 1,0-1,0 1,0 0,0 1,1-1,-1 1,1 0,-1 0,1 0,-1 0,1 1,0 0,0 0,1 0,-1 0,0 1,1-1,0 1,0 0,0 0,0 0,1 1,0-1,-1 0,2 1,-2 3,-3 8,1 1,1-1,1 1,0 0,1 0,1 0,0 3,4 29,3-1,1 0,2 0,3 0,1-1,13 26,-22-62,4 16,1 0,2-1,1-1,0 1,2-2,11 14,-15-26</inkml:trace>
  <inkml:trace contextRef="#ctx0" brushRef="#br1" timeOffset="38306.919">4615 2082,'-20'47,"3"1,1 1,-4 27,24-63,10-33,130-354,-106 308,-37 67,0-1,0 1,-1 0,1-1,0 1,0 0,-1 0,1 0,0 0,-1 0,1 0,-1 0,1 0,-1 0,0 0,1 0,-1 0,0 0,0 0,1 0,-1 0,0 0,0 0,0 0,-1 1,1-1,0 0,0 0,-1 0,1 1,0-2,0 94,-3-63,2 1,1-1,2 0,1 0,1 0,1 0,2-1,2 0,0 0,2-1,1 0,0-11,-3-7</inkml:trace>
  <inkml:trace contextRef="#ctx0" brushRef="#br1" timeOffset="38573.303">4615 2162,'14'-2,"18"-4,17-2,16-2,11-4,-8 0</inkml:trace>
  <inkml:trace contextRef="#ctx0" brushRef="#br1" timeOffset="39263.628">1180 2470,'11'-16,"13"-12,12-10,8-8,9-8,8-3,5-4,4-2,0-3,-5 4,-6 7,-8 10,-17 11,-19 19,-20 16,-18 15,-14 12,-1 0</inkml:trace>
  <inkml:trace contextRef="#ctx0" brushRef="#br1" timeOffset="39998.883">1206 2189,'0'44,"-3"0,-1 0,-2 0,-1-1,-3 0,-12 33,15-61,7-16,8-27,0 0,-2-1,-2 0,0 0,-2 0,-1-19,-1 43,0-1,0 1,0 0,-1 0,1 0,-1 0,-1-1,1 1,-1 1,0-1,0 0,0 0,0 1,-1-1,0 1,0 0,0 0,-1 0,-1-2,33 7,33 11,-26-7,1 2,-1 2,0 1,-1 2,-1 1,2 3,-33-16,-1 0,1 1,-1-1,0 0,1 1,-1 0,1-1,-1 1,0 0,0-1,1 1,-1 0,0 0,0 0,0 0,0 0,0 0,0 0,0 1,-1-1,1 0,0 0,-1 1,1-1,-1 0,1 1,-1-1,0 1,1-1,-1 0,0 1,0-1,0 1,0-1,0 1,0-1,-1 1,1-1,0 0,-1 1,1-1,-1 1,1-1,-1 0,0 0,1 1,-1-1,-1 1,-12 7,0 0,-1 0,0-2,0 1,0-2,-1 0,-1-1,-13 5,-115 48,111-43</inkml:trace>
  <inkml:trace contextRef="#ctx0" brushRef="#br1" timeOffset="40804.174">2222 1574,'-10'9,"0"1,1 0,0 0,0 1,1 0,1 1,0 0,0 0,1 0,1 1,0 0,1 0,0 0,1 0,0 1,2 0,-1-1,1 6,1-17,0 1,0-1,0 1,0-1,0 1,1-1,-1 1,1-1,-1 1,1-1,0 0,0 1,0-1,0 0,1 0,-1 0,1 0,-1 0,1 0,-1 0,1 0,0 0,0-1,0 1,0-1,0 0,1 1,-1-1,0 0,0 0,1-1,-1 1,1 0,-1-1,1 1,-1-1,1 0,-1 0,1 0,1 0,4-1,0 1,0-1,-1-1,1 0,0 0,-1 0,1-1,-1 0,0-1,0 1,0-1,0-1,-1 1,1-1,-1-1,-1 1,5-5,2-4,0 0,0-1,-2 0,0-1,0 0,-2-1,1-1,-1-1,0 0,-1-1,-1 0,-1 0,0 0,-2-1,0 0,-2 0,0 1,-1-1,-1 0,-1 0,-1 0,-1 1,-1 0,-5-14,10 32,0 0,-1-1,1 1,-1 0,0-1,0 1,0 0,0 0,0 0,0 0,-1 0,1 0,-1 0,1 1,-1-1,0 0,1 1,-1-1,0 1,0 0,0 0,0 0,0 0,0 0,-1 0,1 0,0 0,0 1,-1 0,1-1,0 1,-1 0,1 0,0 0,-1 0,1 0,0 1,-1-1,1 1,0 0,0-1,-1 1,1 0,0 0,0 1,0-1,0 0,0 1,0-1,-3 9,-1 0,1 0,1 1,0 0,0-1,1 1,1 1,0-1,0 0,1 1,1-1,0 0,0 1,2 9,3 38,3 0,2 0,3-1,12 32,-10-34,19 70,-29-109</inkml:trace>
  <inkml:trace contextRef="#ctx0" brushRef="#br1" timeOffset="41561.223">2596 1641,'16'55,"-13"-42,0 1,-1 0,0 0,-1 0,0 0,-1 0,-1 0,-1 4,2-18,0 0,0-1,0 1,0 0,0 0,0 0,0 0,0-1,0 1,0 0,0 0,-1 0,1 0,0-1,0 1,0 0,0 0,0 0,0 0,-1 0,1 0,0 0,0-1,0 1,0 0,-1 0,1 0,0 0,0 0,0 0,0 0,-1 0,1 0,0 0,0 0,0 0,-1 0,1 0,0 0,0 0,0 0,0 0,-1 0,1 0,0 0,0 0,0 1,-4-23,1-27,2-1,2 0,6-30,-7 76,0 0,0 0,0 0,1 0,-1 1,1-1,0 0,0 0,1 0,-1 1,1-1,0 1,0-1,0 1,0 0,1 0,-1 0,1 0,0 0,-1 0,1 1,1-1,-1 1,0 0,1 0,-1 0,1 1,-1-1,1 1,0 0,-1 0,5-1,-5 2,0-1,0 1,0 0,0 0,0 1,0-1,0 1,0-1,0 1,0 0,0 0,0 0,0 0,-1 1,1-1,0 1,-1 0,1 0,-1 0,0 0,1 0,-1 0,0 0,-1 1,1-1,0 1,-1 0,1-1,-1 1,0 0,0 0,0 0,0 0,0 0,-1 0,1 0,-1 0,0 0,0 0,0 0,0 0,-1 0,0 4,0 0,-1-1,0 1,0-1,0 0,-1 1,0-1,-1 0,1-1,-1 1,0-1,0 1,-1-1,1 0,-1-1,0 1,-1-1,1 0,-1 0,-3 1,-7 7,115-44,-20 24,-77 8,1 0,-1 0,0 1,0-1,1 1,-1-1,0 1,0 0,0 0,0 0,0 0,0 1,0-1,0 0,0 1,-1-1,1 1,0 0,-1 0,1-1,-1 1,0 0,0 0,0 0,0 0,0 1,0-1,0 0,-1 0,1 1,-1-1,0 1,1 1,-1 0,0 1,-1-1,1 0,-1 0,0 0,0 0,0 0,-1 0,1 0,-1-1,0 1,0 0,0-1,0 1,-1-1,0 0,1 0,-1 0,0 0,0-1,-1 1,1-1,-2 2,-92 41,-15-27,85-17</inkml:trace>
  <inkml:trace contextRef="#ctx0" brushRef="#br1" timeOffset="42521.748">203 1574,'0'14,"3"13,0 9,-1 10,1 6,-2 6,0 2,0 2,-1 0,0-2,0-5,0-4,0-4,0-5,0-9,-1-8</inkml:trace>
  <inkml:trace contextRef="#ctx0" brushRef="#br1" timeOffset="42797.613">96 2162,'0'5,"5"3,3 5,6 6,4 3,1 3,3 1,-1 1,-3-1,-3-4,-4-5</inkml:trace>
  <inkml:trace contextRef="#ctx0" brushRef="#br1" timeOffset="43150.842">56 2123,'-25'6,"26"-6,-1 0,0 0,1 0,-1 0,0 0,0 0,1 0,-1 0,0 0,1 0,-1 0,0 0,0 0,1 1,-1-1,0 0,0 0,0 0,1 1,-1-1,0 0,0 0,0 0,1 1,-1-1,0 0,0 0,0 1,0-1,0 0,0 1,0-1,0 0,1 0,-1 1,0-1,0 0,0 1,0-1,-1 0,1 0,0 1,0-1,0 0,0 0,0 1,0-1,0 0,0 0,-1 1,1-1,0 0,0 0,0 1,0-1,-1 0,1 0,0 0,0 1,20 2,0 0,1-1,-1-1,1-1,0-1,3-1,160-22,-182 23,-1 1,-1-1,1 1,-1-1,1 1,0-1,-1 1,1-1,0 1,-1 0,1-1,0 1,-1 0,1 0,0 0,0 0,-1-1,1 1,0 0,0 0,0 0,-1 1,1-1,0 0,0 0,-1 0,1 0,0 1,-1-1,1 0,0 1,-1-1,1 1,0-1,-1 0,1 1,-1 0,1-1,-1 1,1-1,-1 1,1 0,-1-1,1 1,-1 0,0-1,0 1,1 0,-1-1,0 1,0 0,-65 92,56-76,1 0,1 1,1 0,0 0,1 1,1-1,1 1,0 0,1 6,1 8</inkml:trace>
  <inkml:trace contextRef="#ctx0" brushRef="#br1" timeOffset="44051.685">190 706,'-12'4,"1"1,0 1,0 0,0 1,0 0,1 0,1 1,-1 0,1 1,0 0,1 0,0 1,1 0,0 1,0 0,1 0,1 0,0 0,0 1,1 0,1 0,0 0,0 1,1-1,1 1,0-1,1 12,0-21,1 1,-1 0,1-1,0 1,0-1,1 1,-1-1,1 0,-1 1,1-1,0 0,0 0,1 0,-1 0,1-1,-1 1,1-1,0 1,0-1,0 0,0 0,0 0,0-1,1 1,-1-1,0 1,1-1,-1 0,1-1,0 1,1 0,2-1,0 1,0-1,0 0,0-1,0 0,0 0,0 0,0-1,-1 0,1-1,0 1,-1-1,0 0,0-1,0 1,1-2,8-11,0 0,-1-1,-1 0,-1-1,-1-1,0 0,-1 0,-2-1,1 0,-2 0,-1-1,-1 0,2-13,3-8,-2-1,-2-1,-1 1,-3-1,-1 0,-3-13,1 45,-1 0,1 0,-2 1,0-1,0 0,-1 1,0 0,-1 0,-1 0,4 7,-1 0,1 0,-1 1,0-1,0 1,0-1,0 1,-1 0,0 0,1 1,-1-1,0 1,0 0,0 0,-1 0,1 0,0 1,-1 0,1 0,-1 0,1 0,-1 1,1-1,-4 1,2 0,0 0,0 0,0 1,0 0,0 0,0 0,0 1,1 0,-1 0,0 0,1 1,-1-1,1 2,0-1,0 0,0 1,1 0,-1 0,1 0,0 1,0 0,0-1,1 1,-1 0,1 1,1-1,-1 1,1-1,0 1,0 0,0 0,1 0,0 0,0 0,1 0,-1 0,1 0,1 0,-1 0,1 0,1 3,6 8,1 0,0-1,2-1,-1 0,2 0,0-1,1-1,0 0,7 4,-4-1,11 11,-5-10,-2 2,0 0,-1 1,-1 1,-1 0,-1 2,-1 0,0 1,-2 0,-1 1,-1 0,-2 1,3 10,-9-13,-1 0,-1 0,-1 0,-1 0,0 0,-2 0,-1 0,6 3,5-23</inkml:trace>
  <inkml:trace contextRef="#ctx0" brushRef="#br1" timeOffset="44405.402">858 959,'1'-1,"1"0,-1 0,0 0,0 0,0 0,0-1,0 1,-1 0,1-1,0 1,-1-1,1 1,-1-1,1 1,-1-1,0 1,1-1,-1 1,0-1,0 0,0 1,0-1,0 1,-1-1,1 1,0-1,-1 1,1-1,-1 1,0-1,1 1,-1-1,0 1,0 0,0 0,0-1,0 1,0 0,0 0,0 0,-1 0,1 0,0 0,-1 0,1 1,-1-1,-4-1,0 1,1 1,-1-1,0 1,0 0,0 0,0 1,0 0,1 0,-1 0,0 1,0-1,1 1,-1 1,1-1,0 1,0 0,0 0,0 0,0 1,1 0,0 0,-1 0,1 0,1 1,-1 0,1-1,0 1,0 1,0-1,1 0,-1 1,1-1,1 1,-1-1,1 1,0 0,0 0,1 0,-1 0,1 0,1-1,-1 1,1 1,1 0,1-1,0 1,0-1,1 1,0-1,0 0,0 0,1-1,0 1,0-1,0 0,1-1,-1 1,1-1,0 0,1 0,-1-1,1 1,10 4,1-1,0-1,0 0,1-1,0-1,5 0,48 3,-7-4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31.2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1,'-2'0,"-1"2,4 1,10 2,11 3,12-1,13 0,14-3,12-1,8-1,2-1,-2-1,-7-1,-15 1,-19 0,-17-1</inkml:trace>
  <inkml:trace contextRef="#ctx0" brushRef="#br0" timeOffset="7159.275">1 41,'28'3,"59"4,0-5,0-3,1-4,18-6,36-1,102 3,-206 15,-43 4,-7-6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46.6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65 719,'0'21,"0"13,0 10,0 7,0 1,2-3,3-8,4-9,1-9,2-14,-1-8</inkml:trace>
  <inkml:trace contextRef="#ctx0" brushRef="#br0" timeOffset="273.359">38 292,'-12'-16,"-3"-3,5 6,9 13,14 15,11 14,9 11,-2-1</inkml:trace>
  <inkml:trace contextRef="#ctx0" brushRef="#br0" timeOffset="535.765">306 880,'21'-10,"1"0,-2-1,1-2,-2 0,1-1,-2-1,0 0,-1-2,-1 0,2-3,10-35,-27 54,-1 0,1 0,-1 0,1 0,-1 0,0-1,0 1,0 0,1 0,-1 0,0-1,0 1,-1 0,1 0,0 0,0-1,-1 1,1 0,0 0,-1 0,1 0,-1 0,1 0,-1 0,0 0,0 0,1 0,-1 0,0 0,0 0,0 1,0-1,0 0,0 1,0-1,0 0,0 1,0-1,0 1,0 0,-1-1,1 1,0 0,0 0,0 0,0 0,-1 0,1 0,-7 1,0 1,1 0,-1 0,1 1,-1 0,1 0,0 1,0 0,0 0,1 0,-1 1,1 0,0 1,0-1,1 1,0 0,-1 2,-3 2,1 0,0 0,0 1,1-1,1 2,0-1,0 1,0 5,4-13,1 0,0 0,0 1,0-1,0 0,1 0,0 1,-1-1,2 0,-1 0,0 1,1-1,0 0,0 0,0 0,1 0,-1 0,1 0,0 0,0 0,0-1,1 1,-1-1,1 1,0-1,0 0,1 0,10 6,0-1,1-1,0 0,0-1,0-1,1 0,0-1,0 0,0-2,0 0,1-1,-1 0,1-1,-1-1,0-1,7-1,42-7,-8-1</inkml:trace>
  <inkml:trace contextRef="#ctx0" brushRef="#br0" timeOffset="1004.798">1027 573,'-15'-4,"0"1,0 0,0 1,-1 1,1 1,-11 0,22 0,-1 1,1-1,0 1,0 0,0 0,0 0,0 0,0 1,0-1,1 1,-1 0,0 1,1-1,0 0,-1 1,1 0,0 0,0 0,1 0,-1 0,1 0,-1 1,1-1,0 1,0 0,-1 3,3-1,0 1,1-1,-1 0,1 0,1 1,-1-1,1 0,0 0,0 0,1-1,0 1,0 0,0-1,1 0,-1 0,1 0,0 0,1 0,-1-1,1 0,0 0,0 0,0-1,1 1,3 1,50 35,-45-32,0 0,-1 1,0 1,0 0,-1 1,-1 0,0 1,0 0,-2 0,3 4,-11-13,0-1,0 0,0 0,0 1,0-1,-1 1,1-1,-1 0,0 1,0-1,0 1,0-1,0 1,0-1,-1 1,1-1,-1 1,1-1,-1 0,0 1,0-1,0 0,-1 0,1 0,0 0,-1 0,1 0,-1 0,0 0,1-1,-1 1,0 0,0-1,-2 2,-2 0,1 1,-1-1,1 0,-1-1,0 1,0-1,0 0,0-1,0 0,-1 1,1-2,0 1,-3-1,6 0,1-1,0 0,-1 0,1 1,-1-2,1 1,0 0,0 0,0-1,0 1,0-1,0 1,0-1,0 0,1 0,-1 0,0 0,1 0,0 0,-1 0,1-1,0 1,0 0,1-1,-1 1,0 0,1-1,-1 1,1-1,0 0,0 1,0-1,0 1,0-1,1 1,-1-1,1 1,-1-1,1 1,0 0,0-1,0 1,1 0,-1 0,0 0,1 0,-1 0,1 0,1-1,10-14,0 0,2 1,0 1,1 0,0 1,1 0,1 2,0 0,1 1,0 1,6-2,-10 3,1 1,-1 1,1 1,0 0,1 1,-1 0,1 2,0 0,0 1,17 0,-30 4,0 0,0 0,0 0,0 1,0 0,-1 0,1 0,-1 0,1 0,-1 1,0-1,-1 1,1 0,-1 0,1 0,-1 0,0 0,-1 1,1-1,-1 0,0 1,0-1,0 1,0 0,-1-1,0 5,4 8,0-2,-1 3,1-1,1 1,1-1,1-1,0 1,1-1,3 4,-10-18,0-1,0 1,1 0,-1 0,0-1,1 1,0-1,-1 1,1-1,0 0,0 1,0-1,0 0,0 0,0-1,0 1,0 0,0-1,0 1,1-1,0 1,8-3</inkml:trace>
  <inkml:trace contextRef="#ctx0" brushRef="#br0" timeOffset="1266.099">1482 386,'-16'-9,"-5"1,5 7,12 13,15 13,13 11,3 0</inkml:trace>
  <inkml:trace contextRef="#ctx0" brushRef="#br0" timeOffset="1754.4">1722 961,'11'-61,"-2"-1,-4 1,-2-1,-3-24,0 51,-1 21,2-10,14 33,-4 3,1-2,-1 1,2-2,-1 1,2-2,-1 0,1 0,0-1,0-1,1-1,0 0,0 0,0-2,1 0,-1-1,1 0,-1-1,1-1,75 15,-87-14,0-1,-1 1,1 0,0 0,-1 1,1-1,-1 1,0 0,1 0,-1 0,0 0,0 0,0 1,-1-1,1 1,0 0,-1 0,0 0,0 0,0 0,0 0,0 1,-1-1,1 1,-1-1,0 1,0 0,0-1,-1 1,1 0,-1-1,0 1,0 3,1 15,-3-17,1 0,1 0,-1 1,1-1,0 0,0 0,0 0,1 0,0 0,0 0,0 0,1 0,-1 0,1 0,0-1,1 1,-1-1,1 1,0-1,0 0,0 0,0 0,1 0,0-1,0 0,0 1,0-1,0-1,1 1,1 0,5-1,-1-1,1-1,0 0,-1-1,1 0,0 0,-1-1,1-1,-1 1,0-2,0 1,0-2,0 1,-1-1,1-1,-1 0,-1 0,1 0,-1-1,0-1,-1 1,0-1,0-1,0 1,-1-1,2-5,24-70,-32 96,1 0,0 0,1 0,0 0,0 0,1-1,1 1,0-1,1 0,0 0,0 0,1 0,1-1,0 0,0-1,1 0,7 8,3-5</inkml:trace>
  <inkml:trace contextRef="#ctx0" brushRef="#br0" timeOffset="2001.413">2645 319,'-2'18,"3"15,9 11,3-2</inkml:trace>
  <inkml:trace contextRef="#ctx0" brushRef="#br0" timeOffset="2425.813">2859 719,'31'-25,"-2"-1,-1-2,-1 0,-1-2,-1-1,16-29,-22 32,-1-2,-1 0,-2-1,-1-1,-1 0,-2-1,-1 0,-2 0,3-25,-10 50,1 1,-1-1,-1 0,0 0,0 0,0 0,-1 1,0-1,0 0,-1 1,0-1,-1 1,0-1,0 1,0 0,-3-4,5 9,-1 1,1-1,0 1,0 0,-1 0,1 0,-1-1,1 1,-1 1,1-1,-1 0,0 0,0 1,1-1,-1 1,0-1,0 1,1 0,-1-1,0 1,0 0,0 0,0 1,1-1,-1 0,0 1,0-1,1 1,-1-1,0 1,1 0,-1-1,0 1,1 0,-1 0,1 1,-1-1,1 0,-1 1,-48 58,34-25,2 0,1 0,2 2,1-1,2 1,2 1,1-1,2 1,1 0,3 18,0-30,0 0,2 0,1 0,1-1,1 1,1-1,7 15,-10-29,1 0,0 0,1-1,0 0,0 0,1 0,1-1,0 0,0-1,0 0,1 0,0-1,1 0,0 0,0-1,0 0,10 3,-12-6,0-1,1 0,-1-1,1 0,0 0,-1-1,1 0,-1 0,1-1,0 0,-1-1,1 0,-1 0,0 0,0-1,0-1,0 1,0-1,-1-1,0 1,0-1,0-1,0 1,-1-1,0 0,0-1,0 1,-1-1,0 0,-1-1,1 1,-1-1,-1 0,1 0,-1 0,-1 0,0 0,0-1,0-4,-1 9,0 0,0-1,-1 1,1 0,-1-1,0 1,0-1,-1 1,1 0,-1-1,0 1,0 0,-1 0,1-1,-1 1,0 0,0 1,0-1,-1 0,1 0,-1 1,0 0,0-1,0 1,0 0,-1 1,1-1,-1 0,1 1,-1 0,0 0,0 0,0 0,0 1,-1 0,1 0,0 0,-1 0,1 0,0 1,-1 0,1 0,-1 0,1 1,0-1,-3 2,1 0,0 1,1 0,-1 0,1 0,0 1,0 0,0 0,0 0,1 1,0-1,0 1,0 0,0 0,1 1,0-1,0 1,1 0,-1-1,1 1,0 0,1 0,-1 1,1-1,1 0,-1 0,1 1,0-1,0 0,1 0,0 1,0-1,0 0,1 0,0 0,0 0,1 0,-1-1,2 2,6 5,0-1,1 0,1-1,0 0,0-1,1 0,0-1,0 0,1-1,0-1,0 0,0-1,1-1,0 0,0-1,0 0,0-1,16-1,33 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43.8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334 696,'-8'-5,"0"0,-1 1,0 0,0 1,0 0,0 0,0 1,-1 1,1-1,0 1,-1 1,0 0,1 0,-1 1,1 0,0 0,-1 1,1 1,0-1,0 2,0-1,0 1,1 0,0 1,-1 0,2 1,-1-1,1 1,-1 1,-5 6,7-5,0-1,0 1,1 1,0-1,1 1,0 0,0 0,0 0,2 0,-1 1,1-1,0 1,1-1,0 1,1 0,-1 0,2 0,0-1,0 1,3 8,-3-14,0-1,1 0,-1 0,1 0,0 0,0 0,1 0,-1 0,0-1,1 1,-1-1,1 0,0 0,0 0,0 0,0 0,0 0,1-1,-1 0,0 1,1-1,-1-1,1 1,-1 0,1-1,-1 0,1 1,-1-1,1-1,-1 1,1-1,2 0,5-1,-1-1,1 0,-1 0,1-1,-1-1,-1 0,1 0,0-1,-1 0,0-1,8-7,-2-1,0 0,0-1,-2 0,0-1,-1-1,0 0,-2-1,0 0,-1 0,-1-1,-1 0,-1-1,0 0,1-18,4-36,-4 0,-4-1,-5-63,2 114,-1-15,2 0,-3 0,-1 0,-8-38,11 79,-1-1,1 1,0 0,0 0,-1-1,1 1,-1 0,1-1,-1 1,1 0,-1-1,1 1,-1-1,1 1,-1-1,0 1,1-1,-1 0,0 1,1-1,-1 0,0 1,0-1,1 0,-1 0,0 0,0 1,1-1,-1 0,0 0,0 0,0-1,1 1,-1 0,0 0,0 0,1 0,-1-1,0 1,0 0,1-1,-1 1,0 0,1-1,-1 1,1-1,-1 1,0-1,1 0,-1 1,1-1,-1 1,1-1,0 0,-1 1,1-1,0 0,-1 0,1 1,0-1,0 0,0 0,-11 30,1 0,1 1,2-1,1 2,1-1,2 1,1 17,-2 2,2 0,2 0,3 0,2 0,1 0,3-1,3 0,1-1,12 27,-19-60,1-1,0-1,1 1,1-1,0 0,0-1,1 0,1-1,6 6,-11-12,-1-1,1 0,0 0,0 0,0-1,0 0,1 0,-1-1,1 0,-1 0,1 0,0-1,0 0,0 0,0-1,0 0,0 0,0-1,0 1,-1-1,1-1,2 0,4-3,0 0,0-1,-1-1,0 0,0-1,0 0,-1 0,-1-1,1-1,-1 0,-1 0,0-1,0 0,-1-1,-1 0,0 0,0 0,-2-1,1 0,-2 0,1-1,-2 1,1-3,-4-69,0 82,-1 0,1 0,-1 0,0 0,0 0,0 0,0 0,-1 0,1 0,-1 1,0-1,1 0,-1 1,0 0,-1-1,1 1,0 0,-1 0,1 0,-1 0,0 1,1-1,-1 1,0 0,-2-1,2 1,0 1,0 0,0-1,0 2,-1-1,1 0,0 1,0-1,0 1,0 0,0 0,0 0,0 0,1 0,-1 1,0-1,1 1,-1 0,1 0,-1 0,1 0,0 0,0 1,0-1,0 1,0-1,1 1,-36 77,36-73,0 0,1 0,0 0,0 0,1 0,0 0,0 0,0 0,1-1,0 1,0 0,1-1,0 1,0-1,1 0,-1 0,1 0,1-1,-1 0,1 1,0-1,0-1,0 1,1-1,-1 0,1 0,0 0,1-1,-1 0,0 0,1-1,0 0,2 1,116 26,-66-23</inkml:trace>
  <inkml:trace contextRef="#ctx0" brushRef="#br0" timeOffset="965.464">1644 655,'-7'-3,"-1"-1,1 1,-1 1,0-1,0 2,0-1,0 1,0 0,0 0,0 1,0 0,0 1,0 0,0 0,0 1,0-1,0 2,1-1,-1 1,1 1,-1-1,1 1,0 0,1 1,-1 0,1 0,-5 4,5-2,1 0,-1 0,2 0,-1 1,1 0,0 0,0 0,1 0,0 1,1-1,0 1,-1 7,2-13,1 0,-1 1,1-1,0 1,0-1,0 0,1 1,-1-1,1 1,0-1,0 0,0 0,0 1,0-1,1 0,-1 0,1 0,0 0,0 0,0-1,0 1,1-1,-1 1,1-1,0 0,-1 0,1 0,0 0,0-1,0 1,0-1,0 1,4 0,-1-1,1 0,0 0,0 0,0-1,0 0,0 0,0-1,0 0,-1 0,1 0,0-1,-1 0,1-1,-1 1,1-1,-1-1,0 1,0-1,1-1,6-4,0-1,-1-1,0 0,0-1,-1 0,-1-1,7-9,-4-5,0 0,-2 0,-1-1,-1-1,-2 1,-1-1,-1-1,-1 1,-2-1,0 0,-3 1,0-1,-3-9,2-6,-2-1,-2 1,-2 0,-13-44,-13 29,34 60,-1-1,0 1,0 0,0-1,0 1,0 0,0-1,0 1,0 0,0 0,-1 0,1 0,0 0,0 0,0 0,0 0,0 1,0-1,0 0,0 0,0 1,0-1,0 1,0-1,1 1,-1 0,0-1,0 1,0 0,1-1,-1 1,0 0,0 0,1 0,-1-1,1 1,-1 0,1 0,-1 0,1 1,-7 12,1 0,0 0,1 0,1 1,0 0,1 0,1 0,0 0,1 5,-1-5,-3 19,1 0,2 0,1 1,2-1,1 0,2 1,1-1,1-1,3 1,0-1,2-1,2 0,1 0,1-1,11 14,-19-35,0-1,1 0,0-1,1 0,0 0,0-1,1 0,0 0,0-1,9 3,-14-6,0-1,0-1,0 1,0-1,0 0,0 0,1 0,-1-1,0 1,0-1,1-1,-1 1,0-1,1 0,-1 0,0 0,0-1,0 0,0 0,0 0,-1 0,1-1,-1 0,4-2,5-8,0-1,-1 1,-1-2,0 0,-1 0,0-1,-2 0,0-1,0 0,-2 0,0 0,-1-1,-1 0,0 0,-1-5,-6 37,0 1,1-1,0 1,1-1,1 1,0-1,1 1,1-1,0 1,1-1,1 0,0 0,1 0,0 0,2 1,-4-11,1 0,0-1,0 1,0-1,0 0,0 0,1-1,0 1,-1-1,1 0,0 0,0 0,0-1,0 0,0 0,0 0,1 0,-1-1,0 0,0 0,1-1,-1 1,0-1,0 0,0 0,0-1,0 0,0 0,3-1,1-1,-1 0,0 0,1-1,-2 0,1 0,-1-1,0 0,0 0,0-1,-1 0,0 0,0 0,-1-1,0 0,0 0,1-5,-4 8,1 0,-1 0,-1-1,1 1,-1 0,0-1,0 0,0 1,-1-1,0 1,0-1,-1 0,1 1,-1-1,0 1,-1-1,0-2,1 8,-1 0,1-1,0 1,0 0,0 0,0 0,0 1,-1-1,1 0,0 0,0 0,0 1,0-1,0 1,0-1,0 1,0-1,0 1,0 0,0-1,0 1,1 0,-1 0,0-1,0 1,1 0,-1 0,0 0,1 0,-1 0,1 0,-1 0,1 0,0 0,-1 0,1 1,0-1,0 1,-2 3,0 0,0 0,1 0,0 0,0 0,0 0,0 0,1 1,0-1,0 0,0 0,1 0,0 1,0-1,0 0,1 0,-1 0,1 0,0 0,1-1,-1 1,1-1,0 1,0-1,0 0,1 0,-1 0,1-1,0 1,0-1,1 0,-1 0,1 0,-1-1,1 1,0-1,1 0,97 27,-52-22</inkml:trace>
  <inkml:trace contextRef="#ctx0" brushRef="#br0" timeOffset="1471.734">3114 629,'-7'-1,"-1"1,0 0,0 0,0 1,1 0,-1 0,0 1,1 0,-1 0,1 0,0 1,0 1,0-1,0 1,1 0,-1 1,1-1,0 1,0 0,1 1,-1 0,1 0,1 0,-1 0,1 1,-3 4,7-8,-1 0,0-1,1 1,-1 0,1 0,0 0,0 0,0 0,0 0,1 0,-1 0,1 0,-1 0,1-1,0 1,0 0,1 0,-1-1,1 1,-1-1,1 1,0-1,0 0,-1 0,2 1,-1-1,0-1,0 1,1 0,0 0,85 34,-61-30,1-1,-1-1,1-2,0-1,0-1,0-1,-1-2,1 0,-1-2,0-1,0-1,0-2,-1 0,6-5,-24 10,0-1,0 0,0 0,0-1,-1 0,0 0,0-1,-1 1,0-2,0 1,4-7,-8 10,0 1,-1-1,1 0,0 1,-1-1,0 0,0 0,0 0,-1-1,1 1,-1 0,0 0,0 0,0 0,-1 0,1 0,-1 0,0 0,0 0,-1 0,1 0,-1 0,0 0,0 1,0-1,0 1,-2-2,3 3,-1-1,0 1,0-1,1 1,-2 0,1-1,0 1,0 0,-1 1,1-1,-1 0,0 1,1-1,-1 1,0 0,0 0,0 0,0 0,0 0,0 1,0-1,0 1,0 0,0 0,0 0,0 1,0-1,0 0,0 1,0 0,0 0,0 0,0 0,0 0,1 1,-1-1,1 1,-1 0,1 0,-1 0,1 0,0 0,0 0,0 1,0-1,-1 3,0 2,0-1,1 1,0 0,0 0,1 0,0 1,0-1,0 0,1 0,0 1,1-1,0 0,0 0,0 0,1 0,0 0,0 0,1 0,0 0,0-1,1 0,-1 1,2-1,-1-1,0 1,1 0,0-1,0 0,1 0,0-1,-1 0,1 0,1 0,-1 0,1-1,-1 0,3 0,10 6,0-1,1-1,-1-1,1-1,0-1,10 1,13 0</inkml:trace>
  <inkml:trace contextRef="#ctx0" brushRef="#br0" timeOffset="2077.791">3876 602,'0'9,"0"1,1 0,0 0,1-1,0 1,0 0,1-1,0 0,1 0,0 0,1 0,-1 0,2-1,-1 0,1 0,0 0,1-1,0 0,0 0,0-1,1 0,0 0,0-1,1 0,-1 0,1-1,0 0,0 0,1-1,-1-1,1 0,-1 0,3 0,-7-2,0-1,0 0,-1 0,1 0,0 0,-1-1,1 1,-1-1,0 0,1-1,-1 1,0-1,0 0,-1 0,1 0,-1 0,1-1,-1 1,0-1,0 0,-1 0,1 0,-1 0,0-1,1 0,2-6,-1-1,0 1,0-1,-1 0,-1 0,0 0,-1 0,0-1,-1-4,-5-11,-3 50,10-14,0 1,1-1,0 0,0 0,1 0,0 0,0 0,1-1,0 0,0 0,1 0,0 0,0-1,0 0,1 0,0-1,0 0,8 4,-11-5,1-1,-1 0,1 0,0 0,-1-1,1 1,0-1,1 0,-1-1,0 1,1-1,-1 0,0 0,1-1,-1 0,1 0,-1 0,1 0,-1-1,1 0,-1 0,0-1,1 1,-1-1,0 0,0-1,0 1,-1-1,1 0,0 0,-1 0,0-1,0 0,1 0,2-8,1 0,-2-1,0 1,0-1,-1-1,-1 1,0-1,-1 1,0-1,-1 0,-1 0,0 0,-1-2,0-4,-14 50,11-21,1-1,0 0,0 1,0-1,1 1,1 0,0-1,0 1,0 0,1-1,0 1,1-1,0 1,0-1,1 1,0-1,0 0,1 0,0-1,1 1,-1-1,1 0,1 0,-1-1,1 1,1-1,-1 0,1-1,6 4,10 1,2-1,0-1,0-1,0-2,0 0,1-2,0 0,22-2,17 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49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76,'-9'-1,"1"0,-1 0,0 1,1 0,-1 1,0 0,1 0,-1 1,1 0,-1 1,1-1,0 2,0-1,0 1,1 0,-1 1,1 0,0 0,0 0,1 1,0 0,0 0,0 1,0 0,1 0,0 0,1 0,0 1,0 0,0 0,0 4,3-9,1 1,-1 0,1 0,0 0,0-1,0 1,1 0,-1 0,1 0,0-1,0 1,0 0,1-1,-1 1,1-1,0 0,0 1,0-1,0 0,1 0,-1 0,1-1,0 1,0 0,0-1,1 1,7 4,-1 0,1-1,0 0,0-1,1-1,0 0,9 2,19 4,1-3,-1-1,1-3,0-1,0-1,0-3,0-1,0-2,-1-2,0-2,0-1,25-11,-52 15,1 1,-1-2,-1 0,1 0,-1-1,0-1,-1 0,0 0,0-1,1-2,-8 7,0-1,0 1,0-1,0 1,-1-1,0 0,0-1,-1 1,0 0,0-1,0 1,-1-1,0 0,0 1,0-1,-1 0,0 0,-1 1,1-1,-1 0,-1 1,0-5,0 5,0 0,-1 1,1 0,-1 0,0-1,-1 2,1-1,-1 0,0 1,0 0,0-1,-1 1,3 3,1-1,-1 1,0 0,0-1,1 1,-1 0,0 0,0 0,0 1,0-1,0 0,0 1,0-1,-1 1,1 0,0 0,0 0,0 0,0 0,0 0,-1 0,1 1,0-1,0 1,0 0,0-1,0 1,0 0,0 0,0 0,1 1,-1-1,0 0,0 1,-2 4,-1 1,1 0,0 0,0 0,1 1,0-1,1 1,-1 0,1 0,1 0,0 0,0 0,0 0,1 0,0 0,1 0,0 0,0 0,2 7,0-3,1 1,1-1,0 0,0 0,1-1,1 1,0-1,0 0,1-1,1 0,-1 0,2-1,-1 0,1-1,1 0,-1 0,1-1,1-1,-1 0,1 0,0-1,1-1,-1 0,1-1,-1 0,1 0,13-1,133 4,-88-13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50.5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309 910,'19'-73,"8"-26,-5 0,-4-1,1-51,-16-172,22 825,-25-480,1 31,2 0,3-1,5 18,-10-64,0 1,0-1,0 0,1 1,0-1,0 0,1 0,0 0,0 0,0-1,1 1,0-1,0 0,0 0,0 0,1-1,0 1,0-1,0 0,1-1,-1 1,1-1,0 0,0 0,0-1,0 0,0 0,4 0,-1-1,1-1,0 0,-1-1,1 0,-1-1,1 0,-1-1,0 1,1-2,-1 1,-1-1,1-1,-1 1,3-3,27-20</inkml:trace>
  <inkml:trace contextRef="#ctx0" brushRef="#br0" timeOffset="260.757">82 281,'-16'2,"-8"1,1 2,6 1,16-2,20-1,31-1,34-5,34-7,29-6,17-3,1 0,-28 3</inkml:trace>
  <inkml:trace contextRef="#ctx0" brushRef="#br0" timeOffset="1256.916">723 976,'44'-204,"-29"148,-2-1,-3-1,3-50,-23 62,9 45,1 0,-1 0,1 0,-1 1,0-1,1 0,-1 0,0 1,0-1,1 1,-1-1,0 0,0 1,0-1,0 1,0 0,0-1,0 1,0 0,0 0,0 0,0-1,0 1,0 0,0 0,0 0,0 1,0-1,0 0,0 0,0 0,0 1,0-1,0 1,0-1,0 1,1-1,-1 1,0-1,0 1,0 0,1-1,-1 1,-1 0,0 0,0 1,0-1,0 1,0-1,0 1,1 0,-1-1,1 1,-1 0,1 0,0 0,0 0,0 0,0 0,0 1,0-1,0 0,1 0,-1 1,1-1,0 0,-1 1,1-1,0 1,1-1,-1 0,0 1,1-1,-1 0,1 1,0-1,-1 0,1 0,0 0,1 0,-1 0,0 0,0 0,1 0,0 0,-1 0,1-1,1 2,9 2,1-2,-1 1,1-2,0 0,0 0,0-1,0-1,4 0,19 2,-18-1,-12-2,1 0,0 0,-1 1,1 0,0 1,-1-1,1 1,0 1,-1-1,1 1,-1 0,0 0,0 1,0 0,0 0,0 1,0-1,-1 1,0 0,0 1,0-1,0 1,-1 0,1 0,-1 1,-1-1,4 6,-5 73,-4-17,2-64,1-1,0 1,0-1,0 0,0 0,0 1,0-1,0 0,1 0,-1 0,1 0,0 0,-1-1,1 1,0 0,0-1,0 0,0 1,0-1,0 0,1 0,-1 0,0 0,1 0,-1-1,0 1,1-1,-1 1,1-1,-1 0,1 0,78-6,-59 1,-1 0,0-1,0-1,0-1,-1-1,0-1,-1 0,0-2,-1 0,0-1,9-10,-22 18,0 0,0-1,-1 1,0-1,0-1,-1 1,1 0,-1-1,-1 0,1 1,-1-1,0 0,-2 4,1 1,-1-1,0 1,0-1,0 1,0 0,0-1,0 1,-1-1,1 1,-1-1,1 1,-1 0,0-1,0 1,0 0,0 0,-1 0,1 0,0 0,-1 0,0 0,1 0,-1 0,0 1,0-1,0 1,0 0,0-1,0 1,0 0,-1 0,1 0,0 0,-2 0,-1 1,0-1,0 1,1 0,-1 0,0 0,0 1,1 0,-1 0,0 0,1 0,-1 1,1 0,-1 0,1 0,0 0,0 1,0 0,0-1,0 2,1-1,0 0,-1 1,1-1,0 1,0 0,1 0,-1 0,1 0,0 1,0-1,1 1,-1-1,1 1,0-1,0 1,0 0,1 0,-1-1,1 1,1 0,-1 0,1-1,-1 7,1 0,0 0,1-1,0 1,1-1,0 0,0 0,1 0,1 0,0 0,0-1,0 0,2 0,-1 0,1-1,0 0,0 0,1-1,0 0,1 0,0-1,0 0,0-1,0 0,1 0,0-1,0 0,0-1,0 0,1 0,-1-1,1-1,0 0,-1 0,1-1,0 0,0-1,7-2,27-7</inkml:trace>
  <inkml:trace contextRef="#ctx0" brushRef="#br0" timeOffset="2277.745">1873 0,'-17'99,"5"1,4 1,4 75,3-150,10 80,-9-105,0 0,0 0,0 0,1 0,-1 0,0 0,0 0,1 0,-1 0,1 0,-1-1,1 1,-1 0,1 0,-1 0,1-1,0 1,-1 0,1-1,0 1,0-1,0 1,-1 0,1-1,0 0,0 1,0-1,0 0,0 1,0-1,0 0,0 0,0 0,0 0,0 0,0 0,0 0,-1 0,1 0,0 0,0 0,0-1,0 1,0 0,0-1,0 1,0-1,0 1,-1-1,1 1,0-1,0 0,37-41,-36 39,13-18,-11 14,-1 1,1-1,1 1,-1 1,1-1,0 0,0 1,0 0,1 0,0 1,0 0,0 0,1 0,-1 0,1 1,0 0,-4 3,-1 0,1 0,-1 0,1 1,-1-1,1 1,-1-1,1 1,-1 0,0 0,1 0,-1 0,0 0,0 1,0-1,0 1,0-1,0 1,0 0,0 0,-1 0,1 0,-1 0,1 0,-1 0,0 0,0 1,1 1,22 69,-14 40,-10-107,0 0,-1 0,0-1,0 1,0-1,-1 1,1-1,-1 1,-1-1,1 0,-1 0,0 0,0 0,0 0,-1-1,1 0,-1 1,-3 1,4-4,-1 0,1 0,-1 0,0-1,0 1,0-1,0 0,0 0,0 0,0-1,0 1,0-1,0 0,0 0,0-1,0 1,0-1,0 0,0 0,0 0,0 0,0-1,0 0,1 1,-1-2,0 1,1 0,0-1,0 1,0-1,0 0,0 0,0 0,1 0,-2-3,1 3,0 0,0-1,0 1,1-1,0 0,-1 0,1 0,0 0,1 0,-1 0,1-1,0 1,0 0,0-1,1 1,-1-1,1 1,0-1,1 1,-1 0,1-1,0 1,0-1,0 1,0 0,1 0,0-1,0 1,0 0,0 1,0-1,4-3,7-3,1 0,0 1,0 0,1 2,1-1,-1 2,1 0,0 1,0 1,17-3,1-2,1 2,0 1,0 1,1 2,-1 2,6 2,-39-1,0 0,0 0,0 0,1 0,-1 1,0-1,0 1,0 0,0 0,0-1,0 1,-1 0,1 1,0-1,0 0,-1 0,1 1,-1-1,1 1,-1 0,1-1,-1 1,0 0,0 0,0-1,0 1,0 0,0 0,-1 0,1 0,-1 0,1 1,-1-1,0 0,0 0,0 0,0 2,-1 30,0-29,0-1,1 1,-1-1,1 1,0-1,0 1,0-1,0 1,1-1,0 1,0-1,0 1,1-1,-1 0,1 0,0 0,0 0,1 0,-1 0,1 0,0-1,0 1,0-1,0 0,2 2,5-1,-1-1,1 0,0 0,0-1,0 0,0-1,0 0,0-1,1 0,-1 0,0-1,0 0,0-1,0 0,0-1,-1 0,1-1,-1 1,1-2,6-4,-8 4,0-1,-1 0,0 0,0-1,-1 0,1 0,-1-1,-1 0,0 0,0 0,0-1,-1 1,0-1,-1 0,0 0,-1 0,1-1,-2 1,1-1,-1 1,-1-1,0 1,0-1,-1 0,-1-6,0 53,1-30,0 0,1 1,0-1,1 0,0 0,0 1,0-1,1 0,0 0,1 0,-1-1,1 1,1 0,-1-1,1 0,0 0,0 0,1 0,0-1,0 0,0 0,1 0,-1-1,1 1,0-1,1-1,2 2,6-2,1-2,0 1,0-2,0 0,-1-1,1-1,0 0,0-1,-1-1,0 0,0-1,0-1,0 0,-1-1,0-1,0 0,4-4,-8 5,-1 0,1 0,-1-1,0 0,-1 0,0-1,0-1,-1 1,0-1,-1 0,0 0,4-10,-3 11,-8 26,1-9,0-5,-2 11,0-1,1 1,1 0,0-1,0 1,2 0,0-1,0 0,1 1,1-1,0 0,1 0,1-1,0 0,0 0,1 0,1 1,41 14,-26-24</inkml:trace>
  <inkml:trace contextRef="#ctx0" brushRef="#br0" timeOffset="2530.03">3290 94,'-4'18,"4"13,10 10,4-2</inkml:trace>
  <inkml:trace contextRef="#ctx0" brushRef="#br0" timeOffset="2743.878">3584 736,'44'-32,"-30"24,0 0,0-1,0-1,-2 0,1-1,-1 0,-1-1,0 0,0-1,-1 0,-1-1,-1 0,0 0,0-1,-1 0,-1 0,-1-1,1-3,-6 16,1 0,-1 0,0 0,0 0,0 1,-1-1,1 0,-1 0,1 0,-1 0,0 0,0 1,0-1,-1 0,1 1,-1-1,1 1,-1 0,0-1,0 1,0 0,0 0,0 0,0 0,-1 0,1 1,-1-1,1 1,-1 0,0-1,1 1,-1 0,0 1,0-1,0 0,0 1,1-1,-1 1,0 0,0 0,0 0,-1 1,-4-1,0 1,1 1,-1-1,1 1,-1 0,1 1,0-1,0 2,0-1,0 1,1 0,-1 0,1 1,0-1,0 2,1-1,0 1,-1-1,2 1,-1 1,0 1,2-4,0 1,0 0,0 1,1-1,0 0,0 1,1-1,-1 1,1-1,1 1,-1 0,1-1,-1 1,2 0,-1 0,1-1,0 1,0-1,0 1,1 0,0-1,0 0,0 1,1-1,-1 0,1 0,1-1,2 5,4 1,-1-1,1 0,1-1,-1 0,1 0,1-1,-1-1,1 0,0-1,1 0,-1 0,8 0,158 25,-104-25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56.2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1 754,'41'-47,"-2"-1,-3-2,-1-2,-2-1,-3-1,-3-2,-2 0,17-57,-42 112,6-14,-2-1,0 0,0 1,-2-1,0 0,0-1,-2 1,0 0,-1 0,-1-9,2 23,-1 1,1-1,0 0,-1 0,1 0,-1 1,0-1,0 0,1 1,-1-1,0 0,0 1,-1-1,1 1,0 0,0-1,-1 1,1 0,-1 0,1 0,-1 0,1 0,-1 0,0 0,1 0,-1 1,0-1,0 1,1-1,-1 1,0 0,0 0,0 0,0 0,0 0,1 0,-1 0,0 0,0 1,0-1,1 1,-1 0,0-1,-70 50,56-33,1 1,1 1,1 1,0 0,1 0,2 1,0 1,1 0,1 0,1 1,1 0,1 0,1 0,2 0,0 1,1 0,1-1,1 1,2-1,0 1,1-1,1 0,2 0,0-1,1 1,7 11,-4-14,1-1,1-1,0 0,2 0,0-2,0 0,2 0,0-2,0 0,1 0,1-2,1-1,-1 0,2-1,-1-1,1-1,1-1,-1-1,1-1,20 2,-31-6,0 0,0-1,0 0,0-1,0-1,0 1,-1-1,1-1,-1 0,1-1,-1 0,0 0,0-1,-1-1,1 1,-1-1,-1-1,1 0,-1 0,0-1,0 0,-1 0,-1-1,1 0,-1 0,0 0,-1-1,0 0,-1 0,0 0,-1 0,0-1,0 1,-1-1,0-4,-2 9,1 0,-1 0,-1 0,1 1,-1-1,0 0,-1 0,1 0,-1 1,0-1,0 0,-1 1,0 0,0 0,0 0,0 0,-1 0,0 1,0-1,0 1,-1 0,1 0,-1 1,0-1,0 1,0 0,0 1,-1-1,1 1,-2 0,-1-1,0 0,0 1,0 1,0 0,-1 0,1 0,-1 1,1 0,0 1,-1-1,1 2,0-1,0 1,0 1,0-1,0 1,0 1,1-1,-1 1,1 1,0-1,0 1,1 1,-1-1,1 1,0 0,1 0,0 1,0 0,-2 3,5-7,1 0,1 0,-1 0,0 0,1 0,-1 0,1 0,0 0,0 0,0 0,0 1,1-1,-1 0,1 0,0 0,0 0,0-1,0 1,0 0,1 0,-1-1,1 1,0 0,0-1,0 0,0 1,0-1,0 0,1 0,0 0,5 4,0-1,0 0,0 0,1-1,0 0,0 0,0-1,0 0,2-1,4 2,-1 0,1-1,0-1,0-1,1 0,-1-1,0 0,0-2,0 1,0-2,0 0,0-1,-1 0,13-7,-23 9,0-1,-1 0,1 0,-1 0,0 0,0-1,0 1,0-1,-1 0,1 0,-1 0,0 0,0 0,1-5,-2 8,-1-1,1 0,-1 0,1 1,-1-1,0 0,0 0,1 1,-1-1,-1 0,1 0,0 1,0-1,-1 0,1 0,-1 1,1-1,-1 0,0 1,1-1,-1 1,0-1,0 1,0-1,0 1,-1 0,1-1,0 1,-1 0,1 0,0 0,-1 0,1 0,-1 0,0 1,1-1,-1 0,0 1,1-1,-2 1,0 0,0 1,0-1,0 1,0-1,0 1,0 0,0 0,0 0,1 0,-1 1,0-1,1 1,-1-1,1 1,0 0,-1 0,1 0,0 1,0-1,0 0,1 1,-1-1,0 1,1 0,0-1,0 1,0 0,0 0,0 0,0 0,1 0,-1 0,1 0,0 0,0 0,0 0,0 0,1 0,-1 0,1 0,0 1,1 4,1 1,0-1,0 0,0 0,1-1,1 1,-1-1,1 0,0 0,1-1,0 1,0-1,0 0,1-1,-1 1,3-1,35 26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56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109 168,'-1'61,"-2"-1,-2 1,-4-1,-1 0,-4-1,-2-1,-3 0,-3 1,12-34,11-19,7-15,6-16,-2 0,0 0,-2-1,0 0,-2-1,-1 0,1-14,-8 40,5-20,0 0,-2 0,0 0,-2 0,0 0,-2-18,-4 49,7 3,0 0,2 0,-1 0,1 0,1-1,0 1,1-1,0-1,1 1,0-1,1 0,0-1,1 1,0-2,10 9,-7-5,1-1,-1 0,2-2,0 1,0-1,0-1,1-1,1 0,0-1,0 0,0-2,0 0,3 0,-16-5,0 1,0-1,0 0,0-1,0 1,1 0,-1-1,0 0,0 0,0 0,0 0,-1 0,1-1,0 1,0-1,-1 1,1-1,-1 0,1 0,-1-1,0 1,0 0,0-1,0 1,0-1,-1 1,1-1,-1 0,0 0,0 0,0 0,0 0,0-1,17-109,-18 104,3-321,0 291,2 12</inkml:trace>
  <inkml:trace contextRef="#ctx0" brushRef="#br0" timeOffset="480.404">937 195,'-28'38,"2"0,2 2,1 1,2 0,2 2,2 0,2 1,1 1,0 15,10-23,90-180,94-223,-144 300,-36 65,0 1,0-1,0 1,0 0,1-1,-1 1,0-1,0 1,0-1,1 1,-1 0,0-1,0 1,1 0,-1-1,0 1,1 0,-1-1,1 1,-1 0,0 0,1-1,-1 1,1 0,-1 0,0 0,1 0,-1 0,1-1,-1 1,1 0,-1 0,1 0,-1 0,1 0,-1 0,1 1,-1-1,0 0,1 0,-1 0,1 0,-1 0,1 1,-1-1,0 0,1 0,-1 1,0-1,1 0,-1 1,7 24,-7 274,0-252,1 4,-2 0,-3 0,-1 0,-3-1,-7 22,2-47,8-25</inkml:trace>
  <inkml:trace contextRef="#ctx0" brushRef="#br0" timeOffset="1131.36">831 463,'53'1,"-1"-1,1-4,-1-1,0-3,-1-2,0-2,0-3,13-7,30-21,-68 33,-25 10,-1 0,1 0,-1 0,1 0,-1 0,1 0,-1 0,1 0,-1 0,1 0,-1 0,1 1,-1-1,1 0,-1 0,1 1,-1-1,1 0,-1 1,0-1,1 0,-1 1,0-1,1 1,-1-1,0 0,1 1,-1-1,0 1,0-1,0 1,1-1,-1 1,0-1,0 1,0-1,0 1,0-1,0 1,0-1,0 1,0 0,0-1,0 1,0-1,-1 1,1-1,0 1,0-1,0 0,-1 1,1-1,0 1,-1-1,1 1,0-1,-1 0,1 1,0-1,-1 1,-75 137,51-100,-97 154,160-250,57-165,-35 72,-48 128,-12 24,0-1,0 0,0 0,0 1,0-1,0 0,0 1,0-1,0 0,0 0,0 1,0-1,0 0,0 1,0-1,0 0,0 0,0 1,1-1,-1 0,0 0,0 1,0-1,0 0,1 0,-1 1,0-1,0 0,0 0,1 0,-1 0,0 1,0-1,1 0,-1 0,0 0,1 0,-1 0,0 0,0 0,1 0,-1 0,0 0,1 0,-1 0,0 0,0 0,1 0,-1 0,0 0,1 0,-1 0,0 0,0 0,1-1,-1 1,0 0,0 0,1 0,-1 0,0-1,0 1,0 0,1 0,-1 0,0-1,0 1,3 27,-3-26,1 31,1-1,1 1,2-1,1 0,2-1,1 1,1-1,2-1,0 0,2-1,2 0,0-1,2-1,14 16,-31-40,0 0,0 0,0 0,0-1,1 1,-1 0,0-1,1 1,0-1,-1 0,1 1,0-1,-1 0,1 0,0 0,0 0,0 0,0-1,0 1,0-1,0 1,0-1,1 0,-1 1,0-1,0 0,0-1,0 1,0 0,0 0,0-1,0 0,0 1,0-1,0 0,0 0,0 0,0 0,0 0,-1 0,1-1,0 1,-1 0,1-1,-1 0,0 1,1-2,7-14,-1 0,-1 0,-1-1,-1 0,0 0,-1 0,-1-1,0-12,0 9,49-340,-31 275,-21 86,0 0,1 0,-1 0,0-1,1 1,-1 0,1 0,0 0,-1 0,1 0,0 0,0 0,-1 0,1 0,0 1,0-1,0 0,0 0,0 1,0-1,0 1,0-1,1 1,-1-1,0 1,0-1,0 1,1 0,-1 0,0 0,0 0,0 0,1 0,-1 0,0 0,0 0,0 1,1-1,-1 0,0 1,0-1,0 1,0-1,0 1,1 0,15 10</inkml:trace>
  <inkml:trace contextRef="#ctx0" brushRef="#br0" timeOffset="1392.241">2181 208,'-11'21,"-9"15,0 14,0 6,4 4,5 0,4-3,3-6,2-11,2-9,3-12,3-11,3-15,2-14,2-14,-2 0</inkml:trace>
  <inkml:trace contextRef="#ctx0" brushRef="#br0" timeOffset="1611.348">2167 75,'-5'-75,"3"90,9 6,0 0,1 0,2-1,0 0,1-1,0 0,14 15,-13-15,18 26,5 4,-3 2,-2 0,-2 2,19 53,-45-100,1 0,0 0,-1 0,-1 0,1 0,-1 1,0-1,0 1,0-1,-1 1,0-1,-1 1,1-1,-1 1,-1-1,1 0,-1 1,0-1,0 0,-1 0,0 0,-2 3,-4-2,0 0,0-1,0 0,0-1,-1 0,0 0,0-1,-1-1,1 1,-1-2,0 1,0-2,1 1,-1-1,-11-1,-250 4,190-9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4:55.3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0 779,'21'-10,"0"-1,-1-1,0-1,-1-1,-1-1,0 0,-1-1,-1-1,0-1,-1 0,-1-1,-1 0,-1-1,0-1,-2 0,0 0,-2-1,0 0,-1-1,-1 0,-1-3,0 9,-2 0,1 0,-2 0,0-1,-1 1,-1-1,-1 1,0 0,-1-1,-1 1,-3-8,5 22,1 0,-1 0,0 0,-1 1,1-1,0 0,-1 1,1-1,-1 1,0 0,0-1,0 1,0 0,0 0,-1 0,1 1,0-1,-1 1,0-1,1 1,-1 0,0-1,1 2,-1-1,0 0,0 0,0 1,0 0,0-1,0 1,0 0,0 1,0-1,1 0,-1 1,0 0,0-1,0 1,0 0,1 0,-1 1,0-1,1 1,-1-1,1 1,-9 8,1 1,0 0,1 0,0 1,1 0,0 0,1 1,1 0,0 1,0-1,1 1,1 0,0 0,1 1,1-1,-1 13,1-3,0 0,2-1,0 1,1 0,2 0,1-1,0 1,2-1,0 0,2-1,0 1,2-2,8 14,-9-19,0 0,1-1,1 0,1-1,0 0,1-1,0 0,1-1,0 0,1-2,0 1,1-2,0 0,0-1,1-1,0 0,1-1,0-1,-11-3,0 0,0 0,0 0,1-1,-1 0,0-1,1 0,-1 0,0 0,1-1,-1 0,0 0,1-1,-1 0,0-1,0 1,0-1,-1 0,1-1,-1 0,0 0,0 0,0-1,0 0,-1 0,0 0,0-1,0 1,-1-1,1-2,0-3,0-1,-1 1,-1-1,0 0,-1 0,0 0,-1-1,0 1,-1 0,0-1,-1 1,0 0,-1 0,-1 0,0 0,0 0,-1 0,-1 1,-4-9,8 18,0 0,1 1,-1-1,0 0,0 1,0-1,0 1,0-1,-1 1,1 0,0-1,-1 1,1 0,-1 0,1 0,-1 0,1 0,-1 0,0 1,0-1,1 0,-1 1,0 0,0-1,0 1,1 0,-1 0,0 0,0 0,0 0,0 0,1 0,-1 1,0-1,0 1,0 0,1-1,-1 1,0 0,1 0,-1 0,1 0,-1 0,1 0,-1 0,1 1,0-1,0 0,-1 2,-2 3,1 1,0-1,0 1,0 0,1 0,0 0,1 0,-1 0,1 0,1 1,0-1,0 0,0 1,0-1,1 0,1 0,-1 0,1 0,0 0,1 0,0 0,0 0,0-1,1 0,0 0,0 0,0 0,1 0,0-1,0 0,0 0,1 0,0-1,0 1,1-1,16 10,-1-2,2-1,0 0,0-2,1-1,0-1,1-1,-1-1,1-1,0-2,0 0,0-2,0-1,-1 0,-1 0,0-2,0-1,0-1,0-1,-1-1,0-1,9-5,-23 9,1 0,-1-1,0 0,-1-1,1 0,-1 0,0-1,0 0,-1 0,0-1,0 0,-1 0,0-1,-1 0,0 0,0 0,0 0,-2-1,1 0,1-7,-4 14,-1 0,1 1,-1-1,0 0,0 0,0 0,0 1,0-1,-1 0,1 0,-1 1,0-1,0 0,0 1,0-1,0 1,-1-1,1 1,-1 0,1-1,-1 1,0 0,0 0,0 0,0 0,0 1,0-1,-1 1,1-1,0 1,-1 0,1-1,-1 1,0 1,1-1,-1 0,0 1,0-1,1 1,-10-2,1 1,0 1,-1 0,1 0,0 1,0 0,-1 1,1 0,0 1,0 1,1-1,-1 2,1-1,0 2,0-1,0 1,1 1,0-1,0 2,1-1,-5 6,11-12,0 1,0-1,0 1,0 0,0 0,1 0,-1 0,1 0,-1 0,1 0,0 0,0 0,0 1,0-1,0 0,0 1,1-1,-1 1,1-1,0 1,-1-1,1 1,0-1,1 1,-1-1,0 1,1-1,-1 1,1-1,0 0,0 1,0-1,0 0,0 1,0-1,1 0,-1 0,1 0,0 0,-1-1,1 1,0 0,0-1,2 2,9 2,1-1,1 0,-1-1,0 0,1-1,0-1,-1 0,1-2,0 1,-1-2,1 1,-1-2,1 0,10-5,-15 6,0-1,0-1,-1 1,1-2,-1 1,0-1,0-1,-1 1,0-1,0-1,0 0,-1 0,1 0,-2-1,1 0,-1-1,-1 1,1-1,-1 0,-1 0,4-10,-1 84,6 2,4-1,21 56,-18-62,-2 2,-3 0,3 32,-17-87,1 1,-1 0,0 0,-1 0,0-1,0 1,-1 0,0 0,0 0,-1-1,0 1,0-1,-1 1,0-1,0 0,-1 0,0 0,0-1,0 1,-1-1,0 0,-1 0,1 0,-1-1,0 0,0 0,0-1,-1 0,0 0,-3 2,3-4,1 0,0 0,-1-1,1 1,-1-1,0-1,1 1,-1-1,0 0,1-1,-1 0,0 0,1 0,-1-1,1 0,0 0,-1 0,1-1,0 0,1 0,-1-1,0 0,1 0,0 0,0 0,0-1,1 0,-1 0,1 0,0-1,1 1,-1-1,1 0,0 0,0 0,-3-13,1-1,1 1,0-1,1 0,1 1,1-1,1 0,1 0,1 0,0 0,2 0,0 1,1-1,1 1,1 1,0-1,1 1,2 0,-1 1,2 0,1 0,0 1,5-4,1 0,1 1,1 1,0 1,1 1,1 1,1 0,0 2,1 1,0 1,0 1,1 1,1 1,0 1,0 1,0 1,21 0,59-8,-105 13,0 0,-1 0,1 0,-1 0,1 0,0 0,-1 0,1 0,-1 0,1 0,0 0,-1 0,1 0,-1-1,1 1,-1 0,1 0,0-1,-1 1,1 0,-1-1,0 1,1 0,-1-1,1 1,-1-1,1 1,-1-1,0 1,1-1,-1 1,0-1,0 1,1-1,-1 0,0 1,0-1,0 1,0-1,0 0,0 1,0-1,0 1,0-1,0 0,0 1,0-1,0 1,0-1,-1 0,1 1,0-1,0 1,-1-1,1 1,0-1,-1 1,1-1,-1 1,1-1,-1 1,-33-18,26 16,0 0,-1 1,1 0,0 1,0 0,-1 0,1 0,0 1,0 1,0-1,0 1,-7 3,12-4,-1 0,1 1,-1-1,1 1,0 0,0 0,0 0,0 1,0-1,0 1,1-1,-1 1,1 0,-1 0,1 0,0 0,0 0,1 1,-1-1,1 1,0-1,-1 1,1-1,1 1,-1 0,1 0,-1-1,1 1,0 1,1-1,-1 0,1 0,0 1,0-1,1 0,-1 0,1-1,0 1,0 0,0 0,1-1,-1 0,1 1,0-1,0 0,0 0,0 0,0-1,1 1,-1-1,1 0,0 0,-1 0,2 0,98 28,-98-29,1 1,-1-1,1 0,-1-1,1 1,-1-1,1 0,-1-1,1 1,-1-1,1 0,-1-1,0 1,0-1,1 0,-1 0,0-1,0 1,-1-1,1 0,-1 0,1-1,-1 0,0 1,0-1,-1-1,1 1,-1 0,0-1,0 0,1-2,-1-46,-13 70,11-14,-1 0,0 0,1 0,0 0,-1 0,1 0,1-1,-1 1,0 0,1 0,-1-1,1 1,0-1,-1 0,1 1,0-1,1 0,-1 0,0 0,1 0,-1-1,1 1,-1-1,1 1,0-1,0 0,0 0,-1 0,1-1,1 1,93 8,-85-11,1 0,-1 0,0-2,0 1,-1-2,1 1,-1-2,0 1,0-2,0 1,-1-1,0-1,-1 0,0 0,0-1,0 0,-1-1,-1 0,1 0,-2 0,0-1,0 0,0 0,-2-1,1 0,-2 1,3-12,7-42,-2 0,-3-1,-3 0,-3 0,-4-20,2 66,1 8,-1 0,0 0,-1 0,0 0,-1 0,0 0,-1 1,0-1,-1 1,0 0,-3-6,6 16,1 0,-1 0,1 1,-1-1,0 0,1 0,-1 0,0 1,0-1,0 0,0 1,1-1,-1 1,0-1,0 1,0 0,0-1,0 1,0 0,0-1,0 1,-1 0,1 0,0 0,0 0,0 0,0 0,0 0,0 1,0-1,0 0,0 0,0 1,0-1,0 1,0-1,0 1,0-1,0 1,1 0,-1-1,0 1,0 0,0 0,-31 40,15-8,1 0,2 2,2 0,1 0,1 1,2 0,-3 37,7-49,1 0,0 1,2-1,1 1,1 0,1-1,1 1,2-1,0 0,1 0,2-1,0 1,1-2,2 1,0-1,1-1,2 0,0-1,1 0,11 10,-24-26,2-1,-1 0,0 0,0 0,1 0,0 0,-1-1,1 1,0-1,0 0,1 0,-1-1,0 1,1-1,-1 0,1 0,-1 0,1-1,-1 0,1 1,-1-2,1 1,-1 0,1-1,-1 0,1 0,-1 0,0-1,1 0,-1 1,0-1,0-1,0 1,-1-1,1 1,2-3,9-13,-1 0,0-1,-2-1,0 0,-1-1,-1 0,-1 0,-1-1,5-23,-3 16,-12 92,0-52,2 0,-1 0,1 0,1 0,0 1,1-2,0 1,1 0,0 0,0-1,1 1,1-1,0 0,0-1,1 1,0-1,0 0,1 0,1-1,-1 0,1 0,1-1,-1 0,1 0,0-1,1 0,-1-1,1 0,1-1,-1 0,6 2,15-1</inkml:trace>
  <inkml:trace contextRef="#ctx0" brushRef="#br0" timeOffset="239.53">2139 405,'29'-7,"31"-4,30-3,22 1,19 0,-12 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09.7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1 294,'36'-47,"1"-1,-1-1,-3-2,13-28,-36 61,-10 18,0-1,0 1,1 0,-1 0,0 0,1 0,-1 0,0 0,0 0,1 0,-1 0,0 0,1 0,-1 0,0 0,1 0,-1 0,0 0,1 0,-1 0,0 0,0 0,1 0,-1 1,0-1,0 0,1 0,-1 0,0 0,0 1,1-1,-1 0,0 0,0 1,0-1,0 0,1 0,-1 1,0-1,0 0,0 1,0-1,0 0,0 0,0 1,0-1,0 0,0 1,0-1,0 0,0 1,0-1,0 0,0 0,0 1,0-1,0 0,0 1,0-1,-1 0,1 0,0 1,0-1,0 0,0 0,-1 1,1-1,0 0,0 0,0 1,3 59,2 0,4 0,2 1,0-15,-1-6,-1 0,-2 1,-2 1,-1 1,-3-37,-1-1,0 0,0 1,0-1,-1 1,0-1,0 0,0 1,-1-1,1 0,-1 0,0 0,-1 0,1 0,-1 0,0-1,0 1,-1-1,1 0,-1 0,0 0,0-1,0 1,-1-1,1 0,-1 0,0 0,0-1,0 0,0 0,-3 1,8-3,1-1,-1 1,0-1,1 1,-1 0,0-1,1 1,-1-1,0 1,1-1,-1 1,0-1,0 0,0 1,0-1,0 1,0-1,1 1,-1-1,0 1,0-1,-1 0,1 1,0-1,0 1,0-1,0 1,0-1,-1 1,1-1,0 1,0-1,-1 1,1-1,0 1,-1-1,1 1,-1 0,1-1,0 1,-1 0,1-1,-1 1,1 0,-1-1,1 1,-1 0,1 0,-1 0,1-1,-1 1,0 0,1 0,-1 0,1 0,-1 0,1 0,-1 0,1 0,-1 0,0 0,1 1,-1-1,1 0,-1 0,1 0,-1 1,0-1,11-4,0 0,0 0,1 1,-1 0,1 1,-1 0,1 0,0 1,0 1,5-2,211-7,-198 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08.4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187 81,'-9'0,"1"1,-1 0,1 1,0 0,-1 0,1 1,0 0,1 0,-1 1,0 0,1 1,0-1,0 1,0 1,1-1,0 1,0 0,0 0,1 1,0 0,0 0,1 0,0 1,0-1,0 1,1 0,0 0,1 0,0 1,0-1,0 8,2-14,0 1,1 0,-1 0,1-1,-1 1,1 0,0-1,0 1,0-1,1 1,-1-1,0 0,1 1,0-1,-1 0,1 0,0 0,0 0,0 0,0-1,1 1,-1 0,0-1,1 0,-1 0,1 1,-1-2,1 1,0 0,-1 0,1-1,0 1,2-1,5 1,0 0,0-1,0 0,0-1,0 0,0-1,0 0,8-2,-5 0,-1 0,1-1,-1-1,0 1,0-2,0 0,-1 0,0-1,-1-1,0 1,0-2,-1 1,0-2,0 1,-1-1,-1 0,0 0,0-1,-2 0,1-1,1-6,-6 16,0 0,0 1,0-1,-1 0,0 0,1 0,-1 0,0 0,0 1,-1-1,1 0,0 0,-1 0,0 1,0-1,0 0,0 0,0 1,0-1,-1 1,0-2,0 4,1 0,-1 0,1 0,0 0,-1 0,1 0,-1 0,1 1,0-1,-1 1,1-1,0 1,-1-1,1 1,0 0,0 0,0-1,0 1,0 0,-1 0,2 0,-1 0,0 0,0 1,0-1,0 0,1 0,-1 1,0-1,1 0,0 1,-1-1,1 0,0 1,-1-1,1 1,-3 6,0 0,0 0,1 0,0 0,0 0,1 0,0 1,0-1,1 0,0 1,1-1,0 0,0 1,1-1,0 0,0 0,1 0,0 0,0 0,1-1,0 1,0-1,1 0,0-1,0 1,0-1,1 0,0 0,1 0,-1-1,1 0,0 0,0-1,2 1,31 8,-2-5</inkml:trace>
  <inkml:trace contextRef="#ctx0" brushRef="#br0" timeOffset="584.376">614 1,'0'13,"-1"0,2 0,0 1,1-1,0 0,1 0,0 0,1-1,1 1,0-1,0 0,2 0,-1-1,1 0,1 0,0 0,0-1,1 0,1-1,-1 0,2 0,-1-1,1-1,0 0,6 3,-14-7,1-1,-1 0,0 0,0-1,1 1,-1-1,1 0,0 1,-1-2,1 1,0 0,0-1,-1 1,1-1,0 0,0-1,0 1,-1 0,1-1,0 0,0 0,-1 0,1-1,-1 1,1-1,-1 0,0 0,0 0,1 0,-2 0,1-1,0 1,2-3,0-5,-1 0,0-1,-1 1,1-1,-2 0,0 0,0 0,-1 0,0 0,-1 0,0-1,-1 1,0 0,-1 0,-1-3,-10-11,-2 43,13-11,0 0,0 0,0 0,1 0,0 0,0 0,1 1,0-1,0 0,1 0,0 1,0-1,1 0,0 0,0 0,1 0,-1-1,1 1,1-1,-1 1,1-1,1 0,-1 0,1-1,0 0,0 1,0-1,1-1,0 1,-1-1,2 0,1-1,0-1,0 0,1 0,-1-1,1 0,-1-1,1 1,-1-2,1 1,-1-1,1 0,-1-1,0 0,0-1,1 1,-2-1,1-1,0 0,-1 0,1 0,-1-1,0 0,-1 0,1-1,-1 0,0 0,-1 0,1-1,-1 0,-1 0,1 0,-1-1,0 0,-1 1,0-1,0 0,-1-1,1-2,-1 5,-1 0,0-1,0 1,0-1,-1 1,0-1,0 1,0 0,-1-1,0 1,0-1,-1 1,0 0,-2-4,4 10,-1 0,0 1,0-1,0 0,0 1,0-1,1 1,-1-1,0 1,0-1,1 1,-1 0,0-1,1 1,-1 0,1-1,-1 1,1 0,-1 0,1-1,-1 1,1 0,0 0,-1 0,1 0,0 0,0 0,0 0,0-1,0 1,0 0,0 0,0 0,0 0,0 0,0 0,0 0,1 0,-1 0,2 9,0 1,0 0,1-1,0 1,1-1,1 0,-1 0,2-1,-1 1,1-1,0 0,1-1,0 1,1-1,0-1,0 1,0-1,1-1,0 0,0 0,1-1,0 0,-1 0,2-1,-1-1,0 1,1-2,0 1,-1-2,3 1,38 3,-6-4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06.2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7,'2'18,"4"13,2 11,0 4,1 2,2-1,0-6,1-10,1-11,1-8,-3-6</inkml:trace>
  <inkml:trace contextRef="#ctx0" brushRef="#br0" timeOffset="260.942">214 7,'-2'-5,"-1"4,0 10,3 16,4 17,5 12,6 12,5 5,-1-10</inkml:trace>
  <inkml:trace contextRef="#ctx0" brushRef="#br0" timeOffset="645.026">682 435,'-4'17,"1"-1,0 1,1 0,1-1,0 1,2 0,0 0,0 0,2-1,0 1,1-1,1 0,0 0,1 0,1-1,0 1,5 5,-11-19,1 1,0 0,0-1,0 0,0 1,0-1,0 0,1 0,-1 0,1-1,-1 1,1-1,0 1,-1-1,1 0,0 0,0 0,0 0,0 0,0-1,0 0,0 1,0-1,0 0,0 0,1-1,-1 1,0-1,0 1,0-1,0 0,-1 0,1 0,0-1,0 1,-1-1,1 1,-1-1,1 0,-1 0,0 0,1 0,-1-1,1 0,6-11,-1-1,0 1,-1-1,0 0,-2-1,1 0,-1-4,18-46,-17 97,-6-20,-1-1,2 1,0 0,0 0,1-1,0 1,1 0,0-1,1 0,0 0,1 0,0 0,0-1,1 0,0 0,1 0,0-1,5 5,10 2</inkml:trace>
  <inkml:trace contextRef="#ctx0" brushRef="#br0" timeOffset="1030.001">1230 515,'0'11,"1"0,1-1,0 1,0 0,1-1,0 0,1 1,0-2,0 1,1 0,1-1,0 0,0 0,4 4,-6-8,-1-1,1 0,0 0,0-1,0 1,1-1,-1 0,1 0,0 0,0-1,0 1,0-1,0-1,0 1,0-1,1 1,-1-2,1 1,-1 0,1-1,-1 0,1-1,-1 1,1-1,-1 0,0 0,1-1,4-1,-1-2,0 0,0 0,-1-1,0 0,0-1,0 0,-1 0,0 0,0-1,-1 0,0-1,0 1,-1-1,0 0,-1-1,0 1,0-1,-1 0,0 1,-1-1,0-1,-1 1,1-9,-2 29,-1-3,0-1,1 1,0-1,0 1,0-1,1 0,0 1,0-1,1 0,0 1,0-1,0 0,1 0,0-1,0 1,1-1,-1 1,1-1,3 3,1-2,0-1,0 0,0 0,1-1,0 0,0 0,0-1,1 0,-1-1,1 0,-1 0,6-1,31 5</inkml:trace>
  <inkml:trace contextRef="#ctx0" brushRef="#br0" timeOffset="1648.138">2099 528,'-6'-2,"-1"-1,1 1,-1 0,1 1,-1 0,0 0,0 0,1 1,-1 0,0 0,0 1,1-1,-1 1,0 1,1 0,-1 0,1 0,0 0,-1 1,1 0,0 1,1-1,-1 1,1 0,-1 1,1-1,1 1,-1 0,1 0,-1 0,1 1,1 0,-3 4,4-7,1-1,0 1,0 0,0-1,1 1,-1 0,1-1,-1 1,1 0,0 0,0-1,0 1,0 0,0 0,1-1,0 1,-1 0,1 0,0-1,0 1,0-1,1 1,-1-1,0 1,1-1,0 0,-1 0,1 0,0 0,0 0,0 0,1 0,-1-1,0 1,1-1,-1 0,1 1,-1-1,1 0,8 1,0-1,0 0,1 0,-1-1,0 0,0-1,0-1,0 1,0-2,0 0,0 0,-1 0,0-2,1 1,-2-1,1-1,0 0,-1 0,0-1,-1 0,1 0,-1-1,3-5,-2 3,-2 0,1-1,-1 0,-1-1,0 1,-1-1,0 0,0 0,-2-1,1 1,-2-1,0 0,0 0,-1 0,-1 0,0-9,-2-12,-2 0,-1 0,-1 1,-2 0,-9-25,-19-25,36 82,0 0,0 1,-1-1,1 0,0 1,0-1,-1 0,1 1,0-1,-1 1,1-1,0 1,-1-1,1 1,-1-1,1 1,-1-1,1 1,-1 0,1-1,-1 1,0 0,1-1,-1 1,0 0,1 0,-1-1,1 1,-1 0,0 0,1 0,-1 0,0 0,1 0,-1 0,0 0,1 0,-1 1,0-1,1 0,-1 0,0 0,1 1,-1-1,0 1,-12 30,7 11,2-1,2 1,1 0,2 0,2-1,7 32,-6-48,1-1,1 1,1-2,1 1,1-1,1 0,1-1,2 1,-8-14,1 0,0-1,0 0,1 0,0 0,1-1,0 0,0 0,0-1,1 0,-1-1,2 0,-1 0,0-1,1 0,0-1,0 0,0 0,0-1,4 0,-3-1,-1-1,0 0,1-1,-1 0,0 0,1-1,-1-1,0 1,-1-2,1 1,0-1,-1-1,0 0,0 0,0-1,-1 0,0-1,0 1,0-1,-1-1,0 0,-1 0,0 0,0-1,0 0,-1 0,-1 0,1 0,-1-1,-1 0,0 0,-1 0,0 0,0 0,0-5,-2 12,0 0,0 1,-1-1,1 0,-1 1,1-1,-1 1,0-1,0 1,0-1,0 1,0 0,-1-1,1 1,-1 0,1 0,-1 0,0 0,0 0,0 1,0-1,0 0,0 1,0 0,-1-1,1 1,-1 0,1 0,0 0,-1 0,0 1,1-1,-1 1,1 0,-1-1,0 1,1 0,-1 1,0-1,1 0,-1 1,1-1,-1 1,1 0,-1 0,1 0,-1 0,1 0,0 1,0-1,0 1,-1-1,1 1,-1 2,-1 0,0 1,0-1,1 1,0 0,0 0,0 0,1 1,0-1,0 1,0-1,0 1,1 0,0-1,0 1,1 0,0 0,0 0,0-1,0 1,1 0,0 0,0 0,1-1,0 1,0-1,0 1,0-1,1 0,0 0,0 0,1 0,-1 0,1-1,0 0,0 1,1-1,6 4,1 0,0-1,1-1,-1 0,1-1,0 0,0 0,1-2,0 0,-1 0,10 0,42 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12.1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0 695,'44'-182,"-39"161,-3 8,1 0,0 0,1 0,0 0,1 1,1 0,0 0,0 0,3-1,-8 12,0-1,0 1,0-1,0 1,0 0,1 0,-1 0,1 0,-1 0,1 0,-1 0,1 0,0 0,-1 1,1-1,0 1,-1-1,1 1,0-1,0 1,-1 0,1 0,0 0,0 0,0 0,-1 1,1-1,0 1,0-1,-1 1,1-1,0 1,-1 0,1 0,-1 0,1 0,-1 0,1 0,0 1,48 56,-45-51,10 12,-1 1,-1 0,-1 1,-1 0,-1 1,-1 0,-1 1,0 0,-2 2,-5-23,-1 0,0 0,0 0,0 0,0 0,0 0,0 1,-1-1,1 0,0 0,-1 0,0 0,0 0,1-1,-1 1,0 0,0 0,-1 0,1-1,0 1,-1 0,1-1,-1 1,1-1,-1 0,0 0,1 1,-1-1,0 0,0 0,0-1,0 1,0 0,0-1,0 1,0-1,0 0,-2 1,0-1,0 1,-1-1,1 0,0 0,-1 0,1-1,0 1,-1-1,1 0,0 0,0-1,0 1,0-1,0 0,0 0,0 0,0-1,-1 0,-5-29,14 16</inkml:trace>
  <inkml:trace contextRef="#ctx0" brushRef="#br0" timeOffset="1194.421">696 348,'-4'0,"-3"-2,-1 1,1 0,-1 1,1 0,-1 0,0 1,1-1,-1 2,1-1,0 1,-1 0,1 1,0-1,0 2,0-1,1 1,-1 0,1 0,0 0,0 1,0 0,1 1,0-1,0 1,-3 3,6-2,-1-1,1 1,0 0,1-1,-1 1,1 0,1 0,-1 0,1 0,1 0,-1 0,1 0,0 0,1 0,-1-1,2 1,-1 0,0-1,1 0,1 1,-1-1,1 0,0-1,0 1,0-1,1 0,0 0,0 0,0 0,1-1,0 0,-1 0,2-1,1 1,5 4,1-1,0-1,0 0,1-2,0 1,0-2,0 1,0-2,0 0,1-1,-1-1,0 0,1-1,-1-1,0 0,0-1,0-1,2-1,-11 3,0-1,0 0,-1 0,1-1,-1 0,0 0,0 0,0 0,0-1,-1 0,0 0,0 0,0 0,0 0,-1-1,0 0,0 0,-1 0,0 0,0 0,0 0,-1-1,0 1,0-1,0 1,-1 0,0-1,0-1,0-7,0-1,-1 1,-1 0,-1-1,0 1,0 0,-2 1,0-1,-1 1,0-1,-1 2,0-1,-1 1,-5-6,11 17,1 0,-1 0,0 0,1 0,-1 0,0 0,0 0,0 0,-1 1,1-1,0 1,-1 0,1 0,-1 0,1 0,-1 0,1 0,-2 0,4 2,-1-1,1 0,0 1,0-1,-1 0,1 1,0-1,0 1,0-1,-1 0,1 1,0-1,0 1,0-1,0 0,0 1,0-1,0 1,0-1,0 1,0-1,0 1,0-1,0 0,0 1,0-1,0 1,1-1,-1 1,0-1,0 0,0 1,1-1,-1 0,0 1,1-1,-1 0,0 1,1-1,-1 0,0 0,1 1,-1-1,0 0,1 0,-1 0,1 1,-1-1,0 0,1 0,-1 0,1 0,-1 0,1 0,-1 0,1 0,-1 0,0 0,1 0,-1 0,1 0,-1 0,18 5,1 0,-1-1,1-1,-1 0,1-2,13 0,-3 0,175 20,-200-21,0 1,0 0,0 0,0 0,0 0,0 1,-1 0,1 0,0 0,-1 0,1 0,-1 1,0-1,0 1,0 0,0 0,0 0,-1 0,1 1,-1-1,0 1,0-1,0 1,-1 0,1 0,-1 0,0 0,0 0,0 0,-1 0,1 4,0 45,-2-46,0 0,0 1,1-1,0 0,1 1,-1-1,1 0,1 1,-1-1,1 0,1 0,-1 0,1 0,0 0,1-1,-1 0,2 1,-1-1,0 0,1-1,0 1,1-1,1-1,0 0,0 0,1-1,-1 0,1 0,0-1,0 0,0-1,0 0,0 0,0 0,0-1,0 0,1-1,-1 0,0 0,0-1,0 0,-1 0,8-3,-4 1,0-1,0 0,-1-1,1 0,-1 0,0-1,-1-1,0 1,0-1,-1-1,0 0,0 0,-1-1,0 0,-2 3,-1-1,1 1,-2-1,1 0,-1 0,0 0,-1-1,0 1,0-1,-1 1,0-1,0 0,-1 0,0 1,-1-1,0 0,-2-6,3 14,0 1,0-1,0 0,0 1,-1-1,1 1,0-1,0 0,-1 1,1-1,0 1,-1-1,1 1,-1-1,1 1,0 0,-1-1,1 1,-1-1,0 1,1 0,-1-1,1 1,-1 0,1 0,-1-1,0 1,1 0,-1 0,1 0,-1 0,0 0,1 0,-1 0,0 0,1 0,-1 0,1 0,-1 0,0 1,1-1,-1 0,1 0,-1 1,0-1,1 0,-1 1,1-1,-1 0,1 1,0-1,-1 1,1-1,-1 1,-21 32,18-26,1 1,-1 0,1 0,1 0,-1 0,1 0,1 0,0 1,0-1,0 1,1-1,0 1,1-1,0 1,0-1,1 1,0-1,1 0,0 0,0 0,0 0,1-1,0 1,1-1,0 0,0 0,0-1,1 1,0-1,0 0,0-1,1 1,2 0,73 23,-43-25</inkml:trace>
  <inkml:trace contextRef="#ctx0" brushRef="#br0" timeOffset="1459.475">1672 0,'2'16,"8"14,9 12,8 9,-1-3</inkml:trace>
  <inkml:trace contextRef="#ctx0" brushRef="#br0" timeOffset="2133.702">1992 629,'22'-14,"-2"0,0-2,0 0,-2-1,0-1,-1 0,0-2,-2 0,0 0,-2-2,6-11,-13 23,0-1,-1 0,0-1,-1 1,0-1,-1 0,0 0,-1 0,0-1,-2 12,0 0,1 0,-1 1,0-1,0 0,0 0,0 0,0 1,0-1,0 0,0 0,0 0,-1 0,1 1,0-1,0 0,-1 0,1 1,-1-1,1 0,0 0,-1 1,1-1,-1 1,0-1,1 0,-1 1,1-1,-1 1,0-1,0 1,1 0,-1-1,0 1,0 0,1-1,-1 1,0 0,0 0,0 0,1 0,-1-1,0 1,0 0,0 1,0-1,0 0,-36 21,31-16,0 1,0 0,1 0,0 1,0-1,0 1,1 0,0 0,1 0,0 1,0-1,0 1,1 0,0 0,0 0,1 0,0 0,1 0,0 0,0 1,1-1,0 0,0 0,0 0,1 0,1-1,-1 1,1 0,1-1,-1 0,1 1,1-2,-1 1,1 0,0-1,1 0,-1 0,1 0,2 1,1-2,-1 0,0-1,1 0,0 0,0-1,0 0,1 0,-1-1,1 0,-1-1,1 0,0-1,-1 0,1 0,0-1,-1 0,1-1,-1 0,1 0,-1-1,0 0,0-1,1 0,-4-4,0 1,-1-1,1 0,-2 0,1 0,-1-1,0 0,-1 0,0 0,0 0,-1 0,0-1,-1 1,0-1,0 1,-1-1,0 1,-1-1,0 1,-1-1,0-1,-9-75,13 83,0 1,1 0,-1-1,0 1,1 0,-1 0,1 1,-1-1,1 1,0-1,0 1,0 0,0 0,0 0,0 0,0 0,0 1,0-1,0 1,1 0,-1 0,0 0,0 1,0-1,0 1,0-1,1 1,-1 0,0 1,2-2,17 2,0 1,0 1,-1 1,1 1,-1 1,13 6,-28-10,1 0,0 0,-1 1,1 0,-1 1,0-1,-1 1,1 0,-1 1,0-1,0 1,0 0,-1 0,0 1,0-1,-1 1,0 0,0 0,-1 0,1 0,-1 2,5 45,-8-47,1-1,0 0,0 1,0-1,1 0,0 1,0-1,1 0,0 0,0 0,0 0,0 0,1 0,0-1,1 1,-1-1,1 0,0 0,0 0,1-1,-1 1,1-1,0 0,0 0,1-1,-1 0,2 1,10 1,0-1,0-1,0-1,1-1,-1 0,0-1,1-1,-1 0,0-2,0 0,0 0,0-2,0 0,-1-1,2-1,-9 3,0 0,-1 0,1 0,0-1,-1 0,0-1,-1 0,1 0,-1-1,0 0,-1 0,1-1,-2 1,1-2,-1 1,0 0,0-1,-1 0,-1 0,1 0,-2 0,1-1,-1 1,0-1,-1 0,0 1,-1-2,0 9,1-1,-1 0,0 1,0-1,0 0,0 1,0-1,-1 0,0 1,1-1,-1 1,0-1,0 1,0-1,0 1,-1-1,1 1,-1 0,1 0,-1 0,0 0,0 0,0 0,0 0,0 1,0-1,0 1,-1-1,1 1,0 0,-1 0,1 0,-1 0,0 0,1 1,-1-1,-1 1,-1 1,0 1,0 0,0 1,0-1,0 1,1 0,-1 0,1 0,0 0,0 1,0 0,0 0,1 0,0 0,-1 1,2-1,-1 1,0 0,1-1,0 1,0 0,0 1,1-1,0 0,0 0,0 1,1-1,-1 0,1 1,0-1,1 1,0-1,0 0,0 1,0-1,2 1,0 0,0-1,0 0,0 1,1-1,0-1,0 1,1 0,-1-1,1 0,0 0,0 0,0-1,0 0,1 0,0 0,-1-1,1 1,5 0,119 22,-62-21,-6-2</inkml:trace>
  <inkml:trace contextRef="#ctx0" brushRef="#br0" timeOffset="2463.905">3784 495,'-3'-8,"-1"-1,0 1,0 0,-1 0,1 0,-2 1,1 0,-1 0,0 0,-1 1,0 0,0 0,0 0,-1 1,1 0,-1 1,0-1,-1 2,1-1,-1 1,1 0,-1 1,0 0,0 1,0-1,0 2,0-1,-1 1,1 1,-3 0,8 0,0 0,1 0,-1 1,1-1,-1 1,1 0,0 0,0 0,0 0,0 0,0 1,0 0,0-1,1 1,0 0,-1 0,1 0,0 1,0-1,1 0,-1 1,1 0,0-1,0 1,0-1,0 1,0 0,1 0,0 0,0-1,0 1,0 0,1 0,-1-1,1 1,0 0,0 0,0-1,0 1,1-1,0 1,0-1,0 0,0 0,0 0,0 0,1 0,-1 0,2 0,5 5,1 0,0-1,0 0,1 0,0-1,0-1,0 0,1-1,-1 0,1 0,0-1,0-1,1 0,-1 0,0-2,1 1,-1-2,0 1,3-2,-12 2,1 0,-1-1,1 1,-1-1,0 0,1 0,-1 0,0 0,0-1,0 1,0-1,0 0,0 0,0 0,-1 0,1 0,-1 0,1-1,-1 1,0-1,0 0,0 0,0 0,-1 0,1 0,-1 0,0 0,1 0,-2-1,1 1,0 0,-1-1,1 1,-1-1,0 1,0 0,0-3,0 7,0-1,0 1,0-1,-1 1,1-1,0 1,0-1,0 1,0-1,0 1,0-1,-1 0,1 1,0-1,0 1,-1-1,1 0,0 1,-1-1,1 1,0-1,-1 0,1 0,-1 1,1-1,0 0,-1 0,1 1,-1-1,1 0,-1 0,1 0,-1 0,1 0,-1 0,1 0,-1 0,1 0,-1 0,1 0,-1 0,1 0,-1 0,1 0,0 0,-1 0,1-1,-1 1,1 0,-1 0,1-1,0 1,-1 0,1-1,0 1,-1 0,1-1,0 1,-1 0,1-1,0 1,0-1,-1 1,1-1,0 1,0-1,2 6,0-1,0 0,1 0,0 0,0-1,0 1,0-1,0 1,1-1,-1 0,1 0,0-1,0 1,0-1,0 0,0 0,1 0,-1 0,1-1,-1 0,1 0,0 0,2 0,125 22,-60-16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11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134 268,'4'18,"5"11,2 7,-1 2,1-1,-2-2,-2-5,-3-7</inkml:trace>
  <inkml:trace contextRef="#ctx0" brushRef="#br0" timeOffset="451.151">0 0,'32'1,"-1"0,0 2,0 1,-1 2,1 1,-1 1,-1 1,25 12,-41-15,-1 0,0 1,-1 0,1 0,-1 1,-1 1,1 0,-2 0,1 1,-1 0,-1 1,0 0,0 0,-1 1,0 0,-1 0,-1 1,0 0,-1-1,0 2,0 1,3 125,-8-139,1 0,0 1,0-1,0 0,0 0,0 1,0-1,0 0,1 0,-1 0,0 1,1-1,-1 0,1 0,-1 0,1 0,-1 0,1 0,0 0,0 0,-1 0,1 0,0 0,0 0,0 0,0-1,0 1,0 0,0-1,0 1,1-1,-1 1,0-1,0 1,0-1,1 0,-1 0,0 0,0 0,1 1,-1-2,0 1,0 0,1 0,-1 0,0 0,0-1,0 1,1-1,15-7,-1 0,0-1,0 0,-1-2,0 0,-1 0,-1-2,0 1,0-2,4-6,48-63,-69 115,3-26,-1 0,1 1,0-1,1 0,-1 0,1 1,1-1,-1 0,1 0,0 0,1 1,-1-1,1 0,0 0,1-1,-1 1,1 0,0-1,1 0,-1 0,1 0,0 0,0 0,1 0,5 3,0-1,0 0,0 0,1-1,0 0,0-1,1-1,10 4,41 10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16.1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1,'0'23,"0"16,0 15,2 11,1 6,3 4,-1-2,0-7,0-10,1-12,-2-14</inkml:trace>
  <inkml:trace contextRef="#ctx0" brushRef="#br0" timeOffset="391.115">401 81,'-2'-1,"-1"1,1 0,-1 0,1 1,-1-1,1 0,-1 1,1-1,0 1,-1 0,1 0,0 0,-1 0,1 0,0 1,0-1,0 1,0-1,-2 2,-241 181,230-174,-32 36,47-44,0 0,0-1,0 1,0-1,1 1,-1-1,0 1,1-1,-1 1,1-1,-1 1,1-1,0 1,0-1,-1 0,1 1,0-1,0 0,0 0,0 0,1 0,-1 0,0 0,0 0,1 0,-1 0,0-1,1 1,-1 0,1-1,-1 1,1-1,-1 0,2 1,-2-1,77 32,1-4,29 4,-69-20,34 10,1-3,1-3,1-3,0-4,10-3,-70-7,-32-1,3 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15.6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1 595,'59'-35,"-2"-2,-1-3,31-30,-73 58,0-1,-1-1,0 0,-1-1,-1 0,-1-1,0 0,-1 0,0-1,-1-1,-2 1,1-1,-2-1,-1 1,2-10,-5 23,0 0,0 0,0 0,-1 0,0 0,0-1,0 1,-1 0,0 0,0 0,0 0,0 0,-1 0,0 0,0 0,0 1,0-1,-1 0,0 1,0 0,0 0,-1 0,1 0,-1 1,0-1,0 1,0 0,0 0,-1 0,1 1,-1-1,0 1,-3-1,2 2,-1 0,0 1,1 0,-1 0,1 0,-1 1,0 0,1 0,0 1,-1 0,1 0,0 0,0 1,0 0,0 0,0 1,1-1,0 1,0 1,-3 1,-2 4,0-1,1 2,0-1,1 1,0 0,0 1,2 0,-1 0,-1 8,2-5,2 0,0 1,0-1,2 1,0 0,1 0,0 0,1 0,1 0,1 0,0 0,1 0,1 0,0-1,1 0,1 0,0 0,1 0,1-1,0 0,1-1,0 0,7 6,0 1,0-1,2-1,0-1,1 0,1-2,1 0,0-1,0-1,1-1,1-1,0-1,1-1,0-1,19 3,-35-9,-1 1,1-2,-1 1,1-1,-1 0,1-1,0 0,0 0,-1-1,1 0,0 0,-1-1,1 0,-1 0,0 0,1-1,-1 0,-1-1,1 0,0 0,-1 0,0-1,0 0,0 0,0 0,-1-1,0 0,0 0,2-5,-2 2,-2-1,1 0,-1 0,-1 0,0 0,0-1,-1 1,0-1,-1 1,0 0,-1-1,-2-8,3 20,0 0,0-1,0 1,-1 0,1 0,0-1,-1 1,1 0,-1-1,1 1,-1 0,1-1,-1 1,1-1,-1 1,1-1,-1 1,0-1,1 1,-1-1,0 0,0 1,1-1,-1 0,0 1,0-1,1 0,-1 0,0 0,0 0,1 0,-1 0,0 0,0 0,0 0,1 0,-1-1,0 1,0 0,1 0,-1-1,0 1,1 0,-1-1,0 1,1-1,-1 1,0-1,1 1,-1-1,1 1,-1-1,1 0,-1 1,1-1,0 0,-1 1,1-2,-2 8,1-1,0 0,0 1,0-1,1 1,-1-1,2 1,-1-1,0 1,1-1,0 1,1-1,-1 0,1 1,0-1,0 0,0 0,1 0,0 0,0-1,0 1,1-1,-1 0,1 0,0 0,0 0,0-1,1 0,-1 1,2-1,5 4,1 0,0-2,0 1,0-1,0-1,1 0,0-1,0 0,0-1,0 0,0-1,6-1,-11 0,1-1,0 0,-1 0,1-1,-1 0,0-1,1 0,-1 0,0 0,-1-1,1-1,-1 1,0-1,0 0,0-1,-1 0,1 0,-1 0,-1-1,1 1,-1-1,-1-1,1 1,-1-1,0 0,0-2,25-60,-28 70,-1 0,1 0,-1 0,0 0,1 0,-1 0,1 0,-1 0,0 0,1 0,-1 0,1 0,-1 0,0 0,1 0,-1 1,1-1,-1 0,0 0,1 0,-1 1,0-1,1 0,-1 1,0-1,0 0,1 1,-1-1,0 0,0 1,1-1,-1 0,0 1,0-1,0 1,0-1,0 0,0 1,0-1,1 1,-1-1,0 0,0 1,-1-1,1 1,0-1,0 0,0 1,0-1,0 1,0-1,0 0,-1 1,1-1,0 0,0 1,-1-1,1 0,0 1,0-1,-1 0,1 1,0-1,-1 0,1 2,0 5,0 1,0 0,1-1,0 1,0-1,1 1,0-1,0 1,1-1,0 0,0 0,1 0,0-1,0 1,0-1,1 0,0 0,0 0,0-1,1 0,0 0,0 0,0-1,2 1,4 0,-1 0,1-1,1 0,-1-1,0 0,1-1,-1-1,1 0,0-1,-1 0,1 0,0-2,-1 1,1-2,-1 0,1 0,-1-1,-1-1,1 0,0 0,-1-1,0 0,-1-1,1-1,-1 0,-1 0,1-1,-2 0,1 0,-1-1,0 0,-1-1,3-6,18-51,-26 115,-4-37,1 1,0-1,1 1,0-1,0 1,1-1,1 0,0 1,0-1,1 0,0 0,1 0,0-1,0 1,1-1,0 0,1 0,0-1,1 1,-1-1,2-1,-1 1,1-1,0-1,7 5,12 1</inkml:trace>
  <inkml:trace contextRef="#ctx0" brushRef="#br0" timeOffset="232.383">1713 207,'-12'14,"4"11,9 6,6-3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21.0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1 308,'27'-3,"28"-2,26-1,25-2,17 1,11-1,0 2,-6 0,-15 3,-16 1,-20 1,-27 0,-22 2,-20-1,-12 0,-11 0,-3 1</inkml:trace>
  <inkml:trace contextRef="#ctx0" brushRef="#br0" timeOffset="313.125">803 0,'68'16,"-11"0,-1 1,-1 4,0 1,-1 3,5 7,-49-26,-2 0,1 0,-1 1,0 0,0 0,0 1,-1 0,1 4,-6-10,0 1,0 0,0 0,-1 0,0 0,1 0,-1 0,0 0,-1 1,1-1,0 0,-1 1,0-1,0 0,0 1,0-1,0 0,-1 1,0-1,1 0,-1 0,0 0,-1 1,1-1,0 0,-1-1,0 1,0 0,-8 9,-1-1,-1 0,0-1,0 0,-1-1,0-1,0 0,-1-1,0 0,0-1,-9 2,12-3,-265 104,222-76,48-23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23.1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54 493,'102'-24,"-73"14,10-1,-1-1,0-1,-1-2,-1-2,-1-2,0-1,-2-1,0-2,24-22,-52 40,0 1,0-1,0 0,-1 0,1 0,-1-1,-1 1,1-1,-1 0,0 0,0-1,-1 1,1 0,-2-1,1 0,-1 1,0-1,0 0,-1 0,1 1,-2-1,1 0,-1 0,0 0,0 1,-1-1,0 1,0-1,-1 1,1 0,-1-1,-1 1,-3-5,3 7,-1-1,0 1,0 0,0 0,0 0,-1 1,1 0,-1 0,0 0,0 1,0-1,0 2,-1-1,1 1,0 0,-1 0,1 0,-1 1,1 0,-1 1,1-1,0 1,-1 0,1 1,0 0,0 0,0 0,0 0,0 1,0 0,1 1,-1-1,1 1,0 0,0 0,0 0,1 1,-1 0,1 0,-1 2,-5 17,1-1,1 2,1-1,1 1,2 0,0 0,1 1,2-1,1 1,1-1,1 7,24 287,-11-183,-4 78,-10-196,-1 0,-1 1,0-1,-1 0,-1 0,-1 0,-1 0,0-1,-6 12,-16-1,14-26</inkml:trace>
  <inkml:trace contextRef="#ctx0" brushRef="#br0" timeOffset="517.299">0 680,'78'-23,"2"3,80-10,-49 10,176-36,-260 49,-27 7,0 0,0 0,0 0,0-1,0 1,0 0,0 0,0 0,0 0,0 0,0-1,0 1,0 0,0 0,-21 4,12-2,0 1,0 0,1 1,0 0,0 0,0 0,0 1,0 1,1-1,0 1,0 0,1 1,0-1,0 1,0 1,1-1,0 1,0 0,1 0,-1 3,4-9,1 0,-1 0,1 0,-1 0,1 0,0 0,-1 0,1 1,0-1,1 0,-1 0,0 0,0 0,1 0,0 0,-1 0,1 0,0 0,0 0,0 0,0-1,0 1,0 0,0 0,1-1,-1 1,1-1,-1 0,1 1,0-1,-1 0,1 0,0 0,0 0,0 0,0 0,1 0,2 1,1-1,-1 1,1-1,0-1,-1 1,1-1,0 0,0 0,-1 0,1-1,0 0,-1 0,4-2,-1 0,-1 0,1-1,0 0,-1 0,0-1,0 0,-1 0,1-1,-1 0,0 0,-1 0,1-1,-1 0,-1 0,1 0,-1 0,0-1,-1 0,0 0,0 0,-1 0,0 0,1-7,-15 39,11-20,0 0,-1 0,1 0,1 0,-1 0,1 0,-1 0,1 0,0 0,1 0,-1 0,1 0,0 0,0 0,0 0,0 0,0 0,1-1,0 1,0-1,0 1,0-1,1 1,-1-1,1 0,0 0,0-1,0 1,0 0,0-1,1 0,-1 0,1 0,2 1,33 13,0-6</inkml:trace>
  <inkml:trace contextRef="#ctx0" brushRef="#br0" timeOffset="922.318">1337 507,'-11'-4,"0"1,0 0,0 0,0 1,0 1,-1 0,1 0,0 1,-1 0,1 1,0 1,-1 0,1 0,0 1,-7 3,16-4,-1 0,1 0,0 0,0 1,-1-1,2 1,-1 0,0 0,0-1,1 1,0 0,-1 0,1 0,0 0,0 1,1-1,-1 0,1 0,0 1,0-1,0 0,0 0,0 1,1-1,-1 0,1 0,0 0,0 1,0-1,0 0,1 0,-1-1,1 1,0 0,-1 0,2-1,-1 1,0-1,0 0,1 1,-1-1,1 0,-1-1,1 1,0 0,0-1,0 1,15 8,0 0,0-1,1 0,0-2,0 0,1-2,0 0,0-1,1-1,-1 0,0-2,1-1,8-1,-8 1,-1-2,0-1,0 0,1-1,-2-2,1 0,5-3,-17 6,1 0,-1-1,0-1,0 1,0-1,-1-1,1 1,-2-1,1-1,0 1,-1-1,0 0,-1-1,0 1,0-1,0 0,0-2,-1-49,-4 58,0 0,0 0,-1-1,1 1,-1 0,1 0,-1 0,1-1,-1 1,1 0,-1 0,0 0,0 0,0 0,0 0,0 0,0 0,0 1,0-1,0 0,0 1,0-1,0 0,0 1,-1-1,1 1,0 0,0-1,-1 1,1 0,0 0,-1 0,1 0,0 0,0 0,-1 0,1 0,0 1,0-1,-1 0,1 1,0-1,0 1,-3 1,1 0,-1 1,1-1,0 1,0 0,0 0,0 0,1 1,-1-1,1 0,0 1,0 0,0 0,0-1,1 1,-1 0,1 0,0 0,0 0,1 1,-1-1,1 0,0 0,0 0,0 1,1-1,-1 0,1 0,0 0,1 0,-1 0,0 0,1 0,0-1,0 1,0 0,1-1,1 3,3 1,0 1,0-1,1 0,0-1,0 0,1 0,0-1,0 0,0 0,0-1,1 0,0-1,8 2,33 8</inkml:trace>
  <inkml:trace contextRef="#ctx0" brushRef="#br0" timeOffset="1487.588">2112 507,'0'8,"0"0,1 0,0-1,0 1,1 0,0-1,0 1,1-1,0 0,0 0,1 0,-1 0,2 0,-1-1,1 0,0 0,0 0,0 0,1-1,0 0,5 3,-7-5,-1 0,1 0,0-1,0 0,0 0,0 0,0 0,0 0,0-1,1 0,-1 0,0 0,1 0,-1-1,1 0,-1 0,1 0,-1 0,1-1,-1 0,1 1,-1-2,0 1,0 0,1-1,-1 0,0 0,0 0,-1-1,1 1,0-1,-1 0,0 0,1 0,-1 0,1-3,34-76,-38 82,0 0,0-1,0 1,0 0,0-1,0 1,-1 0,1-1,1 1,-1 0,0-1,0 1,0 0,0-1,0 1,0 0,0-1,0 1,0 0,1 0,-1-1,0 1,0 0,0-1,1 1,-1 0,0 0,0 0,1-1,-1 1,0 0,0 0,1 0,-1 0,0-1,1 1,-1 0,0 0,1 0,-1 0,0 0,1 0,-1 0,0 0,1 0,-1 0,0 0,1 0,-1 0,0 0,1 0,-1 0,0 1,1-1,-1 0,0 0,0 0,1 0,-1 1,0-1,0 0,1 0,-1 0,0 1,1-1,4 25,-4-16,0-5,0 0,1-1,-1 1,0-1,1 1,0-1,0 0,0 0,0 0,1 0,-1 0,1 0,0-1,0 1,0-1,0 0,0 0,0 0,0 0,1 0,-1-1,1 1,0-1,-1 0,1 0,0-1,-1 1,1-1,0 1,0-1,-1 0,2-1,2 1,0 0,-1-1,1 0,-1 0,1-1,-1 0,1 0,-1 0,0-1,0 0,0 0,0-1,-1 0,1 1,-1-2,0 1,0-1,1-1,-1-1,-1 1,1-1,-1 0,-1 0,1-1,-1 1,0-1,-1 1,0-1,0 0,-1 0,0 0,0-1,-7 5,0 19,6-8,1 0,0 1,0-1,0 0,1 0,0 0,0-1,1 1,0 0,0-1,0 0,1 1,0-1,0-1,1 1,0-1,0 1,0-1,0-1,1 1,0-1,0 0,0 0,0-1,1 0,-1 0,4 1,135 50,-73-37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30.6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163 187,'-7'16,"-7"15,-3 12,-3 12,-1 4,-1 2,3-3,2-6,5-10,4-15,3-11</inkml:trace>
  <inkml:trace contextRef="#ctx0" brushRef="#br0" timeOffset="282.251">55 267,'13'39,"1"-1,2-1,2 0,13 20,-23-44,1 0,0-1,1 0,0 0,0-1,1 0,1-1,0-1,0 1,1-2,0 0,1 0,9 2,-21-8,1-1,-1 1,1-1,-1 0,1 0,0 0,0 0,0-1,-1 1,1-1,0 1,0-1,0 0,0 0,0-1,0 1,-1-1,1 1,0-1,0 0,-1 0,1 0,0 0,-1 0,1-1,-1 1,1-1,-1 0,0 0,0 0,0 0,0 0,0 0,0 0,0-1,-1 1,1-1,-1 0,3-14,0 0,-2-1,0 0,-1 1,-1-1,-1 0,0 1,-1-1,-1 1,-1 0,-2-8,-7-26,8 35,1 0,1 0,0 0,1-1,1 1,0-12,1 26,0 0,0-1,1 1,-1 0,1 1,-1-1,1 0,0 0,0 0,0 0,0 0,0 1,0-1,0 0,1 1,-1-1,1 1,-1 0,1-1,-1 1,2-1,16-7</inkml:trace>
  <inkml:trace contextRef="#ctx0" brushRef="#br0" timeOffset="711.319">831 335,'-109'281,"108"-277,7-14,12-22,12-38,-3-1,-2-1,7-49,-21 83,-4 16,0 29,-5 22,-2 10,0 11,3 1,1-1,12 48,-3-52,3 0,2-1,19 34,-32-68,-2-6</inkml:trace>
  <inkml:trace contextRef="#ctx0" brushRef="#br0" timeOffset="1331.879">723 468,'70'-2,"-1"-2,0-4,0-3,-1-3,-1-3,33-14,-89 27,30-6,-41 10,1 0,0 0,0 0,0 0,0 1,0-1,0 0,0 0,-1 1,1-1,0 1,0-1,0 1,-1-1,1 1,0-1,0 1,-1 0,1-1,-1 1,1 0,-1 0,1-1,-1 1,1 0,-1 0,0 0,1 0,-1-1,0 1,0 0,1 0,-1 0,0 0,0 0,0 0,0 0,0 0,-1 0,1 24,-1-1,-1 1,-1-1,-1 0,-1 0,-2 0,-5 15,2-30,10-35,22-111,-22 137,0-1,0 0,0 0,1 0,-1 1,0-1,0 0,1 0,-1 1,0-1,1 0,-1 1,1-1,-1 0,1 1,-1-1,1 0,-1 1,1-1,-1 1,1-1,0 1,-1 0,1-1,0 1,0 0,-1-1,1 1,0 0,0 0,0 0,-1-1,1 1,0 0,0 0,0 0,-1 0,1 1,0-1,0 0,-1 0,1 0,0 1,0-1,-1 0,1 1,0-1,0 0,-1 1,1-1,-1 1,1-1,0 1,-1 0,1 0,33 39,-30-35,3 4,5 10,2 0,0-1,1 0,1-2,0 1,2-2,-1 0,2-1,13 7,-31-20,0 0,1-1,-1 1,0-1,0 1,1-1,-1 1,0-1,1 0,-1 1,0-1,1 0,-1 0,0 0,1 0,-1 0,1-1,-1 1,0 0,1-1,-1 1,0-1,0 1,1-1,-1 1,0-1,0 0,0 0,0 0,0 1,0-1,0 0,0 0,0 0,0-1,0 1,-1 0,1 0,0 0,-1-1,1 1,-1 0,1 0,-1-1,0 1,0-1,1 0,3-21,-1 0,-1 0,-1 0,-1-1,-1 1,-2 0,0 0,-3-12,4 21,-16-105,17 118,1 1,0-1,0 0,-1 0,1 0,0 0,0 0,0 0,0 0,0 0,0 0,0 0,0 0,0 0,1 0,-1 0,0 0,1 0,-1 0,0 0,1 1,-1-1,1 0,0 0,-1 0,1 1,-1-1,1 0,0 1,0-1,-1 1,1-1,0 0,0 1,0 0,0-1,0 1,0 0,0-1,0 1,-1 0,1 0,0 0,0 0,0 0,0 0,1 0,13 3</inkml:trace>
  <inkml:trace contextRef="#ctx0" brushRef="#br0" timeOffset="1591.278">1887 281,'2'14,"1"11,0 10,0 7,-2 2,0 1,0-3,2-6,0-7,-1-6,3-10,-1-8,2-13,0-9,-2-2</inkml:trace>
  <inkml:trace contextRef="#ctx0" brushRef="#br0" timeOffset="1841.889">1901 215,'154'131,"-136"-115,5 3,-1 0,-2 2,0 0,-1 1,-1 1,0 0,-2 2,-1 2,-12-23,-1 1,0 0,0 0,0 0,-1 0,1 0,-1 0,0 0,-1 1,0-1,1 0,-1 0,-1 1,1-1,-1 0,0 0,0 0,-1 1,0-1,0-1,0 1,0 0,-1 0,1-1,-1 1,0-1,-1 0,-1 2,-7 4,-1-1,0 0,0-1,-1-1,1 0,-2-1,1 0,-1-2,1 1,-1-2,-1 0,1 0,0-2,-1 0,-5 0,-22-1</inkml:trace>
  <inkml:trace contextRef="#ctx0" brushRef="#br0" timeOffset="2323.604">2622 0,'-7'14,"-2"11,0 8,2 3,2 1,7-3,5-4,5-7,7-8,1-9,-3-4</inkml:trace>
  <inkml:trace contextRef="#ctx0" brushRef="#br0" timeOffset="2537.085">2729 80,'-2'-16,"1"2,4 10,2 14,4 18,0 15,-2 11,-2 6,-6 4,-3-9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29.8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0 490,'2'-15,"0"0,0 0,2 1,0-1,0 1,1 0,3-4,3-12,54-131,-65 159,0 1,0-1,1 1,-1 0,0-1,1 1,0 0,-1-1,1 1,0 0,0 0,-1-1,1 1,0 0,0 0,0 0,0 0,1 0,-1 1,0-1,0 0,0 0,1 1,-1-1,0 1,1-1,-1 1,1 0,-1-1,0 1,1 0,-1 0,1 0,-1 0,1 0,-1 0,0 0,1 1,-1-1,1 0,-1 1,0-1,1 1,-1 0,0-1,0 1,1 0,-1 0,0 0,0 0,0 0,0 0,0 0,103 158,-70-86,-35-72,1 0,0 0,0 0,-1 0,1 0,-1 0,1 0,-1 0,1 0,-1 0,0 0,1-1,-1 1,0 0,0 0,0-1,1 1,-1 0,0-1,0 1,0-1,0 1,0-1,0 0,0 1,0-1,0 0,0 0,0 0,-1 0,1 1,0-1,0-1,0 1,0 0,0 0,0 0,0-1,0 1,0 0,0-1,0 1,0-1,0 1,0-1,0 0,1 1,-1-1,0 0,0 0,-3-2,1 1,0-1,0 0,1 0,-1 0,1 0,-1-1,1 1,0-1,0 1,1-1,-1 0,1 0,0 0,0 1,0-1,0 0,1 0,-1 0,1-1,0 1,1 0,-1 0,1 0,-1 0,1 0,0 1,1-1,-1 0,1 0,-1 0,1 1,0-1,1 1,-1 0,0 0,1-1,3-1,3-5,2 1,-1 0,1 1,1 1,-1-1,1 2,1 0,-1 0,1 1,0 0,0 1,14-2,-25 6,1 0,0 0,0 0,0 0,0 0,-1 0,1 1,0-1,0 1,0 0,-1 0,1 0,0 0,-1 0,1 1,-1-1,0 1,1 0,-1-1,0 1,0 0,0 0,0 1,0-1,-1 0,2 2,30 71,-8 12,-3 0,-4 2,-5 0,-2 1,-5 0,-4 4,-1-64,-2-1,-1 1,-1 0,-1-1,-2 1,-1-2,-7 19,-4-23,18-24,-1 0,0 0,1 0,-1 1,1-1,-1-1,0 1,1 0,-1 0,0 0,1 0,-1 0,1-1,-1 1,0 0,1 0,-1-1,1 1,-1 0,1-1,-1 1,1-1,-1 1,1-1,0 1,-1-1,1 1,-1-1,1 1,0-1,0 1,-1-1,1 0,0 1,0-1,0 0,0 1,-1-1,1 1,0-1,0 0,0 1,1-1,-7-26,2 0,1 0,2-1,0 1,3-15,-2-4,-23-622,22 645,0 15,0 1,1-1,0 0,0 0,1 1,0-1,0 1,0-1,1 1,2-4,-2 9,1 0,0 0,0 1,0-1,-1 1,1 0,0 0,1 0,-1 0,0 0,0 1,0-1,0 1,1 0,-1 0,0 0,0 0,0 1,1-1,-1 1,0 0,0 0,0 0,0 0,0 1,0-1,-1 1,1-1,0 1,-1 0,3 2,9 4,1 1,-2 0,1 1,-1 0,-1 1,0 1,0 0,-1 0,-1 1,0 0,-1 1,3 5,-11-16,1 0,-1 0,1 0,-1 0,0 0,0 0,-1 0,1 0,0 0,-1 0,0 1,0-1,0 0,0 0,0 0,-1 1,1-1,-1 0,0 0,0 0,0 0,0 0,-1 0,1 0,-1-1,0 1,0 0,0-1,0 1,0-1,0 0,-1 0,1 0,-1 0,1 0,-1 0,0-1,0 1,0-1,-1 1,-37 7,25-8</inkml:trace>
  <inkml:trace contextRef="#ctx0" brushRef="#br0" timeOffset="539.263">855 477,'11'-40,"-2"0,-2-1,-2 0,-2 0,-1 0,-2 0,-5-31,4-22,2 92,0 1,0-1,0 1,0-1,0 0,1 1,-1 0,0-1,1 1,-1 0,1 0,0 0,-1 0,1 0,0 0,0 0,0 0,-1 1,1-1,0 1,0-1,0 1,0 0,0 0,0 0,0 0,0 0,0 0,0 0,0 1,-1-1,1 1,0 0,0-1,0 1,0 0,1 1,2-1,27 6,-1 2,1 1,-2 2,0 1,24 13,-48-22,0-1,0 1,-1 0,1 0,-1 1,0 0,0 0,-1 0,1 0,-1 1,0 0,-1 0,0 0,1 0,-2 0,1 1,-1-1,0 1,0 0,-1-1,0 1,0 0,-1 0,1 0,-2 0,1 0,-1 4,-3 16,2-25,1 0,0 1,0-1,0 1,0-1,0 1,1-1,-1 1,1 0,0-1,-1 1,1 0,0 0,1-1,-1 1,0 0,1-1,0 1,-1-1,1 1,0-1,0 1,1-1,-1 1,0-1,1 0,0 0,-1 0,1 0,0 0,0 0,0 0,0 0,0-1,1 1,-1-1,0 0,1 0,-1 0,1 0,1 1,9-3,1 1,-1-2,0 0,-1 0,1-2,0 1,-1-1,0-1,0 0,0-1,0-1,-1 1,0-2,-1 1,0-2,0 1,0-1,-1-1,0 0,-3 3,1 1,-1-1,-1-1,1 1,-1-1,0 0,-1 0,0-1,0 1,-1-1,0 0,-1 0,0 0,0 0,0-5,-3 11,1 1,-1-1,0 1,0-1,0 1,0 0,0-1,-1 1,1 0,-1 0,1 0,-1 0,0 0,0 0,0 0,0 1,0-1,0 1,0-1,-1 1,1 0,-1 0,1 0,0 0,-1 0,0 1,1-1,-1 1,1 0,-1 0,0 0,1 0,-1 0,1 0,-1 0,0 1,1 0,-1-1,1 1,-1 0,1 0,0 0,-1 1,1-1,0 1,0-1,0 1,0-1,0 1,-3 2,0 0,0 0,0 1,1-1,0 1,0 0,0 0,0 0,1 1,0-1,0 1,1 0,-1 0,1 0,0 0,1 0,0 0,0 0,0 1,1-1,-1 0,2 1,-1-1,1 0,0 1,0-1,0 0,1 0,0 0,0 0,1 0,0 0,0-1,0 1,0-1,1 0,0 0,0 0,2 0,10 6,0-2,1 0,0-1,1 0,-1-2,2 0,-1-1,0-1,1 0,0-1,14-1,-19 0,92 11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26.7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0 630,'3'1,"-1"-1,1 1,-1-1,1 1,-1-1,1 0,0 0,-1 0,1-1,-1 1,1 0,-1-1,1 0,-1 1,0-1,1 0,-1-1,0 1,0 0,1 0,-1-1,0 0,28-19,-2 0,0-2,-2-1,-1-1,0-1,10-16,-17 22,-1-2,0 0,-2 0,-1-2,0 0,-2 0,-1-2,-1 1,2-10,-10 31,-1 0,1 0,-1 0,0 0,0 0,-1-1,1 1,-1 0,0 0,0-1,-1 1,1 0,-1 0,0 0,0-1,0 1,0 0,-1 0,0 0,0 1,0-1,0 0,0 1,-1-1,0 1,0 0,0 0,0 0,0 0,0 0,-1 1,1 0,-1-1,0 1,-3-1,2 2,0 0,0 1,0-1,0 1,1 0,-1 1,0-1,0 1,0 0,0 0,1 0,-1 1,1-1,-1 1,1 0,-1 1,1-1,0 1,0 0,0 0,1 0,-1 0,1 1,0-1,-1 1,2 0,-1 0,-1 3,-4 5,1 1,1 0,0 0,0 1,2-1,0 1,0 0,1 1,0 2,1 4,1 0,0 0,1 0,2 0,0 1,1-2,1 1,1 0,1-1,0 0,2 0,1 0,0-1,1-1,1 0,0 0,2-1,0 0,1-1,1-1,0 0,1-1,0-1,13 8,-24-18,0 1,0-1,1 0,-1 0,1-1,0 0,0 0,-1 0,1-1,1 1,-1-1,0-1,0 1,0-1,0 0,0-1,1 0,-1 1,0-2,0 1,0-1,0 0,-1 0,1-1,-1 1,1-1,-1-1,0 1,1-1,9-13,-1 0,0-1,-2-1,0 0,-1 0,0-1,-2 0,-1-1,0 0,-2-1,2-10,4-31,-19 53,-4 29,8-11,1-1,-1 1,2 0,-1 0,1 0,0 0,1 0,-1 0,2 0,-1 0,1 0,0 0,1 0,0 0,0 0,1-1,0 1,0-1,1 1,0-1,0 0,0-1,1 1,0-1,4 4,1-3,0-1,0 0,1 0,0-1,0 0,0 0,1-2,-1 1,1-2,0 1,0-2,0 1,0-2,3 0,15 0,-1-2,0 0,0-3,0 0,10-4,-13 2,1-1,-1-1,-1-1,0-1,0-2,-1 0,-1-2,0 0,20-19,0-22,-42 54,0 0,0 0,-1 0,1 0,0 0,-1 0,0 0,1 0,-1 0,0 0,0-1,0 1,0 0,-1 0,1 0,0 0,-1 0,0 0,1 0,-1 0,0 0,0 0,0 0,0 1,0-1,-1 0,1 1,0-1,-1 1,0-1,0 0,-5-1,0-1,-1 1,1 0,-1 0,0 1,0 0,0 1,0 0,0 0,0 0,0 1,-1 0,1 1,0 0,0 0,0 1,0 0,0 0,1 1,-1 0,1 0,-1 1,1 0,0 1,1-2,0 0,0 0,1 1,-1 0,1 0,0 1,1 0,-1-1,1 1,-1 1,2-1,-1 1,0-1,1 1,0 0,1 0,-1 1,1-1,0 0,1 1,0 0,0-1,0 1,1-1,0 1,0 0,1 3,0-8,0 1,0 0,0-1,1 1,-1-1,1 0,0 1,0-1,0 0,0 0,0 0,0 0,1-1,-1 1,1 0,-1-1,1 0,-1 1,1-1,0 0,0-1,-1 1,1 0,0-1,0 0,0 1,0-1,0 0,2-1,83-19,15-44,-81 58,-18 33,-4 238,37 168,-37-426,2 1,-1 1,0-1,0 0,-1 1,0-1,-1 1,0-1,0 1,-1-1,0 0,0 0,-1 0,0 0,0 0,-1 0,0-1,0 0,-1 0,0 1,3-7,1-1,0 1,-1 0,1 0,-1-1,1 1,-1-1,1 1,-1-1,0 0,1 0,-1 1,1-1,-1 0,0 0,1-1,-1 1,1 0,-1 0,0-1,1 1,-1-1,1 0,-1 1,1-1,0 0,-1 0,1 0,0 0,0 0,-1 0,1 0,0 0,0 0,0-1,0 1,-31-53,24 33,2-1,1 0,0 0,1 0,2-1,0 1,1-1,2 1,0-1,1 1,2 0,1-8,4-5,0-1,3 2,1 0,1 0,2 1,1 1,6-7,-11 20,0 0,1 1,1 1,1 0,1 1,0 1,0 0,2 1,0 1,-17 12,0 0,1 0,-1 0,0 0,0 0,0 0,1 1,-1-1,0 0,0 1,1-1,-1 1,1 0,-1-1,0 1,1 0,-1 0,1 0,-1 0,1 0,-1 0,1 0,-1 0,0 1,1-1,-1 1,1-1,-1 1,0-1,1 1,-1 0,0-1,0 1,0 0,0 0,1 0,-1 0,0 0,-1 0,1 0,0 1,0-1,0 0,-1 0,1 1,-1-1,1 2,12 24,-11-21,0 1,1-1,0 0,0 0,1 0,-1 0,1 0,1-1,-1 0,1 0,0 0,0 0,0-1,1 0,-1 0,2 1,-2-2,0 0,0-1,0 1,0-1,1 0,-1 0,1-1,-1 1,1-1,-1 0,1-1,0 1,-1-1,1-1,0 1,-1-1,1 0,0 0,-1 0,1-1,-1 0,0 0,0 0,1-1,-1 1,-1-1,1-1,0 1,-1-1,0 1,0-1,0-1,0 1,0 0,-1-1,0 0,-1 0,0 0,0-1,0 1,-1 0,0-1,0 1,0-1,-1 1,0-1,0 1,0-1,0 1,-1-1,0 1,0-1,-1 1,0-1,1 1,-2 0,1 0,-1 0,1 0,-1 1,-1-1,1 1,-1-1,1 1,-1 0,0 1,-1-1,1 1,-1-1,1 2,-3-2,0 4,1 0,0 1,0 0,0 0,-1 1,1 0,1 0,-1 0,0 1,0-1,1 2,0-1,-1 0,1 1,1 0,-1 0,0 1,1-1,0 1,0 0,1 0,-1 0,1 0,0 1,0 0,1-1,-2 5,2-7,0 0,0 1,0-1,0 1,0 0,1-1,0 1,0 0,0 0,0 0,0 0,1 0,0 0,0 0,0 0,0 0,0 0,1 0,0-1,0 1,0 0,0 0,1 0,-1-1,1 1,0-1,0 1,0-1,1 0,-1 0,1 0,0 0,1 1,2-1,0 0,0-1,0 0,0 0,0-1,1 1,-1-1,1-1,-1 1,0-1,2 0,34-3</inkml:trace>
  <inkml:trace contextRef="#ctx0" brushRef="#br0" timeOffset="263.294">1925 148,'-15'-9,"-14"-3,-4 0,-3 5,3 8,8 11,7 10,12 10,13 9,15 7,4-5</inkml:trace>
  <inkml:trace contextRef="#ctx0" brushRef="#br0" timeOffset="843.715">2192 656,'9'8,"1"-1,-1 0,1 0,0-1,1-1,-1 0,1 0,0-1,8 2,-15-7,0 1,0-1,0 0,0 0,0 0,-1 0,1-1,0 1,-1-1,1 0,-1 0,1 0,-1-1,0 1,0-1,0 0,-1 0,1 0,0 0,-1 0,0 0,0-1,0 1,0-1,-1 0,1 0,-1 1,0-1,0 0,0-1,15-48,-3 0,-2 0,-2-1,-2-1,-3 1,-2-1,-3-10,-9-115,4 165,1 20,-2 27,-2 58,4 0,4 1,4 10,-2-75,1-1,2 1,0-1,2 1,0-1,5 7,-9-25,1-1,-1 0,1 0,0 0,1 0,0 0,0-1,0 1,0-1,1 0,0 0,0-1,0 1,1-1,0-1,-1 1,1-1,1 0,-1 0,0 0,1-1,-1 0,1 0,-1-1,7 1,-6-2,1 0,-1-1,0 0,0 0,0 0,0-1,0 0,0 0,0-1,-1 0,1 0,-1 0,0-1,0 0,0 0,0-1,-1 0,0 0,0 0,0 0,0-1,-1 0,2-3,5-8,-2 1,0-1,-1-1,0 1,-2-1,0-1,-1 1,1-6,-18 65,11-39,-8 103,9-102,1 0,-1 1,1-1,-1 0,1 0,0 1,0-1,0 0,0 0,1 0,0 0,-1 0,1-1,0 1,0 0,0-1,1 1,-1-1,0 0,1 0,0 0,0 0,-1 0,1-1,0 1,0-1,0 1,1-1,2 0,4 0,0-1,1-1,-1 0,0 0,0-1,0 0,0-1,0 0,0 0,-1-1,0-1,1 0,-1 0,-1 0,1-1,-1 0,0-1,-1 0,1 0,-2-1,1 0,-1 0,0 0,4-8,-3 2,0 1,-1-1,-1-1,0 1,-1-1,2-14,-5 24,-5 24,1 0,1 0,0 0,2 0,0 0,1 0,1 0,3 14,-3-26,-1 0,1 0,0-1,0 1,1-1,-1 0,2 0,-1 0,1 0,0 0,0-1,0 0,1 1,-1-2,2 1,-1 0,0-1,1 0,0-1,-1 1,2-1,-1 0,0 0,0-1,1 0,0 0,28 2,-5-7</inkml:trace>
  <inkml:trace contextRef="#ctx0" brushRef="#br0" timeOffset="1073.601">2313 162,'31'5,"35"1,29-1,25 0,16-2,11-1,-21-1</inkml:trace>
  <inkml:trace contextRef="#ctx0" brushRef="#br0" timeOffset="1833.303">3490 763,'35'-196,"-29"13,-3 188,1 0,1 0,-1 0,1-1,-1 0,1 1,1-2,-1 1,0-1,1 1,0-2,0 1,0-1,0 1,0-2,0 1,1-1,0 1,24 5,-22-7,-1 1,1 1,0-1,-1 1,1 1,-1 0,0 0,0 0,0 1,0 0,-1 1,0 0,1 0,-2 0,1 1,-1 0,0 0,0 1,0-1,-1 2,0-1,-1 0,1 1,11 112,-15-118,0 1,0-1,0 0,0 0,1 0,-1 0,1 0,-1 0,1 0,0-1,0 1,0-1,0 1,0-1,0 1,0-1,0 0,1 0,-1 0,0-1,1 1,-1 0,0-1,1 0,-1 1,1-1,-1 0,1 0,-1 0,1-1,0 1,77-22,18-32,-98 53,1 0,0 0,0 0,0 0,1 0,-1 0,0 1,0-1,0 0,0 1,1-1,-1 1,0-1,1 1,-1 0,0 0,1-1,-1 1,0 0,1 0,-1 0,1 0,-1 1,0-1,1 0,-1 1,0-1,1 0,-1 1,0 0,0-1,0 1,1 0,-1-1,0 1,0 0,0 0,0 0,0 0,0 0,-1 0,1 0,0 1,0-1,-1 0,1 1,1 2,0 1,1-1,-1 1,1-1,0 0,0 0,1 0,-1 0,1-1,0 0,-1 1,2-1,-1 0,0-1,1 1,-1-1,1 0,-1 0,1-1,0 1,3 0,-1-1,-1 0,1-1,-1 1,1-1,-1 0,1-1,-1 0,1 0,-1 0,0-1,1 0,-1 0,0 0,0-1,0 0,-1 0,1-1,-1 1,1-1,-1-1,-1 1,1-1,0 1,-1-1,0 0,0-1,-1 1,0-1,0 0,0 0,0 0,-1 0,0 0,0 0,-1-1,0 1,0-1,0 1,-1-1,0 1,0-1,0 1,-1-1,0 1,-1 0,1-1,-1 1,-1 0,1 0,-1 0,-1 1,1 0,-1-1,0 1,0 1,0-1,-1 1,0 0,0 0,0 0,0 0,0 1,-1 0,1 0,-1 0,0 1,0 0,0 0,0 1,-1-1,1 1,0 1,0-1,-1 1,1 0,0 1,-1-1,1 1,0 0,0 1,-1 0,1 0,1 0,-1 1,0-1,0 1,1 1,0-1,0 1,0 0,0 0,0 0,1 1,0 0,-4 4,5-5,0 0,0 0,0 0,0 0,1 1,-1-1,1 1,0 0,1-1,-1 1,1 0,0 0,0 0,0 0,1 0,0 0,0 0,0 0,1 0,-1 0,1 0,0 0,1 0,-1 0,1 0,0-1,0 1,1-1,-1 1,1-1,0 0,0 0,0 0,2 1,68 22,-34-22</inkml:trace>
  <inkml:trace contextRef="#ctx0" brushRef="#br0" timeOffset="2100.23">4318 148,'-13'-2,"-8"1,-1 6,-1 6,5 8,10 8,10 4,12 3,11 1,7 1,6-1,2-2,-5-7</inkml:trace>
  <inkml:trace contextRef="#ctx0" brushRef="#br0" timeOffset="2265.785">4492 549,'21'7,"17"2,3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0.7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 1,'-2'20,"-1"21,-2 17,-3 12,-1 8,-1 4,3-1,-1-1,2-7,2-6,1-10,3-10,2-13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1.1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556 0,'-2'16,"-1"-1,0 0,-2 0,0 0,0 0,-1-1,-1 0,0 0,-1-1,-1 0,0 0,-1-1,0 0,-8 13,-1-1,-1 0,-1-2,-1-1,-1 0,-1-2,0-1,-2 0,0-2,-1-1,0-2,-1 0,0-2,-1-1,-1-1,1-1,-9-1,31-6,24-1,8 5,-1 2,0 1,-1 1,0 1,0 1,-1 1,-1 1,16 11,274 222,-303-240,0 0,1-1,0 0,0-1,1 0,-1 0,1-1,0-1,2 1,15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1.3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0,'19'7,"16"2,19 0,16-2,10-5,5-2,-3-1,-9-3,-14-1,-17 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1.5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34,'18'5,"20"1,22-2,20-7,18-5,10-3,3 0,-5 2,-19 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1.8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1 468,'22'-44,"-3"0,-1-1,-2-1,-2-1,-2 0,-2-1,-2 0,-2-4,1 6,-6 55,-23 306,-22 156,42-425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2.5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0 513,'137'-348,"-84"205,-45 122,-3 21,-3 66,-3 15,0 49,4 1,14 61,24-29,-17-101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3.2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101 190,'-6'13,"1"1,0 0,1 1,0-1,1 1,1-1,0 1,1 0,1 0,0 2,1-10,-1 0,2 1,-1-1,1 0,0 0,0 1,1-2,0 1,0 0,1-1,0 1,0-1,0 0,1 0,0-1,0 1,0-1,1 0,0-1,5 4,-2-3,0 0,0-1,0-1,1 1,-1-2,1 1,0-1,0-1,-1 1,1-2,0 1,0-2,0 1,0-1,0-1,0 0,-1 0,1-1,-1 0,1 0,-1-1,0-1,0 1,-1-2,0 1,0-1,0 0,0-1,-1 0,0 0,-1 0,1-1,-1 0,-1 0,0-1,0 1,0-1,-1-2,1 0,-1 0,0 0,0-1,-2 1,1-1,-2 0,1 0,-2 0,1 0,-2 0,0 0,0 0,-1 0,0 1,-1-1,0 1,-1-1,-1 1,0 0,0 0,-1 1,0 0,-1 0,0 0,0 1,-1 0,-1 0,1 1,-1 0,-1 1,1 0,-1 0,-1 1,-9-5,11 8,0 1,-1 0,1 0,-1 1,0 0,1 0,-1 1,0 1,1 0,-1 0,1 1,-1 0,1 0,-1 1,1 0,0 1,1 0,-1 1,0-1,1 2,0-1,1 1,-1 1,-3 1,1 1,0 1,0-1,1 2,1-1,-1 1,2 1,0-1,0 1,1 1,0-1,1 1,1 0,0 0,1 0,0 3,2-10,0 1,1-1,0 0,0 1,1-1,-1 0,1 1,1-1,-1 0,1 0,0 0,1 0,-1 0,1-1,0 1,1-1,-1 1,1-1,0 0,0-1,1 1,-1-1,2 1,33 22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3.6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268 262,'-13'13,"1"0,1 1,0 0,1 1,0 0,-1 6,8-16,0 1,0 0,1 0,0 0,0 1,1-1,-1 0,1 1,1-1,-1 1,1-1,0 1,1-1,-1 1,1-1,1 0,-1 1,2 3,0-4,1-1,-1 1,1-1,0 0,0-1,0 1,0-1,1 0,0 0,0 0,0 0,0-1,1 0,-1 0,1 0,0-1,0 0,0 0,0-1,9 4,1-2,-1 0,1-1,0-1,0 0,-1-1,3-1,0 0,1-2,-1-1,0 0,0-1,-1-1,1 0,-1-2,0 0,-1 0,0-2,-1 0,9-7,-17 11,1 0,-1-1,0 0,0 0,-1 0,1-1,-2 0,1-1,-1 1,-1-1,1 0,-2 0,1 0,-1 0,-1-1,1 1,-1-1,-1 0,0 0,-1 1,0-1,0 0,-1 0,0-2,-3-2,1-1,-2 1,0 0,-1 1,0-1,-1 1,0 1,-1-1,-1 1,0 1,0-1,-2 2,1-1,-1 1,0 1,-1 0,0 0,-1 2,1-1,-2 2,1-1,-1 2,0 0,0 0,0 2,0 0,-1 0,0 1,1 1,-1 1,0 0,1 0,-1 2,-2 0,-3 5,0 0,0 1,0 1,1 1,1 1,0 0,0 2,1 0,1 1,0 0,1 1,1 1,0 1,1 0,1 0,-7 13,-28 47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4.9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0,'2'5,"6"1,8-1,10 0,13-2,14-1,16-1,13 0,9-1,2 0,-2-1,-9 1,-13 0,-16 0,-18 2,-20 3,-14 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5.2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30,'20'2,"21"1,19 0,17-1,15 0,9-3,5-2,0-2,-6 0,-11-2,-15 0,-16 0,-18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45.5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18,'-8'-2,"0"-1,0 0,0 0,-1 1,1 1,-1-1,1 1,-1 1,0 0,1 0,-1 0,1 1,-1 0,-1 1,9 0,0-1,0 0,1 1,-1-1,0 1,0-1,1 1,-1-1,1 1,-1-1,1 1,0-1,-1 1,1 0,0-1,0 1,0 0,1-1,-1 1,0-1,0 1,1 0,-1-1,1 1,0-1,-1 1,1-1,0 1,0-1,0 0,0 0,0 1,0-1,0 0,0 0,0 0,1 0,-1 0,0 0,1 0,-1 0,1-1,-1 1,1-1,0 1,19 13,1-1,1 0,0-2,0-1,1-1,0 0,8-1,-14-2,112 34,-36-13,-2 5,25 14,-98-37,-1 0,0 1,0 1,-1 1,0 1,11 11,-22-18,0 0,0 0,-1 1,0-1,0 1,-1 1,0-1,0 0,0 1,-1 0,-1 0,1 0,-1 0,0 0,-1 1,0-1,0 9,-4 0,0 1,-1-1,-1 0,-1 0,0-1,-1 0,-1 0,0 0,-1-1,-1 0,0-1,-1 0,-1-1,-7 8,-61 63,-3-4,-4-3,-95 64,70-59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52.8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671 81,'-15'537,"2"328,14-578,0-284,-1 1,1 0,-1 0,1-1,0 1,1-1,-1 1,1-1,-1 1,1-1,0 0,0 0,1 0,-1 0,1 0,-1 0,1-1,0 1,0-1,0 0,0 0,1 0,-1 0,0 0,1-1,-1 0,1 1,0-1,-1-1,1 1,0 0,2-1,13 3,1-2,0 0,0-1,-1-1,1-1,0 0,-1-2,18-5,-16 5,22-5,37-9,0 5,72-4,-144 17,-7 1,0-1,0 0,0 0,0 1,0-1,0 0,0 0,0 0,0 0,0 0,0 0,0 0,0 0,0-1,0 1,0 0,0 0,0-1,0 1,0-1,0 1,0-1,0 1,-1-1,1 0,0 1,0-1,-1 0,1 0,0 1,-1-1,1 0,-1 0,1 0,-1 0,0 0,1 0,-1-1,0-244,-40-498,36 678,0-38,-4 0,-6 0,-12-44,-19 32,43 111,-2 0,1 0,-1 0,0 0,0 0,0 1,0-1,-1 1,0 0,0 1,0-1,0 1,-1 0,1 1,-1-1,1 1,-1 0,-5-1,-33 3,23-10,0 1,0 1,-1 1,0 1,-1 1,1 1,-1 0,0 2,0 1,0 1,0 0,0 2,0 1,0 1,1 1,-9 3,-100 32,85-18</inkml:trace>
  <inkml:trace contextRef="#ctx0" brushRef="#br0" timeOffset="1172.037">163 2354,'-13'12,"0"1,1 0,0 0,1 1,0 1,2 0,-1 0,2 1,0 0,1 0,1 1,-2 7,0-1,1-1,2 1,0 0,1 0,1 0,2 0,0 1,1-1,2 2,-2-21,0 0,0-1,1 1,-1-1,1 1,0-1,0 1,0-1,0 0,1 1,0-1,-1 0,1 0,0 0,0 0,1 0,-1-1,1 1,-1-1,1 1,0-1,0 0,0 0,0 0,0-1,0 1,1-1,-1 1,0-1,1 0,-1 0,1-1,-1 1,1-1,0 0,-1 0,1 0,-1 0,1-1,14-5,0-2,-1 0,0-1,0-1,-1-1,0 0,-1-1,0-1,-1 0,0-1,-1 0,9-15,6-2,-2-1,-2-2,-1 0,-2-2,-1 0,-1-1,-3-2,-1 1,-1-2,-3 1,-1-2,-2 1,-2-3,-4 28,-2 0,0 0,0 1,-2-1,1 0,-2 0,0 1,-1 0,-2-6,4 14,-1 1,1-1,-1 1,0 0,0 0,0 0,-1 0,1 1,-1-1,-1 1,1 0,0 0,-1 1,0-1,0 1,0 0,0 0,0 1,-1-1,1 1,-1 1,0-1,0 1,-3-1,0 1,-1 1,1 0,-1 1,1 0,-1 0,1 1,0 0,0 1,-1 0,2 0,-1 1,0 0,1 0,0 1,0 1,0-1,1 1,-1 0,1 1,1 0,-3 2,1 1,-1 0,1 1,1 0,0 0,1 1,0 0,1 0,0 0,0 1,2-1,-1 1,2 0,0 0,0 0,1 4,2-1,0 0,1 0,1-1,1 1,0-1,0 1,2-1,0-1,1 1,0-1,1 0,6 7,18 24,3-2,1-2,3 0,12 14,-33-38,-2 0,0 1,-1 0,0 2,-2-1,0 2,-2 0,0 0,-1 1,-1 0,-1 1,-2-1,0 2,-5 0</inkml:trace>
  <inkml:trace contextRef="#ctx0" brushRef="#br0" timeOffset="1566.726">885 2675,'0'15,"0"14,-3 9,1 6,-1 2,-2 0,1-3,0-7,1-10</inkml:trace>
  <inkml:trace contextRef="#ctx0" brushRef="#br0" timeOffset="1828.52">858 2621,'75'62,"-23"-20,-3 2,41 46,-85-87,-1 1,1 1,-1-1,0 1,0-1,0 1,-1 0,0 1,0-1,0 1,-1-1,1 1,-1 0,-1 0,1 0,-1 0,0 0,0 0,-1 0,0 0,0 0,0 0,-1 0,0 1,0-1,-1 2,-6-1,0 1,0-1,-1-1,1 0,-2 0,1 0,-1-1,1-1,-1 0,0 0,-1-1,1 0,-1 0,1-2,-1 1,0-1,-5-1,-2 3,-1-1,1-1,0-1,-1-1,1-1,0 0,0-1,-1-1,-17-8</inkml:trace>
  <inkml:trace contextRef="#ctx0" brushRef="#br0" timeOffset="3284.191">1580 28,'24'270,"35"516,-58-752,1-1,2 1,2-1,0 1,3-2,1 1,1-1,1-1,3 2,-14-30,1 0,0 0,-1 0,1 0,0 0,0 0,1-1,-1 1,0-1,1 0,0 0,-1 0,1 0,0 0,0 0,0-1,0 1,1-1,-1 0,0 0,0 0,1 0,-1-1,1 0,-1 1,0-1,1 0,-1 0,1-1,-1 1,2-1,71-9,-1 5,1 2,16 4,-20 0,83-1,-155 0,1 0,0 0,0-1,0 1,-1 0,1-1,0 1,0-1,-1 1,1-1,0 1,-1-1,1 1,0-1,-1 1,1-1,-1 0,1 0,-1 1,0-1,1 0,-1 1,0-1,1 0,-1 0,0 0,0 0,0 1,0-1,1 0,-1 0,0 0,-1 0,1 1,0-1,0 0,0 0,0 0,-1 1,1-1,0 0,-1 0,1 1,0-1,-1 0,1 0,-1 1,0-1,1 1,-1-1,0 0,-3-13,-7-59,4 0,1-45,4 57,0-787,3 715,-1 131,-1 1,0-1,0 1,0-1,1 1,-2-1,1 1,0 0,0 0,0-1,0 1,-1 0,1 0,-1 0,1 0,-1 1,1-1,-1 0,1 1,-1-1,1 1,-1-1,0 1,1 0,-1-1,0 1,0 0,1 0,-1 0,0 1,1-1,-1 0,0 1,1-1,-1 1,0-1,1 1,-1 0,1 0,-1-1,1 1,-20 3,-328 14,-171 21,502-38,16-3</inkml:trace>
  <inkml:trace contextRef="#ctx0" brushRef="#br0" timeOffset="4333.768">1955 2100,'-38'53,"3"2,2 2,3 1,2 1,3 1,-11 41,32-89,1 1,0-1,1 0,0 1,1-1,0 1,1-1,0 1,1 0,1-1,0 1,-1-10,1 0,0 0,0 0,0 0,0-1,0 1,1-1,-1 1,1-1,-1 0,1 0,0 0,0 0,0 0,0-1,0 1,0-1,1 0,-1 0,0 0,1 0,-1-1,1 1,-1-1,1 0,-1 0,0 0,1 0,-1-1,1 0,-1 1,0-1,1 0,-1-1,0 1,0 0,0-1,0 0,0 0,2-2,18-10,0 0,-1-2,-1-1,-1-1,-1-1,0 0,-1-1,-1-1,-1-1,8-16,-2 4,-1 0,-2-2,-2 0,-1-1,-2-1,-2 0,-1-1,-2 0,-2-1,-1 0,-1-20,-5 43,0 0,-2 1,1-1,-2 1,0 0,-1 0,-1 0,-6-15,9 26,0 0,-1 0,1 0,-1 1,0-1,-1 1,1-1,-1 1,1 0,-1 0,0 1,-1-1,1 1,-1 0,1 0,-1 0,0 1,0 0,0 0,0 0,-1 0,1 1,0 0,-1 0,1 1,-1-1,1 1,-4 0,0 2,0-1,0 1,0 1,0-1,1 2,-1-1,1 1,-1 0,2 1,-1 0,0 0,1 1,0 0,0 0,0 0,1 1,0 0,0 2,-5 6,0 1,1 0,0 1,2 0,0 0,1 1,1-1,-2 10,3-5,2 1,0 1,1-1,2 0,0 0,1 1,2-1,0 0,2 0,0-1,2 1,0-1,1 0,1-1,2 0,0-1,1 0,1 0,8 9,227 276,-202-251,-30-39</inkml:trace>
  <inkml:trace contextRef="#ctx0" brushRef="#br0" timeOffset="4880.28">2610 2689,'-2'-5,"0"0,0 0,-1 0,1 0,-1 1,0-1,0 1,-1 0,1 0,-1 0,0 1,0-1,0 1,-1 0,1 0,-1 0,0 1,1-1,-1 1,0 0,0 1,-1-1,1 1,0 0,0 0,-1 1,-1 0,2-1,-1 1,0 0,1 0,-1 0,0 1,1 0,-1 0,0 0,1 1,0 0,-1 0,1 0,0 1,0 0,0 0,0 0,1 1,-1-1,1 1,0 0,0 0,0 0,1 1,0 0,-1-1,1 1,1 0,-1 0,1 1,0-1,0 3,-1-2,0 1,1 0,0 0,1 0,0 0,0 0,0 0,1 0,0 0,0 0,1 0,0 1,0-1,0 0,1-1,0 1,1 0,-1 0,1-1,1 0,-1 1,1-1,0-1,1 1,1 1,1-1,0-1,0 0,0 0,1-1,0 0,0-1,0 1,0-2,1 1,-1-1,1 0,-1-1,1 0,0 0,-1-1,1 0,5-1,11-1,-1-2,1 0,-1-1,0-2,13-5,91-46,-85 32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5:58.9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522 1504,'602'-24,"-220"5,-33 10,28 17,-339-6,-45-5</inkml:trace>
  <inkml:trace contextRef="#ctx0" brushRef="#br0" timeOffset="988.23">2420 809,'-10'23,"1"-1,1 2,2-1,0 1,1 0,1 0,1 0,1 1,2 17,3 94,6-1,6 0,6-1,13 32,-32-157,37 190,6 4,-10 1,-9 2,-8 0,-10 9,-8-181,-2 0,-1 1,-2-2,-1 1,-2-1,-1 0,-13 30,7-35,15-28,0-1,0 1,0 0,0 0,0-1,0 1,0 0,0-1,0 1,0 0,0 0,0-1,0 1,-1 0,1 0,0-1,0 1,0 0,0 0,-1 0,1-1,0 1,0 0,0 0,-1 0,1 0,0-1,0 1,-1 0,1 0,0 0,0 0,-1 0,1 0,0 0,0 0,-1 0,1 0,0 0,-1 0,1 0,0 0,0 0,-1 0,5-22</inkml:trace>
  <inkml:trace contextRef="#ctx0" brushRef="#br0" timeOffset="1803.158">2340 1023,'146'-24,"-119"22,55-6,1 4,-1 4,0 3,1 4,-2 3,1 4,-2 4,0 2,-1 5,-2 3,0 3,8 8,-18-1,-3 3,-1 2,-2 3,-2 3,-2 2,-2 2,-3 3,-3 3,-2 1,-2 2,-4 2,-2 2,-3 2,7 24,-23-43,-2 2,-2 0,-2 0,-2 1,-3 1,-2 0,-3 0,-2 1,-2-1,-2 1,-10 51,5-73,-1-2,-1 1,-2-1,-1-1,-2 0,0 0,-2-2,-1 0,-1-1,-2 0,0-2,-2 0,0-1,-2-2,0 0,-1-2,-1 0,-13 5,-4 0,0-3,-2-1,0-2,-2-2,1-2,-2-2,-46 5,2-6,0-4,-1-5,-68-7,140 4,15-1,-1 2,1-1,-1 1,1 0,-1 0,1 0,-1 1,1 0,0 0,-1 1,-4 2,11-4,-1 1,0-1,1 0,-1 1,1-1,-1 1,1-1,-1 1,1 0,-1-1,1 1,-1 0,1-1,0 1,-1 0,1-1,0 1,0 0,0-1,0 1,-1 0,1 0,0-1,0 1,0 0,0 0,1-1,-1 1,0 0,0 0,0-1,0 1,1 0,-1-1,0 1,1 0,-1-1,1 1,-1 0,1-1,-1 1,1-1,-1 1,1-1,-1 1,1-1,0 1,-1-1,1 0,0 1,-1-1,1 0,0 0,-1 1,1-1,0 0,0 0,-1 0,1 0,0 0,0 0,-1 0,1 0,0 0,0 0,-1-1,1 1,0 0,0 0,14-2</inkml:trace>
  <inkml:trace contextRef="#ctx0" brushRef="#br0" timeOffset="2543.238">4453 2106,'-2'6,"1"1,0-1,1 1,0-1,0 1,0-1,1 1,0 0,0-1,1 0,-1 1,1-1,1 0,-1 0,1 0,0 0,1-1,-1 1,1-1,0 0,1 0,-1 0,1 0,0-1,0 0,1 1,12 10,2-1,-1-1,2-1,0-1,0 0,1-2,0 0,1-1,-1-2,2 0,-1-2,0 0,1-2,0 0,0-2,0 0,-1-2,20-3,-33 4,1 0,-1-1,0 0,1-1,-1 0,0-1,-1 0,1 0,-1-1,1-1,-1 1,-1-1,1-1,-1 1,0-2,-1 1,0-1,0 0,0 0,-1-1,0 0,-1 0,0 0,-1-1,0 0,2-5,-5 0,0-1,-1 0,-1 0,0 0,-1 1,-1-1,0 1,-1-1,-1 1,0 0,-1 0,-1 1,0 0,-1 0,-1 1,0 0,0 0,-2 1,1 0,-1 1,-1 0,0 1,-1 0,0 1,0 1,-1-1,-3 0,0 1,0 0,0 1,-1 1,0 0,0 2,-1 0,1 1,-1 1,0 0,1 2,-1 0,0 1,-1 1,8-1,-1 1,1 1,0 0,1 0,-1 1,0 1,1 0,0 0,0 1,1 1,0-1,0 2,0 0,1 0,0 0,1 1,0 0,0 1,1 0,0 0,-4 10,7-14,2 1,-1-1,1 1,-1 0,2 0,-1 0,1 0,0 0,1 0,-1 0,2 0,-1 0,1 0,0 0,0 0,1 0,-1 0,2 0,-1-1,1 1,0-1,0 1,1-1,0 0,0-1,2 3,46 38,5-9</inkml:trace>
  <inkml:trace contextRef="#ctx0" brushRef="#br0" timeOffset="2835.369">5134 2025,'66'-6,"0"3,50 4,-53 0,1438-4,-1442 2,-36 2,-32 6,-18 1</inkml:trace>
  <inkml:trace contextRef="#ctx0" brushRef="#br0" timeOffset="3542.241">3088 3415,'-15'0,"-11"0,-5 0,-4 0,-5 0,-5 3,-4 2,-2 3,0 1,9-2</inkml:trace>
  <inkml:trace contextRef="#ctx0" brushRef="#br0" timeOffset="4079.217">2500 3068,'-394'12,"-171"-12,-273 7,802-6,-40 1,1 4,-41 8,101-9,35-7,5-2</inkml:trace>
  <inkml:trace contextRef="#ctx0" brushRef="#br0" timeOffset="4947.968">923 1424,'-45'5,"-1"-2,1-3,-1-1,-16-3,-38-7,0 5,-1 5,1 3,-71 13,158-14,0 1,0 1,0 0,1 1,-1 0,1 1,-6 3,18-8,1 0,-1 0,0-1,0 1,0 0,1 0,-1 0,0 0,1 0,-1 0,0-1,0 1,1 0,-1 0,0 0,0 0,1 0,-1 0,0 0,1 0,-1 0,0 1,0-1,1 0,-1 0,0 0,0 0,1 0,-1 0,0 0,0 1,1-1,-1 0,0 0,0 0,0 1,1-1,-1 0,0 0,0 1,0-1,0 0,0 0,1 1,-1-1,0 0,0 0,0 1,0-1,0 0,0 0,0 1,0-1,0 0,0 1,0-1,0 0,0 0,0 1,0-1,-1 0,1 0,0 1,0-1,0 0,0 0,0 1,-1-1,1 0,13 1</inkml:trace>
  <inkml:trace contextRef="#ctx0" brushRef="#br0" timeOffset="5553.544">776 448,'-12'0,"0"1,1 1,-1 1,0-1,1 2,-1-1,1 2,0 0,0 0,1 0,-1 2,2-1,-1 1,0 1,1 0,1 0,-1 0,1 2,-8 9,1 0,1 0,1 2,0-1,2 2,0 0,2 0,-4 11,9-20,1-1,0 0,0 1,1 0,1 0,0-1,1 14,0-23,0 1,1-1,-1 1,1-1,0 1,0-1,0 0,0 1,1-1,-1 0,1 0,0 0,0 0,0 0,0 0,1-1,-1 1,1-1,-1 1,1-1,0 0,0 0,0 0,0 0,0-1,1 0,-1 1,0-1,1 0,2 0,8 0,-1-1,0-1,1 0,-1 0,0-2,1 0,-1 0,-1-1,1-1,-1 0,1 0,-1-1,-1-1,1 0,-1-1,8-8,4-3,-2-1,0-2,-1 0,-2-1,0-1,-1-1,-2 0,0-1,-2 0,-1-2,-1 1,-1-1,-2-1,-1 0,-1 0,-1 0,-2-1,-1 1,-1-1,-2-16,0 21,-1 0,-1 1,-1-1,-1 1,-2-6,4 21,1 0,-1 1,-1-1,0 1,0 0,0 0,-1 1,0-1,-1 1,0 0,0 1,0-1,-1 1,0 0,0 1,-1-1,3 4,1-1,-1 1,0 0,1 0,-1 1,0-1,0 1,-1 0,1 1,0-1,0 1,0 0,0 0,-1 0,1 1,0 0,0 0,0 0,0 1,0 0,1 0,-1 0,0 0,1 1,-1 0,1-1,-1 3,-4 2,0 1,1 0,0 0,1 1,-1 0,2 1,-1-1,2 1,-1 1,1-1,-3 11,0 10,1 0,2 1,1-1,2 1,1 0,1-1,2 1,1 0,1-1,2 1,1-1,2-1,1 1,1-2,1 1,2-2,1 0,1 0,7 7,90 146,-112-181,0 2,0-1,0 0,1 1,-1-1,0 1,-1-1,1 1,0 0,0-1,-1 1,1 0,-1 0,1-1,-1 1,0 0,1 0,-1 0,0 0,0-1,-1 1,1 0,0 0,-1 0,1-1,-1 1,1 0,-1 0,0-1,1 1,-1-1,0 1,-1 0,-11 6</inkml:trace>
  <inkml:trace contextRef="#ctx0" brushRef="#br0" timeOffset="6201.219">1150 621,'0'5,"0"8,0 9,0 9,0 7,0 6,0 4,0 1,-2-1,-1-4,0-7,1-8,0-9</inkml:trace>
  <inkml:trace contextRef="#ctx0" brushRef="#br0" timeOffset="6461.096">1110 555,'7'11,"9"13,13 10,13 7,13 4,6 4,2-3,-3-2,-9-3,-14-3,-22-3,-27-3,-27-2,-26-1,-17-5,-11-3,-3-5,15-6</inkml:trace>
  <inkml:trace contextRef="#ctx0" brushRef="#br0" timeOffset="7238.95">963 2173,'-12'3,"0"2,0-1,0 2,1 0,0 0,0 1,0 0,1 1,0 0,1 1,0 0,0 0,1 1,0 0,0 0,1 1,1 0,0 1,0-1,1 1,1 0,0 0,1 0,-2 10,3-12,-1-1,2 1,-1 0,1 0,1 0,0 0,0 0,1 0,1 4,-1-10,-1-1,1 1,0-1,1 1,-1-1,0 1,1-1,0 0,0 0,0 0,0 0,0 0,1 0,-1-1,1 1,0-1,0 0,0 0,0 0,0 0,0 0,0-1,1 1,-1-1,1 0,-1 0,2 0,6-1,-1 0,1-1,0 0,0-1,-1 0,1 0,-1-2,0 1,1-1,-2 0,1-1,0-1,-1 1,0-1,0-1,-1 0,0 0,0 0,2-4,13-12,-1-2,-2 0,0 0,-2-2,-1-1,-1 0,-1-1,-2 0,-1-1,-1-1,-1 0,-2 0,-2-1,0 0,-2 0,-2 0,-1-1,-1 1,-2-1,-3-13,3 33,0 0,-1-1,-1 1,0 0,-1 1,0-1,-1 1,0 0,-5-5,8 12,-1 0,1 0,-1 1,0 0,0 0,-1 0,1 0,-1 1,0 0,1 0,-2 0,1 0,0 1,0 0,-1 0,0 0,1 1,-1 0,0 0,1 0,-1 1,0-1,-1 2,-1-1,1 1,-1 0,1 1,-1 0,1 0,-1 0,1 1,0 0,0 1,1 0,-1 0,1 0,0 1,0-1,0 2,1-1,-1 1,1-1,0 1,1 1,0-1,0 1,-3 5,1 1,0 1,1 0,1 1,0-1,0 1,2-1,0 1,0 0,2 0,0 0,1 14,4 3,2 0,0 0,2 0,2-1,1-1,1 0,1-1,2 0,7 8,36 52,5-3,15 10,-53-64,-5-8,0 1,-2 1,-1 1,7 15,-16-20</inkml:trace>
  <inkml:trace contextRef="#ctx0" brushRef="#br0" timeOffset="7560.119">1859 2400,'-1'-5,"0"0,-1 1,1-1,-1 1,1-1,-1 1,-1-1,1 1,-1 0,1 0,-1 0,0 0,-1 1,1-1,-1 1,1 0,-1 0,0 0,0 1,0-1,-1 1,1 0,0 0,-1 0,0 1,1-1,-1 1,0 1,-4-2,-4 1,-1 0,1 1,-1 0,1 1,0 1,-1 0,1 1,0 0,0 1,-5 2,7-1,1 0,-1 0,1 1,0 0,0 1,1 0,0 0,0 1,1 0,0 1,-2 2,7-6,0-1,0 0,0 1,0 0,1 0,0 0,0 0,0 0,0 0,1 0,0 1,0-1,1 0,-1 1,1-1,0 1,1-1,-1 0,1 1,0-1,0 0,1 0,0 1,0-1,1 1,4 4,0 0,1 0,0-1,1 0,0 0,1-1,-1-1,1 1,1-2,0 1,-1-1,2-1,-1 0,1-1,0 0,0 0,9 0,24 7,0-2,0-2,1-2,0-2,-1-2,23-4,37-5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13.5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1,'14'0,"13"7,14 11,9 16,2 19,2 20,-3 19,-12 15,-13 14,-26 8,-39 5,-55 0,-11-23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12.4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314 0,'-22'7,"-15"9,-10 13,-6 17,1 20,6 16,10 13,15 8,21 0,22-3,20-10,18-11,13-15,7-16,-11-15</inkml:trace>
  <inkml:trace contextRef="#ctx0" brushRef="#br0" timeOffset="547.395">689 294,'11'155,"-9"114,-1-243,-2 1,-1-1,-2 0,-5 24,1-28,8-22,0 0,1 0,-1-1,0 1,0 0,0-1,0 1,0 0,1-1,-1 1,0 0,0-1,0 1,0 0,0-1,0 1,0 0,0-1,0 1,0 0,0-1,-1 1,1 0,0-1,0 1,0 0,0-1,0 1,-1 0,1-1,0 1,0 0,-1 0,1-1,0 1,0 0,-1 0,1 0,0-1,-1 1,1 0,0 0,-1 0,1 0,0 0,-1 0,1-1,0 1,-1 0,1 0,0 0,-1 0,1 0,0 0,-1 0,1 1,0-1,-1 0,1 0,0 0,-1 0,1 0,0 0,-1 1,1-1,0 0,0 0,-1 1,1-1,0 0,-4-37,1-1,2 1,2 0,3-18,0 6,2 0,3 1,1 1,3-1,3-1,28-40,-42 87,-1 0,1 0,-1 0,1 0,-1 0,1 0,0 0,0 1,0-1,0 1,0-1,1 1,-1 0,0 0,0 0,1 0,-1 0,1 1,-1-1,1 1,-1 0,1-1,-1 1,1 0,-1 0,1 1,-1-1,1 0,-1 1,1 0,-1-1,0 1,1 0,-1 0,0 1,2 0,8 8,-1 1,0 0,-1 1,0 0,-1 0,-1 1,0 1,0-1,-1 1,-1 0,-1 1,0-1,2 10,-4-19,-1 0,0 0,0 1,-1 0,1-1,-1 1,0 0,0-1,-1 1,0 0,0 0,0 0,-1-1,0 1,0 0,0 0,-1-1,0 1,0-1,0 0,-1 1,0-1,0 0,0 0,0-1,-1 1,0-1,0 0,0 0,0 0,-1 0,-8 3,1-1,-1 0,0-1,0-1,-1 0,1-1,-1 0,-13 1,-23 5,38 2,33 0,34 4,1-2,0-3,1-2,9-2,-56-5,164 9,-141-12</inkml:trace>
  <inkml:trace contextRef="#ctx0" brushRef="#br0" timeOffset="791.819">595 40,'14'-3,"18"3,22 2,21 2,22 2,12 0,6-1,-3-1,-10-2,-21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08.4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12 478,'-11'104,"22"-159,-10 48,1-13,0 1,2-1,0 1,1 0,1 0,1 0,0 1,1 0,2 0,-1 1,2 1,4-5,-12 17,1 1,0 0,0-1,1 2,-1-1,0 0,1 1,0 0,-1 0,1 0,0 1,0 0,0 0,0 0,0 0,1 1,-1 0,0 0,0 0,0 1,0-1,0 1,0 0,0 1,0-1,0 1,-1 0,4 2,6 3,0 1,-1 0,1 1,-2 1,1 0,-1 1,-1 0,7 8,-7-7,-1 1,0-1,-1 2,0-1,-1 1,-1 0,0 1,-1 0,3 12,-9-25,1 1,-1 0,0 0,0 0,0 0,0-1,-1 1,1 0,-1 0,1-1,-1 1,0 0,0-1,0 1,-1-1,1 1,-1-1,1 0,-1 1,0-1,0 0,0 0,0 0,0 0,0-1,0 1,-1 0,1-1,-1 0,1 0,-1 1,1-1,-1-1,0 1,1 0,-1-1,0 1,0-1,0 0,1 0,-1 0,0 0,0-1,-1 2,1-1,-1 0,1 0,-1 0,0 0,1-1,-1 1,1-1,-1 0,1 0,0-1,-1 1,1-1,0 1,0-1,0 0,0 0,0 0,0-1,1 1,-1-1,1 1,-1-1,1 0,0 0,0 0,1 0,-1 0,0 0,1-1,0 1,0 0,0-1,0-2,3-2,0 0,0 0,1 0,0 0,1 0,-1 1,1-1,1 1,0 0,0 0,0 1,1-1,0 1,0 0,0 1,1 0,0 0,0 0,0 1,1 0,7-3,4-4,1 0,1 2,0 0,0 2,0 0,1 1,0 1,1 1,-1 1,22 1,-41 2,0 0,0 0,0 1,0-1,0 1,0 0,0 0,0 0,0 0,-1 1,1-1,-1 1,1-1,-1 1,1 0,-1 0,0 0,0 0,0 1,0-1,0 0,0 1,-1 0,1-1,-1 1,0 0,0 0,0-1,0 1,0 0,0 0,-1 2,49 253,-31-161,-2-25,-4 0,-3 1,-3 1,-3 8,-3-70,0-1,0 1,-1-1,-1 0,1 0,-2 1,0-1,0 0,-1-1,0 1,-1-1,-4 6,9-15,0-1,-1 1,1-1,0 0,-1 1,1-1,0 0,-1 1,1-1,0 0,-1 0,1 1,-1-1,1 0,-1 0,1 0,0 1,-1-1,1 0,-1 0,1 0,-1 0,1 0,-1 0,1 0,-1 0,1 0,-1 0,1 0,-1-1,1 1,0 0,-1 0,1 0,-1-1,1 1,-1 0,1 0,0-1,-1 1,1 0,0-1,-1 1,1 0,0-1,-1 1,1-1,0 1,0 0,0-1,-1 1,1-1,0 1,0-1,0 1,0-1,0 1,-7-19</inkml:trace>
  <inkml:trace contextRef="#ctx0" brushRef="#br0" timeOffset="273.335">802 718,'-27'-200,"-27"-14,34 131,21 81,0 1,0-1,0 1,-1-1,2 1,-1 0,0-1,0 1,0 0,0 0,1 0,-1 0,1 0,-1 0,1 0,-1 0,1 1,-1-1,1 0,0 1,-1-1,1 1,0 0,0 0,-1 0,1-1,0 2,-1-1,1 0,0 0,0 0,-1 1,1-1,0 1,-1-1,1 1,-1 0,1 0,-1 0,1 0,-1 0,0 0,2 1,-1-1,271 111,-262-107,-7-4,1 0,-1 1,0 0,0-1,0 1,-1 1,1-1,0 1,-1-1,1 1,-1 0,0 0,0 0,0 1,-1-1,1 1,1 3,-5-5,0 1,0-1,-1 0,1 1,0-1,-1 0,0 0,0 0,1-1,-1 1,0 0,0-1,-1 1,1-1,0 1,0-1,-1 0,1 0,-1 0,1-1,-1 1,1 0,-1-1,1 0,-1 1,0-1,0 0,0 0,-149 25,135-18,9 0</inkml:trace>
  <inkml:trace contextRef="#ctx0" brushRef="#br0" timeOffset="864.718">1256 505,'-14'-435,"14"434,0 0,-1 0,1-1,0 1,0 0,0 0,1-1,-1 1,0 0,0 0,1 0,-1-1,1 1,-1 0,1 0,-1 0,1 0,0 0,-1 0,1 0,0 0,0 0,0 0,0 0,0 0,0 1,0-1,0 0,0 1,0-1,0 1,0-1,1 1,-1 0,0-1,0 1,1 0,-1 0,0 0,0 0,1 0,-1 0,0 0,0 0,1 0,-1 1,0-1,0 0,0 1,0-1,1 1,-1 0,176 48,-158-44,-2-2,-1 1,0 1,0 0,0 1,-1 1,0 1,0 0,10 7,-23-13,0 1,0-1,0 0,0 1,0 0,0-1,-1 1,1 0,-1 0,0 0,0 0,0 0,0 0,0 0,-1 0,1 0,-1 0,0 1,0-1,0 0,0 0,-1 0,1 0,-1 0,0 0,0 1,0-2,0 1,-1 0,1 0,-1 0,1-1,-1 1,0 0,0-1,0 0,-1 1,1-1,0 0,-1 0,-4 5,5-6,1 0,-1 0,1-1,-1 1,1 0,0 0,-1 0,1 0,0 1,0-1,0 0,0 0,0 1,0-1,0 1,1-1,-1 1,0-1,1 1,-1-1,1 1,-1-1,1 1,0 0,0-1,0 1,0 0,0-1,0 1,0-1,1 1,-1 0,0-1,1 1,-1-1,1 1,0-1,0 2,7 0,0 0,-1-1,1 0,0 0,0-1,0 0,0 0,0-1,0 0,1-1,3 0,-6 1,35-2,0-2,-1-1,1-2,-1-2,-1-2,0-1,14-9,-46 19,0-1,-1 0,1 0,-1-1,0 0,0 0,0-1,-1 1,1-1,-1-1,0 1,-1-1,1 1,-1-1,0-1,-1 1,1 0,-1-1,0 0,-1 0,0 1,0-1,0-1,-1 1,0 0,-1 0,1-1,-1 1,-1 0,1 0,-1-1,-1 1,1 0,-1 0,-1 0,1 0,-4-5,5 9,0 1,-1-1,0 0,0 1,1-1,-2 1,1 0,0 0,0 0,-1 0,1 0,-1 0,1 0,-1 1,0 0,0-1,0 1,0 0,1 0,-2 1,1-1,0 0,0 1,0 0,0 0,0 0,0 0,0 0,0 1,0-1,0 1,0 0,0 0,0 0,0 0,0 1,1-1,-1 1,0 0,1-1,-1 1,1 0,0 1,0-1,0 0,0 1,0-1,0 1,0-1,1 1,-1 0,0 7,1 1,0 0,0-1,1 1,1 0,-1 0,2-1,-1 1,2-1,-1 1,1-1,1 0,0 0,0 0,1-1,0 1,1-1,0-1,0 1,1-1,0 0,1 0,2 1,11 11,1-2,0 0,2-2,0 0,1-2,0 0,1-2,0-1,1-1,10 2,32 7</inkml:trace>
  <inkml:trace contextRef="#ctx0" brushRef="#br0" timeOffset="2325.102">186 2069,'28'-102,"-10"38,-2-1,-2-1,3-63,-23 68,5 60,1-1,-1 0,1 1,-1-1,1 1,-1 0,0-1,0 1,0 0,0-1,0 1,0 0,0 0,0 0,-1 0,1 0,0 0,-1 0,1 0,0 1,-1-1,1 0,-1 1,1-1,-1 1,1 0,-1-1,0 1,1 0,-1 0,1 0,-1 0,0 0,1 1,-1-1,1 0,-1 1,0-1,0 0,0 0,0 1,1-1,-1 1,0 0,1 0,-1-1,0 1,1 0,-1 0,1 0,-1 1,1-1,0 0,-1 0,1 1,0-1,0 1,0-1,0 1,0 0,0-1,1 1,-1 0,0-1,1 1,0 0,-1 0,1 0,0-1,0 1,0 0,0 0,0 0,0 0,0-1,1 1,-1 0,1 0,-1 0,1-1,0 1,0 0,0-1,0 1,0-1,0 1,1 0,8 4,0 0,0-1,0-1,1 1,0-2,0 0,0 0,0-1,0 0,0-1,1 0,9-1,-1 2,32 1,-26-2,-1 1,1 1,0 1,-1 1,16 6,-37-10,0 0,-1 1,1 0,0 0,-1 0,1 0,-1 0,0 0,0 1,0 0,0 0,0 0,-1 0,1 0,-1 0,0 1,0-1,0 1,0-1,0 1,-1 0,0 0,0 0,0-1,0 1,-1 0,1 0,-1 1,0-1,0 0,0 0,-1 1,-52 169,52-171,1-1,0 1,0 0,0-1,0 1,0 0,0-1,1 1,0 0,-1-1,1 1,0 0,0-1,0 0,0 1,1-1,-1 0,1 1,-1-1,1 0,0 0,0 0,0 0,0-1,0 1,0 0,1-1,-1 0,0 1,1-1,-1 0,1 0,2 0,91 9,-78-12,1 0,-1-1,0-1,-1 0,1-2,-1 0,0-1,0 0,-1-1,0-1,0-1,-1 0,0-1,-1-1,-1 0,10-11,-19 20,-1-1,0 1,-1 0,1-1,0 0,-1 1,0-1,0 0,0 0,0 0,-1-1,1 1,-1 0,0 0,-1-1,1 1,-1-1,0 1,0-1,0 1,0 0,-1-1,0 1,0-1,0 1,0 0,-1 0,0 0,1 0,-2 0,1 0,0 0,-1 0,0 1,1 0,-1-1,-1 1,1 0,-1 0,-1 1,-1 1,1-1,0 1,-1 1,1-1,-1 1,1 0,-1 0,1 0,-1 1,1 0,-1 0,1 0,0 1,0 0,-1 0,1 0,0 0,1 1,-1 0,0 0,1 0,0 1,0 0,0-1,0 1,0 1,1-1,0 0,0 1,0 0,0 0,1 0,0 0,0 0,0 0,0 0,1 1,0-1,0 1,1-1,0 1,-1-1,2 1,-1-1,1 0,0 1,0-1,0 1,1-1,-1 0,3 5,3-2,0 1,0-1,0 0,1 0,0-1,1 0,-1-1,1 0,1 0,-1-1,1 0,0 0,0-1,0-1,1 0,-1 0,8 0,35 9</inkml:trace>
  <inkml:trace contextRef="#ctx0" brushRef="#br0" timeOffset="3138.285">1470 1534,'-4'-1,"0"0,0 0,-1 0,1 1,0 0,0 0,0 0,0 0,0 1,0 0,0 0,0 0,0 0,0 0,1 1,-1 0,0-1,1 1,-1 1,1-1,0 0,-1 1,1 0,1 0,-1 0,0 0,1 0,-1 1,1-1,0 1,0-1,0 1,1 0,-1-1,1 1,0 0,0 0,1 0,-1 0,1 0,-1 1,1-1,1 0,-1 0,1 0,0 3,5 8,0 0,2 0,0-1,0 0,1-1,1 1,0-2,6 5,5 9,-7-8,-3-6,-1 1,0 0,-1 0,-1 1,0 1,0-1,2 11,-9-23,0 0,-1 0,1 1,-1-1,1 0,-1 0,0 1,0-1,0 0,0 0,-1 1,1-1,0 0,-1 0,0 0,1 0,-1 1,0-1,0 0,0 0,-1 0,1-1,0 1,-1 0,1 0,-1-1,1 1,-1-1,0 1,0-1,0 0,0 0,0 0,0 0,0 0,-1 1,-83 9,78-12,1 0,-1 0,1-1,0 0,0 0,-1-1,2 1,-1-2,0 1,-5-5,10 7,0 0,0 0,0-1,1 1,-1-1,0 1,1-1,-1 0,1 0,0 0,0 0,0 0,-1 0,2 0,-1 0,0 0,0 0,1 0,-1-1,1 1,0 0,0 0,-1-1,1 1,1 0,-1 0,0-1,1 1,-1 0,1 0,-1 0,1-1,0 1,0 0,0 0,0 0,1-1,7-6,0 0,1 1,-1 0,1 0,1 1,0 0,0 1,0 0,1 1,-1 0,1 1,0 0,12-1,-21 4,98-26,-77 23,0-1,0-1,-1-2,0 0,-1-1,1-1,-2-1,1-1,-2-1,16-13,-34 25,0 0,0 0,0 0,-1 0,1-1,0 1,-1 0,1-1,-1 0,1 1,-1-1,0 0,1 0,-1 0,0 1,0-1,-1 0,1-1,0 1,-1 0,1 0,-1 0,1 0,-1 0,0 0,0-1,0 1,0 0,-1 0,1 0,-1 0,1-1,-1 1,1 0,-1 0,0 0,0 0,0 0,0 1,-1-1,1 0,0 0,-1 1,1-1,-1 1,0-1,1 1,-2-1,-1 1,1 0,-1 0,0 0,0 0,1 1,-1-1,0 1,0 0,0 0,1 1,-1-1,0 1,0 0,1 0,-1 0,0 0,1 1,-1-1,1 1,0 0,-1 0,1 0,0 1,0-1,1 1,-1-1,0 1,1 0,-2 2,-2 3,1-1,0 1,0 0,1 1,0-1,0 1,1 0,0 0,0 0,1 0,0 7,1-7,1 1,0-1,1 0,0 0,1 1,0-1,0 0,1-1,0 1,0 0,1-1,0 0,1 1,0-2,0 1,0-1,1 1,0-1,1-1,0 0,0 0,0 0,1 0,-1-1,1-1,1 1,-1-1,0-1,1 1,2-1,2 2,1 0,-1-1,1-1,0 0,0-1,0-1,0 0,0-1,0 0,1-1,-1-1,0 0,0-1,-1 0,1-1,-1-1,0 0,0-1,10-5,-7-4,0-1,-2 0,0 0,0-2,-2 0,0 0,-1-1,-1 0,-1-1,-1 0,-1-1,0 0,-1 0,-2 0,3-20,20-106,-6 0,-1-106,-20 172,-8 81,-22 81,8 16,5 0,4 2,4-1,4 21,2-85,2-1,1 1,2-1,2 1,0-1,2 0,2 0,1-1,1 0,2 0,1-1,2-1,15 24,21-5,-50-48,-1-1,1 1,0-1,0 0,0 1,0-1,0 0,-1 1,1-1,0 0,0 0,0 0,0 0,0 0,0 0,0 0,0 0,0-1,-1 1,1 0,0 0,0-1,0 1,0-1,0 1,-1-1,1 1,0-1,0 1,-1-1,1 1,-1-1,1 0,0 0,-1 1,1-1,-1 0,1 0,7-16</inkml:trace>
  <inkml:trace contextRef="#ctx0" brushRef="#br0" timeOffset="3406.3">2072 1400,'-78'-65,"77"64,1 1,0-1,-1 1,1-1,0 0,-1 1,1-1,0 1,0-1,0 0,-1 1,1-1,0 0,0 1,0-1,0 0,0 0,0 1,0-1,1 0,-1 1,0-1,0 1,0-1,1 0,-1 1,0-1,1 1,-1-1,1 0,-1 1,0-1,1 1,-1-1,1 1,-1 0,1-1,0 1,-1-1,1 1,-1 0,1 0,0-1,-1 1,1 0,0 0,-1 0,1 0,0 0,-1-1,1 1,0 0,-1 1,2-1,127-17,546 2,-562 15,-46 0,60 0,85 12,-198-11,-5-1,1 1,-1 0,0 1,1 0,-1 0,0 1,-1 0,1 0,5 4,-6 9,-17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1.5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2.1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93 0,'-2'19,"-3"18,-3 23,-3 18,1 17,0 10,2 8,-1 1,0-6,-2-12,2-22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2.8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124 463,'0'-5,"-1"-39,2 0,2 1,2-1,7-28,-9 61,0 0,1-1,0 1,0 1,1-1,0 1,1 0,1 0,-1 0,2 1,-1 0,1 0,0 1,1 0,0 1,0 0,1 0,0 1,9-4,-7 5,0 0,0 2,1-1,-1 2,1 0,0 0,0 1,0 1,0 0,0 0,-1 2,1 0,0 0,0 1,-1 0,0 1,0 1,0 0,0 1,-1 0,1 0,-2 1,1 1,-1 0,0 0,-1 1,0 0,0 1,-1 0,0 0,-1 1,0 0,0 0,-2 1,1-1,-1 1,-1 1,0-1,-1 1,0-1,-1 1,-1 0,0 4,-1-1,-1 0,-1 0,-1 0,0 0,-1 0,-1 0,0-1,-1 0,-1 0,0-1,-1 0,-1 0,0 0,-1-1,-2 2,-9 9,-1-1,-2 0,1-2,-2-1,-1-1,-1-1,-8 3,13-8,-1 0,-1-2,0 0,0-2,-1-1,0-1,-1-1,1-1,-1-1,0-1,-2-2,23 0,0-1,-1-1,1 1,0-1,0 0,-1 0,1 0,0 0,0-1,0 0,0 0,1-1,-1 1,1-1,-1 0,1 0,0-1,0 1,0-1,-2-3,5 6,1 0,-1 0,1 1,-1-1,1 0,-1 0,1 0,0 0,0-1,-1 1,1 0,0 0,0 0,0 0,0 0,0 0,0 0,0 0,1 0,-1 0,0 0,0 0,1 0,-1 0,1 0,-1 0,1 0,-1 0,1 0,0 0,-1 0,1 1,0-1,0 0,0 1,-1-1,1 0,0 1,0-1,0 1,0-1,0 1,0 0,0-1,0 1,0 0,0 0,0 0,1 0,-1-1,0 2,0-1,0 0,0 0,1 0,8 2,0 0,0 0,-1 1,1 1,-1-1,1 1,-1 1,0 0,-1 0,1 1,-1 0,3 3,-5-5,296 245,-230-193,2-3,3-4,12 3,-69-42,0-1,0-1,1-1,0 0,1-2,-1 0,1-2,21 1,-33-3,-1-1,1 0,-1-1,1 0,-1-1,1 0,-1 0,0-1,0 0,0 0,0-1,0 0,-1-1,0 0,0 0,0-1,-1 0,1-1,-2 1,1-1,2-4,-1-2,-1-1,0 0,-2 0,1 0,-2-1,0 0,0 0,-2 0,0 0,0 0,-2-1,0 1,0 0,-2-1,0 1,-1 0,0 0,-1 0,0 1,-2-1,0-1,2 5,-1 1,0 0,0 0,-1 0,0 1,0-1,-1 2,0-1,-1 1,0 0,0 0,-1 1,7 5,0 1,0 0,0-1,0 1,0 0,-1 0,1 0,0 0,-1 1,1-1,0 1,-1-1,1 1,-1 0,1 0,0 0,-1 0,1 0,-1 0,1 1,0 0,-1-1,1 1,0 0,-1 0,1 0,0 0,0 0,0 1,0-1,0 1,0-1,1 1,-1 0,0-1,1 1,-1 0,1 0,-1 1,-3 6,-1 0,2 0,-1 0,1 1,1-1,0 1,0 0,-1 8,2-7,0-1,1 1,0 0,0-1,1 1,1 0,0-1,0 1,1 0,0-1,1 0,0 1,1-1,0 0,0-1,1 1,1-1,-1 0,2 0,-1-1,1 1,8 6,-2-5,0-1,1 0,1-1,-1-1,1 0,0-1,1 0,0-2,0 0,12 2,164 12,-189-17,104 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4.3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474 854,'-15'-3,"0"1,-1 1,1 1,0 0,-1 1,1 0,0 1,0 1,0 1,0 0,0 1,1 0,0 1,0 1,-11 7,5-2,0 1,1 1,1 1,0 0,1 2,1 0,0 0,2 2,-13 18,-9 41,35-75,0-1,1 1,-1 0,1 0,-1-1,1 1,0 0,0 0,0-1,1 1,-1 0,0-1,1 1,0 0,0-1,0 1,0-1,0 1,0-1,1 1,-1-1,1 0,0 0,-1 0,1 0,0 0,0 0,3 1,4 1,1-1,-1-1,1 0,0 0,0-1,0 0,0-1,1 0,-1 0,0-1,0-1,0 0,-1 0,1-1,0 0,-1 0,0-1,1-1,3-2,8-1,1-2,-1 0,-1-1,0-1,-1-1,0-1,-1 0,0-2,-1 0,-1 0,-1-2,0 0,-1-1,-1 0,8-18,-11 24,-6 33,22 127,6-1,6-1,13 14,4 19,19 127,-68-284,-1 0,-1 0,-1 1,-1-1,-1 1,-1 0,-1-1,0 1,-2 0,-1-1,0 0,-2 0,0 0,-6 12,8-27,1-1,-1 1,0-1,0 0,-1 0,0-1,1 1,-1-1,-1 0,1-1,-1 1,1-1,-1 0,0 0,0-1,0 0,-1 0,1 0,0-1,-1 0,1 0,-1 0,1-1,-1 0,0-1,1 1,-1-1,1 0,0-1,-1 0,1 0,0 0,0 0,-3-3,-10-8,0 0,0-2,2 0,0-1,0-1,2 0,0-1,1-1,1 0,0-1,2 0,0-1,2-1,0 1,1-1,2-1,0 1,-1-15,3 11,2 1,1-1,1 0,1 0,1 0,1 0,2 1,0-1,2 1,1 0,1 1,1 0,1 0,1 1,1 1,0 0,2 1,1 0,1 1,11-10,43-41,3 2,3 4,3 4,3 3,2 3,23-7,27-11,-128 70,-4 1,0 0,0 0,0 1,0-1,1 1,-1 0,0 0,1 0,-1 0,1 1,-1-1,1 1,-1 0,1 0,-1 0,2 1,-4 0,0 0,0 0,0 0,0 0,0 0,0 1,0-1,-1 0,1 1,0-1,-1 0,1 1,-1-1,0 1,1-1,-1 0,0 1,0-1,0 1,0-1,0 1,0-1,0 1,0-1,-1 1,1-1,-1 1,0 0,-12 57,7-40,1-1,2 1,0 0,0 0,2 16,1-30,0-1,1 1,-1-1,1 1,0-1,1 1,-1-1,1 0,-1 0,1 1,1-1,-1-1,1 1,-1 0,1 0,0-1,0 0,1 0,-1 0,1 0,-1 0,1 0,0-1,0 0,0 0,2 1,1-1,0 1,1-1,-1 0,1-1,0 0,0 0,-1-1,1 0,0 0,0-1,0 0,-1 0,1 0,-1-1,1-1,-1 1,0-1,1 0,-1-1,-1 0,1 0,-1 0,2-3,8-4,-2-1,0-1,0 0,-2-1,1 0,-2-1,0-1,0 0,0-3,2-7,0 0,-2-1,-1 0,-1-1,-1 0,0-12,-19 75,6-11,1 0,1 0,1 1,1-1,1 1,2-1,1 5,-2-21,0 0,1-1,0 1,0-1,1 1,0-1,1 0,-1 0,1 0,0-1,1 1,0-1,0 0,0 0,1-1,-1 0,1 0,1 0,-1-1,1 1,-1-1,1-1,1 0,2 1,9 1,1-2,0 0,0-1,0-1,0-1,0-1,0 0,0-2,0 0,-1-2,1 0,-1-1,0 0,-1-2,0 0,0-2,0 0,10-8,-2 0,0 0,-2-2,0-1,-1-1,-2 0,0-2,-1-1,-2 0,0-1,-2-1,-1-1,-1 0,-1-1,-2 0,-1-1,-1-1,0-8,4-16,-2 0,-3-1,-2 0,-3 0,-2 0,-3 0,-2 0,-2 0,-3 1,-3 0,-2 1,10 37,-2 1,0 1,-1-1,-1 1,0 0,-6-6,12 18,0 0,0-1,-1 1,1 1,-1-1,0 0,0 1,0-1,0 1,0 0,0 0,-1 0,1 0,-1 1,1-1,-1 1,0 0,0 0,1 0,-1 1,0-1,0 1,0 0,0 0,0 0,1 1,-1-1,0 1,0 0,-1 1,-6 4,0 1,1 0,0 1,0 0,1 1,0 0,0 0,1 1,0 0,1 0,0 1,0 0,2 0,-1 1,1 0,1 0,-3 9,-7 22,1 1,1 0,3 1,2 0,2 0,2 1,1-1,3 1,2 0,2-1,1 0,3 0,7 20,-5-26,1-1,3-1,0 0,2-1,2 0,2-2,1 0,1-2,2 0,1-2,1 0,2-2,0-1,2-2,19 11,-43-30,0 0,1 0,0-1,1 0,-1 0,1-1,0-1,0 1,0-1,0-1,0 1,1-2,-1 1,1-1,-1-1,1 0,0 0,-1-1,1 0,-1-1,1 0,-1 0,0-1,0 0,6-9,0-1,-2 0,1-1,-2 0,0-1,-1-1,0 1,-1-2,-1 0,-1 0,0 0,4-19,-6 23,42-101,-48 114,0 0,0 1,1-1,-1 0,0 0,0 0,0 0,1 1,-1-1,0 0,0 0,1 0,-1 0,0 0,0 0,1 0,-1 0,0 0,0 1,1-1,-1 0,0 0,0 0,1-1,-1 1,0 0,0 0,1 0,-1 0,0 0,0 0,1 0,-1 0,0 0,0-1,0 1,1 0,-1 0,0 0,0 0,0-1,1 1,-1 0,0 0,0 0,0-1,0 1,0 0,0 0,1-1,-1 1,0 0,0 0,0-1,0 1,0 0,0 0,0-1,0 1,0 0,0 0,0-1,0 1,2 22,-3 53,-1-52,1-1,1 0,1 0,1 0,1 0,1 0,1 0,2 1,-6-18,1 0,0 0,0 0,1-1,0 1,0-1,0 1,0-1,0 0,1 0,0-1,0 1,0-1,0 1,0-1,1-1,-1 1,1-1,0 1,0-1,0-1,0 1,0-1,0 0,0 0,1 0,-1-1,0 0,1 0,-1 0,0 0,0-1,1 0,0-1,29-10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4.6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101 6,'-16'-2,"-8"-1,-2 2,4 4,10 6,16 6,23 3,25 0,4-3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7.6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11,'16'-3,"0"0,1 1,-1 0,0 2,0-1,1 2,-1 0,7 3,-4-3,5 1,0 1,0 1,0 2,-1 0,20 8,-38-12,1 0,-1 0,0 0,0 1,0 0,0 0,0 1,0-1,-1 1,0 0,0 0,0 1,0-1,-1 1,0 0,0 0,0 0,0 0,-1 0,0 0,0 1,0-1,-1 1,0 0,0-1,0 1,-1 2,-1 5,-1 0,0 0,-1 0,0 0,-1 0,-1-1,0 1,-1-1,0 0,0-1,-5 5,-32 46,-3-3,-3-1,-2-3,-3-2,-36 27,8-5,56-46,26-28,0 0,0-1,0 1,0 0,0 0,0 0,0 0,0 0,0 0,1 0,-1 0,0 0,1 0,-1 0,1 0,-1-1,1 1,-1 0,1 0,-1-1,1 1,0 0,-1-1,1 1,0 0,0-1,0 1,-1-1,1 1,0-1,0 0,0 1,0-1,0 0,0 0,0 1,0-1,0 0,0 0,0 0,0 0,-1 0,1-1,0 1,0 0,0 0,0-1,0 1,0 0,0-1,0 1,38 0,0-1,0-3,0-1,29-7,-46 7,186-41,161-59,-284 78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7.9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337 1,'0'18,"-2"31,-6 37,-7 35,-11 29,-11 17,-7 2,-5-7,0-17,7-25,11-25,10-27,11-25,8-20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8.2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59 26,'14'-5,"1"0,-1 1,1 0,-1 1,1 1,0 1,0 0,0 1,0 0,0 1,-1 1,1 0,3 2,-14-2,0 1,1-1,-1 1,0 0,-1 0,1 0,0 1,-1-1,0 1,0 0,0 0,0 0,-1 1,1-1,-1 0,0 1,0 0,-1-1,0 1,1 0,-2 0,1 0,0 0,-1-1,0 1,0 0,-1 0,1 0,-1 0,0 0,0 0,-1-1,1 1,-1 0,0-1,0 1,-1-1,1 0,-4 4,-15 28,-1 0,-2-1,-2-2,0 0,-10 6,-95 127,129-164,0 1,0-1,0 0,1 1,-1-1,1 0,-1 1,1 0,0-1,0 1,0 0,0 0,0 0,0 0,1-1,0 1,0 0,-1 0,2 0,-1 0,0 0,0 0,1 0,0 0,0 0,-1-1,2 1,-1 0,0 0,0-1,1 1,0 0,5 1,-1-1,0-1,1 1,0-1,-1 0,1 0,0-1,0 0,0 0,0-1,3 0,29 0,0-1,-1-2,0-2,0-2,17-5,33-9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8.5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 0,'-5'0,"-1"5,0 8,-1 8,1 11,1-1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6:58.7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0,'0'9,"0"3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03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0,'13'12,"14"3,16-1,17-2,18-6,14-8,10-5,3-2,-4 0,-14 1,-16 5,-18 5,-18 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10.2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366 935,'-10'-5,"0"1,-1 0,1 1,-1 0,0 1,0 0,0 0,0 2,0-1,0 1,0 1,0 0,0 0,0 1,0 1,0 0,1 0,-1 1,1 0,0 1,0 0,1 1,-1 0,1 0,1 1,-1 1,1-1,0 1,1 0,0 1,0 0,1 0,0 0,0 1,1 0,1 0,-1 0,2 1,-1-1,1 2,2-8,0 0,0 0,0-1,0 1,1 0,-1 0,1 0,0 0,0 0,0 0,1-1,0 1,-1 0,1 0,0 0,1-1,-1 1,1 0,0-1,0 0,0 1,0-1,0 0,1 0,-1 0,1 0,0-1,0 1,0-1,0 1,0-1,1 0,3 1,3-1,0-1,0-1,0 0,1 0,-1-1,0 0,0 0,0-1,0-1,0 0,0 0,-1-1,1 0,-1-1,0 0,-1 0,1-1,-1 0,0-1,0 1,-1-2,0 1,0-1,7-8,0 0,-1-1,-1-1,-1 0,0-1,-2 0,0-1,-1 1,-1-2,1-4,6-30,-2-1,-3 0,-1-14,3-46,-6-97,-8 172,-6 30,-2 28,-4 28,3 0,1 1,2 0,2 0,1 32,-1-33,3 1,2 0,2 0,1 0,3-1,2 1,2-1,1 0,5 7,-12-44,0 0,1 0,0-1,0 1,1-1,0 0,0 0,1 0,0 0,0-1,0 1,1-2,0 1,0 0,0-1,1 0,0-1,0 0,0 0,0 0,1-1,0 0,-1 0,1-1,0 0,0 0,1-1,-1 0,0 0,0-1,0 0,1-1,0 0,0-2,-1 0,-1 0,1-1,0 0,-1 0,0-1,0 0,0 0,-1-1,1 0,-2 0,1 0,0-1,-1 0,0 0,-1 0,3-6,2-5,-2 0,1-1,-2 0,-1 0,0 0,-2 0,0-2,0 154,-2-130,0 0,0 0,0 1,0-1,0 0,1-1,0 1,-1 0,1 0,0-1,0 1,1-1,-1 1,0-1,1 0,-1 0,1 0,0 0,0-1,0 1,2 0,15 4</inkml:trace>
  <inkml:trace contextRef="#ctx0" brushRef="#br0" timeOffset="264.356">808 520,'-5'-4,"6"0,11 6,11 6,1 3</inkml:trace>
  <inkml:trace contextRef="#ctx0" brushRef="#br0" timeOffset="511.78">1088 948,'6'16,"2"1,0-1,1-1,0 0,1 0,1-1,0 0,1 0,1-2,0 1,0-2,1 0,1 0,4 1,-18-12,1 1,0 0,0 0,-1-1,1 1,0-1,0 0,0 0,0 1,0-1,0 0,0-1,0 1,-1 0,1 0,0-1,0 1,0-1,0 0,-1 0,1 1,0-1,-1 0,1 0,0-1,-1 1,1 0,-1 0,0-1,0 1,1-1,0-1,31-56,9-99,-25 76,-16 79,-1 0,1 0,0 0,-1 1,2-1,-1 0,0 1,0-1,1 1,-1-1,1 1,0 0,0-1,0 1,0 0,0 0,0 0,1 1,-1-1,1 1,-1-1,1 1,-1 0,1 0,0 0,0 0,0 0,-1 1,1-1,0 1,1 0,21-2</inkml:trace>
  <inkml:trace contextRef="#ctx0" brushRef="#br0" timeOffset="680.329">1850 935,'-3'13,"0"12,1 6,-1 2,2 0,2-1,4-3,5-7,3-8,5-7,-2-6</inkml:trace>
  <inkml:trace contextRef="#ctx0" brushRef="#br0" timeOffset="884.329">1836 547,'-13'-7,"-5"0,3 6,9 8,11 6,6 2</inkml:trace>
  <inkml:trace contextRef="#ctx0" brushRef="#br0" timeOffset="1537.157">2184 733,'4'-2,"-1"-1,1 0,0 1,1 0,-1 0,0 0,0 0,1 1,-1 0,1 0,-1 0,1 0,0 1,-1-1,1 1,0 0,-1 1,1-1,-1 1,1 0,-1 0,1 1,-1-1,1 1,-1 0,0 0,0 0,0 1,0-1,0 1,-1 0,1 0,-1 0,0 1,0-1,0 1,0 0,-1 0,3 3,3 8,0 0,-1 0,0 1,-2 0,1 0,-2 1,0-1,-1 1,-1 0,0 14,-10 172,-42 176,48-360,1 1,1 0,1-1,1 1,0 0,1-1,4 10,-5-23,0 0,0 1,0-1,1 0,0 0,0-1,1 1,0-1,0 1,0-1,0 0,1-1,0 1,0-1,0 0,1 0,-1 0,1-1,0 0,0 0,0-1,0 1,5 0,-2-1,-1-1,0 0,1-1,-1 0,1 0,-1-1,1 0,-1 0,1-1,-1 0,0 0,0-1,0 0,0-1,-1 0,1 0,-1-1,0 1,0-1,-1-1,1 0,-1 1,0-2,-1 1,0-1,0 0,0 0,-1 0,0-1,0 1,-1-1,0 0,0 0,1-6,1-6,0 0,-1-1,-1 1,-1-1,-1 0,-1 0,0 1,-2-1,0 0,-2 1,0-1,-1 1,-1 0,-1 1,0-1,-2 1,0 1,-1 0,-1 0,-1 1,0 0,-2 1,1 0,-2 2,0-1,-1 2,0 0,-14-8,3 5,-1 2,0 1,-1 1,0 2,-1 0,-1 2,16 1,35 3,486-52,-450 54,-55 3,0 0,-1-1,1 1,0 0,0-1,-1 1,1 0,0 0,-1 0,1-1,-1 1,1 0,-1 0,0 0,1 0,-1 0,0 0,0 0,1 0,-1 0,0 0,0 0,0 0,0 0,0 0,-1 0,1 0,0 0,0 0,-1 0,1 0,0 0,-1 0,1 0,-1-1,1 1,-1 0,-2 10,3-9,0 1,0-1,1 1,-1-1,1 1,-1-1,1 0,0 1,0-1,0 0,0 0,0 1,0-1,1 0,-1 0,1 0,0-1,-1 1,1 0,0 0,0-1,0 0,0 1,0-1,0 0,1 0,-1 0,0 0,1 0,-1 0,1-1,78 16,-76-15,0-1,0 1,0-1,0 0,1 0,-1 0,0-1,0 0,0 0,-1 0,1-1,0 1,0-1,-1 0,1 0,-1-1,0 0,1 1,-1-1,0-1,-1 1,1-1,-1 1,1-1,-1 0,0 0,0 0,-1-1,1 1,-1-1,0 1,-1-1,1 0,-1 0,1 0,-2 0,1 0,-1-1,-1 0,0 0,0 0,-1 0,1 0,-1 0,-1 1,1-1,-1 1,0-1,0 1,-1 0,1 0,-1 0,0 1,-1-1,1 1,-1 0,0 0,1 1,-3-2,3 3,0-1,0 1,1 0,-1 0,-1 0,1 0,0 1,0 0,0 0,-1 0,1 0,-1 1,1 0,-1-1,1 2,0-1,-1 0,1 1,-1 0,1 0,0 0,0 1,0-1,0 1,0 0,0 0,0 1,0-1,-1 2,1-1,1 1,0-1,1 0,-1 1,0 0,1 0,0-1,0 1,0 0,1 1,-1-1,1 0,0 0,0 2,-3 26</inkml:trace>
  <inkml:trace contextRef="#ctx0" brushRef="#br0" timeOffset="2310.821">3360 1081,'-8'-77,"3"0,4-1,4-29,-3 92,0 11,0-1,0 0,0 0,0 1,1-1,-1 0,1 0,0 1,1-1,-1 1,1-1,0 1,0 0,1 0,1-3,-2 6,1 0,-1 1,0-1,1 1,-1 0,0-1,1 1,-1 0,0 1,1-1,-1 0,0 1,1-1,-1 1,0 0,0 0,0 0,1 0,-1 0,0 0,0 0,0 1,-1-1,1 1,6 3,221 112,-224-114,-1 0,0 1,0 0,0-1,-1 1,1 0,-1 1,0-1,0 0,0 1,-1 0,0 0,0 0,0 0,0 0,-1 0,0 0,0 0,0 1,-1-1,1 0,-1 1,-1-1,1 0,-1 1,0-1,0 0,-1 1,-1 15,1-18,0 1,1-1,-1 1,1-1,0 1,0 0,0 0,1-1,0 1,-1 0,1 0,0 0,1 0,-1 0,1-1,0 1,0 0,0 0,0-1,0 1,1-1,0 1,0-1,0 0,0 1,0-1,1 0,-1 0,1-1,0 1,0-1,0 1,0-1,3 2,5-2,-1 0,0 0,1-2,-1 1,1-1,-1-1,1 1,-1-2,0 0,1 0,-1-1,0 0,0 0,-1-1,1-1,-1 0,0 0,0 0,-1-1,1-1,-1 0,0 0,-1 0,0-1,0 0,-1 0,0-1,0 0,-1 0,0 0,-1 0,0-1,0 0,1-7,1-28,-12 52,4 0,0 1,0-1,1 1,0-1,1 1,-1-1,2 1,-1 0,1-1,0 1,0-1,1 0,0 1,0-1,1 0,0 0,0 0,1 0,0-1,0 0,0 1,1-1,0-1,0 1,1-1,-1 0,1 0,0 0,1-1,-1 0,1-1,-1 1,1-1,1 0,-1-1,0-1,0 1,0-1,1-1,-1 1,0-1,0-1,1 1,-1-1,0-1,0 1,0-1,0 0,0-1,-1 0,1 0,-1 0,1-1,-1 0,0 0,-1 0,1-1,-1 0,0 0,0 0,0-1,-1 0,0 0,0 0,0 0,-1-1,0 1,2-6,3-6,-1-1,0 0,-2 0,0 0,-1 0,-1-1,-1 0,0-13,-3 33,1 0,-1 0,1 1,-1-1,1 0,-1 0,1 1,-1-1,1 0,-1 0,1 0,-1 0,1 0,-1 0,0 0,1 0,-1 0,1 0,-1 0,1 0,-1 0,1 0,-1-1,1 1,-1 0,1 0,-1-1,1 1,-1 0,1-1,0 1,-1 0,1-1,-1 1,1 0,0-1,-1 1,1-1,0 1,0-1,-1 1,1-1,0 1,0-1,0 1,0-1,-1 1,1-1,0 1,0-1,0 0,0 1,0-1,0 1,1-1,-1 1,0-1,0 1,0-1,0 1,1-1,-1 1,0-1,0 1,1-1,-1 1,0-1,1 1,-1 0,1-1,-5 9,1 1,0-1,0 0,1 1,1 0,-1-1,1 1,1 0,-1 0,2-1,-1 1,1 0,0 0,1-1,0 1,1-1,-1 1,1-1,4 6,-3-6,0 0,1 0,0-1,0 1,1-1,0 0,0 0,1-1,-1 0,2 0,-1-1,1 0,-1 0,1 0,1-1,-1 0,0-1,1 0,0 0,0-1,0 0,0-1,0 0,0 0,0-1,9 0,18-5</inkml:trace>
  <inkml:trace contextRef="#ctx0" brushRef="#br0" timeOffset="3276.783">4697 733,'80'-29,"-28"11,-1-3,-1-1,4-6,-39 19,-1 0,0 0,0-2,-1 0,0 0,-1-1,-1-1,0 0,0 0,-1-1,-1-1,0-1,2-6,-2-2,0 1,-2-1,0-1,-2 1,0-1,-2 0,-1 0,-1 0,-1 0,-1-3,1 21,1 1,-2-1,1 0,-1 0,0 1,-1-1,1 1,-1-1,-1 1,1 0,-1-1,0 1,0 0,-1 1,0-1,0 1,0 0,-1 0,0 0,0 0,0 1,0 0,-1 0,1 0,-1 1,0-1,0 2,-1-1,1 1,-2-1,-2 1,1 1,0 1,-1 0,1 0,-1 1,1 0,0 0,-1 1,1 0,0 1,0 0,0 0,1 1,-1 0,1 1,0 0,0 0,1 1,-1-1,1 2,-4 3,-2 4,0 1,1-1,1 2,0 0,1 0,0 1,2 0,0 1,1 0,-1 5,0 14,2 2,1-1,2 0,2 1,1-1,2 1,2-1,2 0,1 0,2 0,1-1,2 0,2-1,1-1,1 0,3-1,18 26,-32-49,1 0,1-1,0 0,1 0,-1 0,2-1,-1-1,1 1,1-1,0-1,0 0,0 0,4 1,-11-7,-1-1,1 1,0-1,-1 1,1-1,0 0,-1 0,1-1,-1 1,1 0,0-1,-1 0,1 1,-1-1,1 0,-1 0,1-1,-1 1,0 0,0-1,0 1,0-1,0 0,0 0,0 0,0 0,41-58,-43 59,77-152,-78 153,1 0,0 1,0-1,0 0,-1 0,1 1,0-1,0 0,0 1,0-1,-1 0,1 1,0-1,0 1,0-1,0 0,0 1,0-1,0 0,0 1,0-1,0 0,0 1,0-1,1 1,-1-1,0 0,0 1,0-1,0 0,1 1,-1-1,0 0,0 0,0 1,1-1,-1 0,0 0,1 1,-1-1,0 0,1 0,-1 0,0 1,1-1,-1 0,0 0,1 0,-1 0,0 0,1 0,-1 0,0 0,1 0,-1 0,0 0,1 0,-1 0,1 0,-1 0,0 0,1 0,-1-1,0 5,0 3,0 0,1 1,-1-1,2 0,-1 0,1 0,0 1,0-2,0 1,1 0,1 0,-1-1,1 0,0 1,0-2,1 1,-1 0,1-1,1 0,-1 0,1 0,0-1,0 0,0 0,0 0,1-1,0 0,4 1,1-2,-1 0,1-1,-1-1,1 0,0 0,-1-2,1 1,-1-1,0-1,1 0,-1 0,-1-1,1-1,0 0,-1 0,0-1,0 0,-1-1,0 0,0-1,0 0,-1 0,0 0,-1-1,0-1,0 1,-1-1,0 0,-1 0,0-1,-1 0,1-3,-2 7,3-8,-4 21,-2-1,-1-1,1 0,0 0,0 1,0-1,1 0,0 0,-1 0,2 0,-1 0,0 0,1 0,-1 0,1 0,0 0,1-1,-1 1,1-1,-1 0,1 1,0-1,0 0,0-1,1 1,-1-1,1 1,-1-1,1 0,2 1,11 2,0 0,1-1,-1-1,0-1,1 0,0-1,-1-1,1-1,0 0,-1-2,14-2,-19 2,-1-1,1 1,-1-2,1 0,-1 0,-1-1,1 0,-1-1,0 0,-1-1,1 0,-1 0,-1-2,-7 9,0 0,-1 0,1 0,0 0,0 0,0 0,0 0,0 0,0 0,0 1,0-1,0 0,0 1,0-1,0 0,1 1,-1-1,0 1,1 0,-1 0,0-1,0 1,1 0,-1 0,0 0,1 0,-1 0,0 0,1 1,-1-1,0 0,0 1,1-1,-1 1,0-1,0 1,0 0,1-1,-1 1,0 0,0 0,0 0,0 1,32 47,-28-40,0-1,0 1,1-1,0 0,1 0,-1-1,2 0,-1 0,5 3,-4-5,0-1,0 0,1 0,-1-1,1 0,0-1,-1 1,1-2,0 1,1-1,-1-1,0 0,7 0,8-3</inkml:trace>
  <inkml:trace contextRef="#ctx0" brushRef="#br0" timeOffset="3534.287">6235 239,'-7'-4,"-2"-2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06.8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74 402,'0'20,"-3"19,0 11,1 6,-1 4,2-5,2-9,4-11,3-10,4-12,6-16,-1-6</inkml:trace>
  <inkml:trace contextRef="#ctx0" brushRef="#br0" timeOffset="262.8">74 81,'-14'-16,"-6"-5,0-1,5 7,10 11,13 15,16 13,11 14,0 0</inkml:trace>
  <inkml:trace contextRef="#ctx0" brushRef="#br0" timeOffset="521.159">355 616,'40'-22,"0"-2,-1-2,-2-2,0-1,-2-1,-2-2,0-3,1-22,-34 56,0 0,0 0,0 0,0 0,0 0,0 0,0 0,-1 0,1 1,0-1,-1 0,1 0,-1 0,1 0,-1 1,1-1,-1 0,1 1,-1-1,0 0,1 1,-1-1,0 0,0 1,1-1,-1 1,0 0,0-1,0 1,0 0,0-1,1 1,-1 0,0 0,0 0,0 0,0 0,0 0,0 0,0 0,0 0,-41 6,28-1,1 0,0 1,0 1,0 0,1 0,0 1,1 1,-1 0,2 1,-1 0,1 0,1 1,0 0,1 1,0 0,0 1,1-1,1 1,1 0,-1 1,2 0,0-1,0 6,3-13,1-1,1 1,-1 0,1 0,0 0,0 0,0-1,1 1,0 0,0-1,0 1,1-1,0 0,0 0,0 0,1 0,0-1,0 1,0-1,0 0,1 0,-1 0,1-1,0 0,0 0,0 0,1 0,-1-1,0 0,1 0,0 0,0-1,2 1,17 3,0-1,0-1,1-2,-1 0,0-1,0-2,1 0,0-2,48-8</inkml:trace>
  <inkml:trace contextRef="#ctx0" brushRef="#br0" timeOffset="935.58">1170 215,'-15'0,"6"-1,0 0,0 0,0 2,0-1,0 1,0 0,1 1,-1 0,0 0,1 1,-1 0,1 1,0-1,0 2,0-1,-2 3,8-5,0 0,0 0,1 1,-1-1,1 1,0-1,-1 1,1 0,0-1,1 1,-1 0,0 0,1-1,-1 1,1 0,0 0,0 0,0 0,1 0,-1-1,0 1,1 0,0 0,0 0,0-1,0 1,0-1,1 1,-1-1,1 1,-1-1,3 2,64 70,6-18,-56-45,-1 2,0 0,-1 1,0 0,-1 1,0 1,-2 0,7 11,-18-24,0 1,0-1,-1 1,1-1,-1 1,0 0,0 0,0 0,0 0,-1 0,0 0,0 0,0 0,0-1,0 1,-1 0,0 0,0 0,0 0,0 0,0-1,-1 1,0 0,0-1,0 1,0-1,0 0,-1 0,1 0,-1 0,0 0,0-1,0 1,0-1,0 1,-2-1,-3 4,0-1,0 0,-1-1,0 0,1 0,-1-1,-1 0,1-1,0 0,-1 0,1-1,-1 0,1-1,-1 0,-8-2,15 1,0 0,1-1,-1 0,1 0,-1 0,1 0,0 0,0 0,0 0,0-1,0 1,0-1,1 0,-1 1,1-1,-1 0,1 0,0 0,1 0,-1 0,0 0,1 0,-1 0,1 0,0 0,0 0,1 0,-1 0,0 0,1-1,0 1,0 1,0-1,0 0,0 0,0 0,1 0,0 1,-1-1,1 1,0-1,0 1,11-21,1 1,1 1,0 0,2 1,0 0,2 1,0 2,1 0,0 1,1 0,1 2,1 1,0 0,46-13,-67 25,0 0,0 1,0-1,0 1,0 0,0 0,1-1,-1 1,0 0,0 1,0-1,0 0,0 1,1-1,-1 1,0 0,0-1,0 1,0 0,-1 0,1 0,0 1,0-1,-1 0,1 1,0-1,-1 1,0 0,1-1,-1 1,1 1,2 9,-1-1,0 1,0 0,-1 0,-1 1,0-1,-1 9,3 17,-3-37,0 10,0 0,1-1,0 0,0 1,2-1,-1 0,1 1,0-1,1-1,1 1,-1-1,1 1,1-1,0-1,0 1,7 6,31-1,-24-17</inkml:trace>
  <inkml:trace contextRef="#ctx0" brushRef="#br0" timeOffset="1196.937">1571 0,'-2'23,"6"19,9 16,2-3</inkml:trace>
  <inkml:trace contextRef="#ctx0" brushRef="#br0" timeOffset="2075.601">1758 723,'-3'-46,"2"-1,2 1,4-24,0-1,2-108,-6 183,1 0,-1 0,1 0,0 0,0-1,0 1,0-1,1 1,0-1,0 0,-1 0,2 0,-1 0,0-1,1 1,-1-1,1 0,0 1,10 4,1 0,-1-1,1-1,1 0,-1-1,13 2,63 20,-86-22,0 0,0 1,-1-1,1 1,-1 0,0 0,0 1,-1-1,0 1,0-1,0 1,0 0,-1 0,0 1,0-1,-1 0,0 1,0-1,0 1,-1-1,0 1,0-1,-1 1,0-1,0 1,-1 4,1 21,0-28,0 1,1-1,0 1,-1 0,2-1,-1 1,1-1,-1 1,1-1,1 1,-1-1,0 0,1 1,0-1,0 0,0 0,1 0,0 0,-1-1,1 1,0-1,1 0,-1 1,0-1,1-1,0 1,0 0,0-1,0 0,0 0,0 0,2 0,9 0,1-1,-1-1,0 0,1-1,-1-1,0 0,0-1,0-1,0 0,-1-1,1 0,-1-2,0 1,-1-2,0 0,0 0,0-1,-1-1,0-1,-3 4,0 0,-1-1,0 0,0-1,-1 0,0 0,-1-1,0 1,0-1,-1-1,-1 1,1-1,-2 0,1 0,-2 0,1 0,-1 0,-1-1,0-6,-1 15,0 0,-1 0,1 0,-1 0,0 1,1-1,-1 0,0 1,-1-1,1 1,0-1,-1 1,1-1,-1 1,0 0,0 0,0 0,0 0,0 0,0 0,-1 1,1-1,0 1,-1-1,0 1,1 0,-1 0,0 0,1 0,-1 1,0-1,0 1,1-1,-1 1,0 0,0 0,0 1,0-1,1 0,-1 1,0 0,0 0,1 0,-1 0,0 0,1 0,-1 0,1 1,0 0,-1-1,1 1,-1 1,0 1,0 0,0 0,0 1,0 0,1-1,0 1,0 0,0 0,0 1,1-1,0 0,0 0,0 1,1-1,0 0,0 1,0-1,1 0,-1 1,1-1,1 0,-1 0,1 0,0 1,0-2,0 1,1 0,-1 0,1-1,0 0,1 1,-1-1,1 0,0-1,0 1,0-1,0 1,1-1,3 2,14 6,1-1,0-1,1-1,0-1,0-1,0-1,0-1,1-2,0 0,0-1,-1-2,1 0,8-3,-2 3,1-2,-1-1,0-2,0-1,-1-1,0-1,0-2,-1-1,0-1,-2-2,6-3,-28 15,0 0,-1 0,1 0,0-1,-1 0,0 1,0-2,0 1,0 0,-1-1,0 1,1-1,-2 0,1 0,-1-1,1 1,-1 0,-1-1,1 1,-1-1,0 1,0-1,-1 0,0 0,0 1,0-1,0 0,-1 1,0-1,-1 0,1 1,-1-1,0 1,0 0,0 0,-1 0,0 0,-4-2,0 1,0 0,-1 0,0 1,0 0,-1 1,1 0,-1 0,0 0,0 1,0 1,0 0,0 0,-1 0,1 1,-1 1,1 0,-1 0,1 1,0 0,-1 0,1 1,0 0,0 1,0 0,0 1,0 0,1 0,-1 0,1 1,0 1,1-1,-3 3,6-4,0 0,0-1,1 1,-1 1,1-1,0 0,0 1,1 0,-1 0,1-1,0 1,0 1,1-1,0 0,0 0,0 0,0 1,1-1,0 1,0-1,0 0,1 1,-1-1,1 0,1 0,-1 1,1-1,0 0,0 0,0 0,1-1,0 1,0-1,0 1,0-1,1 0,0 1,9 5,1-1,-1 0,2-1,-1 0,1-1,0-1,0 0,1-1,0-1,0 0,0-1,0-1,0-1,0 0,8-1,-15 0,1-1,-1 0,0 0,0-1,0 0,0 0,0-1,0-1,-1 1,1-1,4-4,-10 7,0-1,0 0,0-1,-1 1,1 0,0-1,-1 1,0-1,0 0,0 0,0 0,0 0,0 0,-1-1,0 1,0 0,1-1,-2 1,1-1,0 1,-1-1,0 1,1-1,-2 1,1-1,0 1,-1-1,1 1,-1-1,0 1,-1-2,2 6,0 0,0-1,0 1,0 0,-1 0,1-1,0 1,-1 0,1-1,-1 1,1 0,-1-1,1 1,-1-1,1 1,-1-1,1 1,-1-1,0 1,1-1,-1 1,0-1,1 0,-1 0,0 1,0-1,1 0,-1 0,0 0,0 0,1 1,-1-1,0 0,0-1,1 1,-1 0,0 0,0 0,1 0,-1-1,0 1,0 0,1 0,-1-1,0 1,1-1,-1 1,0-1,1 1,-1-1,1 1,-1-1,1 1,-1-1,1 0,-1 1,1-1,0 0,-1 1,1-1,0 0,0 0,-1 1,1-1,0 5,-1 1,1-1,0 1,0 0,0-1,1 1,-1-1,1 1,0-1,0 1,1-1,0 0,-1 1,1-1,1 0,-1 0,1 0,-1-1,1 1,0-1,0 1,1-1,2 2,3 3,1-1,-1 0,1-1,1 0,-1-1,1 0,0 0,10 2,7-1,0 0,0-2,0-1,0-1,1-2,-1 0,1-2,-1-1,0-2,2-1,40-11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04.6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372 608,'-8'-6,"-1"1,0-1,0 2,0-1,-1 1,1 1,-1 0,0 0,0 1,0 0,-1 0,1 1,0 1,0 0,-1 0,1 1,0 1,0-1,0 1,0 1,0 0,0 1,1 0,-1 0,1 1,0 0,0 0,1 1,0 0,0 1,0 0,1 0,-7 8,9-8,0 0,0 0,0 0,1 1,0 0,1 0,0 0,0 0,0 0,1 0,0 1,1-1,0 1,0-1,1 1,0 0,1-1,-1 1,2-1,-1 1,1-1,1 0,-1 1,1-1,1 0,-1 0,0-5,1 0,-1 0,0 0,1-1,-1 1,1-1,0 0,0 0,0 0,0 0,0-1,0 1,0-1,0 0,1-1,-1 1,0-1,1 1,-1-2,1 1,-1 0,0-1,1 1,-1-1,0-1,3 0,7-2,-1-2,1 1,-1-2,-1 0,1 0,-1-1,5-5,4-4,-1-1,-1-2,-1 1,-1-2,0-1,-2 0,0-1,-2 0,-1-1,0-1,-2 0,-1 0,-1-1,-1 0,-1 0,-1-1,-2 0,-1 0,0 0,-2 0,-2 0,-2-13,4 33,-1 1,0-1,0 0,0 1,-1-1,0 1,0 0,-1-1,0 1,0 0,0 0,-1 1,0-1,0 1,-3-3,6 8,-1-1,0 1,0-1,1 1,-1 0,0 0,0 0,0 0,1 0,-1 0,0 0,0 1,0-1,1 0,-1 1,0 0,1-1,-1 1,0 0,1 0,-1 0,1 0,-1 0,1 0,0 0,0 1,-1-1,1 0,0 1,0-1,0 1,0-1,0 1,1 0,-1-1,0 1,1 0,-1-1,1 1,0 0,-1 1,-10 29,1 1,2-1,1 1,2 1,1-1,1 1,2 9,1-41,-4 28,1 1,2 0,1 0,2-1,0 1,2-1,2 1,1-1,1 0,1-1,8 16,-12-38,-1 0,1 0,0-1,0 1,1-1,-1-1,1 1,1-1,-1 0,1 0,0-1,0 0,0 0,1-1,-1 0,1 0,0-1,0 0,0 0,0-1,0 0,0 0,0-1,0 0,0 0,0-1,5-1,4-1,1-1,-1 0,0-2,-1 0,1 0,-1-2,-1 0,1-1,-1 0,-1-1,0-1,4-4,-6 4,-1-1,0 1,-1-2,0 0,-1 0,0 0,-1-1,0-1,-2 1,1-1,-2 0,0-1,0-4,-4 17,0 0,0 0,0 1,0-1,-1 0,1 0,-1 0,0 0,0 1,0-1,0 0,-1 0,1 0,-1 0,0 1,0-1,0 0,0 0,0 1,0-1,-1 1,1-1,-1 1,0 0,1 0,-1-1,0 1,0 0,-1 1,1-1,0 0,-1 1,1-1,-1 1,1 0,-1 0,0 0,0 0,1 0,-1 0,0 1,-1-1,-1 2,1 0,-1 0,1 0,-1 0,1 1,-1 0,1-1,0 2,0-1,-1 0,2 1,-1 0,0 0,1 0,-1 0,1 1,0-1,0 1,0 0,1 0,-1 0,1 0,0 0,0 1,-1 3,0-2,1 1,0 1,0-1,1 0,-1 0,1 1,1-1,0 1,0-1,0 0,1 1,0-1,0 0,1 1,0-1,1 2,1-2,0 0,0-1,0 1,1-1,0 0,1 0,-1 0,1-1,0 0,0 0,1-1,0 1,-1-1,1-1,1 1,5 1,123 29,-53-23</inkml:trace>
  <inkml:trace contextRef="#ctx0" brushRef="#br0" timeOffset="786.371">1803 541,'-26'-1,"-1"0,1 2,0 1,0 1,0 1,0 2,0 0,1 1,0 2,-20 10,40-17,1 1,-1-1,1 1,0 0,0 0,0 0,0 1,1-1,-1 1,1 0,0 0,0 0,1 0,-1 0,1 1,0-1,0 1,0 0,0 0,1-1,0 1,0 0,1 0,-1 0,1 0,0 0,0 0,1 0,-1 0,1 0,0 0,1 0,-1 0,1 0,0-1,1 3,1-2,0 0,1 0,-1-1,1 1,0-1,1 0,-1-1,0 1,1-1,0 0,0-1,0 1,0-1,0 0,0-1,1 1,-1-1,1 0,-1-1,1 0,-1 0,7-1,2 0,1-1,0-1,-1-1,1 0,-1-1,0 0,0-2,12-6,-12 4,0-1,0-1,-1 0,-1-1,0 0,0-1,-1 0,-1-1,0-1,-1 0,-1 0,0-1,-1 0,-1 0,0-1,-1 0,-1 0,-1 0,0-1,-1 0,-1-7,2-9,-1-1,-2 1,-1-1,-2 0,-2 1,-1-1,-1 1,-2 1,-8-19,14 44,-1 1,0-1,0 1,-1 0,0 0,-1 1,1-1,-1 1,-5-5,9 10,-1 0,0 1,1-1,-1 0,0 1,1-1,-1 1,0-1,0 1,0 0,0 0,1 0,-1 0,0 0,0 0,0 0,0 1,1-1,-1 1,0-1,0 1,1 0,-1 0,0 0,1 0,-1 0,1 0,-1 0,1 0,0 0,-1 1,1-1,0 1,0-1,0 1,0-1,0 1,0 0,1-1,-1 1,0 0,1-1,0 1,-1 0,1 0,0 1,-10 26,1 1,2 0,0 1,3-1,0 1,2 0,2 0,0 0,2 0,6 28,-4-24,2-1,1 0,2 0,1-1,2 0,1-1,2 0,1-1,18 27,-30-52,-1 0,1 0,0-1,0 1,0-1,1 0,0-1,0 1,0-1,1 0,-1 0,1 0,0-1,0 0,0 0,0 0,1-1,-1 0,1 0,0-1,-1 0,1 0,0-1,0 1,-1-1,1-1,0 1,0-1,-1-1,4 0,1-6,0 0,-1-1,-1 0,1 0,-1-1,-1 0,0-1,0 0,-1 0,-1-1,0 0,0 0,-1 0,-1-1,0 1,-1-1,0 0,-1 0,1-11,3-64,-16 152,8-48,0-9,0 0,1 0,0 0,0 0,0 0,1 1,0-1,1 0,-1 0,1 1,1-1,-1 0,1 0,0 0,1 0,0-1,0 1,0-1,1 1,0-1,0 0,1-1,0 2,1-6,0 1,0-1,0 0,0 0,0-1,0 0,0 0,0 0,0-1,0 0,0 0,-1 0,1-1,0 0,-1 0,1 0,-1-1,1 0,-1 0,0 0,0 0,-1-1,1 0,-1 0,0 0,0-1,2-2,4-4,-1 0,0-1,0 0,-1-1,-1 0,0 0,-1 0,0-1,-1 0,-1 0,0 0,1-11,-21 100,15-70,2 0,-1 0,0 0,1 0,0-1,0 1,1 0,-1-1,1 1,0-1,0 1,0-1,1 0,0 0,-1 0,1 0,1 0,-1-1,1 1,-1-1,1 0,0 0,0 0,0-1,0 1,1-1,-1 0,1 0,0-1,41 12,1-5</inkml:trace>
  <inkml:trace contextRef="#ctx0" brushRef="#br0" timeOffset="1213.375">3246 434,'-26'0,"0"1,0 1,0 2,0 0,0 2,17-4,0 1,0 0,1 0,-1 1,1 0,0 0,0 1,0 0,1 1,0 0,0 0,0 0,1 1,0 0,-4 6,7-9,1-1,-1 1,1 0,0 0,1 0,-1 0,1 0,-1 0,1 0,0 0,1 1,-1-1,1 0,0 0,0 1,0-1,1 0,-1 1,1-1,0 0,0 0,1 0,-1 0,1 0,0 0,0 0,0 0,1-1,-1 1,1-1,0 0,2 3,7 2,0-1,1 0,0 0,1-2,0 1,-1-2,1 0,1 0,-1-2,0 1,1-2,0 0,-1-1,1 0,-1-1,1-1,-1 0,1-1,-1-1,0 0,12-6,-5 5,-1-2,0-1,0 0,-1-1,0-1,0-1,-1-1,-1 0,0-2,0 0,-2 0,0-1,0-1,-2-1,0 0,-1-1,0 0,-11 16,0 1,0 0,0-1,0 1,0-1,0 0,-1 1,1-1,0 1,-1-1,1 0,-1 1,0-1,0 0,1 0,-1 1,0-1,-1 0,1 0,0 1,0-1,-1 0,1 1,-1-1,1 0,-1 1,0-1,0 1,0-1,0 1,0-1,0 1,0 0,0-1,0 1,-1 0,1 0,0 0,-1 0,1 0,-1 0,1 0,-1 1,0-1,1 0,-1 1,0-1,1 1,-1 0,0 0,-1-1,-4 2,-1 1,1-1,0 1,-1 1,1-1,0 1,1 0,-1 1,0 0,1 0,0 0,0 1,0 0,0 0,1 0,0 1,0 0,1 0,-1 0,1 0,0 1,1 0,0-1,0 1,0 0,1 1,-1 5,2-8,0-1,1 0,0 1,0-1,0 0,0 1,1-1,0 0,0 1,0-1,0 0,1 0,-1 0,1 0,0 0,0 0,1-1,-1 1,1-1,0 1,0-1,0 0,0 0,0 0,1-1,-1 1,1-1,0 0,0 0,0 0,0 0,1 0,14 5,0 0,0-1,1-1,0-1,-1-1,10 0,114-3,-83-8</inkml:trace>
  <inkml:trace contextRef="#ctx0" brushRef="#br0" timeOffset="1764.347">3955 434,'-4'5,"1"0,-1-1,1 2,1-1,-1 0,1 0,0 1,0-1,1 1,-1 0,1 0,0-1,1 1,0 0,0 0,0 0,0-1,1 1,0 0,0 0,1-1,-1 1,1 0,1-1,-1 0,1 0,0 1,0-2,0 1,1 0,-1-1,1 1,0-1,1 0,-1 0,1-1,-1 1,1-1,0 0,1 0,-1-1,0 0,6 2,-4-3,1-1,-1 0,0 0,1 0,-1-1,0 0,0-1,1 1,-1-1,0-1,-1 1,1-1,0-1,-1 1,1-1,-1 0,0-1,-1 1,1-1,-1 0,0 0,0-1,0 0,-1 0,0 0,0 0,-1-1,1 1,-1-1,-1 0,1 0,-1 0,0 0,0-7,1-61,-3 75,0-1,0 1,0-1,0 1,0-1,-1 1,1-1,0 1,0 0,0-1,0 1,-1-1,1 1,0-1,0 1,-1 0,1-1,0 1,-1 0,1-1,0 1,-1 0,1-1,0 1,-1 0,1 0,-1-1,1 1,-1 0,1 0,0 0,-1 0,1 0,-1 0,1-1,-1 1,1 0,-1 0,1 1,-1-1,1 0,-1 0,1 0,0 0,-1 0,1 0,-1 1,1-1,-1 0,1 0,0 0,-1 1,1-1,-1 0,1 1,0-1,-1 0,1 1,0-1,0 1,-18 25,16-21,-1 1,1 0,1 0,-1 0,1 0,0 0,0 0,1 0,0 0,0 0,0 0,1 0,0 0,0 0,0 0,1 0,0 0,0 0,1-1,-1 1,1-1,0 1,1-1,-1 0,1-1,0 1,0-1,1 1,-1-1,1 0,0-1,0 1,0-1,5 2,0-2,1 0,-1-1,1 0,-1-1,1 0,0-1,-1 0,1-1,0 0,-1 0,1-1,-1-1,1 0,-1 0,0-1,0 0,-1-1,1 0,-1 0,0-1,0 0,-1-1,0 0,0 0,0-1,-1 0,0 0,-1-1,0 0,0 0,-1 0,0-1,-1 1,0-1,0 0,-1-1,0 1,-1-1,-1 1,1-10,-1 20,-1 0,0-1,1 1,-1 0,0-1,0 1,0-1,1 1,-1 0,0-1,0 1,0-1,0 1,0-1,0 1,0 0,0-1,0 1,0-1,0 1,0-1,0 1,0 0,0-1,0 1,-1-1,1 1,0-1,0 1,0 0,-1-1,1 1,0 0,0-1,-1 1,1 0,0-1,-1 1,1 0,0 0,-1-1,1 1,-1 0,1 0,0 0,-1 0,1-1,-1 1,1 0,-1 0,1 0,-1 0,1 0,0 0,-1 0,1 0,-1 0,1 0,-1 1,1-1,0 0,-1 0,1 0,-1 0,1 1,0-1,-1 0,1 0,0 1,-1-1,-21 26,19-22,0 1,1 0,-1 0,1 0,0 0,0 1,0-1,1 0,0 1,0-1,0 1,1 0,0-1,0 1,0-1,1 1,-1-1,1 1,1-1,-1 1,1-1,0 0,2 5,6 0,-1-1,1 0,0-1,1 0,0 0,0-1,1-1,0 0,0-1,0 0,1 0,0-1,0-1,0-1,8 2,-20-4,266 42,-127-30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14.7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 13,'-5'7,"-1"16,0 15,2 13,3 7,2 2,3-4,3-7,0-12</inkml:trace>
  <inkml:trace contextRef="#ctx0" brushRef="#br0" timeOffset="256.324">250 0,'-5'2,"2"17,4 21,6 22,3 19,0 11,-1-10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4.0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1 201,'26'-21,"-1"-1,-1-1,-1-2,-2 0,0-1,11-19,-22 31,-2 31,-2 223,-1-182,0-20,-2 0,-2 1,-1-1,-4 18,-15 4,18-59,1 1,-1 0,0-1,0 0,0 1,0-1,0 1,0-1,0 0,0 0,-1 0,1 0,0 0,-1 0,1 0,-1 0,1 0,-1-1,1 1,-1 0,0-1,1 0,-1 1,0-1,1 0,-1 0,0 0,0 0,1 0,-1 0,0 0,1-1,-1 1,0-1,2 1,1 0,-1 0,0 0,1 1,-1-1,0 0,0 0,1 0,-1-1,0 1,1 0,-1 0,0 0,1 0,-1 0,0 0,0 0,1 0,-1-1,0 1,1 0,-1 0,0 0,0-1,0 1,1 0,-1 0,0-1,0 1,0 0,1 0,-1-1,0 1,0 0,0-1,0 1,0 0,0-1,0 1,0 0,0-1,0 1,0 0,0 0,0-1,0 1,0 0,0-1,0 1,0 0,0-1,0 1,-1 0,1 0,0-1,0 1,0 0,0 0,-1-1,1 1,0 0,0 0,-1-1,117 0,-74 3,126 3,-127-4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4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98 1,'7'24,"5"23,2 15,-1 9,-5 5,-11 3,-14 1,-17 0,-15-7,1-14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5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88,'-10'-2,"0"1,-1 0,0 0,1 1,-1 1,1 0,-1 0,1 1,0 1,0-1,0 2,0-1,0 1,0 1,1 0,0 0,0 1,1 0,-1 0,1 1,0 1,7-7,0 0,0 1,0-1,0 1,0-1,0 1,0-1,1 1,-1-1,1 1,-1-1,1 1,0 0,-1-1,1 1,0 0,0-1,0 1,0 0,1-1,-1 1,0 0,1-1,-1 1,1 0,-1-1,1 1,0-1,0 1,0-1,0 0,0 1,0-1,0 0,0 0,0 1,1-1,-1 0,1 0,65 29,-5-20,1-3,-1-3,1-2,0-4,0-1,-1-4,20-6,-45 8,155-31,-164 19,-27 16,-1 1,0-1,0 1,0-1,0 0,0 1,0-1,0 0,0 1,0-1,0 0,0 1,0-1,0 0,-1 1,1-1,0 1,0-1,-1 1,1-1,0 0,-1 1,1-1,-1 1,1-1,-1 1,1 0,-1-1,1 1,-1-1,1 1,-1 0,1 0,-1-1,0 1,1 0,-1 0,1-1,-1 1,0 0,1 0,-1 0,0 0,1 0,-2 0,-18-5,-1 0,0 1,0 1,-1 1,1 1,-1 1,1 1,0 0,-13 4,28-5,-1 1,0 0,1 0,-1 1,1 0,0 0,0 0,-1 1,2 0,-1 0,0 1,0-1,1 1,0 0,0 1,0-1,-2 4,7-5,-1 0,1-1,0 1,1 0,-1-1,0 1,1 0,0-1,-1 1,1-1,0 1,0-1,1 1,-1-1,0 0,1 0,-1 1,1-1,0 0,0 0,0-1,0 1,0 0,0-1,0 1,1-1,-1 1,0-1,1 0,-1 0,1 0,0-1,-1 1,1-1,-1 1,2-1,12 5,0 0,0-2,0 0,1 0,-1-2,0 0,1-1,-1 0,1-2,-1 0,0 0,1-2,1 0,-16 2,0 1,0 0,0 1,1-1,-1 0,0 1,1-1,-1 1,0 0,1 0,-1 0,0 0,1 0,-1 0,1 1,-1-1,0 1,0-1,1 1,-1 0,0 0,1 1,5 2,0-1,0 0,0 0,0 0,0-1,1 0,-1-1,1 0,-1 0,1-1,-1 0,3-1,-7 1,0 0,0-1,0 1,0-1,0 0,0-1,0 1,-1-1,1 1,0-1,-1 0,1 0,-1-1,0 1,0-1,0 0,0 0,0 0,0 0,-1 0,0 0,1-1,-1 1,-1-1,1 0,0-1,2-9,-1-1,-1 1,-1-1,0 1,0-1,-2 0,0-5,0-25,1 43,0 1,0-1,0 0,0 0,1 1,-1-1,1 0,0 1,-1-1,1 1,0-1,0 1,0-1,0 1,0-1,0 1,0 0,0-1,1 1,-1 0,1 0,-1 0,0 0,1 0,0 1,-1-1,1 0,-1 1,1-1,0 1,0-1,-1 1,1 0,0 0,66 1,-59-1,-1 1,4-1,0 1,0-1,0 2,0 0,0 0,-1 1,1 1,-1 0,0 0,0 1,0 1,0 0,-1 0,0 1,0 1,-8-5,1 0,-1 1,0-1,0 1,-1 0,1 0,-1 0,0 0,1 0,-2 0,1 0,0 0,-1 0,0 0,0 0,0 0,-1 2,3 33,-1-36,0-1,0 1,0-1,0 0,0 1,1-1,-1 0,1 0,-1 0,1 0,0 0,0 0,0 0,0-1,0 1,0-1,1 1,-1-1,0 0,1 0,-1 0,1 0,-1 0,1-1,-1 1,3 0,71 0,-59-3,0 0,0-2,-1 0,1-1,-1 0,0-2,-1 0,1 0,-1-2,-1 0,1 0,-2-1,1-1,-1-1,-1 1,0-2,-1 0,0 0,0-3,-9 14,-1 1,1-1,-1 1,0-1,0 0,1 1,-1-1,0 0,-1 0,1 0,0 0,-1 0,1 0,-1 0,1 0,-1 0,0 0,0 0,0 0,0 0,0 0,0 0,-1 0,1 0,-1 0,1 0,-1 0,0 0,0 0,0 0,0 0,0 0,0 1,0-1,-1 1,1-1,-1 1,1-1,-1 1,0 0,1-1,-1 1,-1 0,-3 1,1 1,-1 0,1 0,0 0,-1 1,1-1,0 2,0-1,0 0,0 1,1 0,-1 0,1 0,-1 1,1-1,0 1,1 0,-1 1,1-1,-1 0,1 1,0 0,1 0,-1 0,1 0,0 0,1 0,-1 0,0 4,1-3,0-1,0 0,1 0,0 1,0-1,0 0,0 1,1-1,0 0,0 1,0-1,1 0,0 0,0 0,0 0,1-1,-1 1,1-1,0 1,0-1,1 0,-1 0,1 0,0-1,0 1,0-1,1 0,-1 0,1 0,0-1,13 9,1-2,1-1,0 0,0-1,0-1,19 3,30 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6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250 113,'-4'-4,"-1"-1,0 1,0 0,-1 0,1 1,-1-1,0 1,0 1,0-1,0 1,-1 0,1 0,0 1,-1 0,1 0,-1 1,0-1,1 1,-1 1,1-1,-1 1,1 0,-1 1,1 0,0 0,-1 0,1 1,0-1,1 1,-1 1,0-1,-3 4,5-3,-1 0,1 1,0 0,1-1,-1 1,1 1,0-1,0 0,0 1,1-1,0 1,0 0,0 0,0 4,1-7,1 0,0 0,0 0,0 0,0-1,0 1,1 0,-1 0,1 0,0-1,0 1,0 0,0-1,0 1,1-1,-1 1,1-1,-1 1,1-1,0 0,0 0,0 0,0 0,0 0,1-1,-1 1,0 0,1-1,0 0,-1 0,1 0,0 0,6 2,1-1,0 0,0 0,0-1,0-1,0 0,1 0,-1-1,0 0,0-1,0 0,-1-1,1 0,0 0,-1-1,0 0,0-1,0 0,0 0,-1-1,0 0,0 0,-1-1,1 0,-2 0,1-1,-1 0,0 0,0-1,-1 0,0 0,-1 55,-1-38,-1 0,1-1,0 1,0-1,1 1,0-1,1 0,-1-1,1 1,0-1,1 0,0 0,0-1,0 1,1-1,-1-1,1 1,0-1,1 0,-1-1,1 0,-1 0,1 0,0-1,0 0,0-1,0 0,0 0,0-1,2 0,-6 0,0 0,0-1,0 0,-1 1,1-1,0-1,-1 1,1 0,-1-1,0 0,1 0,-1 0,0 0,0 0,0-1,0 1,-1-1,1 0,-1 0,1 0,-1 0,0 0,0-1,-1 1,1 0,-1-1,1 0,-1 1,0-1,-1 0,1 0,2-12,-1-1,-1 1,0-1,-1 1,-1-1,-1-9,-9-61,11 85,0 1,0-1,0 0,1 1,-1-1,1 0,-1 1,1-1,-1 1,1-1,0 1,0-1,0 1,0-1,0 1,0 0,0-1,0 1,0 0,1 0,-1 0,0 0,1 0,-1 0,1 0,-1 1,1-1,0 1,-1-1,1 1,0-1,-1 1,1 0,0 0,-1-1,2 2,65 1,-63-1,10 1,1 0,-1 2,0 0,0 0,0 1,-1 1,12 7,-21-11,0 1,0 0,-1 1,1-1,-1 1,0 0,0 0,0 0,0 1,-1-1,0 1,0 0,0 0,0 0,-1 0,0 1,0-1,0 1,-1-1,0 1,0-1,0 6,-9 106,8-114,0-1,0 1,0-1,0 1,0-1,1 1,-1 0,1-1,0 0,0 1,0-1,0 1,0-1,0 0,1 0,-1 0,1 0,0 0,-1 0,1 0,0 0,0-1,0 1,0 0,0-1,1 0,-1 0,0 0,1 0,-1 0,1 0,-1 0,1-1,-1 1,3-1,4 1,-1-1,1 0,0 0,0-1,-1 0,1-1,0 0,-1 0,1 0,0-2,4-2,1 0,-1-2,0 1,-1-2,0 0,0 0,-1-1,0 0,-1-1,0 0,0-1,-2 0,1 0,-1-1,-1 0,-1 0,0-1,0 0,-1 0,0-3,-6-14,0 30,1 1,0-1,-1 1,1-1,0 1,-1-1,1 1,-1 0,1-1,-1 1,1 0,-1 0,1-1,-1 1,1 0,-1 0,1 0,-1-1,1 1,-1 0,1 0,-1 0,0 0,1 0,-1 0,1 0,-1 0,1 0,-1 1,0-1,1 0,-1 0,1 0,-1 1,1-1,-1 0,1 1,0-1,-1 0,1 1,-1-1,1 0,0 1,-1-1,1 1,0-1,-1 1,1-1,0 1,-1-1,1 1,-4 3,0 1,0 0,0 0,1 0,0 0,0 1,0-1,0 1,1 0,0 0,0 0,1 0,-1 0,2 0,-1 0,0 0,1 0,0 1,1-1,-1 0,1 0,1 0,-1 0,1 0,0 0,0 0,0 0,1-1,0 1,0-1,1 0,-1 0,1 0,0 0,1-1,-1 1,1-1,3 2,36 19,1-5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7.2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105 348,'0'16,"0"19,0 19,2 19,4 12,0 11,1 5,0-2,-1-3,-5-10,-6-12,-7-14,-4-18,1-15</inkml:trace>
  <inkml:trace contextRef="#ctx0" brushRef="#br0" timeOffset="322.145">12 775,'-10'-266,"10"266,0-3,-1 0,1 0,-1-1,1 1,0 0,0 0,1 0,-1 0,1 0,-1 0,1 0,0 0,0 0,0 0,0 0,1 1,-1-1,1 0,0 1,0-1,0 1,0 0,0 0,0-1,0 1,1 1,-1-1,3-1,3 2,0 0,0 1,1 0,-1 1,0 0,0 0,0 0,0 1,0 0,0 1,-1 0,1 0,1 1,-2-1,13 4,0 1,0 1,-1 1,0 0,0 2,-1 0,-1 1,12 11,-27-23,0 1,-1-1,1 1,-1-1,1 1,-1-1,1 1,-1 0,0 0,0 0,0 0,0 0,0 0,0 0,0 0,-1 0,1 0,-1 0,0 0,0 0,1 1,-1-1,0 0,-1 0,1 0,0 0,-1 1,1-1,-1 0,0 0,1 0,-1 0,0 0,0 0,-1 0,1-1,0 1,-1 0,0 0,-8 4,-1 0,0-1,0-1,0 0,0 0,-1-1,0-1,0 1,1-2,-1 0,0 0,0-1,-4-1,12 1,-1 1,0-1,0 0,0 0,0 0,0 0,0-1,0 1,0-1,1-1,-1 1,0-1,1 0,-1 0,1 0,-1 0,-2-3,7 3,-1 0,1 0,0 1,1-1,-1 0,0 0,0 0,1 0,-1 1,1-1,0 0,-1 0,1 1,0-1,0 0,0 1,0-1,0 1,0-1,1 1,-1 0,0 0,1-1,-1 1,1 0,-1 0,1 0,0 0,-1 1,1-1,0 0,0 1,0-1,-1 1,1 0,1-1,41-15,4 3</inkml:trace>
  <inkml:trace contextRef="#ctx0" brushRef="#br0" timeOffset="644.286">600 562,'-7'28,"5"-25,0 0,1 0,0 0,-1 0,1 0,0 0,1 0,-1 0,0 0,1 1,0-1,0 0,0 1,0-1,0 0,1 0,-1 1,1-1,0 0,0 0,0 0,0 0,1 0,-1 0,1 0,0 0,0-1,0 1,0-1,1 2,5-2,0 1,0-1,1-1,-1 0,0 0,1 0,-1-1,1 0,-1-1,0 0,1 0,-1-1,0 0,0-1,0 1,0-1,0-1,-1 0,1 0,-1 0,0-1,-1 0,1 0,-1-1,0 0,0 0,0 0,-1-1,0 0,0-2,-2 5,0 0,-1-1,0 1,0-1,0 0,-1 1,0-1,0 0,0 0,0 0,-1 0,0 0,0 0,0 0,0 0,-1 0,0 0,0 1,0-1,-1 0,0 0,1 1,-2-1,1 1,0-1,-1 1,0 0,0 0,0 0,-1 1,1-1,-5-2,-1 0,0 1,0 0,-1 1,0 0,0 0,0 1,0 1,0-1,-1 2,1-1,-1 2,1-1,-1 1,1 1,-1 0,1 0,-1 1,1 1,0 0,0 0,-6 3,15-6,0 0,0 0,-1 1,1-1,0 1,0-1,0 1,0-1,0 1,0-1,0 1,0 0,0-1,0 1,0 0,0 0,0 0,1 0,-1 0,0 0,1 0,-1 0,1 0,-1 0,1 0,-1 1,1-1,0 0,0 0,-1 0,1 0,0 1,0-1,0 0,0 0,0 1,1-1,-1 0,0 0,1 0,-1 0,0 1,1-1,0 0,-1 0,1 0,6 3,0-1,0 0,1-1,-1 1,0-1,1-1,0 1,-1-1,1-1,0 1,0-2,0 1,10 1,41 1,-3-1</inkml:trace>
  <inkml:trace contextRef="#ctx0" brushRef="#br0" timeOffset="983.391">1121 428,'63'94,"-31"-38,-30-53,0 0,1 0,-1 0,1 0,0 0,0 0,0-1,0 1,0-1,1 0,-1 0,1 0,-1 0,1-1,0 1,-1-1,1 0,0 0,0-1,0 1,0-1,0 0,0 0,0 0,0 0,0-1,0 0,0 0,0 0,-1 0,1 0,0-1,-1 1,2-2,9-4,0 0,-1-2,0 0,0 0,0-1,-2 0,1-1,-1-1,39-53,-40 57,-9 25,0-8,0-3,0-1,0 1,1-1,0 0,0 1,0-1,1 0,0 0,0 0,0-1,1 1,-1-1,1 1,0-1,0-1,1 1,-1 0,1-1,0 0,0 0,0 0,2 0,122 41,-57-32,-5-4</inkml:trace>
  <inkml:trace contextRef="#ctx0" brushRef="#br0" timeOffset="2452.187">2231 468,'-2'0,"-10"-4,0 0,-1 1,1 1,-1 0,0 1,0 0,1 1,-1 1,0 0,0 0,0 1,1 1,-1 0,-10 4,21-5,-1 0,1 0,-1-1,1 1,0 1,0-1,0 0,0 0,0 1,0-1,1 1,-1 0,1-1,-1 1,1 0,0 0,1 0,-1 0,0 0,1 0,-1 0,1 0,0 0,0 0,0 0,1 0,-1 0,1 0,-1 0,1 0,0 0,0 0,1 0,-1-1,0 1,1 0,0-1,-1 1,1-1,0 1,0-1,1 0,-1 0,0 0,3 1,4 3,-1-1,1 0,0-1,0 0,0 0,0-1,1 0,-1-1,1 0,0-1,0 0,0 0,0-1,0 0,-1-1,1 0,0 0,0-1,-1-1,1 1,-1-2,9-3,-11 2,0 0,0 0,0-1,-1 0,0 0,-1-1,1 1,-1-1,0-1,-1 1,0-1,0 1,0-1,-1 0,1-5,27-129,-23 67,-3 0,-5-74,-9 98,8 51,1-1,-1 1,1-1,-1 1,0-1,1 1,-1 0,0 0,1-1,-1 1,0 0,1 0,-1 0,0-1,1 1,-1 0,0 0,0 0,1 0,-1 0,0 1,1-1,-1 0,0 0,1 0,-1 1,0-1,1 0,-1 1,0-1,1 0,-1 1,1-1,-1 1,1-1,-1 1,1-1,-1 1,1-1,-1 1,1 0,0-1,-1 1,1-1,0 1,-10 13,1 1,1 0,0 0,1 0,1 1,0 0,1 0,1 1,0-1,2 1,-1 10,0-4,2-1,1 0,0 1,2-1,0 0,2 1,0-2,2 1,7 20,-8-29,0-1,1 1,0-1,1 0,0-1,1 0,0 0,1-1,0 0,0 0,1-1,1 0,-1-1,1 0,1-1,0 0,0 0,-6-5,-1 0,1 0,0 0,0-1,0 1,1-2,-1 1,0-1,0 0,0 0,1 0,-1-1,0 0,0 0,0-1,0 1,0-1,0-1,-1 1,1-1,-1 0,0 0,1-1,-1 0,-1 0,1 0,2-3,4-4,-1 0,0-1,-1 0,0-1,-1 0,0-1,-1 0,-1 0,0 0,2-9,-7 20,1-3,1 1,-1-1,0 0,-1-1,1 1,-1 0,-1 0,1-1,-1 1,0 0,0-1,-1 1,0 0,0 0,0 0,-1-1,-1-2,2 8,1 1,-1-1,0 0,0 1,1-1,-1 1,0-1,0 1,0-1,1 1,-1 0,0-1,0 1,0 0,0 0,0 0,0-1,0 1,1 0,-1 0,0 0,0 1,0-1,0 0,0 0,0 0,0 1,0-1,1 0,-1 1,0-1,0 1,0-1,1 1,-1-1,0 1,1 0,-1-1,0 1,1 0,-1-1,1 1,-1 0,1 0,-25 38,21-30,2 1,-1 1,1-1,1 0,0 1,0-1,1 0,0 1,1-1,0 1,1-1,0 0,0 0,1 0,1 0,0 0,0-1,1 1,0-1,0 0,1-1,0 1,1-1,0 0,0-1,1 0,0 0,0 0,0-1,1 0,0-1,0 0,0 0,1-1,0-1,0 1,0-1,3 0,-8-2,1 0,0 0,0 0,-1-1,1 0,0 0,0 0,0-1,-1 0,1 0,0 0,-1-1,1 1,-1-1,1-1,-1 1,0-1,0 0,0 0,-1-1,1 1,-1-1,1 0,-1 0,-1-1,1 1,0-1,-1 1,0-1,0-1,0-1,3-13,0 0,-2 0,-1 0,0-1,-2 1,0-1,-1 0,-1 1,-2-6,1-38,2 63,0 0,-1-1,1 1,0-1,1 1,-1 0,0-1,0 1,0-1,1 1,-1 0,1-1,-1 1,1 0,0 0,-1-1,1 1,0 0,0 0,0 0,0 0,0 0,0 0,0 0,0 0,0 0,0 1,1-1,-1 0,0 1,0-1,1 1,-1-1,1 1,-1 0,0-1,1 1,-1 0,1 0,-1 0,0 0,1 0,-1 0,1 1,-1-1,0 0,1 1,-1-1,0 1,20 2,0 2,-1 0,0 1,0 1,0 1,16 10,-32-16,0 1,0 0,0 0,0 0,0 1,-1-1,0 1,1 0,-1 0,-1 0,1 0,-1 1,1-1,-1 1,0 0,-1-1,1 1,-1 0,0 0,0 0,-1 0,1 0,-1 0,0 0,-1 5,1-4,0 1,1-1,-1 0,1 0,1 1,-1-1,1 0,0 0,0 0,1-1,0 1,0 0,0-1,1 0,-1 0,1 0,1 0,-1-1,1 1,-1-1,1 0,1-1,1 2,3 0,0 0,-1-1,1-1,1 0,-1 0,0-1,1 0,0-1,-1 0,1-1,0 0,-1 0,1-1,-1-1,1 0,-1 0,1-1,-1 0,0-1,0 0,-1-1,1 0,-1 0,0-1,-1 0,1-1,-1 0,0 0,-1-1,0 0,0 0,0-1,1-2,17-73,-24 82,-1-1,0 0,0 1,0-1,0 1,0-1,-1 0,1 1,-1-1,0 1,0-1,0 1,0-1,0 1,0 0,0-1,-1 1,0 0,1 0,-1 0,0 0,0 1,0-1,0 0,0 1,0-1,0 1,-1 0,1-1,0 1,-2 0,0 0,1 0,-1 0,0 0,0 1,0-1,0 1,0 0,0 0,0 1,0-1,0 1,0 0,0 0,0 0,0 1,1-1,-1 1,0 0,1 0,-1 0,1 0,0 1,0-1,0 1,0 0,0 0,1 0,-1 0,0 1,0 1,-1 1,1-1,0 1,0-1,1 1,-1 0,1 0,0 0,1 0,0 1,0-1,0 0,1 1,0-1,0 0,0 1,1-1,0 3,2-1,0 0,0 0,1 0,0 0,0 0,1-1,0 1,1-1,-1 0,1-1,0 0,1 0,0 0,-1-1,2 1,1 0,10 5,-1-1,2-1,-1 0,1-1,0-1,5 0,-2 0,-1-1,1-1,0-1,0-1,0-1,1-1,-1-1,0-1,1-1,-1-1,0-1,0-1,-1-1,0-1,0-1,3-3,-17 6,0 0,0-1,0-1,-1 1,0-1,-1 0,0-1,0 1,0-1,-1 0,0-1,0 0,-1 1,-1-1,1 0,-1-1,-1 1,0-1,0 1,-1-1,0 0,0-1,-1 8,0-1,0 0,-1 0,1 1,-1-1,0 0,0 1,0-1,0 1,-1-1,1 1,-1 0,0-1,0 1,0 0,0 0,-1 0,1 1,-1-1,0 1,0-1,0 1,0 0,0 0,0 0,-1 0,1 1,-1-1,1 1,-1 0,1 0,-1 0,0 1,1-1,-1 1,-4-1,1 1,-1-1,1 1,-1 1,1 0,0 0,-1 0,1 1,0 0,0 0,0 1,0 0,0 0,1 1,-1 0,1 0,-2 2,4-3,1 0,0 1,0-1,0 1,0 0,1 0,0 0,-1 0,2 0,-1 0,0 1,1-1,0 0,0 1,0 0,0-1,1 1,0-1,0 1,0 0,0-1,1 1,0 0,0-1,0 1,0-1,1 0,0 1,0-1,0 0,0 0,0 0,1 0,0-1,0 1,0-1,0 1,1-1,-1 0,1 0,3 1,1 3,0-1,0 0,1-1,-1 0,1 0,1-1,-1 0,0-1,1 0,0 0,0-1,0 0,0-1,0 0,0-1,0 0,7-1,-13 0,0 0,-1 0,1-1,0 1,0-1,-1 0,0 0,1-1,-1 1,0-1,0 1,0-1,0 0,-1 0,1-1,-1 1,0 0,0-1,0 1,0-1,0 0,-1 1,0-1,0 0,0 0,0 0,0 0,-1 0,0 0,0-3,0 6,0 0,0 0,0 0,0 1,0-1,0 0,1 0,-1 1,0-1,0 0,0 0,1 1,-1-1,1 0,-1 1,0-1,1 0,-1 1,1-1,-1 1,1-1,0 1,-1-1,1 1,0-1,-1 1,1 0,0-1,-1 1,1 0,0-1,0 1,-1 0,1 0,0 0,0 0,-1 0,1 0,0 0,0 0,0 0,-1 0,1 0,0 0,0 1,-1-1,1 0,0 0,-1 1,1-1,0 1,-1-1,1 0,0 1,-1-1,1 1,-1 0,1-1,-1 1,1-1,-1 1,1 0,-1-1,0 1,1 0,-1 0,0 0,3 0,34 21,2-2,0-1,1-2,1-2,1-2,0-2,0-1,1-3,35 3,-37-7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31.5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0 635,'1'25,"0"-1,1 1,2-1,0 0,2 0,1-1,0 0,2 0,1 0,0-1,2-1,0 0,13 15,-19-28,1 0,1 0,0-1,0 0,0-1,1 1,0-2,0 1,0-1,2 0,-7-4,-1 1,1-1,-1 0,1 0,0 0,0 0,-1 0,1-1,0 0,0 0,0 0,-1 0,1-1,0 1,0-1,-1 0,1 0,0 0,-1-1,1 1,-1-1,0 0,1 0,-1 0,0 0,0-1,0 1,-1-1,2 0,2-9,1 0,-1 0,-1 0,0-1,-1 1,0-1,-1 0,-1 0,0-1,-1 1,0 0,-1-1,0 1,-1-4,1 10,-1-26,-1 25,2 0,-1 0,1 1,0-1,1 0,-1 0,2 1,-1-1,1 1,0-1,1 1,0-1,0 0,-1 6,0 0,-1 0,1 1,0-1,0 1,0-1,0 1,0 0,1 0,-1 0,0 0,0 0,1 0,-1 1,1-1,-1 1,0 0,3-1,20 0</inkml:trace>
  <inkml:trace contextRef="#ctx0" brushRef="#br0" timeOffset="978.285">790 796,'-10'-8,"0"0,0 1,-1 0,0 1,0 0,0 0,-1 1,0 1,0 0,0 1,6 1,0 1,0 0,0 1,0 0,0 0,0 0,0 0,0 1,0 0,0 1,1-1,-1 1,0 0,1 0,-1 1,1-1,0 1,0 1,0-1,0 1,1 0,-1 0,-2 3,1 0,0 1,0-1,0 1,1 1,0-1,0 1,1 0,1 0,-1 1,2-1,-1 1,1-1,0 1,2-5,-1 0,0 0,1 0,0 0,0-1,1 1,-1 0,1 0,0 0,0 0,1 0,0-1,-1 1,2-1,-1 1,0-1,1 0,0 0,0 0,0 0,0 0,1-1,-1 1,1-1,0 0,0 0,0-1,2 2,2-1,0 0,-1 0,1-1,0 0,0-1,0 1,1-2,-1 1,0-1,0 0,0-1,0 0,1 0,-1-1,0 0,-1 0,1-1,0 0,4-2,-7 3,0-1,0 1,-1-1,1 0,0 0,-1-1,0 1,0-1,0 0,0 0,-1 0,1-1,-1 1,0-1,-1 0,1 0,-1 0,0 0,0 0,0 0,-1-1,0 1,0-1,0 1,-1-1,1 1,-2-1,1 1,-1-2,-12-32,13 38,-1 1,1-1,0 0,0 0,-1 1,1-1,0 0,-1 1,1-1,-1 0,1 1,-1-1,1 0,-1 1,1-1,-1 1,0-1,1 1,-1 0,0-1,1 1,-1-1,0 1,0 0,1 0,-1-1,0 1,0 0,0 0,1 0,-1 0,0 0,0 0,0 0,1 0,-1 0,0 1,0-1,1 0,-1 0,0 1,0-1,1 0,-1 1,0-1,1 1,-1-1,-2 5,1 0,-1 0,1 0,0 0,0 0,1 0,0 0,0 1,0-1,0 1,1-1,0 0,0 1,0-1,1 1,0-1,0 0,0 1,2 2,-1-2,1 0,0 1,0-1,1 0,0-1,0 1,0-1,1 1,0-1,0-1,0 1,0-1,1 0,0 0,0 0,0-1,0 0,0 0,1 0,0-1,-1 0,1-1,0 1,0-1,0-1,-1 1,1-1,0 0,0-1,0 1,0-1,0-1,0 1,-1-1,1-1,-1 1,1-1,-1 0,0 0,0-1,0 0,1-1,5-9,0 1,-1-2,0 0,-1 0,-1 0,0-1,-1-1,-1 0,-1 0,0 0,-1-1,-1 1,-1-1,0 0,-1-14,13-95,-6-1,-6-102,-3 220,0-16,0 1,-2-1,-1 1,-1-1,-1 1,-8-23,13 46,0 1,0-1,0 0,-1 1,1-1,0 1,-1-1,1 1,-1-1,0 1,1-1,-1 1,0-1,0 1,0 0,0-1,0 1,0 0,0 0,-1 0,1 0,0 0,0 0,-1 0,1 0,-1 1,1-1,-1 0,1 1,-1-1,1 1,-1 0,0-1,1 1,-1 0,0 0,1 0,-1 0,1 0,-1 1,0-1,1 0,-1 1,1-1,-1 1,1 0,-1-1,1 1,-1 0,1 0,0 0,-1 0,1 0,0 0,0 0,0 1,-1 0,-9 14,0 0,1 0,1 1,0 1,1-1,2 1,-1 1,2-1,-3 19,0-1,1 1,2-1,1 1,2 0,1 0,3 0,0 0,4 9,-3-29,0 0,1 0,1 0,0 0,2-1,-1 0,2 0,0-1,1 0,1-1,0 1,1-2,0 0,1 0,1-1,0 0,0-1,8 4,-14-10,-1 0,1-1,0 1,0-2,1 1,-1-1,1 0,0 0,-1-1,1 0,0-1,0 0,0 0,1 0,-1-1,0 0,0-1,0 0,0 0,0-1,0 0,0 0,-1-1,1 0,-1 0,1-1,-1 0,0 0,-1-1,1 0,4-4,42-82,-45 117,-9-20,1 0,0-1,0 1,0 0,0 0,1-1,0 1,0 0,1-1,0 1,0-1,0 0,0 0,1 0,0 0,0 0,0 0,0 0,1-1,0 0,0 0,0 0,1 0,-1-1,1 1,0-1,0 0,0-1,0 1,2 0,3-3,0 0,-1-1,1 0,-1 0,1-1,-1-1,0 1,0-1,0-1,0 0,0 0,-1-1,1 0,-1 0,-1-1,1 0,-1 0,0-1,0 0,-1 0,0 0,0-1,-1 0,0-1,0 1,-1-1,1-2,-1 2,-1 0,0 0,-1-1,0 1,0-1,-1 1,0-1,-1 1,0-1,-1-3,1 9,-1 1,1-1,-1 0,0 0,0 1,0-1,-1 1,1-1,-1 1,0-1,0 1,0 0,0 0,-1 0,1 0,-1 0,0 1,1-1,-1 1,-1 0,1-1,0 2,0-1,-1 0,1 1,-1-1,0 1,-3 0,-1 1,1-1,-1 2,1-1,-1 1,1 0,-1 1,1-1,0 1,0 1,0 0,0 0,0 0,1 1,-1 0,1 0,0 0,0 1,0 0,1 0,0 0,0 1,0 0,1 0,-1 0,1 1,1-1,0 1,0 0,0 0,0 0,1 0,0 1,1-1,0 1,0-1,1 3,0-5,1 0,0 0,0 0,1-1,-1 1,1-1,0 1,1-1,-1 1,1-1,-1 0,1 0,1-1,-1 1,0 0,1-1,0 0,0 0,0 0,0 0,0-1,0 0,1 1,-1-2,1 1,39 16</inkml:trace>
  <inkml:trace contextRef="#ctx0" brushRef="#br0" timeOffset="1751.99">2006 756,'3'-8,"0"0,-1 0,0-1,0 1,-1 0,0-1,-1 1,1-1,-2 1,1-1,-1 1,-1 0,1-1,-1 1,-1 0,1 0,-2 0,-1-4,4 10,-1 1,1-1,0 0,-1 1,1-1,-1 1,0-1,0 1,1 0,-1-1,0 1,0 0,0 0,0 1,0-1,-1 0,1 1,0-1,0 1,0 0,-1-1,1 1,0 0,0 1,0-1,-1 0,1 0,0 1,0 0,0-1,0 1,0 0,0 0,0 0,-1 1,-3 1,0 1,0 0,0 1,1-1,-1 1,1 0,0 1,1-1,0 1,-3 4,3-6,1 1,0-1,0 1,0 0,0 0,1 0,0 1,0-1,0 1,1-1,0 1,0-1,0 1,1 0,-1-1,1 1,1 0,-1-1,1 1,0 0,0-1,1 1,0-1,0 0,0 1,0-1,1 0,0 0,0 0,0-1,1 1,-1-1,1 0,0 0,1 0,-1 0,1-1,-1 0,1 0,0 0,3 1,-3-2,1 0,0-1,0 0,1 0,-1 0,0-1,0 0,0 0,0-1,1 1,-1-1,0-1,0 1,0-1,0 0,-1 0,1-1,-1 1,1-2,-1 1,0 0,0-1,0 0,0 0,-1 0,0-1,0 0,0 1,0-1,-1-1,0 1,0 0,1-3,-6 14,1 0,1 1,-1-1,1 0,0 0,0 0,1 0,0 0,0 0,0 0,1 0,0 0,0-1,0 1,1 0,3 4,-2-7,1-1,-1 1,1-1,-1 0,1 0,0 0,0-1,0 0,0 0,0 0,0-1,0 1,0-1,1 0,-1-1,0 1,0-1,0 0,0 0,0-1,-1 1,1-1,0 0,0-1,-1 1,0-1,1 0,-1 0,0 0,0 0,-1-1,1 0,1-2,5-8,0-2,-2 1,1-1,-2 0,0-1,-1 0,-1 0,0 0,-1-1,-1 1,-1-1,-1 0,0 0,-2-16,1 32,-1 0,1 1,-1-1,1 0,0 0,0 1,0-1,0 0,0 0,0 1,0-1,1 0,-1 0,1 1,-1-1,1 0,-1 1,1-1,0 1,0-1,0 0,0 1,0 0,0-1,0 1,1 0,-1 0,0-1,1 1,-1 0,1 0,-1 1,1-1,0 0,-1 0,1 1,0-1,-1 1,1 0,0-1,0 1,-1 0,1 0,0 0,0 0,0 0,7 2,1 1,-1 0,0 0,0 1,0 0,0 0,0 1,-1 0,0 1,0 0,-1 0,1 1,-1 0,-1 0,1 0,-1 1,-1 0,1 1,-1-1,-1 1,0 0,0 0,0 0,-1 0,-1 1,0-1,1 7,0 116,-3-128,0-1,1 1,-1-1,1 1,-1-1,1 1,0-1,0 0,1 1,-1-1,1 0,0 0,-1 0,1 0,1 0,-1-1,0 1,1-1,-1 1,1-1,0 0,0 0,-1 0,2 0,-1 0,0-1,0 1,0-1,1 0,-1 0,1 0,-1-1,0 1,1-1,3 0,7-1,0 0,1-2,-1 0,0 0,0-1,0-1,-1 0,1-1,-1-1,-1 0,1-1,-1 0,-1 0,6-6,-3 4,-1-1,0 0,-1-1,0 0,0-1,-2 0,0-1,0 0,-1-1,-1 0,0 0,-2-1,3-7,-8 21,0 0,0 1,-1-1,1 0,-1 0,1 1,-1-1,0 0,1 0,-1 0,0 0,0 0,0 0,-1 0,1 1,0-1,-1 0,1 0,-1 0,0 1,0-1,1 0,-1 1,0-1,0 0,-1 1,1-1,0 1,0 0,-1-1,1 1,-1 0,1 0,-1 0,0 0,1 0,-1 0,0 1,1-1,-1 0,0 1,0-1,0 1,0 0,1 0,-1 0,0 0,0 0,0 0,0 0,0 0,-1 1,-6 2,1 1,-1 0,1 1,0 0,0 0,1 0,0 1,0 0,0 1,0 0,1 0,0 0,1 0,0 1,0 0,0 0,1 1,0-1,1 1,0 0,0 0,1 0,0 0,1 0,-1 10,2-14,0 0,1 1,-1-1,1 1,0-1,1 0,-1 0,1 0,0 1,0-2,1 1,-1 0,1 0,0-1,1 0,-1 1,1-1,-1 0,1-1,0 1,1-1,-1 0,1 0,-1 0,1 0,0-1,0 0,0 0,0 0,0-1,1 0,1 1,59 12,1-5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44.3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1 444,'8'37,"16"28,-1 3,4-2,22 38,-48-101,0-1,0 1,0-1,0 1,1-1,-1 1,1-1,-1 0,1 0,0 0,0 0,0 0,0 0,0-1,0 1,0-1,1 1,-1-1,0 0,1 0,-1 0,1 0,0 0,-1-1,1 1,0-1,-1 1,1-1,0 0,-1 0,1-1,0 1,-1 0,4-2,5-4,-1-2,1 1,-1-1,-1-1,1 0,-2 0,1-1,-1 0,-1-1,0 1,0-1,-1-1,0 1,-1-1,2-7,-1 6,0-1,-1 0,-1 0,0 0,-1 0,-1-1,1-3,-3 17,0 0,1 1,-1-1,0 0,0 1,0-1,0 0,1 1,-1-1,0 0,0 1,0-1,0 0,-1 1,1-1,0 0,0 1,0-1,0 0,-1 1,1-1,0 0,-1 1,1-1,0 1,-1-1,1 1,-1-1,1 1,-1-1,1 1,-1-1,1 1,-1-1,0 1,1 0,-1 0,1-1,-1 1,0 0,1 0,-20 21,18-16,0 0,0 0,1 1,0-1,-1 0,2 1,-1-1,1 0,0 1,0-1,0 1,1-1,-1 1,2-1,-1 0,0 0,1 1,0-1,0 0,1-1,-1 1,1 0,0-1,0 1,1-1,-1 0,1 0,0 0,0-1,0 1,1-1,-1 0,1 0,0-1,0 1,4 2,0-1,0 0,1-1,0 0,-1-1,1 1,0-2,0 0,0 0,0 0,0-1,0-1,0 0,0 0,0-1,0 0,0-1,0 0,-1-1,0 0,0 0,0-1,0 0,-1 0,1-1,-1 0,-1-1,1 0,-1 0,0 0,-1-1,0 0,0 0,1-4,-2 2,-1 1,-1-1,0 0,0 0,-1 0,0-1,0 1,-1-1,-1 1,0 0,0-1,-1 1,0-1,-1 1,-2-7,4 16,0 1,0-1,0 1,0-1,0 1,0 0,0-1,0 1,0-1,0 1,0-1,0 1,0 0,0-1,-1 1,1-1,0 1,0 0,-1-1,1 1,0-1,0 1,-1 0,1-1,0 1,-1 0,1 0,0-1,-1 1,1 0,-1 0,1 0,0-1,-1 1,1 0,-1 0,1 0,-1 0,1 0,0 0,-1 0,1 0,-1 0,1 0,-1 0,1 0,-1 0,1 0,0 0,-1 0,1 1,-1-1,1 0,0 0,-1 1,1-1,-1 0,1 0,0 1,-1-1,1 0,0 1,0-1,-1 1,-10 29,9-22,1 1,-1-1,2 1,-1-1,1 1,0-1,1 1,0-1,1 1,-1-1,2 0,-1 0,1 0,0 0,1 0,0 0,0-1,0 0,1 0,0 0,1 0,0-1,0 0,0 0,0-1,1 1,0-1,0-1,0 0,6 3,11 0,0 0,0-2,0-1,0-1,1-1,0-1,-1-1,1-1,-1-1,1-2,-1 0,0-1,22-9,-46 14,10-2,-1 0,1-1,-1-1,1 1,-1-1,0-1,-1 0,1 0,-1 0,0-1,0-1,0 0,-7 5,1 0,-1 1,0-1,0 0,-1 0,1 0,0 0,-1 0,1 0,-1 0,1 0,-1 0,0 0,0 0,0 0,0 0,0 0,-1 0,1-1,-1 1,1 0,-1 0,1 1,-1-1,0 0,0 0,0 0,0 0,-1 1,1-1,0 1,-1-1,0 0,-59-39,55 38,0 1,0 0,0 0,0 0,0 1,0 0,0 0,-1 0,1 1,0 0,-1 0,1 1,0 0,0 0,0 0,-1 1,1 0,0 0,1 0,-1 1,0 0,1 0,0 0,-1 1,1 0,1 0,-1 0,0 1,1-1,0 1,0 0,1 0,-1 0,0 3,3-5,0 0,1-1,-1 1,1 0,-1 0,1-1,0 1,0 0,0 0,1 0,-1 0,1-1,-1 1,1 0,0-1,0 1,0 0,0-1,1 1,-1-1,1 0,-1 1,1-1,0 0,0 0,0 0,0 0,0 0,1-1,-1 1,0-1,1 1,-1-1,2 0,94 29,-87-29,1 1,0-2,0 1,0-2,0 1,0-2,-1 0,1 0,0-1,-1 0,0-1,0 0,0-1,6-4,-15 9,-1-1,1 1,-1 0,1 0,-1 0,1-1,-1 1,1 1,0-1,-1 0,1 0,-1 1,1-1,-1 0,1 1,-1 0,0-1,1 1,-1 0,0 0,1 0,-1 0,0 0,0 0,0 0,0 0,0 0,0 0,0 1,0-1,0 0,0 1,-1-1,1 1,-1-1,1 1,-1-1,1 1,12 17,-9-15,0 0,0-1,0 1,1-1,-1 0,1 0,0-1,0 0,0 1,0-1,1-1,0 1,-4-1,0-1,0 0,0 1,0-1,0 0,0 0,0 0,0 0,0-1,0 1,0 0,-1-1,1 1,0-1,0 0,0 0,0 0,-1 0,1 0,0 0,-1 0,1 0,-1-1,0 1,1 0,-1-1,0 1,0-1,0 0,0 1,0-1,0 0,0 0,0 0,-1 0,4-12,-1-1,-1 1,0-1,-1 0,-1 1,0-1,-2-7,1-9,-1-98,4 126,-1 1,0-1,0 1,1-1,0 1,-1-1,1 1,0 0,0 0,0 0,0 0,1 0,-1 0,1 1,-1-1,1 1,-1-1,1 1,0 0,-1 0,1 0,0 1,0-1,0 1,0-1,0 1,0 0,0 0,-1 1,1-1,0 0,0 1,0 0,0-1,-1 1,4 1,10 0,-6-2,-4-1,0 0,1 1,-1-1,0 2,1-1,-1 1,1-1,-1 2,0-1,0 1,0 0,0 0,0 1,0 0,-1 0,1 0,-1 0,0 1,0 0,0 0,0 1,-1-1,1 1,1 3,8 91,-15-91,1 0,0 1,0-1,1 0,0 0,1 1,0-1,0 0,0 0,1 0,0-1,1 1,0-1,0 0,1 0,2 4,-2-7,0 1,0-1,0 0,0 0,1 0,0-1,0 0,0 0,0 0,0-1,1 0,-1 0,0-1,1 0,0 0,-1 0,1-1,0 0,-1 0,1-1,0 0,-1 0,1 0,-1-1,0 0,6-2,-4 1,0-1,0 0,0 0,-1 0,0-1,1 0,-2-1,1 0,-1 0,1 0,-2-1,1 1,-1-1,0-1,0 1,-1-1,0 0,0 0,-1 0,0-2,0-73,-4 80,1 0,-1 1,1-1,-1 1,0-1,0 1,0 0,-1-1,1 1,0 0,-1 0,1-1,-1 1,0 1,0-1,0 0,0 0,0 1,0-1,0 1,-1-1,1 1,0 0,-1 0,1 0,-1 0,1 1,-1-1,0 1,0-1,0 2,0-1,1 0,-1 1,0-1,0 1,1 0,-1 0,1 0,-1 0,0 0,1 0,0 1,-1 0,1-1,0 1,0 0,0 0,0 0,0 0,0 0,1 1,-1-1,1 0,-1 1,1-1,0 2,-23 70,22-69,1 1,0 0,0-1,1 1,-1 0,1 0,1 0,-1-1,1 1,0 0,0 0,0-1,1 1,0-1,0 1,1-1,-1 0,1 0,0 0,1 0,-1 0,1-1,0 0,0 0,0 0,1 0,-1 0,1-1,0 0,0 0,3 2,9 0,1-1,-1 0,1-1,-1 0,1-2,0 0,0-1,0-1,0-1,17-3,14-5</inkml:trace>
  <inkml:trace contextRef="#ctx0" brushRef="#br0" timeOffset="367.054">2314 69,'0'-12,"3"36,-3-21,1 0,-1 1,1-1,0 0,1 0,-1 0,0 0,1 0,-1 0,1-1,0 1,0 0,0-1,0 0,1 1,-1-1,1 0,-1 0,1 0,0 0,0-1,0 1,-1-1,2 0,-1 0,0 0,0 0,0 0,0-1,1 1,-1-1,0 0,0 0,1 0,-1 0,0-1,0 1,1-1,-1 0,0 0,0 0,0 0,0-1,0 1,0-1,-1 0,2-1,2-2,0-1,0 0,-1 0,0 0,0-1,-1 1,0-1,0 0,0-1,-1 1,0-1,-1 1,1-1,-1 0,-1 0,1-5,0 6,-2 19,0 0,3 27,2 0,2 0,2-1,1 0,2 0,1-1,5 13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29.2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1720 294,'7'3,"13"0,4-1</inkml:trace>
  <inkml:trace contextRef="#ctx0" brushRef="#br0" timeOffset="1931.379">5410 455,'-11'2,"0"1,0 0,1 1,-1 0,1 1,0 0,0 0,1 1,-1 0,1 1,1 0,-1 0,1 1,1 0,-1 1,1-1,1 1,0 1,0-1,1 1,0 0,0 0,-2 10,6-15,0-1,0 0,0 1,0-1,1 1,0-1,0 1,0-1,1 1,-1-1,1 1,0-1,0 0,1 1,-1-1,1 0,0 0,0 0,0 0,1 0,-1-1,1 1,0-1,0 1,0-1,1 0,-1 0,1-1,-1 1,1-1,0 0,0 0,0 0,0 0,1 0,3 0,11 2,0-1,1 0,0-1,-1-1,1-2,0 1,-1-2,1-1,-1 0,1-2,-1 0,-1-1,1 0,-1-2,0 0,0-2,-1 1,5-6,-10 7,-1-1,1 0,-1 0,-1-2,0 1,0-1,-1-1,-1 1,0-2,0 1,-1-1,5-13,-11 52,-2-15,1 0,0 1,1-1,0 0,0 1,2-1,-1 0,1 0,2 2,-4-9,1 0,0 0,0-1,0 1,0 0,0-1,1 0,-1 1,1-1,0 0,0 0,0-1,1 1,-1-1,1 1,-1-1,1 0,0 0,0-1,-1 1,1-1,1 0,-1 0,0 0,0 0,2-1,4-1,-1-1,0 0,0 0,0-1,0-1,0 1,-1-1,0-1,1 0,-2 0,1 0,-1-1,1 0,-1 0,-1-1,0 0,0 0,0-1,-1 0,0 0,0 0,-1 0,0-1,0 1,-1-1,0 0,-1 0,0-1,-1 1,1 0,-2-1,1 1,-2-4,1 13,0 0,0 0,0 0,0 0,0 0,-1 0,1 0,0 0,0 0,0 0,0 0,0 0,-1 0,1 0,0 0,0 0,0 0,0 0,0 0,-1 0,1 0,0 0,0 0,0 0,0 0,0 0,-1 0,1 0,0 0,0-1,0 1,0 0,0 0,0 0,-5 19,5-13,0 1,1-1,0 0,0 1,0-1,1 0,0 0,0 0,0 0,1 0,0 0,0-1,1 1,-1-1,1 0,0 0,0-1,1 1,3 2,4 3,-1-1,1-1,1 0,0 0,0-1,0-1,15 5,25 6</inkml:trace>
  <inkml:trace contextRef="#ctx0" brushRef="#br0" timeOffset="410.053">2295 0,'0'0,"-1"0,1 0,-1 0,1 0,-1 0,1 1,-1-1,1 0,-1 0,1 0,-1 0,1 1,-1-1,1 0,-1 0,1 1,0-1,-1 0,1 1,-1-1,1 0,0 1,0-1,-1 1,1-1,0 0,0 1,-1-1,1 1,0-1,0 1,0-1,0 1,0-1,-1 1,1-1,0 1,0-1,0 1,0-1,1 1,-1-1,0 1,0-1,0 1,0-1,0 1,1-1,-1 1,0-1,0 1,1-1,-1 0,0 1,1-1,-1 0,1 1,-1 0,16 426,-29 3,13-418,-1 0,0-1,0 1,1 0,1-1,0 1,1-1,0 1,1-1,0 0,0 0,1 0,1 0,0-1,1 0,-1 0,6 6,-8-13,1-1,-1 0,1 0,0 0,-1 0,1 0,0-1,0 1,0-1,0 0,0 0,1-1,-1 1,0-1,0 0,0 0,1-1,-1 1,0-1,0 0,0 0,0 0,0 0,0-1,0 0,0 0,9-4,0-1,-1 0,0-1,0-1,-1 0,11-10,78-112,-86 110,-14 21,0 0,1 1,-1-1,0 0,0 1,0-1,1 0,-1 1,0-1,0 0,1 1,-1-1,0 0,1 0,-1 1,0-1,1 0,-1 0,1 0,-1 0,0 0,1 1,-1-1,0 0,1 0,-1 0,1 0,-1 0,0 0,1 0,-1 0,1 0,-1 0,0-1,1 1,-1 0,0 0,1 0,-1 0,1-1,-1 1,0 0,1 0,-1-1,0 1,0 0,1 0,-1-1,0 1,0 0,1-1,-1 1,0 0,0-1,0 1,0 0,1-1,-1 1,0-1,0 1,0 0,0-1,0 1,0-1,1 40,-1-29,-1-3,1 0,-1-1,1 1,1 0,0 0,0-1,0 1,0 0,1-1,0 1,1-1,0 0,-1 0,2 0,-1 0,1 0,0-1,0 1,1-1,-1 0,1-1,0 1,0-1,1 0,0 0,-1 0,1-1,0 0,1 0,-1-1,0 0,6 2,14-3</inkml:trace>
  <inkml:trace contextRef="#ctx0" brushRef="#br0" timeOffset="582.314">2910 642,'-16'-5,"-10"-3,-2-3,3 0</inkml:trace>
  <inkml:trace contextRef="#ctx0" brushRef="#br0" timeOffset="762.88">2282 428,'18'-5,"24"-5,28-4,25-2,18 0,-9 3</inkml:trace>
  <inkml:trace contextRef="#ctx0" brushRef="#br0" timeOffset="1200.178">3578 816,'-3'-7,"-1"-1,0 2,0-1,-1 0,0 1,0 0,-1 0,1 0,-1 1,-1 0,1 0,-1 0,0 1,0 0,0 1,0-1,-1 1,1 1,-1-1,0 1,0 1,0-1,0 1,0 1,0-1,0 1,0 1,0 0,0 0,0 0,0 1,1 0,-1 1,0 0,1 0,0 0,-1 2,-1 0,0 1,0 0,1 0,-1 1,2 0,-1 1,1 0,0 0,1 1,-1-1,2 1,-1 1,1-1,1 1,0 0,0 0,1 0,0 0,1 1,-1 9,3-17,0 0,1 0,-1 0,1 0,0 0,-1 0,1 0,1 0,-1 0,0 0,1-1,-1 1,1-1,0 1,0-1,0 1,0-1,0 0,1 0,-1 0,0 0,1-1,0 1,-1-1,1 1,0-1,0 0,0 0,0 0,0-1,0 1,0-1,0 1,7 0,1 0,0 0,-1-1,1 0,0-1,-1 0,1-1,-1 0,1-1,-2 1,-1 0,0-1,0 0,-1-1,1 1,0-2,-1 1,0-1,0 0,-1 0,1-1,-1 0,0 0,-1 0,1-1,-1 0,0 0,-1 0,0 0,0-1,-1 0,0 0,0 0,-1 0,0 0,0-2,-2 11,-1-1,1 0,-1 1,1-1,-1 0,1 1,-1-1,1 0,-1 0,1 0,-1 0,0 1,1-1,-1 0,1 0,-1 0,0 0,1 0,-1 0,1 0,-1-1,1 1,-1 0,0 0,1 0,-1-1,1 1,-1 0,1 0,-1-1,1 1,-1-1,1 1,-1 0,1-1,0 1,-1-1,1 1,0-1,-1 1,1-1,0 1,0-1,-1 1,1-1,0 0,0 1,0-1,0 1,0-1,0 1,0-1,0 0,0 1,0-1,0 1,0-1,0 0,0 1,1-1,-3 5,0 0,0 1,0-1,1 1,0 0,0-1,0 1,0 0,1-1,0 1,0 0,0 0,1 0,-1-1,1 1,0 0,1-1,-1 1,1-1,0 1,0-1,0 0,0 0,1 0,0 0,0 0,0 0,0-1,1 0,-1 1,1-1,0 0,0-1,0 1,0-1,0 0,1 0,-1 0,1 0,2 0,112 25,-57-23</inkml:trace>
  <inkml:trace contextRef="#ctx0" brushRef="#br0" timeOffset="-2127.804">156 749,'0'16,"0"19,2 19,1 16,2 18,3 13,0 10,0 7,0 2,-3-4,-1-6,-1-22</inkml:trace>
  <inkml:trace contextRef="#ctx0" brushRef="#br0" timeOffset="-1772.149">9 949,'-4'-24,"-1"-60,8 81,0 0,0 1,0-1,1 0,-1 1,1 0,-1 0,1 0,0 0,0 1,-1-1,1 1,0 0,0 0,1 1,-1-1,0 1,0 0,0 0,0 0,0 1,0-1,1 1,-1 0,1 0,12 1,0 0,-1 1,1 0,0 2,-1 0,0 0,0 2,-1 0,0 1,0 0,-1 1,0 1,11 9,-22-17,0 1,-1-1,1 1,-1-1,0 1,0 0,0 0,0 0,0 0,-1 0,1 0,-1 1,0-1,0 0,0 1,-1-1,1 1,-1-1,1 1,-1-1,0 1,-1-1,1 1,-1-1,1 1,-1-1,0 1,0-1,-1 0,1 1,-1-1,1 0,-1 0,0 0,0 0,0-1,-2 3,-7 4,1-1,-1 1,-1-2,1 1,-1-2,-1 0,1 0,-1-1,0 0,0-2,0 1,-1-1,1-1,-1-1,0 0,-8 0,5-3</inkml:trace>
  <inkml:trace contextRef="#ctx0" brushRef="#br0" timeOffset="-1449.692">544 1069,'1'3,"-1"-1,1 0,0 0,0 0,0 0,1 0,-1 0,0 0,1 0,-1 0,1-1,0 1,0-1,-1 1,1-1,0 0,0 1,0-1,0 0,1 0,-1-1,0 1,0 0,1-1,-1 1,0-1,1 0,-1 0,0 0,1 0,-1 0,0 0,0-1,2 1,76-28,-76 25,1 0,0-1,0 1,-1-1,0 0,0 0,0-1,0 1,-1-1,0 0,0 0,0 0,0 0,-1 0,0-1,0 1,0-1,-1 1,0-1,0 0,0 0,-1 1,0-1,0 0,0 0,-1 1,0-1,0 0,0 0,-1 1,0-1,0 1,0 0,-1-1,1 1,-1 0,-1 1,1-1,-1 0,0 1,0 0,-3-4,3 5,1 1,0-1,-1 0,1 1,-1 0,0 0,0 0,0 0,0 1,0-1,0 1,0 0,0 0,-1 1,1-1,0 1,-1 0,1 0,0 0,0 1,-1-1,1 1,0 0,0 0,0 1,0-1,0 1,0 0,0 0,0 1,1-1,-1 0,1 1,0 0,0 0,-1 1,-1 3,1 1,0-1,1 1,-1 0,2 0,-1 0,1 1,0-1,1 1,0-1,0 1,1-1,0 6,2 25</inkml:trace>
  <inkml:trace contextRef="#ctx0" brushRef="#br0" timeOffset="-1004.896">945 655,'19'-3,"1"1,0 0,-1 2,1 0,0 1,-1 1,1 1,-1 0,0 2,0 0,3 3,-9-5,0 1,0 1,-1 1,0-1,0 2,-1 0,1 0,-2 1,1 0,-1 1,0 0,-1 1,0 0,0 0,-1 1,-1 0,0 0,0 1,2 7,-2-1,-1 2,-1-1,-1 1,-1 0,0 0,-1 0,-1 0,-2 0,1 0,-3 7,-44 201,13-81,31-131,1-1,0 1,1 0,1 0,0 0,3 14,-3-25,1 0,0 0,1-1,-1 1,1 0,0-1,0 1,0-1,1 1,0-1,-1 0,2 0,-1 0,0-1,1 1,-1-1,1 0,0 0,0 0,1 0,-1-1,0 1,4 0,2 1,1-1,0 0,0-1,0 0,0-1,1 0,-1 0,0-1,0-1,1 0,-1-1,0 0,0 0,0-1,-1-1,1 0,-1 0,8-5,10-19,-22 15</inkml:trace>
  <inkml:trace contextRef="#ctx0" brushRef="#br0" timeOffset="-419.914">1105 909,'0'-2,"7"-1,11 0,16-2,17 1,14-2,13-3,5-1,-2-1,-4-2,-16 2</inkml:trace>
  <inkml:trace contextRef="#ctx0" brushRef="#br0" timeOffset="-169.545">1840 642,'-4'-5,"-2"4,0 8,2 12,0 14,2 11,1 7,1 4,2-1,4-5,2-8,3-11,-1-11</inkml:trace>
  <inkml:trace contextRef="#ctx0" brushRef="#br0" timeOffset="11888.634">784 1912,'-9'-3,"-1"0,0 0,0 1,0 0,0 1,0 0,-1 0,1 1,0 1,0 0,0 0,-1 1,1 0,1 1,-1 0,0 0,1 1,-1 0,1 1,0 0,1 1,-1 0,1 0,0 0,-2 4,6-7,0 1,0-1,0 1,1 0,0 0,-1 0,1 1,1-1,-1 1,1 0,0 0,0-1,0 1,0 1,1-1,0 0,0 0,1 0,-1 1,1-1,0 0,1 0,-1 1,1-1,0 0,0 0,1 0,-1 0,1 0,0 0,1 0,-1 0,1-1,0 0,0 1,0-1,1 0,-1 0,1-1,0 1,3 1,11 2,0-1,1 0,0-1,0-2,0 0,0 0,1-2,-1-1,1 0,-1-1,0-1,1-1,-1-1,0-1,17-6,7 0,0-3,-1-1,0-2,-2-2,0-1,-1-2,15-13,-47 30,-3 2,1 1,-1-1,0 0,0 0,0 0,-1 0,1-1,-1 0,1 1,-1-1,-1-1,1 1,0 0,-1-1,0 1,0-1,0-2,-3 4,-1 0,0 0,0 1,0-1,-1 0,1 1,-1-1,1 1,-1 0,0 0,0 0,0 0,0 0,0 1,0-1,0 1,-1 0,1 0,0 0,-1 0,1 1,-1-1,1 1,-1 0,1 0,-1 0,1 1,-2-1,-5 0,0 0,1 1,-1 0,0 0,0 1,0 0,1 1,-1 0,-6 4,12-6,1 1,0-1,-1 1,1 0,0 0,0 0,0 1,0-1,0 1,1-1,-1 1,1 0,0 0,0 0,0 0,0 1,0-1,1 1,-1-1,1 1,0-1,0 1,0-1,1 1,-1 0,1 0,0 0,1 1,-1-1,1 0,1 1,-1-1,1 0,-1 1,1-1,0 0,1 0,-1-1,1 1,0 0,-1-1,2 0,-1 1,0-1,1 0,-1-1,1 1,3 1,87 38,-48-31,0-2,1-3,0-1,0-2,1-3,-1-1,0-3,0-2,0-1,25-10,-6 1</inkml:trace>
  <inkml:trace contextRef="#ctx0" brushRef="#br0" timeOffset="12228.864">1894 1939,'-7'-5,"0"0,0 1,-1 0,1 1,-1-1,0 1,0 1,0 0,-1 0,1 0,0 1,-1 1,1-1,0 1,-1 0,1 1,-1 0,1 1,0 0,0 0,0 0,0 1,0 0,0 1,1 0,0 0,0 1,0-1,0 1,1 1,-1 0,-2 3,7-7,1-1,-1 0,1 1,-1-1,1 1,0 0,0-1,0 1,0 0,0-1,0 1,1 0,-1 0,0 0,1 0,-1 0,1 0,0 0,0 0,0 0,0 0,0 0,0 0,0 0,1 0,-1 0,1 0,-1-1,1 1,0 0,0 0,0 0,0-1,0 1,0 0,0-1,1 1,-1-1,1 1,-1-1,1 0,-1 0,1 0,0 0,0 1,10 1,-1 1,1-2,0 0,0 0,0-1,0-1,0 0,0 0,0-1,0-1,0 0,0 0,0-2,-1 1,10-5,-15 6,1 0,0 0,-1-1,0 0,1 0,-1-1,-1 1,1-1,0-1,-1 1,0-1,0 0,0 0,-1 0,1-1,-1 0,-1 1,1-1,-1-1,0 1,-5-12,-4 24,7-2,0 0,0 0,0 0,1-1,-1 1,1 0,0-1,0 0,1 1,-1-1,1 0,-1 0,1 0,0-1,0 1,0-1,1 1,-1-1,1 0,-1 0,1-1,-1 1,1-1,0 0,0 1,2-1,126 22,-56-16</inkml:trace>
  <inkml:trace contextRef="#ctx0" brushRef="#br0" timeOffset="13443.691">3512 1644,'4'-3,"0"0,0 1,1-1,-1 1,1-1,-1 1,1 1,0-1,0 1,0 0,0 0,0 0,0 0,0 1,0 0,0 0,0 1,0-1,0 1,0 0,0 0,0 1,0 0,0-1,-1 2,1-1,-1 0,1 1,-1 0,0 0,0 0,0 1,2 2,4 8,0 1,-2 0,1 0,-2 1,0 0,-1 0,-1 1,0-1,-1 1,-1 0,1 16,4 7,-9-38,1 0,0 0,0 0,0-1,0 1,1 0,-1 0,0 0,1 0,-1 0,1-1,0 1,-1 0,1 0,0-1,0 1,0-1,0 1,1-1,-1 1,0-1,1 0,-1 1,1-1,-1 0,1 0,-1 0,1 0,0 0,-1-1,1 1,0 0,0-1,0 0,0 1,-1-1,1 0,0 0,1 0,7-4,-1-1,1-1,-1 0,0 0,0-1,0 0,-1 0,0-1,-1 0,0-1,3-3,-2 2,0 1,-1-1,0 0,0-1,-1 0,-1 0,0 0,0 0,-1-1,0 0,-1 0,-1 0,1-4,-8 8,-3 23,6-9,0 0,1-1,0 1,0 0,0-1,1 1,0 0,0 0,0 0,1 0,0-1,0 1,0 0,1-1,0 1,0-1,0 1,1-1,0 0,0 0,0 0,0-1,1 1,0-1,0 0,0 0,1 0,-1 0,1-1,0 1,0-1,0-1,0 1,0-1,1 0,1 1,1-1,-1 0,1 0,-1 0,1-1,0-1,-1 1,1-1,0 0,-1-1,1 0,0 0,-1-1,1 0,-1 0,0-1,0 0,0 0,0 0,0-1,-1 0,1-1,-1 1,0-1,0 0,-1-1,0 1,0-1,0 0,0-1,-1 1,0-1,-1 1,1-1,0-5,7-65,-11 77,0 0,0 0,0 0,0 1,0-1,0 0,0 0,0 0,-1 0,1 1,0-1,0 0,0 0,0 0,0 0,-1 0,1 1,0-1,0 0,0 0,0 0,-1 0,1 0,0 0,0 0,0 0,0 0,-1 0,1 0,0 0,0 0,0 0,-1 0,1 0,0 0,0 0,0 0,-1 0,1 0,0 0,0 0,0 0,-1 0,1 0,0 0,0-1,0 1,0 0,-1 0,1 0,0 0,0 0,0-1,0 1,0 0,-8 20,7-14,0 0,0 0,0 0,0 1,1-1,0 0,0 0,1 0,0 1,0-1,0 0,1 0,0 0,0 0,1-1,-1 1,1 0,0-1,1 0,-1 0,1 0,0 0,0-1,1 1,-1-1,1 0,0 0,0-1,1 1,-1-1,1 0,-1-1,1 1,3 0,13 3,0-1,0 0,0-2,0 0,1-2,-1 0,1-2,-1 0,0-2,0 0,1-1,-2-2,1 0,13-7,55-39,-88 50,0 1,0-1,0 0,0 0,0 0,-1 0,1 0,0 0,-1 0,0-1,1 1,-1 0,0-1,0 1,0-1,-1 0,1 1,-1-1,1 1,-1-1,0 0,0 1,0-1,0 0,-1 1,1-1,-1 0,1 1,-1-1,0 1,0-1,0 1,0-1,-1 1,1 0,-1-1,-3-2,0 0,-1 1,1-1,-1 1,0 0,0 1,0 0,0 0,0 0,-1 1,1-1,-1 2,0-1,0 1,0 0,1 0,-1 1,0 0,0 0,0 0,0 1,0 0,0 1,1 0,-1 0,0 0,1 0,0 1,-1 1,1-1,0 1,1 0,-1 0,1 0,0 1,-2 2,4-5,1 0,-1 0,1 1,0-1,0 1,0 0,0 0,1 0,-1 0,1 0,-1 0,1 0,0 0,0 0,1 0,-1 1,1-1,-1 0,1 1,0-1,0 0,1 1,-1-1,1 0,-1 1,1-1,0 0,0 0,1 0,-1 0,1 0,-1 0,1 0,0 0,0-1,0 1,0-1,2 2,6 1,0-1,1 0,-1 0,1-1,0 0,0-1,0 0,0-1,1 0,-1 0,0-2,0 1,0-1,1-1,-1 0,-1-1,1 0,0-1,-1 0,3-1,-3 1,0 0,0 0,-1-1,1-1,-1 0,-1 0,1-1,-1 0,0 0,0-1,-1 0,0 0,0 0,-1-1,0-1,-1 1,0-1,3-7,1 5,-8 32,-1-10,-1-3,0 0,1-1,0 1,0-1,1 1,-1 0,1-1,1 1,0-1,0 1,0-1,0 0,1 0,0 0,0 0,1-1,0 1,0-1,0 0,1 0,-1 0,1-1,0 1,1-1,-1 0,1-1,-1 1,1-1,0-1,0 1,1-1,-1 0,0 0,1 0,-1-1,4 0,4-3,0 0,-1-1,1-1,-1 0,0-1,0 0,-1-1,1 0,-1-1,-1 0,1-1,-1-1,-1 0,1 0,-2-1,1 0,-1 0,-1-1,0-1,0 1,-2-1,1-1,0-1,13-61,-27 86,2 4,1-1,0 1,1 0,1 0,0 0,1 0,1 0,0 0,1 0,1 0,0 0,1 0,3 9,-4-21,0 1,0-1,0 0,0 1,1-1,-1 0,1 0,0 0,-1-1,2 1,-1-1,0 1,0-1,1 0,-1-1,1 1,-1 0,1-1,4 1,14 3</inkml:trace>
  <inkml:trace contextRef="#ctx0" brushRef="#br0" timeOffset="13688.334">5343 1350,'-18'-4,"-9"-2,1 2,5 5,14 8,25 8,28 8,5-1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1.6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 0,'0'21,"0"22,0 24,0 22,0 16,-2 10,-5 2,-5-5,1-11,2-13,2-17,3-21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2.0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547 0,'-18'40,"-1"-2,-2 0,-2-1,-1-1,-2-2,-29 32,15-18,-1-3,-2-1,-3-2,-1-2,-32 20,25-34,53-26,0-1,0 1,1-1,-1 1,0-1,1 0,-1 1,1-1,-1 0,1 1,-1-1,1 0,0 0,-1 1,1-1,0 0,-1 0,1 0,0 1,0-1,0 0,0 0,0 0,0 0,0 0,0 1,0-1,0 0,0 0,0 0,1 0,-1 1,0-1,1 0,-1 0,1 1,-1-1,1 0,-1 0,1 1,-1-1,1 1,-1-1,1 0,0 1,0-1,-1 1,1 0,0-1,0 1,0-1,3-3,0 0,1 0,-1 0,1 1,0-1,0 1,0 0,0 1,1-1,-1 1,1 0,0 0,-1 1,1 0,0 0,0 0,0 1,0 0,0 0,0 0,0 1,0-1,-1 2,1-1,0 1,-1-1,1 2,-1-1,1 1,-1-1,0 1,0 1,0-1,0 1,-1 0,2 1,24 24,0 1,-2 2,-2 1,9 14,70 83,-97-121,0 0,0 0,1-1,0 0,1-1,0 0,0 0,0-1,1 0,0-1,0-1,0 1,0-2,1 1,0-2,0 0,-1 0,1-1,0 0,1-1,-1 0,0-1,-1-1,8-1,20-12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2.3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23,'18'0,"23"0,23-2,23-4,14 0,5 1,-3 1,-12 6,-21 7,-20 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2.5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1,'18'9,"25"3,24-1,27-4,22-6,16-7,-14-3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2.9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0 660,'2'-20,"1"1,0-1,2 1,0-1,1 1,1 1,1-1,2-2,2-8,-7 19,38-94,-4-2,9-52,-31 87,-13 65,-3 20,-1-14,-1 266,-1-113,6 0,7 3,0-68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6.4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1 454,'12'-62,"3"0,3 1,3 0,2 2,29-54,-29 78,-19 44,-21 159,11-125,-7 40,4 1,4-1,3 1,8 54,-3-111,2 0,2 0,0-1,9 22,8 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7.3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94 234,'-13'34,"1"1,3 0,0 0,2 1,2 0,1 1,2-1,2 3,-1-32,1 0,0 1,1-1,-1 0,2 0,-1 0,1 0,0 0,0 0,0 0,1-1,0 1,1-1,0 1,-1-1,2-1,-1 1,1 0,0-1,0 0,0 0,1-1,0 0,0 1,0-2,2 2,8-2,1 0,-1-1,1 0,0-2,0 0,0-1,0 0,-1-1,1-1,-1-1,1 0,-1-2,0 1,-1-2,0 0,0-1,0 0,-1-2,0 1,5-6,-6 6,-1-1,0 0,-1-1,0 0,-1 0,0-1,-1-1,0 0,-1 0,0 0,-1-1,-1 0,0-1,-1 0,0 0,-1 0,-1 0,-1 0,0-1,0 1,-2-1,0 1,-1-1,-1 1,0-1,-2-5,0 5,-1-1,-1 1,0 0,-1 0,-1 1,0 0,-1 0,-1 1,0 1,-1-1,-1 1,0 0,4 6,0 0,0 0,0 1,-1 0,0 0,0 1,0 0,-1 1,0 0,1 0,-2 1,1 1,0 0,0 0,-1 1,1 0,-1 0,1 1,-1 1,-1 0,-1 2,1 0,1 0,-1 1,0 1,1 0,0 0,0 1,1 1,-1 0,1 0,1 1,-1 0,1 1,1 0,-3 3,-3 6,0 0,1 1,1 1,1 0,1 0,1 1,-7 20,10-22,1 0,0 0,1 1,2 0,0-1,0 1,2 0,1 0,0 0,2 0,0 0,5 16,18 35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7:58.0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137 150,'-11'12,"0"1,1 1,1-1,0 1,1 1,0 0,1 0,1 1,0 0,1 0,1 0,1 0,0 1,-1 16,4-24,0 0,0 1,1-1,0 0,0 0,1 1,1-1,-1 0,1-1,1 1,0 0,0-1,0 0,1 0,1 0,-1-1,1 1,0-1,1-1,0 1,0-1,0 0,1-1,0 0,0 0,0-1,0 0,1 0,2 0,4 1,0-1,0-1,1 0,0-1,0-1,-1 0,1-1,0-1,0-1,0 0,-1-1,1 0,-1-1,0-1,0-1,0 0,-1-1,0 0,0-1,-1-1,0 0,-1-1,0 0,0-1,-1 0,0-1,-1 0,0 0,-1-2,-1 1,0-1,4-10,-6 13,-1 0,0-1,0 0,-1 0,0 0,-1 0,-1-1,0 0,-1 1,0-1,-1 0,0 0,-1 1,0-1,-1 0,-1 1,0 0,0-1,-2 1,1 0,-1 1,-1-1,0 1,-1 0,0 1,-1-1,0 2,0-1,-1 1,-8-7,8 10,-1 0,-1 1,1 0,-1 0,0 1,0 1,0 0,0 0,0 1,-1 0,1 1,-1 1,1 0,-1 0,1 1,-1 1,1 0,-1 0,1 1,0 0,0 1,1 1,-1-1,-3 4,-5 2,1 1,0 1,1 0,0 2,1 0,0 1,1 0,1 1,0 1,1 0,1 1,-7 15,6-7,2 0,1 0,1 1,2 0,-4 22,-1 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07.1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277 229,'-27'37,"2"1,1 1,2 1,2 1,2 1,-12 42,1-2,3 1,4 1,-10 80,30-78,2-85,0 0,0-1,1 1,-1 0,0 0,0-1,0 1,1 0,-1 0,0-1,1 1,-1 0,0-1,1 1,-1 0,1-1,-1 1,1-1,-1 1,1 0,0-1,-1 0,1 1,0-1,-1 1,1-1,0 0,0 1,-1-1,1 0,0 0,0 0,-1 0,1 1,0-1,0 0,0 0,-1-1,1 1,0 0,0 0,-1 0,1 0,1-1,30-21,-3-11,-2-1,-1-1,-1-1,-2-1,-2-1,-1-2,9-14,-2-1,-3-2,-2-1,-2 0,-4-2,-1 0,-4-1,-2 0,-1-28,-6 81,-1 0,0 0,-1-1,0 1,0-1,-1 1,0 0,-1 0,1-1,-1 1,-1 0,0 1,0-1,-1 0,1 1,-2-1,1 1,-1 1,0-1,0 0,-2 0,1 5,1 1,0 0,0 0,-1 0,1 1,0 0,-1 0,1 0,0 1,-1 0,1 0,0 0,0 0,0 1,0 0,0 0,0 1,0-1,1 1,-1 0,1 0,0 0,0 1,0 0,0-1,0 1,-2 5,-8 5,1 2,0-1,1 2,1 0,0 0,2 1,0 0,1 0,0 1,2 0,0 1,2-1,0 1,1 0,1 0,0 1,2-1,0 0,2 0,0 0,1 0,1 0,1 0,1-1,0 0,8 14,10 9,3-1,1-2,2-1,34 33,68 91,-121-147,0 0,-1 1,0 1,-2 0,0 0,-1 1,0 0,-1 0,-2 0,0 1,0 0,-2 0,0 0,-2 1,0-16,0 1,-1-1,1 0,-1 0,0 0,0 0,-1 0,1-1,-1 1,0 0,0-1,0 1,0-1,-1 1,1-1,-1 0,0 0,0 0,-3 2,-10 2</inkml:trace>
  <inkml:trace contextRef="#ctx0" brushRef="#br0" timeOffset="309.555">1012 924,'-26'-6,"0"0,-1 2,1 1,-1 2,-2 0,22 1,0 0,0 1,1 0,-1 0,0 1,0 0,1 0,-1 0,1 1,-1 0,1 0,0 0,0 1,1 0,-1 0,1 1,0-1,0 1,0 1,1-1,-4 6,3-3,1 1,1 0,-1 0,2 0,-1 0,1 0,1 1,-1-1,2 1,-1-1,1 1,1-1,0 1,0-1,0 0,2 1,-1-1,1 0,0 0,1 0,0-1,0 1,1-1,0 0,1 0,0-1,0 1,0-1,1-1,0 1,0-1,1 0,0-1,8 5,6 0,0-1,1 0,1-2,-1 0,1-2,0 0,1-2,-1-1,1-1,-1 0,1-2,-1-1,0-2,1 0,-1-1,-1-1,18-8,11-7,-14 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03.2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56 352,'-1'1,"-1"0,1-1,0 1,0 1,0-1,0 0,0 0,0 0,0 0,0 1,1-1,-1 0,0 1,1-1,-1 1,1-1,0 1,-1-1,1 1,0-1,0 1,0-1,0 1,0 0,-2 31,1 0,2 1,1-1,3 15,2 25,2 154,-10 1,-15 68,3-131,-16 341,28-478,1 0,1 0,2 0,0 0,2 0,1-1,4 11,-9-36,-1-1,1 0,-1 0,1 1,-1-1,1 0,0 0,0 1,0-1,-1 0,1 0,0 0,0 0,0 0,1-1,-1 1,0 0,0 0,0-1,1 1,-1-1,0 1,0-1,1 1,-1-1,1 0,-1 0,0 1,1-1,-1 0,0 0,1-1,-1 1,1 0,-1 0,1-1,50-25,-33 15,9-3,1 1,0 1,1 2,0 1,1 2,0 0,0 2,1 2,-1 1,1 1,-1 1,1 2,23 5,95 21,-106-17,1-2,-1-2,2-1,-1-3,0-2,1-1,-1-3,3-2,39-25,-85 28,1 1,0-1,-1 0,1 0,-1 0,1-1,-1 1,0 0,0-1,0 1,0-1,-1 0,1 0,-1 0,1 0,-1 0,0 0,0 0,0 0,-1 0,1 0,-1 0,0-1,0 1,0 0,0-2,-22-110,13 15,5 0,5-22,0 35,-15-495,11 536,-13-201,-29-124,43 361,0-10,-1 1,-1 0,0 1,-1-1,-2 1,0 0,0 0,-2 1,0 0,-8-10,16 25,-1 1,0 0,0 0,0 0,0 0,0 0,0 0,0 1,0-1,0 1,0-1,-1 1,1 0,0 0,0 0,0 0,0 0,-1 0,1 0,0 1,0-1,0 1,0 0,0 0,0 0,0 0,0 0,0 0,0 0,0 1,-24 7,-86 13,0-5,-2-6,-30-3,-240 2,280-9</inkml:trace>
  <inkml:trace contextRef="#ctx0" brushRef="#br0" timeOffset="2875.707">2489 218,'21'68,"-4"-1,-3 2,-2 0,-2 25,37 455,-24 38,-19-326,-4-258,1-1,-1 1,0 0,0-1,0 1,0 0,-1-1,1 1,-1-1,1 1,-1 0,0-1,0 1,0-1,0 0,-1 1,1-1,-1 0,1 0,-1 0,0 0,0 0,1 0,-2 0,1-1,0 1,0-1,0 1,-1-1,1 0,-1 0,-1 1,-133 16,5 3,-31 6,-2-7,-156-1,319-19,-1 1,1-1,0 0,-1 0,1 0,0-1,-1 1,1-1,0 1,-1-1,1 0,0 1,0-1,-1 0,1-1,0 1,0 0,0-1,1 1,-1-1,0 1,0-1,1 0,-1 0,1 0,0 0,-1-1,-5-7,3 4,0 0,0 0,1 0,-1-1,1 1,1-1,0 0,-1 0,2 0,-1 0,1 0,13-149,16-142,-13-1,-23-274,-39 145,29 296,8 19,16 97,7 31,1 2,-5-12,1-1,0 0,0 0,0-1,0-1,1 1,-1-2,1 1,-1-1,1-1,0 0,-1-1,1 0,2 0,-3 0,111-10,103-23,20-3,-154 36,-70 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04.2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306 499,'-30'27,"2"1,2 1,0 2,2 0,1 2,2 0,1 2,2 0,1 1,2 1,1 0,2 1,2 0,-3 28,5 44,8-105,0 1,1-1,0 1,0-1,0 0,0 1,1-1,0 0,0 0,1 0,-1 0,1-1,0 1,0 0,1-1,-1 0,1 0,2 2,-2-4,1-1,-1 1,1-1,0 0,-1 0,1 0,0 0,0-1,0 0,-1 0,1-1,0 1,0-1,-1 0,1 0,0 0,-1-1,1 0,-1 0,0 0,1 0,-1 0,0-1,0 0,-1 0,1 0,2-3,26-23,-1-1,-2-1,-1-1,-1-2,-2-1,-1 0,-2-2,-2-1,9-12,-2-1,-3-2,-2 0,-2-1,-3-1,-2-1,-2-1,-3 0,-2 0,-3 0,-3-19,-2 56,-2 1,0 0,-1 0,-1 0,-1 0,-3-6,6 19,0 1,0-1,0 1,-1 0,0-1,0 1,-1 1,1-1,-1 0,0 1,0 0,-1 0,1 0,-1 0,0 1,0-1,0 1,0 1,-1-1,1 1,-1 0,0 0,-1 1,1 0,-1 1,0 0,0 0,1 0,-1 1,0 0,0 0,1 1,-1 0,1 0,-1 0,1 1,0 0,0 1,0-1,1 1,-1 0,-4 4,-3 4,0 0,1 0,0 2,1-1,0 1,1 1,-1 3,-2 9,1 0,1 0,1 1,2 1,1 0,1 0,1 0,2 0,1 1,1 0,2-1,1 1,1-1,1 1,2-1,1 0,1-1,2 0,0 0,2-1,1 0,14 21,85 130,-80-134,-2 1,-2 1,-3 2,-1 1,-2 0,-3 2,3 17,-13-25</inkml:trace>
  <inkml:trace contextRef="#ctx0" brushRef="#br0" timeOffset="249.056">827 913,'0'16,"-2"14,-3 14,-1 12,-2 9,1 4,2 0,1-5,1-9,2-17,0-23,1-14</inkml:trace>
  <inkml:trace contextRef="#ctx0" brushRef="#br0" timeOffset="474.472">787 913,'203'121,"-151"-93,0 1,-2 3,30 26,-74-55,0 1,-1 0,1 1,-1-1,0 1,0 0,0 0,-1 1,1-1,-2 1,1 0,0 0,-1 0,0 1,-1-1,1 1,-1 0,-1-1,1 1,-1 0,0 0,-1 0,0 0,0 0,0 0,-1 0,0 0,-1 4,-6 0,0 0,-1 0,-1-1,0 0,0-1,-1 0,0 0,0-2,-1 1,0-1,0-1,-1 0,0-1,0 0,0-1,-1 0,-1-1,-46 12,9-5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18.9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0,'-16'0,"-12"0,-3 5,3 8,6 8,8 11,7 10,6-1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19.9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309 523,'-18'9,"0"0,0 1,1 0,1 2,0 0,0 1,1 0,1 1,0 1,1 0,1 1,0 0,1 1,1 0,1 1,-5 11,4-10,0 1,1 1,1 0,1 0,1 0,1 1,1 0,1 0,1 0,0 0,2 1,1-1,1 7,0-23,-1 1,1-1,1 0,-1 0,1 0,0-1,1 1,-1-1,1 1,0-1,0 0,1 0,-1-1,1 0,0 1,0-2,1 1,-1 0,1-1,0 0,0-1,0 1,0-1,0 0,1-1,-1 1,0-1,1 0,-1-1,1 0,-1 0,1 0,0-1,9-1,-1-1,1-1,-1 0,1-1,-1-1,0 0,-1-1,0 0,0-2,-1 1,1-2,-1 0,15-13,-1-1,-1-1,-1-2,18-25,-14 13,-2-2,-2-1,-1-1,-3-1,-1-1,-3-1,-1 0,-2-1,-3-1,-1 0,-3 0,-2-1,-2-2,-2 27,-1 1,-2 0,0 0,-1 0,-2 1,0-1,-8-20,11 36,-1 0,0 1,0-1,0 1,-1-1,0 1,0 0,-1 0,0 1,0 0,0-1,0 2,-1-1,0 1,0-1,0 2,0-1,-1 1,0 0,1 0,-1 1,0-1,0 2,0-1,-1 1,-4 0,-5 2,0 2,0 0,1 0,0 2,0 0,0 1,0 1,1 0,0 1,1 0,0 2,0-1,0 2,2 0,-1 0,1 1,1 1,0 0,-7 12,6-10,1 1,0 0,2 0,-1 1,2 0,0 1,1 0,1 0,1 1,1-1,0 1,1 0,1 0,1 1,1-1,0 0,2 0,0 5,11 18,1 0,2-1,2-1,1-1,3 0,0-1,3-2,1 0,12 10,-8-6,-10-12,7 5,-1 2,-2 0,-1 2,-2 1,-2 0,-1 1,-2 1,11 41,-26-74,1 0,-1 0,0 0,0 0,-1 0,0 1,0-1,-1 0,0 0,0 0,-1 0,0 0,0 0,0 0,-9 10</inkml:trace>
  <inkml:trace contextRef="#ctx0" brushRef="#br0" timeOffset="256.312">951 991,'-3'21,"0"17,-2 15,0 11,-2 9,1 3,1-2,2-5,1-9,-2-11,1-16,0-17,1-12</inkml:trace>
  <inkml:trace contextRef="#ctx0" brushRef="#br0" timeOffset="517.705">938 1045,'2'-56,"-1"56,-1 0,0 0,1-1,-1 1,0 0,1 0,-1 0,1 0,-1-1,0 1,1 0,-1 0,1 0,-1 0,0 0,1 0,-1 0,1 0,-1 0,0 0,1 0,-1 0,1 1,-1-1,0 0,1 0,-1 0,1 0,-1 1,0-1,1 0,-1 0,0 1,1-1,-1 0,0 1,0-1,1 0,-1 1,0-1,0 0,0 1,1-1,-1 1,0-1,0 0,0 1,0-1,0 1,0-1,0 0,0 1,0-1,0 1,1 0,126 187,-63-107,-18-25,-3 3,24 43,-62-95,0 0,-1 0,0 1,0-1,0 1,-1 0,-1 0,1 0,-1 0,0 0,-1 0,0 1,0-1,-1 0,0 1,-1-1,0 0,0 1,0-1,-1 0,-1 0,0 3,-7 1,1-1,-2 0,1-1,-1 0,-1 0,0-1,0-1,-1 0,0-1,0 0,-1-1,0-1,0 0,-4 1,-12 4,1-2,-1 0,-1-2,1-1,-27 0,31-6,9-2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18.7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13 335,'-10'-51,"8"34,2 0,0 0,1 0,1 0,0 0,1 1,1-1,0 1,2 0,-1 0,2 0,5-7,-9 19,1 0,-1 0,1 1,0-1,0 1,1 0,-1 0,1 1,-1-1,1 1,0 0,0 0,0 1,0-1,0 1,0 0,0 1,0-1,1 1,-1 0,0 0,0 1,0-1,1 1,-1 0,0 1,0-1,0 1,0 0,-1 0,1 1,-1-1,1 1,-1 0,0 0,0 1,0-1,0 1,0 0,7 8,1-1,-2 2,1 0,-2 0,0 0,0 1,-2 1,0-1,0 1,-1 1,-1-1,-1 1,0 0,-1 0,0 6,-2-19,-1 0,0 1,0-1,0 0,0 0,0 1,-1-1,0 0,0 0,1 0,-2 0,1 0,0 0,-1 0,1 0,-1 0,0-1,0 1,0-1,0 1,0-1,-1 0,1 0,-1 0,1 0,-1 0,0 0,0-1,0 1,0-1,0 0,0 0,0 0,0 0,0-1,0 1,-1-1,1 0,0 0,-2 0,1 0,0 1,1-1,-1 0,1 0,-1 0,0 0,1-1,-1 1,1-1,-1 0,1 0,-1 0,1-1,0 1,0-1,0 0,-1 0,2 0,-1 0,0 0,0-1,1 1,-1-1,1 0,0 0,0 0,0 0,0 0,0 0,1 0,-1-1,1 1,0-1,0 1,1-1,-1 1,0-1,1-1,4-7,1 1,0 1,1-1,0 1,1 0,0 0,0 1,1 0,1 0,-1 0,1 2,1-1,-1 1,1 0,5-2,-13 7,32-21,2 1,0 1,1 2,0 1,2 3,13-4,-50 18,0-1,0 1,0 0,0 0,1 0,-1 0,0 0,0 0,1 1,-1-1,0 1,1-1,-1 1,1 0,-1 0,1 0,-1 0,0 1,1-1,-1 0,0 1,1 0,-1 0,0 0,1 0,-1 0,0 0,0 0,0 1,0-1,0 1,-1-1,1 1,0 0,-1 0,1-1,-1 1,1 1,-1-1,0 0,0 0,0 0,0 1,11 178,-10-165,0-1,1 0,1 0,1 0,0 0,1 0,3 5,-7-15,0-1,1 0,-1 0,1 0,0 0,1 0,-1 0,0-1,1 1,0-1,0 0,0 0,0-1,0 1,1-1,-1 0,1 0,0 0,-1-1,1 0,0 0,0 0,0 0,0-1,0 0,31-5,-3-5</inkml:trace>
  <inkml:trace contextRef="#ctx0" brushRef="#br0" timeOffset="440.424">347 549,'-2'20,"-4"17,-2 12,-2 5,0 3,2-2,7-8,8-9,10-12,2-10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17.6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249 302,'-27'31,"1"2,1 0,2 2,2 1,1 0,2 2,1 0,2 1,-9 39,17-59,1 1,0 0,2 0,0 1,2 0,0-1,1 1,1 0,0-18,0-1,0 1,0-1,1 1,-1-1,1 1,-1-1,1 1,0-1,0 1,0-1,0 0,0 0,1 1,-1-1,1 0,-1 0,1 0,0-1,0 1,0 0,0-1,0 1,0-1,0 0,1 1,-1-1,0 0,1 0,-1-1,1 1,-1 0,1-1,-1 0,1 1,-1-1,3 0,7-3,0 0,0-1,-1 0,1 0,-1-2,0 1,0-1,-1-1,0 0,0 0,0-1,7-9,13-11,-1-3,-2 0,-2-1,0-2,-2 0,-2-2,-1 0,-2-1,-2-1,-1-1,-2 0,-2-1,-1 0,-2-1,-1-12,-4 33,-2 0,0 0,-1 0,-2 0,0 0,0 0,-3-3,4 17,0 0,-1 1,0-1,0 1,0-1,-1 1,1 0,-1 0,0 0,-1 0,1 1,-1-1,0 1,0 0,-1 0,1 0,-1 1,0-1,0 1,0 0,0 1,0-1,-1 1,1 0,-1 0,-3 0,1 1,-1 1,1-1,-1 1,1 1,-1-1,1 2,0-1,-1 1,1 0,0 1,0 0,0 0,0 1,1 0,-1 0,1 0,0 1,1 1,-1-1,-5 6,3-1,0 0,0 0,1 1,0 0,1 0,1 1,-1 0,2 0,0 0,0 1,1-1,1 1,0 2,2 14,1 1,2-1,1 0,1 0,1 0,2 0,1-1,1 0,1-1,2 0,1-1,15 25,-23-42,46 96,10 16,28 89,-42-79,-36-107</inkml:trace>
  <inkml:trace contextRef="#ctx0" brushRef="#br0" timeOffset="434.914">1024 890,'-16'-19,"9"14,0 0,-1 0,1 1,-1-1,0 2,0-1,0 1,0 1,0-1,-1 1,1 1,-1-1,0 2,1-1,-1 1,0 0,1 1,-1 0,0 1,1-1,0 2,-1-1,1 1,0 0,0 1,0 0,1 0,-1 1,1 0,0 0,1 0,-1 1,0 1,2-1,1 0,0 0,1 1,-1-1,1 1,0 0,1-1,-1 1,1 1,1-1,-1 0,1 0,1 1,-1-1,1 0,1 1,-1-1,1 0,0 1,1-1,0 0,0 0,0 0,1 0,0 0,1-1,-1 1,1-1,0 0,1 0,0-1,0 1,0-1,3 3,11 4,0-1,1-1,0 0,0-2,1 0,0-2,0 0,1-1,0-1,0-1,0-1,0-1,0-1,0-1,4-1,90-9,-10-5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14.3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272 636,'-7'-3,"0"0,0 1,0 0,0 0,0 1,-1 0,1 0,0 1,-1 0,1 0,0 1,0 0,-1 0,1 0,0 1,0 0,0 1,0-1,1 2,-1-1,1 0,0 1,0 0,0 1,0 0,-4 3,2 2,-1 1,1-1,1 1,0 0,0 1,1 0,1 0,0 0,1 1,0-1,1 1,0 0,1 0,0 0,1 3,1-14,-1 1,1-1,0 0,0 1,0-1,0 0,0 1,0-1,1 0,-1 0,1 1,-1-1,1 0,0 0,0 0,0 0,0 0,1 0,-1 0,0 0,1 0,-1 0,1-1,0 1,-1-1,1 1,0-1,0 0,0 0,0 1,0-1,1-1,-1 1,0 0,0-1,0 1,1-1,-1 1,0-1,1 0,-1 0,0 0,1 0,-1-1,10-4,0 0,-1-1,0 0,0-1,0-1,-1 1,0-2,-1 1,0-1,0-1,-1 0,0 0,-1 0,7-12,5-9,-2 0,-1-1,-1-1,-2 0,-1-1,-2-1,-1 0,-2 0,-1 0,-2-1,-1 0,-2 0,-2 0,-1 1,-4-18,5 42,0 0,-1 1,0-1,-1 1,0-1,0 1,-1 0,-1 0,1 0,-2 1,0-1,6 9,-1 0,1 0,0 0,-1 0,1 0,-1 0,1 1,-1-1,0 0,1 0,-1 1,0-1,0 0,1 1,-1-1,0 1,0-1,0 1,0-1,0 1,1 0,-1-1,0 1,0 0,0 0,0 0,0-1,0 1,0 0,0 0,0 1,0-1,0 0,0 0,0 0,0 1,0-1,0 0,0 1,0-1,1 1,-1-1,0 1,0 0,0-1,1 1,-1 0,0-1,1 1,-1 0,0 0,1-1,-1 1,1 0,0 0,-1 0,1 0,0 0,-1 1,-4 14,1 0,0 0,1 0,1 1,0-1,1 1,2 15,-1-26,0 42,1 0,3 0,2-1,2 0,2 0,2 0,2-2,2 0,2 0,6 8,23 12,-46-63,1-1,0 1,0 0,0-1,0 0,0 1,0-1,0 0,0 0,1 0,-1 0,0 0,1-1,-1 1,1-1,-1 0,0 1,1-1,-1 0,1 0,-1-1,1 1,-1 0,0-1,1 0,-1 1,0-1,1 0,-1 0,1-1,9-8,-1 0,0-1,-1 0,0 0,-1-1,-1 0,0-1,0 0,-1 0,-1-1,5-12,-10 23,30-77,-27 113,-4-27,-2 12,1 0,1 0,0 0,2 1,0-1,1 0,0 0,2-1,0 1,1-1,1 0,8 15,-12-28,0-1,-1 0,2 0,-1 0,0 0,0-1,1 1,0-1,-1 0,1 0,0 0,0-1,0 1,0-1,24 5</inkml:trace>
  <inkml:trace contextRef="#ctx0" brushRef="#br0" timeOffset="1022.086">580 329,'52'22,"-24"-12,0 1,-1 2,-1 1,0 0,-1 2,-1 1,0 1,9 10,-20-12,0 1,0 0,-2 0,0 1,-1 0,-1 1,-1 1,0-1,-1 1,-2 0,0 0,-1 1,-1 0,0 12,-1-11,-2-15,0 0,0 0,1-1,0 1,0 0,1-1,-1 1,2-1,-1 0,1 0,-1 1,2-2,-1 1,2 2,-1-7,0 0,0 0,-1-1,1 1,0-1,0 0,-1 0,1 0,0-1,0 0,-1 1,1-1,0 0,-1-1,1 1,-1-1,1 1,-1-1,0 0,0 0,0-1,0 1,0-1,0 1,-1-1,1 0,-1 0,2-3,128-168,-131 174,-1-1,0 1,0-1,0 1,1-1,-1 1,0-1,1 1,-1-1,0 1,1 0,-1-1,0 1,1 0,-1-1,1 1,-1 0,1 0,-1-1,1 1,-1 0,1 0,-1 0,1 0,-1-1,1 1,-1 0,1 0,-1 0,1 0,-1 0,1 0,-1 1,1-1,-1 0,1 0,-1 0,1 0,-1 1,1-1,-1 0,1 0,-1 1,0-1,1 0,-1 1,1-1,-1 0,0 1,1-1,-1 1,0-1,0 1,1-1,8 32,-7-23,-1-1,1 0,0 0,0 0,0-1,1 1,0-1,1 0,-1 0,1 0,1 0,-1-1,1 0,0 0,1 0,-1 0,1-1,0 0,1 0,-1-1,1 1,0-1,0-1,0 1,5 0,-5-2,0-1,0 1,1-2,-1 1,1-1,-1 0,1 0,-1-1,1 0,-1 0,0-1,0 0,0 0,0-1,0 0,0 0,0-1,-1 1,0-1,0-1,0 1,0-1,-1 0,1-1,-1 1,-1-1,1 0,-1 0,2-4,11-22,-3-1,0-1,-3 0,0 0,-2-1,-2-1,-1 1,-2-1,-1 0,-3-35,5-27,-5-1,-6-29,-10 64,16 64,0 0,0 0,0 1,0-1,0 0,0 0,0 0,0 1,0-1,0 0,0 0,0 0,0 0,-1 0,1 1,0-1,0 0,0 0,0 0,0 0,-1 0,1 0,0 0,0 0,0 1,0-1,-1 0,1 0,0 0,0 0,0 0,0 0,-1 0,1 0,2 25,23 183,-4 178,-21-350,0 0,1 0,2 0,1 0,3 3,-7-36,0 1,1-1,0 1,0 0,0-1,0 1,0-1,1 0,-1 1,1-1,0 0,0 0,0 0,1 0,-1-1,1 1,-1-1,1 1,0-1,0 0,0 0,0 0,0 0,1-1,-1 1,0-1,1 0,-1 0,1 0,0 0,-1-1,1 1,0-1,-1 0,1 0,0-1,-1 1,4-1,3-3,0 0,0-1,0 0,-1-1,0 0,0-1,0 1,-1-1,0-1,0 0,-1 0,0 0,-1-1,0 0,0-1,1-3,15-28</inkml:trace>
  <inkml:trace contextRef="#ctx0" brushRef="#br0" timeOffset="1268.318">1381 289,'7'-4,"18"-5,25-4,28-6,22 0,17-1,5 2,-5 3,-22 5</inkml:trace>
  <inkml:trace contextRef="#ctx0" brushRef="#br0" timeOffset="2681.551">2063 810,'-3'-3,"0"1,0-1,0 0,0 0,0 0,1 0,-1 0,1-1,0 1,0-1,0 0,0 1,1-1,-1 0,1 0,0 0,1 0,-1 0,0 0,1 0,0 0,0-1,1 1,-1 0,1 0,-1 0,1 0,8-89,-6 70,0 1,-1 0,-1-1,-1 1,-1-1,-1 1,-1 0,-2 0,-4-18,-9 13,18 26,-1 1,1 0,0-1,0 1,-1 0,1 0,0-1,-1 1,1 0,0 0,-1-1,1 1,-1 0,1 0,0 0,-1 0,1-1,-1 1,1 0,-1 0,1 0,-1 0,1 0,0 0,-1 0,1 0,-1 0,1 1,-1-1,1 0,0 0,-1 0,1 0,0 1,-1-1,1 0,-1 0,1 1,0-1,-1 0,1 1,0-1,0 0,-1 1,1-1,0 0,0 1,-1-1,1 1,0-1,0 0,0 1,0-1,0 1,0-1,0 0,0 1,0-1,0 1,0-1,0 1,0-1,0 1,0-1,0 0,0 1,0-1,0 4,0-1,0 0,0 1,1-1,-1 1,1-1,0 0,0 0,0 1,0-1,1 0,-1 0,1 0,0 0,0 0,0-1,0 1,0 0,0-1,1 0,-1 1,1-1,0 0,0 0,0-1,1 2,86 32,111-21,-198-13,-1-1,1 0,-1 1,1 0,-1 0,0-1,1 1,-1 1,0-1,0 0,0 0,0 1,0-1,0 1,0 0,0 0,0 0,-1-1,1 2,-1-1,0 0,1 0,-1 0,0 0,0 1,-1-1,1 1,0-1,-1 0,1 1,-1-1,0 1,-4 87,2-71,2 91,0-107,1 1,0-1,0 0,0 1,0-1,0 0,1 0,0 0,-1 0,1 0,0 0,1-1,-1 1,0-1,1 1,-1-1,1 0,0 0,0 0,0 0,0 0,0-1,0 0,0 1,0-1,1 0,-1-1,0 1,1 0,1-1,11-1,-1 0,1-2,-1 0,1 0,-1-1,0-1,-1-1,1 0,-1-1,0 0,-1-2,0 1,0-1,9-10,-10 12,-1-1,0 0,0-1,-1 0,0-1,-1 0,0-1,0 0,-2 0,1 0,-1-1,-1-1,0 1,0-1,-2 0,1 0,-2 0,0-1,0 1,0-14,-3 24,-1-1,1 1,-1 0,0 0,1 0,-1 0,-1 0,1 0,0 0,-1 0,1 0,-1 0,0 1,0-1,0 1,0 0,-1-1,1 1,-1 0,1 0,-1 0,0 1,1-1,-1 1,0-1,0 1,0 0,0 0,0 0,-1 1,1-1,0 1,0 0,0-1,-1 1,1 1,0-1,0 0,0 1,-1 0,1 0,0 0,0 0,0 0,0 0,-2 2,-2 3,-1 0,1 1,1-1,0 1,0 1,0-1,0 1,1 0,1 0,-1 0,2 1,-1 0,1 0,0-1,1 2,0-1,0 0,1 0,0 1,1-1,0 1,0-1,1 0,0 1,1-1,0 0,1 0,0 0,0 0,2 3,3-1,0-1,1 0,1-1,-1 1,1-2,1 1,0-2,0 1,0-2,1 1,0-1,0-1,1 0,0-1,0-1,0 0,0 0,0-1,0-1,11 0,40 4,0-3,0-3,0-3,28-6,20-5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21.6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1,'2'5,"8"7,11 12,14 13,11 14,8 13,1 15,-8 12,-20 14,-36 13,-50 12,-13-17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35.9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1 250,'4'-11,"1"0,0 0,1 0,0 1,0-1,1 1,1 1,0-1,0 2,1-1,0 1,0 0,1 1,0 0,0 0,0 1,1 1,0 0,1 0,9-2,-17 6,0 0,0 1,0-1,0 1,0 0,0 1,0-1,0 0,-1 1,1 0,0 0,0 0,0 1,-1-1,1 1,-1 0,1 0,-1 0,0 0,0 1,0-1,0 1,0 0,0 0,-1 0,1 0,-1 0,0 1,0-1,0 1,-1-1,1 1,-1 0,0 0,1 1,29 106,-27-90,1-1,0 1,2-1,0 0,2 0,5 10,-13-28,1 1,-1-1,0 1,1-1,0 1,-1-1,1 0,0 0,0 0,0 0,0 0,1-1,-1 1,0-1,1 1,-1-1,1 0,-1 0,1 0,0 0,-1 0,1-1,0 1,0-1,0 0,-1 1,1-1,0-1,0 1,0 0,-1-1,1 1,0-1,0 0,-1 0,1 0,0-1,9-7,-1-1,0 0,-1 0,0-1,-1-1,0 0,-1 0,-1 0,1-1,-2 0,0-1,0 1,-2-1,0 0,0-1,-1-1,9-81,-12 136,-1-33,1-1,0 0,0 0,1 1,-1-1,1 0,0 0,1 0,-1 0,1 0,0 0,1 0,-1 0,1-1,0 1,0-1,0 0,0 0,1 0,0 0,0 0,0-1,0 0,0 0,1 0,-1 0,1-1,0 0,0 0,0 0,0 0,0-1,0 0,0 0,1 0,-1-1,6-3,1-1,-1 0,0-1,0 0,-1 0,0-1,0-1,0 0,-1 0,0-1,0 0,-1-1,0 1,0-2,-1 1,0-1,-1 0,0 0,-1-1,3-6,8-23,-17 47,0-1,0 0,0 1,1-1,0 1,0-1,0 1,1-1,0 0,1 1,-1-1,1 0,0 0,0 0,1 0,0 0,0 0,1-1,-1 0,1 1,0-1,0-1,1 1,0-1,-1 1,2-1,-1-1,0 1,1-1,-1 0,4 1,18 5,1-2,-1-2,1 0,0-2,1 0,-1-2,0-2,1 0,-1-2,0-1,22-6,-23 5,-1 0,0-1,0-2,-1 0,0-2,-1-1,0 0,15-11,-36 20,-1 1,1 0,0-1,-1 0,1 0,-1 0,0 0,0 0,0 0,0 0,0-1,0 1,0-1,-1 1,1-1,-1 0,0 1,0-1,0 0,0 0,0 0,-1 0,1 0,-1 0,0 0,0 0,0 0,0 0,-1 0,1 0,-1 0,0 0,1 0,-1 0,-1 0,1-1,-5-1,1-1,-1 1,0 1,-1-1,1 1,-1 0,0 0,0 1,0 0,0 0,-1 1,1-1,-1 2,1-1,-1 1,0 0,1 1,-1 0,0 0,0 1,1-1,-1 2,0-1,1 1,-1 0,0 1,2 0,-1-1,1 1,0 1,0-1,0 1,0 0,1 0,0 0,0 1,0 0,0 0,1 0,0 1,0 0,0-1,1 1,-1 1,2-1,-1 0,1 1,0-1,0 1,0 0,1-1,0 1,1 0,-1 0,2 0,-1 0,1 0,-1-5,1 1,0-1,1 1,-1-1,0 1,1-1,0 0,-1 0,1 0,0 0,0 0,0 0,0-1,0 1,1 0,-1-1,0 0,1 0,-1 0,1 0,-1 0,1 0,0 0,-1-1,1 1,0-1,-1 0,3 0,75-15,-59 5,0 0,-1-2,0-1,-1 0,0-2,-2 0,1-1,-2 0,0-2,-1 0,7-11,-5 18,-10 33,-7-18,0 2,1 1,0-1,0 0,0 1,0-1,1 0,0 0,1 1,-1-2,1 1,0 0,0-1,1 1,0-1,0 0,0 0,1 0,-1-1,1 0,0 1,0-2,1 1,-1-1,1 0,0 0,0 0,0-1,0 0,0 0,0 0,1-1,5 1,5-4,-1 0,0-2,0 1,0-2,-1 0,0-1,0-1,0 0,-1-1,0 0,0-1,-1-1,0 0,0-1,5-6,-14 12,1 1,-1-1,1 0,-1-1,-1 1,1-1,-1 1,0-1,0 0,0 0,-1 0,0-1,-1 1,1-1,-1 1,0-1,-1 1,1-1,-2-3,1 10,0 1,0-1,0 0,0 0,0 1,0-1,0 0,0 1,0-1,-1 0,1 0,0 1,0-1,0 0,0 0,-1 1,1-1,0 0,0 0,-1 0,1 1,0-1,-1 0,1 0,0 0,0 0,-1 0,1 0,0 1,-1-1,1 0,0 0,-1 0,1 0,0 0,-1 0,1 0,0 0,0 0,-1-1,1 1,0 0,-1 0,1 0,0 0,0 0,-1 0,1-1,0 1,-2 10,0-1,1 1,1-1,0 1,0 0,1-1,0 1,0-1,1 1,1-1,0 1,0-1,0 0,1-1,1 1,-1 0,1-1,1 0,0 0,0-1,0 0,1 0,0 0,0-1,1 0,0 0,0-1,0 0,8 3,17 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36.2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0,'11'23,"20"14,23 8,2-4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37.6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0,'24'112,"-13"-63,-4-16,1-1,1-1,2 0,1 0,1-1,-12-27,1 0,-1 0,0 0,1 0,0 0,0 0,-1 0,2-1,-1 1,0-1,0 0,1 1,0-1,-1 0,1-1,0 1,0 0,0-1,0 1,0-1,0 0,0 0,0 0,1-1,-1 1,0-1,1 0,-1 0,0 0,1 0,-1 0,0-1,0 1,1-1,-1 0,0 0,0 0,0-1,0 1,1-1,9-9,0 0,-1-1,-1 0,0-1,-1 0,0 0,-1-1,0-1,-1 1,-1-1,0-1,3-12,17-92,-28 101,-11 30,10-3,0 0,0 0,0 0,1 1,0-1,1 0,0 1,0-1,0 1,1-1,1 0,0 1,0-1,0 0,1 0,0-1,0 1,1 0,0-1,1 0,0 0,0 0,0-1,1 1,0-1,0-1,0 1,1-1,-1 0,2-1,-1 1,0-1,1-1,0 1,-1-1,1-1,0 0,4 1,-5-2,0 0,0 0,0 0,1-1,-1 0,0-1,0 0,0 0,0 0,0-1,0 0,0 0,-1-1,1 0,-1 0,1-1,-1 1,0-1,0-1,-1 1,0-1,1 0,-1 0,-1-1,1 1,-1-1,0 0,0 0,-1-1,0 1,0-1,0 1,1-8,-1 0,0-1,-1-1,-1 1,0 0,-1 0,-1-15,-3 16,-1 21,-1 25,4-20,0-1,0 1,1 1,1-1,0 0,1 0,0 0,1 0,0 0,1-1,0 1,1 0,0-1,1 0,0 0,1 0,0-1,0 0,1 0,1-1,0 1,4 3,5-5,1 1,-1-2,1-1,1 0,-1-1,1-1,0 0,0-2,0 0,0-1,0-1,1-1,-1-1,0-1,0 0,-1-1,1-1,-1-1,17-7,-25 10,-1 0,0 0,0-1,0 0,0-1,0 0,-1 0,0 0,0-1,-1-1,1 1,-1-1,-1 0,1-1,4-8,-10 14,0-1,0 0,0 1,-1-1,1 0,-1 0,0 0,0 1,0-1,0 0,0 0,0 0,-1 0,0 1,1-1,-1 0,0 1,0-1,-1 0,1 1,0 0,-1-1,0 1,1 0,-1-1,0 1,0 0,0 1,-1-1,0-1,-79-37,77 38,0 0,-1 0,1 1,-1 0,1 0,-1 0,0 1,1-1,-1 1,0 1,1-1,-1 1,0 0,1 0,-1 1,1 0,0 0,-1 0,1 0,0 1,0 0,1 0,-1 0,0 1,1-1,0 1,0 0,0 0,0 1,1-1,0 1,0 0,0 0,0 0,1 0,0 0,-1 4,3-7,-1 1,1 0,0-1,0 1,0 0,1-1,-1 1,1 0,-1-1,1 1,0 0,0-1,0 1,0-1,1 0,-1 1,0-1,1 0,0 0,0 0,-1 0,1 0,0 0,1 0,-1-1,0 1,0-1,1 0,-1 1,1-1,0 0,4 2,0-1,0 0,0 0,1-1,-1 0,1 0,-1-1,0 1,1-2,-1 1,1-1,9-3,-1-1,0 0,0-1,0-1,-1 0,0-1,0-1,6-5,-17 12,-3 1,0 0,-1 1,1-1,0 1,0-1,0 1,0-1,0 1,0-1,0 1,0 0,0 0,0 0,0 0,0-1,1 1,-1 1,0-1,0 0,0 0,0 0,0 0,0 1,0-1,0 1,0-1,0 0,0 1,0 0,-1-1,1 1,0 0,0-1,0 1,-1 0,1 0,0-1,-1 1,1 0,-1 0,1 0,-1 0,1 0,-1 0,1 0,-1 0,0 0,0 0,0 0,0 0,0 0,0 0,0 0,0 1,9 25,40 90,-47-114,0 1,0-1,1 1,0-1,-1 0,1 0,0 0,1 0,-1-1,0 1,1-1,-1 0,1 0,0 0,0-1,0 1,0-1,0 0,0 0,0 0,0-1,0 1,0-1,1 0,-1 0,0 0,3-1,-4 0,1 0,-1 0,0-1,0 1,1-1,-1 0,0 1,0-1,-1-1,1 1,0 0,-1-1,1 1,-1-1,0 0,0 0,0 1,0-1,-1-1,1 1,-1 0,0 0,0-1,0 1,0-2,12-89,-14 66,0 0,-2 0,-1 0,-1 1,-4-11,9 37,-1 0,1 0,-1-1,1 1,0 0,0 0,-1 0,1 0,0-1,0 1,0 0,0 0,1 0,-1 0,0-1,0 1,1 0,-1 0,0 0,1 0,-1 0,1 0,0 0,-1 0,1 0,0 0,0 0,-1 0,1 0,0 0,0 1,0-1,0 0,0 1,0-1,0 1,0-1,0 1,1-1,-1 1,0 0,0 0,0-1,0 1,1 0,-1 0,0 0,0 0,0 1,1-1,-1 0,0 0,0 1,0-1,0 0,35 5,-1 2,0 1,0 1,-1 2,14 8,-41-17,-1 0,1 0,0 1,-1 0,0 0,0 0,0 1,0 0,-1 1,1-1,-1 1,0 0,0 0,-1 0,0 1,0 0,0-1,0 1,-1 1,1 3,6 56,-10-59,0 0,0 0,0 0,1 0,0 0,0 0,0 0,1-1,0 1,1 0,-1-1,1 0,1 1,-1-1,1-1,0 1,0 0,1-1,0 0,0 0,0 0,0-1,1 0,0 0,6 4,0-6,0 1,0-1,1-1,-1-1,0 1,1-2,-1 0,1 0,-1-1,0-1,0 0,0 0,0-2,-1 1,0-1,1-1,-2 0,1-1,-1 0,0 0,0-1,-1 0,0-1,-1 0,1 0,0-4,-2 5,-1-2,0 1,-1 0,0-1,0 0,-1-1,0 1,-1-1,0 1,-1-1,0 0,-1 0,0 0,-1-2,0 7,0-1,0 1,-1 0,0 0,0 0,0 0,-1 0,0 0,0 0,-1 0,0 1,0-1,0 1,0 0,-1 0,0 0,0 0,0 1,-1-1,1 1,-1 0,0 1,-1-1,1 1,-3-2,4 4,1-1,0 1,-1 0,1-1,-1 1,0 1,1-1,-1 1,0-1,1 1,-1 0,0 0,1 1,-1-1,0 1,1 0,-1 0,1 0,-1 0,1 0,-1 1,1 0,0 0,0 0,0 0,0 0,0 0,0 1,1-1,-1 2,-2 2,0 0,1 0,-1 0,2 1,-1 0,1 0,0 0,0 0,1 1,0-1,0 0,1 1,0 0,0 1,1 0,0 0,0-1,1 1,1 0,-1-1,1 1,1-1,0 1,0-1,0 0,1 0,1-1,-1 1,1-1,0 0,1 0,-1 0,2-1,-1 0,0 0,1-1,0 0,1 0,-1 0,6 2,14 6,0 0,1-2,0-1,0-2,1 0,0-2,3-1,259 18,-147-21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24.6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1109 665,'-36'35,"1"1,2 2,1 1,3 1,1 2,1 1,3 0,2 2,-6 19,24-52,1 0,0 0,0 0,1 0,1 1,0-1,1 1,1 11,-1-20,0 0,1 1,0-1,0 0,0 0,1 0,0 0,-1 0,1 0,0 0,1-1,-1 1,1-1,0 1,0-1,0 0,0 0,0 0,0-1,1 1,0-1,-1 0,1 0,0 0,0 0,0-1,1 1,6 0,-1 0,0-1,1 0,-1 0,1-1,-1-1,1 0,-1 0,0-1,1 0,-1-1,0 0,0-1,4-2,128-75,-116 62,-1-1,-1-1,-1-1,-1-1,-1-1,-1-1,-1-1,-1 0,-2-2,0 0,0-6,-8 17,-1 0,-1 0,-1-1,0 0,-1 0,-1 0,-1-1,0 1,-2-1,0 1,-1-1,-1 1,0-1,-2 1,0 0,-1 0,-1 0,0 1,-8-15,9 22,-1 0,0 1,0-1,-1 1,0 0,0 1,-1-1,0 2,-1-1,1 1,-1 0,-1 1,0 0,1 0,-2 1,1 1,-1 0,1 0,-1 1,0 0,0 1,0 0,-11 0,17 2,0 1,0 0,0 0,1 0,-1 0,1 1,-1-1,1 1,-1 1,1-1,0 0,0 1,0 0,0 0,1 0,-1 1,1-1,0 1,0-1,0 1,0 0,0 1,1-1,0 0,0 1,0-1,1 1,-1-1,1 1,0 0,1 0,-1-1,1 4,0 19,2 0,0 0,2 0,1-1,1 1,2-1,0 0,4 4,1 9,26 86,-5 1,-5 1,0 46,-5 71,-19-215,1-11</inkml:trace>
  <inkml:trace contextRef="#ctx0" brushRef="#br0" timeOffset="261.355">1670 1187,'-11'23,"-6"18,-3 15,3 8,3 3,5-1,4-6,2-5,2-8,2-9,-1-14,1-15,0-10</inkml:trace>
  <inkml:trace contextRef="#ctx0" brushRef="#br0" timeOffset="534.217">1631 1254,'-27'-70,"28"70,-1 0,0 0,0 1,0-1,0 0,0 0,0 1,0-1,0 0,0 0,0 1,0-1,0 0,0 0,0 1,0-1,0 0,0 0,-1 1,1-1,0 0,0 0,0 1,0-1,0 0,-1 0,1 0,0 1,0-1,0 0,-1 0,1 0,0 0,0 0,0 1,-1-1,1 0,0 0,0 0,-1 0,1 0,0 0,0 0,-1 0,1 0,0 0,0 0,-1 0,1 0,0 0,0 0,-1 0,1 0,0 0,0 0,-1-1,1 1,0 0,0 0,-1 0,1 0,0 0,3 11,0 1,0 0,1 0,1-1,0 0,0 0,1 0,1-1,0 0,0 0,1-1,0 0,0 0,5 3,31 30,2-2,2-2,21 12,33 26,-31-4,-70-69,0 0,-1 0,1 0,-1 0,1 0,-1 0,0 0,0 0,0 0,-1 0,1 0,-1 0,0 0,0 0,0 0,0 0,0 0,-1 0,1-1,-1 1,1 0,-1-1,0 0,0 1,-1-1,1 0,0 0,-1 0,1 0,-1 0,1-1,-1 1,0-1,0 0,0 0,0 0,0 0,0 0,-45 19,0-2,-1-2,-1-2,0-3,0-1,-1-3,-15-1,1 0,16-3</inkml:trace>
  <inkml:trace contextRef="#ctx0" brushRef="#br0" timeOffset="5521.084">3275 880,'-10'-4,"-1"1,1 0,-1 1,0 0,0 1,1 0,-1 1,0 0,0 1,0 0,0 0,0 1,1 1,-1 0,1 0,0 1,0 0,0 1,0 0,1 1,0 0,0 0,0 1,1 0,0 0,1 1,-1 0,1 1,-4 7,8-13,1-1,0 1,0 0,0 0,0 1,1-1,-1 0,1 0,0 1,0-1,0 1,0-1,1 1,-1-1,1 1,0 0,0-1,0 1,1-1,-1 1,1 0,0-1,0 0,0 1,0-1,1 1,-1-1,1 0,0 0,0 0,0 0,0 0,1-1,-1 1,1-1,0 1,-1-1,1 0,0 0,0 0,1 0,-1-1,0 1,9 0,-1 0,0-1,1 0,-1-1,1 0,-1-1,0-1,1 1,-1-2,0 1,0-2,0 1,-1-2,1 1,-1-1,0-1,0 0,-1 0,0-1,0 0,0-1,-1 0,0 0,-1-1,1 0,-2 0,1-1,-2 1,3-5,-4 6,-1 0,0-1,0 1,0-1,-1 1,-1-1,1 0,-1 0,-1 0,0 0,0 1,-1-6,-9 7,2 24,5-4,0 0,1 0,0 0,1 0,1 0,0 0,0 0,1 0,1-1,0 1,1 0,1 0,0-1,0 0,4 6,-6-14,0 0,1-1,-1 1,1-1,0 0,0 0,0 0,0 0,0 0,1-1,-1 1,1-1,-1 0,1 0,0 0,0-1,0 1,0-1,0 0,1 0,-1 0,0-1,0 0,1 0,-1 0,0 0,0 0,1-1,-1 0,0 0,0 0,0 0,0-1,0 0,0 1,0-1,-1-1,1 1,-1-1,1 1,-1-1,0 0,2-3,5-9,-2 0,0-1,0 0,-2 0,0-1,-1 0,0 0,-1 0,-2 0,1-1,-2 1,0-1,-1 1,-1-1,-1 0,-2-6,4 24,0-1,-1 0,1 1,0-1,-1 1,1-1,0 0,0 1,-1-1,1 0,0 1,0-1,0 0,0 1,0-1,0 0,0 0,0 1,0-1,0 0,0 1,0-1,1 0,-1 1,0-1,0 0,1 1,-1-1,0 1,1-1,-1 0,1 1,-1-1,1 1,-1-1,1 1,-1 0,1-1,0 1,-1-1,1 1,-1 0,1 0,0-1,-1 1,1 0,0 0,-1 0,1 0,0 0,-1 0,1 0,0 0,0 0,-1 0,1 0,0 0,-1 0,2 1,154 45,-134-41,5 1,1 1,-1 1,-1 1,1 2,0 1,-22-9,-1 1,0-1,0 1,0 0,0 0,-1 0,1 1,-1-1,0 1,0 0,-1-1,0 1,1 1,-2-1,1 0,-1 0,1 1,-1-1,-1 1,1-1,-1 1,0-1,0 1,-1-1,1 1,-1-1,-2 4,2-5,1 0,-1-1,1 1,0 0,0-1,0 1,0 0,0-1,1 1,0 0,0-1,0 1,0-1,0 1,1-1,-1 0,1 0,0 1,0-1,0 0,1-1,-1 1,1 0,-1-1,2 2,7 0,0-1,-1 0,1 0,0-1,0-1,0 0,1 0,-1-1,0 0,0-1,0 0,0-1,0-1,10-2,3-1,-1-1,1 0,-2-2,1-1,-2 0,19-13,-30 17,0 0,-1-1,0 0,0-1,-1 0,0-1,0 1,-1-1,0-1,0 1,-1-1,-1-1,0 1,0-1,1-4,-5 13,0 0,0 0,-1 0,1-1,0 1,-1 0,1-1,-1 1,0 0,0-1,0 1,0 0,0-1,0 1,-1-1,1 1,-1 0,1 0,-1-1,0 1,0 0,0 0,0 0,-1 0,1 0,0 0,-1 0,1 0,-1 1,0-1,0 1,0-1,1 1,-1 0,-1-1,1 1,0 0,0 0,0 0,0 1,-1-1,1 1,0-1,-1 1,1 0,0 0,-1 0,1 0,-1 0,-1 0,-1 2,0 0,1 1,-1-1,1 1,0-1,0 1,0 1,0-1,0 1,0-1,1 1,0 0,0 0,0 0,0 1,1-1,-1 1,1-1,1 1,-1 0,0 0,1 0,0 0,0 0,1 0,-1 0,1 0,0 0,1 0,-1 0,1 0,0 0,0 0,0 0,1 0,0 0,0 0,0-1,3 5,5 1,1-1,0-1,0 0,1 0,0-1,1-1,-1 0,1 0,0-2,0 1,1-2,-1 0,1 0,13 0,86 15,-2-6</inkml:trace>
  <inkml:trace contextRef="#ctx0" brushRef="#br0" timeOffset="9230.401">11737 184,'-9'-2,"-1"-1,0 1,0 1,1 0,-1 0,0 1,0 0,0 1,0 0,0 0,0 1,-2 1,7-2,1 1,-1-1,0 1,0 0,0 0,1 1,-1-1,1 1,0 0,0 0,0 0,0 1,1 0,-1-1,1 1,0 0,0 1,0-1,1 1,-1-1,1 1,0 0,1-1,-1 2,2 0,1 0,-1 1,2-1,-1 0,0 0,1 0,0 0,1 0,0 0,-1-1,2 1,-1-1,0 0,1 0,0 0,1 0,-1-1,1 1,-1-1,1 0,1-1,-1 1,0-1,1 0,0-1,-1 1,6 1,15 7,0 0,0-2,1-1,0-1,1-1,-1-1,1-2,0-1,0-1,0-1,0-2,0 0,0-2,11-4,-28 4,1 0,-2 0,1-1,0-1,-1 0,0 0,0-1,-1 0,0-1,0 0,-1 0,0-1,0 0,-1-1,0 1,0-1,-2-1,1 1,-1-1,-1 0,0 0,0-1,-1 1,1-8,-3 18,0 0,-1 0,1 0,0 0,-1 0,1 0,-1 0,1 0,-1 0,0-1,1 1,-1 0,0 0,0 0,0 0,1-1,-1 1,-1 0,1 0,0 0,0-1,0 1,-1 0,1 0,0 0,-1 0,1 0,-1 0,1 0,-1 0,0 0,0 0,1 0,-1 0,0 0,0 0,0 1,0-1,0 0,0 1,0-1,0 0,0 1,0-1,0 1,0 0,0-1,-1 1,1 0,0 0,0 0,0 0,0 0,-1 0,1 0,0 0,-1 0,-3 2,0 0,1 0,-1 0,1 0,-1 0,1 1,0 0,0 0,0 0,0 1,1-1,-1 1,1 0,0 0,0 0,0 0,1 1,-1-1,1 1,0-1,1 1,-1 0,1 0,0-1,0 1,0 0,1 0,-1 0,1 0,1 1,-1-1,1 0,0-1,0 1,0 0,0 0,1 0,6 6,1-1,0 0,1 0,0-1,0 0,1-1,0 0,0-1,1 0,0-1,0 0,1-1,0 0,0-1,0 0,9 0,18 6,-1-1,1-3,0-1,0-2,1-2,-1-2,0-1,6-3,-38 5,1-1,0-1,0 1,-1-2,1 1,-1-1,0 0,0-1,0 0,0 0,-1-1,1 0,-1 0,0-1,-1 0,1 0,-1 0,0-1,-1 0,0 0,0-1,0 1,-1-1,0 0,-1 0,0 0,0-1,-1 1,0-1,0 0,0-6,-2 13,-1-1,1 0,-1 1,1-1,-1 0,0 1,0-1,-1 1,1-1,0 1,-1 0,1-1,-1 1,0 0,0 0,0 0,0 0,0 1,0-1,0 0,0 1,-1 0,1-1,-1 1,1 0,-1 0,0 0,1 1,-1-1,-1 0,-85-7,80 9,0 0,0 1,1 0,-1 0,1 0,-1 1,1 1,0-1,0 2,1-1,-2 2,6-5,1 1,-1 0,1-1,0 1,-1 1,1-1,0 0,1 0,-1 1,0-1,1 1,-1-1,1 1,0 0,-1 0,1-1,1 1,-1 0,0 0,1 0,0 0,-1 0,1 0,0 0,1 0,-1 0,0 0,1 0,0 0,-1 0,1 0,0-1,1 1,0 1,2 1,0 0,1 0,0 0,0 0,1-1,0 0,-1 0,1 0,0-1,1 0,-1 0,0-1,1 1,0-1,-1-1,1 1,0-1,0-1,0 1,0-1,0 0,0-1,0 1,-1-1,1-1,0 0,0 1,-1-2,1 1,4-3,-6 2,1-1,-1 1,0-1,0 0,0-1,0 1,-1-1,0 0,0 0,0 0,-1 0,1-1,-1 1,-1-1,1 0,-1 0,0 0,0 0,-1-1,1-3,14 27,-2-5,-1-1,1 0,1-1,0 0,0-1,1-1,0-1,1 0,-1-1,12 2,22 6,1-2,0-2,1-2,35-1,-39-4</inkml:trace>
  <inkml:trace contextRef="#ctx0" brushRef="#br0" timeOffset="5849.236">5829 519,'2'18,"3"20,3 19,5 13,2 12,3 6,4 3,-3 2,-4-2,-5-4,-9-6,-10-10,-12-13,-6-15,1-16</inkml:trace>
  <inkml:trace contextRef="#ctx0" brushRef="#br0" timeOffset="6094.706">5842 719,'0'-5,"0"-1,0 1,0 0,1 0,0-1,0 1,1 0,0 0,-1 0,2 0,-1 0,0 1,1-1,0 1,0-1,0 1,1 0,-1 0,1 1,0-1,0 1,1-1,-1 1,1 1,-1-1,1 1,0-1,0 2,0-1,0 0,0 1,5-1,-2 3,0-1,0 2,0-1,0 1,0 0,-1 1,1 0,-1 0,0 1,0 0,0 0,0 0,-1 1,1 0,-1 1,0-1,-1 1,0 0,1 0,-2 1,1 0,-1 0,0 0,-1 0,1 0,-2 1,3 5,-5-9,0 1,1-1,-1 0,-1 1,1-1,-1 0,0 1,0-1,0 0,0 0,-1 0,1 0,-1 0,0 0,-1 0,1 0,0-1,-1 1,0-1,0 0,0 0,0 0,-1 0,-3 2,-4 3,-1-1,1 0,-2 0,1-2,-1 1,1-1,-7 0,4 0,0-1,0-1,-1 0,0-1,1 0,-1-2,-15 0,4-5</inkml:trace>
  <inkml:trace contextRef="#ctx0" brushRef="#br0" timeOffset="6771.432">6323 706,'-47'72,"46"-69,0 0,0 0,0 0,0 0,0 0,0 1,1-1,0 0,0 0,0 0,0 1,0-1,0 0,1 0,0 0,-1 0,1 1,0-1,1 0,-1 0,0-1,1 1,0 0,0 0,0-1,3 4,1-1,0-1,0 1,0-1,1 0,-1-1,1 0,0 0,0 0,0 0,0-1,1-1,-1 1,0-1,1 0,-1-1,1 0,-1 0,1 0,-1-1,1-1,-1 1,6-3,-9 2,-1 0,1 0,-1-1,1 0,-1 0,0 0,0 0,-1 0,1-1,-1 1,1-1,-1 0,0 1,0-1,-1 0,1 0,-1-1,0 1,0 0,0 0,-1 0,1-1,-1 1,0 0,0-1,-1 1,1 0,-1 0,0-1,0 1,0 0,-1 0,0 0,1 0,-1 0,-1 1,1-1,0 1,-1-1,0 1,0 0,0 0,-2-2,-4-3,-1 0,1 1,-1 0,-1 1,1 0,-1 1,0 0,0 1,0 0,-1 1,-2-1,-7-2,38 4,316 6,-314-5,1 1,-1 1,1 0,-1 2,0 0,0 1,0 1,0 1,-1 1,14 6,-27-9,0 1,-1-1,1 1,-1 0,0 0,0 0,-1 1,1-1,-1 1,-1 0,1 0,-1 0,0 0,0 0,-1 0,1 1,-2-1,1 1,-1-1,1 0,-2 1,1-1,-1 1,0-1,-1 3,2-8,-1 0,1 0,0 0,0 0,0 0,0 0,0 0,0 0,0 0,0 0,0 0,0 0,0 0,1-1,-1 1,0 0,1 0,-1 0,1 0,-1 0,1-1,-1 1,1 0,-1 0,1-1,0 1,-1 0,1-1,0 1,0-1,0 1,-1-1,1 1,0-1,0 0,0 1,0-1,0 0,0 0,0 1,0-1,-1 0,1 0,0 0,0 0,0 0,1-1,45-16,-12-4,-1-2,-1-2,-1 0,-2-3,-1 0,-1-2,-1-1,5-10,-19 27,-13 48,-1-28,0 0,0 1,0 0,1-1,0 1,1-1,-1 1,1-1,0 1,1-1,0 0,0 1,0-1,1 0,0 0,0 0,0-1,1 1,-1-1,5 5,6 0,1 1,0-2,0 0,1-1,0 0,1-2,-1 0,1 0,1-2,-1 0,0-1,1 0,15-1,38 5</inkml:trace>
  <inkml:trace contextRef="#ctx0" brushRef="#br0" timeOffset="7933.08">8128 639,'-24'-8,"0"1,-1 0,1 2,-1 1,0 1,0 1,-19 2,35 1,1 0,-1 1,1 0,0 0,-1 1,1 0,1 1,-1 0,0 0,1 1,0-1,0 2,0-1,1 1,0 0,-6 6,9-8,0 0,-1 0,1 1,1-1,-1 1,1-1,0 1,0 0,0 0,0 0,1 0,0 0,0 0,0 1,1-1,0 0,0 1,0-1,1 0,-1 0,1 0,1 1,-1-1,1 0,0 0,0-1,2 5,-1-4,1 0,-1 0,1-1,0 0,0 0,0 0,0 0,1-1,0 1,-1-1,1 0,1-1,-1 1,0-1,0 0,1-1,-1 1,1-1,0 0,-1 0,1-1,4 1,1-1,0-1,0 1,0-2,0 1,-1-2,1 1,0-1,-1-1,0 0,0 0,5-4,-5 1,1 0,-2-1,1 0,-1 0,0-1,-1-1,0 1,0-1,-1-1,-1 1,0-1,0 0,-1 0,0-1,-1 0,0 0,-1 0,-1 0,7-35,-2 0,-3 0,-1 0,-3-4,0 47,2-58,-3 0,-2 0,-4 0,-5-20,12 80,-1-4,0 0,-1 0,1 0,-1 0,0 0,0 1,-1-1,0 1,0-1,0 1,0 0,-4-4,6 9,-1-1,1 1,0-1,-1 1,1-1,0 1,-1 0,1 0,-1 0,1-1,0 1,-1 1,1-1,-1 0,1 0,0 0,-1 1,1-1,0 1,-1-1,1 1,0 0,0-1,0 1,-1 0,1 0,0 0,0 0,0 0,0 0,1 0,-1 0,0 0,0 0,0 0,1 1,-1-1,1 0,-11 19,1-1,1 1,0 0,2 1,1 0,0 0,2 1,0-1,1 1,1 0,2 20,-1-11,2 1,1 0,1-1,2 1,1-1,1 0,11 26,-11-38,1-1,0 0,1-1,1 0,0 0,1-1,1-1,1 0,0 0,1-1,1-1,0-1,7 5,-17-13,1 0,-1 0,1-1,0 0,1 0,-1 0,0-1,1 0,-1 0,1-1,0 1,-1-2,1 1,0-1,0 0,0 0,-1-1,1 1,0-2,-1 1,1-1,-1 0,1 0,-1-1,0 0,0 0,0 0,0-1,-1 0,1 0,1-3,6-8,0-1,-2-1,0 0,-1 0,-1-1,0 0,-2-1,0 0,-1 0,-1-1,-1 0,0 1,-2-1,0-5,-2-1,0 25,-1 1,1 0,0-1,0 1,-1 0,1-1,0 1,-1 0,1 0,0-1,-1 1,1 0,0 0,-1 0,1-1,-1 1,1 0,0 0,-1 0,1 0,-1 0,1 0,-1 0,1 0,0 0,-1 0,1 0,-1 0,1 0,0 0,-1 0,1 1,-1-1,1 0,0 0,-1 0,1 1,0-1,-1 0,1 0,0 1,-1-1,1 0,0 1,0-1,-1 0,1 1,0-1,0 0,0 1,-1-1,1 1,0-1,0 0,0 1,0-1,0 1,0-1,0 1,0-1,0 0,0 1,0-1,0 1,0-1,0 1,-6 10,1 1,0 0,1 0,0 1,1-1,0 1,1 0,0 0,1 0,1 0,0 0,1 0,-1-6,1 0,0-1,0 1,1 0,0-1,0 0,0 1,1-1,0 0,0 0,1 0,-1-1,1 1,1-1,-1 0,1 0,0 0,0-1,0 1,0-1,1-1,0 1,6 2,-6-3,0 0,0-1,0 0,1 0,-1 0,1-1,-1 0,1-1,0 1,-1-1,1 0,0-1,-1 0,1 0,0 0,-1-1,0 0,1 0,-1 0,0-1,0 0,0 0,-1-1,1 0,-1 1,1-2,-2 1,1-1,0 0,-1 0,0 0,0 0,1-3,2-8,0-1,-1-1,-1 1,-1-1,0 0,-1 0,-1 0,-1 0,-1-1,0 1,-2-10,2-5,-1 31,2 0,-1 0,0 1,0-1,0 0,1 1,-1-1,1 1,-1-1,1 0,0 1,0-1,-1 1,1-1,0 1,0 0,1-1,-1 1,0 0,0 0,1 0,-1 0,0 0,1 0,-1 0,1 0,-1 1,1-1,-1 0,1 1,0 0,-1-1,1 1,0 0,-1 0,1 0,0 0,0 0,-1 0,1 0,0 0,1 1,39-2,0 1,0 2,0 2,14 4,-51-8,0 1,0 0,0 0,0 0,0 0,0 1,0 0,0 0,0 0,-1 0,1 1,-1 0,0 0,0 0,0 0,0 1,0 0,-1 0,1 0,-1 0,0 0,-1 0,1 1,-1 0,0-1,0 1,0 0,0 0,-1 0,0 0,0 0,-1 0,1 2,-7 34,4-36,1-1,-1 1,1 0,0-1,0 1,0 0,1 0,0-1,0 1,0 0,0 0,1 0,0 0,0-1,0 1,0 0,1-1,0 1,0-1,0 0,1 0,-1 1,1-1,0-1,0 1,0 0,1-1,0 1,9 1,0-1,0 0,0-1,1-1,-1 0,0-1,1 0,-1-1,1-1,-1 0,1-1,-1 0,0-1,6-2,-7 3,0-1,0 0,-1 0,0-1,1-1,-2 0,1 0,0-1,-1-1,0 0,-1 0,1-1,-2 0,1 0,-1-1,0 0,-1-1,0 1,0-1,-1-1,0 1,-1-1,-1 0,4-11,-7 21,-1-1,1 1,-1-1,1 0,-1 1,1-1,-1 0,0 1,0-1,0 0,0 1,0-1,0 0,0 1,-1-1,1 0,-1 1,1-1,-1 0,1 1,-1-1,0 1,0-1,0 1,0 0,0-1,0 1,0 0,0 0,-1 0,1-1,0 1,-1 0,1 1,-1-1,1 0,-1 0,1 1,-1-1,0 1,1-1,-1 1,0 0,1 0,-1-1,0 1,1 0,-1 0,0 1,0-1,-3 2,-1 0,1 0,0 0,0 1,0 0,1 0,-1 0,1 1,-1-1,1 1,0 0,1 1,-1-1,1 0,0 1,0 0,0 0,0 0,1 0,0 0,0 0,1 1,-1-1,1 1,0-1,0 1,1-1,0 1,0 0,0-1,1 1,0-1,0 1,0-1,2 5,4-1,1 0,0-1,0 0,1 0,0-1,1 0,-1 0,1-1,1-1,-1 1,1-2,0 0,0 0,0-1,1 0,-1 0,11-1,17 6,-1-3,1-1,0-2,0-2,0-1,21-5,-2-3</inkml:trace>
  <inkml:trace contextRef="#ctx0" brushRef="#br0" timeOffset="8250.233">10186 612,'0'-7,"-1"1,0 0,0-1,-1 1,0 0,0-1,0 1,-1 0,0 1,0-1,-1 0,1 1,-1 0,0 0,0 0,-1 0,0 1,0-1,0 1,0 0,0 1,-1-1,0 1,0 1,0-1,0 1,0 0,-5-2,5 2,-1 1,1-1,0 1,0 0,-1 0,1 1,0 0,-1 0,1 0,0 1,-1 0,1 0,0 0,0 1,0 0,0 0,0 1,0 0,1 0,-1 0,1 1,0-1,0 1,0 1,1-1,-1 1,1-1,0 1,0 0,1 1,-1-1,1 1,1-1,-2 3,3-4,1 0,-1 0,1 0,-1 0,1 0,0 0,1 0,-1 0,1 0,-1 0,1 0,0 0,1 0,-1-1,1 1,0 0,0-1,0 1,0-1,0 0,1 1,0-1,-1 0,1-1,0 1,3 1,2 3,1-1,0-1,0 0,0 0,1-1,0 0,0 0,0-1,9 1,-6-1,0-1,0-1,1 0,-1 0,0-2,0 0,7-1,-16 1,1 0,0 0,-1 0,1 0,-1-1,0 0,1 0,-1 0,0-1,0 1,0-1,-1 0,1 0,-1 0,0-1,1 1,-1-1,-1 0,1 1,-1-1,1-1,0-1,-1 1,0 0,0 0,0 0,-1-1,1 1,-1 0,-1-1,1 1,-1-1,0 1,0-1,0 1,-1-1,0 1,0-1,0 1,-1 0,0 0,0-1,0 1,-3-4,3 8,1 0,0 1,0-1,0 0,0 1,-1-1,1 1,0 0,0-1,-1 1,1 0,0 0,-1 0,1 0,0 0,-1 0,1 0,0 0,0 1,-1-1,1 0,0 1,0-1,-1 1,1-1,0 1,0 0,0-1,0 1,0 0,0 0,0 0,0 0,0 0,0 0,0 0,1 0,-1 0,0 0,1 1,-1-1,1 0,0 0,-1 0,1 1,0-1,-1 0,1 1,0-1,0 0,0 1,0-1,1 0,-1 1,0-1,0 0,1 0,1 6,0-1,0-1,1 1,-1 0,2 0,-1-1,1 0,-1 0,1 0,1 0,-1 0,1-1,0 0,0 0,0 0,0-1,1 1,-1-1,1-1,0 1,0-1,0 0,0 0,3 0,48 20</inkml:trace>
  <inkml:trace contextRef="#ctx0" brushRef="#br0" timeOffset="14480.969">1176 2738,'-27'32,"2"1,1 1,2 2,1 0,2 1,1 1,3 0,0 1,3 1,-2 13,4 48,10-97,0-1,0 0,0 1,1-1,0 0,-1 0,1 1,0-1,1 0,-1 0,0 0,1 0,0 0,-1-1,1 1,0 0,1-1,-1 0,0 1,1-1,-1 0,1 0,0 0,0 0,-1-1,1 1,0-1,2 1,4-2,-1 0,0 0,0 0,1-1,-1-1,0 1,0-1,0-1,0 1,0-1,-1-1,1 0,-1 0,0 0,0-1,0 1,-1-2,1 1,-1-1,22-19,-2-2,0 0,-2-1,0-2,-3 0,0-1,-2-1,-1-1,-2-1,-2-1,0 0,-3 0,-1-1,-1-1,-2 1,1-24,-6 35,-1 0,0 0,-2 0,-1 1,-1-1,-1-3,2 20,1 0,-1 0,-1 0,1 0,-1 1,-1-1,1 1,-1 0,-1 0,1 0,-1 0,0 1,-1 0,0 0,0 0,0 1,0 0,-1 0,0 1,-2-2,4 4,-1 0,1 0,-1 0,1 1,-1 0,0 0,1 0,-1 1,0 0,0 0,1 0,-1 1,0 0,0 0,1 0,-1 1,1 0,0 0,-1 0,1 0,0 1,0 0,0 0,-2 3,-2 1,-1 2,1-1,0 1,1 0,0 1,1 0,0 1,0-1,1 1,-4 11,3-5,1 2,0-1,2 0,0 1,2 0,0 0,0 0,2 0,0 0,2 0,0 0,1 0,1-1,0 1,2-1,0 0,8 16,11 18,2-2,2 0,3-2,1-1,15 12,3 5,-19-28,-1 2,-3 1,-1 2,-2 0,17 38,-39-72,0-1,0 1,0 0,-1 0,0 0,0 0,-1 1,0-1,0 1,-1-1,0 0,0 1,0-1,-1 1,-1-1,1 0,-1 0,-2 6,-8-1,0-7</inkml:trace>
  <inkml:trace contextRef="#ctx0" brushRef="#br0" timeOffset="14737.765">1790 3326,'0'16,"0"12,0 12,0 10,0 4,3 0,0-2,0-4,2-6,0-17,-2-11</inkml:trace>
  <inkml:trace contextRef="#ctx0" brushRef="#br0" timeOffset="15034.948">1764 3273,'390'352,"-317"-257,-70-89,0-1,-1 0,0 0,0 1,0-1,0 1,-1 0,0 0,0-1,0 1,-1 0,0 0,0 0,-1 0,1-1,-1 1,-1 0,1 0,-1-1,-5 7,-1 0,0-1,-1-1,0 1,-1-1,0-1,0 0,-1 0,0-1,-1-1,0 0,0 0,-1-1,1-1,-1 0,0 0,-1-2,-8 2,-113 19,81-22</inkml:trace>
  <inkml:trace contextRef="#ctx0" brushRef="#br0" timeOffset="15444.849">3810 3045,'4'25,"5"20,2 13,1 9,0 1,-1-6,-2-9,-3-15,-2-15</inkml:trace>
  <inkml:trace contextRef="#ctx0" brushRef="#br0" timeOffset="15697.209">3796 2671,'-6'14,"5"8,14 9,4-3</inkml:trace>
  <inkml:trace contextRef="#ctx0" brushRef="#br0" timeOffset="15923.606">4144 3313,'21'-7,"-1"-2,1 0,-2-1,0-1,0 0,-1-2,0 0,-1-1,0-1,-2-1,1 0,-2-1,0 0,9-18,-21 34,-1-1,1 0,-1 1,1-1,-1 0,0 0,1 0,-1 0,-1 0,1 0,0-1,0 1,-1 0,1 0,-1-1,0 1,1 0,-1-1,0 1,0 0,-1 0,1-1,0 1,-1 0,0 0,1-1,-1 1,0 0,0 0,0 0,0 0,-1 0,0-2,-4 3,1 0,0 1,-1-1,1 1,0 0,-1 1,1-1,-1 1,1 0,0 0,0 1,0-1,0 1,0 0,0 1,0-1,0 1,1 0,-4 3,-3 0,0 1,0 0,1 1,1 0,-1 1,1 0,0 0,1 1,0 0,1 1,0-1,1 2,0-1,1 0,0 1,0 0,1 0,1 1,-2 11,5-19,1 0,-1 0,1 0,0 0,0 0,1 0,-1 0,1 0,0-1,0 1,1-1,-1 0,1 1,0-1,0-1,1 1,-1 0,1-1,0 1,-1-1,2 0,-1 0,0-1,0 1,5 1,6 2,0 0,0 0,1-2,-1 0,1 0,0-2,9 1,45-1,-5-5</inkml:trace>
  <inkml:trace contextRef="#ctx0" brushRef="#br0" timeOffset="16399.289">4852 2965,'-12'3,"0"1,0-1,1 2,-1 0,1 0,0 1,0 0,0 1,1 0,0 1,1 0,0 0,0 1,1 1,0-1,0 1,-5 10,12-16,0-1,0 1,0 0,0 0,1 0,0 0,0 0,0 0,0-1,0 1,1 0,0 0,0 0,0 0,0-1,1 1,-1-1,1 1,0-1,0 1,0-1,0 0,1 0,-1 0,2 0,79 67,-66-58,-4-3,-8-6,1 0,-1 0,0 1,0 0,0-1,-1 2,1-1,-1 0,0 1,-1 0,1 0,-1 0,1 1,-2-1,1 1,-1-1,1 2,-4-4,-1 0,1 0,-1 0,0 0,1 0,-1 0,-1-1,1 1,0-1,-1 1,1-1,-1 0,0 0,1 0,-1 0,0-1,0 1,0-1,-1 0,1 0,0 0,0 0,-1 0,1-1,0 1,-1-1,1 0,-2 0,-63-1,66 1,1-1,-1 1,1 0,-1-1,0 1,1-1,-1 0,1 0,0 1,-1-1,1 0,-1 0,1 0,0 0,0 0,0-1,0 1,0 0,0 0,0-1,0 1,0-1,0 1,1-1,-1 1,1-1,-1 1,1-1,0 1,-1-1,1 0,0 1,0-1,0 0,0 1,0-1,1 1,-1-1,1-1,4-8,2 0,-1 1,1 0,1 0,0 1,0-1,1 2,0-1,0 1,1 1,0 0,0 0,1 1,5-2,-14 6,54-32,1 1,1 3,19-4,-76 33,0 0,0 1,0-1,0 0,0 1,1-1,-1 1,0-1,0 1,1-1,-1 1,0 0,1 0,-1 0,0 0,1 0,-1 0,0 0,1 0,-1 0,0 0,0 1,1-1,-1 1,0-1,0 1,1-1,-1 1,0 0,0 0,0-1,0 1,0 0,0 0,0 0,0 0,0 0,-1 0,1 0,0 0,-1 1,1-1,-1 0,1 1,3 95,-6-90,1 0,0 1,0-1,0 0,1 0,1 0,-1 1,1-1,0 0,1 0,-1 0,2 0,-1 0,1 0,0-1,0 1,0-1,1 0,0 0,1 0,-1-1,1 1,5 3,-6-6,0 0,1 0,-1-1,1 0,0 0,0 0,0 0,0-1,0 0,0 0,0 0,0-1,1 1,-1-1,0 0,0-1,2 0,21-5</inkml:trace>
  <inkml:trace contextRef="#ctx0" brushRef="#br0" timeOffset="16577.808">5293 2671,'0'16,"5"12,5 13,9 8,1-4</inkml:trace>
  <inkml:trace contextRef="#ctx0" brushRef="#br0" timeOffset="17106.032">5507 3286,'106'-302,"-80"255,-25 46,0 0,-1 0,1 0,0 0,0 0,0 1,0-1,0 0,0 1,0-1,0 0,0 1,0-1,0 1,0 0,0-1,1 1,-1 0,0 0,0 0,0 0,1 0,-1 0,0 0,0 0,0 0,0 0,1 1,-1-1,0 0,0 1,0-1,0 1,0 0,0-1,0 1,0 0,0-1,0 1,0 0,0 0,98 101,-93-97,-1 1,1-1,-1 1,0 0,-1 0,0 0,0 0,0 1,0 0,-1 0,0 0,-1 0,0 0,0 1,0-1,-1 1,0-1,0 6,-2 18,-1-27,2 0,-1 0,0 1,1-1,0 0,0 0,0 1,0-1,1 0,-1 0,1 0,0 0,1 0,-1 0,1 0,0 0,0 0,0 0,0-1,0 1,1-1,0 0,-1 0,2 1,9 1,0-2,0 1,0-2,0 0,0 0,1-1,-1-1,0 0,1-1,-1 0,0-1,0-1,0 0,12-4,-10 3,-1-1,1-1,-1 0,0-1,-1 0,0-1,0 0,0-1,-1-1,8-8,-14 12,0 0,0-1,0 0,-1 0,0-1,-1 1,1-1,-2 0,1 0,-1 0,0-1,0 1,-1-1,-1 1,1-1,-1 0,-1 0,0 0,0-2,0 10,0-1,0 1,0-1,0 1,0-1,0 1,0-1,-1 1,1-1,-1 1,1-1,-1 1,1-1,-1 1,0 0,0-1,0 1,0 0,0 0,0 0,0-1,0 1,0 0,0 1,-1-1,1 0,0 0,-1 0,1 1,-1-1,1 1,-1-1,1 1,-1-1,1 1,-1 0,1 0,-1 0,1 0,-1 0,1 0,-1 0,1 1,-1-1,1 0,-1 1,1-1,-1 1,1 0,-1-1,1 1,-1 0,-3 3,0 1,0-1,0 0,1 1,0 0,0 0,0 1,0-1,1 1,0 0,0-1,1 2,-1-1,1 0,1 0,-1 1,1-1,0 0,0 1,1-1,0 1,0 0,1-1,-1 1,2-1,-1 0,1 1,-1-1,2 0,-1 0,1 0,2 3,0-2,1 0,0-1,0 0,0-1,1 1,0-1,0 0,0-1,1 0,-1 0,1 0,0-1,0 0,0-1,2 0,128 22,-131-24,88 9</inkml:trace>
  <inkml:trace contextRef="#ctx0" brushRef="#br0" timeOffset="18077.692">8569 2871,'-23'3,"0"0,0 1,0 2,0 0,1 1,0 1,1 1,-1 1,2 1,-14 10,16-11,1 1,1 0,0 1,0 1,1 0,-6 9,20-21,-1 0,1 0,0 0,-1 0,1 0,0 0,0 1,0-1,0 0,0 1,0-1,0 1,1-1,-1 1,0-1,1 1,0 0,-1-1,1 1,0 0,-1-1,1 1,0 0,0-1,1 1,-1 0,0-1,0 1,1 0,-1-1,1 1,0-1,-1 1,1-1,0 1,0-1,0 1,0-1,0 0,1 1,5 1,1 0,0-1,0 0,0 0,0-1,0 0,0-1,0 1,0-2,0 1,0-1,1 0,-1-1,3-1,6 1,0-2,-1 0,1 0,-1-2,0 0,-1-1,1-1,-1 0,-1-1,0 0,0-1,0-1,-2 0,1-1,-2 0,1-1,-2 0,0-1,0 0,-1-1,-1 0,0 0,0-4,0-10,-1 0,-2 0,0 0,-2 0,-2-1,0 0,-2 1,-1-1,-2 1,0 0,-2 0,-2 0,0 0,-10-19,-30-37,48 84,-1 0,0 0,0 0,0 0,1 0,-1 0,0 0,0 0,0 1,-1-1,1 0,0 1,0-1,0 1,0-1,-1 1,1-1,0 1,0 0,-1 0,1 0,0-1,0 1,-1 0,1 1,0-1,-1 0,1 0,0 1,0-1,0 0,-1 1,1-1,0 1,0 0,0-1,0 1,0 0,0 0,0-1,0 1,0 0,0 0,0 0,1 0,-1 0,0 0,1 1,-1-1,1 0,-1 1,-22 68,19-35,2 1,0-1,3 0,1 1,1-1,2 0,2-1,1 1,1-1,2-1,2 0,1 0,8 12,-12-26,2 0,0-1,1 0,0-1,1-1,1 0,1-1,11 7,-21-16,2 0,-1-1,1-1,0 1,0-1,0 0,0-1,1 0,-1 0,1-1,0 0,0-1,0 0,0 0,0-1,0 0,0 0,0-1,-1 0,1-1,7-2,-8 1,1-1,-2 0,1 0,0-1,-1 0,0 0,0 0,-1-1,1 0,-1-1,-1 0,1 0,-1 0,0 0,-1-1,0 1,0-1,2-6,1-6,0 0,-1 0,-1 0,-1 0,-1-1,-1 0,-1-7,-1 9,-8 26,4 6,1 0,-1 0,2 0,0 0,1 0,0 1,1-1,0 0,1 0,1 1,0-1,1 0,0 0,1-1,0 1,1-1,0 1,1-2,1 1,0-1,0 0,1 0,1-1,4 5,13 2</inkml:trace>
  <inkml:trace contextRef="#ctx0" brushRef="#br0" timeOffset="18326.198">9143 2417,'-7'7,"5"11,12 9,15 6,4-5</inkml:trace>
  <inkml:trace contextRef="#ctx0" brushRef="#br0" timeOffset="18684.769">9385 2698,'9'6,"0"0,0 1,-1 0,0 1,0 0,0 0,-1 1,0-1,-1 2,0-1,-1 1,0 0,0 0,-1 0,0 0,-1 1,1 4,4 21,-2-1,-2 2,-1-1,-2 23,-1-58,-1-1,1 1,-1 0,1 0,0-1,-1 1,1 0,0 0,0-1,-1 1,1 0,0 0,0 0,0 0,0-1,0 1,0 0,0 0,0 0,0-1,1 1,-1 0,0 0,0 0,1-1,-1 1,0 0,1 0,-1-1,1 1,-1 0,1-1,0 1,-1-1,1 1,-1-1,1 1,0-1,-1 1,1-1,0 1,0-1,0 0,-1 0,1 1,0-1,0 0,0 0,-1 0,1 0,0 0,0 0,0 0,0 0,-1 0,1 0,0 0,0-1,0 1,-1 0,1 0,0-1,10-11,-1 0,0-1,0-1,-2 0,0 0,4-8,-1 1,76-150,-87 171,0 1,0-1,1 1,-1-1,0 1,0-1,1 1,-1-1,0 1,1-1,-1 1,1-1,-1 1,0-1,1 0,-1 1,1-1,-1 0,1 1,-1-1,1 0,0 0,-1 1,1-1,-1 0,1 0,-1 0,1 0,0 0,-1 0,1 0,-1 0,1 0,0 0,-1 0,1 0,-1 0,1 0,-1-1,1 1,0 0,-1 0,1-1,-1 1,1 0,-1-1,0 1,1-1,-1 1,1 0,-1-1,0 1,1-1,-1 1,1-1,3 14,0 0,2 0,-1 0,2-1,0 0,0 0,1 0,0-1,1 0,1-1,-1 0,2-1,-1 1,1-2,1 0,-1 0,4 0,51 22,-1-8</inkml:trace>
  <inkml:trace contextRef="#ctx0" brushRef="#br0" timeOffset="19327.518">11016 2724,'-16'-3,"0"0,0 1,1 1,-1 1,0 0,0 1,0 1,0 0,1 1,-1 1,1 0,0 1,0 1,0 1,1 0,0 0,0 1,1 1,-1 1,11-8,0 1,0-1,1 0,-1 1,1 0,-1 0,1 0,0 0,0 0,0 0,1 0,-1 1,1-1,0 1,0-1,0 1,0-1,0 1,1 0,0-1,0 1,0 0,0-1,0 1,1-1,-1 1,1 0,0-1,0 1,1-1,-1 1,1-1,-1 0,1 0,2 2,3 1,1 0,0-1,0 0,1 0,-1-1,1 0,0-1,0 0,0 0,0-1,1 0,-1-1,1 0,-1 0,1-1,0-1,-1 1,1-1,-1-1,0 0,1 0,-1-1,2-1,1 0,-1 0,-1-1,1 0,-1-1,0 0,0-1,0 0,-1 0,0-1,-1 0,0-1,0 0,-1 0,0-1,0 0,-1 0,-1 0,0-1,2-5,5-15,-2-1,-1 0,-1 0,-2-1,-2 0,0-12,2-20,-3 0,-3-1,-3 1,-7-39,10 104,0-9,-1 0,0 0,-1 0,0 0,0 0,-1 1,0-1,-1 1,0 0,0 0,-1 0,1 0,-2 1,1 0,-7-7,10 13,1 0,0 1,-1-1,1 0,-1 1,1-1,-1 1,1 0,-1-1,1 1,-1 0,1 0,-1 0,1 0,-1 0,1 0,-1 0,1 1,-1-1,0 1,1-1,0 1,-1-1,1 1,-1 0,1 0,0-1,0 1,-1 0,1 0,0 0,0 1,-1-1,-30 47,19-16,1 1,1 0,2 1,2 0,1 0,1 1,2 0,2 15,-1-21,1 1,1-1,2 1,1-1,1 0,2 0,0 0,2-1,2 0,0 0,2-1,1-1,1 0,1-1,10 12,-22-32,0 0,0 0,1-1,0 0,-1 1,2-1,-1-1,0 1,1-1,0 1,0-2,0 1,0 0,0-1,0 0,1 0,-1 0,1-1,-1 0,1 0,0 0,-1-1,1 0,0 0,-1 0,1-1,0 0,-1 0,1 0,-1-1,1 0,-1 0,0 0,0 0,0-1,0 0,0 0,0-1,-1 1,1-1,10-18,-1 0,-2 0,0-1,-1-1,-1 0,-2 0,0-1,-1 0,-2-1,1-9,-2 10,-6 31,0 5,-1 1,1-1,1 1,0-1,1 1,0-1,1 1,0-1,1 1,0-1,0 0,2 1,-1-1,1-1,1 1,0-1,0 1,1-1,1-1,-1 1,2-1,-1-1,9 8,11 0</inkml:trace>
  <inkml:trace contextRef="#ctx0" brushRef="#br0" timeOffset="19577.581">11469 2230,'-4'9,"7"7,13 9,12 6,2-2</inkml:trace>
  <inkml:trace contextRef="#ctx0" brushRef="#br0" timeOffset="19762.102">11778 2698,'7'5,"1"0,-1-1,1 1,1-1,-1-1,0 0,1 0,0 0,0-1,-1-1,1 1,0-2,1 1,-1-1,0 0,0-1,0 0,0-1,-1 1,1-2,0 1,-1-1,1-1,-1 1,0-2,0 1,0-1,-1 0,1 0,-1-1,-1 0,1-1,1-2,3-9,0 0,-2-1,0-1,-1 1,-1-1,-1-1,0 1,-2-1,2-19,-5 32,-1 6,0 1,0-1,0 0,0 0,1 1,-1-1,0 0,1 1,-1-1,1 1,-1-1,1 0,0 1,0-1,0 1,-1 0,2-1,-1 1,0 0,0-1,0 1,0 0,1 0,-1 0,1 0,-1 0,1 1,-1-1,1 0,-1 1,1-1,-1 1,1-1,0 1,-1 0,1-1,0 1,0 0,16 2</inkml:trace>
  <inkml:trace contextRef="#ctx0" brushRef="#br0" timeOffset="19950.635">12512 2564,'0'16,"0"10,0 2,2-1,6-2,3-7,3-5,-2-6</inkml:trace>
  <inkml:trace contextRef="#ctx0" brushRef="#br0" timeOffset="20209.017">12499 2096,'16'-2,"17"1,11 4,8 5,2 6,-9 1</inkml:trace>
  <inkml:trace contextRef="#ctx0" brushRef="#br0" timeOffset="20992.178">12887 2256,'24'250,"-9"120,-37 10,30-275,-8-101,1-1,0 0,-1 0,1 0,1 0,-1 0,0-1,1 1,-1 0,1-1,0 1,0-1,0 1,0-1,0 0,0 0,1 0,-1 0,1 0,0 0,-1-1,1 1,0-1,0 0,0 0,0 0,0 0,0 0,0-1,0 1,2-1,-2 0,-1-1,1 1,-1-1,1 1,-1-1,0 0,1 0,-1 0,0 0,0 0,1 0,-1-1,0 1,0-1,0 0,-1 1,1-1,0 0,-1 0,1 0,-1 0,0 0,1-1,-1 1,0 0,0-1,-1 1,1 0,0-1,-1 0,9-80,-14 38,-2 0,-2 0,-2 1,-2 1,-2 0,-1 1,-3 0,-1 2,-16-23,-39-69,74 131,1 1,-1-1,1 0,0 1,-1-1,1 0,-1 1,1-1,0 0,0 0,-1 1,1-1,0 0,0 0,0 0,0 0,0 1,0-1,0 0,0 0,0 0,0 1,1-1,-1 0,0 0,0 1,1-1,-1 0,1 0,-1 1,0-1,1 0,-1 1,1-1,0 1,-1-1,1 0,-1 1,1-1,0 1,0 0,-1-1,1 1,0 0,0-1,-1 1,1 0,0 0,0 0,-1-1,1 1,1 0,48 4,-44-3,323 63,-326-63,-1-1,0-1,0 1,0 0,0 0,0 1,0-1,0 0,0 1,0-1,-1 1,1 0,0-1,0 1,-1 0,1 0,0 0,-1 0,1 0,-1 1,1-1,-1 0,0 1,1-1,-1 1,0 0,0-1,0 1,0 0,0-1,-1 1,1 0,0 0,-1 0,1 0,-1 0,0 0,0 0,0-1,0 1,0 0,-13 20,11-21,1 0,-1 1,0-1,1 1,-1 0,1-1,0 1,0 0,-1 0,1 0,0 0,1 0,-1 0,0 0,0 0,1 1,0-1,-1 0,1 0,0 0,0 1,0-1,0 0,0 0,1 0,-1 1,1-1,-1 0,1 0,0 0,0 0,0 0,0 0,0 0,0 0,1-1,-1 1,0 0,1-1,0 1,3 1,1-1,-1 1,1-1,0 0,0-1,0 1,0-1,1 0,-1-1,0 0,0 0,0 0,0 0,1-1,-1 0,0-1,0 1,0-1,-1 0,1-1,0 1,-1-1,1 0,-1-1,0 1,0-1,0 0,-1 0,1 0,-1-1,0 0,0 0,-1 0,0 0,1 0,-2-1,1 0,0 1,-1 0,0 0,-1 0,1 0,-1 0,0 0,0 0,0 0,-1-1,0 1,0 0,0 0,-1-1,0 1,0 0,0 0,-1 0,1 0,-1 0,0 0,-1 1,1-1,-1 1,0-1,0 1,0 0,-1 0,1 0,-1 1,0-1,0 1,0 0,-1 0,1 0,-1 1,1-1,-1 1,0 0,0 0,-1 1,-38 14,44-13,-1 1,0-1,0 1,1-1,-1 1,0 0,1-1,-1 1,0 0,1 0,-1-1,1 1,-1 0,1 0,0 0,-1 0,1 0,0 0,0-1,-1 1,1 0,0 0,0 0,0 0,0 0,0 0,0 0,1 0,-1 0,0 0,0 0,1 0,-1 0,0-1,1 1,-1 0,1 0,-1 0,1-1,0 1,-1 0,1 0,0-1,-1 1,2 0,5 3,0 1,1-1,0 0,0-1,0 0,1 0,-1-1,1 0,-1-1,1 0,0 0,-1-1,9 0,-9 1,1-1,0 0,-1 0,1-1,-1 0,1-1,-1 0,0 0,0-1,0 0,0 0,0-1,0 0,-1 0,0-1,0 0,0 0,0-1,-1 0,0 0,0 0,-1-1,0 0,1-1,10-20,-15 24,1 0,0 0,0-1,0 1,0 0,1 1,-1-1,1 0,0 1,0-1,1 1,-1 0,1 0,-1 1,1-1,0 1,0-1,0 1,0 0,1 1,-1-1,0 1,1 0,-1 0,2 0,-1 1,0 1,0-1,1 1,-1 1,0-1,0 1,-1-1,1 2,0-1,0 0,-1 1,0 0,1 0,-1 0,0 0,0 1,-1 0,1 0,-1 0,0 0,0 0,0 0,-1 1,1 0,-1-1,0 1,0 0,-1 0,0 0,0 0,0 0,0 1,-1-1,0 0,0 0,0 0,0 1,-2 4,-33 91,28-86,0 0,1 0,1 0,1 1,0 0,1 0,0 6,3-17,0-1,0 1,1-1,-1 1,1-1,0 1,1-1,-1 1,1-1,0 0,0 0,0 0,0 0,1 0,0 0,-1-1,2 1,-1-1,0 0,0 0,1 0,0 0,0-1,0 1,0-1,0 0,0 0,0 0,1-1,6 3,-1-1,0 0,0-1,1-1,0 1,-1-1,1-1,-1 0,1-1,0 0,-1 0,2-2,26-8</inkml:trace>
  <inkml:trace contextRef="#ctx0" brushRef="#br0" timeOffset="23220.471">14050 1962,'0'-83,"-5"364,0-59,17 150,0-251,0-37,-4 1,-3 0,-4 0,-4 0,-3 0,-5-1,-10 39,14-94,-1 0,-1 0,-2-1,-1 0,-1-1,-1 0,-1-1,-1-1,-19 22,18-34,-2 0,1-1,-2-1,0-1,0-1,0 0,-1-2,-1 0,1-1,-1-1,0-2,0 0,0-1,-19-1,-348 21,-71-18,326-4,-1320-28,-1833 23,1668 68,-1211 72,2516-129,-449 13,-252 59,879-58,0 7,2 5,-7 9,102-28,7-2,-1-1,1-2,-1-1,-1-2,-4 0,32-5,0-1,0 1,0-1,0 0,1-1,-1 0,0 1,1-2,-1 1,1-1,0 1,-1-1,1-1,1 1,-1-1,0 0,1 0,0 0,0-1,-1-1,-63-106,62 99,-12-24,3-2,1 0,2-1,1 0,3-1,-4-39,-4-254,15 313,-22-529,13 450,-5 0,-5 1,-4 1,-18-42,-50-104,91 241,-1 0,1 0,-1 0,1 0,0 0,0 0,0-1,1 1,-1 0,1-1,0 1,0 0,0-1,0 1,1 0,-1-1,1 1,0 0,0-1,0 1,0 0,0 0,1 0,0 0,-1 0,1 1,0-1,0 0,1 1,-1-1,0 1,1 0,0 0,0-1,16-4,0 1,-1 1,2 0,-1 2,0 0,1 1,17 1,-1-2,305-12,14 15,136-3,19-34,70-32,-223 23,2035-144,-211 158,-905 23,1216-74,-2152 69,384 5,-516 10,255 37,-190-35,-236 0,0 3,0 0,34 12,-4-1,91 31,-83-25,-70-21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8:37.9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94 335,'23'0,"23"0,20 0,15 0,6 0,1 2,-8 1,-18 2,-19 3,-22 2,-14-1</inkml:trace>
  <inkml:trace contextRef="#ctx0" brushRef="#br0" timeOffset="267.39">0 562,'28'3,"26"0,28 0,22-3,16-6,11-5,0-4,-7-4,-25 0</inkml:trace>
  <inkml:trace contextRef="#ctx0" brushRef="#br0" timeOffset="542.651">709 1,'79'47,"3"-4,1-3,67 21,136 67,-163-47,-118-77,0 1,-1-1,1 1,-1 0,0 0,0 1,0-1,-1 1,0-1,0 1,0 0,-1 1,0-1,0 0,-1 0,1 1,-1-1,-1 1,1-1,-1 7,-4 0,0-1,-1 1,0-1,-1 0,0 0,-1-1,-1 0,1 0,-2 0,1-1,-1-1,-1 1,0-1,0-1,-10 6,-269 188,278-195,-30 35,41-30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59.1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94,'0'-7,"9"-4,19-3,20-3,19 0,13 4,5 4,-12 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58.4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1,'-8'189,"-25"141,33-328,-3 18,-3 24,2 0,2 0,2 0,2 17,-1-54,-1-1,1 1,0 0,1-1,-1 1,1-1,0 1,1-1,0 0,0 0,0 0,1-1,0 1,0-1,0 1,0-2,1 1,0 0,0-1,1 0,-1 0,4 2,9-1,0 0,0-2,0 0,1-1,-1-1,1 0,-1-1,1-2,-1 0,1 0,-1-2,0 0,0-1,0-1,10-6,29-6</inkml:trace>
  <inkml:trace contextRef="#ctx0" brushRef="#br0" timeOffset="435.122">30 496,'9'-5,"10"-1,16-4,12-6,13-3,6-4,3-3,-7 0,-14 3</inkml:trace>
  <inkml:trace contextRef="#ctx0" brushRef="#br0" timeOffset="873.036">631 376,'19'18,"14"13,11 10,10 5,6 4,1 2,-4 2,-7 1,-7-1,-9-2,-8-5,-6-9,-4-10,-5-11</inkml:trace>
  <inkml:trace contextRef="#ctx0" brushRef="#br0" timeOffset="1029.315">1193 389,'-25'7,"-19"13,-15 15,-9 18,-6 17,-1 13,1 9,3 4,3-3,13-17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02.4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417 38,'-6'-4,"0"0,1 0,-2 0,1 1,0 0,-1 0,1 0,-1 1,0 0,0 0,0 1,0 0,0 0,0 1,0 0,0 0,0 1,0-1,0 2,0-1,0 1,0 0,1 0,-1 1,-9 6,1 2,0 0,1 1,1 0,-1 1,2 1,0 0,1 1,0 0,1 0,1 1,0 0,1 1,1 0,1 0,0 1,1 0,0 4,0-7,1 1,0 0,1 0,1 0,0 1,1-1,1 0,1 1,0-1,1 0,1 0,0 0,1 0,1 0,0-1,2 0,-1 0,2 0,0-1,0 0,8 7,-6-9,2 0,-1-1,2 0,-1-1,1-1,1 0,0-1,0 0,1-1,-1-1,1 0,1-1,-1-1,1 0,0-1,0-1,0 0,0-1,0-1,0 0,1-2,-1 1,0-2,-1 0,1-1,4-3,-13 5,0-1,-1 0,0-1,1 0,-1 0,-1 0,1-1,-1 1,1-1,-1-1,-1 1,1-1,-1 0,0 0,0 0,-1 0,0-1,0 1,0-1,-1 0,0 0,0 0,-1 0,0 0,0 0,-1 0,0-1,0 1,0 0,-1 0,0 0,-1 0,1-1,-1 2,-1-1,1 0,-2-1,0 3,1 0,-2 0,1 0,0 1,-1-1,0 1,0 0,0 1,-1-1,1 1,-1 0,0 0,0 1,0-1,0 1,0 1,0-1,-1 1,1 0,-1 1,1-1,-4 2,-5-1,-1 1,1 1,0 0,-1 1,1 1,0 0,1 1,-13 6,-4 6,0 0,2 2,0 1,1 2,1 0,0 2,3 1,0 1,-4 7,-17 24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03.2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 64,'0'1,"2"4,-1 0,1 0,0 0,0 0,0-1,1 1,-1 0,1-1,0 0,1 0,-1 0,1 0,0 0,0 0,0-1,0 0,0 0,1 0,2 0,-5-4,1 0,-1 0,1-1,-1 1,0-1,0 0,1 0,-1 0,0 0,0 0,-1 0,1 0,0 0,-1-1,0 1,1-1,-1 1,0-1,0 0,0 1,-1-1,1 0,-1 0,1 0,-1 1,0-1,0 0,0 0,0 0,-1-1,1 1,-1-1,0 1,1-1,-1 1,0 0,-1-1,1 1,0 0,-1 0,0 0,0 0,0 0,0 0,0 0,0 1,-1-1,0 1,1 0,-1 0,0 0,0 0,0 0,0 0,0 1,0 0,-1-1,1 1,0 1,-1-1,1 0,-1 1,1-1,-1 1,1 0,-1 0,1 1,-1-1,1 1,-1 0,1 0,0 0,-1 0,1 0,0 1,0-1,0 1,0 0,0 0,0 0,0 0,1 1,-1-1,0 2,-2 4,-1 1,1 0,0 0,1 0,0 1,0-1,1 1,1 0,0 0,0 0,1 1,0-1,0 0,1 1,1-1,0 0,1 2,3 25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03.5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74,'4'11,"4"4,4-5,0-9,0-7,-1-7,-2-5,-2-3,-6 1,-4 3,-4 5,-3 8,-3 13,0 11,-2 9,3 4,4-4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01.2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67,'0'18,"0"18,0 15,0 17,0 9,0 5,0 3,0-2,0-6,2-9,3-15,4-15,-1-15</inkml:trace>
  <inkml:trace contextRef="#ctx0" brushRef="#br0" timeOffset="370.057">428 0,'-94'153,"-8"-3,-45 45,110-147,37-47,0-1,0 0,1 1,-1-1,0 1,0-1,0 0,0 1,1-1,-1 1,0-1,0 0,1 1,-1-1,0 0,1 1,-1-1,0 0,1 0,-1 1,0-1,1 0,-1 0,0 0,1 1,-1-1,1 0,-1 0,1 0,-1 0,0 0,1 0,-1 0,1 0,-1 0,1 0,-1 0,1 0,-1 0,0 0,1 0,-1-1,1 1,-1 0,0 0,1 0,-1-1,2 1,10-2,0 1,0 1,0 0,0 0,0 2,-1-1,1 1,0 1,-1 0,4 2,7 6,1 1,-2 1,0 1,0 1,16 15,-16-12,1 0,1-2,0-1,18 8,-32-19,0-1,0 0,-1-1,2 0,-1 0,0-1,0 0,0-1,1 0,-1 0,0-1,1 0,3-1,29-8</inkml:trace>
  <inkml:trace contextRef="#ctx0" brushRef="#br0" timeOffset="643.839">736 174,'-4'9,"9"3,16 0,22-5,19-8,19-6,8-5,-2-1,-11 0,-18 4</inkml:trace>
  <inkml:trace contextRef="#ctx0" brushRef="#br0" timeOffset="811.389">803 468,'16'7,"19"2,21 0,23-2,21-2,20-4,12-5,-17-2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19.4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127 11,'-6'9,"-21"62,27-70,0 0,1 0,-1 0,0-1,1 1,-1 0,1 0,-1-1,1 1,-1 0,1-1,0 1,-1 0,1-1,0 1,0-1,-1 1,1-1,0 0,0 1,0-1,0 0,0 1,-1-1,1 0,0 0,0 0,0 0,0 0,0 0,0 0,0 0,-1 0,1 0,0-1,0 1,0 0,0 0,0-1,-1 1,1-1,0 1,0-1,-1 1,1-1,0 1,-1-1,1 0,0 1,-1-1,1 0,-1 0,1 1,-1-1,0 0,1 0,1 0,0 0,0 0,-1 0,1 0,0-1,-1 1,1-1,-1 1,1-1,-1 0,1 1,-1-1,0 0,0 0,0 0,0 0,0 0,-1 0,1 0,-1 0,1 0,-1 0,0 0,1 0,-1-1,0 1,-1 0,1 0,0 0,0 0,-1 0,0 0,1 0,-1-1,0 2,0-1,0 0,0 0,0 0,0 0,-1 1,1-1,-1 0,1 1,-1-1,1 1,-1 0,0 0,0-1,0 1,0 0,0 1,0-1,0 0,-1 0,-2 2,-1-1,1 1,-1 0,1 1,-1-1,1 1,0 0,0 0,0 1,0-1,0 1,0 0,1 1,-1-1,1 1,0 0,0 0,0 0,1 1,0-1,-1 1,2 0,-4 4,-7 17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19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36 115,'9'7,"3"-3,2-6,-2-7,-3-7,-2-5,-6-2,-4 2,-5 3,-3 6,-1 9,-4 9,-2 11,3 9,4 5,6 2,10-5,5-8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2.7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130 0,'-5'54,"-2"-1,-2 0,-2 0,-3-1,-2 0,-2-2,-4 2,8-11,12-40,1 1,0-1,0 1,-1 0,1 0,1-1,-1 1,0 0,0 0,1 0,-1 0,1 0,-1 0,1 0,0 0,0 0,0 0,0 0,0 0,0 0,1 0,-1 0,1 0,-1 0,1 0,0 0,0 0,0 0,0 0,0-1,0 1,0 0,1-1,-1 1,1-1,-1 0,1 1,-1-1,1 0,0 0,-1 0,1 0,0 0,14 0,0-1,0-1,0 0,0-1,0-1,-1 0,1-2,-1 1,0-2,-1 0,3-2,-9 6,0 0,-1-1,1 0,-1 0,0-1,0 0,0 0,0-1,-1 0,0 0,0 0,0-1,-1 0,0 0,0 0,0-1,-1 1,0-1,0 0,0 0,1-7,-5 14,0 0,1-1,-1 1,0 0,0-1,1 1,-1-1,0 1,0-1,0 1,0 0,1-1,-1 1,0-1,0 1,0-1,0 1,0-1,0 1,0-1,0 1,-1 0,1-1,0 1,0-1,0 1,0-1,-1 1,1 0,0-1,0 1,-1-1,1 1,0 0,-1-1,1 1,0 0,-1 0,1-1,0 1,-1 0,1 0,-1-1,1 1,0 0,-1 0,1 0,-1 0,1 0,-1 0,1 0,-1 0,1 0,-1 0,1 0,0 0,-1 0,1 0,-1 0,1 0,-1 0,1 0,-1 1,1-1,0 0,-1 0,1 1,0-1,-1 0,1 1,-6 8,2 0,-1 1,1 0,0 0,1 1,0-1,1 1,0-1,1 1,0 0,1 0,-1-2,-4 33,3 0,2 0,1 0,3 10,2-7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5.7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0 241,'14'4,"13"5,14-1,13 2,13-1,10-3,2 1,0-1,-7-2,-12-1,-15-2</inkml:trace>
  <inkml:trace contextRef="#ctx0" brushRef="#br0" timeOffset="259.322">107 441,'21'7,"20"4,18 1,17-2,12-5,5-6,1-4,-16-2</inkml:trace>
  <inkml:trace contextRef="#ctx0" brushRef="#br0" timeOffset="526.288">722 0,'16'19,"34"21,2-3,2-2,1-2,51 22,-53-27,99 57,-149-83,0 0,0 0,0 0,0 0,0 1,0-1,-1 1,1 0,-1 0,0 0,0 0,0 0,0 0,0 1,-1-1,1 0,-1 1,0-1,0 1,0 0,-1-1,1 1,-1 0,0-1,0 1,0 0,-1-1,1 1,-1 0,0-1,0 1,0 0,0-1,-1 0,1 1,-1-1,0 0,-1 2,-15 16,-1-1,-1 0,-1-1,-1-1,0-2,-2 0,-11 6,3-1,-139 94,137-90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4.1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0,'-5'209,"6"-142,4 498,-5-552,0 10,1 0,0 0,2 0,1-1,3 10,-6-28,-1-1,1 0,1 0,-1-1,0 1,1 0,-1 0,1-1,0 1,0-1,0 1,0-1,0 0,1 0,-1 0,1 0,-1 0,1 0,0-1,-1 1,1-1,0 0,0 0,0 0,0 0,0-1,0 1,0-1,1 1,-1-1,0 0,0 0,0-1,0 1,0-1,0 0,1 1,-1-1,22-8,1-1,-1-1,-1-1,0-2,-1 0,0-1,-1-1,-1-1,8-10,56-55,-97 129,8-41,2 0,-1 1,1-1,0 0,0 1,0 0,1-1,0 1,0 0,1-1,0 1,0 0,1 0,0-1,0 1,0 0,1-1,0 1,0-1,1 0,0 0,0 0,0 0,1 0,0-1,0 1,0-1,4 4,0-5,0 0,0-1,1 1,-1-2,1 1,-1-1,1-1,0 0,0 0,0 0,8-1,20-2</inkml:trace>
  <inkml:trace contextRef="#ctx0" brushRef="#br0" timeOffset="289.914">501 521,'-15'-6,"-7"-4</inkml:trace>
  <inkml:trace contextRef="#ctx0" brushRef="#br0" timeOffset="553.143">60 375,'20'-9,"26"-6,24-4,22-1,15 2,8 2,-3 4,-19 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3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1,'12'244,"-12"-211,-7 149,-8 0,-11 22,25-199,-1 15,7-28,3-19,-4 11,0 1,0-1,2 1,0 0,0 0,2 1,-1-1,2 2,0-1,1 1,0 1,1 0,0 0,10-7,-18 17,-1 0,1 1,-1 0,1 0,0-1,-1 2,1-1,0 0,0 0,0 1,0 0,0-1,-1 1,1 0,0 0,0 1,0-1,0 1,0-1,-1 1,1 0,0 0,0 0,-1 1,1-1,-1 0,1 1,-1 0,0-1,0 1,1 0,-1 0,0 1,-1-1,2 1,2 5,1 0,-1 1,0-1,-1 1,0 0,0 1,-1-1,0 0,1 10,-2-8,0 1,-1 0,-1 0,1-1,-2 1,0 0,0 0,-1-1,-1 1,0 0,2-7,-1-1,1 1,-1-1,0 1,-1-1,1 0,-1 0,0 0,0 0,0 0,0-1,-1 1,1-1,-1 0,0 0,0-1,0 1,0-1,-1 1,1-2,-1 1,1 0,-1-1,0 0,-3 1,4-1,1-1,-1 0,1 0,-1 0,1 0,-1 0,1-1,-1 0,1 1,-1-1,1 0,0-1,0 1,-1-1,1 1,0-1,0 0,0 0,1 0,-1-1,0 1,1-1,0 1,-1-1,1 0,0 0,0 0,1 0,-1 0,1 0,-1-1,1 1,0 0,0-4,-1 1,1 0,-1 0,2-1,-1 1,1 0,0-1,0 1,1 0,-1-1,1 1,1 0,-1 0,1 0,0 0,1 0,-1 0,1 0,1 1,1-3,6-3,0 1,1 1,0 0,0 1,1 0,0 1,0 0,1 1,0 0,0 2,1-1,-1 2,1 0,0 0,0 2,-1 0,6 0,-14 1,0-1,0 1,0-1,0 2,0-1,0 1,0-1,0 2,-1-1,1 1,0 0,-1 0,1 0,-1 1,0 0,0 0,0 0,0 1,0-1,-1 1,0 0,1 1,-2-1,1 1,0 0,-1 0,0 0,0 0,0 0,-1 1,0-1,1 4,2 141,-5-149,0 0,0 0,0 1,0-1,0 0,0 1,0-1,0 0,1 0,-1 1,0-1,1 0,-1 0,1 1,-1-1,1 0,0 0,0 0,-1 0,1 0,0 0,0 0,0 0,0-1,0 1,0 0,0 0,0-1,1 1,-1-1,0 1,0-1,0 1,1-1,-1 0,0 0,1 1,-1-1,0 0,0 0,1 0,-1 0,0-1,1 1,-1 0,0-1,0 1,16-8</inkml:trace>
  <inkml:trace contextRef="#ctx0" brushRef="#br0" timeOffset="267.294">481 241,'4'5,"9"1,11-1,1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1.7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151 1,'0'18,"0"20,0 19,0 16,0 13,0 11,-2 5,-4 3,-4-3,-1-19</inkml:trace>
  <inkml:trace contextRef="#ctx0" brushRef="#br0" timeOffset="549.481">4 255,'0'-16,"-1"12,0-1,0 1,1-1,0 0,0 1,0-1,0 1,1-1,0 1,0-1,0 1,1 0,-1-1,1 1,0 0,0 0,0 0,1 0,-1 0,1 1,0-1,0 1,1 0,-1 0,0 0,4-2,8 0,0 0,0 1,0 0,1 1,-1 1,1 1,0 0,0 1,-1 1,1 0,5 2,-10-3,0 1,1 0,-1 0,0 2,1-1,-1 1,-1 1,1 0,0 1,-1 0,0 0,0 1,0 0,-1 1,6 5,-14-10,1 0,-1 0,0 0,0 1,0-1,0 1,0-1,0 0,0 1,-1-1,1 1,-1-1,0 1,0 0,0-1,0 1,0-1,-1 1,1-1,-1 1,1-1,-1 1,0-1,0 1,0-1,0 0,-1 0,1 1,-1-1,1 0,-1 0,0 0,-1 1,-71 49,60-46,0 0,-1-2,1 0,-1 0,0-1,0-1,-1-1,1 0,-7-1,22 0,1-1,-1 1,0 0,0-1,0 1,0 0,1-1,-1 1,0-1,0 1,0 0,0-1,0 1,0-1,0 1,0 0,0-1,0 1,0-1,0 1,-1 0,1-1,0 1,0-1,0 1,0 0,-1-1,1 1,0 0,-1-1,263-27,-221 25,1-3,-1-1,1-1,-2-3,0-1,11-7,7-22,-57 40,1-1,-1 1,0-1,0 1,0-1,0 1,-1-1,1 1,0-1,-1 0,1 0,-1 1,1-1,-1 0,0 0,0 1,0-1,0 0,0 0,0 1,0-1,-1 0,1 0,-1 1,1-1,-1 0,1 1,-1-1,0 0,0 1,0-1,0 1,0-1,0 1,-1 0,1 0,-1-1,-1-1,0 0,0 0,0 0,0 0,0 1,-1-1,1 1,-1 0,1 0,-1 1,0-1,0 1,0 0,0 0,0 0,0 0,0 1,0-1,0 1,-1 0,1 0,0 1,0-1,0 1,0 0,0 0,0 1,0-1,0 1,1-1,-1 1,0 1,1-1,0 0,-1 1,1-1,0 1,0 0,1 0,-1 1,1-1,-1 0,1 1,0-1,0 1,-1 2,2 0,1-1,-1 0,1 0,0 0,0 1,0-1,1 0,0 0,0 0,0 0,0 0,1 0,0 0,0 0,0 0,1-1,0 1,0-1,0 0,0 0,0 0,1 0,3 2,3 3,0-1,1 0,0 0,0-1,1-1,0 0,0-1,12 4,59 13,-1-8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0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67,'0'23,"0"21,0 16,0 13,-3 6,-2 5,-3-4,0-9,1-11,2-16</inkml:trace>
  <inkml:trace contextRef="#ctx0" brushRef="#br0" timeOffset="273.155">76 161,'-2'16,"6"14,11 9,15 7,11 3,8-3,4-3,1-3,-5-5,-9-5,-10-6,-11-7</inkml:trace>
  <inkml:trace contextRef="#ctx0" brushRef="#br0" timeOffset="530.078">477 0,'-4'23,"-2"23,0 18,2 14,0 6,2 4,1-2,1-9,0-18</inkml:trace>
  <inkml:trace contextRef="#ctx0" brushRef="#br0" timeOffset="812.324">771 509,'-66'-165,"65"165,1-1,-1 0,0 1,1-1,-1 0,1 0,-1 1,1-1,0 0,-1 0,1 0,0 1,0-1,-1 0,1 0,0 0,0 0,0 0,0 0,0 0,0 1,0-1,0 0,1 0,-1 0,0 0,0 0,1 1,-1-1,1 0,-1 0,1 0,-1 1,1-1,-1 0,1 1,0-1,-1 1,1-1,0 0,-1 1,1-1,0 1,0 0,-1-1,1 1,0 0,0-1,0 1,0 0,0 0,0 0,-1 0,1 0,0 0,0 0,0 0,0 0,0 0,0 0,-1 0,1 1,0-1,0 0,0 1,0 0,215 56,-212-57,-1 1,1-1,0 1,-1 0,1-1,-1 2,1-1,-1 0,1 1,-1-1,0 1,0 0,0 0,0 1,0-1,0 0,0 1,-1 0,0 0,1-1,-1 1,0 1,0-1,0 0,-1 0,1 1,-1-1,0 1,0-1,0 1,-1 0,1 0,-3 6,-1 0,0 0,0-1,-1 1,0-1,-1 0,0 0,0 0,-6 5,-27 57,37-69,1-1,-1 1,0 0,1-1,0 1,-1 0,1 0,0-1,0 1,0 0,0 0,1 0,-1-1,0 1,1 0,-1-1,1 1,-1 0,1-1,0 1,0-1,0 1,0-1,0 1,0-1,0 1,0-1,1 0,-1 0,0 0,1 0,-1 0,1 0,-1 0,1 0,0-1,-1 1,1 0,1-1,73 9,61-26,-66 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39:57.5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187 0,'0'0</inkml:trace>
  <inkml:trace contextRef="#ctx0" brushRef="#br0" timeOffset="21336.502">0 401,'0'-21,"1"0,1 1,0-1,2 0,0 1,1 0,1 0,1 0,1 0,1 1,6-8,-11 19,62-83,-66 91,1-1,-1 1,1-1,-1 1,1-1,-1 1,1 0,-1-1,1 1,0 0,-1-1,1 1,-1 0,1 0,0-1,-1 1,1 0,0 0,-1 0,1 0,0 0,-1 0,1 0,-1 0,1 0,0 0,-1 0,1 1,0-1,-1 0,1 0,0 1,-1-1,1 0,-1 1,1-1,-1 0,1 1,-1-1,1 1,-1-1,1 1,-1-1,0 1,1 0,-1-1,0 1,0-1,1 1,-1 0,0-1,0 1,0 0,0-1,1 1,-1-1,0 1,0 0,5 45,-5-42,9 243,-6-218,4 154,-8-169,0 0,-1 0,-1 0,0-1,0 1,-2-1,0 0,0 0,-1 0,-1-1,-5 9,-7 2</inkml:trace>
  <inkml:trace contextRef="#ctx0" brushRef="#br0" timeOffset="21604.912">54 709,'16'0,"12"0,10 2,10 1,9 0,7-1,8-1,2-2,-12-1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18.1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96 246,'0'18,"0"15,-4 13,-5 8,-4 7,-3 1,-1-3,3-6,1-11,3-12</inkml:trace>
  <inkml:trace contextRef="#ctx0" brushRef="#br0" timeOffset="411.482">2 232,'0'-10,"0"0,1 0,0 1,0-1,1 0,0 1,1 0,0-1,0 1,1 0,0 0,1 1,0 0,0-1,1 1,0 1,1-1,-1 1,1 1,1-1,-1 1,1 0,0 1,0-1,1 2,0-1,1 1,-1 1,1 0,1 1,-1 0,0 0,0 1,1 0,-1 1,0 0,1 1,-1 0,0 1,0 0,0 0,0 1,0 1,0-1,-1 2,1-1,-1 1,-1 1,1-1,-1 2,1-1,-2 1,1 0,-1 1,0-1,-1 1,0 1,5 7,-9-11,0 0,-1 0,0 1,0-1,0 0,0 0,-1 1,0-1,0 0,0 0,-1 1,0-1,0 0,0 0,-1 0,1 0,-1 0,0 0,-1 0,1-1,-1 1,0-1,0 1,0-1,-4 3,-3 4,-1-1,0 1,-1-2,0 0,0 0,-1-1,0 0,-8 2,-6 1,0-2,-1-1,0-1,-1-1,1-2,-1-1,0-1,-3-1,31-1,0 0,0-1,1 1,-1 0,1-1,-1 1,1 0,-1-1,0 1,1 0,-1 0,0 0,1-1,-1 1,0 0,1 0,-1 0,0 0,1 0,-1 0,0 1,1-1,-1 0,0 0,1 0,-1 1,0-1,1 0,-1 1,1-1,-1 0,0 1,1-1,-1 1,1-1,0 1,-1-1,1 1,-1-1,1 1,0-1,-1 1,1 0,0-1,-1 1,1-1,0 1,0 0,0-1,0 1,0 0,0-1,0 1,0 0,0-1,0 1,0 0,0 0,0-1,0 1,1-1,-1 1,0 0,0-1,1 1,-1 0,143 131,-98-85,-37-35,1-1,1 0,0 0,1-1,0 0,0-1,1 0,0 0,1-2,0 0,0 0,0-1,1 0,0-2,0 1,0-2,1 0,0 0,11-5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8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420 18,'-13'-5,"0"2,-1 0,1 0,-1 1,0 1,1 1,-1-1,0 2,1 0,-1 1,0 0,1 1,0 0,0 2,0-1,0 1,1 1,-1 0,1 1,1 0,-1 1,2 1,-1-1,-4 6,3 1,2 0,0 1,0 0,1 1,1 0,1 0,1 0,0 1,1 0,1 0,1 1,0-1,2 1,0-1,1 1,0 0,4 15,-3-23,2 0,-1-1,1 1,1-1,0 1,0-1,1-1,0 1,1-1,0 0,0 0,1 0,0-1,1 0,0 0,0-1,0 0,1-1,0 0,1 0,-1-1,1 0,0 0,0-2,3 2,0 0,1 0,-1-2,1 1,-1-1,1-1,0-1,0 0,0 0,0-2,0 0,0 0,0-1,0-1,-1 0,1-1,-1-1,-10 4,0 0,0-1,0 0,-1 0,1 0,0 0,-1 0,0-1,1 1,-1-1,0 1,0-1,-1 0,1 0,0 0,-1 0,0 0,0 0,0 0,0 0,0 0,-1-1,1 1,-1 0,0-1,0 1,0 0,0-1,-1 1,1 0,-2-3,0-1,0 1,-1-1,1 1,-2 0,1 0,0 1,-1-1,0 1,-1-1,1 1,-1 0,0 1,0-1,-1 1,-1-1,2 1,-2 0,1 0,0 0,-1 1,1 0,-1 0,0 1,0 0,0 0,0 0,-1 1,1 0,0 1,0-1,-1 1,1 1,0 0,-1 0,1 0,0 1,0 0,0 0,0 0,0 1,1 0,-1 1,1 0,0 0,0 0,0 0,0 1,1 0,0 0,0 1,0 0,1-1,0 2,2-4,1 1,0 0,-1 0,2 0,-1 0,0 0,1 0,-1 0,1 0,1 0,-1 0,0 0,1 0,0 0,0 0,0 0,0-1,1 1,-1 0,1-1,0 1,0-1,0 1,1-1,-1 0,1 0,2 2,25 23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9.0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466 0,'-37'8,"0"0,0 2,2 2,-1 2,1 1,-18 11,29-14,-1 0,1 2,1 0,1 2,0 1,-12 12,32-28,1 0,-1 0,1 0,0 0,-1 0,1 0,0 0,0 1,0-1,0 0,0 1,0-1,0 1,0-1,1 1,-1-1,0 1,1 0,0-1,-1 1,1 0,0-1,0 1,0 0,0-1,0 1,0 0,0 0,0-1,1 1,-1 0,1-1,0 1,-1-1,1 1,0-1,0 1,0-1,0 1,0-1,0 0,84 29,39-10,0-5,6-6,-29-1,168 21,-247-24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29.3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9,'18'0,"22"0,23 0,20 0,15 0,7-2,-4-1,-18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30.5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43 816,'-1'-8,"1"5,-1 0,1 0,0 0,0 0,0 0,0 0,0 1,1-1,-1 0,1 0,0 0,0 0,0 1,0-1,0 0,0 1,1-1,0 1,-1-1,1 1,0 0,0 0,0 0,0 0,0 0,1 0,1 0,13-5,0 2,0 0,1 1,0 1,0 1,0 0,0 1,0 1,0 1,6 2,-12-3,0 2,-1 0,1 0,-1 1,0 1,0-1,0 2,5 3,-12-7,-1 1,0 0,0 0,0 0,0 1,0-1,-1 1,1-1,-1 1,1 0,-1 0,0 0,0 0,0 0,-1 1,1-1,-1 1,0-1,0 1,0-1,0 1,-1 0,1-1,-1 1,0 0,0-1,0 1,-1 2,-3 6,-1 0,-1 0,0-1,0 0,-1 0,0 0,-1-1,0 0,-1-1,0 1,-1-2,1 1,-2-1,1-1,-2 1,-238 164,244-168,2-2,1 0,-1 1,1-1,0 1,0 0,-1 0,2 0,-1 0,0 1,1-1,-1 1,1-1,0 1,1 0,-1 0,0 0,2-2,1-1,-1 0,0 0,1 0,-1 0,1 0,-1 0,1 0,-1 0,1 0,0 0,-1 0,1 0,0 0,0 0,0 0,0-1,0 1,0 0,0-1,0 1,0-1,0 1,0-1,0 1,0-1,0 0,1 0,-1 1,0-1,29 7,-1 0,1-2,0-2,0 0,30-2,-29 0,444-13,-464 11,-21 1</inkml:trace>
  <inkml:trace contextRef="#ctx0" brushRef="#br0" timeOffset="552.651">618 0,'11'47,"-1"-1,-2 1,-3 1,-1 0,-3-1,-1 2,2 34,-3-81,1-1,0 1,-1-1,1 1,0 0,0-1,0 1,1-1,-1 1,0-1,1 1,-1-1,1 1,-1-1,1 1,-1-1,1 1,0-1,0 0,0 1,0-1,0 0,0 0,0 0,0 0,1 0,-1 0,0 0,1 0,-1 0,0-1,1 1,-1 0,1-1,-1 1,1-1,0 0,-1 0,1 1,-1-1,1 0,10-2,0-1,0 0,-1-1,0 0,0-1,0 0,0-1,-1 0,8-6,-17 11,103-80,-104 82,0-1,0 0,0 1,0-1,0 1,0-1,0 1,0-1,0 0,1 1,-1-1,0 1,0-1,0 0,1 1,-1-1,0 0,1 1,-1-1,0 0,1 1,-1-1,0 0,1 0,-1 1,0-1,1 0,-1 0,1 0,-1 0,1 1,-1-1,0 0,1 0,-1 0,1 0,-1 0,1 0,-1 0,1 0,-1 0,0 0,1-1,-1 1,1 0,-1 0,0 0,1 0,-1-1,1 1,-1 0,0 0,1-1,-1 1,0 0,1-1,-1 1,-1 36,8 118,39-24,-17-76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34.2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284 414,'-18'23,"-15"26,-9 22,-6 20,0 17,6 10,11 4,12-3,16-10,21-16,18-15,14-18,10-15,7-17,-9-12</inkml:trace>
  <inkml:trace contextRef="#ctx0" brushRef="#br0" timeOffset="366.019">552 722,'0'20,"0"1,2 0,0 0,2-1,0 1,1-1,1 0,1-1,0 1,2-1,0-1,1 0,1 0,1-1,0 0,1-1,1 0,6 4,42 26,-59-44,-1-1,0 0,0-1,1 1,-1 0,0-1,1 1,-1-1,1 0,-1 0,1 0,-1 0,0 0,1 0,-1-1,1 1,-1-1,0 0,1 1,-1-1,0 0,0 0,0-1,0 1,0 0,0-1,0 1,0-1,0 0,0 0,6-11,0-1,-1 0,-1 0,0 0,0-1,-2 0,0-1,0 1,-2 0,0-1,0-11,-1 14,10-141,-12 148,1 18</inkml:trace>
  <inkml:trace contextRef="#ctx0" brushRef="#br0" timeOffset="1168.187">1060 1096,'27'-32,"2"1,-1-1,-2-1,-1-2,-2 0,12-26,-20 1,-15 58,0 1,0 0,0-1,-1 1,1 0,0-1,-1 1,1-1,-1 1,0 0,1 0,-1-1,0 1,0 0,1 0,-1 0,0 0,0 0,0 0,-1 0,1 0,0 0,0 1,0-1,-1 0,1 1,0-1,0 1,-1-1,1 1,-1 0,1 0,0-1,-1 1,1 0,-1 0,1 0,0 1,-1-1,1 0,-2 1,-2 0,-1 0,1 1,-1 0,1 1,-1-1,1 1,0 0,0 0,0 1,1-1,-1 1,1 0,0 0,0 1,0-1,1 1,-1 0,1 0,0 0,1 0,-1 1,1-1,0 1,1-1,-1 1,1 0,0 0,0-1,1 1,0 0,0 0,0 0,1 0,-1-1,2 1,-1 0,2 3,0 0,1-1,0 1,0-1,1 0,0 0,0-1,1 0,0 0,0 0,1 0,0-1,0 0,0-1,1 0,0 0,0 0,0-1,1 0,-1-1,1 0,0 0,0-1,0 0,0 0,0-1,2-1,-9 1,0-1,1 0,-1-1,0 1,0 0,0-1,1 1,-1-1,0 1,0-1,0 0,0 0,0 0,0 0,0-1,0 1,-1 0,1-1,0 1,-1-1,1 1,-1-1,0 0,1 0,-1 0,0 0,0 0,0 0,-1 0,1 0,0 0,-1 0,1 0,-1-1,0 1,1 0,-1 0,0 0,-1-1,1 0,-1-74,0 61,0 0,1 0,0-1,2 1,0 0,0 1,2-1,3-10,-4 22,0 0,0 0,1 1,-1-1,1 0,0 1,0 0,0 0,0 0,1 1,-1 0,1-1,0 1,0 1,0-1,-1 1,1 0,0 0,1 0,-1 1,0 0,0 0,0 0,2 1,13-3,-2 0,14-3,1 2,-1 2,1 0,18 4,-47-2,-1-1,1 1,-1 0,0 0,1 0,-1 0,0 1,0 0,0-1,0 1,0 0,0 0,0 1,-1-1,1 1,-1-1,0 1,0 0,0-1,0 1,0 0,0 1,-1-1,0 0,1 0,-1 1,0-1,-1 1,1-1,-1 0,1 1,-1-1,0 1,-1 1,2 32,-2-30,0-1,1 1,0 0,0-1,0 1,1-1,0 1,0-1,1 0,0 1,0-1,0 0,1 0,0 0,0 0,0-1,1 1,0-1,0 0,0 0,1 0,1 1,0-2,1 0,-1-1,1 0,-1 0,1 0,0-1,0 0,0 0,1-1,-1 0,0 0,1 0,-1-1,0-1,1 1,-1-1,0 0,0-1,0 1,0-1,0-1,0 0,0 0,0 0,-1 0,0-1,0 0,0-1,0 1,-1-1,4-4,50-92,-62 114,0 1,2 0,0-1,0 1,1 0,1 0,1 9,-1-20,-1 0,1 1,-1-1,1 0,0 0,1 0,-1 0,0 0,1 0,0 0,-1 0,1 0,0-1,1 1,-1-1,0 0,1 1,-1-1,1 0,0 0,-1-1,1 1,0 0,0-1,0 0,0 0,1 0,-1 0,0 0,0-1,1 1,-1-1,0 0,1 0,20-2</inkml:trace>
  <inkml:trace contextRef="#ctx0" brushRef="#br0" timeOffset="1431.483">1995 307,'23'12,"7"3</inkml:trace>
  <inkml:trace contextRef="#ctx0" brushRef="#br0" timeOffset="1677.87">2504 535,'113'-83,"-85"65,-1-1,0-1,-2-1,0-1,-1-1,-2-1,17-24,-11-21,-28 67,0 0,1 0,-1 1,0-1,0 0,-1 0,1 0,0 0,-1 0,1 0,-1 0,1 1,-1-1,0 0,0 0,0 1,0-1,0 1,0-1,0 1,0-1,-1 1,1-1,-1 1,1 0,-1 0,1 0,-1 0,0 0,1 0,-1 0,0 1,0-1,0 1,1-1,-3 1,-1 0,-1 0,1 1,-1 0,1 0,-1 0,1 1,0 0,0 0,0 0,0 0,0 1,0 0,0 0,1 0,0 1,0 0,0-1,0 1,0 1,1-1,-1 0,1 1,1 0,-1 0,0 0,1 0,0 0,0 0,0 5,-13 36,2 1,2 0,2 1,2 0,2 0,2 0,4 35,5 118,22 123,-8-122,-19-197,3 23,-2 0,0-1,-2 1,-1 0,-1 0,-2-1,0 1,-7 18,10-43,0 1,0-1,-1 0,0 1,1-1,-1 0,0 0,-1 0,1 0,0-1,-1 1,1 0,-1-1,0 0,-2 1,-13 4</inkml:trace>
  <inkml:trace contextRef="#ctx0" brushRef="#br0" timeOffset="1976.115">2411 1029,'316'-66,"-171"40,-7-3,-138 29,1-1,-1 1,1-1,0 1,-1 0,1-1,0 1,-1-1,1 1,0 0,-1 0,1-1,0 1,0 0,-1 0,1 0,0 0,0 0,0 0,-1 0,1 0,0 0,0 1,-1-1,1 0,0 0,-1 1,1-1,0 0,0 1,-1-1,1 0,-1 1,1-1,0 1,-1 0,1-1,-1 1,1-1,-1 1,0 0,1-1,-1 1,0 0,1-1,-1 1,0 0,0 0,1-1,-1 1,0 0,0 0,0-1,0 1,0 0,0 0,0-1,0 1,-1 0,1 0,0-1,0 1,-1 0,1 0,-1 6,0 1,1-1,0 0,0 0,1 1,0-1,0 0,1 0,0 0,0 0,0 0,1 0,0-1,0 1,1-1,0 0,0 0,1 0,-1-1,1 1,0-1,1 0,4 3,7 0</inkml:trace>
  <inkml:trace contextRef="#ctx0" brushRef="#br0" timeOffset="2223.04">3119 535,'9'11,"12"11,12 6,0-2</inkml:trace>
  <inkml:trace contextRef="#ctx0" brushRef="#br0" timeOffset="3033.745">3707 829,'-10'-4,"0"1,-1 0,1 1,-1 0,0 1,0 0,1 0,-1 2,0-1,0 1,-7 2,13-2,0 0,1 0,-1 1,0-1,0 1,1 1,0-1,-1 0,1 1,0 0,0 0,0 0,0 1,1-1,0 1,-1 0,1 0,0 0,1 0,-1 1,1-1,0 1,0-1,0 1,0 4,2-4,0 0,0 0,1 0,0 0,0 0,0 0,0 0,1-1,0 1,0 0,0-1,1 0,-1 1,1-1,0 0,0 0,1-1,-1 1,1-1,0 0,-1 1,2-2,-1 1,0 0,0-1,1 0,-1 0,1 0,0-1,0 1,0-1,1 0,36 11,1-2,0-2,0-2,1-2,-1-1,1-3,38-4,-49 3,-1 0,-1-2,1-2,0 0,-1-3,0 0,-1-2,11-6,-38 16,-1-1,0 0,1 0,-1 0,0 0,1 0,-1 0,0-1,0 1,0-1,0 0,0 1,0-1,-1 0,1 0,0 0,-1 0,0-1,1 1,-1 0,0 0,0-1,0 1,-1-1,1 1,-1-1,1 1,-1-1,0 1,0-1,0 0,0 1,0-1,-1 1,1-1,-1 1,1-1,-1 1,0-1,-7-4,1 1,-1 1,0 0,0 0,-1 0,1 1,-1 0,0 1,0 0,-1 0,1 1,0 0,-1 1,1 0,-1 0,0 1,1 0,-6 2,12-2,0 1,-1 0,1 0,0 0,-1 0,1 0,0 1,0-1,0 1,0 0,0 0,1 0,-1 1,0-1,1 1,0-1,0 1,0 0,0 0,0-1,0 2,1-1,-1 0,1 0,0 0,0 1,0-1,0 0,1 1,-1-1,1 1,0-1,0 1,0-1,1 1,-1-1,1 0,0 1,0-1,0 0,0 1,0-1,1 0,0 0,-1 0,1 0,0 0,1-1,-1 1,0 0,1-1,-1 0,2 1,0 0,0 0,1-1,-1 1,1-1,-1 0,1 0,0-1,-1 1,1-1,0 0,0 0,0-1,0 0,0 1,0-2,0 1,0-1,0 1,0-1,0-1,0 1,0-1,-1 1,1-2,0 1,-1 0,0-1,0 0,0 0,0 0,0 0,0-1,-1 1,0-1,1 0,-1 0,-1 0,1-1,-1 1,26 47,-24-38,0-1,0 0,1 0,0 0,0-1,0 1,0-1,0 0,1-1,0 1,-1-1,1 0,0-1,0 1,0-1,0 0,0-1,0 1,0-1,0 0,0-1,0 0,0 0,0 0,0 0,0-1,0 0,-1 0,1-1,-1 0,1 0,-1 0,0 0,0-1,-1 0,1 0,-1 0,0-1,0 1,0-1,0 0,-1 0,0 0,1-3,10-24,-1 0,-2-1,-2-1,0 1,-3-2,0 1,-1-14,0 11,15-126,-7 0,-7-130,-9 256,3 37,0 1,-1-1,1 0,0 0,0 1,-1-1,1 0,0 0,-1 1,1-1,0 0,-1 0,1 0,0 1,-1-1,1 0,0 0,-1 0,1 0,0 0,-1 0,1 0,-1 0,1 0,0 0,-1 0,1 0,0 0,-1 0,1 0,-1 0,1-1,0 1,-1 0,1 0,0 0,-1 0,1-1,0 1,0 0,-1 0,1-1,0 1,0 0,-1-1,1 1,0 0,-13 38,3 0,0 1,3 1,1-1,2 1,2 6,1-39,-6 86,5 0,3 0,5 12,-2-62,3 0,1-1,2 1,1-2,3 0,1 0,19 33,-29-62,1 0,0-1,1 0,1 0,0-1,0 0,1 0,0 0,0-1,1-1,3 2,11-3,-6-10</inkml:trace>
  <inkml:trace contextRef="#ctx0" brushRef="#br0" timeOffset="3298.039">4295 454,'28'7,"26"6,27 7,21 3,8 3,-2-1,-21-4</inkml:trace>
  <inkml:trace contextRef="#ctx0" brushRef="#br0" timeOffset="3543.43">4897 922,'-1'5,"0"0,0 0,1-1,0 1,0 0,1 0,-1 0,1 0,0 0,0 0,1 0,-1-1,1 1,0-1,0 1,1-1,-1 0,1 1,0-1,0-1,1 1,-1 0,1-1,0 0,-1 0,2 0,-1 0,0 0,0-1,1 0,-1 0,1 0,0-1,3 2,5 0,-1 0,1-1,-1 0,1-1,0-1,0 0,0 0,0-1,-1-1,1 0,0-1,-8 2,0 0,0 0,0-1,0 0,-1 0,1 0,-1 0,1-1,-1 0,0 0,0 0,0 0,0-1,0 1,-1-1,0 0,0 0,0 0,0-1,-1 1,1-1,-1 1,0-1,-1 0,1 0,-1 0,0 0,1-4,-2 5,0-1,0 0,0 1,-1-1,0 1,0-1,0 1,0-1,-1 1,1-1,-1 1,0 0,-1 0,1 0,-1 0,1 1,-1-1,0 0,-1 1,1 0,-1 0,1 0,-1 0,0 1,0-1,0 1,0 0,0 0,-1 1,1-1,-2 1,-3-2,-1 0,0 1,0 0,1 1,-1 0,0 0,0 1,0 1,0-1,0 2,0-1,1 1,-1 1,-3 1,8-3,1 1,-1-1,1 1,0 0,-1 0,1 0,0 1,0-1,0 1,1 0,-1 0,1 1,-1-1,1 1,0-1,0 1,1 0,-1 0,1 1,0-1,0 0,0 1,1-1,-1 1,1-1,0 1,1 0,-1-1,1 1,0 0,0 0,0 0,1-1,0 1,0 0,0-1,0 1,1-1,-1 1,1-1,0 0,1 1,-1-1,1 0,1 1,27 20,1-5</inkml:trace>
  <inkml:trace contextRef="#ctx0" brushRef="#br0" timeOffset="3712.016">5351 414,'-16'-9,"-9"-3,-4 7,-1 14,3 16,3 19,6 16,8 13,6-7</inkml:trace>
  <inkml:trace contextRef="#ctx0" brushRef="#br0" timeOffset="3900.552">5325 1029,'18'16,"13"7,10 1,7-5,5-5,3-10,-3-10,0-13,-5-12,-5-13,-12 2</inkml:trace>
  <inkml:trace contextRef="#ctx0" brushRef="#br0" timeOffset="4097.066">5939 0,'12'21,"5"26,3 33,0 35,-4 30,-6 26,-12 13,-17 6,-19-3,-24-10,-27-14,-34-18,4-33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1.4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1,'-7'0,"-2"6,1 10,1 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1.6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1,'10'13,"4"6,0-2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0.4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49,'2'16,"3"17,1 16,0 16,-2 10,-1 9,-4 1,-4-3,-1-8,-1-14,0-18</inkml:trace>
  <inkml:trace contextRef="#ctx0" brushRef="#br0" timeOffset="389.315">0 223,'4'-12,"0"0,0 0,1 0,1 0,0 1,1 0,0 0,0 0,1 1,0 1,1-1,0 1,1 1,0-1,0 2,1-1,0 2,0-1,0 1,1 1,0 0,0 1,0 0,1 1,0 0,-1 1,1 1,6 0,-14 0,0 1,1 0,-1 0,0 1,0-1,0 1,0 0,0 1,0-1,0 1,0 0,0 0,-1 1,1-1,-1 1,1 0,-1 0,0 1,0-1,-1 1,1 0,-1 0,0 0,0 0,0 0,0 1,-1 0,0-1,0 1,0 0,0 0,-1 0,0 0,0 0,0 1,-1-1,1 0,-1 0,-1 5,-1 0,0 1,-1-1,0 0,-1 0,0 0,0-1,-1 1,-1-1,1 0,-2 0,1-1,-1 0,0 0,-1 0,1-1,-6 3,-7 6,-1-1,-1-1,0-1,-1 0,0-2,-7 2,10-6,-36 22,56-27,0 0,0 0,0 0,0 0,0 0,1 0,-1 0,1-1,-1 1,1 0,0 0,-1 0,1-1,0 1,0 0,0-1,1 1,-1-1,0 1,1-1,-1 0,1 1,-1-1,1 0,-1 0,1 0,0 0,0 0,0 0,2 2,54 41,1-3,3-2,19 7,-66-38,1 0,0-1,0-1,1-1,0 0,0-1,0-1,0 0,1-2,-1 0,0-1,1 0,-1-2,8-1,10-6</inkml:trace>
  <inkml:trace contextRef="#ctx0" brushRef="#br0" timeOffset="736.589">843 330,'-2'-2,"-1"0,1 0,0 0,0 0,0 0,0-1,0 1,0-1,1 0,-1 1,1-1,0 0,-1 0,2 0,-1 0,0 0,0 0,1 0,0 0,-1 0,1 0,1-1,-1 1,0 0,1 0,-1 0,1 0,0 0,0 0,0 0,0 1,1-1,-1 0,1 0,0 1,0-1,0 1,0 0,2-2,8-3,1 0,0 1,0 1,1 0,0 1,-1 0,1 1,1 1,-1 0,0 1,0 0,5 1,-16 0,1 0,-1 0,1 0,-1 0,1 0,-1 1,1-1,-1 1,1 0,-1 0,0 0,1 1,-1-1,0 1,0 0,0 0,0 0,0 0,-1 0,1 0,0 1,-1 0,0-1,0 1,0 0,0 0,0 0,0 0,-1 1,0-1,1 0,-1 1,0-1,-1 1,1-1,-1 1,1 1,-4 10,1 0,-2 0,0-1,-1 1,-1-1,0 0,0-1,-2 1,1-1,-2-1,0 1,0-1,-3 0,10-8,-179 225,179-227,1-1,0 0,-1 1,1-1,0 1,0-1,0 1,1 0,-1-1,0 1,0 0,1 0,-1 0,1-1,0 1,0 0,-1 0,1 0,0 0,0-1,1 1,-1 0,0 0,1 0,-1 0,1-1,-1 1,1 0,0-1,0 1,0 0,0-1,0 1,0-1,0 1,0-1,1 0,-1 1,0-1,1 0,-1 0,1 0,0 0,-1 0,1 0,0-1,0 1,-1-1,1 1,0-1,0 1,0-1,26 4,0-1,1-1,-1-1,1-1,-1-2,1-1,-1-2,0 0,11-5,109-26,-85 18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5.3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426 68,'-13'-9,"1"1,-1 0,0 1,0 1,-1 0,0 0,0 2,0 0,-1 0,-3 1,10 2,0 0,1 1,-1 0,0 0,1 1,-1 0,1 0,-1 1,1 0,0 0,0 1,0 0,0 0,0 1,0 0,1 0,0 0,0 1,0 0,-4 4,-5 11,1 1,1 0,1 1,1 1,1-1,1 2,1-1,1 1,1 0,1 1,1 0,1-1,2 1,0 17,0-14,1 0,1 0,2 0,0 0,2-1,8 26,-10-42,1 1,1-1,-1-1,2 1,-1-1,1 0,1 0,0-1,0 1,1-2,0 1,1-1,0 0,0-1,0 0,1-1,8 5,-5-5,1-1,-1 0,1-1,0 0,1-2,-1 1,0-2,1 0,-1 0,1-1,11-2,-17 1,0 0,0-1,0 0,0 0,-1-1,1 0,-1-1,1 1,-1-2,-1 1,1-1,0 0,-1-1,0 0,-1 0,1 0,-1-1,0 0,1-3,-4 6,0-1,-1 1,0-1,0 1,0-1,0 0,-1 0,0 0,0 0,0 0,-1 0,1 0,-1 0,0 0,-1 0,1-1,-1 1,0 0,-1 0,1 1,-1-1,0 0,0 0,0 1,-1-1,1 1,-1 0,0 0,0 0,-1 0,1 0,-1 1,0 0,0-1,0 1,0 1,-1-1,-3-1,-4 0,-1 1,1 1,0 0,-1 1,0 0,1 1,-1 0,1 1,-1 0,1 1,-1 1,1 0,0 0,0 2,1-1,-1 1,1 1,0 0,0 1,1 0,-1 0,2 1,-1 0,1 1,0 0,1 1,-7 10,12-16,-1 0,1 1,0-1,0 1,1 0,0 0,0 0,0 0,0 0,1 1,-1-1,2 0,-1 1,0-1,1 1,0-1,0 1,1-1,0 1,0-1,0 0,0 1,1-1,0 0,0 0,2 3,20 27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3.0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 0,'2'28,"3"26,3 23,1 17,-2 10,-4 5,-8 1,-4-7,-4-13,-1-16,1-19,3-19</inkml:trace>
  <inkml:trace contextRef="#ctx0" brushRef="#br0" timeOffset="373.253">325 54,'-42'108,"-5"-3,-4-1,-27 36,71-130,-37 43,43-54,0 1,0-1,0 1,0-1,0 0,0 1,0-1,0 0,0 0,0 1,0-1,1 0,-1 0,0 0,0 0,1 0,-1 0,1 0,-1 0,1-1,0 1,-1 0,1 0,0 0,0 0,0-1,0 1,0 0,0 0,0 0,0-1,0 1,0 0,1 0,-1 0,1 0,-1-1,1 2,-1 1,0-1,1 1,-1-1,1 0,-1 1,1-1,-1 0,1 1,-1-1,1 0,-1 0,1 1,-1-1,1 0,0 0,-1 0,1 0,-1 0,1 0,0 0,-1 0,1 0,-1 0,1 0,-1 0,1 0,0-1,-1 1,1 0,-1 0,1-1,-1 1,1 0,-1-1,1 1,-1 0,0-1,1 1,-1-1,1 1,-1-1,0 1,1-1,-1 1,0-1,0 1,1-1,-1 1,0-1,0 1,0-1,0 0,0 1,0-1,0 1,0-1,0 0,0 1,0-1,0 1,0-1,0 1,0-1,-1 0,1 1,0-1,-1 0,30 42,-28-39,9 19,1-1,1 0,1-1,0 0,1-2,1 1,1-2,1 0,0 0,1-2,16 11,-16-17,-1 0,1-1,1-1,-1-1,1-1,0 0,0-1,1-1,-1-1,0-1,1 0,-1-2,0 0,1-1,-1-1,-1-1,1 0,-1-2,9-4,6-8</inkml:trace>
  <inkml:trace contextRef="#ctx0" brushRef="#br0" timeOffset="1710.964">926 281,'18'3,"15"0,14-1,10-2,6-3,5-4,-4-1,-4 2,-9 1,-18 6,-14 3</inkml:trace>
  <inkml:trace contextRef="#ctx0" brushRef="#br0" timeOffset="1974.846">1020 536,'20'9,"19"5,18 1,15-3,14-5,8-7,7-5,-1-4,-17-1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0:45.9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1 859,'23'9,"23"3,18 0,13-5,6-4,-1-1,-9-2,-17-1</inkml:trace>
  <inkml:trace contextRef="#ctx0" brushRef="#br0" timeOffset="197.626">55 1127,'13'6,"21"3,21 0,23-5,19-6,13-6,9-4,0-2,-9 2,-23 2</inkml:trace>
  <inkml:trace contextRef="#ctx0" brushRef="#br1" timeOffset="23672.093">616 2289,'-20'15,"1"0,0 2,1 0,1 1,0 1,2 0,0 1,1 1,1 1,1-1,1 2,0 2,-11 22,2 1,2 0,2 1,3 1,1 0,3 1,0 20,13 18,-4-86,1 0,0 0,-1 0,1 0,1 0,-1 0,0 0,1-1,-1 1,1-1,0 1,0-1,0 1,0-1,0 0,0 0,0 0,1 0,-1-1,1 1,0-1,-1 1,1-1,0 0,0 0,3 1,4-3,0-1,1 1,-1-1,0-1,0 0,0-1,0 0,-1 0,0-1,0 0,0 0,0-1,-1-1,0 1,0-1,0-1,-1 1,-1-1,2-2,24-26,-1-1,-2-2,-2-1,-1-1,-2-1,-3-1,-1-2,-1 0,-3 0,4-25,-11 41,-2 0,0 0,-2-1,-2 0,0 1,-2-1,-1 0,-2 0,-1 0,-1 0,-1 0,-2 1,-2-4,8 29,-1-1,1 1,-1-1,0 1,0-1,0 1,-1 0,0 0,1 0,-1 0,-1 0,1 1,-1 0,1-1,-1 1,0 1,0-1,0 0,0 1,-1 0,1 0,-1 0,1 1,-1-1,0 1,1 0,-1 0,0 1,0 0,0-1,1 2,-1-1,0 0,0 1,0 0,0 0,-4 6,0 0,1 0,0 1,1 0,-1 0,2 0,-1 1,1 0,0 1,1-1,0 1,1 0,0 1,0-1,1 0,1 1,-1 0,2 0,-1 11,-2 11,2 1,1 0,2 0,1 0,1 0,3-1,0 1,2-1,1-1,2 1,2-2,0 0,2 0,19 27,7 11,50 97,-86-154,-1 0,1 1,-2 0,0-1,0 1,-2 1,1-1,-2 0,1 0,-2 0,0 0,-2 10,-5 8</inkml:trace>
  <inkml:trace contextRef="#ctx0" brushRef="#br1" timeOffset="24069.164">1164 3038,'-7'-6,"-1"0,1 1,-1 0,0 0,0 1,-1 0,0 0,1 1,-1 0,0 1,0-1,-1 2,1 0,0 0,-1 0,1 1,0 1,-1 0,1 0,0 0,0 1,0 1,0 0,0 0,0 0,1 1,-7 4,8-1,0 0,0 1,1 0,0 0,0 0,0 0,1 1,1 0,0 0,0 0,0 1,1 0,1-1,-1 8,1-11,1 0,1 0,-1 0,1 0,0 0,0 0,1 0,-1 0,2 0,-1 0,0 0,1-1,0 1,1 0,-1-1,1 0,0 1,0-1,1 0,0-1,0 1,0-1,0 1,4 2,7 1,0-2,1 1,-1-2,1 0,0-1,0-1,1 0,-1-1,1-1,-1 0,1-1,-1-1,1-1,-1 0,12-4,133-34,-95 15</inkml:trace>
  <inkml:trace contextRef="#ctx0" brushRef="#br0" timeOffset="3760.937">3651 792,'-10'17,"0"0,2 1,0 0,1 0,1 1,0 0,2 0,0 0,1 0,1 1,1-1,0 7,2-15,0-1,0 0,1 0,0 0,0 0,1 0,1-1,0 1,0-1,1 0,0 0,0-1,1 1,0-1,1 0,-1-1,2 0,-1 0,1 0,0-1,0 0,1 0,0-1,0 0,0-1,0 0,1-1,0 0,-1 0,1-1,3 1,2-1,-1-1,0-1,1 0,-1 0,0-2,0 0,1 0,-1-1,-1-1,1-1,0 1,-1-2,0 0,-1-1,1 0,-1-1,0 0,-1-1,0 0,0-1,-1 0,-1-1,0 0,0 0,-1-1,0 0,-1 0,0-1,-1 0,4-14,-5 10,-1-1,-1 0,-1-1,0 1,-1 0,-1-1,-1 1,0-1,-2 1,0 0,-1 0,0 0,-4-5,4 11,0 0,-2 0,1 0,-1 1,-1 0,0 0,-1 1,0 0,0 0,-1 0,0 2,-1-1,0 1,0 0,-1 1,0 0,0 1,0 0,-6-1,9 4,-1 1,1 0,-1 0,0 1,1 0,-1 1,0 0,1 0,-1 1,0 0,1 1,-1-1,1 2,-1-1,1 1,0 0,0 1,0 0,1 0,-1 1,1 0,0 0,0 1,-3 3,-7 8,1 0,0 1,1 1,1 0,1 1,0 1,2 0,-4 11,-50 160,45-105</inkml:trace>
  <inkml:trace contextRef="#ctx0" brushRef="#br0" timeOffset="1254.905">1512 779,'-50'92,"45"-77,1 0,0 0,1 0,1 0,1 1,0-1,1 1,0-1,1 0,2 8,-1-10,0-1,1 1,0 0,1-1,0 0,1 0,1 0,-1 0,2-1,0 0,0 0,1-1,0 0,1 0,0-1,1 0,0 0,0-1,0-1,1 0,1 0,-1-1,1 0,0-1,0-1,7 2,-6-2,1-2,0 1,0-2,-1 0,1 0,0-2,0 0,0 0,0-1,0-1,-1 0,1-1,-1 0,10-5,-15 5,0 0,0 0,0-1,0 0,-1 0,0-1,0 0,-1 0,0-1,0 0,0 0,-1 0,0 0,0-1,-1 0,0 0,0 0,-1-1,0 1,0-1,-1 0,0 0,-1-2,0-8,-2-1,-1 1,0 0,-1 0,-2 1,1-1,-2 1,-1 0,0 0,-1 1,-1 0,0 0,-1 1,-1 0,-1 1,-5-5,6 7,-1 0,0 1,-1 1,0 0,0 0,-1 2,-1 0,-9-4,18 9,-1 1,1 0,-1 1,0 0,0 0,0 0,0 1,0 0,-1 0,1 1,0 0,0 0,0 1,-1 0,1 0,0 1,0 0,0 0,0 0,1 1,-3 1,-1 3,0-1,1 2,0-1,0 1,1 1,0-1,1 1,-1 1,2-1,-1 1,2 1,-1-1,1 1,1 0,-2 5,-4 17,1 0,1 0,2 0,-1 26,2 17</inkml:trace>
  <inkml:trace contextRef="#ctx0" brushRef="#br0" timeOffset="2656.963">2368 711,'-8'5,"1"-1,-1 1,1 0,1 1,-1 0,1 0,0 0,0 1,1 0,0 0,0 0,0 0,-2 7,-20 40,75-123,2 3,4 1,20-16,-71 78,-2 2,-1-1,1 1,0 0,0-1,-1 1,1 0,0 0,0 0,0 0,0 0,0 0,1 0,-1 0,0 0,0 1,1-1,-1 0,0 1,1-1,-1 1,0 0,1-1,-1 1,1 0,-1 0,1 0,-1 0,1 0,-1 0,0 0,1 0,-1 1,1-1,-1 0,1 1,5 56,-21 276,11-279,-1 6,3 0,2 0,2 0,4-1,6 24,-13-83,-1 1,1-1,0 1,0 0,-1-1,1 1,0 0,0-1,0 1,0 0,0-1,0 1,0-1,0 1,0 0,0-1,1 1,-1 0,0-1,0 1,1-1,-1 1,0 0,1-1,-1 1,0-1,1 1,-1-1,1 1,-1-1,1 1,-1-1,1 0,-1 1,1-1,-1 0,1 1,0-1,-1 0,1 0,-1 0,1 1,0-1,-1 0,1 0,0 0,-1 0,1 0,0 0,-1 0,1 0,0-1,-1 1,1 0,-1 0,1 0,0-1,-1 1,1 0,-1-1,1 1,-1 0,1-1,6-12,-1-1</inkml:trace>
  <inkml:trace contextRef="#ctx0" brushRef="#br0" timeOffset="3233.797">2795 979,'186'-359,"-161"304,-25 55,0 0,0 1,0-1,0 1,0-1,0 0,0 1,0-1,0 0,0 1,0-1,1 0,-1 1,0-1,0 0,0 1,0-1,0 0,1 0,-1 1,0-1,0 0,0 0,1 1,-1-1,0 0,0 0,1 1,-1-1,0 0,1 0,-1 0,0 0,1 0,-1 1,0-1,1 0,-1 0,0 0,1 0,-1 0,0 0,1 0,-1 0,0 0,1 0,-1 0,0-1,1 1,-1 0,0 0,1 0,-1 0,0 0,1-1,-1 1,0 0,0 0,1 0,-1-1,0 1,0 0,1-1,29 233,53 293,-82-518,-1-6,-1 0,1 1,0-1,-1 0,1 0,0 0,0 0,0 0,0 1,0-1,1 0,-1 0,0 0,0 0,1 0,-1 0,0 0,1 0,0 0,-1 0,1 0,-1 0,1 0,0 0,0 0,-1 0,1-1,0 1,0 0,0-1,0 1,0 0,0-1,0 1,0-1,0 0,0 1,0-1,0 0,1 1,-1-1,0 0,0 0,1 0,25-24,-14 8</inkml:trace>
  <inkml:trace contextRef="#ctx0" brushRef="#br1" timeOffset="16797.338">3237 324,'2'-3,"0"-1,0 0,-1 0,1 0,-1 0,0 0,0 0,0 0,-1-1,1 1,-1 0,0 0,0-1,-1-1,1-4,-1-6,0 0,-2 0,0 0,-1 0,0 1,-1-1,-1 1,0 0,-1 1,-1 0,0 0,-1 0,-6-5,14 16,-1 1,0-1,0 1,0-1,-1 1,1 0,-1 0,1 0,-1 0,0 1,1-1,-1 1,0-1,0 1,0 0,0 0,0 0,-1 1,1-1,0 1,0-1,0 1,-1 0,1 1,0-1,0 0,0 1,0 0,-1 0,1 0,0 0,0 0,1 0,-1 1,0 0,0-1,-2 3,-13 11,1 1,0 0,1 1,1 1,0 1,2 0,0 0,1 2,1-1,-5 14,-30 49,-20 48,65-127,-6 15,1 1,0-1,2 1,1 1,0-1,1 13,28 159,21 75,-26 6,-11-225,-3-1,-1 1,-1 45,-4-63,3-1,0 0,2 0,8 24,-8-29,26 101,-29-119,0 0,1-1,0 0,-1 1,2-1,-1-1,1 1,-1-1,1 0,0 0,1 0,-1 0,1-1,0 0,-1 0,1-1,1 0,-1 0,0 0,0-1,1 1,-1-2,1 1,-1-1,1 0,-1 0,1 0,-1-1,0 0,1-1,-1 1,0-1,0-1,0 1,0-1,0 0,0 0,-1 0,1-2,5-2,0-1,0-1,-1 1,0-2,-1 1,0-1,0-1,-1 0,-1 0,1 0,-2-1,0 0,2-7,7-25,-3-1,-1-1,-2 0,-2-5,19-175,-24-100,-3 283,-1-1,-3 1,-1 0,-3-3,1-3,2 0,3 1,2-2,2-14,0 8,-2 0,-3 1,-3-6,-13-27,13 96,5 4</inkml:trace>
  <inkml:trace contextRef="#ctx0" brushRef="#br1" timeOffset="17573.308">3396 1955,'19'9,"16"8,15 7,12 7,6 5,7 5,-2 3,-4-2,-6-3,-10-7,-9-5,-8-9,-9-8,-10-7</inkml:trace>
  <inkml:trace contextRef="#ctx0" brushRef="#br1" timeOffset="17912.717">3918 1928,'-1'0,"1"-1,-1 1,1 0,-1 0,1-1,-1 1,1 0,-1 0,1 0,-1 0,1 0,-1-1,0 1,1 0,-1 0,1 0,-1 1,1-1,-1 0,0 0,1 0,-1 0,1 0,-1 1,1-1,-1 0,1 0,-1 1,1-1,-1 1,1-1,0 0,-1 1,1-1,-1 1,1-1,0 1,0-1,-1 1,1-1,0 1,0-1,-1 1,1-1,0 1,0-1,0 1,0-1,0 1,0 0,0-1,0 1,0-1,0 1,0-1,0 1,0 0,12 34,6-9,1-2,1 1,2-2,0-1,1-1,1-1,1-1,1-1,4 1,3 4,94 72,-125-94,-1 0,1 0,0 0,-1 0,1 0,-1 0,0 0,1 1,-1-1,0 0,0 1,0-1,0 1,0 0,0-1,0 1,0 0,-1-1,1 1,-1 0,1 0,-1 0,0 0,0-1,0 1,0 0,0 0,0 0,0 0,0-1,-1 1,1 0,-1 0,0 0,1-1,-1 1,0 0,0-1,0 1,0-1,0 1,-1 0,-8 6,-1 0,-1 0,1-1,-1-1,0 0,-1-1,0 0,-11 3,-5 2,-194 71,162-59</inkml:trace>
  <inkml:trace contextRef="#ctx0" brushRef="#br1" timeOffset="21606.652">2394 230,'-7'0,"1"-1,-1 1,1 0,-1 1,0-1,1 1,-1 1,1-1,0 1,-1 0,1 1,0-1,0 1,0 0,1 1,-1-1,1 1,0 0,0 1,-3 2,-5 13,0 1,1 0,1 0,2 1,0 1,1 0,-5 23,4-18,-13 47,4 1,3 0,3 2,4-1,3 1,5 75,3-99,3-1,2 0,2-1,2 0,3 0,15 34,-25-72,0-1,1 0,0 0,1-1,0 0,1 0,1 0,-1-1,2 0,0-1,0 0,1-1,0 0,0 0,1-1,0-1,1 0,-1-1,1 0,1-1,12 4,-15-6,-1-1,1 1,-1-2,1 1,0-2,0 1,-1-1,1-1,0 0,-1-1,1 0,0 0,-1-1,0 0,0-1,0 0,0-1,-1 0,1-1,-1 1,-1-2,1 1,-1-1,7-8,-4-6,0 0,-2-1,0 0,-2-1,0 1,-2-2,0 1,-2 0,0-1,-2 0,0-11,0 23,22-550,-19 518,-3-1,-1 1,-3 0,-1 0,-2 0,-2 1,-2-1,-2 2,-2 0,-2 0,-17-31,26 60,-2 0,0 1,0 0,-1 0,0 1,-1 0,-1 1,1 0,-2 1,-4-2,11 7,-1 0,0 1,-1 0,1 0,-1 0,1 1,-1 0,0 1,1 0,-1 0,0 0,0 1,0 0,0 1,0 0,0 0,1 1,-1-1,0 2,-4 1,-9 8,0 0,0 2,2 0,0 1,0 1,2 1,0 0,0 2,2 0,1 0,-3 6,-46 64</inkml:trace>
  <inkml:trace contextRef="#ctx0" brushRef="#br1" timeOffset="22405.092">2381 1754,'-7'7,"-9"9,-8 13,-12 16,-11 15,-14 14,-9 10,-8 7,-3 2,3-5,7-7,12-10,14-14,14-16</inkml:trace>
  <inkml:trace contextRef="#ctx0" brushRef="#br1" timeOffset="24821.328">1859 2102,'-15'86,"-54"243,60-260,10-69,-1 1,1 0,-1 0,1 0,-1-1,1 1,0 0,0 0,-1-1,1 1,0-1,0 1,0-1,-1 1,1-1,0 1,0-1,0 0,0 0,0 1,0-1,0 0,0 0,0 0,0 0,0 0,0 0,0 0,0 0,0-1,0 1,0 0,0 0,0-1,0 1,-1-1,1 1,0-1,0 1,0-1,-1 0,2 0,24-12,0-2,-1-1,-1-1,12-11,25-17,94-43,-120 75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04.6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180 237,'-23'31,"1"2,2 0,1 1,2 1,2 1,1 0,1 1,2 1,2 0,-1 18,8-52,1 1,0 0,0-1,1 1,-1 0,1 0,0 0,0 0,1-1,-1 1,1 0,0 0,0-1,1 1,-1-1,1 1,0-1,1 1,-1-1,1 0,-1 0,1 0,0-1,1 1,-1-1,1 1,1 0,5-2,-1 0,1 0,-1-2,1 1,-1-1,1 0,-1-1,1 0,-1-1,1 0,-1 0,0-1,0 0,0-1,0 0,-1 0,0-1,5-2,4-3,1 0,-1-1,0-1,-1-1,-1 0,0-1,-1 0,0-2,-1 1,-1-1,-1-1,0-1,-1 1,-1-1,0-1,-2 0,0 0,-1 0,-1-1,2-15,-4 17,-1 1,0-1,-2 0,0 0,-1 1,-1-1,0 0,-1 1,-1 0,-1-1,0 2,-2-1,0 0,0 1,-2 1,0-1,0 1,-2 1,0 0,-11-11,21 23,-1-1,0 1,0-1,-1 1,1 0,0 0,-1 0,1 0,-1 1,0-1,0 1,1-1,-1 1,0 0,0 0,0 0,0 1,-1-1,1 1,0-1,0 1,0 0,0 0,0 1,-1-1,1 1,0-1,0 1,0 0,0 0,0 0,1 1,-1-1,0 1,0-1,1 1,-1 0,1 0,0 0,-1 1,1-1,0 0,0 1,1-1,-1 2,-5 16,1 0,1 0,1 1,1 0,1 0,1 0,1 0,0 0,2 0,0 0,2 0,1 4,8 44,3-1,3-1,3-1,3-1,3 0,2-3,3 0,32 42,-41-68</inkml:trace>
  <inkml:trace contextRef="#ctx0" brushRef="#br0" timeOffset="1064.444">728 718,'2'13,"1"14,0 12,-1 7,-1 9,-2 0,-1 1,-1-3,1-5,0-9,1-9,0-9</inkml:trace>
  <inkml:trace contextRef="#ctx0" brushRef="#br0" timeOffset="1567.547">714 690,'14'-4,"-1"-1,0 1,1 1,0 1,0 0,0 1,0 0,0 1,5-1,-13 0,89 4,-92-3,0 1,0-1,0 1,0 0,0 0,-1 0,1 0,0 0,0 1,-1-1,1 1,-1 0,1 0,-1 0,0 0,0 0,0 0,0 0,0 1,0-1,-1 1,1-1,-1 1,0 0,0 0,0 0,0-1,0 1,0 2,-1 0,0 0,0 0,-1 0,0 0,0 0,0 0,0 0,-1-1,0 1,0 0,0-1,-1 1,1-1,-1 0,0 0,0 0,-1 0,1 0,-1-1,0 1,-83 60,84-62,2-2,1 0,-1 0,1 0,-1-1,1 1,-1 0,1 0,-1 0,1 0,-1 1,1-1,-1 0,1 0,-1 0,1 0,-1 0,1 1,-1-1,1 0,-1 0,1 1,-1-1,1 0,0 1,-1-1,1 0,0 1,-1-1,1 1,0-1,-1 1,1-1,0 1,0-1,0 0,-1 1,1-1,0 1,0-1,0 1,0 0,0-1,0 1,0-1,0 1,0-1,0 1,0-1,0 1,1-1,-1 1,0-1,0 1,0-1,1 0,-1 1,0-1,1 1,-1-1,105 12,-98-11,-1 1,0 1,1-1,-1 1,0 0,0 0,-1 1,1 0,-1 0,0 0,0 1,0-1,0 1,-1 0,0 1,0-1,0 1,-1 0,0 0,0 0,0 0,-1 0,0 1,0-1,-1 1,0-1,0 1,0 0,-1-1,0 1,0 0,0-1,-1 1,0 0,-1-1,0 1,1-1,-3 3,0 0,-1-1,0 0,-1 1,0-2,0 1,-1-1,0 0,0 0,0-1,-1 0,0 0,0-1,-1 0,1 0,-1-1,0 0,-1-1,1 0,0 0,-1-1,0 0,1-1,-1 0,-5 0,-9-5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19.4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10,'-5'2,"-1"0,0 1,1-1,0 1,-1 0,1 0,0 1,1 0,-1 0,1 0,-1 0,1 1,0-1,1 1,-1 0,1 0,0 1,1-1,-1 0,1 1,0 0,-1 2,4-6,0 0,0 0,1 0,-1 0,0 0,1 0,-1 0,1 0,0 0,-1-1,1 1,0-1,0 1,0-1,0 0,0 0,0 0,1 0,-1 0,0 0,0-1,1 1,-1-1,0 1,1-1,-1 0,1 0,-1 0,0 0,1 0,-1-1,0 1,1-1,-1 0,0 1,1-1,-1 0,0 0,0-1,0 1,1-1,2-1,-1 1,0-1,0 0,0 0,-1 0,1 0,-1 0,1-1,-1 0,0 0,-1 0,1 0,-1 0,1 0,0-4,-2 6,-1 0,1 0,-1 0,1 0,-1 0,0 0,1 0,-1-1,0 1,-1 0,1 0,0 0,-1 0,1 0,-1 0,1 0,-1 0,0 0,0 0,0 0,0 1,0-1,0 0,-1 0,1 1,-1-1,1 1,-1-1,1 1,-1 0,0 0,0 0,1 0,-1 0,0 0,-1 0,0-1,-1 1,1 0,0 0,0 0,0 0,-1 1,1-1,-1 1,1 0,0 0,-1 0,1 0,0 1,-1-1,1 1,0 0,0 0,-1 0,1 1,0-1,0 1,0-1,1 1,-1 0,0 0,1 0,-1 1,-1 1,-12 16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19.7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123 89,'0'-4,"0"-7,0-3,-2-1,-4-1,-2 2,-5 4,-4 6,-2 8,0 8,1 6,4 5,8 1,12-4,17-5,16-8,10-9,-3-5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18.3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64 253,'2'18,"1"22,0 23,-3 20,-4 16,-5 5,-4 2,-2-6,2-13,3-17,3-21</inkml:trace>
  <inkml:trace contextRef="#ctx0" brushRef="#br0" timeOffset="415.14">10 628,'0'-6,"-3"-34,2-1,2 1,1-1,3 1,1-1,1 1,3 1,1 0,2 0,1 1,6-5,-13 31,1 0,1 1,0 0,1 0,0 1,1 0,0 1,0 0,1 1,0 1,5-3,-12 7,1 0,0 0,-1 1,1 0,0 0,1 0,-1 1,0 0,0 0,0 1,1-1,-1 1,0 1,1-1,-1 1,0 0,0 0,0 1,0 0,0 0,0 0,0 1,-1 0,1 0,-1 1,3 1,-1 3,0 0,-1 1,0 0,0 0,-1 0,0 1,-1 0,0 0,0 0,-1 0,0 1,-1-1,0 1,-1 0,0-1,-1 1,0 0,-1 0,0-1,0 1,-1 0,-1-1,0 1,0-1,-1 0,0 0,-1 0,0-1,-1 0,-1 2,-5 6,-1-1,-1 0,0-1,-1 0,-1-2,0 1,-1-2,-1 0,0-1,0-1,-1-1,0 0,-1-2,1 0,-2-1,-19 3,32-8,7-1,0 0,-1 0,1 0,0-1,-1 1,1 1,-1-1,1 0,0 0,-1 0,1 1,0-1,0 1,-1-1,1 1,0-1,0 1,-1 0,1-1,0 1,0 0,0 0,0 0,0 0,0 0,1 0,-1 0,0 0,0 1,1-1,-1 0,1 0,-1 1,1-1,-1 0,1 1,0-1,0 0,0 1,-1-1,1 0,0 1,1-1,-1 0,0 1,7 14,0-1,1 0,1 0,0-1,1 0,0 0,8 6,-6-5,12 17,0-1,2-2,2-1,0-1,2-1,1-2,0 0,2-3,1-1,0-1,6 0,-28-15,-1 0,1-1,1 0,-1-1,0-1,1 0,-1 0,2-1,12-3</inkml:trace>
  <inkml:trace contextRef="#ctx0" brushRef="#br0" timeOffset="803.707">746 761,'8'-6,"0"0,0 1,1 0,0 0,0 1,1 0,-1 1,1 0,-1 0,1 1,0 0,0 1,0 0,0 1,0 0,1 0,-1 1,8 2,-16-3,1 1,-1 0,1 0,-1 0,1 0,-1 0,0 1,1-1,-1 1,0-1,0 1,0 0,0 0,-1 0,1 0,0 0,-1 0,1 0,-1 1,0-1,0 0,0 1,0-1,0 1,0-1,-1 1,1 0,-1-1,0 1,0 0,0 2,-1 1,0 1,0-1,-1 0,0 0,0 0,0 0,-1 0,0 0,0-1,0 0,-1 1,-3 3,-6 5,0 0,-1-2,-1 0,0 0,0-2,-8 4,22-14,1 0,-1 0,1 0,-1 0,1 0,-1 1,1-1,-1 0,1 0,-1 0,1 1,-1-1,1 0,-1 0,1 1,-1-1,1 0,-1 1,1-1,0 1,-1-1,1 0,0 1,-1-1,1 1,0-1,0 1,-1-1,1 1,0-1,0 1,0-1,0 1,0-1,0 1,0 0,0-1,0 1,0-1,0 1,0-1,0 1,0-1,0 1,0-1,1 1,-1-1,0 1,0-1,1 1,-1-1,31 10,-29-10,24 5,-1 2,1 0,-1 2,-1 0,13 8,-30-14,-1 1,1-1,0 2,-1-1,0 1,0 0,-1 0,1 1,-1-1,0 1,0 1,-1-1,0 0,0 1,-1 0,0 0,0 0,0 0,-1 1,0-1,0 3,-2-4,1 1,-1 0,-1 0,1 0,-1-1,-1 1,1 0,-1-1,0 1,-1-1,1 0,-1 1,0-1,-1 0,0-1,0 1,0-1,0 0,-4 4,-6 4,0 0,0-1,-2-1,1 0,-1-1,-10 4,-58 20,54-28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25.3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24 632,'26'-29,"-2"-1,-1-1,-2-2,-1 0,-1-1,-2-1,-1 0,-3-1,0-1,-2 0,-2-1,-2 0,3-35,-16-14,5 86,1-1,0 1,-1 0,1 0,0 0,-1-1,0 1,1 0,-1 0,0 0,1 0,-1 0,0 0,0 0,0 0,0 0,0 0,0 0,0 1,0-1,0 0,0 1,-1-1,1 1,0-1,0 1,-1 0,1 0,0-1,0 1,-1 0,1 0,0 0,-1 0,1 0,0 1,0-1,-1 0,1 1,0-1,0 0,-1 1,1 0,0-1,0 1,0 0,0-1,-1 2,-48 48,30-15,0 1,2 1,2 1,2 0,1 1,2 1,2 0,1 0,2 1,2 4,1-28,1 0,0 0,2 0,0 0,0 0,2 0,0 0,1 0,1-1,0 1,1-1,1 0,0 0,2 0,0-1,0 0,1-1,1 0,7 8,0-9,1-1,0 0,1-1,0-1,1-1,0-1,0-1,0 0,1-2,0 0,0-1,1-2,-1 0,1-1,-1-1,1-1,-1-1,1-1,-1 0,0-2,17-6,-27 8,0 0,0-1,-1-1,0 1,0-1,0-1,0 0,-1 0,0-1,0-1,-1 1,0-1,0 0,-1-1,0 0,0 0,-1-1,0 0,-1 0,0 0,-1 0,0-1,-1 0,0 1,0-2,-1 1,-1 0,1 6,-1 0,0 0,-1 0,1 1,-1-1,0 0,0 0,-1 0,1 0,-1 0,0 0,0 0,-1 0,0 1,0-1,0 1,0-1,0 1,-1 0,0-1,0 2,0-1,-1 0,1 1,-1-1,0 1,0 0,0 0,0 0,-4-1,0 2,-1 0,1 1,0 0,-1 1,1 0,0 0,-1 1,1 0,0 0,0 1,0 0,0 1,0 0,0 0,0 0,1 1,0 0,-1 1,2-1,-1 1,0 1,1-1,0 1,1 0,-1 1,1-1,0 1,1 0,-1 0,1 1,1-1,0 1,0 0,0 0,1 0,-1 8,2-12,1 0,0 0,0 0,0 0,1 0,-1 0,1 0,0 0,0 0,1 0,-1-1,1 1,0 0,0-1,0 1,0-1,1 0,-1 1,1-1,0 0,0-1,0 1,0-1,0 1,1-1,-1 0,1 0,2 1,2 1,0-1,1 0,0 0,0-1,0 0,0-1,0 0,0 0,1-1,-1 0,0-1,4 0,-3-1,0 1,0-2,0 1,0-1,-1-1,1 0,-1 0,0-1,0 0,0-1,-1 0,0 0,0 0,0-1,-1-1,0 1,-1-1,1 0,-2-1,5-6,-9 12,1-1,-10 29,8-21,-1 0,1-1,0 1,0 0,0 0,1 0,-1 0,1-1,0 1,0 0,0 0,0-1,1 1,0-1,0 1,0-1,0 0,0 0,0 0,1 0,0 0,-1 0,1-1,0 1,0-1,1 0,2 2,8 3,0-1,0 0,0-1,1-1,-1 0,13 2,74 9,2-4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27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195 264,'-12'18,"-3"15,1 14,2 10,6 4,4 1,4-3,5-5,1-9,-2-11,2-10,-1-12,0-15,-1-6</inkml:trace>
  <inkml:trace contextRef="#ctx0" brushRef="#br0" timeOffset="253.322">235 64,'0'-64,"19"107,12 23,2-2,4-1,2-1,3-3,12 11,85 127,-77-75,-60-118,-1 1,0-1,0 1,0-1,0 1,-1-1,0 1,0-1,0 1,0 0,-1-1,0 1,0-1,0 1,0-1,-1 0,1 1,-1-1,-1 0,1 0,0 0,-1 0,0-1,0 1,0-1,0 0,0 1,-1-1,-13 7,0 0,-1-1,0 0,-1-2,0 0,0-1,0-1,0-1,-17 1,20-2,-100 17,-2-5,-29-4,86-9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25.6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107 111,'-7'20,"-4"21,-3 19,-1 13,0 10,2 3,1-3,3-8,2-10,3-14,5-16,3-13,5-13,-1-8</inkml:trace>
  <inkml:trace contextRef="#ctx0" brushRef="#br0" timeOffset="329.827">68 553,'0'-226,"0"226,0 0,0 0,0 1,0-1,1 0,-1 0,0 1,0-1,0 0,0 0,0 0,1 1,-1-1,0 0,0 0,0 0,1 0,-1 0,0 1,0-1,0 0,1 0,-1 0,0 0,0 0,1 0,-1 0,0 0,0 0,1 0,-1 0,0 0,0 0,1 0,-1 0,0 0,0 0,1 0,-1 0,0 0,0 0,1-1,-1 1,0 0,2 3,22 45,2-2,2-1,3-2,1 0,2-2,1-2,3-1,28 21,-57-51,-4-3,-1-1,1 1,1-1,-1 0,0-1,1 1,0-1,0 0,0-1,0 1,0-1,1-1,-1 1,4 0,-7-3,-1-1,1 1,0 0,-1-1,1 0,-1 1,1-1,-1 0,0 0,0 0,0-1,0 1,0-1,0 1,-1-1,1 1,-1-1,0 0,0 0,0 1,0-1,0 0,-1 0,1 0,-1 0,0 0,0 0,0-1,0 4,9-62,-3 0,-3 0,-5-49,1 46,1 21,-1-6,2 1,2-1,8-45,-11 92,1 0,-1 0,0 0,1 0,0 0,0 0,0 0,0 0,0 0,0 0,1 1,-1-1,1 1,0-1,0 1,0-1,0 1,0 0,0 0,1 0,-1 0,1 0,-1 1,1-1,0 1,0 0,-1 0,1 0,0 0,0 0,0 0,1 1,30 5,-1 6</inkml:trace>
  <inkml:trace contextRef="#ctx0" brushRef="#br0" timeOffset="773.242">1030 352,'-94'253,"18"-50,54-162,17-44,10-74,0 56,22-102,6 2,5 1,28-55,-29 99,-37 75,0 0,1 1,-1-1,1 0,-1 0,1 1,-1-1,1 0,-1 1,1-1,0 0,-1 1,1-1,0 1,-1-1,1 1,0-1,0 1,0 0,-1-1,1 1,0 0,0 0,0 0,0-1,0 1,0 0,-1 0,1 0,0 1,0-1,0 0,0 0,0 0,-1 0,1 1,0-1,0 0,0 1,0-1,-1 1,1-1,0 1,-1-1,1 1,0 0,-1-1,1 1,-1 0,1-1,-1 1,1 0,-1 0,1 0,22 51,-21-48,27 93,-4 2,-1 15,-10-45,41 224,-53-241,-2-51,0-1,0 0,0 1,0-1,0 0,0 1,0-1,0 1,0-1,0 0,0 1,0-1,0 0,-1 1,1-1,0 0,0 1,0-1,-1 0,1 1,0-1,0 0,-1 1,1-1,0 0,-1 0,1 0,0 1,-1-1,1 0,0 0,-1 0,1 0,0 0,-1 1,1-1,-1 0,1 0,0 0,-1 0,1 0,0 0,-1 0,1 0,-1-1,1 1,0 0,-1 0,1 0,0 0,-1 0,1-1,0 1,-1 0,1 0,0 0,-1-1,1 1,-12-9</inkml:trace>
  <inkml:trace contextRef="#ctx0" brushRef="#br0" timeOffset="1394.085">936 525,'250'-58,"-114"24,196-40,-331 73,1 0,-1 1,1-1,0 0,0 0,0 1,-1-1,1 1,0 0,0-1,0 1,0 0,0 0,0 0,0 0,-1 1,1-1,0 0,0 1,0-1,0 1,-1 0,1 0,0 0,-1 0,1 0,0 0,-1 0,1 0,-1 0,0 1,1-1,-1 1,0-1,0 1,0-1,0 1,0 0,0-1,-1 1,1 1,-1 9,0 0,-1 0,-1 1,0-1,-1 0,0 0,0-1,-3 4,1 3,-65 221,72-218,11-32,-3-12,0-1,-2-1,-1 0,-1 0,-1 0,-1 0,-1-1,-1-17,4-225,6 311,-4-6,2-1,1 0,1-1,2 0,2-1,1-1,2 0,1-2,1 0,21 22,-40-49,1-1,-1 1,1-1,0 0,0 1,0-1,0-1,0 1,1 0,-1-1,1 0,0 0,0 0,0 0,0 0,0-1,0 0,0 0,0 0,1 0,-1-1,0 1,0-1,1 0,-1-1,0 1,1-1,-1 1,0-1,0-1,0 1,0-1,0 1,0-1,0 0,0 0,1-2,3-9,0 1,-1-2,0 1,-1-1,0 0,-2 0,1-1,-2 1,0-1,-1 0,0 0,-1-14,6-86,-6 0,-5-2,3 93,9-39,1 55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20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12 461,'15'31,"-7"13,-1 1,-3 0,-2 0,-3 44,-8 88,-15 51,19-177,2-30,1-15,1 0,0 0,0 1,1-1,-1 0,1 1,1-1,-1 0,1 1,0-1,1 0,0 0,-1 0,2 0,-1 0,2-4,0 1,0-1,0 0,0-1,0 1,0-1,0 0,1 0,-1 0,0 0,1-1,-1 0,1 1,-1-2,1 1,-1-1,0 1,1-1,-1 0,0-1,0 1,0-1,1 0,-2 0,1 0,1-1,71-30,-51 21,-1 1,2 1,-1 2,1 0,0 1,1 2,19-2,-28 7,0 1,1 1,-1 0,0 1,0 1,-1 1,11 4,-21-7,-1 1,1-1,0 0,0-1,0 1,0-1,0-1,0 1,0-1,0-1,0 1,0-1,4-1,2-4</inkml:trace>
  <inkml:trace contextRef="#ctx0" brushRef="#br0" timeOffset="373.289">707 1116,'12'-1,"0"-2,0 1,0-2,0 0,0 0,-1-1,0 0,0-1,0 0,-1-1,0 0,0-1,8-7,-15 13,0 0,0 0,0-1,0 1,-1 0,1-1,-1 0,0 1,1-1,-1 0,-1 0,1-1,0 1,-1 0,1 0,-1-1,0 1,0-1,-1 1,1-1,-1 1,1-1,-1 0,0 1,0-1,-1 1,1-1,-1 1,0-1,0 1,-1-3,-3-1,-1 1,1-1,-1 1,-1 1,1-1,-1 1,0 0,0 0,-1 1,1 0,-1 1,0-1,0 2,0-1,-1 1,1 0,-1 1,1-1,-1 2,1-1,-1 1,-6 1,10 0,-1 0,1 1,0-1,0 1,0 0,0 0,0 1,1 0,-1-1,1 2,-1-1,1 0,0 1,0 0,0 0,1 0,0 0,0 0,0 1,0 0,0-1,1 1,0 0,0 0,0 0,0 4,0 1,-1 0,2 0,0 0,0 0,1 0,0 1,0-1,1 0,1 0,0 0,0 0,1 0,3 8,2-5,0 0,1-1,0 0,1-1,0 0,1 0,0-1,1 0,0-1,0 0,1-1,0-1,1 0,0-1,0 0,0-1,0 0,1-2,0 1,0-2,0 0,0-1,0 0,0-1,14-2,23-2</inkml:trace>
  <inkml:trace contextRef="#ctx0" brushRef="#br0" timeOffset="1333.757">1402 1077,'-1'-7,"0"1,0 0,-1-1,1 1,-2 0,1 0,-1 0,0 0,0 1,0-1,-1 1,0 0,0 0,0 0,-1 0,1 1,-1-1,0 1,-1 1,1-1,-1 1,1 0,-1 0,0 0,0 1,0 0,-1 0,1 1,0 0,-4-1,3 4,0 0,0 0,0 1,0 0,1 0,-1 1,1 0,0 0,0 0,0 1,0-1,1 1,0 1,0-1,0 1,1 0,0 0,0 0,0 1,1-1,0 1,0 0,1 0,0 0,0 0,0 1,1-1,0 0,1 1,0-1,0 0,0 1,1-1,-1-3,1 0,0 0,0 0,0-1,0 1,1 0,0-1,-1 1,1-1,1 0,-1 1,0-1,1 0,-1 0,1-1,0 1,0 0,0-1,0 0,1 0,-1 0,1 0,-1 0,1-1,-1 1,1-1,0 0,0 0,0-1,0 1,3-1,5 1,0 0,0-1,0-1,0 0,0-1,0 0,0 0,-1-2,1 1,-1-2,-1 2,0-1,-1-1,1 0,-1 0,0-1,0 0,-1-1,0 0,0 0,-1-1,1 0,-2 0,1 0,-1-1,-1 0,1 0,-2-1,1 0,-1 1,0-4,-3 12,0 0,-1 0,1 0,-1 0,0 0,1 0,-1 0,0 0,1 0,-1 0,0 0,0-1,0 1,0 0,0 0,0 0,0 0,-1 0,1 0,0 0,0 0,-1 0,1 0,-1 0,1 0,-1 0,1 0,-1 0,0 0,1 1,-1-1,0 0,0 0,0 1,1-1,-1 0,0 1,0-1,0 1,0-1,0 1,-1 0,-22 42,15-3,3-1,1 1,2 0,2 0,1 1,4 17,15 175,-7-121,-5 1,-6 53,0-153,-1 0,0 1,-1-1,0 0,-1 0,0 0,-1-1,-1 1,0 0,0-1,-1 0,0 0,-1 0,0-1,-1 0,0 0,-1-1,0 0,-4 4,9-11,-1 0,1-1,-1 1,1-1,-1 1,1-1,-1 0,0-1,1 1,-1-1,0 1,0-1,1 0,-1 0,0-1,0 1,1-1,-1 0,0 0,1 0,-1-1,1 1,-1-1,1 1,0-1,0 0,0-1,0 1,0 0,-2-3,-4-4,0-1,0 0,1 0,0-1,1 0,0 0,0-1,0-3,-8-22,1-1,3-1,1 0,1 0,2-1,2 0,2 0,2-1,1-8,1 28,1 0,0 0,2 1,0-1,2 1,0 0,1 1,0-1,2 1,1 1,0 0,1 0,1 1,0 0,2 1,0 0,0 2,12-10,6-1,0 2,2 1,0 2,1 1,1 1,1 3,0 0,31-6,-62 19,-3 1,-1 0,1 0,-1 0,1 0,0 0,-1 0,1 1,0 0,0-1,-1 1,1 0,0 0,0 0,-1 1,1-1,0 0,-1 1,1 0,0 0,-1 0,1 0,-1 0,1 0,-1 1,0-1,1 2,0 2,-1 0,1 0,0 0,0 0,0-1,1 1,-1-1,1 0,0 0,1 0,-1-1,1 1,-1-1,1 0,0 0,0-1,0 0,4 2,-3-2,0-1,0 0,0 0,0 0,0 0,0-1,0 0,0-1,1 1,-1-1,0 0,0-1,0 1,-1-1,1 0,0-1,-1 1,1-1,-1 0,0-1,0 1,0-1,0 0,-1 0,0-1,1 1,-2-1,1 0,0 0,-1 0,0 0,0-1,-1 0,0 1,0-1,0 0,0 0,-1 0,0 0,0-4,-2 6,1 0,-1 0,-1 0,1 0,-1 0,1 0,-1 1,0-1,-1 0,1 1,-1-1,1 1,-1 0,0 0,0 0,0 0,-1 1,1-1,-1 1,1 0,-1 0,0 0,0 0,-2 0,-2-1,1 1,-1-1,1 2,-1-1,0 1,1 0,-1 0,0 1,0 0,0 1,0 0,-7 1,9 0,-1 1,1 0,-1-1,1 2,0-1,0 1,0 0,1 0,-1 1,1-1,0 1,1 1,-1-1,1 0,0 1,0 0,1 0,-1 0,1 1,1-1,-1 1,1-1,0 1,1 0,0 0,0 0,0 0,1 0,0 0,0 0,1 0,0-1,0 1,0 0,3 7,-1-11,-1 1,1 0,0-1,0 1,0-1,1 0,-1 0,1 0,0-1,0 1,0-1,0 0,0 0,0 0,0-1,1 1,-1-1,1 0,-1-1,1 1,-1-1,1 1,0-1,34 0</inkml:trace>
  <inkml:trace contextRef="#ctx0" brushRef="#br0" timeOffset="2206.679">2057 502,'-3'-2,"-6"-3,0 0,-1 0,0 1,1 0,-1 0,0 1,-1 1,1 0,0 0,-1 1,1 0,-9 1,17 0,0 1,0 0,0-1,0 1,0 0,1 0,-1 0,0 0,1 0,-1 1,1-1,-1 0,1 1,-1-1,1 1,0 0,0-1,0 1,0 0,0 0,0-1,0 1,1 0,-1 0,1 0,-1 0,1 0,0 0,0 0,0 0,0 2,12 65,7-18,3 0,1-2,26 38,-26-47,120 217,-136-245,-2 1,1-2,0 1,1-1,0 0,1 0,0-1,1 0,0 0,1-1,0 0,0-1,1 0,6 3,-14-10,1 0,0 0,0 0,0 0,-1-1,1 0,0 0,0 0,0 0,0-1,0 1,0-1,-1 0,1 0,0 0,0-1,-1 1,1-1,-1 0,0 0,1 0,-1-1,1-1,62-67,-47 37,-1-1,-2 0,-2-1,-1-1,-2 0,-1-1,-2 0,-2 0,-1 0,-2-1,-2 0,-1-5,2-29,-3 1,-3-1,-3 1,-16-65,13 105,9 31,1 1,-1 0,1-1,-1 1,1 0,0 0,-1-1,1 1,-1 0,1 0,-1 0,1 0,-1 0,1 0,-1 0,1 0,-1 0,0 0,1 0,-1 0,1 0,-1 0,1 0,-1 0,1 0,-1 1,1-1,0 0,-1 0,1 1,-1-1,1 0,-1 1,1-1,0 0,-1 1,1-1,0 1,-1-1,1 0,0 1,0-1,-1 1,1-1,0 1,0-1,0 1,0-1,0 1,0-1,-1 1,1-1,0 1,1-1,-1 1,0-1,0 1,0-1,0 1,0-1,0 1,1-1,-1 1,0-1,0 1,1-1,-1 1,0-1,-9 209,10-116,3 0,4-1,5 0,11 37,-19-108,1-1,1 0,1 0,0 0,2-1,0-1,4 4,-11-17,0 0,0-1,1 1,0-1,-1 0,2 0,-1 0,0 0,1-1,0 0,-1 0,1 0,1 0,-1-1,0 0,1 0,-1 0,1-1,-1 0,1 0,-1 0,1-1,0 1,0-2,-1 1,1 0,0-1,3-1,0-1,0-1,0 0,0 0,0 0,-1-1,0-1,0 1,0-1,-1-1,0 1,0-1,-1 0,0-1,0 0,4-8,5-8,-1-2,-2 0,0 0,4-19,-26 140,9-92,1 0,-1 1,1-1,-1 1,1-1,0 1,0-1,1 1,-1-1,1 1,0-1,-1 1,2-1,-1 0,0 0,1 1,-1-1,1 0,0 0,0 0,0-1,0 1,1 0,-1-1,1 0,0 1,-1-1,1 0,0 0,0-1,0 1,1-1,-1 1,0-1,0 0,1 0,-1 0,2-1,7-1,-1-1,1 0,0 0,-1-2,0 1,1-1,-1-1,-1 0,1-1,-1 0,0 0,0-1,-1-1,0 1,0-1,-1-1,0 0,0 0,-1 0,0-1,-1 0,0-1,-1 1,0-1,3-10,3-25,-11 46,0 0,0 1,0-1,0 0,0 0,0 0,-1 0,1 0,0 1,0-1,0 0,0 0,0 0,-1 0,1 0,0 0,0 0,0 0,0 1,-1-1,1 0,0 0,0 0,0 0,0 0,-1 0,1 0,0 0,0 0,0 0,0 0,-1 0,1 0,0 0,0-1,0 1,0 0,-1 0,1 0,0 0,0 0,0 0,0 0,0 0,-1-1,1 1,0 0,0 0,0 0,0 0,0 0,-8 18,6-11,0 0,0 0,1 0,0 0,1 1,-1-1,1 0,0 1,1-1,0 0,0 0,1 0,0 0,0 0,0 0,1 0,0-1,1 1,-1-1,1 0,0 0,1 0,-1 0,1-1,0 0,1 0,-1 0,1-1,0 0,0 0,3 1,2 1,1-2,1 0,-1 0,1-1,-1 0,1-1,7 0,8 0</inkml:trace>
  <inkml:trace contextRef="#ctx0" brushRef="#br0" timeOffset="2467.547">2512 595,'22'-11,"36"-9,37-3,33-2,28 4,15 4,-23 6</inkml:trace>
  <inkml:trace contextRef="#ctx0" brushRef="#br0" timeOffset="3134.283">3701 1237,'13'-20,"-1"1,-1-1,-1-1,-1 0,-1 0,-1-1,0 0,-2 0,-1 0,0-1,-2 0,0 0,-2 0,0 1,-2-1,-1 0,0 0,-2 1,0 0,-5-11,10 34,1-1,-1 0,0 0,1 0,-1 0,0 0,1 0,-1 1,0-1,1 0,-1 0,0 0,1 0,-1 0,0 0,1 0,-1-1,0 1,1 0,-1 0,0 0,1 0,-1 0,0 0,1-1,-1 1,0 0,0 0,1-1,-1 1,0 0,0 0,1-1,-1 1,0 0,0 0,0-1,0 1,1 0,-1-1,0 1,0 0,0-1,0 1,0 0,0-1,232 129,-224-124,-1-1,0 1,-1 0,1 1,-1 0,0 0,0 0,0 1,-1-1,0 1,0 1,0-1,-1 1,0 0,0 0,-1 0,0 0,0 1,0-1,-1 1,0 4,-1 84,-1-95,0 0,0 1,0-1,0 1,0-1,0 0,0 1,0-1,1 1,-1-1,1 0,-1 1,1-1,-1 0,1 0,0 1,0-1,-1 0,1 0,0 0,0 0,0 0,0 0,0 0,1 0,-1-1,0 1,0 0,0-1,1 1,-1 0,0-1,1 0,-1 1,1-1,-1 0,0 0,1 0,-1 0,1 0,-1 0,0 0,1 0,0-1,61-20,-46 11,-1 1,0-2,0 0,-1-1,-1-1,0 0,-1-1,0 0,-1-1,0-1,-2 1,1-3,-2 1,-8 43,-4-10,2 1,0-1,1 0,0 1,1-1,1 0,1 0,3 10,-5-20,1 0,0-1,0 1,1 0,0-1,0 0,0 0,0 0,1 0,0 0,0-1,0 1,1-1,-1 0,1-1,0 1,0-1,0 0,1 0,-1 0,1-1,0 0,-1 0,4 0,22 3</inkml:trace>
  <inkml:trace contextRef="#ctx0" brushRef="#br0" timeOffset="3385.644">4410 421,'-14'-2,"-4"3,1 7,9 9,17 7,14 10,18 5,13 4,-2-7</inkml:trace>
  <inkml:trace contextRef="#ctx0" brushRef="#br0" timeOffset="3790.645">4864 783,'25'-26,"-1"0,-1-2,-2 0,0-1,-2-2,-2 0,-1 0,-1-2,-1 0,-2 0,-2-2,-1 1,-2-1,-1 0,-1 0,-2-1,-2 0,-2-20,-23-41,22 94,1 0,0 0,-1 0,0 0,1 0,-1 0,0 0,-1 0,1 1,0-1,-1 1,0-1,1 1,-1 0,0 0,0 0,0 1,0-1,-1 1,1 0,0 0,-1 0,1 0,0 0,-1 1,-1-1,-2 3,0 0,0 1,1-1,-1 1,1 1,-1-1,1 1,0 0,1 1,-1-1,1 1,0 0,0 1,0-1,1 1,-1 0,1 0,1 0,-1 1,1-1,-1 6,-13 24,3 2,1 0,1 0,3 1,1 0,2 1,1 0,2 0,2 0,2 0,4 23,-1-15,2-1,2 1,3-2,1 1,2-2,3 0,1-1,2 0,2-2,13 18,42 23,-73-80,0 0,0 0,1 0,-1-1,1 1,0-1,-1-1,1 1,0-1,0 1,0-1,0-1,0 1,1-1,-1 0,0 0,0 0,0-1,0 0,4-1,3-4,-1 0,0-1,0 0,-1-1,0 0,0-1,-1 0,0-1,0 1,-1-2,-1 1,0-1,0 0,-1-1,0 1,-1-1,-1-1,0 1,0-2,3-1,-2-1,0-1,0 1,-2-1,0 0,-1 0,-1 0,0 0,-1 0,-1 0,-2-9,3 24,0 1,-1 0,1-1,0 1,-1 0,1-1,0 1,-1 0,0-1,1 1,-1 0,0 0,0 0,1 0,-1 0,0 0,0 0,0 0,0 0,0 0,-1 0,1 1,0-1,0 0,-1 1,1-1,0 1,0-1,-1 1,1 0,-1-1,1 1,0 0,-1 0,1 0,0 0,-1 0,1 1,-1-1,1 0,0 1,-1-1,1 1,0-1,0 1,-1-1,1 1,0 0,0 0,0-1,0 1,0 0,0 0,-4 4,0-1,0 1,1 0,0 1,0-1,0 1,0-1,1 1,0 0,0 0,1 1,0-1,0 0,0 1,1-1,0 1,0 0,1-1,-1 1,2 0,-1 0,1-1,0 1,0 0,1-1,-1 1,2-1,-1 0,1 0,2 5,4-2,1 0,0 0,1-1,0 0,0-1,1 0,-1-1,1 0,1-1,-1 0,1-1,0-1,0 0,0-1,6 1,70 14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28.3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2099 1080,'13'-7,"26"-4,33-3,34-1,32 2,26 1,14 2,1 3,-8 3,-23 4,-29 2,-31 4,-30 2,-29 2,-20 0</inkml:trace>
  <inkml:trace contextRef="#ctx0" brushRef="#br0" timeOffset="403.649">2406 2310,'18'-2,"25"-3,29-4,35 1,31-1,25 1,16 2,-1 2,-9 1,-23 4,-27 2,-31 2,-29 1,-26-1,-23-3,-19-5,-7-2</inkml:trace>
  <inkml:trace contextRef="#ctx0" brushRef="#br0" timeOffset="1079.368">3810 398,'8'20,"54"272,6 136,-9 206,-28 2,-32 207,1-819,0-32</inkml:trace>
  <inkml:trace contextRef="#ctx0" brushRef="#br0" timeOffset="1697.031">4011 586,'57'-16,"2"3,-1 2,2 3,-1 3,1 2,6 3,62 0,1 5,-1 6,-1 5,-1 6,0 5,79 31,-158-44,0 3,0 2,-2 2,-1 1,0 3,-2 1,-1 3,-1 1,-2 1,-1 3,-1 1,-2 1,-2 2,-1 1,-2 2,-2 1,-2 1,-1 2,-7-1,-2 0,-1 1,-3 1,-1 0,-3 0,-2 1,-1 0,-3-1,-2 1,-2 0,-2 0,-5 18,-5 9,-3 0,-3-2,-4-1,-2-1,-4-1,-2-1,-18 22,22-42,-2-1,-2-2,-1-1,-3-1,-1-3,-3-1,0-2,-3-1,-1-3,-1-2,-2-1,-41 18,11-16,-2-3,-1-3,0-4,-2-4,-1-3,1-4,-2-3,-26-4,95-4,1 1,-1 0,0-1,1-1,-1-1,1 0,0-1,-1-1,-1-1,4-2</inkml:trace>
  <inkml:trace contextRef="#ctx0" brushRef="#br0" timeOffset="2430.41">6337 1696,'-5'3,"-1"1,1-1,1 1,-1 1,0-1,1 1,0-1,0 1,0 1,1-1,0 0,0 1,0 0,1-1,-1 1,1 0,1 1,-1-1,1 0,0 0,1 1,-1-1,1 0,0 0,1 1,0-1,0 0,0 0,1 1,0-1,0 0,0-1,1 1,0 0,0-1,0 1,1-1,-1 0,1 0,3 2,9 4,0-1,1-1,0 0,0-1,1-1,0-1,0 0,1-1,-1-1,1-1,0-1,0-1,0 0,0-1,0-1,0-1,1-1,-11 3,0-1,0 0,0-1,0 0,0 0,0-1,0 0,-1-1,0 0,0 0,0-1,0 0,0 0,-1-1,0 1,0-2,-1 1,0-1,0 0,0 0,-1-1,0 0,2-5,-3 4,-1 0,0 0,0-1,-1 1,-1-1,1 0,-2 1,1-1,-1 0,-1 0,0 0,0 1,-1-1,0 1,0-1,-1 1,-1 0,0 0,0 0,0 0,-1 1,-1-1,1 1,-1 1,0-1,-1 1,0 0,0 0,-1 1,0 0,0 1,0-1,0 1,-1 1,0 0,0 0,0 1,-1 0,-2 0,3 1,-1 1,1 0,-1 1,1 0,-1 1,1 0,-1 0,1 1,0 0,-1 0,1 1,1 1,-1 0,0 0,1 0,0 1,0 0,0 1,0 0,1 0,0 0,1 1,-1 0,1 1,0-1,1 1,0 0,0 1,1-1,0 1,1 0,0 0,0 0,0 0,1 0,1 2,2 35</inkml:trace>
  <inkml:trace contextRef="#ctx0" brushRef="#br0" timeOffset="2682.697">6885 1749,'13'-7,"19"-7,19-3,20-1,18 3,14 1,12 3,8 4,-2 3,-8 2,-13 1,-18 1,-20 1,-27-1,-29 1,-16-1</inkml:trace>
  <inkml:trace contextRef="#ctx0" brushRef="#br0" timeOffset="5719.296">642 412,'-28'0,"1"1,0 1,-1 1,1 1,1 2,-1 1,1 1,0 1,1 1,0 1,0 2,1 0,1 2,0 0,1 1,1 2,1 0,0 1,1 1,2 1,-13 18,17-22,1 0,1 1,0 0,2 1,0 0,1 1,1 0,0 0,2 1,1-1,0 1,1 0,2 0,0 11,1-26,1 0,-1 0,1 0,1 0,-1 0,1-1,0 1,1-1,-1 1,1-1,0 0,0 0,1 0,0 0,-1 0,2-1,-1 0,0 0,1 0,0 0,0-1,0 1,0-1,0-1,1 1,-1-1,1 0,0 0,0-1,0 1,0-1,-1-1,1 1,0-1,1 0,2 0,16-5,1-1,-1-1,0-1,-1-2,0 0,0-1,-1-1,-1-2,0 0,0-1,-2-1,16-16,-2 4,-1-2,-2-1,-1-1,-1-2,-2-1,-1-1,-2-1,-2-1,-1-1,-2-1,-2-1,-1 0,-3-1,-1-1,-2 0,-2 0,-2-1,-6 43,3-15,-1 1,0-1,-1 0,-1 0,0 0,-1 0,-1 0,-1 0,0 0,-1 0,-1 1,0 0,-1 0,-4-7,8 19,0 0,-1 0,1 0,-1 1,0-1,1 1,-1 0,0 0,-1 0,1 0,0 0,0 1,-1-1,1 1,-1 0,1 0,-1 0,0 0,1 1,-1 0,0 0,1 0,-1 0,0 0,0 1,1-1,-1 1,-2 1,-3 1,1 0,-1 1,1 0,0 1,1-1,-1 2,1-1,0 1,0 0,1 0,-3 4,-7 13,1 0,1 2,2-1,0 2,2 0,0 0,2 1,1 0,1 0,2 1,0-1,2 1,1 0,1 1,0 42,3 1,3-1,3 1,4-2,2 0,4 0,19 46,41 125,-76-210,-5-9</inkml:trace>
  <inkml:trace contextRef="#ctx0" brushRef="#br0" timeOffset="6374.093">949 919,'-64'285,"60"-240,4-45,0-1,0 1,0 0,0 0,0 0,1 0,-1 0,0 0,0 0,0 0,0 0,0 0,0 0,1 0,-1 0,0 0,0 0,0 0,0 0,0 0,1 0,-1 0,0 0,0 0,0 0,0 0,0 0,1 0,-1 0,0 0,0 0,0 1,0-1,0 0,0 0,0 0,6-18,25-112,-23 87,2 0,2 0,2 1,1 1,10-14,-19 44,0 1,1 0,0 0,1 1,0 0,0 0,1 1,0 0,8-5,-13 11,-1-1,1 1,0-1,0 1,0 1,0-1,0 0,0 1,0 0,0 0,1 0,-1 1,0-1,1 1,-1 0,1 0,-1 1,0-1,1 1,-1 0,0 0,0 1,0-1,0 1,0 0,0 0,4 2,-5-1,0-1,0 1,0 0,0-1,0 2,0-1,-1 0,0 0,1 1,-1-1,-1 1,1 0,0 0,-1-1,0 1,0 0,0 0,0 0,-1 0,0 1,1-1,-1 0,-1 0,1 0,-1 0,1 0,-1 0,0 0,-2 3,-1 6,-2-1,1 1,-1-1,-1 0,0-1,-1 0,0 0,-5 5,-112 93,214-127,-83 16,1 0,-1 0,1 1,0 0,0 0,0 0,0 1,0 0,-1 1,1 0,0 0,0 0,0 1,-1 0,1 0,-1 0,0 1,1 0,-1 0,0 1,-1 0,1 0,-1 0,0 1,0-1,0 1,0 1,-1-1,0 1,0-1,0 1,-1 0,0 0,0 1,-2 0,0 0,0 0,-1 1,0-1,0 0,0 1,-1-1,-1 0,1 0,-1 0,0 0,0 0,-1 0,0-1,0 1,-1-1,0 1,0-1,0-1,-1 2,-8 8,-1 0,0-1,-1-1,0 0,-1-1,-13 8,0-3,1-1,-2-2,0-1,-1-1,-26 6,19-8</inkml:trace>
  <inkml:trace contextRef="#ctx0" brushRef="#br0" timeOffset="7124.776">923 2136,'-16'8,"1"0,1 1,-1 0,2 2,-1-1,2 2,-1-1,1 2,1 0,0 0,1 1,-3 7,-6 11,1 1,1 1,2 1,2 0,0 4,2-8,2 1,2 0,0 0,2 1,2-1,1 1,2 32,0-60,0-1,0 0,1 1,-1-1,1 0,0 1,0-1,1 0,-1 0,1 0,0 0,0 0,0 0,1-1,-1 1,1-1,0 0,0 1,0-1,0 0,0-1,1 1,0-1,-1 1,1-1,3 1,4-2,0-1,0-1,1 0,-1 0,0-1,0-1,0 0,0 0,-1-1,1 0,-1-1,0 0,0-1,-1 0,1 0,-1-1,-1 0,9-9,10-10,-1-2,-1-1,-2 0,0-2,-2-1,-2-1,-1 0,-1-1,-2-1,-1-1,-2 0,-2 0,-1-1,-2-1,1-21,-5 39,0 1,-1-1,-1 1,-1-1,-1 1,-1-1,0 1,-2-1,-4-14,7 30,-1 0,0-1,0 1,0 0,-1 0,1 0,-1 1,0-1,0 1,0-1,-1 1,1 0,-1 0,0 0,0 1,0 0,0-1,0 1,0 1,0-1,-1 0,1 1,-1 0,1 0,-1 1,0-1,1 1,-1 0,0 0,1 0,-1 1,1 0,-1 0,1 0,-4 1,-1 1,0 0,0 1,1 0,-1 0,1 1,0 0,0 0,0 1,1 0,0 1,0-1,0 1,1 1,0-1,1 1,0 0,0 0,0 1,1 0,1-1,-1 1,1 1,-2 7,1 1,0-1,1 1,1 0,1 0,1 0,0 0,1 1,1-1,1-1,1 7,11 21,1-1,2-1,2 0,1-2,3 0,1-1,15 16,87 151,-122-197,0-1,0 1,-1 0,0 0,0 0,-1 0,-1 1,0-1,0 1,-1 0,0 0,-1-1,0 1,-1 0,0 0,-1-1,-2 9,-3-7</inkml:trace>
  <inkml:trace contextRef="#ctx0" brushRef="#br0" timeOffset="7561.205">1831 2898,'-45'-56,"38"50,0-1,0 1,0 1,-1-1,0 1,0 1,0-1,-1 1,1 1,-1 0,0 0,0 0,0 1,0 1,-1 0,1 0,0 0,-1 1,1 1,0 0,0 0,-1 1,1 0,0 0,0 1,0 0,1 1,-1 0,1 0,0 1,0 0,0 0,1 1,0 0,0 0,0 1,-2 3,3-3,1 1,-1-1,1 1,1 0,-1 0,1 1,1-1,0 1,0 0,0 0,1 0,1 0,-1 0,2 0,-1 0,1 1,1-1,-1 0,2 0,-1 1,1-1,0 0,1-1,0 1,1 0,0-1,0 0,5 8,5-5,-1 1,2-2,0 0,0 0,1-1,0-1,0-1,1-1,0 0,0-1,0 0,1-2,-1 0,1-1,0 0,16-2,7 2,-1-2,0-2,0-1,-1-2,1-2,7-4,26-10</inkml:trace>
  <inkml:trace contextRef="#ctx0" brushRef="#br0" timeOffset="8422.136">2126 2284,'14'0,"13"2,11 1,11 2,8 0,4 0,-2-2,-11-1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1:39.6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175 1310,'-4'77,"-3"-1,-3 0,-3-1,-4 0,-3-1,-4-1,-31 68,41-110,14-31,0-1,0 1,0 0,0 0,-1-1,1 1,0 0,0 0,0-1,-1 1,1 0,0 0,0 0,-1-1,1 1,0 0,-1 0,1 0,0 0,0 0,-1 0,1 0,0 0,-1-1,1 1,0 0,-1 0,1 0,0 0,-1 1,1-1,0 0,0 0,-1 0,1 0,0 0,-1 0,1 1,30-226,4-166,-32 369,2 0,0 0,1 1,2-1,0 1,9-18,-12 31,0 1,0-1,1 1,0 0,1 0,0 1,-1 0,2 0,-1 0,1 0,0 1,0 0,1 1,-1 0,1 0,0 0,0 1,8-2,-7 3,0 1,0 0,0 0,0 1,0 0,0 0,0 1,-1 1,1-1,0 2,0-1,-1 1,1 0,-1 1,0-1,0 2,0-1,-1 1,0 1,1-1,-2 1,1 0,-1 1,0-1,0 1,-1 1,0-1,0 1,-1 0,0 0,0 0,-1 0,0 1,0-1,-1 1,0 0,-1 0,0 0,0 0,-1 0,0 0,0 0,-1 0,-1 0,-1 6,-4 0,0-1,-1 0,-1-1,-1 0,1 0,-2-1,0 0,0-1,-1 0,-1-1,1 0,-2-1,1-1,-1 0,-1 0,1-2,-1 0,0 0,-1-1,1-1,-1-1,0 0,-11 0,21-3,5 0,0 0,0-1,1 1,-1 0,0 0,0-1,0 1,0 0,0 0,0 0,0 0,0 0,0 1,0-1,0 0,0 0,0 0,0 1,0-1,1 1,-1-1,0 1,0-1,0 1,1-1,-1 1,0 0,0-1,1 1,-1 0,1-1,-1 1,1 0,-1 0,1 0,-1 0,1 0,0-1,-1 1,1 0,0 0,0 0,0 0,0 0,0 0,0 0,0 0,0 0,0 0,0 0,0 0,0 0,1 0,-1 0,14 15,1 0,0-2,0 0,2 0,-1-2,7 3,10 9,-7-4,-1 1,1-1,1-1,1-1,0-2,1-1,1-1,0-1,20 4,-45-16,-1 0,1 0,0 0,0-1,0 0,0 0,-1 0,1-1,0 0,0 0,0 0,-1 0,1-1,-1 0,1 0,-1 0,1 0,-1-1,0 1,0-1,0 0,-1 0,1-1,-1 1,0-1,0 0,0 0,2-3,12-24,-1-1,-1 0,-2-1,-1-1,-2 0,-1-1,-2 0,2-23,-7 50,-5 61,0-20,-3 23,3 0,2 0,3 0,3 21,-5-73,0-1,0 1,0 0,1 0,-1-1,1 1,0 0,0-1,0 1,0-1,1 1,0-1,-1 1,1-1,0 0,1 0,-1 0,0 0,1 0,0-1,-1 1,1-1,0 0,1 0,-1 0,0 0,0 0,1-1,-1 1,1-1,-1 0,1 0,0 0,-1-1,1 1,0-1,0 0,0 0,-1 0,1 0,3-2,9-5,-2-2,1 0,-1-1,0 0,-1-1,-1 0,1-1,-2-1,0 0,0-1,-1 1,-1-2,5-9,31-53,-30 56,-14 21,-1 0,1 0,0 0,-1 0,1 0,0 1,-1-1,1 0,-1 0,1 0,0 0,-1 1,1-1,-1 0,1 1,-1-1,1 0,-1 1,1-1,-1 1,1-1,-1 0,1 1,-1-1,0 1,1 0,-1-1,0 1,0-1,1 1,-1-1,0 1,0 0,0-1,0 1,0 0,0-1,1 1,-2-1,1 1,0 0,0-1,0 1,0-1,0 1,0 0,-1-1,1 1,0-1,-1 1,-8 237,7-204,2 0,1 1,2-1,1 0,2 3,8 13</inkml:trace>
  <inkml:trace contextRef="#ctx0" brushRef="#br0" timeOffset="349.126">1673 1364,'-1'2,"1"0,-1 0,1 0,0 0,-1 0,1 0,0 1,0-1,1 0,-1 0,0 0,1 0,0 0,-1 0,1 0,0 0,0 0,0 0,0 0,0 0,0-1,1 1,-1 0,1-1,-1 1,1-1,-1 1,1-1,0 0,0 0,0 0,0 0,0 0,0 0,0 0,0-1,0 1,0-1,0 0,0 1,0-1,0 0,1 0,-1 0,0 0,2-1,-2 0,1 0,-1 0,0 0,1 0,-1-1,0 1,0-1,1 1,-1-1,-1 0,1 0,0 0,0 0,-1 0,1 0,-1 0,1-1,-1 1,0-1,0 1,0-1,0 1,-1-1,1 1,-1-1,0 0,1 1,-1-1,0 0,0 1,-1-1,1 0,-1 1,1-1,-1 1,0-1,0 1,0-1,0 1,0-1,-1 1,1 0,-1 0,1 0,-1 0,0 0,0 0,0 0,0 0,0 1,-2-2,-1 2,0 1,0-1,0 1,0 0,1 0,-1 0,0 1,0 0,0 0,0 0,0 0,1 1,-1 0,1 0,-1 0,1 0,0 1,0 0,0 0,0 0,0 0,1 1,-1-1,1 1,0 0,0 0,1 0,-1 0,1 1,0-1,0 1,0-1,0 1,1 0,0 0,0-1,0 1,1 0,-1 0,1 2,-4 24</inkml:trace>
  <inkml:trace contextRef="#ctx0" brushRef="#br0" timeOffset="617.516">1780 1818,'2'-16,"1"-9,0-6,-3 0,-4 4,-3 6,-5 7,-6 10,-1 10,-2 11,0 10,3 7,6 4,8 0,13-3,15-9,18-8,2-7</inkml:trace>
  <inkml:trace contextRef="#ctx0" brushRef="#br0" timeOffset="927.686">3518 722,'-3'23,"3"23,2 20,2 14,-1 12,0 5,-1 0,0-4,-2-9,3-11,0-17,0-17</inkml:trace>
  <inkml:trace contextRef="#ctx0" brushRef="#br0" timeOffset="1279.928">3718 1297,'14'4,"1"-1,-1 0,1-1,0 0,0-1,0-1,0 0,-1-1,1-1,0 0,0-1,-1-1,0 0,0-1,0 0,0-2,-1 1,0-1,0-1,-1-1,8-6,-18 14,1-1,-1 0,0 0,0 0,0-1,0 1,-1 0,1-1,-1 1,1-1,-1 0,0 1,0-1,0 0,0 0,0 1,-1-1,0 0,1 0,-1 0,0 0,0 0,0 0,-1 0,1 1,-1-1,0 0,1 0,-1 0,-1 1,1-1,0 0,-1 1,1-1,-1 1,1 0,-1-1,0 1,0 0,0 0,-1 0,1 0,0 1,-1-1,-1 0,-1 0,0 1,0-1,0 1,0 0,0 1,0 0,0-1,-1 1,1 1,0-1,0 1,0 0,0 0,0 1,0-1,0 1,1 0,-1 0,0 1,1 0,0-1,0 1,-1 1,-3 2,0 1,0 1,1-1,0 1,1 0,-1 1,1-1,1 1,0 0,-4 10,6-13,-1 1,1-1,1 1,-1 0,1-1,0 1,1 0,0 0,0 0,0 1,1-1,0 0,0 0,1 0,0 0,0 0,1 0,0 0,0 0,1 0,-1-1,2 1,-1-1,1 0,-1 0,2 0,-1 0,1-1,-1 0,2 0,-1 0,2 1,5-1,1 0,0 0,1-1,-1-1,1 0,-1-1,1 0,0-1,0-1,0 0,0-1,13-2,42-7</inkml:trace>
  <inkml:trace contextRef="#ctx0" brushRef="#br0" timeOffset="1788.248">4520 1083,'-8'-2,"0"1,0 1,-1 0,1 0,0 0,0 1,-1 0,1 1,0 0,0 0,0 1,1 0,-1 0,1 1,-1 0,1 0,0 1,1 0,-1 0,1 0,0 1,0 0,-1 2,6-6,-1 1,1-1,0 1,0-1,0 1,0-1,1 1,-1 0,1-1,-1 1,1 0,0-1,0 1,0 0,0 0,1-1,-1 1,1 0,0-1,0 1,-1-1,2 1,-1-1,0 1,0-1,1 0,-1 0,1 0,0 1,0-2,0 1,0 0,0 0,0 0,1-1,86 53,-85-52,24 11,-16-9,0 1,-1 0,1 1,-1 0,-1 1,1 0,-1 1,0 0,-1 0,1 1,-2 1,3 3,-9-11,-1 1,0 0,0-1,0 1,-1 0,1 0,-1-1,1 1,-1 0,0 0,0 0,0 0,0 0,-1-1,1 1,-1 0,0 0,0-1,0 1,0 0,0-1,-1 1,1-1,-1 1,1-1,-1 0,0 0,0 1,0-2,0 1,-2 1,0 1,-1 0,0 0,0-1,0 0,0 0,0 0,-1 0,0-1,1 0,-1 0,0-1,0 1,0-1,-4 0,8-2,0 0,0 0,0 0,1 0,-1 0,0 0,1 0,-1 0,0-1,1 1,0-1,-1 1,1-1,0 0,0 1,0-1,0 0,0 0,0 0,1 0,-1 0,0 0,1 0,0 0,-1 0,1 0,0 0,0 0,0 0,0 0,1 0,-1 0,0 0,1 0,0 0,-1 0,1 0,0 1,0-1,0 0,0 0,0 1,0-1,2-1,9-20,1 0,1 1,1 1,1 0,1 1,1 1,1 1,0 0,15-9,-21 16,0 1,1 1,0 0,1 0,0 2,6-3,-19 9,-1 1,0-1,1 1,-1 0,0-1,1 1,-1 0,1 0,-1 0,1 0,-1 0,0 0,1 0,-1 0,0 1,1-1,-1 0,1 1,-1-1,0 1,0 0,1-1,-1 1,0 0,0 0,0 0,0 0,0 0,0 0,0 0,0 0,0 0,-1 0,1 0,0 1,-1-1,1 0,-1 1,1-1,-1 0,1 1,-1-1,0 0,0 1,0-1,0 1,0-1,0 0,0 1,0-1,-1 1,1-1,-1 2,3 51,-3-30,2-1,1 1,0-1,2 1,1-1,2 6,-6-26,0 1,0-1,1 0,-1 0,1 0,-1 0,1 0,0 0,0 0,0-1,0 1,1-1,-1 1,1-1,-1 0,1 0,0 0,0 0,0-1,0 1,0-1,0 0,1 0,-1 0,0 0,1 0,-1-1,0 1,1-1,-1 0,1 0,-1 0,0-1,1 1,-1-1,0 0,1 0,-1 0,3-1,16-12</inkml:trace>
  <inkml:trace contextRef="#ctx0" brushRef="#br0" timeOffset="2049.159">4922 735,'-7'11,"2"11,9 11,11 9,2-4</inkml:trace>
  <inkml:trace contextRef="#ctx0" brushRef="#br0" timeOffset="2549.24">5148 1458,'17'-30,"-2"-1,0 0,-2-1,-2 0,-1-1,-1 0,-2-1,-1 0,-2 0,-1 0,-2 0,-2-8,1 33,0 9,4 11,3-5,0 0,0-1,1 0,0 0,0 0,0-1,0 0,1 0,-1-1,1 0,0-1,0 0,0 0,0-1,0 0,0-1,0 0,7-1,1 2,-10 0,0-2,-1 1,0 0,1 0,-1 0,0 1,1 0,-1 0,0 0,0 1,0 0,0 0,0 1,0 0,-1 0,1 0,-1 1,0-1,0 1,0 0,0 1,-1-1,0 1,0 0,0 0,1 2,-1 6,-1 1,-1-1,0 1,0-1,-1 1,-1-1,-1 1,0-1,-1 9,0 72,3-90,-1 0,1-1,-1 1,1 0,1 0,-1-1,0 1,1-1,0 1,0-1,0 1,0-1,0 0,1 0,-1 0,1-1,0 1,0 0,0-1,0 0,0 0,1 0,-1 0,1 0,-1-1,1 1,0-1,-1 0,1 0,0-1,3 1,8 0,-1-1,1-1,0 0,0-1,-1 0,1-1,-1-1,0 0,0-1,-1-1,1 0,-1-1,0 0,-1-1,1 0,-2-1,1-1,-1 0,-1 0,0-1,0 0,1-4,-7 10,0 0,0-1,-1 1,0-1,0 0,0 0,0 0,-1 0,0-1,-1 1,1-1,-1 1,-1-1,1 1,-1-1,0 1,-1-1,1 0,-1 1,0-1,-1 1,0 0,0-1,0 1,-1 0,0 0,0 0,0 1,-1-1,-2-3,4 8,1 0,0 0,0 0,-1-1,1 1,-1 0,1 1,-1-1,1 0,-1 0,1 1,-1-1,0 1,1-1,-1 1,0-1,0 1,1 0,-1 0,0 0,1 0,-1 0,0 1,0-1,1 0,-1 1,0-1,1 1,-1 0,1 0,-1-1,1 1,-1 0,1 0,-1 0,1 1,0-1,0 0,-1 0,1 1,0-1,0 0,0 2,-29 72,29-69,0 0,0-1,1 1,-1 0,1 0,1 0,-1-1,1 1,0 0,1-1,-1 1,1 0,0-1,0 0,1 1,0-1,0 0,0-1,0 1,1 0,-1-1,1 0,1 0,-1 0,0 0,3 1,15 5,-1-1,2-1,-1-1,1-1,0-2,0 0,0-1,1-1,-1-1,1-1,-1-1,8-2,200-17,-124 6</inkml:trace>
  <inkml:trace contextRef="#ctx0" brushRef="#br0" timeOffset="2947.521">6926 1150,'-153'-59,"149"59,1-1,-1 1,0 0,0-1,0 2,1-1,-1 0,0 1,0 0,1-1,-1 1,1 1,-1-1,1 1,-1-1,1 1,0 0,0 0,-1 0,2 1,-1-1,0 1,0 0,1 0,-1-1,1 2,0-1,0 0,0 0,1 1,-1 0,-5 11,0 0,2 1,0 0,0 0,2 1,-1 7,2 57,2-79,0 1,1-1,-1 0,1 0,0 0,0 0,0 0,0 0,0 0,0 0,0 0,1 0,-1 0,1-1,-1 1,1-1,-1 1,1-1,0 0,0 1,0-1,0 0,0 0,0 0,0-1,0 1,0 0,1-1,-1 0,0 1,0-1,1 0,-1 0,1 0,5-2,1 0,0 0,-1-1,1 0,-1-1,0 1,0-2,-1 1,1-1,-1 0,0-1,0 0,0 0,-1 0,0-1,-1 0,1 0,-1 0,0-1,-1 1,0-1,0-1,-1 1,2-8,3-48,-8 65,0-1,0 0,0 0,0 0,0 1,0-1,0 0,0 0,0 0,0 1,0-1,-1 0,1 0,0 0,0 0,0 0,0 1,0-1,-1 0,1 0,0 0,0 0,0 0,-1 0,1 0,0 0,0 0,0 0,-1 0,1 1,0-1,0 0,0 0,-1 0,1 0,0-1,0 1,0 0,-1 0,1 0,0 0,0 0,0 0,0 0,-1 0,1 0,0 0,0-1,0 1,0 0,-1 0,1 0,0 0,0 0,0-1,0 1,0 0,0 0,-8 20,6-11,-1-1,1 1,1 0,0 0,0 0,1 1,0-1,0 0,1 0,0 0,1 0,0 0,0 0,1-1,0 1,0-1,1 1,1-1,-1 0,1-1,0 1,6 5,4-3,0 0,1-1,0 0,1-1,0-1,0-1,0 0,1-1,0-1,0-1,0-1,0 0,17-1,102 8,-1-7</inkml:trace>
  <inkml:trace contextRef="#ctx0" brushRef="#br0" timeOffset="5884.684">11512 749,'43'27,"-19"-7,0 1,-2 1,0 1,-2 0,0 2,-2 0,-1 2,0 0,-3 0,0 1,-2 1,0 1,-3-1,0 2,-2-1,-1 1,-1 0,-2 0,-1 11,-2 39,-4-1,-9 48,0 4,15-29,-2-100,1 0,-1-1,1 1,-1 0,1 0,0-1,0 1,0-1,1 1,-1-1,1 1,-1-1,1 0,0 1,0-1,0 0,0 0,0 0,0-1,1 1,-1-1,0 1,1-1,0 0,-1 0,1 0,0 0,-1 0,1 0,0-1,0 1,0-1,1 0,3-1,0 1,0-2,-1 1,1-1,0 0,-1 0,1-1,-1 0,0 0,0 0,0-1,0 0,-1 0,0 0,1-1,-2 0,1 0,0 0,-1 0,2-5,4-4,-1 0,-1-1,0 0,-2 0,1-1,-2 0,0 0,-1 0,0-8,-2 0,0 1,-2-1,-1 0,0 0,-2 0,-1 1,-1 0,-1-1,0 2,-2-1,-1 1,-1 0,0 1,-2 0,-1 1,0 0,-1 1,-1 0,-1 2,-1-1,0 2,-1 0,-1 2,0 0,-1 1,0 0,-1 2,-10-3,-52-18,83 31,1 1,-1 0,0 0,0-1,1 1,-1 0,0 0,0-1,0 1,1 0,-1-1,0 1,0 0,0-1,0 1,0 0,0-1,0 1,0-1,0 1,0 0,0-1,0 1,0 0,0-1,0 1,0 0,0-1,0 1,0-1,0 1,-1 0,1 0,0-1,0 1,0 0,-1-1,1 1,0 0,0 0,-1-1,1 1,0 0,-1 0,1 0,0-1,-1 1,1 0,0 0,-1 0,158-25,-31 8,0 5,9 6,-131 5,1 0,0 0,0 1,-1-1,1 1,0 0,0 1,-1-1,1 1,0 0,-1 0,1 1,-1-1,1 1,-1 0,1 0,-1 1,0-1,0 1,-1 0,1 0,0 0,-1 0,0 1,0-1,0 1,0 0,0 0,-1 0,0 0,1 1,-2-1,2 3,-2 14,-1-19,-1 0,1 1,0-1,0 0,0 0,0 1,0-1,0 0,1 1,-1-1,1 0,-1 0,1 0,0 0,0 0,0 1,0-2,0 1,1 0,-1 0,1 0,-1 0,1-1,-1 1,1-1,0 1,0-1,0 0,0 0,0 0,0 0,0 0,6-1,0-1,0 0,-1 0,1-1,0 0,-1 0,1-1,-1 0,0 0,0-1,0 0,-1 0,1 0,-1-1,0 0,0-1,-1 1,1-1,-1 0,0 0,1-3,-1 1,1 0,-1-1,-1 1,0-1,0 0,-1 0,0-1,0 1,-1 0,-1-1,1 0,-1 1,-1-8,0 13,0-1,0 1,-1 0,0-1,1 1,-2 0,1 0,0 0,-1 0,0 0,0 0,0 0,0 0,0 1,-1-1,0 1,0 0,0 0,0 0,0 0,-1 0,1 1,-1-1,0 1,1 0,-1 0,0 0,0 1,-1-1,1 1,-1 0,-2 0,1 1,0 0,-1 0,1 1,0-1,-1 1,1 1,0-1,0 1,0 0,0 1,0-1,1 1,-1 0,1 0,-1 1,1 0,0 0,1 0,-1 1,1-1,-1 1,2 0,-1 0,0 0,1 1,0-1,0 1,1 0,0 0,0 0,0 0,0 0,1 1,0-1,1 0,-1 1,1-1,0 0,1 1,0-1,0 0,0 0,0 1,1-1,0 0,1 0,-1-1,1 1,0 0,2 2,30 21,2-6</inkml:trace>
  <inkml:trace contextRef="#ctx0" brushRef="#br0" timeOffset="7370.754">12728 1083,'4'-41,"-3"0,0 0,-3 0,-7-38,4-5,7 82,0-1,-1 1,1 0,0 0,0 0,0 1,0-1,0 0,1 1,-1-1,0 1,1 0,-1 0,1 0,-1 0,1 0,0 0,-1 1,1-1,0 1,0 0,-1 0,1 0,0 0,0 0,-1 1,1-1,0 1,-1 0,1 0,-1 0,11 1,-1 0,0 1,-1 0,1 1,0 1,-1 0,0 0,0 1,-1 0,0 1,0 0,0 1,-1 0,0 1,0 0,-1 0,0 0,-1 1,0 0,-1 1,0 0,0 0,-1 0,-1 1,2 6,27 179,-33-194,0 1,1-1,-1 0,1 1,0-1,0 0,0 0,0 0,1 1,-1-1,1-1,0 1,0 0,0 0,0-1,0 1,1-1,-1 1,1-1,0 0,-1 0,1 0,0-1,0 1,0-1,0 1,1-1,-1 0,0 0,0 0,1-1,-1 1,1-1,-1 0,0 0,1 0,0 0,15-5,-1 0,0-1,-1-1,1 0,-1-1,-1-1,0-1,0 0,-1-1,0-1,0 0,-2-1,0-1,0 0,-1-1,-1 0,1-3,49-71,-61 89,0 0,0 0,0 0,0 0,0 0,0 1,0-1,0 0,0 0,0 0,1 0,-1 0,0 0,0 0,0 1,0-1,0 0,0 0,1 0,-1 0,0 0,0 0,0 0,0 0,0 0,1 0,-1 0,0 0,0 0,0 0,0 0,0 0,1 0,-1 0,0 0,0 0,0 0,0 0,0 0,1 0,-1 0,0 0,0 0,0-1,0 1,-3 21,2-18,-3 16,-10 84,14-99,-1 1,2-1,-1 0,0 1,1-1,0 0,0 1,0-1,1 0,0 0,-1 0,1 0,1 0,-1 0,0 0,1-1,0 1,0-1,0 0,0 0,2 1,2-2,1 1,0-1,0-1,0 1,1-1,-1-1,0 0,0 0,1 0,-1-1,0 0,0-1,0 0,0 0,0-1,-1 0,1 0,-1-1,1 1,-1-2,-1 1,3-3,7-2,-1 0,0-2,-1 0,0 0,-1-2,0 1,-1-2,-1 1,0-2,0 1,-2-2,0 1,0-1,-2-1,0 1,2-9,-3-32,-6 56,0 1,0-1,0 1,0-1,0 0,0 1,0-1,-1 1,1-1,0 1,0-1,-1 0,1 1,0-1,-1 1,1-1,0 1,-1 0,1-1,-1 1,1-1,-1 1,1 0,-1-1,1 1,-1 0,1 0,-1-1,1 1,-1 0,0 0,1 0,-1 0,1 0,-1 0,0 0,1 0,-1 0,1 0,-1 0,0 0,1 0,-1 0,1 0,-1 1,1-1,-1 0,1 1,-1-1,1 0,-1 1,1-1,-1 0,1 1,-1-1,1 1,0-1,-1 1,1-1,0 1,-1-1,1 1,0-1,0 1,-27 34,24-28,-1 0,1 0,0 0,1 1,-1 0,2-1,-1 1,1 0,0 0,1-1,-1 1,2 0,-1 0,1 0,0 0,1 0,0-1,0 1,0-1,1 1,0-1,1 0,0 0,0 0,0-1,1 1,0-1,0 0,1-1,-1 1,1-1,0 0,1 0,-1-1,1 0,3 1,10 3,1-1,-1-1,2-1,-1-1,0-1,1-1,-1-1,1 0,-1-2,1-1,-1 0,1-1,9-4,-19 5,0-1,0 0,0-1,0 0,-1 0,1-1,-1-1,0 0,-1-1,0 0,0 0,0-1,-1 0,0-1,-1 0,1-1,-2 1,0-1,0-1,0 0,-2 0,1 0,-1 0,0-4,5-30,-2 0,-2-1,-2 1,-2-1,-2 0,-2-1,2-17,11-445,-11 466,-7 30,-4 29,-8 33,2 1,3 0,2 1,2 0,0 16,-1 13,3 1,3 0,4 15,2-61,2 0,1 1,2-2,1 1,2-1,1 0,2-1,10 20,-20-46,1 0,0 0,0 0,1 0,0-1,0 1,1-1,0 0,0 0,0-1,0 1,1-1,0 0,0-1,1 0,-1 0,1 0,0 0,0-1,0 0,0-1,1 0,-1 0,1 0,-1-1,1 0,0-1,-1 0,1 0,5-1,-2-2,0 0,-1-1,1 0,-1-1,0 0,0-1,0 0,-1-1,0 1,0-2,-1 1,0-1,0-1,0 1,0-4,89-149,-85 138,-6 14,-10 22,2-7,-16 105,18-107,0 0,0 0,1 0,-1 0,1 0,0-1,1 1,-1 0,1 0,-1-1,1 1,0-1,0 1,1-1,-1 0,1 0,-1 0,1 0,0 0,0-1,1 1,-1-1,0 0,1 0,-1 0,4 1,5-1,-1 0,1 0,0-1,-1-1,1 0,0 0,0-1,-1-1,1 0,-1-1,1 0,-1 0,0-2,0 1,0-1,-1-1,0 0,0 0,0-1,-1 0,0 0,-1-1,1-1,-1 0,-1 0,0 0,23-43,-31 85,0-20,0-7,-1-1,1 0,0 1,1-1,0 1,0-1,0 1,0-1,1 1,0-1,0 0,0 1,1-1,-1 0,1 0,1 0,-1 0,1 0,0 0,0-1,0 0,1 1,-1-1,1 0,0 0,1 0,2-2,-1 1,1-1,-1-1,1 1,0-1,0 0,0-1,0 0,0 0,-1 0,1-1,0 0,0 0,0-1,-1 0,1 0,-1 0,4-3,7-2,-1-2,0 0,0-1,-1 0,0-1,5-6,76-93,-95 109,-1 1,0-1,0 1,1-1,-1 1,0 0,0-1,1 1,-1 0,0-1,1 1,-1 0,1-1,-1 1,1 0,-1-1,0 1,1 0,-1 0,1 0,-1 0,1 0,-1-1,1 1,-1 0,1 0,-1 0,1 0,-1 0,1 0,-1 0,1 1,-1-1,1 0,-1 0,1 0,-1 0,1 1,-1-1,0 0,1 0,-1 1,1-1,-1 0,0 1,1-1,-1 1,0-1,1 0,-1 1,0-1,1 1,10 29,-9-22,15 45,-14-36,1-1,1-1,1 1,0-1,1 0,1 0,0 0,1-1,0-1,7 8,-14-20,-1 1,1 0,0-1,0 0,0 1,0-1,0 0,0 0,0 0,0 0,1 0,-1-1,0 1,0-1,1 1,-1-1,0 0,1 0,-1 0,0 0,1 0,-1-1,0 1,1-1,-1 0,0 1,0-1,0 0,0 0,0 0,0 0,0-1,0 1,0-1,0 1,0-1,-1 0,1 1,0-2,14-15</inkml:trace>
  <inkml:trace contextRef="#ctx0" brushRef="#br0" timeOffset="7632.177">15830 441,'-16'-11,"-7"-5,0 0,3 1</inkml:trace>
  <inkml:trace contextRef="#ctx0" brushRef="#br0" timeOffset="4286.732">9640 1056,'-16'-13,"-1"1,0 1,0 0,-1 1,0 1,-1 1,0 1,-1 0,1 1,-1 1,0 1,0 1,-1 1,-16 0,26 1,-1 1,0 1,0 0,0 0,0 1,1 1,-1 0,1 1,0 0,0 0,0 1,0 1,1 0,0 0,0 1,1 0,0 0,0 2,0-1,1 1,1 0,-1 0,2 1,-1 0,-2 7,6-12,0 0,1 0,-1 1,1-1,1 1,-1-1,1 1,0-1,0 1,1 0,-1 0,2-1,-1 1,0 0,1 0,0-1,0 1,1 0,0-1,0 0,0 1,0-1,1 0,0 0,0 0,0 0,1-1,-1 1,1-1,0 0,1 0,-1 0,1-1,-1 0,4 2,2 0,1 0,1-1,-1 0,0-1,1 0,0-1,0 0,-1-1,1-1,0 1,0-2,0 0,0 0,0-1,-1-1,1 0,-1 0,8-4,2-1,0-1,-1-1,0-1,-1 0,0-2,-1 0,-1-1,0-1,8-9,-9 4,-1 0,-1-1,-1 0,0-1,-2 0,0-1,-2-1,-1 1,0-1,-2-1,-1 1,-1-1,-1 0,-1 0,-1 0,-2-1,0 1,-1 0,-4-10,-1-24,-4 1,-1 1,-3 0,-12-26,9 46,18 37,0 1,0-1,0 1,0 0,0-1,0 1,0-1,0 1,0-1,0 1,0-1,0 1,-1 0,1-1,0 1,0-1,-1 1,1-1,0 1,-1-1,1 0,0 1,-1-1,1 1,-1-1,1 0,0 1,-1-1,1 0,-1 1,1-1,-1 0,0 0,1 1,-1-1,1 0,-1 0,1 0,-1 0,1 0,-1 0,0 0,1 0,-1 0,1 0,-1 0,1 0,-1-1,1 1,-1 0,0 0,1 0,-1-1,1 1,-1 0,1-1,0 1,-1 0,1-1,-1 1,1-1,0 1,-1-1,1 1,0-1,-1 1,-3 28,0 0,2 0,1 1,1-1,2 10,-1-14,3 68,3 0,5-1,4-1,3 0,17 40,-32-115,1 0,0 0,1 0,1-1,0 0,1-1,1 1,0-2,0 1,1-1,1-1,0 1,3 0,-11-10,0 0,0 0,0 0,0-1,0 1,1-1,-1 0,0 0,0 0,1-1,-1 1,1-1,-1 1,1-1,-1-1,0 1,1 0,-1-1,1 1,-1-1,0 0,1 0,-1-1,0 1,0-1,0 1,0-1,0 0,0 0,-1 0,1 0,-1-1,1 1,-1-1,1-1,9-13,-1 0,-1 0,0-1,-2 0,0-1,-1 0,-1 0,0-1,-2 1,0-1,0-19,-1 21,-5 86,-1-38,1-16,0 0,1-1,0 1,1 0,0 0,2 0,-1 0,2-1,0 1,0-1,6 12,-9-23,1-1,0 0,0 1,0-1,0 0,0 0,0 1,0-1,0 0,0 0,1 0,-1-1,0 1,1 0,-1 0,0-1,1 1,-1-1,1 1,-1-1,1 1,0-1,-1 0,1 0,1 0,15-3</inkml:trace>
  <inkml:trace contextRef="#ctx0" brushRef="#br0" timeOffset="4552.108">9961 401,'-14'16,"-1"12,7 8,15 3,13-4,3-7</inkml:trace>
  <inkml:trace contextRef="#ctx0" brushRef="#br0" timeOffset="4812.449">10281 1056,'10'29,"2"-1,0 0,2-1,1 0,1-1,1-1,4 3,-19-25,-1 0,1 0,0 0,0 0,1 0,-1-1,0 1,1-1,0 1,-1-1,1 0,0 0,0 0,0 0,0-1,1 1,-1-1,0 0,1 0,-1 0,0 0,1-1,-1 1,1-1,0 0,-1 0,1 0,-1-1,1 1,-1-1,1 0,-1 0,0 0,1 0,-1 0,0-1,0 0,0 0,0 0,0 0,0 0,-1 0,3-3,4-11,-2 0,1 0,-2-1,-1 0,0 0,-1-1,0 1,-2-1,0-10,4-12,-3 24,-4 11,1 0,0 0,1 0,-1 0,1 0,0 0,0 0,1 1,-1-1,1 0,0 1,0-1,1 1,0 0,-1 0,1 0,0 0,1 0,-1 0,1 1,0 0,0 0,0 0,0 0,4-1,8 0</inkml:trace>
  <inkml:trace contextRef="#ctx0" brushRef="#br0" timeOffset="4996.954">10937 1003,'5'18,"1"13,-1 8,0 2,0-2,0-2,2-6,1-8,2-8,-1-10,-2-8</inkml:trace>
  <inkml:trace contextRef="#ctx0" brushRef="#br0" timeOffset="5199.49">10991 602,'-7'-12,"5"2,11 4,5 3</inkml:trace>
  <inkml:trace contextRef="#ctx0" brushRef="#br0" timeOffset="38322.12">19372 3355,'-21'13,"1"0,0 2,1 0,0 1,1 1,1 0,1 2,0 0,2 1,0 0,1 1,1 0,1 1,1 0,1 1,1 0,1 1,-2 14,7-32,1 1,-1-1,1 1,0-1,1 1,0-1,0 1,0 0,1-1,0 1,0-1,1 1,-1-1,1 0,1 1,-1-1,1 0,0 0,1-1,-1 1,1-1,0 0,1 0,-1 0,1 0,0-1,0 0,0 0,5 3,0-3,1 0,0-1,0 0,0 0,0-1,0-1,0 0,1 0,-1-1,0-1,0 0,1 0,-1-1,0 0,1-1,15-5,0-1,0-2,-1 0,0-1,11-9,-4 1,0-1,-2-2,0-1,-2-1,-1-2,0-1,-3-1,0-1,-2-1,-1-1,-1-1,-3-1,0-1,-2 0,-2-1,-1-1,-2 0,4-27,-12 47,-2 0,0-1,-1 1,0 0,-2 0,0 0,0 0,-2 0,0 0,-5-10,6 19,0 0,-1 1,0 0,0 0,-1 0,1 0,-1 1,-1-1,1 1,-1 1,0-1,-1 1,1 0,-1 0,0 1,0 0,0 0,-1 1,0 0,1 0,-1 1,0 0,-1 0,-2 0,0 1,0 1,0 0,0 0,0 1,0 0,1 1,-1 0,0 1,1 0,-1 1,1 0,0 0,0 1,1 0,0 1,0 0,0 1,0 0,1 0,0 1,-4 4,1 0,0 1,1 0,0 1,1 0,1 1,0 0,1 0,1 0,0 1,1 0,1 0,-2 10,4-3,1-1,0 0,2 0,1 1,0-1,2 0,0 0,2-1,0 1,1-1,1 0,2-1,0 0,7 10,25 37,3-2,3-1,24 21,-62-74,15 18,104 139,-119-153,-1 0,0 1,-2 1,0 0,0 0,-2 0,0 0,-1 1,-1 0,1 7,-5 16,-4-10</inkml:trace>
  <inkml:trace contextRef="#ctx0" brushRef="#br0" timeOffset="38645.31">20322 4011,'-23'-6,"-1"2,0 0,0 1,0 2,-1 0,-6 2,25-1,0 1,1-1,-1 1,1 0,-1 1,1 0,0-1,0 2,0-1,0 0,0 1,0 0,0 0,1 1,0-1,0 1,0 0,0 0,0 0,1 1,-1-1,1 1,1 0,-1 0,1 0,-1 0,2 0,-1 1,-1 3,2-4,0 0,0 0,1 0,0 1,0-1,0 0,0 0,1 0,0 0,0 0,0 0,0 0,1 0,0-1,0 1,1 0,-1-1,1 0,0 1,0-1,0 0,0-1,1 1,0 0,0-1,2 2,5 2,0 1,1-1,0-1,0 0,1-1,-1 0,1-1,0-1,9 2,17 0,0-2,1-1,0-2,-1-2,1-2,-1-1,0-2,0-2,19-7,34-12</inkml:trace>
  <inkml:trace contextRef="#ctx0" brushRef="#br0" timeOffset="36932.914">15897 3677,'14'2,"20"1,24 0,29-1,25 0,20-1,12-1,-1 3,-8 2,-18 3,-25 3,-27-2</inkml:trace>
  <inkml:trace contextRef="#ctx0" brushRef="#br0" timeOffset="37186.3">16298 3917,'16'2,"21"4,25-1,24 1,23-7,13-5,5-5,-21-2</inkml:trace>
  <inkml:trace contextRef="#ctx0" brushRef="#br0" timeOffset="37387.395">17086 3342,'-8'-1,"-5"-1,-1 1,0 0,0 0,0 2,0-1,1 2,-11 2,23-4,0 0,0 0,0 0,0 0,0 1,-1-1,1 0,0 1,0-1,0 1,0-1,0 1,0-1,0 1,0 0,0 0,0-1,1 1,-1 0,0 0,0 0,1 0,-1 0,0 0,1 0,-1 0,1 0,0 0,-1 0,1 0,0 0,0 1,-1-1,1 0,0 0,0 0,0 0,0 1,1-1,-1 0,0 0,0 0,1 0,-1 0,1 0,-1 0,1 0,-1 0,1 0,-1 0,1 0,0 0,0 0,0 0,-1 0,1-1,0 1,0 0,0-1,0 1,0 0,0-1,0 0,0 1,1-1,-1 1,0-1,1 0,19 12,1-1,1-1,-1-1,1-1,10 2,154 43,-103-32,-1 3,-1 4,-1 4,36 22,-106-50,-1 0,0 2,0-1,-1 1,1 0,-1 1,-1 0,1 1,-1 0,0 0,-1 1,0 0,0 0,-1 0,-1 1,1 0,-1 0,-1 1,0-1,0 1,-1 0,0 4,-5-2,-1 0,0 0,-1 0,0 0,-1-1,-1 0,0 0,0 0,-1-1,-1 0,0 0,0 0,-1-1,0-1,-1 0,0 0,-1 0,0-2,-7 5,-68 49,-2-4,-79 36,91-52,2 0</inkml:trace>
  <inkml:trace contextRef="#ctx0" brushRef="#br0" timeOffset="22810.431">2141 3422,'-10'201,"-9"-1,-8-1,-44 153,60-298,8-33,10-28,25-71,-3-2,10-54,56-288,-18 65,-35 221,-24 102,-17 33,-1 0,0 1,1-1,-1 1,1-1,-1 1,1-1,0 1,-1-1,1 1,-1 0,1-1,0 1,-1 0,1-1,0 1,-1 0,1 0,0 0,0 0,-1 0,1 0,0 0,0 0,-1 0,1 0,0 0,-1 0,1 0,0 0,0 1,-1-1,1 0,-1 1,1-1,0 0,-1 1,1-1,-1 1,1-1,0 1,-1-1,0 1,1-1,-1 1,1 0,-1-1,0 1,1-1,-1 1,0 0,1 0,-1-1,0 1,0 0,0-1,0 1,0 0,0 0,0-1,0 1,0 0,27 122,33 421,-42-354,9 187,-25-324</inkml:trace>
  <inkml:trace contextRef="#ctx0" brushRef="#br0" timeOffset="25097.094">2087 3904,'21'7,"0"-1,1-1,-1-1,1-1,0-1,0-1,0 0,0-2,1-1,-2 0,1-2,0-1,17-5,28-6,-2-3,0-3,-1-2,-1-4,-2-1,-1-4,-1-2,10-12,36-46,-101 87,1 1,-1 0,0-1,-1 0,1 0,-1 0,0 0,-1-1,1 1,-1-1,-1 1,1-1,-1 0,0 0,-1 0,0 1,0-1,0-4,-2 5,0 0,0 0,0 0,-1 1,0-1,0 1,0 0,-1 0,0 0,0 0,0 0,-1 1,1 0,-1 0,0 0,0 1,0-1,-1 1,1 0,-1 1,1-1,-1 1,0 1,0-1,0 1,0 0,-1 0,1 0,0 1,0 0,0 0,-1 1,1 0,0 0,0 0,0 1,0 0,0 0,1 0,-1 1,1 0,-1 0,1 1,-7 9,0 1,1 1,1 0,1 1,0-1,1 2,1-1,0 1,1 0,1 1,1-1,0 1,1 0,1 0,1 0,1 7,-5 18,3 1,2 0,1 0,2-1,3 1,1-1,2 0,2-1,2 0,10 22,-16-49,1 0,0 0,2-1,-1 0,2 0,0-1,0 0,11 8,-18-17,0-1,0 1,0-1,1 0,-1 0,1-1,-1 1,1-1,0 0,0 0,0-1,1 1,-1-1,0 0,0-1,1 1,-1-1,0 0,1 0,-1-1,0 0,0 0,1 0,-1 0,0-1,0 0,0 0,-1 0,4-2,5-7,0-1,0-1,-1 0,-1 0,0-1,-1-1,-1 0,0 0,-1-1,0 0,-1 0,-1-1,-1 0,-1 0,0 0,0-5,2-4,-1 0,-2 0,0 0,-2-1,-1-8,-7-1,7 36,0-1,0 0,0 1,-1-1,1 0,0 1,-1-1,1 1,0-1,-1 1,1-1,-1 1,1-1,-1 1,1-1,-1 1,1 0,-1-1,1 1,-1 0,1-1,-1 1,0 0,1 0,-1 0,0 0,1-1,-1 1,0 0,1 0,-1 0,0 0,1 0,-1 0,1 1,-1-1,0 0,1 0,-1 0,0 1,1-1,-1 0,1 1,-1-1,1 0,-1 1,1-1,-1 1,1-1,-1 1,-6 6,0 1,1 0,0 0,1 0,0 1,0 0,0 0,1 0,1 1,0-1,0 1,0 2,-2 4,1 0,0 1,2-1,-1 1,2 0,0 0,2 0,0 2,-1-13,1 0,0-1,0 1,0-1,1 1,0-1,0 0,1 0,-1 1,1-2,0 1,0 0,1-1,-1 1,1-1,0 0,0 0,1 0,-1-1,1 0,0 0,0 0,0 0,0-1,5 2,2 0,1-1,0 0,0-1,1-1,-1 0,0-1,0 0,1-1,-1 0,0-1,0-1,0 0,2-2,16-5,0-1,-2-2,1-1,22-15,-37 22,-1-1,0-1,0 0,-1-1,0 0,-1-1,0-1,-1 0,0 0,-1-1,0-1,-1 1,7-15,-15 27,0-1,0 1,0-1,-1 1,1-1,0 0,0 1,-1-1,1 0,-1 1,0-1,1 0,-1 0,0 1,0-1,0 0,0 0,0 0,-1 1,1-1,0 0,-1 0,1 1,-1-1,0 0,0 1,1-1,-1 1,0-1,0 1,-1-1,1 1,0 0,0 0,-1-1,1 1,0 0,-1 0,1 0,-1 0,0 1,1-1,-1 0,0 1,1-1,-1 1,0-1,0 1,1 0,-1 0,-1 0,-7 4,0 2,0-1,0 1,0 1,1 0,0 0,1 0,0 1,0 1,0 0,1 0,0 0,1 0,0 1,-3 8,4-10,0-1,0 1,1 0,0 0,1 1,0-1,0 1,1 0,0 0,0 0,0 3,2-10,0 0,0-1,1 1,-1 0,0-1,0 1,1-1,-1 1,1-1,0 1,-1-1,1 1,0-1,0 1,0-1,0 0,0 0,0 1,0-1,1 0,-1 0,0 0,0 0,1 0,-1-1,1 1,-1 0,1-1,-1 1,1-1,-1 1,1-1,0 0,-1 0,1 1,0-1,-1 0,1 0,-1-1,1 1,0 0,-1-1,2 1,67-25,-52 16,-1-2,0 0,-1-1,0-1,-1 0,-1-1,0-1,0 0,-2-1,0 0,-1-1,0-1,-2-1,-4 66,0 221,25 144,-28-392,8 81,10 223,-18-312,-2 1,0 0,0 0,-1-1,-1 1,0 0,-1-1,0 0,-1 1,0-1,-1-1,0 1,-1-1,0 0,-1 0,0 0,-1-1,-1 1,7-9,-1 0,1-1,-1 1,1 0,-1-1,0 1,1-1,-1 0,0 0,0 0,0-1,0 1,0 0,0-1,0 0,0 0,0 0,0 0,0 0,0-1,0 1,0-1,0 0,0 0,0 0,0 0,0-1,1 1,-1-1,1 1,-1-1,0 0,-5-5,0 0,1-1,0 0,0 0,1 0,0-1,0 0,-3-7,-60-166,53 130,13 47,16 7,58-41,238-180,189-180,-401 319,-85 70,-33 26,5-3,-7 5</inkml:trace>
  <inkml:trace contextRef="#ctx0" brushRef="#br0" timeOffset="9530.648">6111 2660,'17'-109,"-17"107,0 0,0 0,0 0,0 0,0 1,-1-1,1 0,-1 0,1 0,-1 1,0-1,1 0,-1 1,0-1,0 0,0 1,-1-1,1 1,0 0,-1-1,1 1,0 0,-1 0,1 0,-1 0,0 0,1 0,-1 0,0 1,0-1,1 1,-1-1,0 1,0-1,0 1,0 0,1 0,-1 0,0 0,0 0,-1 1,-76 24,50-7,1 1,1 2,1 0,1 2,0 1,2 1,1 1,1 1,2 1,0 0,2 2,-8 19,13-26,1 0,2 0,0 1,1 1,2-1,0 1,2 0,1 0,-1 23,4-42,0 0,0-1,1 1,0 0,0 0,0 0,1-1,-1 1,1-1,1 1,-1-1,1 0,0 0,0 0,0 0,1 0,0-1,0 0,0 1,0-1,1-1,-1 1,1-1,0 0,0 0,0 0,1-1,5 3,0-3,-1 0,2 0,-1-1,0-1,0 0,0 0,0-1,0-1,0 0,0 0,0-1,0 0,-1-1,0 0,0-1,9-5,6-4,0-2,-1 0,-1-2,-1 0,20-22,-23 21,0-2,-1 0,-1-1,-1 0,-2-2,0 1,-1-2,-1 0,-2 0,0-1,-2-1,-1 1,-1-1,-1 0,-1-1,-2 1,0-1,-2 1,-1-1,-2 1,0-1,-2 1,-1 0,-1 0,-8-18,9 33,0 0,0 0,-2 1,1 0,-1 0,-1 1,-6-6,13 13,0 1,-1-1,1 1,-1 0,1 0,-1 0,0 0,0 1,0-1,0 1,0 0,0 0,0 0,-1 0,1 0,0 1,0-1,-1 1,1 0,0 0,-1 0,1 0,0 1,0-1,-1 1,1 0,0 0,0 0,0 0,0 1,0-1,-3 3,-1 3,0 1,0 0,1 0,0 1,0 0,1 0,0 1,0-1,1 1,1 0,0 0,0 0,1 0,0 1,0-1,1 2,-6 49,2-1,3 1,2 0,3 0,2-1,4 0,2 0,2 0,3-2,3 0,2-1,2-1,10 12,40 81,-46-95</inkml:trace>
  <inkml:trace contextRef="#ctx0" brushRef="#br0" timeOffset="11171.96">6860 3316,'0'0,"0"1,1 0,-1-1,1 1,-1-1,1 0,-1 1,1-1,-1 1,1-1,-1 0,1 1,-1-1,1 0,0 0,-1 1,1-1,0 0,-1 0,1 0,0 0,-1 0,1 0,0 0,-1 0,1 0,-1 0,1 0,0 0,-1 0,1-1,0 1,-1 0,1 0,-1-1,1 1,-1 0,1-1,0 1,-1-1,0 1,1-1,-1 1,1-1,-1 1,1-1,-1 1,0-1,0 1,1-1,-1 0,0 0,10-34,-9 30,0 0,0 0,0 0,-1 0,0 0,0 1,0-1,-1 0,0 0,0 0,0 0,0 1,-1-1,1 0,-1 1,-1-1,1 1,0 0,-1 0,0 0,0 0,0 0,-1 1,1 0,-1-1,0 1,0 0,0 1,0-1,0 1,-1 0,1 0,-1 0,0 0,1 1,-1 0,0 0,0 0,0 0,1 1,-1 0,-1 0,-4 3,0 1,1 0,-1 0,1 1,-1 0,2 1,-1 0,0 0,1 1,1 0,-1 1,1-1,0 1,1 1,0-1,0 1,1 0,0 1,0-1,1 1,1 0,-3 10,2-13,1 1,-1 0,2 0,-1 0,1 1,1-1,0 1,0-1,0 1,1-1,0 1,1-1,0 1,0-1,1 1,0-1,0 0,1 0,0 0,1 0,0 0,0-1,0 1,1-1,0 0,1-1,-1 1,1-1,0 0,1-1,3 3,10 0,1-1,0-1,1-1,-1 0,1-2,0-1,0 0,0-2,0 0,0-2,-1 0,1-1,0-2,13-4,63-15,-13-1</inkml:trace>
  <inkml:trace contextRef="#ctx0" brushRef="#br0" timeOffset="12524.152">6325 4398,'-24'24,"1"1,1 1,1 1,2 1,1 1,1 0,1 2,-3 10,5-11,1 0,1 1,2 0,2 0,0 1,-2 31,9-60,0 1,0-1,0 1,1-1,0 1,-1-1,1 1,0-1,1 1,-1-1,1 1,-1-1,1 0,0 1,0-1,1 0,-1 0,1 1,0-1,-1 0,1-1,0 1,1 0,-1-1,0 1,1-1,0 1,-1-1,1 0,0 0,0 0,0-1,0 1,1-1,1 1,2-4,0 1,0-1,0-1,0 1,0-1,0-1,-1 1,1-1,-1 0,0-1,0 1,-1-1,1 0,-1-1,0 1,2-4,30-32,-2-2,-2-1,-2-1,-2-2,-2-1,-2-1,-2-1,-3-1,-1-1,7-39,-18 64,-2 0,0-1,-2 1,-1-1,-2 1,0-1,-2 0,-1 0,-1 1,-6-24,9 47,-1 0,0 0,0 0,0 0,-1 0,1 1,-1-1,0 0,0 1,0-1,0 1,-1 0,1 0,-1 0,0 0,0 0,0 1,0-1,-1 1,1 0,-1 0,1 0,-1 0,0 0,0 1,1 0,-1 0,0 0,0 0,0 1,0-1,0 1,-1 0,1 1,0-1,0 0,0 1,0 0,0 0,-1 1,-4 5,-1 0,2 0,-1 1,1 0,0 1,1 0,0 0,0 0,1 1,0 0,1 0,0 1,1 0,0 0,1 0,0 0,0 0,1 0,1 1,0 3,-5 42,2 0,3 0,2 1,3-1,2 0,3 0,2-1,3 0,2-1,3-1,12 23,100 295,-120-342,-3-9</inkml:trace>
  <inkml:trace contextRef="#ctx0" brushRef="#br0" timeOffset="13190.314">6847 4840,'-55'414,"57"-548,-4 82,3 0,2 1,3-1,1 1,4-2,-11 48,1 1,0-1,0 0,0 1,1-1,0 1,0 0,0-1,0 1,1 0,-1 0,1 0,0 1,0-1,1 0,-1 1,1 0,-1 0,1 0,0 1,0-1,1 1,-1 0,0 0,1 0,-1 1,1-1,-1 1,1 0,0 1,2-1,0 1,0 0,-1 1,1 0,0 0,-1 1,1-1,-1 1,0 1,0-1,0 1,0 0,0 1,0-1,-1 1,0 0,0 1,0-1,0 1,0 0,-1 0,0 0,0 1,-1-1,1 1,-1 0,-1 0,1 0,-1 1,0-1,0 1,-1-1,0 1,0-1,0 1,-1 0,0-1,0 1,-1 0,0-1,0 1,-1-1,-1 7,-4-1,1 0,-2-1,1 1,-2-2,1 1,-2-1,1 0,-1-1,-1 0,1-1,-1 0,-1-1,0 0,0-1,0 0,-6 2,115-19,-88 11,-1 0,0 0,1 1,-1 1,0-1,0 1,0 1,0-1,0 1,0 1,-1-1,1 1,-1 1,0 0,0-1,-1 2,0-1,1 1,-2 0,1 0,-1 1,0 0,0 0,-1 0,0 0,0 1,-1 0,0-1,2 8,-4-10,-1-1,1 1,-1 0,0-1,-1 1,1-1,-1 1,1-1,-1 1,-1-1,1 1,-1-1,0 0,0 0,0 0,0 0,0 0,-1 0,0 0,0-1,0 0,0 1,-1-1,-3 2,-4 4,-2-1,1 0,-1-1,0 0,0-1,-1 0,-3 0,-4 1,0-1,0-1,0 0,-1-2,0 0,1-2,-17-1,28-2,7-2</inkml:trace>
  <inkml:trace contextRef="#ctx0" brushRef="#br0" timeOffset="13713.052">6779 5160,'2'18,"4"13,2 6,0 3,-1-5</inkml:trace>
  <inkml:trace contextRef="#ctx0" brushRef="#br0" timeOffset="27090.589">5336 2273,'-10'0,"0"1,0-1,0 2,0-1,0 2,0-1,1 1,-1 1,1 0,0 0,0 1,0 0,1 0,0 1,0 0,0 0,-5 6,1 1,0 0,0 0,2 2,-1-1,2 1,0 0,1 1,0 0,1 1,1-1,1 1,0 0,-1 15,1-3,2 1,1-1,1 1,1-1,2 0,1 1,7 28,8 5,4-1,2-1,2-2,3 0,3-2,2-1,17 19,75 132,-116-190,0 0,-1 1,-1 0,-1 0,0 1,-2 0,0 0,-1 0,-1 1,0 0,-2-1,0 1,-2 0,0 0,-1-1,-1 4,-5 1,-2 0,0 0,-1-1,-1-1,-1 0,-1 0,-1-1,-1-1,-1-1,0 0,-2-1,0-1,-1-1,0-1,-2 0,1-2,-21 9,-22 0,63-28,8 1,0 0,1 1,0 0,-1 0,1 1,1 0,-1 0,0 1,1 0,-1 0,5 1,-4-1,3-1,0 0,1 1,-1 1,0 0,1 0,-1 1,0 1,1 0,-1 1,0 0,0 1,0 1,0-1,0 2,-1 0,0 0,0 1,0 0,2 2,1 8,0 0,0 1,-2 1,0 0,-1 0,-1 1,-1 0,0 1,-1 0,-2 1,0-1,-1 1,-1 0,-1 1,-1-1,0 18,1 74,-4 0,-6-1,-4 0,-25 103,-17 188,50-369,3 1,0-1,2 1,2-1,1 0,3 7,-5-28,1 1,0-1,1-1,0 1,1-1,1 0,0 0,1-1,0 1,0-2,1 1,0-1,1-1,0 0,1 0,11 7,-7-8,1 0,-1-1,1-1,1-1,-1 0,1-1,0 0,4-1,49 4</inkml:trace>
  <inkml:trace contextRef="#ctx0" brushRef="#br0" timeOffset="27917.481">8665 3797,'-100'78,"-1"3,-36 31,-36 27,-1256 923,1338-998,-254 183,-52 66,378-297,-14 11,2 2,0 1,-23 31,53-61,1 1,-1-1,0 1,0-1,0 0,1 1,-1-1,0 1,0 0,1-1,-1 1,1 0,-1-1,0 1,1 0,0 0,-1-1,1 1,-1 0,1 0,0 0,-1 0,1 0,0-1,0 1,0 0,0 0,0 0,0 0,0 0,0 0,0 0,0 0,1-1,-1 1,0 0,0 0,1 0,-1 0,1-1,-1 1,1 0,-1 0,1-1,-1 1,1 0,0-1,-1 1,1-1,0 1,0-1,-1 1,1-1,0 1,0-1,0 0,-1 1,2-1,18 0,0-2</inkml:trace>
  <inkml:trace contextRef="#ctx0" brushRef="#br0" timeOffset="28757.656">6124 3917,'290'256,"-136"-130,4-6,6-8,4-6,5-9,140 56,-26-46,5-14,3-12,22-9,-99-22,178 67,-382-112</inkml:trace>
  <inkml:trace contextRef="#ctx0" brushRef="#br0" timeOffset="30433.618">8049 6042,'-6'-3,"0"0,0 0,0 1,0 0,-1 0,1 0,-1 1,1 0,-1 0,0 0,1 1,-1 0,0 1,1-1,-1 1,0 1,1-1,0 1,-1 0,1 1,0-1,0 1,0 0,0 1,1-1,-1 1,1 0,0 1,0-1,0 1,1 0,0 0,0 1,-2 2,2-1,-1 1,2-1,-1 1,1-1,0 1,1 0,-1 1,2-1,-1 0,1 3,1-8,0-1,0 1,0 0,0 0,0 0,1 0,-1-1,1 1,0 0,0 0,0-1,0 1,0-1,1 1,-1-1,1 1,0-1,-1 0,1 0,0 0,0 0,1 0,-1 0,0-1,0 1,1-1,-1 1,1-1,0 0,-1 0,2 0,2 1,1-1,-1 0,1 0,-1 0,1-1,0 0,-1 0,1-1,-1 0,1 0,-1 0,1-1,-1 0,0 0,0-1,0 1,0-2,0 1,0 0,-1-1,0 0,0-1,3-1,2-3,-1-1,0 0,0 0,-1-1,0 0,-1 0,-1-1,1 1,-2-2,0 1,1-4,5-52,-12 80,0-1,1 1,0 0,1 0,0-1,1 1,0-1,1 1,1-1,-1 0,3 3,-4-8,0-1,1 0,0 0,0 0,0 0,0 0,1-1,0 1,0-1,0 0,0 0,1 0,-1-1,1 0,0 0,0 0,1 0,-1-1,0 0,1 0,-1 0,1-1,4 1,-5-2,0 0,0 0,0 0,0-1,0 0,-1 0,1 0,0 0,-1-1,1 0,-1 0,1 0,-1 0,0-1,0 1,0-1,0 0,0-1,-1 1,1-1,-1 1,0-1,0 0,-1 0,1 0,0-3,4-6,-1 0,0 0,-1-1,-1 1,0-1,0-1,-2 1,1-6,1-85,-4 105,0-1,-1 1,1-1,0 0,-1 0,1 1,0-1,0 0,0 0,0 1,0-1,0 0,0 0,0 0,0 1,0-1,0 0,0 0,0 0,1 1,-1-1,0 0,1 1,-1-1,0 0,1 0,-1 1,1-1,-1 1,1-1,0 1,-1-1,1 1,-1-1,1 1,0-1,-1 1,1-1,0 1,0 0,-1 0,1-1,0 1,0 0,-1 0,1 0,0 0,0 0,0 0,-1 0,1 0,0 0,0 0,0 0,0 1,150 69,-143-67,0 1,0 0,0 0,0 1,-1 0,1 0,-1 1,0 0,-1 0,0 0,0 1,0 0,-1 1,0-1,0 1,-1 0,0 0,0 0,-1 1,0-1,0 2,10 90,-11-98,0 0,0 1,0-1,1 0,-1 0,0 0,1 0,0-1,-1 1,1-1,0 1,0-1,0 0,0 0,0 0,0-1,0 1,0-1,0 0,1 1,-1-1,0-1,0 1,0 0,0-1,0 0,0 1,0-1,0 0,0-1,0 1,0 0,-1-1,1 0,0 0,14-4,-1-1,1-1,-1-1,0 0,-1-1,0-1,-1 0,0-1,-1 0,0-2,-1 1,0-1,-1-1,-1 0,2-5,4-27,-16 46,0 1,1-1,-1 0,0 0,1 0,-1 0,0 0,0 0,0 0,0 0,0 0,0 0,0 0,0 0,-1 0,1 0,0 0,-1 0,1 1,0-1,-1 0,1 0,-1 0,1 0,-1 1,0-1,1 0,-1 0,0 1,1-1,-1 1,0-1,0 0,0 1,1 0,-1-1,0 1,0-1,0 1,0 0,0 0,0-1,0 1,0 0,0 0,0 0,-3 2,0-1,0 1,0 0,0 0,1 0,-1 1,0 0,1-1,0 1,0 0,0 0,0 1,0-1,1 1,-1-1,1 1,0 0,0 0,1 0,-1 0,1 0,0 0,0 0,0 1,0-1,1 0,0 1,0 3,0-3,0-1,1 1,0-1,0 1,0-1,1 1,-1-1,1 0,0 0,0 0,1 0,-1 0,1 0,0 0,0-1,0 1,0-1,1 0,-1 0,1 0,0-1,0 1,0-1,0 0,0 0,0 0,1-1,122 32,-53-23</inkml:trace>
  <inkml:trace contextRef="#ctx0" brushRef="#br0" timeOffset="30741.845">10322 5855,'-5'16,"-1"15,1 15,2 13,5 11,4 7,6 4,1 2,-3-2,-2-4,-2-7,-5-9,-10-13,-7-14,-1-14</inkml:trace>
  <inkml:trace contextRef="#ctx0" brushRef="#br0" timeOffset="31609.998">10068 6323,'-10'-39,"2"0,2-1,1 0,2 0,2-18,0 52,0 0,0 0,1 0,0 0,0-1,1 1,0 0,0 0,0 0,1 0,0 1,0-1,0 0,1 1,-1-1,1 1,1 0,-1 0,1 0,0 0,0 1,0-1,1 1,0 0,-1 0,1 1,1 0,-1-1,0 2,1-1,0 1,-1 0,4-1,1 3,0 0,0 0,0 1,-1 0,1 1,0 0,0 1,-1 0,1 0,-1 1,0 0,0 1,-1 0,1 0,-1 1,0 0,-1 0,2 3,-4-5,0 0,0 1,-1 0,0 0,0 0,0 0,0 1,-1 0,0-1,0 1,0 0,-1 1,0-1,0 0,-1 1,0-1,0 1,0-1,-1 1,0-1,0 1,-1 0,0-1,0 1,0-1,-1 0,-2 6,0-4,-1-1,0 0,-1 1,1-2,-2 1,1-1,-1 0,0 0,0 0,0-1,-1 0,0-1,0 0,0 0,0-1,-1 0,1 0,-1-1,0 0,0 0,1-1,-1 0,0-1,-1 0,8 0,0 0,0 1,-1-1,1 0,0-1,0 1,0 0,0 0,0-1,0 0,0 1,-1-1,2 0,-1 0,0 0,0 0,0 0,0 0,1-1,-1 1,0-1,1 1,-1-1,1 1,0-1,0 0,-1 0,1 0,0 0,0 0,1 0,-1 0,0 0,1 0,-1 0,1 0,0 0,0 0,0-1,0 1,0 0,0 0,0 0,1 0,-1 0,1-1,-1 1,1 0,1-1,5-8,1 0,1 0,0 1,1 0,0 0,0 1,1 1,0 0,0 0,1 1,0 0,1 1,-1 1,1 0,0 0,0 2,1-1,-1 2,1 0,11-1,-20 2,1 0,-1 0,0 0,0 0,1 1,-1 0,1 0,-1 0,0 1,1 0,-1 0,0 0,0 0,0 1,0 0,0 0,0 1,0-1,-1 1,1 0,-1 0,0 0,0 1,0 0,0 0,0 0,-1 0,0 0,1 2,10 44,-14-46,0 0,0-1,1 1,-1 0,1-1,0 1,0-1,0 1,0-1,1 0,-1 1,1-1,0 0,0 0,0 0,0 0,1 0,-1-1,1 1,0-1,0 1,0-1,0 0,0 0,0-1,0 1,0 0,1-1,2 0,-1-1,1 0,0 0,-1 0,1-1,-1 0,1 0,-1 0,0 0,1-1,-1 0,0 0,0-1,0 0,0 1,-1-1,1-1,-1 1,0-1,0 0,0 0,0 0,-1 0,1-1,-1 1,0-1,-1 0,1 0,-1 0,0 0,0 0,0-1,-1 1,0 0,0-1,-1 1,1-1,-1 0,0 1,0-1,-1 1,0-1,0 1,0-1,-2-3,1 2,0 1,0-1,-1 1,0 0,0 0,-1 0,1 0,-1 0,-1 1,1 0,-1 0,0 0,0 0,0 1,0 0,-1 0,0 0,0 1,0 0,0 0,-1 0,1 1,-1 0,-4-1,11 3,0 1,0-1,1 0,-1 1,0-1,0 0,0 1,0-1,0 0,0 1,0-1,0 0,0 1,0-1,0 0,0 1,0-1,0 0,0 1,0-1,0 0,0 1,0-1,0 0,-1 1,1-1,0 0,0 0,0 1,-1-1,1 0,0 1,0-1,-1 0,1 0,0 0,-1 1,1-1,0 0,0 0,-1 0,1 0,0 0,-1 0,1 1,0-1,-1 0,1 0,0 0,-1 0,1 0,-1 0,1-1,12 6,0-2,1 0,-1 0,1-1,-1-1,1 0,10 0,11 0,3 2,-15-3,0 2,0 0,0 1,-1 1,1 1,-1 1,0 1,16 8,-31-11,-1-1,0 2,0-1,-1 0,1 1,-1 0,0 0,0 0,-1 1,1-1,-1 1,0 0,-1 0,1 0,-1 0,-1 0,1 0,0 7,9 24,-10-35,0 1,0-1,0 0,0 0,0 0,1 0,-1 0,1 0,-1 0,1 0,0-1,0 1,-1 0,1-1,0 0,1 1,-1-1,0 0,0 0,0 0,1 0,-1-1,0 1,1-1,-1 1,1-1,-1 0,1 0,-1 0,0 0,3-1,72-27,-67 21,1-1,-1 1,-1-2,0 0,0 0,-1 0,0-1,0 0,-1-1,0 0,-1 0,-1 0,0-1,0 0,-1 0,0 0,-1 0,1-12,-5 34,0 0,1 1,0-1,1 0,0 1,0-1,1 0,1 0,0 0,0 0,1-1,0 1,0-1,1 0,0 0,1 0,0-1,1 0,-1 0,2-1,-1 0,7 5,90 38,-51-35</inkml:trace>
  <inkml:trace contextRef="#ctx0" brushRef="#br0" timeOffset="32692.273">11912 6003,'-5'-2,"-1"1,0-1,0 1,0 1,0-1,0 1,0 0,0 0,0 1,0 0,0 0,0 0,1 1,-1 0,0 0,1 0,-1 1,1-1,0 1,0 1,0-1,0 1,1 0,-1 0,1 0,0 1,0-1,1 1,-1 0,1 0,0 0,0 1,1-1,-1 1,1 0,1-2,-1-1,1 0,0 0,0 1,0-1,0 1,1-1,-1 1,1-1,0 1,0-1,0 1,0 0,1-1,0 1,-1-1,1 0,1 1,-1-1,0 0,1 1,0-1,-1 0,1 0,0 0,1-1,-1 1,0 0,1-1,0 0,-1 1,1-1,0 0,0 0,0-1,1 1,-1-1,0 1,0-1,1 0,-1 0,1-1,2 1,7-2,0-1,0 0,-1-1,1 0,-1-1,0 0,0-1,0-1,-1 1,0-2,0 0,0 0,-1-1,0 0,-1-1,1 0,-2-1,1 0,-2 0,1 0,-1-1,3-8,3-5,-2-1,-1-1,-1 1,-1-2,-1 1,-2-1,0 0,-2 0,-1 0,-1 0,-1-1,-2 1,-1 0,-1 0,-6-24,9 49,0-5,0-1,0 1,-1 0,0 0,0 0,-1 1,0-1,0 0,-1 1,0 0,0 0,0 0,-1 0,1 1,-6-4,9 8,0 1,0-1,-1 1,1-1,0 1,0 0,-1-1,1 1,0 0,-1 0,1 0,0 0,-1 0,1 0,0 1,-1-1,1 0,0 1,-1-1,1 1,0-1,0 1,0-1,-1 1,1 0,0 0,0 0,0 0,0 0,0 0,1 0,-1 0,0 0,0 1,-24 42,15-12,2 0,0 0,2 0,2 1,1 0,1 0,2 0,1 2,0-13,1-1,0 0,2 0,1 0,0 0,2-1,0 0,1 0,10 16,-12-25,0 0,2-1,-1 0,1 0,0-1,1 0,0-1,1 0,0 0,0-1,0 0,1-1,0 0,1 0,-1-1,1-1,5 1,-9-2,-1-1,1 1,0-2,0 1,0-1,0-1,0 1,0-1,0-1,0 1,0-1,-1-1,1 1,0-2,0 1,-1-1,1 0,-1 0,0-1,0 0,0 0,-1-1,0 0,1 0,-1 0,-1-1,1 0,-1 0,0 0,-1-1,0 1,0-1,1-2,-2 2,0 0,-1 0,1 0,-2 0,1-1,-1 1,0-1,0 1,-1-1,0 1,0-1,-1 0,0 1,0-1,-1 1,0 0,0 0,-1-1,0 1,0 1,-3-4,6 9,0 0,-1 1,1-1,-1 1,1-1,-1 1,1-1,-1 1,1-1,-1 1,0 0,1-1,-1 1,0 0,1-1,-1 1,0 0,1 0,-1 0,0 0,1 0,-1 0,0 0,0 0,1 0,-1 0,0 0,1 0,-1 0,0 0,1 1,-1-1,0 0,1 0,-1 1,0-1,1 0,-1 1,1-1,-1 1,1-1,-1 1,1-1,-1 1,1-1,-1 1,1 0,0-1,-1 1,1 0,0-1,0 1,-1 0,1-1,0 1,0 0,-11 43,11-33,0 0,0 0,1-1,0 1,1 0,1-1,-1 1,2-1,-1 0,1 0,1 0,0-1,0 1,6 5,-8-9,2-1,-1 1,0-1,1 0,0-1,0 1,0-1,1 0,0 0,-1-1,1 0,1 0,-1 0,0-1,1 0,-1 0,1 0,-1-1,1 0,0 0,0-1,-1 0,8-1,-10 1,0-1,1 0,-1 0,0 0,0 0,0-1,0 0,0 0,0 0,-1 0,1-1,-1 1,1-1,-1 0,0 0,0 0,0-1,0 1,-1-1,0 1,1-1,-1 0,0 0,-1 0,1 0,0-3,16-116,-17 100,7-71,-7 93,0-1,0 1,0 0,0 0,0 0,0 0,1 0,-1 0,0 0,1 0,-1 0,0 0,1 1,-1-1,1 1,-1-1,1 1,-1 0,1-1,0 1,-1 0,1 0,-1 0,1 0,0 0,-1 0,1 1,-1-1,1 1,-1-1,1 1,-1-1,1 1,-1 0,0 0,1-1,-1 1,0 0,0 0,1 0,-1 1,0-1,0 0,0 0,13 6,145 34,-156-41,0 0,0 0,0 0,1 1,-1 0,0 0,0 0,0 0,0 0,-1 0,1 1,0-1,0 1,-1 0,1 0,-1 0,0 0,1 1,-1-1,0 0,0 1,-1 0,1-1,0 1,-1 0,0 0,1 0,-1 0,0 0,-1 0,1 0,0 1,-5 41,2-42,1 1,0-1,0 1,0-1,0 0,1 1,-1-1,1 1,0 0,0-1,0 1,1-1,-1 1,1-1,0 1,0-1,0 1,0-1,1 0,-1 0,1 0,0 0,0 0,0 0,0 0,1 0,-1-1,1 1,-1-1,1 0,0 0,0 0,0 0,0 0,0 0,1-1,10 2,0-1,1-1,-1 0,1 0,-1-2,1 0,0-1,-1 0,0-1,0 0,0-2,0 1,0-2,-1 0,0 0,0-1,-1-1,0 0,11-10,-15 12,-2-1,1 0,0 0,-1-1,-1 1,1-1,-1-1,-1 1,1-1,-1 0,2-8,-5 14,1-1,-1 0,0 0,-1 0,1 0,-1 1,1-1,-1 0,0 0,0 0,-1 0,0 0,1 0,-1 0,0 0,-1 0,1 1,-1-1,1 0,-1 1,0 0,-1-1,1 1,0 0,-1 0,0 0,0 0,0 1,-2-2,3 2,-1 1,1 0,-1 0,0 0,1 0,-1 1,0-1,0 1,0 0,0-1,1 1,-1 0,0 1,0-1,0 0,0 1,1 0,-1 0,0 0,0 0,1 0,-1 0,1 1,-1-1,1 1,0-1,-1 1,1 0,0 0,0 0,0 0,1 1,-1-1,0 0,1 1,0-1,-1 1,1 0,0-1,0 1,1 0,-1 0,0-1,1 1,0 0,0 0,0 0,0 0,0 0,0 6,0 0,0-1,1 1,0 0,1-1,0 1,0-1,1 1,0-1,0 0,1 0,0 0,1-1,-1 0,1 1,1-2,-1 1,1 0,1-1,-1 0,1-1,0 1,13 9,1-1,0-1,1 0,0-2,1 0,0-2,5 1,152 32,-100-33</inkml:trace>
  <inkml:trace contextRef="#ctx0" brushRef="#br0" timeOffset="34195.412">8478 6939,'-1'-8,"0"0,1-1,1 1,-1 0,1 0,1 0,-1 0,2 0,-1 1,1-1,0 0,0 1,1 0,0 0,0 0,1 0,0 1,0-1,0 1,1 1,0-1,0 1,1 0,-1 0,1 1,0 0,0 0,1 0,-1 1,1 0,6-1,-10 3,0 1,1 0,-1-1,0 2,0-1,0 0,0 1,0 0,0 0,0 0,0 0,0 1,0-1,0 1,-1 0,1 0,-1 0,1 1,-1-1,0 1,0 0,0 0,-1 0,1 0,0 1,1 2,3 6,-1 0,0 0,0 1,-1-1,-1 1,0 0,1 8,17 200,-23-219,1 0,-1 0,1 1,0-1,0 0,-1 0,1 1,1-1,-1 0,0 1,1-1,-1 0,1 0,-1 0,1 1,0-1,0 0,0 0,0 0,1 0,-1-1,0 1,1 0,0 0,-1-1,1 1,0-1,-1 1,1-1,0 0,0 0,0 0,0 0,1 0,-1 0,0 0,0-1,0 1,1-1,-1 0,0 0,1 0,7-5,1-1,-1-1,0 0,-1 0,0-1,0-1,-1 1,0-1,0-1,-1 1,0-1,4-8,-1 3,0 0,-1-1,0-1,-2 1,0-1,-1 0,0-1,-1 1,-1-1,0-11,-4 30,-1 0,1-1,-1 1,1-1,-1 0,1 1,-1-1,1 1,-1-1,1 0,-1 1,1-1,-1 0,0 1,1-1,-1 0,0 0,1 0,-1 0,0 1,1-1,-1 0,0 0,1 0,-1-1,0 1,1 0,-1 0,0 0,1 0,-1-1,0 1,1 0,-1-1,1 1,-1 0,1-1,-1 1,1-1,-1 1,1 0,-1-1,1 0,-1 1,1-1,0 1,-1-1,1 1,0-1,-1 0,1 1,0-1,0 0,0 1,0-1,0 0,0 1,-1-1,2 0,-1 0,-3 7,0 1,1-1,0 0,0 1,1-1,0 1,0 0,0 0,1-1,0 1,1 0,-1 0,1-1,0 1,1-1,0 1,0-1,0 1,1-1,0 0,0 0,0 0,1-1,0 1,0-1,0 0,1 0,0 0,0 0,0-1,1 0,-1 0,1-1,0 1,0-1,0-1,0 1,4 0,-4 0,0-1,0 0,0 0,1 0,-1-1,1 0,-1 0,1-1,-1 0,1 0,-1-1,1 1,-1-1,1-1,-1 1,0-1,1 0,-1-1,0 1,-1-1,1 0,0-1,-1 1,1-1,-1 0,0-1,-1 1,1-1,-1 0,0 0,0-1,0 1,0-3,10-78,-7 152,-5-57,0 1,1-1,1-1,-1 1,2 0,-1-1,1 0,0 0,1 0,-1 0,2-1,-1 0,1-1,0 1,0-1,1-1,0 1,0-1,0 0,1-1,-1 0,1-1,0 1,0-2,0 1,5 0,12-2,-1 0,1-2,0-1,-1 0,0-2,0-1,0-1,0-2,-1 0,0-1,-1-1,13-8,-31 15,1 1,0-1,0 0,0 0,0 0,-1-1,1 1,-1-1,0-1,0 1,-1-1,1 0,-1 0,0 0,1-2,-5 5,0 0,0 0,0-1,-1 1,1 0,0-1,-1 1,1 0,-1 0,0 0,0 0,0-1,0 1,0 0,0 1,-1-1,1 0,-1 0,1 0,-1 1,0-1,1 1,-1 0,0-1,0 1,0 0,0 0,0 0,-1 0,1 0,0 1,0-1,0 1,-1-1,1 1,0 0,-1 0,1 0,0 0,-9-2,0 1,-1 0,1 0,0 1,0 1,0 0,0 0,0 1,0 1,0-1,0 2,1 0,-1 0,1 1,0 0,1 0,-1 1,1 1,-2 1,9-7,0 0,1 1,-1-1,1 0,-1 1,1-1,-1 0,1 1,0 0,-1-1,1 1,0 0,0 0,0-1,1 1,-1 0,0 0,1 0,-1 0,1 0,0 0,-1 0,1 0,0 0,0 0,0 0,1 1,-1-1,0 0,1 0,0-1,-1 1,1 0,0 0,0 0,0 0,0 0,0-1,0 1,2 1,4 1,0-1,0 0,0 0,1 0,-1-1,1 0,0 0,-1-1,1 0,0 0,0-1,0 0,0 0,0-1,0 0,-1-1,1 1,0-1,-1-1,1 0,-1 0,0 0,1-1,-3 1,1 0,0-1,-1 1,1-1,-1 0,0-1,-1 1,1-1,-1 0,0 0,0 0,0-1,-1 1,1-1,-2 0,1 0,-1 0,1 0,-2-1,1 1,-1-1,0 1,-3 22,1 0,1 0,0 1,1-1,1 0,0 0,1 0,5 12,-7-25,0 1,0-1,1 0,-1 0,1-1,0 1,0 0,0 0,1-1,-1 1,0-1,1 0,0 0,-1 0,1 0,0 0,0-1,0 1,0-1,1 0,-1 0,0 0,0 0,1 0,-1-1,0 1,1-1,-1 0,1 0,-1-1,1 1,5-1,0-1,0 0,0 0,0-1,0 0,0-1,-1 1,1-2,-1 1,6-6,-3 2,0 0,-1-2,0 1,0-1,-1 0,-1-1,0 0,0-1,-1 0,0 0,-1 0,-1-1,0 0,1-5,-8 31,1 0,0-1,1 1,0 0,1-1,0 1,1-1,0 1,1-1,1 0,0 0,1 0,0 0,0-1,1 0,1 0,0 0,0-1,1 0,3 2,38 9,-28-22</inkml:trace>
  <inkml:trace contextRef="#ctx0" brushRef="#br0" timeOffset="34437.793">9948 6645,'7'13,"15"10,23 5,4-3</inkml:trace>
  <inkml:trace contextRef="#ctx0" brushRef="#br0" timeOffset="35142.926">11271 6791,'-3'28,"2"0,1-1,1 1,1 0,1 0,2-1,1 0,1 0,4 9,35 51,-43-84,-1 0,1 0,0-1,0 0,0 1,0-1,0 0,0 0,0-1,1 1,-1-1,1 0,-1 1,1-1,0-1,-1 1,1-1,0 1,-1-1,1 0,0 0,0-1,-1 1,1-1,0 0,7-3,-2-1,1 0,0-1,-1 0,0 0,-1-1,1 0,-1-1,-1 1,1-2,-1 1,-1-1,1 0,-2 0,1-1,-1 0,-1 0,0 0,0 0,-1-1,0 1,-1-1,0 0,-1 0,0 0,0-4,-8-9,5 29,0 0,0 1,1 0,0-1,0 1,1 0,-1 0,1-1,0 1,1 0,-1 0,1-1,0 1,1 0,0-1,-1 1,2-1,-1 0,0 0,1 0,0 0,1 0,-1 0,1-1,-1 0,1 1,1-1,-1-1,1 1,-1-1,1 1,0-1,0-1,0 1,1-1,-1 0,0 0,1 0,0-1,-1 0,5 0,0-3,1-1,0 0,-1-1,1 0,-1 0,0-1,-1-1,1 1,-1-2,0 1,-1-1,1-1,-1 1,-1-2,1 1,-2-1,1 0,-1 0,0 0,-1-1,0 0,-1 0,0-1,2-8,3 9,-3 29,-4-12,-2 3,2 0,-1-1,1 1,1 0,0-1,0 0,1 0,0 0,0 0,1 0,0-1,1 0,0 0,0-1,1 1,0-1,0-1,0 1,1-1,0-1,0 1,1-1,0-1,-1 1,1-2,1 1,-1-1,5 1,-8-4,-1 1,1-1,0 0,0 0,-1-1,1 0,0 0,-1 0,1 0,-1-1,1 0,-1 0,0-1,0 1,0-1,0 0,0-1,-1 1,1-1,-1 0,0 0,0 0,-1-1,1 1,-1-1,0 0,0 0,0 0,-1 0,0 0,0-1,0 1,1-6,-2 6,4-14,5 21,4 29,-12-22,1-1,0 0,0 1,1-1,0 0,0-1,1 1,0-1,1 0,-1 0,1-1,0 1,1-1,0-1,0 1,0-1,1-1,-1 1,4 1,17-11,-18-4</inkml:trace>
  <inkml:trace contextRef="#ctx0" brushRef="#br0" timeOffset="35412.456">12180 6658,'14'11,"15"6,4 1</inkml:trace>
  <inkml:trace contextRef="#ctx0" brushRef="#br0" timeOffset="35868.543">12835 6858,'-7'-3,"-1"1,0 1,1-1,-1 1,0 0,0 1,1 0,-1 0,0 1,0 0,0 0,1 1,-1-1,1 2,-1-1,1 1,0 1,0-1,0 1,0 0,1 1,0-1,-3 3,3-1,-1 1,1 0,0 0,0 0,1 1,0 0,0 0,1 0,-3 7,6-12,-1 1,1 0,0-1,0 1,1 0,-1-1,1 1,-1 0,1 0,1 0,-1-1,0 1,1 0,0 0,-1-1,2 1,-1 0,0-1,1 1,-1-1,1 0,0 1,0-1,3 2,2 2,1-1,1-1,-1 1,1-1,0-1,0 0,0 0,0-1,1 0,0 0,-1-1,1-1,0 1,0-2,3 1,23 2,-1-2,0-1,1-1,-1-3,0 0,0-2,-1-2,0-1,0-2,9-5,-35 12,-6 3,-1 0,1 0,-1 0,1 0,-1 1,1-1,-1 0,1 1,0-1,0 1,-1-1,1 1,0 0,0 0,-1 0,1 0,0 0,0 0,-1 0,1 0,0 1,0-1,-1 1,1 0,0-1,-1 1,1 0,-1 0,1 0,-1 0,1 0,-1 0,0 0,0 0,1 1,3 5,0 0,1-1,0 0,0 0,0 0,1-1,0 0,0 0,0-1,0 0,1 0,0-1,0 0,0 0,1 0,2-1,0 1,0-2,1 1,-1-2,0 1,1-1,-1-1,6-1,-14 1,1 1,0-1,0 0,0 0,-1-1,1 1,-1-1,1 0,-1 0,1 0,-1 0,0-1,0 1,0-1,0 0,-1 0,1 0,-1 0,0 0,0 0,0-1,0 1,0-1,-1 1,0-1,1 0,-2-4,1-1,-1 1,0 0,-1 0,0-1,-1 1,1 0,-1 0,-1 0,0 0,0 1,0-1,-1 1,0 0,-1 0,1 0,-1 0,-1 1,1 0,-1 0,0 0,0 1,-1 0,0 0,0 0,0 1,0 0,-1 1,1 0,-1 0,0 0,0 1,0 0,0 1,0 0,-1 0,1 1,-6 0,7 1,0 1,0 0,1 0,-1 1,1 0,-1 0,1 1,0 0,0 0,1 0,-1 0,1 1,0 0,0 0,0 1,1-1,0 1,0 0,0 0,1 1,0-1,0 1,1-1,0 1,0 0,0 0,1 0,0 0,0 0,1 0,0 0,0 0,1 6,0-9,0 1,0-1,0 0,1 0,-1 0,1 0,0 0,0 0,0 0,1-1,-1 1,1-1,0 1,0-1,0 0,1 0,-1 0,1-1,-1 1,1-1,0 0,0 0,0 0,0-1,0 1,0-1,0 0,1 0,-1-1,0 1,3-1,31 2</inkml:trace>
  <inkml:trace contextRef="#ctx0" brushRef="#br0" timeOffset="36154.859">13517 6617,'-18'7,"-9"7,-1 10,4 7,5 9,9 3,11 4,9 1,3-8</inkml:trace>
  <inkml:trace contextRef="#ctx0" brushRef="#br0" timeOffset="36419.19">13558 7046,'20'11,"14"6,8 3,3 0,4-4,-1-4,4-4,4-9,6-5,7-7,4-6,2-3,-12 0</inkml:trace>
  <inkml:trace contextRef="#ctx0" brushRef="#br0" timeOffset="39970.007">20455 4011,'-2'0,"-3"0,-3-2,-3-1,-1 0,-1 0,-3 1,-4 4,-4 5,-6 4,3 0</inkml:trace>
  <inkml:trace contextRef="#ctx0" brushRef="#br0" timeOffset="40294.14">21123 3476,'19'-3,"16"-2,15-3,12 0,4-1,-4 1,-10 2,-15 6,-13 4</inkml:trace>
  <inkml:trace contextRef="#ctx0" brushRef="#br0" timeOffset="40551.28">21164 3677,'20'-3,"21"-2,24-3,18-3,19 1,9 3,-13 1</inkml:trace>
  <inkml:trace contextRef="#ctx0" brushRef="#br0" timeOffset="40782.844">22567 3155,'-2'21,"-3"17,-3 15,0 6,1 3,1 0,3-6,1-8,4-13,3-11,1-11</inkml:trace>
  <inkml:trace contextRef="#ctx0" brushRef="#br0" timeOffset="40983.304">22488 2794,'-5'-2,"6"6,13 13,14 16,3 2</inkml:trace>
  <inkml:trace contextRef="#ctx0" brushRef="#br0" timeOffset="41279.459">22835 3476,'3'-2,"22"-14,-1 0,-1-2,-1 0,0-2,-1 0,-2-2,0 0,-1-1,-1-1,1-4,-16 26,0 0,0 0,-1-1,1 1,-1 0,0-1,0 1,1-1,-2 0,1 1,0-1,0 0,-1 0,0 1,1-1,-1 0,0 0,-1 0,1 1,0-1,-1 0,1 0,-1 1,0-1,0 0,0 1,0-1,-1 1,1-1,-1 1,1 0,-1-1,0 1,0 0,0 0,0 0,0 1,0-1,0 0,-1 1,1-1,-2 1,-4 1,-1 0,1 1,0 0,0 0,-1 1,1 0,0 1,0 0,1 0,-1 0,1 1,-1 0,1 1,0 0,1 0,-1 0,1 1,0 0,0 0,1 0,0 1,0 0,1 0,-4 7,4-8,0 0,1 0,-1 1,1-1,1 1,-1 0,1-1,1 1,-1 0,1 0,0 1,1-1,-1 0,1 0,1 0,0 0,0 0,0 0,1 0,0 0,0 0,0 0,1-1,0 1,1-1,-1 0,1 0,0 0,1 0,0-1,6 3,1 0,0-1,1-1,-1 0,1-1,0 0,1-1,-1 0,1-1,0-1,0 0,0-1,0 0,6-2,32 2</inkml:trace>
  <inkml:trace contextRef="#ctx0" brushRef="#br0" timeOffset="41757.484">23423 3102,'-3'8,"-1"0,1 1,0-1,1 1,0 0,0 0,1 0,0 0,1 0,0 0,0 0,1 0,0 0,1 0,0 0,0 0,1-1,0 1,0-1,1 1,0-1,1 0,0-1,0 1,3 2,13 23,-12-22,-1 0,0 1,-1 0,0 0,-1 1,-1-1,0 1,0 1,-2-1,1 0,-2 1,1 7,-3-18,0 0,-1 0,1 0,-1 0,0 0,0 0,0 0,0-1,0 1,-1 0,1-1,-1 1,0-1,1 0,-1 1,0-1,-1 0,1 0,0 0,-1 0,1-1,-1 1,1-1,-1 1,0-1,1 0,-1 0,0 0,0 0,0-1,0 1,0-1,-5 2,0-1,0-1,-1 1,1-1,0 0,0-1,0 0,0-1,0 1,0-1,-4-2,7 1,1 0,-1 0,0 0,1 0,0-1,0 0,0 0,0 0,1 0,0-1,-1 1,1-1,1 0,-1 0,1 0,0 0,0 0,1-1,-1 1,1-1,0 1,1-1,-1 1,1-1,0 1,0-1,1 1,0-1,0 1,0-1,1 1,-1 0,1-1,1 1,-1 0,1 0,0 1,0-1,0 1,0-1,1 1,3-3,10-13,2 1,1 1,0 1,1 0,1 1,0 2,1 0,1 2,0 0,1 1,0 2,0 1,9-2,-30 10,-1-2,0 0,0 1,0 0,0 0,1 0,-1 0,0 0,1 0,-1 1,1 0,-1 0,0 0,1 0,-1 0,1 1,-1-1,0 1,1 0,-1 0,0 0,0 1,0-1,0 1,0 0,0 0,0 0,0 0,-1 0,2 2,-1 5,-1 0,0 1,-1-1,0 1,0-1,-1 1,0-1,-1 1,-1 5,0 9,2-23,-1 6,-1 1,1-1,0 1,1-1,0 1,0 0,0-1,1 1,1-1,-1 1,1-1,0 1,1-1,0 0,0 0,0 0,1-1,0 1,0-1,1 0,0 0,0 0,0-1,6 6,11-1,-2-4</inkml:trace>
  <inkml:trace contextRef="#ctx0" brushRef="#br0" timeOffset="42026.759">23825 2767,'-3'23,"9"19,12 15,3-1</inkml:trace>
  <inkml:trace contextRef="#ctx0" brushRef="#br0" timeOffset="42517.388">24158 3503,'14'-425,"-10"352,-4 71,0 1,1 0,-1 0,1 0,0 0,-1 0,1 0,0 1,0-1,-1 0,1 0,0 0,0 1,0-1,0 0,0 1,0-1,0 1,0-1,0 1,0-1,1 1,-1 0,0 0,0 0,0-1,0 1,0 0,1 0,-1 1,0-1,0 0,0 0,0 0,1 1,-1-1,0 1,0-1,0 1,0-1,0 1,0 0,0-1,0 1,-1 0,1 0,0-1,0 1,0 0,-1 0,1 0,-1 0,1 0,0 1,10 6,255 110,-262-117,0 1,-1-1,1 1,-1 0,1 0,-1 0,0 1,0-1,0 1,0-1,0 1,0 0,-1 0,1 1,-1-1,0 0,0 1,0-1,-1 1,1 0,-1-1,0 1,0 0,0 0,0 0,-1 0,0 0,0 0,0 0,0 0,0 0,-1 3,-8 45,-4 67,14-114,-1-1,1 1,0-1,0 1,0-1,1 1,0-1,0 0,0 0,0 0,0 0,1 0,0 0,0-1,0 1,0-1,0 0,1 0,-1 0,1 0,0-1,0 0,0 1,1-1,5 2,0-1,0 0,0-1,0 0,1-1,-1 0,1 0,-1-1,0 0,1-1,-1 0,0-1,1 0,-1-1,0 0,-1 0,1-1,0-1,-1 1,0-1,0-1,-1 0,1 0,-1-1,-1 0,1 0,-1-1,0 0,-1 0,0 0,0-1,-1 0,0 0,0-1,-1 1,0 0,-1-1,1 1,-1-1,-1 0,0 0,0 0,-1 0,0 0,-1 0,0 0,-1 0,0 0,0 0,-1 0,-1 0,1 1,-2-1,1 1,-2-1,5 8,-1 0,0 1,0-1,-1 1,1-1,0 1,0 0,-1-1,1 1,-1 0,1 0,-1 0,1 0,-1 0,0 0,1 1,-1-1,0 0,0 1,0 0,1-1,-1 1,0 0,0 0,0 0,0 0,0 0,1 0,-1 1,0-1,0 0,0 1,1 0,-1-1,0 1,1 0,-1 0,0 0,1 0,-1 0,1 0,0 1,-1-1,1 0,-1 2,-2 3,1 2,-1-1,2 0,-1 1,1-1,0 1,0-1,1 1,0 0,0 0,1 0,0 0,0 0,1 0,0-1,1 1,0 0,0-1,0 1,1-1,0 1,1-1,-1 0,1 0,1-1,-1 1,1-1,0 0,1 0,-1-1,1 0,0 0,1 0,-1 0,4 0,8 6,0-2,0 0,1-1,1-1,-1-1,1-1,0 0,1-2,-1 0,0-1,1-1,0-1,9-2,16-3</inkml:trace>
  <inkml:trace contextRef="#ctx0" brushRef="#br0" timeOffset="43382.935">26391 3209,'-13'-2,"-12"-2,1 1,-1 1,0 1,0 1,-6 2,32-2,-1 0,0 0,1 1,-1-1,0 0,0 1,1-1,-1 0,0 1,0-1,1 0,-1 1,0-1,0 0,0 1,0-1,0 1,1-1,-1 1,0-1,0 0,0 1,0-1,0 1,0-1,0 0,-1 1,1-1,0 1,0-1,0 0,0 1,0-1,-1 1,1-1,0 0,0 1,-1-1,1 0,0 1,0-1,-1 0,1 0,0 1,-1-1,1 0,0 0,-1 1,1-1,-1 0,1 0,0 0,-1 0,1 0,-1 0,1 0,0 0,-1 0,1 0,-1 0,1 0,-1 0,1 0,0 0,-1 0,1 0,30 17,-20-12,0-1,0 0,0 0,1-1,0-1,0 0,-1 0,1-1,0 0,0-1,0 0,0-1,0 0,0-1,0 0,0-1,2-1,-6-2,-1-1,-1 1,0-1,0 0,0-1,0 1,-1-1,-1 0,1 0,-1 0,-1 0,1-1,-2 1,1-1,-1 1,0-1,-1 0,0 1,0-1,-2-6,3 8,2-72,-3 0,-3 0,-4 0,-3 1,-10-28,21 105,-1 1,0-1,0 0,0 1,1-1,-1 1,0-1,0 0,0 1,0-1,0 0,0 1,0-1,0 1,-1-1,1 0,0 1,0-1,0 1,-1-1,1 0,0 1,-1-1,1 1,0-1,-1 1,1-1,-1 1,1-1,-1 1,1 0,-1-1,1 1,-1 0,1-1,-1 1,1 0,-1 0,0-1,1 1,-1 0,0 0,1 0,-1 0,1 0,-1 0,0 0,1 0,-1 0,0 0,1 0,-1 0,1 1,-1-1,0 0,1 0,-1 1,1-1,-1 0,1 1,-1-1,1 0,-1 1,-4 7,1 0,1 1,-1-1,1 1,1 0,-1 0,2 0,-1 0,1 4,-1 1,-5 24,1 1,3-1,1 1,2 0,1 0,2 0,2 0,2-1,1 0,2 0,1-1,8 13,-13-38,0 0,1-1,1 1,0-1,0-1,1 0,0 0,1-1,0 0,1 0,4 2,-11-8,1 0,0-1,0 1,0-1,0 0,0 0,0 0,0-1,0 0,1 0,-1 0,0-1,1 0,-1 0,1 0,-1-1,0 1,1-1,-1-1,0 1,0-1,1 0,-1 0,-1 0,1 0,0-1,-1 0,1 0,0-1,3-5,0 1,-1-1,0 0,0 0,-1-1,0 0,-1 0,0-1,0 1,-1-1,-1 0,0 0,0-5,8-18,2 62,-11-15,1 0,1 0,1-1,-1 1,2-1,0 0,0-1,1 0,1 0,0 0,0-1,1 0,0 0,0-1,1-1,1 0,0 0,0 0,0-2,10 5,11 1</inkml:trace>
  <inkml:trace contextRef="#ctx0" brushRef="#br0" timeOffset="43749.954">26739 2593,'0'-4,"7"2,8 5,12 6,10 3,-1 1</inkml:trace>
  <inkml:trace contextRef="#ctx0" brushRef="#br0" timeOffset="44171.898">27166 2941,'10'32,"1"0,2-1,1-1,1 0,1-1,15 19,-29-46,-1 1,0-1,0 1,0-1,0 0,1 1,-1-1,1 0,0 0,-1 0,1 0,0 0,0 0,1-1,-1 1,0-1,0 1,1-1,-1 0,1 0,-1 0,1 0,-1-1,1 1,0-1,-1 1,1-1,0 0,-1 0,1 0,0 0,4-6,0-1,-1 0,0 0,0 0,0-1,-1 1,0-1,-1-1,0 1,1-3,4-6,67-121,-75 137,-1 0,0 0,0 1,0-1,0 1,0-1,0 0,0 1,0-1,0 0,0 1,0-1,0 1,1-1,-1 1,0-1,0 1,1-1,-1 0,0 1,1-1,-1 1,0 0,1-1,-1 1,1-1,-1 1,1 0,-1-1,1 1,-1 0,1-1,-1 1,1 0,0 0,-1 0,1-1,-1 1,1 0,0 0,-1 0,1 0,-1 0,1 0,0 0,-1 0,1 1,-1-1,1 0,0 0,-1 0,1 1,-1-1,1 0,-1 0,1 1,-1-1,1 1,-1-1,1 0,-1 1,1 0,4 59,-6-51,1-1,0 0,1 1,0-1,1 0,-1 1,1-1,1 0,0 0,0 0,4 1,0-1,1 1,0-1,0 0,1-1,0 0,0 0,0-1,1 0,0-1,0 0,1-1,0 0,-1 0,1-1,0 0,1-1,0-1,143 23,-82-18</inkml:trace>
  <inkml:trace contextRef="#ctx0" brushRef="#br0" timeOffset="45012.496">29078 2995,'-16'0,"0"1,1 1,-1 0,0 1,1 1,-1 0,1 1,0 1,1 0,-1 1,1 1,1 0,-1 1,2 1,-1 0,6-6,-1 1,1 0,1 0,-1 1,1 0,0 0,0 0,1 1,-1 0,1 0,1 0,0 1,-3 6,6-12,1-1,0 1,0-1,-1 1,1-1,0 1,1-1,-1 1,0-1,0 1,1-1,-1 1,1-1,-1 1,1-1,-1 1,1-1,0 0,0 0,0 1,0-1,0 0,0 0,0 0,0 0,0 0,1 0,-1 0,0 0,0-1,1 1,-1 0,1-1,-1 1,1-1,-1 0,1 1,0-1,62 6,-51-8,0 0,-1 0,1-2,0 1,-1-2,0 0,0 0,0-1,0 0,-1-1,0 0,-1-1,0-1,0 1,0-1,-1-1,-1 0,0 0,0-1,-1 0,0 0,-1-1,0 0,-1 0,0 0,1-8,6-23,-3-1,-1 0,-2 0,-3-1,-1 0,-2 1,-2-1,-3-6,2 19,0 0,-3 0,0 0,-2 1,-3-4,11 34,0-1,0 0,0 0,0 0,-1 0,1 1,-1-1,1 0,-1 0,0 1,0-1,0 0,0 1,0-1,0 1,0-1,0 1,0 0,-1-1,1 1,-1 0,1 0,-1 0,1 0,-1 0,0 0,1 0,-1 1,0-1,0 1,1-1,-1 1,0 0,0-1,0 1,0 0,1 0,-1 0,0 1,0-1,0 0,-1 1,-2 5,0 1,1-1,-1 1,1 0,0 0,1 1,0-1,0 1,0 0,1 0,1 0,-1 0,1 0,0 0,1 1,-1-3,-6 43,3-1,1 1,3 1,2-1,1 0,4-1,1 1,8 23,-11-56,0 0,1 0,1-1,1 0,0 0,1 0,0-1,3 1,-8-10,0 0,0 0,1-1,0 1,0-1,0 0,0-1,0 1,1-1,0 0,0 0,0-1,0 0,0 0,0 0,0-1,1 0,-1 0,1-1,-1 1,0-1,5-1,-4 0,0-1,-1 0,1 0,-1 0,1-1,-1 0,0-1,0 1,0-1,0 0,-1 0,0-1,0 0,0 0,0 0,-1 0,1-1,1-4,4-5,-1-2,0 1,-1-1,-1 0,-1-1,2-7,8-64,-19 117,-1-13,1 1,0-1,2 1,0 0,0 0,2 0,0 0,1-1,0 1,1 0,1-1,0 0,2 0,-1 0,8 13,2-12</inkml:trace>
  <inkml:trace contextRef="#ctx0" brushRef="#br0" timeOffset="45278.952">29452 2514,'12'4,"10"7,1 0</inkml:trace>
  <inkml:trace contextRef="#ctx0" brushRef="#br0" timeOffset="45514.379">29733 2968,'8'18,"0"-1,1 0,0-1,1 0,1 0,1-1,0 0,1-1,1-1,14 12,-26-24,-1 1,1-1,0 0,0 0,0 1,0-1,0-1,0 1,0 0,0 0,0-1,0 1,1-1,-1 0,0 1,0-1,0 0,1 0,-1-1,0 1,0 0,0-1,0 1,1-1,-1 0,0 0,0 0,0 0,0 0,-1 0,1 0,0-1,0 1,-1-1,1 1,-1-1,1 0,-1 1,0-1,0 0,1-1,11-20,-2-1,0-1,-2 0,-1 0,5-25,-7 27,79-246,-74 243</inkml:trace>
  <inkml:trace contextRef="#ctx0" brushRef="#br0" timeOffset="46777.753">18811 2179,'25'8,"-1"-2,1 0,0-2,0 0,0-2,1-1,-1-1,0-1,22-4,147-17,108-29,-158 24,1787-235,-1479 216,1148-128,-1137 116,1528-169,-1445 187,1 24,1 24,84 31,-373-13,341 24,-473-52,-162 16,6-1</inkml:trace>
  <inkml:trace contextRef="#ctx0" brushRef="#br0" timeOffset="48168.159">18464 2246,'0'-10,"0"33,0 1130,7-935,10-1,8-1,34 116,75 307,-128-609,-1 1,2 1,0-1,3-1,0 1,4 4,-12-31,0-1,0 0,0 1,0-1,1 0,-1 0,1-1,0 1,-1 0,1-1,1 1,-1-1,0 0,1 0,-1-1,1 1,-1-1,1 1,-1-1,1 0,0-1,0 1,0 0,0-1,-1 0,1 0,0 0,0-1,0 1,0-1,-1 0,2 0,188-44,94 1,2 12,71 10,-22 0,1792-181,752 2,-2138 138,1810-121,-1930 161,-588 14,-47 4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2:42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4947 2458,'-10'30,"1"0,2 1,1-1,1 1,1 0,2 21,1-40,-2 156,7 0,8 0,17 70,-25-210,54 419,5 19,0 410,-69-652,-9 0,-19 68,-3 49,39-268,-2-72,0-1,0 1,0 0,0 0,0-1,0 1,1 0,-1-1,0 1,0 0,1-1,-1 1,0 0,1-1,-1 1,0 0,1-1,-1 1,1-1,-1 1,1-1,0 1,-1-1,1 0,-1 1,1-1,0 0,-1 1,1-1,0 0,-1 0,1 1,0-1,-1 0,1 0,0 0,0 0,-1 0,1 0,0 0,-1 0,1 0,0-1,0 1,-1 0,1 0,0-1,-1 1,1 0,-1-1,1 1,0-1,25-29,-14 5</inkml:trace>
  <inkml:trace contextRef="#ctx0" brushRef="#br0" timeOffset="2291.949">5121 2645,'-65'-83,"65"82,1 0,0 0,-1 0,1 0,0 1,-1-1,1 0,0 0,0 0,0 1,0-1,0 1,0-1,0 0,0 1,0 0,0-1,0 1,0 0,0-1,0 1,0 0,0 0,0 0,0 0,1 0,-1 0,0 0,0 0,0 0,0 1,0-1,0 0,0 1,0-1,0 1,0-1,0 1,0 0,0-1,3 1,582 65,132-10,380-32,382 2,-1238-23,1323-1,-344-42,-493 16,-421 5,-50 16,28 3,-162 14,101-9,419 36,-628-40,-10-2,1 0,-1 1,1 0,-1 0,1 0,-1 1,1 0,-1 0,1 0,-1 1,0 0,0 0,0 0,0 0,0 1,0 0,-1 0,1 0,-1 1,0-1,0 1,0 0,-1 0,1 0,-1 1,0-1,0 1,0 0,1 3,2 136,-7-94,0 1474,8-1279,-3 118,-55 121,43-2,3-165,5-317,-1 0,1-1,0 1,0 0,0 0,0 0,-1 0,1 0,0 0,0 0,0 0,0 1,-1-1,1 0,0 0,0 0,0 0,0 0,0 0,-1 0,1 0,0 0,0 0,0 0,0 1,0-1,0 0,0 0,-1 0,1 0,0 0,0 0,0 1,0-1,0 0,0 0,0 0,0 0,0 0,0 1,0-1,0 0,0 0,0 0,0 1,-6-10</inkml:trace>
  <inkml:trace contextRef="#ctx0" brushRef="#br0" timeOffset="4401.385">4960 6429,'9'28,"-2"1,-2 0,0 1,-2-1,-1 1,-2 0,-1 0,-1-1,-4 18,0 40,6-85,-1 10,0 0,0 0,1 0,1 0,0 0,0 0,1 0,1 0,0 0,1-1,0 0,0 1,5 6,-4-14,0 0,0 0,0-1,0 0,1 0,-1 0,1-1,0 0,0 0,0 0,0-1,0 1,0-2,0 1,0-1,1 0,5 2,234 21,0-12,231-18,574-57,-137 6,727 2,375 36,-1455 21,480 39,-363-26,-517-14,16-13,-122 6,-37 4,0 0,1 2,-1 0,0 1,1 0,14 4,72 32,-87-32,-16-2,0-1,0 0,0 0,1 0,-1 0,0 0,1 0,-1 0,1-1,-1 1,1-1,-1 0,1 0,0 0,-1 0,1 0,-1 0,1-1,-1 1,1-1,-1 0,1 0,-1 0,0 0,0 0,1 0,-1-1,0 1,0-1,0 0,0 1,0-1,-1 0,1 0,-1 0,1 0,-1 0,1-1,4-110,-7 77,9-376,-10 335</inkml:trace>
  <inkml:trace contextRef="#ctx0" brushRef="#br0" timeOffset="5398.798">5134 4557,'200'62,"-100"-36,-76-19,-11-4,0 0,1 0,-1 2,-1 0,1 0,-1 1,0 0,0 1,-1 1,1 0,-2 0,1 1,0 2,-9-8,0-1,-1 1,1 0,-1-1,0 1,0 0,0 0,0 0,0 0,-1 0,1 0,-1 0,0 0,0 0,0 0,0 0,-1 0,1 0,-1 0,0 0,0 0,0 0,0 0,0-1,-1 1,1 0,-54 63,17-36,-2-2,-1-2,0-2,-2-2,-1-1,-32 9,-21 13,69-30,11-3</inkml:trace>
  <inkml:trace contextRef="#ctx0" brushRef="#br0" timeOffset="5769.194">6218 4637,'-28'-21,"21"14,0 0,-1 1,1 0,-1 1,-1 0,1 0,-1 1,0 0,0 0,0 1,0 0,0 1,-1 0,-8-1,11 4,0-1,0 1,0 0,0 0,0 1,0 0,1 0,-1 1,1 0,-1 0,1 0,0 1,0 0,0 0,1 0,0 1,0 0,0 0,0 0,1 1,-1 0,2 0,-1 0,0 0,-1 5,-1 3,0 0,1 0,0 0,1 1,1-1,0 1,1 0,1 0,0 0,1 0,1 13,1-20,0 0,0 0,1 0,0 0,0-1,0 1,1-1,1 0,-1 0,1 0,0-1,0 1,1-1,0 0,0-1,1 0,-1 0,1 0,0-1,0 0,1 0,-1 0,1-1,0-1,0 1,0-1,0 0,0-1,0 0,1-1,-1 1,1-1,16 0,0-1,-1-1,1-1,-1-1,0-1,0-1,0-2,4-2,40-15</inkml:trace>
  <inkml:trace contextRef="#ctx0" brushRef="#br0" timeOffset="6022.676">6645 4637,'-11'16,"-7"12,1 10,3 6,5 4,8 4,3-1,4-4,3-9,2-9,2-11,5-10,0-7</inkml:trace>
  <inkml:trace contextRef="#ctx0" brushRef="#br0" timeOffset="6283.468">7033 4611,'-38'13,"1"1,0 3,1 0,0 3,2 1,1 1,-25 22,54-42,1 0,0 0,0 0,0 1,1-1,-1 1,0 0,1-1,0 1,0 0,0 1,0-1,0 0,0 0,1 1,0-1,-1 1,1-1,1 1,-1 0,0-1,1 1,0 0,0 0,0-1,0 1,1 0,-1-1,1 1,0 0,1 1,5 3,1 0,1 0,-1-1,1 0,0-1,1 0,0 0,0-1,0 0,0-1,1 0,0 0,-1-1,1-1,1 0,0 0,70 11,0-2,1-5,0-3,9-4,-76 1,69 0</inkml:trace>
  <inkml:trace contextRef="#ctx0" brushRef="#br0" timeOffset="7212.71">12942 2257,'-26'0,"10"-1,0 0,0 2,0-1,0 2,0 0,0 1,1 1,-1 0,1 1,0 1,10-2,1 1,0-1,0 1,0 0,1 0,0 1,0-1,0 0,0 1,1 0,0 0,0 0,1-1,0 2,0-1,0 0,1 0,-1 0,1 0,1 0,-1 1,1-1,1 0,-1 0,1 0,0-1,0 1,0 0,2 2,4 7,0 0,1 0,0-1,1 0,1-1,0 0,1-1,0 0,1 0,0-2,1 0,0 0,1-1,0-1,0 0,1-1,0-1,0-1,0 0,2-1,-12-1,0-1,0 0,0 0,0-1,0 0,0 0,0-1,1 1,-1-1,0-1,0 1,1-1,-1 0,0 0,0-1,0 0,0 0,0 0,-1-1,1 0,-1 0,0 0,1-1,-1 0,-1 0,1 0,-1 0,1-1,-1 0,0 0,-1 0,0 0,2-3,-1-8,-2 0,1 0,-2-1,0 1,-1-1,-1 1,-1-1,0 1,-1 0,0 0,-1 0,-1 0,-1 1,0 0,-1 0,-1 0,0 1,-1 0,-5-6,7 11,1-1,-1 1,-1 1,0 0,0 0,-1 0,0 1,-5-3,11 8,0 0,1 0,-1 1,0-1,0 1,0 0,0 0,0 0,-1 0,1 1,0-1,0 1,-1 0,1 0,0 0,0 0,0 1,-1-1,1 1,0 0,0-1,0 2,0-1,0 0,0 1,0-1,0 1,1 0,-1 0,1 0,-2 1,-2 3,1 1,1-1,-1 0,1 1,0 0,1 0,0 1,0-1,0 0,0 4,-8 33</inkml:trace>
  <inkml:trace contextRef="#ctx0" brushRef="#br0" timeOffset="7479.003">13169 2057,'-22'-80,"4"0,3-2,4 0,3 0,4-1,5-39,12-95,9 1,9-1,1-12,-27 197,-1 9,-1-1,-1 0,-1 0,-1 1,-1-1,-3-12,4 34,0-1,-1 0,1 1,-1-1,1 1,-1-1,0 0,0 1,0 0,0-1,-1 1,1 0,-1-1,1 1,-1 0,0 0,0 0,0 1,0-1,0 0,0 1,0-1,-1 1,1 0,0 0,-1 0,1 0,-1 0,0 0,1 1,-1-1,1 1,-1 0,0-1,-25 4</inkml:trace>
  <inkml:trace contextRef="#ctx0" brushRef="#br0" timeOffset="8383.263">12835 3648,'-6'147,"-22"131,22-258,3-52,2 15,-22-412,23 424,11-113,-11 114,1-1,1 1,-1 0,0 1,1-1,0 0,0 0,0 1,0-1,1 1,-1-1,1 1,0 0,0 0,0 0,0 1,0-1,1 1,-1 0,1 0,0 0,0 0,0 0,-1 1,1 0,2-1,7 2,-1 1,0-1,0 2,0 0,0 0,0 1,0 1,-1 0,1 0,-1 1,0 1,-1 0,1 0,-1 1,0 0,-1 1,0 0,1 2,-5-7,0 1,0 0,0 1,-1-1,0 1,0 0,0 0,0 0,-1 1,0-1,0 1,0 0,-1 0,0 0,0 0,0 0,-1 0,0 1,0-1,0 0,-1 1,0-1,-1 0,1 1,-1-1,0 0,-1 1,1-1,-1 0,-1 0,1 0,-3 3,-145 120,149-128,0 1,0-1,0 1,0-1,1 1,-1 0,0 0,1-1,-1 1,1 0,-1 0,1 0,0-1,0 1,0 0,0 0,0 0,0 0,1 0,-1-1,0 1,1 0,0 0,-1-1,1 1,0 0,0-1,0 1,0-1,0 1,0-1,0 1,1-1,-1 0,0 0,1 1,59 36,-17-21,1-2,1-2,0-2,0-2,1-2,33 0,-2-6,-55-4</inkml:trace>
  <inkml:trace contextRef="#ctx0" brushRef="#br0" timeOffset="8646.564">12701 3154,'18'-9,"22"-4,27 2,27 6,23 7,14 5,2 3,-20 1</inkml:trace>
  <inkml:trace contextRef="#ctx0" brushRef="#br0" timeOffset="9720.974">7140 6041,'-111'155,"69"-99,2 1,-29 56,41-37,28-75,0 0,0 0,0 0,0 0,0 0,1 0,-1-1,0 1,0 0,0 0,1 0,-1 0,0-1,1 1,-1 0,1 0,-1-1,1 1,0 0,-1-1,1 1,-1 0,1-1,0 1,0-1,-1 1,1-1,0 1,0-1,0 0,0 1,-1-1,1 0,0 0,0 0,0 0,0 1,0-1,0 0,-1-1,1 1,0 0,1 0,39-13,-7-5,-1-3,-1 0,-1-2,-1-2,-1 0,-1-2,-2-1,0-1,7-15,-10 17,-2-1,0-1,-3-1,0 0,-2-2,-1 0,-2 0,-1-1,-1-1,-2 0,3-23,-11 49,0 1,0-1,-1 0,0 1,0-1,-1 1,1-1,-2 0,1 1,-1-1,0 1,-1 0,0 0,0 0,-1 0,1 0,-1 1,-1 0,1-1,-1 2,0-1,-1 0,1 1,-1 0,0 0,0 1,-1 0,-1-1,0 2,1 1,-1-1,0 1,0 1,0 0,0 0,-1 1,1-1,0 2,0-1,0 1,0 1,0-1,0 1,0 1,1-1,-1 1,1 1,-1-1,1 1,0 1,1-1,-1 1,1 0,0 1,0 0,0-1,1 2,0-1,0 1,1-1,0 2,0-1,0 0,1 1,0-1,1 1,0 0,0 0,0 0,1 0,0 6,4 7,2 1,0-1,1 1,1-1,1-1,1 0,1 0,0-1,2 0,0 0,1-2,1 1,11 9,-8-4,2 1,-3-6,0 1,-1 1,-2 0,0 1,-1 0,-1 1,-1 0,0 1,-2 0,-1 0,1 10,-7-25,-1 0,0 1,-1-1,0 0,0 1,0-1,-1 0,-1 0,1 0,-1 0,-1 0,1-1,-1 0,0 1,-1-1,0-1,0 1,-1-1,1 0,-1 0,0 0,-2 0,-11 6</inkml:trace>
  <inkml:trace contextRef="#ctx0" brushRef="#br0" timeOffset="10108.285">7647 6228,'-14'46,"-3"-1,-1-1,-3 0,-23 36,13-24,2-5,273-527,-229 453,-14 23,0 0,-1 0,1 0,0 1,-1-1,1 0,-1 0,1 0,0 0,-1 1,1-1,-1 0,1 0,-1 1,1-1,0 1,-1-1,0 0,1 1,-1-1,1 1,-1-1,1 1,-1-1,0 1,1-1,-1 1,0 0,0-1,0 1,1-1,-1 1,0 0,0-1,0 1,0 0,0-1,0 1,0-1,0 1,0 0,0-1,-1 1,1 0,0-1,0 1,0-1,-1 1,1 0,3 297,1-237,2 0,3 0,6 12,-9-48</inkml:trace>
  <inkml:trace contextRef="#ctx0" brushRef="#br0" timeOffset="10366.71">7581 6375,'27'-4,"28"-5,24-4,20-7,13-5,-13 2</inkml:trace>
  <inkml:trace contextRef="#ctx0" brushRef="#br0" timeOffset="10753.891">8610 5907,'-11'3,"-1"-1,0 2,1-1,-1 2,1 0,0 0,0 1,1 0,0 0,0 1,1 1,-1 0,2 0,-1 1,1 0,0 0,1 1,0 0,1 0,0 1,0 0,1 0,-3 10,1-6,0 0,1 1,1-1,0 1,1 0,1 1,0-1,1 1,1-1,1 1,0-1,1 1,1-1,2 9,-3-21,1 1,0 0,-1-1,2 1,-1-1,0 1,1-1,0 0,0 0,0-1,1 1,-1 0,1-1,0 0,0 0,0 0,0 0,0-1,1 0,-1 0,1 0,0 0,-1-1,1 1,0-1,0 0,0-1,0 1,3-1,4 0,0-1,0 0,-1-1,1 0,0-1,-1 0,1-1,-1-1,0 1,0-2,9-5,5-8,-1-1,-1 0,-1-2,-1-1,0-1,-2-1,-1 0,-1-1,-1-1,-2-1,0 0,-2-1,-1 0,-2-1,0 0,-2-1,1-18,-3 29,-1-2,-1 1,0 0,-2-1,-1 1,0-1,-2 1,0-1,-2 1,0 0,-5-13,8 31,-1-1,1 1,-1-1,0 1,0 0,-1 0,1-1,-1 2,1-1,-1 0,0 0,0 1,0 0,-1-1,1 1,0 0,-1 1,1-1,-1 1,0-1,0 1,1 0,-1 1,0-1,0 1,0-1,0 1,0 0,0 1,1-1,-1 1,0-1,0 1,0 0,1 1,-1-1,0 1,1-1,-1 1,1 0,-7 4,1 0,0 0,0 1,1 0,0 1,0 0,0 0,1 1,1 0,-1 0,1 0,1 1,0 0,0 0,1 1,0-1,1 1,-2 10,1 0,1 1,1-1,0 1,2-1,1 1,0-1,2 0,0 1,4 9,14 41,4-1,17 33,-21-58,-2 2,-2 0,-2 0,-2 2,-2 0,1 31,-11-58</inkml:trace>
  <inkml:trace contextRef="#ctx0" brushRef="#br0" timeOffset="11319.783">9038 6335,'-65'238,"62"-258,7-14,2 0,2 1,1 0,1 0,2 1,-8 21,3-14,2 1,1-1,1 2,1-1,1 2,14-20,-26 39,1 1,0-1,0 1,-1-1,2 1,-1 0,0 0,0-1,1 2,-1-1,1 0,-1 0,1 1,0 0,0-1,0 1,0 0,0 0,0 1,0-1,0 0,0 1,0 0,0 0,0 0,0 0,0 0,0 1,0-1,0 1,0 0,0 0,0 0,0 0,0 1,-1-1,1 1,0 0,-1-1,1 1,1 4,0 0,-1 0,0 0,0 1,0-1,-1 1,0-1,0 1,0 0,-1 0,0 0,0 0,-1 0,0 0,0 0,-1 0,0 0,0-1,-1 1,1 0,-2 0,1-1,-1 1,0-1,0 0,0 0,-1 0,0 0,0 0,-1-1,1 0,-6 5,-29 22,39-32,0 0,-1 0,1 0,-1 0,1 0,0 0,-1 1,1-1,0 0,-1 0,1 1,0-1,-1 0,1 0,0 1,0-1,-1 0,1 1,0-1,0 0,0 1,-1-1,1 0,0 1,0-1,0 1,0-1,0 0,0 1,0-1,0 1,0-1,0 0,0 1,0-1,0 1,0-1,0 0,0 1,0-1,0 0,0 1,1-1,-1 1,0-1,0 0,1 1,-1-1,0 0,0 0,1 1,-1-1,0 0,1 0,-1 1,0-1,1 0,-1 0,0 0,1 1,-1-1,1 0,-1 0,0 0,1 0,-1 0,33 3,-29-3,3 0,105 12,-108-10,0-1,1 0,-1 1,0 0,0 0,0 0,0 1,0-1,0 1,-1 0,1 0,-1 0,0 1,0-1,0 1,0 0,-1 0,1-1,-1 2,0-1,0 0,-1 0,1 1,-1-1,-1 0,1-1,-1 1,0 0,0-1,0 1,-1 0,1-1,-1 1,0 0,0-1,0 1,0-1,-1 1,1-1,-1 0,0 0,0 0,0 0,-1 0,1 0,0 0,-3 1,-69 50,61-46,0-1,-1-1,0 0,0 0,0-2,-1 0,0 0,1-1,-1-1,0-1,-1 0,-12-1,8-5</inkml:trace>
  <inkml:trace contextRef="#ctx0" brushRef="#br0" timeOffset="11864.364">10121 5734,'-10'3,"0"1,0 1,0 0,1 0,0 1,0 0,0 0,1 1,-1 0,2 1,-1 0,1 0,0 1,1-1,0 1,1 1,-5 8,-3 6,0 2,2 0,0 0,2 1,1 0,1 0,2 1,0 0,2 0,1 11,0-31,1 0,1 0,0 1,0-1,0 0,1 0,1 0,-1 0,1 0,0 0,1 0,0 0,0-1,1 0,0 1,0-1,1-1,-1 1,2-1,-1 1,1-2,0 1,0 0,0-1,1 0,0-1,0 0,0 0,0 0,1-1,-1 0,1 0,5 0,-3-2,1-1,-1 0,1-1,-1-1,1 1,-1-2,0 1,0-1,0-1,0 0,0 0,-1-1,0 0,0-1,4-4,8-5,-1-2,-1 0,-1-1,0-1,12-18,-8 6,-2 0,-1-2,-2 0,-1-1,-1 0,-2-1,-2-1,-1 0,-2-1,-2 0,-1 0,-1 0,-2 0,-3-12,1 28,-2 1,-1-1,0 1,-1 0,-2 0,0 1,-1-1,-3-5,7 19,1 1,-1-1,0 1,0 0,0 0,-1 1,0-1,0 1,0-1,0 1,-1 1,1-1,-1 0,0 1,0 0,-1 0,1 1,0 0,-1 0,0 0,1 0,-1 1,0 0,0 0,0 0,0 1,0 0,0 0,1 1,-4 0,2 0,1 1,-1 0,1 0,-1 1,1 0,0 0,0 0,0 1,0 0,1 0,-1 0,1 1,0-1,1 1,-1 1,1-1,0 1,0-1,1 1,0 0,0 1,0-1,0 0,1 3,-3 7,1-1,0 1,1 0,1 0,1 0,0 1,1-1,1 0,3 16,8 20,3 0,2-1,3-1,1-1,3 0,2-2,3 1,14 30,-16-29,-2 2,-2 0,-2 2,2 13,-17-39</inkml:trace>
  <inkml:trace contextRef="#ctx0" brushRef="#br0" timeOffset="12112.864">10870 6148,'-18'-5,"-13"-1,-8 1,-5 5,0 7,1 7,5 11,7 7,13 5,15 1,16 1,16-4,17-5,15-7,10-6,7-6,4-10,-13-5</inkml:trace>
  <inkml:trace contextRef="#ctx0" brushRef="#br0" timeOffset="12674.348">12180 5586,'-10'-1,"0"1,0 0,0 1,0 0,0 0,0 1,1 0,-1 1,1 0,-1 0,1 1,0 1,0-1,1 1,0 1,-1-1,2 2,-7 4,-7 10,1 0,0 1,2 0,0 2,-11 20,13-18,1 0,1 2,1-1,2 2,0 0,2 0,2 0,-3 21,8-45,1 0,0 0,1 0,-1 0,1 0,0 0,0 1,0-1,1 0,0 0,0 0,0 0,1 0,-1 0,1 0,0-1,1 1,-1-1,1 1,0-1,0 0,0 0,1 0,-1 0,1-1,0 1,0-1,0 0,0 0,1-1,-1 1,1-1,3 1,7-1,0-1,1 0,-1-1,1-1,-1-1,0 0,0 0,1-2,-2 0,1-1,0 0,-1-1,0-1,-1 0,12-7,-2 0,1-1,-2-1,0-1,-1-1,0-1,-2 0,0-2,-2 0,0-1,-1-1,-1 0,-1-1,-2-1,0 0,-2 0,0-1,-2-1,-1 1,-1-1,-1-1,-2 1,-1-1,0 1,-2-1,-2 1,0-1,-2 1,-1-1,1 15,0 1,0-1,-2 1,1 1,-2-1,1 1,-2 0,1 0,-1 1,-1 0,0 1,0 0,-1 0,5 5,-1 0,1 0,-1 0,1 1,-1 0,0 0,0 1,0-1,0 1,-1 1,1-1,-1 1,1 0,-1 1,1-1,-1 1,1 1,-1-1,1 1,-1 0,1 0,-1 1,1 0,0 0,0 1,-3 1,2 0,1 0,-1 0,1 1,0-1,0 1,1 1,-1-1,1 1,0 0,1 0,-1 1,1-1,1 1,-1 0,1 0,0 0,1 1,-1-1,2 1,-1-1,1 1,0 0,-1 10,1 1,1 0,1-1,0 1,2-1,0 1,1-1,4 13,143 367,-110-164,-23-109,-13-100,0-8</inkml:trace>
  <inkml:trace contextRef="#ctx0" brushRef="#br0" timeOffset="12938.728">12554 6135,'-9'22,"-6"15,-1 8,0 5,5-1,3-3,3-6,5-8,2-7,5-8,5-6,3-11,0-4</inkml:trace>
  <inkml:trace contextRef="#ctx0" brushRef="#br0" timeOffset="13195.044">12514 5934,'5'16,"10"14,12 11,10 11,8 4,4 1,-1-1,-5-3,-9-4,-9-6,-11-5,-18-5,-17-3,-20-2,-20-2,-17-3,4-5</inkml:trace>
  <inkml:trace contextRef="#ctx0" brushRef="#br0" timeOffset="13858.364">12246 6950,'37'177,"-9"2,6 178,-25 435,-2-45,-4-703,-2-17</inkml:trace>
  <inkml:trace contextRef="#ctx0" brushRef="#br0" timeOffset="14616.198">10709 7004,'44'518,"-37"-103,-37 298,-38 251,64-905</inkml:trace>
  <inkml:trace contextRef="#ctx0" brushRef="#br0" timeOffset="15325.646">9145 7043,'-2'2,"1"1,-1-1,1 0,-1 1,1-1,0 0,0 1,0 0,0-1,0 1,1 0,-1-1,1 1,0 0,0-1,0 1,0 2,-1 5,-7 139,7-1,7 16,70 1122,-74-1237,8 176,-10 2,-24 177,4-282,-2-26</inkml:trace>
  <inkml:trace contextRef="#ctx0" brushRef="#br0" timeOffset="16088.07">7662 7071,'-11'15,"0"89,3 602,9-488,-2 1298,-8-1251,-13 29,6-164</inkml:trace>
  <inkml:trace contextRef="#ctx0" brushRef="#br0" timeOffset="17466.248">1 4771,'457'-36,"1037"6,-144 95,-602-23,-612-41,13-1,-1 7,140 24,-139 7,-110-35,-40-5,-3-2</inkml:trace>
  <inkml:trace contextRef="#ctx0" brushRef="#br0" timeOffset="21273.038">10789 7766,'-8'1,"0"1,1 0,-1 1,0 0,1 0,0 0,0 1,0 0,0 0,0 1,1 0,-2 2,5-4,0-1,0 1,1 0,-1 0,1 0,-1 0,1 1,0-1,0 1,1-1,-1 1,1 0,0-1,0 1,0 0,0 0,1 0,-1 0,1 0,0 0,0-1,1 1,-1 0,1 0,1 3,-1-3,0-1,1 0,0 1,0-1,0 0,0 0,0 0,1 0,-1-1,1 1,-1-1,1 0,0 1,0-1,0 0,1-1,-1 1,0 0,1-1,-1 0,1 0,-1 0,1 0,0-1,-1 1,1-1,0 0,-1 0,4 0,3-1,0 0,1 0,-1-1,0 0,0-1,0 0,0 0,0-1,-1-1,0 0,-5 4,0-1,0 0,0 0,-1-1,1 1,-1-1,1 0,-1 0,0 0,0 0,-1 0,1-1,-1 1,1-1,-1 0,0 0,-1 0,1 0,-1 0,1 0,-1 0,0 0,-1-1,1 1,-1 0,0 0,0-1,0 1,-1 0,1-1,-1 1,0 0,0 0,0 0,-1 0,0 0,0 0,0 0,0 0,0 1,-3-4,-1 1,-1 1,0 0,0 0,0 1,0 0,-1 0,1 1,-1 0,0 0,0 0,0 1,0 1,-1-1,1 1,0 1,-1 0,1 0,0 0,-1 1,-7 2,10-2,0 0,1 0,-1 1,0 0,1 0,0 0,-1 1,1 0,0 0,0 0,0 0,1 1,-1 0,1 0,0 0,0 1,0-1,1 1,0 0,0 0,0 0,0 0,1 1,0-1,0 1,0-1,1 1,-1 0,1 4,1-7,0 1,0-1,0 0,0 1,1-1,0 0,-1 1,1-1,0 0,1 0,-1 0,1 0,-1 0,1 0,0 0,0-1,0 1,0-1,0 1,1-1,-1 0,1 1,0-2,-1 1,1 0,0 0,0-1,0 0,1 1,7 2,-1 0,1-1,0 0,0-1,0 0,0-1,0 0,3-1,0 0,-1 0,0-2,0 1,0-2,0 1,-1-2,1 0,-1 0,0-1,0-1,0 0,-1 0,0-1,9-7,-18 12,1 0,-1-1,1 1,-1-1,0 0,0 0,0 1,0-1,0 0,-1-1,1 1,-1 0,0 0,0-1,0 1,0-1,-1 1,1 0,-1-1,0 1,0-1,-1 1,1-1,0 1,-1-1,0 1,0 0,0-1,0 1,-1 0,1 0,-1 0,0 0,0 0,0 0,0 0,0 1,-1-1,1 1,-1-1,0 1,1 0,-1 0,-1 0,-3-3,1 0,-2 1,1 0,-1 0,1 1,-1 0,0 0,0 1,0 0,0 0,-1 1,1 0,0 0,-1 1,1 0,-1 0,1 1,0 1,-1-1,1 1,0 0,0 1,0 0,1 0,-1 1,1 0,-1 0,1 1,1 0,-1 0,1 1,0 0,0 0,0 0,1 0,-4 6,8-8,0-1,-1 1,1-1,0 1,1-1,-1 1,0 0,1-1,0 1,0 0,0 0,1-1,-1 1,1 0,0-1,0 1,0-1,0 1,0-1,1 1,0-1,0 0,0 0,0 0,0 0,1 0,-1 0,1-1,0 1,-1-1,1 0,0 0,1 0,-1 0,0 0,0-1,1 1,-1-1,1 0,0 0,0 0,13 5,1-1,0-1,0-1,0-1,0 0,0-1,0-1,0 0,1-2,-1 0,6-2,-22 4,0 0,0 0,1 0,-1 0,0-1,1 1,-1-1,0 1,0-1,0 0,0 0,0 0,0 0,0 0,0 0,0 0,0-1,0 1,-1-1,1 0,0 1,-1-1,0 0,1 0,-1 0,0 0,0 0,0 0,0 0,0 0,-1 0,1 0,-1-1,1 1,-1 0,0-1,0 1,0 0,0 0,0-1,-1 1,1 0,-1 0,1-1,-1 1,0-1,-7-5,0 0,-1 0,1 1,-2 0,1 1,-1 0,0 0,0 1,-1 0,1 1,-1 0,0 1,0 0,-5 0,-26 5,53 9,4-7,1-1,-1-1,1 0,-1 0,1-2,12-1,3 1,917-21,-894 19,986-46,-403 34,989-47,-1070 21,-540 38</inkml:trace>
  <inkml:trace contextRef="#ctx0" brushRef="#br0" timeOffset="23371.808">9239 8621,'-1'-1,"1"1,-1-1,0 1,0 0,1-1,-1 1,0 0,0-1,0 1,0 0,0 0,1 0,-1 0,0 0,0 0,0 0,0 0,0 0,1 0,-1 1,0-1,0 0,0 0,1 1,-1-1,0 1,0-1,1 1,-1-1,0 1,1-1,-1 1,0-1,1 1,-1 0,1-1,-1 1,1 0,-1 0,1-1,0 1,-1 0,1 0,0 0,0 0,0 0,-16 39,14-37,1 0,0 0,0 0,0 0,0 0,0 0,0 0,1 1,0-1,-1 0,1 0,0 1,1-1,-1 0,1 0,-1 1,1-1,0 0,0 0,0 0,1 0,-1 0,1 0,0 0,-1-1,1 1,0-1,1 1,-1-1,0 0,1 1,-1-1,1-1,0 1,0 0,0-1,0 1,6-2,0 0,0-1,0 0,0-1,0 0,0 0,0-1,0 0,-1-1,0 0,1 0,-2-1,1 0,0 0,-1 0,0-1,0-1,-1 1,0-1,6-7,-9 11,0 0,0 0,0-1,0 1,-1-1,1 0,-1 0,0 0,0 0,0 0,-1 0,0-1,1 1,-1 0,-1-1,1 1,-1-1,0 1,0-1,0 1,0-1,-1 1,0-1,0 1,0 0,0-1,-1 1,1 0,-1 0,0 0,-1 0,1 0,-1 1,1-1,-1 1,0-1,-1 1,0-1,-1 0,0 0,-1 0,0 1,0 0,0 0,0 0,0 0,0 1,-1 0,1 1,-1-1,0 1,1 1,-1-1,0 1,0 0,1 1,-1-1,0 1,1 1,-1-1,1 1,-1 0,1 1,0-1,0 1,0 0,0 1,1 0,-1 0,1 0,0 0,0 1,0 0,1 0,0 0,0 0,0 1,0 0,1 0,0 0,0 0,1 0,0 0,0 1,0-1,1 1,-1 4,2-7,0-1,1 1,-1 0,1 0,0 0,0-1,0 1,0 0,0-1,1 1,0-1,0 0,0 1,0-1,0 0,1 0,-1 0,1 0,0-1,0 1,0-1,0 0,0 0,0 0,1 0,-1 0,1-1,-1 1,1-1,2 0,4 2,0-1,-1-1,2 1,-1-2,0 1,0-2,0 1,0-1,0-1,0 0,3-1,-2 0,-1-1,1 0,-1-1,0 0,0 0,0-1,-1-1,0 1,0-1,0-1,-1 0,0-1,-5 6,0-1,0 0,0 0,0 0,-1 0,0 0,0 0,0-1,0 1,-1-1,1 1,-1-1,-1 0,1 0,0 1,-1-1,0 0,0 0,-1 1,1-1,-1 0,0 0,-1 1,1-1,-1 1,1-1,-1 1,-1 0,0-2,-2-1,0 1,0 0,0 0,-1 0,0 1,0 0,-1 0,1 0,-1 1,0 0,0 1,0-1,-1 1,1 0,-1 1,0 0,0 0,0 1,-6 0,9 0,0 0,0 1,-1 0,1 0,0 0,0 1,-1 0,1 0,0 0,0 1,0-1,0 1,0 0,1 1,-1-1,1 1,-1 0,1 0,0 1,0-1,0 1,0 0,1 0,0 0,0 0,0 0,0 1,0-1,1 1,0 1,0-3,1 1,0-1,1 1,-1-1,0 1,1 0,0-1,0 1,0 0,0 0,1-1,-1 1,1-1,0 1,0 0,0-1,1 0,-1 1,1-1,0 0,0 0,0 1,0-2,0 1,1 0,-1 0,1-1,0 1,0-1,0 0,0 0,0 0,0 0,1-1,-1 1,1-1,-1 0,1 0,0 0,8 3,1-1,-1 0,1-1,0 0,0-1,0-1,0 0,0 0,-1-1,1-1,0 0,-1-1,1 0,-1-1,0-1,7-3,-17 8,-1-1,1 1,-1-1,1 0,-1 0,1 0,-1 0,1 0,-1 0,0 0,0 0,1 0,-1 0,0-1,0 1,0 0,0-1,0 1,-1-1,1 1,0-1,-1 0,1 1,-1-1,0 0,1 1,-1-1,0 0,0 1,0-1,0 0,0 1,-1-1,1 0,0 1,-1-1,1 0,-1 1,0-1,1 1,-1-1,0 1,0-1,0 1,0 0,0-1,0 1,0 0,-1 0,1 0,-1-1,-5-3,0 0,0 1,0 0,0 0,-1 0,1 1,-1 0,0 0,0 1,0 0,0 1,0 0,-1 0,1 0,0 1,8 1,1-1,-1 0,1 1,-1-1,1 0,-1 1,0-1,1 1,-1-1,0 1,1-1,-1 1,0-1,1 1,-1-1,0 1,0-1,0 1,1-1,-1 1,0 0,0-1,0 1,0-1,0 1,0 0,0-1,0 1,-1-1,1 1,0-1,0 1,0 0,0-1,-1 1,1-1,0 1,-1-1,1 1,0-1,-1 0,1 1,-1-1,1 1,-1-1,1 0,-1 1,1-1,-1 0,1 1,-1-1,1 0,-1 0,1 0,-1 0,1 1,-1-1,0 0,22 7,0-1,0-1,1-1,-1 0,1-2,0 0,21-2,-24 0,537-2,235-51,403 14,2181 40,-3362-1,217 1,76 16,-298-16,-6 0,0 0,0-1,0 1,0-1,-1 0,1 1,0-1,0 0,0 0,0 0,0-1,0 1,0 0,-1-1,1 1,0-1,0 1,0-1,-1 0,1 0,0 0,-1 0,1 0,-1 0,1 0,-1-1,0-8</inkml:trace>
  <inkml:trace contextRef="#ctx0" brushRef="#br0" timeOffset="24256.056">15789 7631,'16'-3,"1"0,-1 1,1 1,-1 0,1 1,-1 1,0 0,4 2,11 0,400 14,-427-17,-21 0,4 0</inkml:trace>
  <inkml:trace contextRef="#ctx0" brushRef="#br0" timeOffset="25136.92">15950 8515,'18'2,"13"1,10 0,10-1,7 0,5-1,-1-1,-4 0,-8 0,-10 0,-14 0,-11 0</inkml:trace>
  <inkml:trace contextRef="#ctx0" brushRef="#br0" timeOffset="25664.77">16498 7030,'6'165,"20"100,-1-27,-11 7,-10 1,-22 177,-22 11,38-415,4-24,1-11</inkml:trace>
  <inkml:trace contextRef="#ctx0" brushRef="#br0" timeOffset="26259.121">16485 7178,'23'-14,"0"2,1 1,1 0,0 2,0 1,1 1,0 2,0 0,1 1,-1 2,1 1,4 1,9-1,0 2,1 2,-1 1,-1 2,1 2,-1 2,0 1,-1 2,-1 2,0 1,-1 2,0 2,-2 1,-1 1,0 2,-2 1,-1 2,20 22,-16-10,-1 2,-2 1,-1 1,-3 2,-2 1,-1 1,-3 1,-2 1,-2 0,-2 1,-3 1,-1 0,-3 1,-3 0,0 18,-6-35,-1 0,-1 0,-2 0,-2-1,-1 1,-2-2,-1 1,-1-1,-2-1,-1 0,-2-2,-1 1,-1-2,-2 0,-11 10,-7 7,-2-3,-3-1,0-3,-3-1,-1-2,-2-3,-1-2,-1-2,-2-2,-1-3,0-2,-2-2,0-3,-7-2,-108 5,166-19,7 0</inkml:trace>
  <inkml:trace contextRef="#ctx0" brushRef="#br0" timeOffset="26881.73">18116 7940,'-14'12,"2"1,0 1,1 0,0 1,1 0,0 0,2 1,0 0,0 1,2 0,0 0,1 0,0 1,0 10,5-20,0-1,0 1,1 0,0-1,0 1,1-1,0 0,0 0,1 1,0-1,0-1,1 1,-1 0,1-1,1 0,-1 0,1 0,0-1,1 1,-1-1,1 0,0-1,1 1,-1-1,0-1,1 1,0-1,0 0,0 0,2-1,9 5,0-1,1-1,0-1,0 0,1-2,-1 0,16-1,-26-1,1 0,0-1,0 0,-1 0,1-1,0-1,-1 0,0 0,0-1,0 0,0 0,0-1,-1 0,0-1,0 1,2-4,-5 4,-1 0,1-1,-1 0,0 0,0 0,-1-1,0 1,0-1,0 0,-1 0,0 0,0 0,-1 0,0 0,0 0,-1-1,0 1,0 0,-1 0,0-1,0 1,0 0,-1 0,0 0,-1 0,-1-6,-1 0,-1 1,0 0,0 0,-1 1,-1 0,0 0,0 1,-1-1,0 2,-1 0,0 0,-3-1,7 4,-1 1,0 1,0-1,0 1,0 0,0 1,-1 0,0 0,0 0,0 1,0 0,0 1,0 0,0 0,0 1,-1 0,1 0,0 1,0 0,0 0,0 1,0 0,0 1,0 0,1 0,-1 0,1 1,0 0,0 1,0-1,0 1,0 2,2-2,1 1,-1 0,1 0,1 0,-1 0,1 1,0 0,0-1,1 1,0 0,-1 6,-2 28</inkml:trace>
  <inkml:trace contextRef="#ctx0" brushRef="#br0" timeOffset="28558.505">18583 8153,'60'-11,"-1"2,1 3,27 2,-49 2,98-5,0 5,0 6,0 6,31 11,54 26,-220-46,1-1,-1 1,0-1,0 1,0-1,0 0,0 1,1-1,-1 0,0 0,0 0,1 0,-1 0,0 0,0 0,0-1,0 1,1 0,-1-1,0 1,0-1,0 1,0-1,0 1,0-1,0 0,0 0,0 1,0-1,0 0,0 0,-1 0,1 0,0 0,-1 0,1 0,-1 0,1 0,-1 0,1-1,-1 1,0 0,1 0,-1 0,0 0,0-1,0 1,0 0,0 0,0-1,-1 1,-26-150,9 78,-20-157,10-1,9-22,-9-94,-188-995,101 709,24 143,-46-92,33 205,-144-577,224 850,-19-88,-4-87,39 216,4-1,2 0,3 0,3 1,2-1,9-30,108-346,-95 343,5 1,4 1,5 3,7-8,-41 85,4-7,0 0,-2-2,-1 1,0-1,-2 0,-1-3,-6 25,0-1,0 1,-1 0,0-1,1 1,-1 0,0-1,0 1,0 0,0 0,-1 0,1 0,-1 0,1 0,-1 0,1 1,-1-1,0 1,0-1,0 1,0-1,0 1,0 0,0 0,-1 0,1 0,0 1,-1-1,1 0,0 1,-1 0,1 0,-1-1,1 1,0 1,-1-1,1 0,-1 0,1 1,0 0,0-1,-1 1,-3-1,-346 13,72-12,-211-29,-693-89,-558 21,739 61,643-4,351 39,1 0,-1 1,0 0,0 1,0 0,0 0,1 1,-1 0,1 0,0 1,0 0,0 1,-1 1,-36 16,8-9,30-11,0 0,0 0,0 1,0 0,1 0,-1 0,1 1,0 0,0 1,0-1,1 1,-5 5,1 3,0 2,1-1,1 1,1 0,0 0,1 1,0 0,1 0,1 0,1 0,0 1,1 12,-3 27</inkml:trace>
  <inkml:trace contextRef="#ctx0" brushRef="#br0" timeOffset="29971.787">18744 2605,'2'1,"-1"0,1 1,-1-1,1 0,-1 1,0-1,0 1,0 0,0-1,0 1,0 0,0-1,0 1,0 0,-1 0,1 0,-1 0,0 0,1 0,-1 0,0 0,0 0,0 0,0 0,0 33,-1 0,-2 0,-2 0,-1-1,-1 0,-2 0,-1-1,-2 0,-1-1,-2 0,-6 8,21-39,-43 94,62-116,1-17,-2 0,-1-2,-2 0,6-29,-14 47,85-336,-92 357,0 0,0 1,-1-1,1 0,0 1,0-1,0 0,0 0,0 1,0-1,0 0,0 1,1-1,-1 0,0 0,0 1,1-1,-1 0,0 1,1-1,-1 1,0-1,1 0,-1 1,1-1,-1 1,1-1,-1 1,1-1,-1 1,1 0,0-1,-1 1,1 0,0-1,-1 1,1 0,0 0,-1 0,1 0,0-1,0 1,-1 0,1 0,0 0,-1 0,1 1,0-1,0 0,-1 0,1 0,0 0,-1 1,1-1,0 0,-1 1,1-1,-1 1,1-1,-1 0,1 1,74 108,-28-45,-3 3,-3 2,12 31,-52-99,0 0,0-1,-1 1,1 0,0 0,0 0,-1 0,1 0,-1 1,1-1,-1 0,1 0,-1 0,0 0,0 1,1-1,-1 0,0 0,0 0,0 1,0-1,-1 0,1 0,0 1,0-1,-1 0,1 0,-1 0,1 0,-1 0,1 0,-1 0,0 0,1 0,-1 0,0 0,0 0,0 0,0 0,0-1,0 1,0 0,0-1,0 1,0 0,0-1,0 0,0 1,-1-1,-169 36,-79 12,110-21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0.9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55,'669'-16,"-594"12,301-19,0 16,152 26,-464-14,-62-11,-20-2,13 6,-6-4,1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2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8,'-58'-8,"50"9,18 5,47 13,0-2,1-3,13 0,-7-1,2 1,9 0,-1 4,0 2,-2 4,37 19,-102-42,-1 2,1-1,-1 1,0 0,0 0,0 0,0 1,-1 0,1 0,-1 1,0-1,0 1,-1 0,1 0,-1 1,0 0,-1-1,1 1,-1 0,0 1,-1-1,1 0,-1 1,-1 0,1-1,-1 1,0 0,-1 0,1 0,-5 4,1-1,-2 0,1 0,-1 0,-1-1,1 0,-2 0,1 0,-1-1,-1 0,0 0,0 0,0-1,-1-1,-61 49,-3-4,-1-3,-3-4,-1-2,-35 9,-9 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7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1,'3'22,"0"22,-1 17,3 11,0 10,1 6,2 3,2-4,4-9,-1-18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9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 0,'-2'16,"-4"16,-4 17,-4 14,-1 9,-3 9,0 4,2-4,5-6,3-15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2.2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1 419,'335'271,"-178"-149,-89-73,-67-48,0-1,0 1,0-1,0 0,0 1,0-1,0 0,0 0,0 0,1 0,-1 0,0 0,0 0,0 0,0 0,0-1,0 1,0 0,0-1,1 1,-1-1,0 1,-1-1,1 1,0-1,0 0,0 1,0-1,0 0,-1 0,1 0,0 0,-1 0,1 0,0 1,-1-2,1 1,-1 0,0 0,1 0,-1 0,0 0,0 0,1 0,-1 0,0 0,0-1,0 1,-1 0,1 0,0 0,0 0,0 0,-1 0,1 0,-1-1,-2-257,2 219,3-438,1 429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7.5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0,'8'33,"-2"70,-4 0,-7 33,-11 127,3-128,6 1,7 0,5 0,16 87,-18-203,15 40,-15-58,0-1,0 0,-1 0,1 0,0 0,0 0,0-1,0 0,0 1,1-1,-1 0,0 0,0-1,0 1,0-1,0 1,1-2,12 0,321 0,1018-53,-1147 43,359-22,1742-68,-917 93,-1202 6,-284-20,62 13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8.0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12,'-10'-11,"11"12,11 10,1-1,0-1,0 0,1-1,1-1,-1 0,1-1,0 0,14 2,-20-5,302 86,-204-62,0 4,-2 5,39 22,-128-52,-1 1,0 0,-1 1,1 1,-2 1,1 0,-1 0,-1 1,0 1,0 0,-2 1,7 8,-15-17,0 1,0-1,0 0,-1 0,1 1,-1-1,0 1,0-1,-1 1,0-1,1 1,-1-1,-1 1,1 0,-1-1,0 1,0-1,0 0,0 1,-1-1,0 0,0 0,-1 1,-3 6,-1-1,0-1,-1 1,0-1,0 0,-1-1,0 0,-4 2,-43 27,0-3,-2-2,-2-3,0-2,-21 4,-156 59,-55 6,290-96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8.8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178 150,'-7'17,"2"-1,-1 1,2 0,1 0,0 1,1-1,0 1,2-1,0 1,1-1,1 1,0-1,5 15,-5-19,1-1,1 0,0 0,0 0,1 0,1-1,0 0,1 0,0 0,0-1,1 0,0 0,1-1,0 0,1-1,-1 0,2 0,-1-1,1-1,0 0,0 0,1-1,0 0,0-1,0 0,0-1,1-1,-1 0,1 0,3-1,-4-2,-1-1,1 1,-1-2,1 0,-1 0,0-1,0-1,0 1,-1-2,0 0,0 0,0 0,0-1,-1-1,-1 0,1 0,-1-1,-1 0,1 0,-1 0,-1-1,4-7,-3 4,0-1,-1 1,0-1,-1 0,-1 0,0-1,-1 0,0 1,-1-1,-1 0,-1 0,0 0,0 0,-2 0,0 0,-1 1,-3-11,1 11,0 0,-2 1,0-1,0 1,-1 1,-1-1,0 1,-1 1,0 0,0 0,-1 1,-1 1,0-1,0 2,-1 0,0 0,0 1,-1 1,0 0,0 1,0 1,0 0,-1 0,0 2,0 0,0 1,0 0,0 1,0 1,-6 1,2 0,1 2,0 0,1 1,-1 1,1 0,0 2,0 0,1 0,0 2,1 0,0 1,-2 2,8-6,0 1,1 0,0 1,0-1,1 1,0 1,0 0,1-1,1 2,0-1,0 1,1 0,0 0,1 0,0 0,1 1,0-1,1 1,0 8,3-9,0 0,1 0,0 0,0-1,1 0,1 1,0-1,0-1,1 1,0-1,0 0,1 0,0-1,1 0,0 0,0-1,1 0,0 0,0-1,1 0,-1-1,1 0,0-1,1 0,-1 0,1-1,1 0,68 21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9.2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 63,'-2'1,"0"0,-1 0,1 1,0-1,1 1,-1-1,0 1,0 0,1-1,-1 1,1 0,-1 0,1 0,0 0,0 0,0 0,0 1,0-1,0 0,1 1,-1-1,1 0,-1 2,-4 22,0 1,2 0,0-1,2 1,1 0,2 0,0 0,2 0,0-1,2 1,1-1,10 22,-12-34,1 0,1-1,0 0,1-1,0 1,1-1,0-1,4 4,-9-11,0 0,0 0,1-1,0 1,-1-1,1 0,0 0,1-1,-1 1,0-1,1 0,0-1,-1 1,1-1,0 0,-1-1,1 1,0-1,0 0,0 0,-1-1,3 0,3-2,-1 0,-1-1,1 0,0-1,-1 1,0-2,0 1,-1-1,1-1,-1 0,-1 0,1 0,-1-1,0 0,-1 0,1-3,8-11,-2 0,-1-1,0 0,-2-1,0-1,-2-1,4-14,-1-1,-3-1,-1 0,-2 0,-2 0,-2-42,-5 51,4 33,0 1,0-1,0 0,-1 1,1-1,0 0,0 0,-1 1,1-1,0 0,-1 0,1 0,0 0,-1 1,1-1,0 0,-1 0,1 0,0 0,-1 0,1 0,0 0,-1 0,1 0,0 0,-1 0,1 0,0 0,-1 0,1 0,0 0,-1 0,1 0,0 0,-1-1,1 1,0 0,-1 0,1 0,0-1,0 1,-1 0,1 0,0-1,0 1,-1 0,1 0,0-1,0 1,0 0,-6 19,2 0,0 1,1 0,1 0,1 0,1 3,-1-8,0 15,1 0,1-1,1 1,2 0,1 0,2-1,1 2,-5-21,0 0,1-1,0 1,1-1,0 0,0 0,1 0,0-1,0 0,1 0,0-1,1 0,-1 0,1 0,1-1,-1 0,1-1,0 0,0 0,1-1,0 0,1 0,48 6,-3-9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9.51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1,'-2'20,"-4"19,1 16,-1 10,5 5,1 2,4-2,2-3,2-10,-2-9,-2-10,-3-17,-6-19,-3-9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9.78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53,'281'-20,"-231"18,222-2,315-18,-567 17,-52 6,-32 15,48-12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3.9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6 599,'0'0,"-1"0,1-1,-1 1,1-1,0 1,-1 0,1-1,0 1,-1-1,1 1,0-1,0 1,-1-1,1 1,0-1,0 1,0-1,0 1,0-1,0 0,0 1,0-1,0 1,0-1,0 1,0-1,0 1,0-1,0 1,1-1,-1 1,0-1,0 1,1-1,-1 1,0-1,1 1,-1-1,0 1,1 0,-1-1,1 1,0-2,141-311,-86 79,-49 205,-7 29,0 1,-1-1,1 0,0 1,0-1,0 1,0-1,0 0,0 1,1-1,-1 1,0-1,0 0,0 1,0-1,0 0,0 1,1-1,-1 0,0 1,0-1,1 0,-1 1,0-1,0 0,1 0,-1 1,0-1,1 0,-1 0,0 0,1 1,-1-1,0 0,1 0,-1 0,0 0,1 0,-1 0,1 0,-1 0,0 0,1 0,-1 0,1 0,-1 0,0 0,1 0,-1 0,0 0,1 0,-1 0,1-1,-1 1,0 0,1 0,-1-1,0 1,0 0,1 0,-1-1,33 105,-4 1,-1 22,-8-26,-5 1,-4 0,-5 0,-5 51,0-107,0-46,-1 0,0 1,1-1,-1 0,1 0,-1 1,0-1,1 0,-1 0,1 1,-1-1,1 0,-1 0,1 0,-1 0,0 0,1 0,-1 0,1 0,-1 0,1 0,-1 0,1 0,-1 0,1 0,-1 0,1 0,-1-1,1 1,-1 0,0 0,1-1,-1 1,1 0,-1 0,0-1,1 1,-1 0,0-1,1 1,-1-1,0 1,0 0,1-1,-1 1,1-1,12-12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4.3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84,'-6'14,"0"1,1 0,1 0,0 0,1 0,1 0,0 1,1-1,1 1,0-1,1 1,1-1,0 1,1-1,1 0,0 0,1 0,1-1,0 1,1-1,1-1,0 0,0 0,9 10,-14-19,-1 0,1 1,0-1,0 0,1 0,-1-1,1 1,0-1,0 0,0 0,0 0,0 0,1-1,-1 1,1-1,0 0,-1-1,1 1,0-1,0 0,0 0,0-1,0 1,0-1,1 0,-1-1,0 1,0-1,0 0,0 0,0-1,-1 1,1-1,0 0,-1 0,1-1,1 0,3-8,0 1,-1-2,0 1,-1-1,0 0,-1 0,-1-1,1 0,-2 0,0 0,-1-1,0 1,-1-1,0 0,-1 0,-1-1,1 0,-1 1,-1-1,0 0,-1 0,0 1,-1-1,-1 1,0 0,-1 0,-1 0,0 0,-1 1,0 0,-1 1,-1 0,0 0,0 0,-2 1,8 8,0 0,-1 0,0 0,0 1,0-1,0 1,0 0,0 0,-1 0,1 1,-1-1,1 1,-1 0,1 1,-1-1,0 1,1 0,-1 0,0 0,1 1,-1-1,0 1,1 0,-1 1,1-1,-1 1,1 0,0 0,0 0,0 0,0 1,0 0,0 0,1 0,0 0,-4 4,0 1,0 1,0 0,1 1,0-1,1 1,0 0,0 1,1-1,1 1,-1 0,2 0,0 0,-1 5,2-10,1 1,-1-1,1 0,1 1,-1-1,1 1,0-1,0 0,1 0,0 0,0 0,0 0,1 0,0 0,0-1,0 1,1-1,0 0,0 0,0 0,1 0,-1-1,1 0,2 1,40 19,2-8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4.7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21 240,'-5'15,"1"0,1 0,1 1,0-1,1 1,1 0,0-1,2 1,0 3,-1-13,0 0,0 0,1-1,0 1,0 0,0-1,1 0,-1 1,2-1,-1 0,0 0,1-1,0 1,0-1,0 0,1 0,-1 0,1-1,0 1,0-1,0 0,0 0,1-1,-1 0,4 1,-2-1,0 0,0-1,1 0,-1 0,1-1,-1 1,1-2,-1 1,1-1,-1 0,0-1,1 0,-1 0,0 0,0-1,0 0,-1 0,1-1,-1 0,0 0,0 0,0-1,0 0,-1 0,0-1,3-2,-1-1,0-1,0 1,-1-1,0 0,-1-1,0 1,-1-1,0 0,0 0,-1-1,-1 1,0-1,0 1,-1-1,-1 0,0-9,-2 7,0 0,-1 1,0-1,-1 0,-1 1,0 0,-1 0,0 0,-1 1,0 0,-1 0,0 1,-1 0,0 0,-1 1,0 1,-1-1,0 2,0-1,-6-2,12 9,1-1,-1 1,0 1,0-1,0 1,0 0,0 0,0 0,0 0,0 1,0 0,0 0,0 1,0-1,0 1,0 0,0 0,0 1,0 0,1-1,-1 2,1-1,-1 0,1 1,0 0,0 0,0 0,0 0,0 1,1 0,-1 0,1 0,0 0,1 0,-1 0,-1 5,-2 1,1 1,0-1,1 1,0 0,1 0,0 0,0 0,2 0,-1 1,1-1,1 1,0-1,1 1,0-1,1 1,0-1,1 0,0 0,0 0,1 0,1-1,0 1,0-1,1 0,1-1,4 7,37 26,2-12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4.9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0,'-2'16,"-2"17,6 18,6 17,7 10,5 6,4 2,-3-5,-4-7,-5-8,-5-10,-3-11,-3-17,-1-11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5.2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290 0,'-21'40,"-1"-1,-1-1,-3-1,-1-1,-4 2,-97 96,127-134,0 1,1 0,-1-1,0 1,0 0,0 0,1 0,-1 0,0-1,1 1,-1 0,1 0,-1 0,1 0,0 0,-1 0,1 1,0-1,-1 0,1 0,0 0,0 0,0 0,0 0,0 0,1 0,-1 1,0-1,0 0,1 0,-1 0,0 0,1 0,-1 0,1 0,0 0,-1 0,1-1,0 1,-1 0,1 0,0 0,0-1,0 1,0 0,-1-1,1 1,0-1,0 1,0-1,0 1,1-1,0 0,166 55,98 47,-257-98,-4-1,1-1,0 1,0-1,0 0,0-1,0 1,1-1,-1 0,0-1,1 1,-1-1,4-1,3-4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5.5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0,'-4'21,"-2"20,2 19,5 13,4 10,3 3,1-3,1-4,-1-8,-1-9,2-14,1-14,-2-13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5.7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0,'-5'16,"-3"17,-1 18,2 19,1 15,5 10,4 2,4-4,6-6,4-10,3-10,1-12,1-12,-3-12,-3-11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5.9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75,'27'-4,"25"-7,19-3,15-2,2 0,-12 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6.2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0 170,'3'-9,"0"0,0 0,1 0,0 0,0 0,1 1,0 0,1 0,0 0,0 1,0-1,1 1,0 1,1 0,-1 0,1 0,0 1,1 0,-1 1,1-1,0 2,0-1,0 1,1 1,-1 0,1 0,-1 1,1 0,3 0,-8 1,-1 0,0 1,0-1,0 1,0 0,1 0,-1 0,0 0,-1 1,1 0,0 0,0 0,-1 0,1 0,-1 1,0 0,1-1,-1 1,-1 0,1 1,0-1,-1 0,0 1,1-1,-1 1,-1 0,1 0,1 3,0 4,1 1,-2 0,1 0,-2 0,0 1,0-1,-1 0,0 0,-2 6,-8 35,-2 0,-3-1,-2 0,-2-1,-2-2,-15 24,-3 11,29-60,-2 1,1 0,1 0,1 1,1 1,2-1,-3 20,9-40,-1-1,1 0,0 1,1-1,-1 0,1 0,0 1,0-1,1 0,-1 0,1 0,0 0,1-1,-1 1,1-1,0 1,0-1,0 0,1 0,0 0,-1 0,1-1,0 1,1-1,-1 0,1-1,-1 1,1-1,0 0,0 0,0 0,3 0,7 3,1-1,-1-1,1-1,0 0,0-1,0-1,0 0,0-1,-1-1,1 0,0-1,-1-1,13-4,-23 6,0 0,-1 0,1-1,0 1,-1-1,0 0,1-1,-1 1,0-1,-1 0,1 1,-1-2,0 1,0 0,0-1,0 1,1-4,3-16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6.5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1 175,'11'-13,"16"-10,16-3,17-1,16 1,14 3,7 6,1 5,-16 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8.3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0 424,'18'-86,"3"0,32-78,-18 76,-34 89,0 0,0 0,0 0,0 0,0 0,-1 0,1 0,0 0,-1 0,1 1,0-1,-1 0,1 0,-1 1,0-1,1 0,-1 1,0-1,0 0,0 1,0-1,0 0,0 0,0 1,-1-1,1 0,0 1,-1-1,1 1,-25 419,27-126,1-241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8.5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1,'14'9,"20"3,27-1,28-1,29-8,22-6,11-3,3 0,-8 2,-16 3,-19 7,-28 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9.3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602 0,'-28'3,"0"1,1 2,0 0,0 2,0 0,1 2,1 2,-1 0,2 1,0 1,-10 9,13-10,1 0,1 2,0 0,0 1,2 1,0 0,1 2,1 0,0 0,2 2,0 0,1 0,2 1,0 0,1 1,1 0,1 0,2 1,0 0,1 0,1 0,2 0,1 13,1-19,2-1,0 0,1-1,0 1,1-1,1 0,1 0,0 0,2-1,-1 0,2-1,0 0,0 0,1-1,1 0,0-1,1-1,0 0,1 0,0-2,1 1,0-2,0 0,1-1,0 0,13 2,-14-4,0 0,1-2,-1 0,1 0,0-2,0 0,0-1,0 0,0-1,11-3,-19 3,0-1,0 0,0-1,-1 0,1 0,-1 0,1-1,-1 0,0 0,-1-1,1 0,-1 0,0-1,0 0,-1 0,0 0,0 0,0-1,-1 0,1 0,1-6,-3 6,-1 0,0-1,0 0,-1 1,1-1,-2 0,1 0,-1 0,0 0,-1 0,0 1,0-1,-1 0,0 1,0-1,-1 1,0-1,0 1,0 0,-1 0,-1 0,1 1,-1 0,0 0,0 0,0 0,-1 1,0 0,0 0,-1 0,1 1,-1 0,0 0,0 1,0 0,-1 0,1 0,-4 0,-2 0,1-1,-1 1,0 1,0 1,0 0,0 0,-1 1,1 1,0 0,0 1,0 0,0 1,1 1,-1 0,1 0,0 1,0 1,0 0,1 1,0 0,0 0,1 1,0 1,0 0,1 0,0 1,1 0,0 0,0 1,1 0,1 1,0 0,0-1,1 2,1-1,0 1,1-1,-2 14,5 35,7-7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39.9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1,'0'23,"0"23,0 20,0 14,0 8,2 4,3-2,4-4,1-7,2-9,1-12,-1-16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0.3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7 111,'-3'21,"1"-1,1 1,1 0,1-1,0 1,2-1,0 1,2-1,5 17,-7-28,1 1,0 0,1-1,0 0,1 0,0 0,0 0,0-1,1 0,1-1,-1 0,1 0,1 0,-1-1,1 0,0-1,0 0,1 0,-1-1,2 0,-1 0,0-1,0-1,0 1,0-2,0 1,1-1,-1-1,0 0,1 0,-1-1,0-1,1 0,-1 0,0-1,-1 0,1 0,0-1,-1-1,0 1,0-2,0 1,-1-1,1-1,-2 1,1-1,-1-1,0 1,0-1,-1 0,0-1,0 0,2-7,-3 6,0 0,-1-1,0 0,-1 1,-1-2,0 1,0 0,-1 0,0 0,-1-1,0 1,-1 0,0-1,-1 1,-1 0,1 0,-2 0,1 0,-1 1,-1 0,0-1,-1 2,0-1,0 0,-1 1,0 1,-1-1,1 1,-2 0,1 1,-1 0,0 0,-1 1,0 0,1 1,-2 0,1 0,-1 1,1 1,-2-1,2 4,1 0,0 0,-1 1,1 0,0 1,-1 0,1 0,0 1,1 0,-1 1,0-1,1 2,0-1,0 1,0 1,1-1,0 1,0 1,0-1,1 1,-1 0,2 1,-1-1,1 1,0 0,1 1,0-1,0 1,1 0,0 0,1 0,0 0,0 0,1 0,0 1,1-1,-1 0,2 1,0-1,0 0,0 1,1-1,1 0,0 0,0 0,0-1,1 1,0-1,1 0,0 0,4 4,43 33,5-11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0.7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48,'-8'2,"1"0,-1 1,1 0,0 0,-1 0,1 1,1 0,-1 1,1-1,0 1,0 0,0 1,0 0,1 0,0 0,0 0,1 1,0-1,0 1,1 1,-1-1,2 0,-1 1,1-1,0 1,0 0,1 0,0-1,1 1,0 0,0 0,0 0,1 0,0 0,1 0,0 0,5 9,0-1,1-1,1 1,0-1,1 0,1-1,0-1,1 1,1-2,0 0,0 0,1-1,1-1,0-1,0 0,1 0,0-2,0 0,1-1,15 4,-6-1,0-2,1-1,-1-1,1-1,1-1,-1-2,-15 0,0-1,0-1,0 0,0 0,-1-1,1-1,0 0,-1-1,0 0,0-1,0 0,0 0,-1-1,8-6,-12 6,1 0,-1 0,-1-1,1 0,-1 0,0 0,-1-1,1 0,-2 0,1 0,-1 0,0 0,-1-1,0 0,0 1,-1-1,0 0,0 0,-1 1,0-1,-1 0,-1-7,-1-2,0 0,-2 0,0 0,-1 1,0 0,-1 0,-1 1,-1 0,-1 0,-7-9,10 15,-1 1,0-1,-1 1,0 1,0 0,-1 0,0 0,-1 1,0 1,0 0,0 1,0 0,-1 0,0 1,0 1,0 0,0 0,-1 2,1-1,-1 1,1 1,-1 1,1-1,0 2,-8 1,-5 5,0 2,0 0,0 1,2 2,-1 0,2 2,0 0,1 2,0 0,1 1,1 2,-59 55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1.2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424 0,'-18'5,"-15"10,-14 14,-9 19,-10 18,-4 15,-3 6,13-11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2.2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0,'-4'2,"-2"4,0 4,4 8,2 10,3 11,3 15,1 15,2 11,-1 6,-4 1,-6 1,-3-5,-5-6,1-10,1-12,4-15,4-14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2.5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533 1,'-58'59,"-2"-3,-3-2,-2-3,-44 26,14-10,90-63,-54 47,57-49,1 0,-1 0,0 0,1 0,-1 0,1 0,0 1,0-1,0 1,0-1,0 1,1-1,-1 1,1-1,-1 1,1 0,0-1,0 1,0 0,0-1,1 1,-1-1,1 1,-1 0,1-1,1 2,4 4,0 1,1-1,0-1,1 1,0-1,0 0,0-1,1 0,0 0,0-1,0 0,1-1,4 2,-11-5,52 22,0-3,2-2,0-2,0-3,2-3,-1-2,1-2,19-3,-47-2,-1-1,1-1,0-2,0-1,23-7,-13-1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2.8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1,'-2'9,"-3"19,-4 21,-1 20,-2 16,1 10,3 0,2-4,3-12,5-16,6-17,5-16,1-14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3.0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0,'2'10,"3"13,1 17,0 15,-2 15,-1 8,-2 5,0 2,-1-2,0-6,0-10,0-8,-1-11,1-13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3.6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86,'62'-17,"1"3,0 2,58-2,-97 11,6 0,41-8,1 4,0 3,0 3,0 3,70 12,-134-14,-1 1,0 0,0 1,0-1,0 1,0 1,0-1,0 1,0 1,-1-1,0 1,0 0,0 0,0 1,-1 0,1 0,-1 0,0 1,-1-1,1 1,-1 0,0 1,-1-1,0 1,0-1,0 1,-1 0,0 0,0 0,0 5,-2 9,-2 0,-1 0,0 0,-1-1,-1 0,-2 0,1 0,-2 0,-3 4,8-19,-51 123,23-60,3 1,3 2,-8 43,30-103,0 1,0-1,1 1,0 0,1 0,1 0,-1 0,2 0,0 0,0-1,1 1,1 0,0-1,1 1,0-1,0 0,1 0,1 0,0-1,0 0,1 0,0-1,1 1,0-1,0-1,1 0,0 0,0-1,1 0,4 2,-4-4,0-1,0 0,0 0,1-1,-1-1,1 0,-1 0,1-1,0 0,0-1,-1 0,1-1,0 0,0-1,-1 0,1-1,-1 0,0 0,0-1,0 0,0-1,-1 0,0-1,0 0,0 0,0-1,-1 0,-1-1,1 0,-1 0,0 0,1-3,-6 6,1 0,-1-1,0 1,-1-1,0 1,1-1,-2 1,1-1,0 0,-1 0,0 1,-1-1,1 0,-1 1,0-1,-1 0,1 1,-1 0,0-1,-1 1,1 0,-1 0,0 0,0 0,-3-3,-9-10,0 0,-1 1,0 1,-2 1,-14-11,-228-151,107 77,92 50,61 49,-1 1,1-1,0 1,-1-1,1 0,0 1,0-1,-1 1,1-1,0 0,0 1,0-1,0 0,0 1,0-1,0 0,0 1,0-1,0 0,0 1,0-1,1 0,-1 1,0-1,0 1,1-1,-1 0,0 1,1-1,-1 1,0-1,1 1,-1-1,1 1,-1-1,1 1,-1-1,1 1,0 0,-1-1,1 1,-1 0,1 0,0-1,-1 1,1 0,0 0,-1 0,1 0,0 0,-1 0,1 0,0 0,-1 0,1 0,0 0,126-7,-90 8,296-7,-262 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3.9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20,'16'0,"5"-3,-7-4,-7-2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5.4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 1,'-13'22,"-8"22,1 19,5 15,8 12,8 7,7 2,5-1,3-6,-1-10,-2-14,-2-19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5.8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398 0,'-87'119,"-144"181,169-235,61-65,0 1,0-1,0 1,0-1,0 1,0 0,0-1,0 1,0 0,1 0,-1-1,0 1,1 0,-1 0,0 0,1 0,-1 0,1 0,-1 0,1 0,0 0,0 0,-1 0,1 0,0 1,0-1,0 0,0 0,0 0,0 0,0 0,1 0,-1 0,0 0,1 0,-1 1,0-1,1 0,-1 0,1-1,0 1,-1 0,1 0,0 0,0 0,134 91,-106-75,0-1,1-2,1-1,0-1,0-2,1-1,1-2,-1-1,1-1,0-2,0-1,0-2,18-2,4-6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6.0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0,'27'0,"28"0,24 0,18 0,5 3,-5 0,-20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6.3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0,'25'12,"29"3,30-1,28-2,19-4,12-5,-20-3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6.6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640 119,'-6'-9,"1"1,-2-1,1 1,-1 1,0-1,-1 1,1 0,-2 1,1-1,-1 2,0-1,0 1,0 1,-1 0,1 0,-1 0,0 2,0-1,0 1,-1 1,1-1,0 2,-1 0,1 0,-1 1,1 0,0 0,0 1,-1 1,1 0,-1 1,-7 2,0 2,1 0,0 1,1 0,0 2,0 0,1 0,1 2,0-1,1 2,0 0,1 1,0 0,-7 14,1 0,2 0,2 1,0 0,2 1,2 1,0 0,2 0,1 4,3-11,1 0,1 0,1 0,1 0,1 0,2 0,0 0,2 0,6 20,-7-31,1 1,1-1,1 0,0-1,0 0,2 0,-1 0,2-1,-1-1,2 1,0-2,0 1,1-1,0-1,0 0,10 4,-5-4,0-1,1-1,-1-1,1 0,1-2,-1 0,1 0,-1-2,1-1,0 0,0-1,17-3,-24 2,0 0,0-2,-1 1,1-1,-1-1,0 0,0-1,-1 0,1 0,-1-1,0-1,0 1,-1-2,0 1,0-1,-1-1,0 0,-1 0,1 0,4-10,-9 15,-1 1,0-1,0 1,0-1,0 0,-1 1,0-1,1 0,-1 0,-1 0,1 0,-1 0,1 0,-1-1,0 1,-1 0,1 0,-1 0,1 0,-1 0,-1 0,1 0,0 1,-1-1,0 0,0 0,0 1,0 0,-1-1,1 1,-1 0,0 0,0 0,0 0,0 1,0-1,-1 1,1 0,-4-1,-1 0,1 2,-1-1,0 1,0 1,0-1,-1 1,1 1,0-1,0 1,0 1,1-1,-1 2,0-1,-4 2,-14 8,1 0,0 2,1 0,0 2,2 0,0 2,0 1,2 0,0 1,-2 5,-51 59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47.3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254 1,'-16'4,"-17"9,-18 11,-26 11,0-1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52:46.6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19559 867,'2'18,"1"17,0 19,-1 14,-3 9,-8 7,-13 3,-20-2,-20-4,0-16</inkml:trace>
  <inkml:trace contextRef="#ctx0" brushRef="#br0" timeOffset="3281.333">25761 305,'54'-8,"287"22,-309-12,-18-2,0 1,0 0,0 1,-1 0,1 1,-1 1,5 1,-17-4,1 0,-1-1,0 1,0 0,0-1,0 1,1 0,-1 0,0 0,0 0,-1 0,1 0,0 0,0 0,0 0,-1 1,1-1,0 0,-1 1,1-1,-1 0,0 1,1-1,-1 0,0 1,0-1,0 0,0 1,0-1,0 1,0-1,-1 0,1 1,0-1,-1 0,1 1,-1 0,-29 50,25-46,-15 23,-1-3,2 2,0 0,2 1,1 1,2 0,0 1,2 1,-4 22,10-19,1 0,3 1,0-1,3 12,0-19</inkml:trace>
  <inkml:trace contextRef="#ctx0" brushRef="#br0" timeOffset="3818.285">25922 693,'175'-28,"-102"20,-28 2,0-1,-1-3,39-14,-68 19,0-1,0 0,-1-2,1 1,-2-2,1 0,-1 0,-1-1,1-1,-2 0,1-1,4-7,-6 1,-13 23,-9 23,2 0,0 1,3 0,0 0,2 1,1 0,1 0,1 12,-1 223,3-264,0 0,0 0,0 0,0 0,0 0,0-1,0 1,0 0,0 0,0 0,0 0,1 0,-1-1,0 1,1 0,-1 0,1 0,-1-1,0 1,1 0,0 0,-1-1,1 1,-1-1,1 1,0 0,0-1,-1 1,1-1,0 0,0 1,-1-1,1 0,0 1,0-1,0 0,0 0,0 0,0 1,-1-1,1 0,0 0,0 0,0-1,0 1,0 0,0 0,-1 0,2-1,39-24,-27 12,0-1,0-1,-2 0,0 0,0-2,0-2,11-15,-18 34,-8 15,-15 51,6-28,1 1,2 0,2 0,2 1,1 0,2 0,2 12,8-12,2-12</inkml:trace>
  <inkml:trace contextRef="#ctx0" brushRef="#br0" timeOffset="4263.432">27233 545,'-8'-10,"0"0,-1 0,0 0,-1 1,0 0,0 1,-1 0,0 1,0 0,-1 1,1 0,-1 1,-1 0,1 1,-1 0,0 1,-8-1,16 4,0 1,1-1,-1 1,0 0,0 0,1 0,-1 1,1 0,0 0,-1 0,1 0,0 0,0 1,0 0,0 0,1 0,-1 0,1 1,0-1,0 1,0 0,0 0,1 0,0 0,-1 0,1 1,1-1,-1 1,1-1,0 1,0 0,0-1,0 1,1 0,0 0,0-1,0 1,1 0,0 0,0-1,0 1,0 0,0-1,1 1,0-1,0 0,1 0,-1 0,1 0,-1 0,4 3,7 0,1 1,0-1,0-1,1-1,-1 0,1-1,1 0,-1-1,0-1,1 0,-1-2,1 1,-1-2,1 0,-1-1,7-2,107-24,-128 27,0 1,0 0,0-1,0 1,0 0,0 0,0 0,1 0,-1 0,0 0,0 0,0 0,0 0,0 1,0-1,0 0,0 1,0-1,0 1,0-1,0 1,0-1,0 1,-1 0,1-1,0 1,0 0,-1 0,1 0,0-1,-1 1,1 0,-1 0,1 0,-1 0,1 0,-1 0,0 0,3 46,-3-34,0 42,2-24,-2 0,-1 0,-1 0,-2 0,0 0,-3-1,0 1,-2-2,-8 19,11-38,0 0,0 0,-1 0,0-1,-1 0,0-1,-1 1,1-2,-2 1,1-1,-1 0,-5 2,-8 2</inkml:trace>
  <inkml:trace contextRef="#ctx0" brushRef="#br0" timeOffset="4729.526">27647 532,'31'-7,"1"2,0 1,-1 2,1 0,0 2,0 2,0 1,0 1,-1 2,1 1,8 5,-35-12,1 1,-1 1,0-1,1 1,-1 0,0 0,0 0,0 1,0 0,-1 0,1 0,-1 0,1 1,-1-1,0 1,-1 1,1-1,-1 0,0 1,0-1,0 1,0 0,-1 0,1 2,-6-2,1 1,-1-1,0 0,0 0,-1 0,0-1,1 1,-2-1,1 0,0 0,-1 0,0-1,1 1,-1-1,-1 0,1-1,0 1,-1-1,1 0,-4 0,3 1,-92 34,97-37,1 0,-1 0,0 0,1 0,-1 0,0 0,1 0,-1 0,1 0,-1 1,0-1,1 0,-1 1,1-1,-1 0,1 1,-1-1,1 0,-1 1,1-1,-1 1,1-1,-1 1,1-1,0 1,-1 0,1-1,0 1,0-1,-1 1,1 0,0-1,0 1,0 0,0-1,0 1,0-1,0 1,0 0,0-1,0 1,0 0,0-1,0 1,1 0,-1-1,0 1,0-1,1 1,-1 0,0-1,1 1,-1 0,34 19,34 7,-49-21,0 1,0 0,0 1,-1 1,-1 1,1 1,-1 0,-1 1,0 1,-1 0,-1 2,9 9,-20-20,0 0,-1 0,1 1,-1-1,0 1,0-1,0 1,-1 0,0 0,0 0,0 0,0 0,-1 0,0 0,0 0,0 0,-1 0,1 0,-1 0,-1 0,1 0,-1 0,1-1,-1 1,0-1,-1 1,1-1,-1 0,0 1,0-2,-1 1,1 0,-1 0,-3 2,-7 4,-1 0,0 0,-1-2,0 0,0 0,-1-2,0 0,0-1,0-1,-1 0,1-1,-1-1,0-1,0 0,0-2,0 0,1-1,-1 0,0-2,1 0,-7-3,-36-15,3-3</inkml:trace>
  <inkml:trace contextRef="#ctx0" brushRef="#br0" timeOffset="516.889">20748 466,'28'3,"-1"-2,1 0,0-1,0-2,-1-1,1-1,-1-2,0 0,0-2,-1-1,0-1,-1-1,0-1,0-2,-1 0,-1-1,-1-2,18-16,-33 28,-1 0,-1-1,1 1,-1-1,0-1,0 1,-1 0,0-1,0 0,0 0,-1 0,0-1,0 1,-1-1,0 0,-1 1,1-1,-2 0,1 0,-1 0,0 0,0 0,-2-7,1 13,0 0,-1 0,1 0,0 0,-1 0,1 0,-1 0,0 0,0 1,1-1,-1 0,0 1,-1 0,1-1,0 1,0 0,0 0,-1 0,1 1,0-1,-1 0,1 1,-1 0,1-1,-1 1,1 0,-1 0,1 1,-1-1,1 0,-2 1,-3 1,0-1,1 2,-1-1,0 1,1 0,-1 0,1 1,0 0,0 0,-4 4,-3 5,0 1,0 0,2 1,0 0,0 1,2 1,0-1,1 1,0 1,2-1,-4 16,-2 10,2 2,2-1,2 1,1 19,5 43,4-1,5 0,18 77,3 42,-25-72,-11-101</inkml:trace>
  <inkml:trace contextRef="#ctx0" brushRef="#br0" timeOffset="1238.806">20722 839,'172'-23,"219"0,-373 21,-13 1,0 0,0 0,1 1,-1 0,0 0,0 0,0 0,0 1,0 0,0 0,0 0,0 1,0-1,0 1,-1 0,2 1,-4 0,-1 0,0 1,0-1,0 0,0 0,0 1,-1-1,0 0,1 1,-1-1,0 0,-1 1,1-1,-1 0,1 1,-1-1,0 0,0 0,0 0,-1 0,0 2,-4 14,5-16,0 0,0 1,0-1,1 0,-1 0,1 1,0-1,0 0,0 1,0-1,0 0,1 1,0-1,-1 0,1 0,0 1,1-1,-1 0,0 0,1 0,0 0,0-1,0 1,0 0,0-1,0 0,1 1,-1-1,1 0,-1 0,3 1,1 0,-1-1,1 0,0 0,0 0,0-1,0 0,0 0,0 0,1-1,-1 0,0 0,0-1,0 1,0-2,0 1,0 0,0-1,0 0,0-1,-1 1,1-1,-1 0,0 0,1-1,-2 0,1 0,0 0,-1 0,0-1,0 1,0-1,0 0,-1 0,0-1,0 1,0-1,-1 0,1-3,-2 2,0 0,0-1,-1 1,0-1,-1 1,0-1,0 1,0 0,-1-1,0 1,0 0,-1 0,0 0,-1 1,1-1,-1 1,0-1,-1 1,1 1,-1-1,0 0,-1 1,0 0,-8-7,1 1,-1 1,-1 0,0 1,0 1,-1 0,0 1,0 1,-7-1,0 0,79 5,-2 2,1-3,-1-2,-1-2,1-2,43-15,-74 17,0-1,0-1,0-1,-2-1,1 0,-1-2,-1-1,0-1,-1 0,-1-1,0-1,-2-1,1 0,0-5,-4 6,-1-1,-1-1,-1 0,-1 0,0-1,-2 0,0-1,-1 1,-1-1,-1 0,-1-1,-1 1,-1-1,-1-14,0 33,0-1,0 1,0 0,-1 0,0-1,0 1,0 0,0 0,0 0,0 0,-1 0,1 0,-1 0,0 1,0-1,0 1,0-1,-1 1,1 0,0-1,-1 1,0 1,1-1,-1 0,0 1,0-1,0 1,0 0,0 0,-1 0,1 0,0 1,0-1,0 1,-1 0,1 0,0 0,-1 0,1 0,0 1,-3 0,-6 5,1 0,0 0,0 1,1 1,0 0,0 0,0 1,1 0,1 0,0 1,0 0,1 1,0 0,0 0,2 0,-1 1,1 0,-2 8,-2 4,0 1,2 0,1 0,1 0,0 1,3-1,0 1,1 0,1 0,2 0,1 0,0-1,2 1,1-1,1 0,7 15,0-9,0 0,2-1,1-1,1 0,2-1,1-1,0-2,2 0,2-1,23 19,-42-38,-1 0,1-1,1 1,-1-1,0-1,1 1,0-1,0 0,0 0,0-1,0 0,1-1,-1 1,1-1,-1-1,1 1,-1-1,1-1,-1 1,1-1,0-1,19-10</inkml:trace>
  <inkml:trace contextRef="#ctx0" brushRef="#br0" timeOffset="1506.089">22433 853,'5'9,"1"-1,0 1,1-1,0 0,0-1,1 1,0-1,0-1,1 0,0 0,0 0,0-1,0-1,1 0,0 0,0 0,0-2,0 1,1-1,-1-1,1 1,-1-2,1 0,-1 0,4-1,-10 0,-1 0,1-1,0 1,-1-1,1 0,-1 0,1 0,-1-1,0 1,0-1,0 0,0 0,-1 0,1 0,-1 0,0 0,0-1,0 1,0-1,0 1,-1-1,1 0,-1 0,0 0,-1 0,1 0,-1 0,1 0,-1 0,0 0,-1 0,1 0,-1 1,1-1,-1 0,0 0,-1 0,1 0,-1 1,1-1,-1 1,0-1,-1 1,1 0,-1-1,1 1,-1 1,-2-3,-5-4,-1 1,0 0,0 1,0 0,-1 1,0 0,-1 1,1 0,-1 1,0 0,0 1,0 1,0 0,0 1,-1 0,1 1,-1 0,1 2,0-1,-3 2,-62 27,76-29,-1 1,1-1,0 1,0-1,0 1,1 0,-1 0,0-1,1 1,-1 1,1-1,-1 0,1 0,0 0,0 1,0-1,0 1,1-1,-1 1,1-1,-1 1,1-1,0 1,0-1,0 1,0-1,1 1,-1-1,0 1,1 0,12 24</inkml:trace>
  <inkml:trace contextRef="#ctx0" brushRef="#br0" timeOffset="2012.158">23074 558,'-29'-6,"24"4,-1 0,1 1,-1 0,0 0,0 0,1 0,-1 1,0 0,0 1,1-1,-1 1,0 0,0 0,4 1,0 0,1 1,-1-1,1 0,-1 1,1-1,0 1,-1-1,1 1,1-1,-1 1,0 0,1 0,-1-1,1 1,0 0,0 0,0 0,0-1,0 1,1 0,-1 0,1-1,0 1,0 0,0-1,0 1,0-1,0 1,1-1,0 0,-1 1,1-1,0 0,0 0,0 0,26 42,2-2,2-1,29 28,46 61,-73-73,-34-56,0 0,1 0,-1 0,0 0,1 0,-1 0,0 0,0 0,0 0,0 0,0 0,0 0,0 0,-1 0,1-1,0 1,0 0,-1 0,1 0,-1 0,1 0,0 0,-1 0,0 0,1-1,-1 1,0 0,1-1,-1 1,0 0,0-1,1 1,-1-1,0 1,0-1,0 1,0-1,0 0,0 1,0-1,0 0,0 0,-44 4,35-4,0 0,0-1,1 0,-1-1,1 0,-1 0,1-1,0 0,0-1,0 0,0 0,0-1,1 0,0 0,0-1,1-1,-1 1,1-1,1 0,-1-1,5 4,0 1,1-1,-1 0,1 0,0 0,0 0,1-1,-1 1,1 0,0 0,0 0,0 0,0-1,1 1,0 0,-1 0,2 0,-1 0,0 0,1 0,0 0,0 1,0-1,0 1,1-1,-1 1,3-3,4-4,0 0,1 1,0 0,0 0,1 1,0 0,1 1,0 0,9-3,1 0,0 2,0 0,0 2,1 0,0 1,1 2,-1 0,12 1,-31 1,1 1,-1 0,0 0,1 0,-1 1,1-1,-1 1,0 0,1 0,-1 1,0-1,0 1,0 0,0 0,0 0,0 1,-1-1,1 1,-1 0,0 0,1 0,-1 0,-1 1,1-1,0 1,-1 0,0-1,2 5,22 116,-14-44,-10-70,0-1,0 0,1 0,0 0,0 0,1-1,1 1,-1-1,1 0,0 0,4 3,18-1,-15-14</inkml:trace>
  <inkml:trace contextRef="#ctx0" brushRef="#br0" timeOffset="2414.805">23503 519,'3'-1,"0"-1,0 1,1 0,-1 0,0 0,1 0,-1 1,1 0,-1-1,0 1,1 0,-1 1,1-1,-1 1,4 0,-5-1,12 2,1 0,0 0,0 1,-1 1,0 1,0 0,0 0,0 2,-1 0,0 0,-1 1,1 1,-1 0,-1 0,0 1,0 1,-1 0,-1 0,0 1,0 0,-1 1,0 0,2 7,-5 0,0 0,-2 0,0 0,-2 1,0-1,-1 0,-1 1,0-1,-2 3,-1 27,3-49,1 1,0-1,0 0,0 1,0-1,0 1,0-1,0 0,0 1,1-1,-1 0,0 1,1-1,-1 0,1 0,0 1,-1-1,1 0,0 0,0 0,0 0,0 0,0 0,0 0,0 0,0 0,0 0,0 0,0-1,0 1,1-1,-1 1,0-1,1 1,-1-1,0 1,2-1,51-7,-30-2,0-2,-1 0,-1-1,0-1,0-1,-1 0,-1-2,2-4,19-9,-40 29,0 1,0-1,0 1,0-1,0 1,0 0,0 0,-1-1,1 1,0 0,0 0,-1 0,1 0,-1 0,1 0,-1 0,1 0,-1 0,1 0,-1 0,0 0,0 0,1 0,-1 0,0 1,0-1,0 0,0 0,2 10,35 34,-10-26</inkml:trace>
  <inkml:trace contextRef="#ctx0" brushRef="#br0" timeOffset="2817.366">24733 880,'-3'-7,"0"0,0 0,-1 1,0-1,0 1,0 0,-1 0,0 0,0 1,0 0,-1 0,0 0,0 0,0 1,0 0,-1 1,1-1,-1 1,0 0,0 1,0 0,-1 0,1 0,0 1,-1 0,1 1,-1 0,1 0,-1 0,1 1,0 0,-1 0,1 1,0 0,0 0,0 1,0 0,0 0,0 1,1 0,0 0,0 0,0 1,0 0,1 0,-1 0,1 1,1 0,-1 0,1 0,0 0,0 1,2-4,0 1,0-1,1 0,-1 1,1 0,0-1,0 1,0 0,1-1,-1 1,1 0,0 0,0-1,0 1,0 0,1 0,-1 0,1-1,0 1,0 0,1-1,-1 1,1-1,0 0,0 1,0-1,0 0,0 0,1 0,-1 0,1-1,0 1,0-1,3 3,1-1,1-1,0 0,0 0,0 0,0-1,0 0,1-1,-1 0,1 0,-1-1,1 0,-1 0,1-1,-1 0,1 0,-1-1,0-1,0 1,0-1,0 0,0-1,0 0,-1 0,0-1,0 0,0 0,-1 0,1-1,-1 0,-1-1,3-2,6-16,-1-1,-1 0,-1 0,-1-1,-2-1,-1 1,-1-1,-1-1,-2 1,0-1,-2-17,3-8,-1 0,-3-1,-3 1,-5-26,8 78,0-1,0 0,-1-1,1 1,-1-1,0 1,0 0,0 0,0-1,-1 1,1 0,-1 0,0 0,0 1,0-1,0 0,-1 1,-1-3,3 5,-1 0,0 0,1 1,-1-1,0 0,1 1,-1-1,1 0,-1 1,0 0,1-1,-1 1,1 0,0 0,-1 0,1 0,0 0,-1 0,1 0,0 0,0 1,0-1,0 0,0 1,0-1,1 1,-1-1,0 1,0 0,-10 21,1-1,1 1,1 1,1 0,1 0,1 0,1 1,1-1,0 23,3-11,1 0,1 0,2 0,2 0,1-1,2 2,12 34</inkml:trace>
  <inkml:trace contextRef="#ctx0" brushRef="#br0" timeOffset="-1907.515">16270 251,'0'21,"3"19,0 20,-1 16,1 12,-2 6,-2 2,-4-4,-1-8,-1-14,0-17,1-17</inkml:trace>
  <inkml:trace contextRef="#ctx0" brushRef="#br0" timeOffset="-1606.139">16631 399,'-47'35,"2"2,2 2,1 2,2 1,3 3,-8 12,37-47,-1 0,2 0,0 1,0 0,1 0,0 1,1-1,0 1,1 0,1 1,-1-1,2 1,0-1,0 11,3-19,0 0,0 0,1 0,0 0,-1 0,1-1,1 1,-1 0,0-1,1 0,0 1,0-1,0 0,0-1,0 1,1 0,-1-1,1 0,-1 0,1 0,0 0,0-1,1 1,95 25,-49-20,1-2,-1-2,1-3,12-3,23-13,-54 4</inkml:trace>
  <inkml:trace contextRef="#ctx0" brushRef="#br0" timeOffset="-1345.26">16979 573,'22'-3,"25"0,21 0,13 1,7 0,-6 1,-16 0</inkml:trace>
  <inkml:trace contextRef="#ctx0" brushRef="#br0" timeOffset="-1068.971">17018 773,'27'0,"26"0,23 0,22-3,13 1,5-4,-17 1</inkml:trace>
  <inkml:trace contextRef="#ctx0" brushRef="#br0" timeOffset="-370.57">18115 586,'-1'-1,"0"1,0 0,0-1,0 1,1-1,-1 1,0-1,0 1,1-1,-1 0,1 1,-1-1,0 0,1 0,-1 1,1-1,0 0,-1 0,1 0,0 0,-1 0,1 1,0-1,0 0,0 0,0 0,0 0,0 0,0 0,0 0,0 0,0 0,0 1,1-1,-1 0,0 0,1 0,-1 0,0 0,1 1,-1-1,1 0,-1 0,1 1,0-1,-1 0,1 1,0-1,0 1,-1-1,1 1,0-1,24-14,-23 14,0 1,0-1,0 1,0-1,-1 0,1 0,0 0,0 0,-1 0,1 0,-1 0,1 0,-1-1,1 1,-1 0,0-1,0 1,0-1,1 0,-2 1,1-1,0 0,0 0,0 0,-1 1,1-1,-1 0,0 0,1 0,-1 0,0 0,0 0,0 0,0 0,-1 0,1 0,0 0,-1 1,0-1,1 0,-1 0,-4-4,0 0,0 1,-1 0,1 0,-1 0,0 1,0 0,-1 0,1 1,-1 0,0 0,0 0,0 1,0 0,0 0,-1 1,1 0,-1 0,1 1,-2 0,-2-2,-1 1,0 0,0 1,0 1,0 0,0 0,0 2,1-1,-1 1,1 1,-1 0,1 0,0 1,1 1,-1 0,1 0,0 1,1 1,0-1,0 1,0 1,1 0,1 0,-2 3,7-10,1 1,-1 0,1 0,0 0,0 0,1 0,-1 0,0 0,1 0,0 0,0 0,0 0,0 0,0 0,1 0,-1 0,1 0,0 0,0 0,0 0,0 0,0 0,1-1,-1 1,1 0,0-1,0 1,0-1,0 0,0 1,0-1,1 0,-1-1,1 1,-1 0,1-1,2 2,10 2,1 1,0-2,0 0,0-1,1 0,0-2,-1 0,1 0,-1-2,1 0,6-2,-6 1,0 0,-1-2,1 0,-1-1,0 0,15-8,-26 11,1-1,-1 0,0 0,0 0,0-1,-1 1,1-1,-1 0,0 0,0-1,-1 1,1-1,-1 0,0 0,0 0,0 0,-1-1,0 1,0-1,0 1,0-4,-5-17,0 36,8-1,-1 0,1 0,0 0,1-1,0 0,1 0,-1-1,1 1,1-1,1 1,11 11,-4-3,-1 2,0 0,-1 1,-1 0,0 1,-2 0,0 1,-1 2,-7-15,0-1,0 1,-1 0,0 0,-1 0,1 0,-2 0,1 1,-1-1,0 0,-1 0,0 0,0 0,-1 0,0 0,0 0,-1 0,0 0,0-1,-1 0,0 1,0-2,-1 1,-3 3,-9 5,0 0,-1-2,0 0,-1-1,-1-1,0-1,0-1,-1 0,0-2,-1 0,0-1,0-2,0 0,0-1,-1-2,-2 0,24-1,-8 2,0-1,0 0,0-1,0 0,0-1,1 0,-1 0,0-1,0 0,1 0,-7-3,-1-5</inkml:trace>
  <inkml:trace contextRef="#ctx0" brushRef="#br0" timeOffset="-3631.974">10843 639,'0'3,"1"0,0 0,0 0,0 0,0 0,0-1,0 1,1-1,0 1,-1-1,1 1,0-1,0 0,0 0,0 0,1 0,-1 0,1 0,-1-1,1 1,-1-1,1 1,0-1,0 0,0 0,0-1,-1 1,1 0,0-1,3 0,4 1,0-1,0 0,0-1,0 0,0 0,-1-1,1-1,7-2,2-2,-2 0,1-1,-1-1,0 0,-1-2,0 0,-1 0,0-2,-1 0,0 0,-1-2,-1 1,0-1,-1-1,-1 0,0-1,-1 0,2-8,-8 17,-1 0,-1 1,1-1,-1 0,0 0,-1 0,0 0,0 0,-1 0,-1-2,2 7,0 1,0 0,-1 0,0-1,1 1,-1 0,0 0,0 0,0 0,0 0,0 0,-1 0,1 0,-1 0,1 1,-1-1,1 1,-1-1,0 1,0-1,0 1,0 0,0 0,0 0,0 0,0 0,0 1,-1-1,1 0,0 1,0 0,-1 0,1-1,0 1,0 1,-1-1,1 0,-5 2,1 1,0-1,0 1,1 0,-1 1,0-1,1 1,0 0,0 1,0-1,0 1,1 0,0 0,0 0,0 1,1-1,0 1,0 0,0 0,1 0,-1 1,-12 33,1 2,2-1,2 2,2-1,2 1,1 1,3-1,1 24,5 107,18 112,4 101,-27-336,-2-13</inkml:trace>
  <inkml:trace contextRef="#ctx0" brushRef="#br0" timeOffset="-3384.634">10802 973,'23'-7,"21"-6,19-4,14-4,9 1,2 0,-13 4</inkml:trace>
  <inkml:trace contextRef="#ctx0" brushRef="#br0" timeOffset="-2852.768">11457 1067,'36'-255,"-29"125,-7 130,0-1,1 0,-1 1,1-1,-1 1,0 0,1-1,-1 1,1-1,0 1,-1 0,1-1,-1 1,1 0,-1 0,1-1,0 1,-1 0,1 0,0 0,-1 0,1 0,0 0,-1 0,1 0,0 0,-1 0,1 0,-1 0,1 1,0-1,-1 0,1 0,-1 1,1-1,0 0,-1 1,1-1,-1 0,1 1,-1-1,1 1,-1-1,0 1,1 0,4 1,218 76,-218-75,1 0,-1 1,1-1,-1 1,0 0,0 1,-1-1,1 1,-1 0,0 0,0 0,-1 1,1-1,-1 1,-1 0,1 0,-1 0,0 0,0 0,-1 1,0-1,0 1,0-1,-1 1,0-1,0 6,-12 134,11-144,1 1,0-1,0 1,0-1,1 1,-1-1,0 1,1-1,0 1,-1-1,1 1,0-1,0 0,1 0,-1 1,0-1,1 0,-1 0,1 0,0 0,0-1,0 1,0 0,0-1,0 1,0-1,0 0,0 0,1 0,-1 0,0 0,1 0,-1-1,1 1,-1-1,1 1,0-1,11 0,-1-1,1 0,0 0,-1-2,1 1,-1-2,0 0,0 0,-1-2,1 1,-1-1,0-1,0 0,-1-1,0 0,-1-1,1 0,-2-1,5-4,-7 6,1 0,-1-1,-1 0,1 0,-1 0,-1-1,0 0,0 0,-1 0,0-1,-1 1,0-1,-1 0,0 0,-1 0,0 0,-1 0,0 0,-1-8,0 17,1 0,-1 0,0 0,1 0,-1 0,0 1,-1-1,1 0,0 0,0 1,-1-1,1 0,-1 1,1 0,-1-1,0 1,1 0,-1 0,0 0,0 0,0 0,0 0,0 1,0-1,0 0,0 1,0 0,0-1,-1 1,1 0,0 0,0 0,0 1,0-1,0 0,0 1,0 0,0-1,0 1,0 0,0 0,0 0,0 0,0 0,1 0,-1 1,1-1,-2 2,-6 5,1 1,0 0,0 0,1 1,0 0,1 0,0 0,0 1,1 0,1 0,0 1,0-1,1 1,0 5,2-13,0 0,0 1,1-1,0 1,-1-1,2 0,-1 1,0-1,1 1,0-1,0 0,0 1,1-1,-1 0,1 0,0 0,0 0,0 0,1 0,0-1,-1 1,1-1,0 0,1 0,-1 0,0 0,1 0,1 0,8 3,2 0,-1 0,1-1,-1-1,1 0,1-1,-1-1,0-1,1 0,-1 0,8-2,48-2</inkml:trace>
  <inkml:trace contextRef="#ctx0" brushRef="#br0" timeOffset="-2602.38">12781 760,'-18'0,"-13"4,-8 7,-2 5,1 5,6 5,8 4,9 2,13-1,18-1,17-7,14-6,15-6,7-6,4-3,1-6,-12-3</inkml:trace>
  <inkml:trace contextRef="#ctx0" brushRef="#br0" timeOffset="-2311.158">13155 732,'-1'0,"1"-1,-1 0,1 0,0 0,-1 0,1 0,-1 0,0 0,1 1,-1-1,0 0,1 0,-1 1,0-1,0 0,1 1,-1-1,0 1,0-1,0 1,0-1,0 1,0 0,0 0,0-1,0 1,0 0,0 0,0 0,0 0,0 0,0 0,0 0,0 0,0 1,0-1,0 0,0 1,0-1,0 0,0 1,0-1,1 1,-1 0,0-1,0 1,0 0,1-1,-1 2,-1 5,1 0,0 0,0 1,1-1,0 0,0 1,1-1,0 0,0 1,1-1,-1 0,3 4,-4-10,4 17,0-1,2 0,0 0,0 0,2-1,0 0,1-1,0 1,1-2,1 1,1-1,0-1,0 0,1-1,1 0,0-1,1-1,1 0,-12-8,0 0,0 0,0-1,1 1,-1-1,0 0,1 0,-1-1,1 0,-1 1,1-1,-1-1,1 1,-1-1,1 0,-1 0,0 0,1 0,-1-1,0 0,0 0,0 0,0 0,0 0,-1-1,1 0,-1 0,1 0,-1 0,0-1,0 1,-1-1,1 1,-1-1,2-3,12-25,-3 0,0-1,-2 0,-1-1,-2 0,-1 0,1-27,6-25,-13 83,-1-1,1 0,-1 0,1 1,0-1,1 1,-1-1,1 1,-1-1,1 1,0 0,0 0,1 0,-1 0,0 0,1 0,0 0,3-1,11-5</inkml:trace>
  <inkml:trace contextRef="#ctx0" brushRef="#br0" timeOffset="28950.781">13917 7284,'-5'253,"1"-62,18 175,55 290,58 438,-100-903,-9 0,-8 61,-11-83,-1-29,14 120,-4-192,-3 1,-3-1,-2 1,-4 0,-9 47,-46 229,42-219,5-49,3 0,2 60,8-46,0 36,17 116,13 33,-30-269,23 47,-22-54,0 0,0 0,0 0,0 0,0-1,0 1,0 0,0-1,0 0,0 1,0-1,0 0,0 0,0 0,0 0,-1 0,1-1,0 1,-1 0,1-1,-1 1,0-1,1 0,5-4,9-5,1 2,0 0,0 0,1 2,1 0,-1 1,1 1,0 0,0 2,0 0,0 1,3 1,22-4,190-26,119 4,422 14,530-17,-521 18,688-3,-999 17,-302-2,1908 48,-2078-48,959 46,-264-47,-398 15,-310-16,-8-2</inkml:trace>
  <inkml:trace contextRef="#ctx0" brushRef="#br0" timeOffset="32783.7">13904 7443,'-21'-312,"1"4,-23-62,32 253,12 116,-1-1,1 0,0 1,0-1,0 1,0-1,0 1,0-1,0 1,1 0,-1 0,0-1,1 1,-1 0,1 0,-1 0,1 1,0-1,-1 0,1 0,0 1,-1-1,1 1,0 0,0-1,0 1,-1 0,1 0,0 0,0 0,0 1,-1-1,1 0,0 1,0-1,-1 1,1 0,1 0,9 0,429-2,-195-5,-215 6,1305 11,673 6,-1370-18,523 12,-122 0,-102-24,-847 10,778-16,-124-8,-189 13,92-10,-215 22,-76 16,-228-15,-127 3,0-1,0 0,0 0,0 1,-1-1,1 1,0 0,-1-1,1 1,-1 0,1 0,-1 0,0 0,0 0,0 0,0 0,0 1,0-1,-1 0,1 0,-1 1,0-1,1 0,-1 1,0-1,0 1,-1-1,1 0,0 1,-1-1,1 0,-1 0,0 1,0-1,0 0,0 0,-1 1,0 14,-1 24,2 1,1-1,3 1,1-1,2 0,2 0,10 29,10 57,-7 1,-5 1,-2 103,58 430,-70-651,18 222,-9 1,-11 30,1 25,12-105,-6-118,-2-1,-4 1,-3 22,-63 223,58-246,3 0,2 1,8 56,-3 113,-10-131,4 1,5 0,5-1,7 24,-4-43,-4 0,-3 29,-2-62,52 390,-54-4,-1-413,0 0,-2 0,-1-1,0 1,-2-1,-1 0,-1-1,-2 2,-30 167,-57 23,96-209,0-1,0 0,0 0,-1 0,0-1,0 1,0-1,0 1,-1-1,0 0,0 0,0-1,0 1,-1-1,1 0,-1 0,0 0,0-1,-5 2,-109 8,-92-23,-328-53,165 57,224 9,143-2,-44-1,0 3,1 2,-32 7,-225 37,199-36</inkml:trace>
  <inkml:trace contextRef="#ctx0" brushRef="#br0" timeOffset="34751.965">21563 7029,'-29'228,"-16"70,26-250,3-78,-16-200,26 162,0 8,-9-174,14 230,1-1,-1 0,1 0,0 0,0 1,1-1,0 0,-1 0,2 1,-1-1,0 0,1 1,0-1,0 1,0 0,1 0,-1 0,1 0,0 0,0 0,1 1,-1-1,1 1,-1 0,1 0,0 0,0 1,0-1,1 1,-1 0,1 0,0 1,9 0,0 2,1-1,-1 2,0 0,0 1,0 0,0 1,0 1,-1 0,0 1,0 0,0 1,-1 0,0 1,-1 1,1 0,2 3,-5-4,-1 0,0 0,0 0,0 1,-1 1,-1-1,1 1,-2 0,1 0,-1 1,1 5,-4-11,0 1,-1-1,0 1,0 0,0 0,-1-1,0 1,0 0,0 0,-1-1,0 1,0 0,0-1,-1 1,0-1,0 1,0-1,-1 0,1 0,-1 0,0 0,-1 0,-3 3,-8 5,-1 0,-1-1,0 0,-1-2,0 0,-1-1,0 0,0-2,-1-1,0 0,0-1,-15 1,14-1,19-4,1-1,0-1,0 1,1 0,-1 0,0-1,0 1,1 0,-1 0,0 0,0 0,0 0,1 0,-1 0,0 0,0 1,1-1,-1 0,0 0,0 1,1-1,-1 0,0 1,0-1,1 1,-1-1,1 0,-1 1,0 0,1-1,-1 1,1-1,-1 1,1 0,0-1,-1 1,1 0,0 0,-1-1,1 1,0 0,0 0,0-1,-1 1,1 0,0 0,0 0,0-1,0 1,1 0,-1 0,0-1,0 1,0 0,1 0,-1-1,0 1,143 72,-115-58,1 1,-2 1,0 1,-1 1,-1 2,-1 0,-1 2,-1 0,2 6,-18-22,0 0,0 0,1-1,0 1,0-1,0-1,1 1,0-2,0 1,0-1,1 0,-1 0,2-1,-6-2,0 1,0-1,1-1,-1 1,0 0,0-1,1 0,-1 0,0 0,1-1,-1 0,0 1,0-1,1-1,-1 1,0-1,0 1,-1-1,1 0,0-1,0 1,-1-1,0 1,1-1,-1 0,0 0,0-1,2-2,-1-2,1-1,-1 0,-1 0,0 0,0 0,0-1,-2 1,1-1,-1 1,0-1,-1 0,0 1,-1-1,1 0,-2 1,0-1,0 1,-1 0,-2-7,4 13,1 0,-1-1,-1 1,1 0,0 0,-1 0,1 0,-1 0,0 0,0 0,-1 1,1-1,0 1,-1-1,1 1,-1 0,0 0,0 0,0 0,0 1,0-1,0 1,0-1,-1 1,1 0,0 1,-1-1,1 1,-1-1,1 1,0 0,-1 0,1 0,-1 1,1-1,-1 1,1 0,0 0,0 0,-1 0,-1 2,-1 1,0 0,1 1,0 0,0 0,1 0,-1 0,1 1,0-1,1 1,-1 0,1 0,0 1,1-1,-1 1,1-1,0 1,1 0,0 0,0 0,0 3,-1 25</inkml:trace>
  <inkml:trace contextRef="#ctx0" brushRef="#br0" timeOffset="35011.857">22299 7564,'0'-18,"0"-13,0-10,0-6,2 0,1 2,0 14,-1 21,-2 21,-4 21,-2 15,2 10,0 4,3-2,9-6,8-10,0-13</inkml:trace>
  <inkml:trace contextRef="#ctx0" brushRef="#br0" timeOffset="36128.044">23035 6990,'13'62,"-2"2,-3 0,-3 0,-3 22,-1-77,-1 1,0-1,0 1,-1-1,-1 1,1-1,-1 0,-1 0,0 0,0 0,-1 0,0-1,-1 2,4-10,1 1,-1-1,1 0,-1 1,1-1,-1 0,0 1,1-1,-1 0,0 0,1 0,-1 0,1 0,-1 0,0 0,1 0,-1 0,0 0,1 0,-1 0,0 0,1 0,-1 0,1-1,-1 1,0 0,1-1,-1 1,1 0,-1-1,1 1,-1-1,1 1,-1 0,1-1,0 1,-1-1,1 0,-1 1,1-1,0 1,0-1,-1 1,1-1,0 0,0 1,0-1,0 0,0 1,-1-1,1 1,1-1,-1 0,0 1,0-1,0 0,0 1,0-1,0 0,1 1,-1-1,0 0,-2-26,1 0,2 0,0-1,2 1,3-16,-3 23,-1 8,2-32,3 1,1 0,2 0,2 1,2 0,10-21,-22 58,1 0,0 0,-1 0,1 0,1 0,-1 0,1 1,0 0,0 0,0 0,0 0,1 0,0 1,0 0,0 0,0 0,0 1,0 0,1 0,-1 0,1 0,-1 1,1 0,0 0,-1 1,1 0,0-1,0 2,-1-1,1 1,0 0,1 0,-2 1,0 0,0 0,0 0,0 0,0 1,-1 0,1 0,-1 0,0 0,0 1,0-1,0 1,0 0,-1 1,0-1,0 1,0-1,0 1,-1 0,0 0,0 0,0 0,0 0,-1 0,0 1,0-1,0 5,-1 0,0 0,0 0,-1-1,0 1,-1-1,0 1,0-1,-1 1,0-1,-1 0,0 0,-1-1,1 1,-2-1,-1 2,-3 3,-2-1,0 0,0-1,-1 0,-1-1,1-1,-2 0,1 0,-1-2,-12 5,26-12,0 0,0 0,0 0,0 0,0 0,0 1,0-1,0 0,0 0,0 1,0-1,0 1,0-1,0 1,0-1,0 1,0 0,1-1,-1 1,0 0,0-1,1 1,-1 0,0 0,1 0,-1 0,1 0,0 0,-1 0,1 0,0 0,-1 0,1 0,0 0,0 0,0 0,0 0,0 0,0 0,0 0,0 0,0 0,0 0,1 0,-1 0,0 0,1 0,-1 0,1 0,-1 0,1 0,0 0,-1-1,1 1,0 0,-1 0,1-1,0 1,173 156,-70-41,-98-113,0 0,-1-1,1 1,0-1,1-1,-1 1,0-1,1 0,-1 0,0-1,1 0,-1 0,1 0,-1-1,0 0,1 0,-1-1,0 0,0 0,0 0,0-1,0 0,-1 0,4-2,39-45,-41 47,-5 1,1 0,0 0,0 1,0-1,0 1,0-1,0 1,0 0,0 1,0-1,1 0,-1 1,0 0,1 0,-1 0,0 0,0 0,1 1,1 0,-4 0,0 1,0-1,0 1,1-1,-1 1,0-1,1 0,-1 0,1 0,0 0,-1 0,1 0,0 0,0 0,-1-1,1 1,0-1,0 1,0-1,0 0,0 0,0 0,0 0,-1 0,1 0,0 0,0-1,0 1,0-1,0 1,0-1,-1 0,1 0,0 0,-1 0,1 0,-1 0,1 0,-1 0,1-1,-1 1,0 0,1-1,-1 1,0-1,0 0,0 1,0-1,-1 0,2-1,-1 0,1-1,-1 1,0-1,0 0,0 0,0 1,-1-1,1 0,-1 0,0 0,0 0,-1 1,1-1,-1 0,0 0,0 0,0 1,0-1,-1 1,1-1,-1 1,0-1,0 1,0 0,-1 0,1 0,-1 0,1 0,-1 1,0-1,0 1,0 0,-1 0,1 0,0 0,-1 0,-2 0,-5 0,-1 0,1 1,-1 0,1 1,-1 1,1 0,-1 0,1 1,0 0,0 1,-1 1,2 0,-1 0,0 1,1 0,0 1,-6 4,14-9,0 0,0-1,0 1,0 0,0 0,1 0,-1 1,0-1,1 0,-1 1,1-1,-1 1,1-1,0 1,0 0,-1 0,1-1,0 1,1 0,-1 0,0 0,1 0,-1 0,1 0,-1 0,1 0,0 0,0 0,0 1,0-1,0 0,0 0,1 0,-1 0,1 0,0 0,-1 0,1 0,0 0,0-1,0 1,0 0,0 0,1-1,-1 1,17 14</inkml:trace>
  <inkml:trace contextRef="#ctx0" brushRef="#br0" timeOffset="36528.744">23917 7336,'4'-13,"0"1,1-1,1 1,-1 0,2 0,0 1,0 0,1 0,1 0,-6 7,0 1,1-1,-1 1,1 0,-1 0,1 0,0 0,0 1,0 0,1 0,-1 0,1 0,-1 0,1 1,-1 0,1 0,0 0,0 1,-1-1,1 1,0 0,0 1,-1-1,1 1,0 0,3 1,-5-1,1 0,-1 1,0 0,1-1,-1 1,0 0,0 1,0-1,0 0,0 1,-1 0,1-1,-1 1,0 0,0 1,0-1,0 0,0 0,-1 1,1-1,-1 1,0-1,0 1,0 0,-1 0,1-1,-1 1,0 2,0 4,0-1,-1 0,0 0,-1 0,0 0,0 0,-1 0,0-1,0 1,-1-1,-2 3,-39 49,37-50,0-1,0 1,1 0,0 1,1-1,0 1,-2 8,8-16,0-1,1 0,-1 0,1 1,-1-1,1 0,0 0,0 0,-1 0,2 0,-1 0,0 0,0 0,1 0,-1 0,1-1,-1 1,1-1,0 1,0-1,0 1,-1-1,1 0,0 0,1 0,-1 0,0 0,0-1,0 1,0-1,1 1,-1-1,0 0,1 0,-1 0,0 0,0 0,1 0,1-1,68 7,1-3,55-5,-95 1,-9 1</inkml:trace>
  <inkml:trace contextRef="#ctx0" brushRef="#br0" timeOffset="37534.532">14639 8219,'-2'4,"-7"13,4-25,5 3,0 0,-1-1,1 1,-1 0,0 0,0-1,0 1,-1 0,0 0,0 0,0 0,-1 1,0-1,0 1,0-1,0 1,0 0,-1 0,0 0,0 1,0 0,0-1,-2 1,1-1,-1 0,0 1,0 0,0 0,0 1,0 0,-1 0,1 0,-1 1,1 0,-1 0,0 1,1-1,-1 1,0 1,1-1,-1 1,1 1,-1-1,1 1,-1 0,1 1,0-1,0 1,0 0,0 1,1-1,-1 1,1 0,0 1,0-1,1 1,-1 0,1 0,0 1,0-1,1 1,0 0,0 0,-1 1,1 2,0-1,0 1,1 0,0 0,0 0,1 0,0 0,1 0,0 0,0 0,1 0,0 0,1 0,0 0,0 0,1-1,0 1,1-1,0 0,0 0,1 0,0 0,0-1,0 1,1-2,0 1,1 0,0-1,0-1,0 1,0-1,5 2,3 1,0-1,0-1,0-1,1 0,-1-1,1 0,1-1,-1-1,0-1,0 0,1-1,-1-1,0-1,0 0,1-1,-2 0,1-2,0 0,-1 0,0-2,0 0,-1 0,1-2,-2 1,1-2,-2 0,1-1,-1 0,5-6,14-19</inkml:trace>
  <inkml:trace contextRef="#ctx0" brushRef="#br0" timeOffset="37806.823">14947 8139,'-3'2,"0"5,0 9,1 8,3 9,1 6,2 6,4-1,-1-1,2-6,-2-6,2-7,0-6,-1-8</inkml:trace>
  <inkml:trace contextRef="#ctx0" brushRef="#br0" timeOffset="38064.134">15348 8125,'-254'120,"251"-120,0 1,0 0,-1 1,1-1,0 0,1 1,-1 0,0 0,0 0,1 0,-1 0,1 0,0 0,0 1,-1 0,2-1,-1 1,0 0,0 0,1 0,0 0,-1 0,1 0,1 0,-1 0,0 1,1-1,-1 0,1 0,0 1,0-1,0 0,1 1,-1-1,1 0,0 0,0 0,0 1,0-1,0 0,1 0,10 9,0-1,0 0,1-1,1 0,0-1,0-1,0 0,1-1,0-1,1 0,0-1,0 0,15 1,6 2,1-1,-1-2,1-2,1-2,-1-1,0-2,31-6,-35 1</inkml:trace>
  <inkml:trace contextRef="#ctx0" brushRef="#br0" timeOffset="38462.41">15829 8179,'-31'46,"2"1,2 1,2 2,-14 39,36-75,9-18,12-20,22-44,-3-2,-4-2,1-10,41-87,-63 150,-6 21,-2 104,-5-68,2 1,2-1,1 0,1 0,3-1,1 0,1 0,3-1,12 28,34 38,-47-83</inkml:trace>
  <inkml:trace contextRef="#ctx0" brushRef="#br0" timeOffset="38710.512">15735 8366,'18'0,"20"0,19 0,14 0,4 0,-9 0,-16 0</inkml:trace>
  <inkml:trace contextRef="#ctx0" brushRef="#br0" timeOffset="39215.507">14105 8915,'9'7,"1"0,-1-1,1 0,1-1,-1 0,1 0,0-1,0-1,0 0,1 0,0-1,7 3,116 26,-64-17,-1 4,51 21,-116-39,-1 1,1 0,-1 1,1-1,-1 1,0 0,0 0,0 0,0 0,0 1,0-1,-1 1,1 0,-1 0,0 1,0-1,0 1,0-1,-1 1,1 0,-1 0,0 0,0 0,-1 1,1-1,-1 0,0 1,0-1,0 1,0 1,-4 1,0 0,0 0,-1 0,0 0,0-1,-1 0,1 1,-1-2,0 1,-1 0,0-1,0 0,-5 3,-51 37,-2-4,-2-2,-2-4,-52 20,66-30,-22 11,17-7</inkml:trace>
  <inkml:trace contextRef="#ctx0" brushRef="#br0" timeOffset="40240.024">14131 10626,'51'24,"23"-1,-37-13,0 1,-2 2,1 2,-2 1,27 17,-57-31,0 1,1-1,-1 1,-1-1,1 1,0 0,-1 1,1-1,-1 0,0 1,0 0,-1 0,1 0,-1 0,0 0,0 0,0 1,0-1,-1 1,0-1,0 1,0 0,0-1,-1 1,0 0,0 0,0-1,0 1,-1 0,0-1,0 1,0 0,-1-1,-8 12,-2-1,0 0,0-1,-2-1,1 0,-2 0,0-2,0 0,-1 0,0-2,-14 7,23-12,-231 115,204-102</inkml:trace>
  <inkml:trace contextRef="#ctx0" brushRef="#br0" timeOffset="40642.652">15000 10666,'4'-3,"0"1,0-1,0 0,0-1,-1 1,1-1,-1 1,0-1,0 0,0 0,-1-1,0 1,1 0,-2-1,1 0,0 1,-1-1,0 0,0 0,0 1,-1-1,1-2,-4 4,0 1,0-1,-1 1,1-1,0 1,-1 0,1 1,-1-1,0 1,0-1,1 1,-1 0,0 0,0 1,0-1,0 1,0 0,0 0,0 0,0 1,0-1,0 1,0 0,0 0,1 0,-3 2,-5 0,1 1,0 0,1 0,-1 1,1 0,0 1,0 0,0 1,1 0,0 0,1 0,-1 1,1 0,1 1,0-1,0 1,1 1,0-1,0 1,1 0,0 0,1 0,0 0,1 1,0-1,0 1,1 0,1-1,0 5,0-9,1 0,1 1,-1-1,1 0,0 1,1-1,-1-1,1 1,0 0,1 0,-1-1,1 0,0 0,0 0,1 0,-1-1,1 1,0-1,1-1,-1 1,1-1,-1 1,1-2,0 1,0-1,4 2,7 1,1 0,-1-2,1 1,0-2,0-1,0 0,0-1,0-1,2 0,3-3,-1 0,1-1,-1-2,0 0,-1-1,1-1,-2-1,1-1,5-5,13-10</inkml:trace>
  <inkml:trace contextRef="#ctx0" brushRef="#br0" timeOffset="40922.909">15455 10545,'-5'2,"-1"8,0 13,1 13,2 10,1 8,1 3,-2 0,0-1,0-5,1-7,1-10,0-11</inkml:trace>
  <inkml:trace contextRef="#ctx0" brushRef="#br0" timeOffset="41139.434">15842 10518,'-259'170,"255"-167,-49 44,51-46,1 1,-1-1,1 1,0-1,0 1,0 0,0-1,0 1,0 0,1 0,-1 0,0-1,1 1,0 0,-1 0,1 0,0 0,0 0,0 0,0 0,0 0,1 0,-1 0,0 0,1 0,0-1,-1 1,1 0,0 0,0 0,0-1,0 1,0 0,10 7,0-1,0 0,0-1,1 0,0 0,0-2,1 1,-1-2,1 1,0-2,9 2,7 3,0-1,0-2,1 0,-1-2,1-2,0 0,0-2,11-2,-1-6</inkml:trace>
  <inkml:trace contextRef="#ctx0" brushRef="#br0" timeOffset="41727.917">16082 10626,'-12'55,"2"2,2 0,1 37,4-8,24-316,-18 182,3 1,1-1,2 1,12-32,-21 77,0-1,1 0,-1 1,1-1,-1 1,1-1,0 1,0-1,0 1,0-1,1 1,-1 0,1 0,-1 0,1 0,0 0,-1 0,1 0,0 0,1 0,-1 1,0 0,0-1,1 1,-1 0,0 0,1 0,-1 0,1 0,0 1,-1-1,1 1,-1 0,1 0,0-1,-1 2,1-1,0 0,-1 1,1-1,-1 1,1 0,0-1,0 2,3 4,0 0,-1 0,1 1,-1-1,0 1,-1 1,0-1,0 1,0 0,-1-1,0 1,-1 1,0-1,0 0,-1 1,0-1,0 1,-1-1,0 1,0-1,-1 1,0-1,-1 0,0 1,0-1,-1 0,-1 1,1-1,0 0,-1 0,0 0,0-1,-1 0,0 0,0 0,-1-1,0 0,0 0,0 0,-1 0,0-1,0-1,0 1,-6 2,13-7,0 0,0 0,1-1,-1 1,0 0,0 0,0 0,0 0,0-1,0 1,0 0,0 0,0 0,0-1,0 1,0 0,1 0,-1 0,0 0,-1-1,1 1,0 0,0 0,0 0,0-1,0 1,0 0,0 0,0 0,0 0,0-1,0 1,0 0,-1 0,1 0,0 0,0-1,0 1,0 0,0 0,-1 0,1 0,0 0,0 0,0 0,0 0,-1 0,1-1,0 1,0 0,0 0,-1 0,16-14,-10 10,0 1,0 0,0-1,0 1,0 1,1-1,0 1,-1 0,1 0,0 1,0 0,0 0,0 0,0 1,0 0,0 0,0 0,0 1,0 0,0 0,0 0,-1 1,1 0,0 0,-1 0,1 1,-1 0,0 0,0 0,0 1,0 0,1 1,-2 0,0 1,0-1,-1 1,0 0,0 0,0 0,-1 0,0 0,0 0,0 1,-1-1,0 1,-1-1,1 1,-1-1,0 1,-1-1,1 1,-1 0,-1-1,1 0,-1 1,0-1,-1 0,0 2,-4 5,0 0,-1 0,0-1,-1 0,0-1,-1 0,0 0,0-1,-1 0,-12 7,1-2,-1-1,0 0,-1-2,-1-1,-18 5,-5-1</inkml:trace>
  <inkml:trace contextRef="#ctx0" brushRef="#br0" timeOffset="42605.905">16885 12002,'-25'12,"0"2,1 0,1 2,0 0,1 2,1 0,1 2,0 0,2 1,0 1,1 0,2 1,-8 17,13-26,0 1,2 0,0 0,0 1,2 0,0 1,1-1,0 1,0 7,5-22,-1 0,1-1,0 1,0 0,0 0,0 0,0-1,0 1,0 0,0 0,1-1,-1 1,1 0,-1-1,1 1,0 0,0-1,0 1,0-1,0 1,0-1,0 1,0-1,0 0,1 0,-1 0,1 0,-1 0,1 0,-1 0,1 0,-1 0,1 0,0-1,-1 1,1-1,1 1,68-15,-41-3,0-1,-1-2,-1-1,0-1,-2-2,-1 0,-1-2,-1-1,-1 0,-1-2,4-10,-8 13,-2 0,-1-1,-1 0,-2-1,0-1,-2 1,-1-2,-2 1,0-1,-2 0,-2 0,0 0,-2 0,-2-1,-3-24,2 44,1 1,-1-1,-1 1,1 0,-2 0,0 1,0-1,0 1,-1 0,-1 0,-5-5,9 11,0 0,0 0,0 0,-1 0,0 0,1 1,-1 0,0 0,0 0,0 0,0 1,-1-1,1 1,0 0,-1 0,1 1,-1-1,1 1,0 0,-1 0,1 1,-1-1,1 1,0 0,-1 0,1 0,0 1,0 0,-1 0,-2 1,0 2,0-1,1 1,-1 0,1 0,0 1,0 0,1 0,0 0,0 1,0 0,1 0,0 0,0 0,1 0,0 1,0 0,1 0,0-1,0 5,-3 15,1-1,2 1,0 0,2-1,2 20,7 22,4 1,2-2,3 0,3-1,17 35,13 43,-39-105,-4-9</inkml:trace>
  <inkml:trace contextRef="#ctx0" brushRef="#br0" timeOffset="43014.369">17219 12229,'-88'236,"78"-217,15-50,18-41,4 0,3 2,3 1,10-10,-2 20,-40 58,-1 1,0-1,0 1,1-1,-1 1,0-1,1 1,-1-1,0 1,1-1,-1 1,1-1,-1 1,1 0,-1-1,1 1,-1 0,1-1,-1 1,1 0,0 0,-1-1,1 1,-1 0,1 0,0 0,-1 0,1 0,-1 0,1 0,0 0,-1 0,1 0,-1 0,1 1,0-1,-1 0,1 0,-1 1,1-1,-1 0,1 1,-1-1,1 0,-1 1,1-1,-1 1,1-1,-1 0,0 1,1-1,-1 1,0 0,1-1,-1 1,0-1,0 1,0-1,1 1,4 40,-5-39,1 96,-1-54,1 0,2 0,2-1,4 12,42 87,-44-126</inkml:trace>
  <inkml:trace contextRef="#ctx0" brushRef="#br0" timeOffset="43274.157">17139 12270,'18'0,"22"-3,20-2,21-3,16-5,11-6,-14-1</inkml:trace>
  <inkml:trace contextRef="#ctx0" brushRef="#br0" timeOffset="43676.119">18449 11869,'-16'10,"0"2,1 0,1 0,0 2,0 0,1 0,1 1,1 1,0 0,1 0,0 1,2 0,0 1,1 0,0 0,-1 12,7-26,-3 5,1-1,0 1,0 0,1 0,0 0,1 0,0 0,0 1,1-1,0 0,0 0,1 1,1-1,0 0,0 0,2 6,-2-13,0-1,-1 1,1 0,0 0,0-1,0 1,0-1,0 0,0 1,0-1,1 0,-1 0,0-1,1 1,-1 0,1-1,-1 1,0-1,1 0,-1 0,1 0,-1 0,1 0,-1-1,1 1,-1-1,1 1,0-2,68-28,-38 7,-2-1,0-2,-1 0,-2-3,-1 0,-1-1,-2-2,-1 0,-1-2,-2 0,-2-1,-1-1,-1-1,-2 0,8-38,-14 50,-1-1,-1-1,-1 1,-1-1,-1 0,-2 0,-1 0,-1 0,-3-13,4 37,0 1,0 0,-1-1,1 1,-1 0,1-1,-1 1,0 0,0 0,0 0,0-1,0 1,-1 0,1 0,-1 1,1-1,-1 0,0 0,1 1,-1-1,0 1,0 0,0-1,0 1,0 0,-1 0,1 0,0 1,0-1,-1 0,1 1,0-1,-1 1,1 0,-1 0,1 0,0 0,-1 1,0-1,-8 5,1 1,0 0,0 1,1-1,0 2,0 0,1 0,0 0,0 1,1 0,0 0,1 1,0 0,0 0,1 1,-2 5,-2 6,2 0,0 0,2 0,0 0,1 1,2 0,0 0,1 0,2 0,0 0,2-1,0 1,1 0,2-1,0 0,1 0,7 13,164 384,-168-395,-7-14,0-1,1 0,1 0,-1 0,1 0,1-1,0 0,0 0,0-1,6 5,2-3</inkml:trace>
  <inkml:trace contextRef="#ctx0" brushRef="#br0" timeOffset="44250.987">19171 12136,'-54'293,"108"-662,-53 361,-1 4,0 1,0 0,0-1,0 1,0 0,1 0,-1 0,1-1,0 1,0 0,0 0,0 0,0 0,1 0,0 0,-1 1,1-1,0 0,0 1,1-1,-1 1,0 0,1 0,-1 0,1 0,0 0,0 1,0-1,0 1,0-1,0 1,0 0,2 0,10 5,-1 1,1 1,-1 0,0 1,-1 1,1 0,-1 0,3 4,-13-11,1 1,-1-1,0 1,1 0,-1 0,0 0,0 0,0 1,-1-1,1 1,-1 0,1 0,-1 0,0 0,0 0,0 0,0 0,-1 1,1-1,-1 1,0-1,0 1,0 0,0-1,-1 1,0 0,1-1,-1 1,-1 0,1 0,0-1,-1 1,0 0,0-1,0 1,0-1,-1 1,-1 2,-115 85,118-91,-1 0,1 0,-1 0,0 1,1-1,-1 0,1 1,-1-1,1 0,-1 1,1-1,-1 1,1-1,0 1,-1-1,1 1,0-1,-1 1,1-1,0 1,-1 0,1-1,0 1,0-1,0 1,0 0,0-1,0 1,0 0,0-1,0 1,0 0,0-1,0 1,0-1,0 1,0 0,1-1,-1 1,0-1,0 1,1 0,-1-1,0 1,1-1,-1 1,1-1,-1 0,1 1,-1-1,1 1,-1-1,1 0,-1 1,1-1,0 0,41 11,-30-9,5 1,-4-2,0 1,0 0,0 1,0 1,-1 0,1 1,-1 0,0 1,0 0,-1 1,0 0,0 1,0 0,4 5,-13-11,-1 0,1 1,-1-1,1 0,-1 1,0-1,0 1,0 0,0-1,-1 1,1 0,-1 0,1-1,-1 1,0 0,0 0,0-1,-1 1,1 0,-1 0,1-1,-1 1,0 0,0-1,0 1,0-1,-1 1,1-1,-1 0,1 1,-1-1,0 0,0 0,0 0,0 0,-2 1,-88 52,-50-7,106-39</inkml:trace>
  <inkml:trace contextRef="#ctx0" brushRef="#br0" timeOffset="44831.666">21016 11602,'-10'0,"0"1,1 1,-1 0,1 0,0 0,-1 1,1 1,0 0,1 0,-1 0,1 1,0 1,0-1,0 1,-4 5,-93 112,87-98,1 2,1 0,1 1,1 0,2 1,1 0,-1 8,7 25,5-61,1 1,-1 0,1-1,-1 1,1 0,0-1,0 1,-1-1,1 1,0-1,0 0,1 1,-1-1,0 0,0 0,1 1,-1-1,0 0,1 0,-1-1,1 1,-1 0,1 0,0-1,-1 1,1-1,0 1,-1-1,1 0,0 0,0 0,-1 0,2 0,10-2,-1 0,1-2,-1 1,1-1,-1-1,0 0,-1-1,1 0,-1-1,0 0,-1-1,0 0,0-1,2-2,5-6,0-1,-1-1,0-1,-2 0,0 0,-1-2,-2 1,0-2,-1 0,-1 0,-2 0,0-1,-1 0,-2 0,0-1,-2 0,0 1,-2-1,-1 0,0 0,-2 1,-1-1,-1 1,-6-16,10 34,-1 0,1 0,-1 0,0 1,-1-1,0 0,1 1,-2 0,1 0,-1 0,1 0,-1 0,-1 1,1 0,0 0,-1 0,0 0,0 1,0-1,-1 1,1 1,-1-1,1 1,-1 0,0 0,0 1,0 0,0 0,0 0,0 0,0 1,0 0,-2 1,-3 4,0 0,0 1,1 0,0 1,0 0,0 1,1 0,0 1,1-1,-1 2,2-1,-1 1,2 0,-1 1,1-1,1 1,0 1,1-1,0 1,0-1,1 1,1 0,0 0,1 1,0 6,0 4,1 0,1-1,1 1,1 0,1 0,1-1,1 0,1 0,1-1,0 1,2-2,1 1,0-2,2 1,10 12,13 13,2-1,2-2,1-2,3-1,30 20,-25-23,-12-9</inkml:trace>
  <inkml:trace contextRef="#ctx0" brushRef="#br0" timeOffset="45164.915">21684 12002,'-20'-7,"0"0,0 1,0 2,-1 0,0 1,0 1,0 1,0 0,-12 3,24-1,1 1,-1 1,1-1,0 1,0 1,0-1,0 2,1-1,-1 1,1 0,0 0,0 1,1 0,0 0,0 0,0 1,1 0,-3 4,5-5,0-1,-1 1,2-1,-1 1,1 0,0 0,0 0,0 0,1 0,0 0,0 1,1-1,0 0,0 1,0-1,1 0,0 0,0 1,1-1,-1 0,1 0,1 0,-1-1,1 1,0 0,0 0,7 4,0 0,1-1,0 0,0 0,1-1,0-1,0 0,0 0,1-2,0 1,1-2,-1 1,1-2,0 0,0-1,0 0,0-1,1 0,175 2,-102-10</inkml:trace>
  <inkml:trace contextRef="#ctx0" brushRef="#br0" timeOffset="45784.826">23222 11334,'-12'1,"-1"0,1 0,0 1,0 1,0 0,0 1,1 0,0 1,-1 0,2 1,-1 0,1 1,0 0,0 0,0 1,1 1,1-1,0 2,0-1,0 1,-2 5,-5 4,1 0,1 1,1 1,0 0,2 0,0 1,2 1,-2 7,7-21,1 1,-1-1,2 1,-1 0,2 0,-1-1,1 1,1 0,-1 0,2 0,-1-1,2 1,-1 0,1-1,0 0,1 0,0 0,1 0,0 0,0-1,3 3,-1-3,0-1,1 0,0 0,0-1,1 0,0 0,0-1,0 0,1 0,-1-1,1-1,0 1,0-2,1 1,-1-2,0 1,1-1,-1-1,1 0,-1 0,6-2,-1 1,1-1,-1-1,0-1,0 0,0-1,0-1,-1 0,0-1,0-1,0 0,-1 0,-1-1,1-1,0-2,4-9,0-1,-2 0,-1-2,0 1,-2-2,-1 0,-1 0,-1-1,-1 0,-1 0,-2-1,0 0,-2 0,0-10,2 5,-2 0,-1-1,-1 1,-1 0,-2-1,-2 1,-1 0,-1 1,-3-6,7 31,0 1,0-1,0 1,-1-1,0 1,0 0,0 0,-1 0,0 0,0 1,0-1,-1 1,1 0,-1 0,0 1,0-1,0 1,0 0,-1 1,1-1,-1 1,0 0,0 0,0 1,0 0,0 0,0 0,0 1,0 0,0 0,0 0,0 1,0 0,0 0,0 1,1 0,-6 2,3-1,0 1,0 1,1-1,0 1,0 1,0-1,1 1,-1 0,2 1,-1 0,1 0,0 0,0 0,0 1,1 0,1-1,-1 2,1-1,1 0,-1 1,2-1,-1 1,0 7,0 7,1 1,1-1,1 0,1 1,1-1,1 0,1 0,4 11,25 54,2-2,5-2,3-2,4-1,20 20,-1 6,-44-71</inkml:trace>
  <inkml:trace contextRef="#ctx0" brushRef="#br0" timeOffset="46050.126">23850 11789,'-4'16,"-5"14,-2 9,1 4,1 3,3-1,5-3,2-6,3-10,3-8,1-13,1-14,-1-5</inkml:trace>
  <inkml:trace contextRef="#ctx0" brushRef="#br0" timeOffset="46321.433">23836 11722,'0'-14,"3"3,6 9,10 13,11 13,8 13,5 13,3 7,-3 2,-6 3,-10-3,-17-2,-26-5,-31-9,-36-5,-4-11</inkml:trace>
  <inkml:trace contextRef="#ctx0" brushRef="#br0" timeOffset="49028.604">7353 9181,'64'5,"-1"-3,1-3,0-2,55-11,-34 4,149-4,225 16,73-2,375-21,-881 21,708-13,307-28,-218 15,348 27,-1072 13,-75-6,-32-6</inkml:trace>
  <inkml:trace contextRef="#ctx0" brushRef="#br0" timeOffset="50070.084">16845 12925,'11'57,"-3"2,-3-1,-2 1,-4 21,2-33,3 317,-8 1156,-26-582,29-887,0-4,-1 0,-2 0,-2-1,-9 28,14-68,0 0,0-1,-1 1,0-1,0 1,0-1,-1 1,0-1,0 0,0-1,-1 1,1 0,-1-1,0 0,-1 0,1 0,-1 0,-2 1,-15-13,16-5</inkml:trace>
  <inkml:trace contextRef="#ctx0" brushRef="#br0" timeOffset="50872.774">18943 12845,'25'366,"-11"-222,76 988,-61-694,-29 439,-12-683,-14 415,23-526,1-64</inkml:trace>
  <inkml:trace contextRef="#ctx0" brushRef="#br0" timeOffset="51662.444">21404 12885,'31'444,"-21"241,-10-536,-46 1466,32-1454,-8 105,10 85,22-245,0-86,1-13</inkml:trace>
  <inkml:trace contextRef="#ctx0" brushRef="#br0" timeOffset="52497.189">23810 12898,'3'7,"0"0,0-1,-1 1,1 0,-2 1,1-1,-1 0,0 0,0 1,-1-1,-1 7,2 5,-12 463,8-192,12 0,23 102,3-138,-10-97,-6 0,-7 1,-7 0,-13 112,-18-113,-7-1,-7-2,-48 119,83-256,-42 147,40-115</inkml:trace>
  <inkml:trace contextRef="#ctx0" brushRef="#br0" timeOffset="59429.585">16711 16454,'-1'2,"0"-1,-1 0,1 0,0 0,0 0,-1 0,1 0,-1 0,1-1,-1 1,1 0,-1-1,1 1,-1-1,0 0,1 0,-1 1,0-1,1 0,-1 0,0 0,1-1,-1 1,0 0,-229 27,-20 11,172-36,0-3,0-3,-23-6,50 4,-391 1,271-9,-114 0,-864 15,781 12,-508-13,508-14,-635 15,634 27,224-29,143-1,0 1,1-1,-1 1,0-1,1 0,-1 0,1 0,0-1,-1 1,1 0,0-1,0 1,1-1,-1 0,1 0,-1 1,1-1,0 0,0 0,0-1,0 1,1 0,-1 0,1 0,0 0,0-1,0 1,0 0,0 0,1 0,0-1,-2-13,-16-98,-5 0,-30-92,-25-125,58 180,2-104,-11-108,2 155,6-30,11 60,-19-77,-8 33,-33-260,46 274,-25-80,27 181,5 0,-2-92,12 84,-4 1,-6-1,-15-46,17 107,3 0,3-2,2 1,2-2,3 5,2-1,2 1,8-32,-3 23,-3 0,-2 0,-5-38,1 31,2 59,-1 0,1 0,1 0,0 0,0 0,1 0,0 1,1-1,0 1,1 0,-1 0,2 1,-1-1,1 1,0 0,1 0,-4 7,0-1,0 1,0-1,0 1,0 0,1 0,-1 0,0 1,0-1,1 1,-1 0,0 0,0 0,1 0,-1 0,0 1,0 0,1-1,-1 1,0 0,0 1,0-1,0 0,0 1,0 0,-1 0,1 0,0 0,-1 0,22 10,11-1,-1-1,2-2,-1-1,1-2,0-1,1-2,3-1,134 14,-106-3,9 2,0-3,41-1,620-10,88 0,-649-6,139-23,-22-3,-123 18,9 1,-64 6,-75 2,-30 4</inkml:trace>
  <inkml:trace contextRef="#ctx0" brushRef="#br0" timeOffset="61854.268">10120 12978,'-3'23,"0"-1,-2 0,-1 0,-1 0,0-1,-6 10,3-4,-155 355,146-349,15-46,9-9,1 1,1-1,1 1,1 1,1-1,9-14,-1 2,13-36,-2-1,-3-1,-3-1,0-18,-22 91,0-1,0 0,0 1,0-1,0 1,0 0,0-1,0 1,0 0,0-1,0 1,0 0,0 0,0 0,-1 0,1 0,0 0,-1 0,1 0,-1 0,1 0,-1 0,0 0,1 0,-1 0,0 1,0-1,0 0,0 0,0 0,0 1,0-1,0 0,0 1,12 28,5-5,2 1,0-2,1-1,23 20,16 20,-42-45,-2 0,0 2,-1 0,-1 0,0 2,-2-1,-1 2,1 5,-10-27,0 0,-1 0,0 0,1 0,-1 0,0 1,0-1,1 0,-1 0,0 1,0-1,0 0,-1 0,1 0,0 1,0-1,-1 0,1 0,-1 0,1 0,-1 1,1-1,-1 0,1 0,-1 0,0 0,0-1,0 1,0 0,1 0,-1 0,0 0,0-1,0 1,-1-1,1 1,0-1,0 1,0-1,-55 7,29-6,-388 53,363-51,52-4,-1 1,1-1,-1 1,0-1,1 1,-1-1,1 1,0-1,-1 0,1 1,-1-1,1 0,0 1,0-1,-1 0,1 1,0-1,0 0,0 0,0 1,0-1,0 0,0 0,0 1,0-1,0 0,0 1,0-1,0 0,1 0,-1 1,0-1,0 0,1 1,-1-1,1 0,-1 1,1-1,-1 1,1-1,-1 1,1-1,-1 1,1-1,-1 1,1 0,0-1,-1 1,1 0,0-1,0 1,1-3,166-209,-107 99,-53 143,-6 4,1 0,2-1,1 1,2-1,3 6,2-9,-13-29,0-1,1 1,-1-1,0 1,0-1,1 1,-1-1,0 1,1-1,-1 0,0 1,1-1,-1 1,1-1,-1 0,1 1,-1-1,1 0,-1 0,1 1,-1-1,1 0,-1 0,1 0,-1 0,1 0,0 0,-1 0,1 0,-1 0,1 0,-1 0,1 0,-1 0,1 0,0 0,-1 0,1-1,-1 1,1 0,-1 0,1-1,-1 1,0 0,1-1,-1 1,1 0,-1-1,0 1,1-1,-1 1,6-10,-2 0,1 0,-1-1,-1 1,0-1,0 0,-1 0,0 0,-1 0,0 0,-1 0,-1-5,1 10,0-10,0 10,3 16,-1-5,0 1,0-1,1 0,-1 0,1 0,1 0,-1 0,1-1,-1 1,2-1,-1 0,1 1,-3-4,-1 1,1-1,-1 0,1 1,0-1,0 0,0 0,-1 0,1 0,0 0,0-1,0 1,0-1,1 1,-1-1,0 0,0 0,0 0,0 0,0 0,0 0,0 0,1-1,-1 1,0-1,0 0,0 1,0-1,0 0,-1 0,1 0,0 0,0-1,1 0,-1 0,0-1,0 1,-1 0,1-1,0 1,-1-1,0 0,0 1,1-1,-1 0,-1 0,1 0,0 0,-1 0,0 0,1 0,-1 0,0 0,-1 1,1-1,-1-3,0 5,0 0,0 1,0-1,0 1,-1-1,1 1,0-1,0 1,0 0,-1-1,1 1,0 0,-1 0,1 0,0 0,0 0,-1 0,1 0,0 1,0-1,-1 0,1 1,0-1,0 1,0-1,0 1,0 0,0-1,-1 1,2 0,-1 0,0 0,0 0,0 0,0 0,0 0,1 0,-1 0,0 0,1 1,-95 96,38-34</inkml:trace>
  <inkml:trace contextRef="#ctx0" brushRef="#br0" timeOffset="65618.743">18770 8754,'323'3,"-240"13,-80-15,-1 0,0 0,0 0,1 1,-1-1,0 1,0 0,0-1,-1 1,1 0,0 0,-1 0,1 0,-1 0,1 0,-1 1,0-1,0 0,0 1,0-1,-1 1,1-1,-1 1,1-1,-1 1,0-1,0 1,0 0,0-1,-1 1,1 1,-5 14,0 1,-1-1,-1 0,0-1,-2 1,-7 10,-3 10,-7 18,3 1,3 0,2 2,-8 51,-18 67,34-149</inkml:trace>
  <inkml:trace contextRef="#ctx0" brushRef="#br0" timeOffset="66184.061">18784 9102,'0'-2,"1"1,0-1,0 1,-1-1,1 1,0-1,1 1,-1 0,0 0,0 0,0 0,1 0,-1 0,1 0,-1 0,0 0,1 0,0 1,-1-1,1 1,-1-1,1 1,0 0,-1-1,1 1,0 0,-1 0,1 0,1 1,-1-2,333-30,-267 27,0-4,0-2,-1-4,19-8,-79 21,1-1,0-1,0 1,-1-1,1-1,-1 1,0-1,0-1,-1 1,1-1,-1 0,0-1,0 1,0-1,-1 0,0-1,0 1,-1-1,0 0,0 0,-1-1,1 1,-2-1,3-5,-3-12,-2 18,0 22,-1 55,-3-1,-3 1,-13 51,10-78,4-21,1 0,1 1,1-1,1 1,1 7,1-28,0-1,0 0,0 0,0 0,0 0,0 1,0-1,1 0,-1 0,0 0,1 0,-1 0,1 0,-1 0,1 0,0 0,-1 0,1 0,0 0,0 0,0 0,0-1,-1 1,1 0,0 0,0-1,0 1,0-1,1 1,-1-1,0 0,0 1,0-1,0 0,0 0,0 1,1-1,-1 0,0 0,0 0,1-1,47-16,-22-1,0-1,-2-2,0 0,-1-2,-2 0,0-2,-1-1,2-5,-31 54,-11 23,3 0,2 2,2 0,2 1,7-31,0 0,2 0,0 0,1 0,1 0,1 0,0-1,1 1,1 0,1-1,0 0,7 13,11 14</inkml:trace>
  <inkml:trace contextRef="#ctx0" brushRef="#br0" timeOffset="66663.599">20428 8887,'-6'-17,"2"2,-1 0,0 0,-1 1,-1 0,0 0,-1 0,0 1,-1 0,-10-10,16 21,0-1,0 1,0 0,0-1,-1 1,1 1,-1-1,1 1,-1-1,1 1,-1 0,0 0,0 1,0-1,0 1,1-1,-1 1,0 1,0-1,0 0,0 1,1 0,-1 0,0 0,0 0,1 1,-1 0,1-1,-2 2,-5 3,0 1,0 0,1 0,0 1,1 0,-1 0,2 1,-1 0,-1 3,2-2,0 1,1 0,0 0,1 0,0 1,1-1,1 1,-2 7,4-15,0-1,1 0,-1 1,1-1,0 1,0-1,0 0,0 1,0-1,1 1,0-1,0 0,0 1,0-1,0 0,0 0,1 0,0 0,0 0,-1 0,2 0,-1-1,0 1,0-1,1 1,0-1,-1 0,1 0,0 0,0-1,0 1,2 0,7 1,1 0,-1-2,1 0,0 0,-1-1,1 0,-1-1,1-1,-1 0,1-1,-1 0,0 0,0-2,0 1,-1-2,1 1,-1-2,-1 1,1-2,6-5,55-52,-71 64,0 1,-1-1,1 0,0 0,0 1,0-1,-1 1,1-1,0 1,0-1,0 1,0 0,0-1,0 1,0 0,0 0,0-1,0 1,0 0,0 0,0 0,0 0,0 1,0-1,1 0,-1 0,0 1,-1-1,1 0,0 1,0-1,0 1,0-1,0 1,0 0,0-1,-1 1,1 0,0 0,-1-1,1 1,0 0,-1 0,1 0,-1 0,1 0,-1 0,0 0,1 0,-1 0,0 0,16 61,-15-56,4 17,-1 0,-1 1,-1-1,-1 1,-1 0,-1-1,-1 1,-2-1,0 0,-1 0,-1 0,-2 0,0-1,-1 0,-1-1,-1 0,-2 2,1-6,-2 0,1-1,-2 0,0-1,-1 0,0-1,-1-1,-5 2,5-8,7-9</inkml:trace>
  <inkml:trace contextRef="#ctx0" brushRef="#br0" timeOffset="67096.556">20735 8834,'15'-8,"1"1,0 0,1 1,0 1,0 1,0 0,0 1,0 1,1 1,9 0,-3-1,0 1,-1 1,1 1,0 1,-1 1,1 1,-1 1,4 2,-25-7,0 1,0-1,1 1,-1 0,0-1,0 1,0 0,0 0,-1 0,1 0,0 1,0-1,-1 1,1-1,0 1,-1-1,0 1,1 0,-1-1,0 1,0 0,0 0,0 0,0 0,0 0,-1 0,1 0,-1 1,1-1,-1 0,0 0,0 0,0 1,0-1,0 0,0 0,-1 0,1 0,-1 0,0 1,1-1,-1 0,0 0,0-1,0 1,-1 0,1 0,-2 1,-7 9,-1-1,0 0,-1-1,0 0,-1-1,0-1,0 0,-1 0,-4 0,-68 45,86-53,-1 1,0-1,1 0,-1 0,0 1,1-1,-1 0,1 1,-1-1,0 0,1 1,-1-1,1 1,-1-1,1 1,0-1,-1 1,1 0,-1-1,1 1,0-1,0 1,-1 0,1-1,0 1,0 0,0 0,0-1,-1 1,1 0,0-1,0 1,1 0,-1-1,0 1,0 0,0-1,0 1,1 0,-1-1,0 1,0 0,1-1,-1 1,1-1,-1 1,0 0,1-1,-1 1,1-1,-1 1,1-1,39 13,-9-7,-17-5,0 0,-1 2,1 0,-1 0,1 1,-1 1,0 0,-1 1,1 0,-1 1,-1 0,1 1,-1 0,0 1,3 4,-12-10,0 0,0 0,0 1,0-1,0 0,-1 1,1 0,-1-1,0 1,0 0,0 0,-1-1,1 1,-1 0,0 0,0 0,-1 0,1-1,-1 1,1 0,-1 0,0-1,-1 1,1 0,-1-1,0 1,1-1,-1 0,-1 0,1 1,0-2,-1 1,0 0,-1 1,-12 9,-1 0,-1-1,0-1,0-1,-1 0,0-2,-1 0,0-1,0-1,-1-1,0 0,-15 0,-96 5,72-13</inkml:trace>
  <inkml:trace contextRef="#ctx0" brushRef="#br1" timeOffset="102103.58">22112 6842,'-2'4,"1"-1,-1 1,0-1,1 1,0 0,0 0,0-1,1 1,-1 0,1 0,0 0,0 0,0 0,1 1,-2 8,-11 651,-5-432,-11-1,-18 46,45-273,-5 21,2 0,0 0,1 1,1 24,11-73,-3 9</inkml:trace>
  <inkml:trace contextRef="#ctx0" brushRef="#br1" timeOffset="103001.783">23516 6842,'0'0,"1"0,-1 1,0-1,1 0,-1 0,0 0,1 0,-1 0,0 0,1 1,-1-1,1 0,-1 0,0 0,1 0,-1 0,1-1,-1 1,0 0,1 0,-1 0,0 0,1 0,-1 0,0-1,1 1,-1 0,0 0,21 323,0 138,-21 20,-7-355,-5-1,-6 0,-5 1,17-108,-3-22,5-19,3 10</inkml:trace>
  <inkml:trace contextRef="#ctx0" brushRef="#br1" timeOffset="103852.503">21858 8393,'22'16,"6"-7,0-1,1-2,0-1,0-1,0-1,7-2,1 2,938 42,-123-12,-767-26,-86-7,1 0,0 0,0 0,0 0,0 0,-1 0,1 1,0-1,0 0,0 0,0 0,0 0,0 0,0 1,-1-1,1 0,0 0,0 0,0 0,0 1,0-1,0 0,0 0,0 0,0 0,0 1,0-1,0 0,0 0,0 0,0 0,0 1,0-1,0 0,0 0,0 0,0 1,0-1,0 0,1 0,-1 0,0 0,0 0,0 1,0-1,-20 5,-38 1,27-5</inkml:trace>
  <inkml:trace contextRef="#ctx0" brushRef="#br1" timeOffset="104640.511">21805 8393,'18'122,"-5"-44,4-1,3 0,3-2,21 42,-28-80,2-2,1 0,1-1,3-1,0 0,2-2,1-2,2 0,0-1,5 0,10 2,1-2,1-2,2-2,0-2,1-2,1-3,1-1,1-3,0-2,0-2,1-2,0-3,0-2,0-2,39-5,-55 3,1-1,0-2,-1-1,0-2,0-1,-1-2,-1-1,1-2,-2-2,0-1,-1-1,-1-2,-1-1,-1-1,0-2,-2 0,8-11,8-23,-3-2,-2-2,-3-1,-3-1,-2-2,16-59,-23 68,-7 21,15-62,-34 81,-5 10</inkml:trace>
  <inkml:trace contextRef="#ctx0" brushRef="#br1" timeOffset="105397.545">22634 9476,'-7'11,"0"0,1 1,0 0,1 0,1 1,0 0,0 0,1 0,1 0,0 0,1 0,1 0,0 1,0-1,2 0,-1 0,2 0,0 0,0 0,1 0,1-1,0 1,1-1,0 0,0-3,0-1,1 0,0 1,1-2,-1 1,2-1,-1-1,1 1,0-1,0-1,0 0,1 0,0-1,0 0,0-1,0 0,1 0,-1-1,1 0,0-1,-1-1,1 0,0 0,0-1,-1 0,1-1,0 0,-1 0,0-1,0-1,0 0,0 0,0-1,-1 0,0-1,0 0,0 0,-1-1,0 0,0-1,-1 0,1 0,-2 0,1-1,-2 0,1 0,-1 0,0-1,2-6,-4 4,0 1,-1-1,0 0,-1 0,0 0,-1 0,0 0,-1 0,0 0,-1 1,-1-1,1 0,-2 1,0-1,0 1,1 3,-1 1,1 0,-1 0,-1 0,1 1,-1-1,0 1,-1 0,1 0,-1 1,-1 0,1 0,-1 0,1 1,-1 0,-1 0,1 0,0 1,-1 1,0-1,1 1,-6-1,6 2,0 1,0-1,0 1,0 0,0 1,0-1,0 2,0-1,0 1,0 0,0 0,1 0,-1 1,1 0,0 1,0 0,0-1,0 2,1-1,0 1,0 0,0 0,0 0,1 1,0-1,0 1,0 0,1 0,0 1,0-1,-2 7,-8 35,6-2</inkml:trace>
  <inkml:trace contextRef="#ctx0" brushRef="#br1" timeOffset="105865.602">22793 9823,'-18'-64,"18"64,0 0,0 0,0 1,0-1,0 0,0 0,0 0,-1 0,1 1,0-1,0 0,0 0,0 0,0 0,-1 1,1-1,0 0,0 0,0 0,0 0,-1 0,1 0,0 0,0 0,0 1,-1-1,1 0,0 0,0 0,-1 0,1 0,0 0,0 0,0 0,-1 0,1 0,0-1,0 1,0 0,-1 0,1 0,0 0,0 0,0 0,-1 0,1 0,0-1,0 1,0 0,0 0,0 0,-1 0,1-1,0 1,0 0,0 0,0 0,-5 22,5-20,-6 67,2 1,6 52,-1-35,-1-48,2-19,-2 0,0 0,-2 1,0-1,-1 0,-1 0,-3 7,6-24,-1 0,1 0,-1 0,0-1,0 1,0-1,0 1,0-1,0 1,0-1,-1 0,0 0,1 0,-1-1,0 1,0-1,1 1,-1-1,0 0,-1 0,1 0,0 0,0-1,0 0,0 1,-1-1,1 0,-14 1</inkml:trace>
  <inkml:trace contextRef="#ctx0" brushRef="#br1" timeOffset="107516.309">22634 10372,'-56'11,"0"-3,0-2,-1-2,0-3,0-3,-23-4,-37 1,-383 1,472 6,21 1</inkml:trace>
  <inkml:trace contextRef="#ctx0" brushRef="#br1" timeOffset="108377.223">21029 10077,'-37'87,"13"-31,2 0,-13 56,32-95,13-23,3-20,-2-1,-1 0,-1 0,-2-1,0 0,2-27,6-24,-14 72,-1 0,1-1,1 1,-1 0,1 0,1 0,-1 0,1 0,0 0,1 1,0-1,0 1,0 0,0 0,1 1,0-1,1 1,-1 0,1 0,0 1,0 0,0 0,4-2,-3 4,0 1,0 0,0 0,0 0,0 1,0 0,0 0,0 1,0 0,0 0,-1 1,1 0,0 0,-1 0,1 1,-1 0,0 0,0 1,0-1,0 1,-1 1,1-1,-1 1,0 0,0 0,-1 1,0-1,0 1,0 0,-1 0,1 0,-1 0,-1 1,1 0,-1-1,-1 1,2 5,-5-6,-1 1,1 0,-1 0,0-1,-1 0,0 1,0-1,0-1,-1 1,1-1,-1 1,-1-1,1-1,-1 1,0-1,0 0,0 0,0-1,-1 0,1 0,-1 0,0-1,-6 2,-117 40,129-44,1 0,-1 1,1-1,-1 0,0 1,1-1,-1 0,1 1,-1-1,1 1,-1-1,1 1,-1-1,1 1,-1 0,1-1,0 1,-1-1,1 1,0 0,0-1,-1 1,1 0,0-1,0 1,0 0,0 0,0-1,0 1,0 0,0-1,0 1,0 0,1-1,-1 1,0 0,0-1,0 1,1 0,-1-1,1 1,-1-1,0 1,1 0,-1-1,1 1,-1-1,1 1,-1-1,1 0,-1 1,1-1,0 1,-1-1,1 0,37 23,96 32,48 24,-168-70</inkml:trace>
  <inkml:trace contextRef="#ctx0" brushRef="#br1" timeOffset="108629.551">20949 9703,'27'-7,"30"-4,25-1,18 2,6 3,-2 2,-20 2</inkml:trace>
  <inkml:trace contextRef="#ctx0" brushRef="#br0" timeOffset="77647.235">469 13446,'26'-8,"-23"8,275 5,138-19,-124-17,-274 30,-18 1,0 0,0 0,-1-1,1 1,0 0,-1 0,1 0,0 0,0 0,-1 0,1 0,0 0,0 0,-1 0,1 0,0 0,0 0,-1 1,1-1,0 0,0 0,-1 0,1 0,0 0,0 0,-1 1,1-1,0 0,0 0,0 0,-1 1,1-1,0 0,0 0,0 0,0 1,0-1,0 0,-1 1,1-1,0 0,0 0,0 1,0-1,0 0,0 0,0 1,0-1,0 0,0 0,0 1,0-1,0 0,1 1,-1-1,0 0,0 0,0 1,0-1,0 0,0 0,1 0,-1 1,0-1,0 0,1 0,-13 5</inkml:trace>
  <inkml:trace contextRef="#ctx0" brushRef="#br0" timeOffset="78205.969">428 14289,'7'4,"11"2,17 0,20-2,21 0,23-7,21-4,16-4,8-2,1 2,-7 2,-12 2,-18 6,-18 4,-20 5,-20 2,-20-2,-16-2</inkml:trace>
  <inkml:trace contextRef="#ctx0" brushRef="#br0" timeOffset="78637.862">1739 12765,'-7'22,"1"0,0 1,2 0,1 0,1 0,1 0,0 0,2 1,1-1,1 0,1 0,3 8,153 659,-143-609,-4 2,-3 0,-3 0,-5 0,-3 1,-3-1,-5 0,-3 0,-3-1,-5 1,-54 120,46-159,20-44</inkml:trace>
  <inkml:trace contextRef="#ctx0" brushRef="#br0" timeOffset="79171.533">1632 12791,'18'-9,"1"2,0-1,1 2,0 1,0 0,0 2,0 0,13 0,-25 3,64-10,1 4,0 3,0 3,0 3,0 4,-1 2,0 4,-1 3,0 3,-2 3,47 22,-90-32,0 2,-1 0,-1 2,0 1,-1 0,0 2,-2 1,0 0,-2 2,0 0,-1 1,-2 1,0 1,-1 0,-2 1,0 2,2 19,-3 1,-1 0,-3 0,-2 1,-2 0,-2 0,-2 0,-5 36,-1-8,-3-1,-3 0,-3-1,-4 0,-3-2,-3 0,-3-2,-4 0,-2-3,-3-1,-4-1,-2-2,-2-3,-4-1,-2-2,24-31,-1-1,0-1,-2-2,-1-1,-1-1,-18 8,33-20,0-1,-1-1,0-1,0 0,0-1,-1-1,0-1,1-1,-1 0,0-1,0-1,0-1,-18-3,-38-23,73 26,0 0,1 0,-1 0,0 0,0 0,1-1,-1 1,1 0,-1-1,1 0,0 1,0-1,0 0,-1 0,2 1,-1-1,0 0,0 0,1 0,-1 0,1 0,-1 0,1 0,0 0,0-1,0 1,0 0,0 0,0 0,1 0,-1 0,1 0,-1 0,1 0,0 0,10-18</inkml:trace>
  <inkml:trace contextRef="#ctx0" brushRef="#br0" timeOffset="79673.299">3249 13433,'-7'26,"2"0,1 0,1 0,1 1,1-1,2 1,0-1,2 0,4 17,-5-33,0 0,0 0,1 0,0-1,1 1,0-1,0 0,1 0,0 0,1-1,0 0,0 0,1 0,-1-1,2 0,-1 0,1-1,0 0,1 0,-1-1,1 0,0 0,1-1,-1 0,1-1,-1 0,1-1,0 0,0 0,0-1,0 0,0-1,0 0,1-1,3 0,-3-2,-1 0,1 0,-1-1,0-1,0 0,0 0,-1-1,0 0,0 0,0-1,-1-1,0 1,0-1,-1 0,0-1,-1 0,1 0,-2 0,1-1,-2 0,1 0,-1 0,-1-1,1 1,-2-1,0 0,0 0,-1 0,0 0,-1 0,0 0,-1 0,0 0,-1 0,0 1,0-1,-1 0,-1 1,0 0,0 0,-1 0,0 0,-3-2,2 5,0 0,-1 0,0 0,0 1,0 0,-1 1,0-1,0 2,0-1,-1 1,1 0,-1 1,0 0,0 0,0 1,-1 0,1 1,0 0,-1 0,1 1,-1 1,1-1,-1 1,1 1,0 0,0 0,-1 1,2 0,-1 0,-8 5,3 0,1 0,0 0,1 1,0 0,0 1,1 1,0 0,1 0,0 1,1 0,0 1,1 0,1 0,0 1,1 0,0 0,1 1,3-10,1-1,0 1,0 0,0 0,0 0,1 0,0 0,0 0,1 0,-1 0,1 0,0 0,0 0,1-1,-1 1,1 0,0-1,1 1,-1-1,1 0,-1 0,1 0,1 0,-1 0,0 0,1-1,0 0,0 0,2 2,36 20</inkml:trace>
  <inkml:trace contextRef="#ctx0" brushRef="#br0" timeOffset="79965.651">3890 13607,'172'-17,"0"9,26 7,162 8,206 36,-551-41,47 5,0 2,49 15,-79-13,-26-2,-14-3</inkml:trace>
  <inkml:trace contextRef="#ctx0" brushRef="#br0" timeOffset="87123.01">334 12216,'-15'3,"1"1,0 1,-1 0,1 1,1 0,-1 1,1 1,1 0,-1 1,1 0,1 1,0 0,0 0,-6 10,1-1,1 1,1 1,0 0,2 0,1 2,0-1,2 1,-3 13,7-23,1 0,1 1,0-1,1 1,0 0,1 0,0 0,1 0,1 0,2 12,-2-23,-1-1,1 1,0 0,0-1,0 0,0 1,0-1,0 0,1 1,-1-1,1 0,-1 0,1 0,0 0,0 0,0-1,0 1,0 0,0-1,1 0,-1 1,0-1,1 0,-1 0,1-1,-1 1,1 0,-1-1,1 1,0-1,-1 0,1 0,0 0,-1 0,1-1,-1 1,1-1,0 1,0-2,11-3,0-2,-1 0,-1 0,1-1,-1-1,0 0,-1-1,0 0,-1-1,0 0,8-12,7-8,-2-1,-1-1,-1-1,-2 0,-2-2,-1 0,-1-1,-3-1,-1 0,-1-1,-3 0,3-28,-8 53,-1-1,0 1,-1 0,0-1,-1 1,-1 0,0 0,-1 0,0 0,-1 0,-1 1,0-1,-1 1,0 1,-8-13,12 23,0-1,0 1,-1 0,1 0,0 0,-1 0,0 0,1 1,-1-1,0 1,0 0,0 0,1 0,-1 0,0 0,-1 0,1 1,0 0,0-1,0 1,0 0,0 1,0-1,0 1,0-1,0 1,0 0,0 0,0 0,0 0,0 1,1-1,-1 1,0-1,1 1,-1 0,1 0,0 0,0 1,0-1,0 1,0-1,0 1,0 0,-6 13,1 1,0 0,1 0,1 0,1 1,0 0,1 0,1 0,1 0,1 0,0 1,1-1,1 0,1 0,0 0,6 13,5 22,3-1,2-1,2-1,3 1,59 155,-67-125,-16-51</inkml:trace>
  <inkml:trace contextRef="#ctx0" brushRef="#br0" timeOffset="87548.754">615 12417,'3'25,"-1"-1,-2 1,0-1,-1 1,-2-1,-1 0,0 0,-2 0,-1 0,0-1,-10 19,6-10,-8 21,14-50,5-15,7-29,1 0,2 0,1 1,2 0,3 1,0 0,17-26,-32 64,3-7,0 0,1-1,-1 1,2 1,-1-1,1 1,1 0,-1 1,1-1,5-3,-10 10,0 0,0-1,-1 1,1 0,0 0,0 0,0 0,0 1,0-1,0 1,-1-1,1 1,0-1,0 1,-1 0,1 0,0 0,-1 0,1 0,-1 0,1 0,-1 1,0-1,1 0,-1 1,0-1,0 1,0 0,0-1,0 1,0 0,-1 0,1-1,0 1,-1 0,0 0,1 0,-1 0,0-1,0 1,0 0,0 0,0 1,1 1,76 265,-34-128,-38-119</inkml:trace>
  <inkml:trace contextRef="#ctx0" brushRef="#br0" timeOffset="87836.953">615 12630,'25'-2,"22"-5,19-4,12-3,6 0,-11 1</inkml:trace>
  <inkml:trace contextRef="#ctx0" brushRef="#br0" timeOffset="88518.709">201 14716,'-28'72,"2"1,5 0,2 2,4 0,2 1,3 25,10-2,0-98,0 0,0 0,0 0,0 0,0 0,0 0,0 0,1 0,-1 1,0-1,1 0,-1 0,0 0,1 0,0 0,-1 0,1-1,-1 1,1 0,0 0,0 0,0 0,-1-1,1 1,0 0,0-1,0 1,0-1,0 1,0-1,0 0,0 1,0-1,0 0,0 0,1 1,-1-1,0 0,0 0,0 0,0 0,0-1,0 1,0 0,0 0,0-1,0 1,1 0,-1-1,-1 1,1-1,0 0,0 1,0-1,0 0,47-47,-21 8,-2-1,-2 0,-1-2,-2-1,-3 0,-1-2,-2 1,-3-2,6-44,-13 74,-1 0,0 0,-2 0,0 0,-1 0,0 0,-2 0,0 0,0 0,-2 1,0-1,-1 1,-1 0,-4-9,9 23,-1 0,1 0,-1-1,0 1,0 0,0 0,0 0,0 1,0-1,0 0,-1 1,1 0,-1-1,1 1,-1 0,1 0,-1 0,0 1,1-1,-1 1,0-1,0 1,1 0,-1 0,0 0,0 0,1 1,-1-1,0 1,0 0,1-1,-1 1,1 0,-3 2,-1 0,-1 1,1 0,-1 1,1 0,0 0,1 0,-1 1,1-1,0 1,1 1,-4 5,0 3,1 0,1 0,0 0,1 1,1 0,0 0,2 0,0 0,0 1,1-1,1 0,1 1,1-1,0 0,1 1,0-1,1-1,1 1,1-1,0 1,1-2,1 1,0-1,1 0,8 9,69 79,-65-81,-1 1,-1 1,-1 1,-1 0,-1 2,-1 0,-1 0,9 27,-19-41,-1 0,1-1,-2 1,0 0,0 1,-1-1,-1 0,0 0,0 1,-2-1,-1 8,-3-1</inkml:trace>
  <inkml:trace contextRef="#ctx0" brushRef="#br0" timeOffset="88774.673">682 15131,'0'16,"0"14,0 14,0 8,0 4,0 2,0-4,0-7,0-10,2-10,1-15,0-9</inkml:trace>
  <inkml:trace contextRef="#ctx0" brushRef="#br0" timeOffset="88972.949">709 15318,'-20'-166,"28"148,12 32,155 165,-140-149,-22-21,-1 1,0 0,-1 1,0 1,-1-1,0 2,6 10,-15-21,0 0,0 0,0 1,-1-1,1 1,-1-1,1 1,-1-1,0 1,0-1,0 1,0-1,-1 1,1-1,-1 1,1-1,-1 0,0 1,0-1,0 0,0 1,0-1,-1 0,1 0,0 0,-1 0,0 0,0 0,-15 16,0-1,-1 0,0-2,-2 0,-16 10,23-17,-85 59</inkml:trace>
  <inkml:trace contextRef="#ctx0" brushRef="#br1" timeOffset="115606.28">2033 11467,'-102'88,"64"-53,2 2,1 1,1 1,3 2,-2 6,-28 92,15-29,32-78,1 0,2 1,1 1,1-1,2 2,1-1,1 17,-39 186,9-49,7-26,25-151,-4 8,1 1,1 1,1-1,1 1,0 14,3-15,0-23</inkml:trace>
  <inkml:trace contextRef="#ctx0" brushRef="#br1" timeOffset="116791.141">1351 12885,'-3'3,"0"0,0 1,1-1,0 1,-1-1,1 1,1 0,-1 0,0-1,1 1,0 1,0-1,0 0,0 0,1 0,0 0,0 1,0-1,0 0,0 0,1 0,1 4,64 218,-65-214,-5-32,1 5,-9-28,-2 1,-1 0,-3 1,-1 0,-4-3,14 28,9 16,-1-1,1 0,-1 1,1-1,-1 0,1 0,0 1,-1-1,1 0,0 0,0 0,-1 1,1-1,0 0,0 0,0 0,0 0,0 1,0-1,0 0,0 0,1 0,-1 0,0 1,0-1,1 0,-1 0,0 0,1 1,-1-1,1 0,-1 1,1-1,-1 0,1 1,0-1,-1 1,1-1,0 1,-1-1,1 1,0-1,0 1,-1 0,1-1,0 1,0 0,0 0,0 0,-1-1,1 1,0 0,0 0,0 0,0 0,0 1,-1-1,1 0,0 0,0 0,0 1,0-1,23 1,1 1,-1 2,1 0,-1 1,0 2,-1 0,12 6,-33-13,0 1,-1-1,1 1,0-1,-1 1,1 0,-1-1,1 1,-1 0,1 0,-1 0,1 0,-1 0,0 1,0-1,1 0,-1 0,0 1,0-1,0 1,0-1,-1 1,1 0,0-1,-1 1,1 0,-1-1,0 1,1 0,-1-1,0 1,0 0,0 0,0-1,0 1,-1 0,1 0,0-1,-1 1,1 0,-1-1,0 1,1-1,-1 1,0-1,0 1,0-1,0 1,-1 0,-29 38,22-30,0 0,1 1,0 0,1 0,0 1,1 0,0 0,1 0,0 1,1 0,0 0,1 2,3-10,0-5</inkml:trace>
  <inkml:trace contextRef="#ctx0" brushRef="#br1" timeOffset="117776.117">2287 10866,'2'7,"1"7,0 5,-1 9,-1 8,3 8,-1 5,0 3,0 5,-2-1,0-1,-1-3,1-3,-4-6,-2-6,-3-8,-5-10,0-8</inkml:trace>
  <inkml:trace contextRef="#ctx0" brushRef="#br1" timeOffset="118625.929">2179 10960,'-1'-6,"-1"0,1 0,0-1,1 1,-1 0,1 0,0-1,1 1,-1 0,1-1,1 1,-1 0,1 0,0 0,0 0,1 1,0-1,0 0,0 1,1 0,0 0,0 0,0 0,1 0,7-3,0 0,0 2,1-1,0 1,0 1,1 1,-1 0,1 0,0 1,0 1,0 1,0 0,0 0,0 2,1-1,-1 2,3 1,-11-3,1 1,-1 0,0 0,0 1,0 0,1 0,-2 1,1-1,0 1,0 1,-1-1,0 1,0 0,0 0,0 0,-1 1,1-1,-1 1,0 0,0 1,-1-1,0 1,0-1,0 1,-1 0,2 3,-2-1,-1 0,0-1,0 1,0 0,-1 0,-1-1,1 1,-1 0,0-1,-1 1,1 0,-2-1,1 0,-1 1,0-1,-1 0,1 0,-1-1,-1 1,1-1,-1 0,0 0,-1-1,1 1,-1-1,0 0,-1-1,-3 3,-2 0,0 0,0-1,0 0,-1-1,0-1,0 0,0-1,-1 0,1-1,-1 0,-13-1,25-1,0 0,0 0,0 0,0 1,0-1,0 0,0 1,1 0,-1-1,0 1,0 0,0 0,1 0,-1 0,0 0,1 0,-1 1,1-1,-1 0,1 1,0-1,0 1,0 0,0-1,0 1,0 0,0 0,0-1,0 1,1 0,-1 0,1 0,0 0,-1 0,1 0,0 0,0 0,0 0,1 0,-1 0,0 0,1 0,-1 0,1-1,-1 1,1 0,0 0,5 11,1 0,0 0,0-1,1 0,1-1,0 0,1 0,0-1,0 0,1-1,0 0,1 0,0-1,0-1,1 0,0-1,0 0,0-1,1-1,0 0,0-1,0 0,0-1,1 0,-1-2,5 0,-18 1,6 0,-1 0,1-1,0 1,-1-1,1 0,0-1,-1 1,1-1,-1-1,1 1,-1-1,0 0,0-1,1 0,-2 0,1 0,0 0,-1-1,5-4,34-41,-43 49,0 0,0 0,0 0,0 1,0-1,0 0,0 0,0 1,0-1,0 0,0 1,0-1,0 1,-1-1,1 1,0 0,0-1,-1 1,1 0,0 0,-1-1,1 1,0 0,-1 0,0 0,1 0,-1 0,1 0,-1 0,0 0,0 0,1-1,-1 2,3 5,0-3,-1-1,0 1,1-1,-1 0,1 0,0 0,0 0,0 0,0-1,1 1,-1-1,1 0,-1 0,1 0,0-1,0 1,0-1,0 0,0 0,0 0,0-1,0 1,0-1,0 0,1 0,-1 0,0-1,0 0,0 0,0 0,0 0,0 0,0-1,-1 1,1-1,0 0,-1-1,3-1,0 0,1 0,-1-1,0 1,0-2,0 1,-1-1,0 0,0 0,0 0,-1-1,0 1,0-1,0 0,-1 0,0-1,-1 1,0-1,0 1,0-1,-1 0,0 0,-1 1,1-1,-2 0,1 0,-1 0,0 1,-1-1,0 0,0 1,0-1,-1 1,0 0,-1 0,0 0,0 0,0 1,-4-5,4 8,-1 0,1 0,-1 0,1 1,-1-1,0 1,0 0,0 1,0-1,0 1,0 0,0 1,0-1,0 1,-1 0,1 0,0 0,0 1,-1 0,1 0,0 0,0 1,0 0,1 0,-1 0,0 0,1 1,-1-1,1 1,0 1,0-1,0 0,0 1,0 0,1 0,0 0,0 0,0 1,0-1,1 1,0 0,0-1,0 1,0 0,1 0,0 0,0 1,0-1,0 0,1 0,0 5,0-6,1 0,-1 0,1 0,0 0,0 0,0-1,0 1,1 0,0 0,0-1,0 1,0-1,0 1,0-1,1 0,0 0,0 0,0-1,0 1,2 1,17 11</inkml:trace>
  <inkml:trace contextRef="#ctx0" brushRef="#br1" timeOffset="118919.142">3169 11201,'158'-400,"-138"367,-11 52,-5 125,-5-108,2 1,1-1,1 1,2-1,5 15,48 93,-41-110</inkml:trace>
  <inkml:trace contextRef="#ctx0" brushRef="#br1" timeOffset="119910.356">1324 14676,'27'28,"262"501,-189-368,6-5,107 119,-142-194,3-3,4-4,3-2,2-5,69 41,-151-107,20 13,1 0,0-2,1 0,1-1,0-2,5 2,-28-11,0 1,0 0,1-1,-1 1,0-1,1 1,-1-1,0 0,1 1,-1-1,1 0,-1 0,1 0,-1 0,0 0,1 0,-1 0,1-1,-1 1,0-1,1 1,-1-1,0 1,0-1,1 1,-1-1,0 0,0 0,0 0,0 0,0 0,0 0,0 0,0 0,0 0,0 0,-1 0,1-1,0 1,-1 0,1-1,-1 1,0 0,1-1,-1 1,0-1,0 0,-4-25,-5-2</inkml:trace>
  <inkml:trace contextRef="#ctx0" brushRef="#br1" timeOffset="120886.014">1377 14663,'-7'96,"5"1,4 0,3 0,8 18,-11-102,0-19,-2-23,0 28,-1-466,1 483,1 0,0 1,1-1,1 0,1-1,0 1,1-1,0 1,2-1,-1-1,2 1,0-1,1-1,6 8,14 13,-23-29,-1 1,1-1,-1 1,1 0,-2 0,1 1,-1 0,0-1,0 1,-1 1,0-1,0 0,-1 1,0 0,0-1,0 1,-1 0,-1 0,1 0,-1 0,-4 2,-1-1,0 0,0 0,-1 0,0 0,-1-1,0 0,0-1,-1 1,0-1,0-1,0 0,-5 3,-7 7,-15 12,-81 77,103-88</inkml:trace>
  <inkml:trace contextRef="#ctx0" brushRef="#br1" timeOffset="121776.568">3156 15973,'6'18,"6"16,0 10,-3 11,1 9,-2 4,-3 2,-1-2,-3-3,2-6,0-9,0-12</inkml:trace>
  <inkml:trace contextRef="#ctx0" brushRef="#br1" timeOffset="122519.921">3235 15987,'2'-7,"-1"1,1 1,0-1,0 0,1 0,-1 1,1-1,1 1,-1 0,1 0,0 0,0 1,0-1,0 1,1 0,0 0,0 1,0-1,0 1,1 0,-1 0,1 1,0 0,-1 0,1 0,0 0,0 1,1 0,5-1,0 1,0 0,-1 0,1 1,0 1,0 0,0 0,-1 2,1-1,0 1,-1 1,0 0,0 1,4 2,-9-4,1 0,-1 1,0 0,0 0,0 1,-1 0,1 0,-1 0,0 1,-1-1,1 1,-1 0,0 0,-1 1,0-1,0 1,0 0,0 0,-1 0,-1 0,1 0,-1 1,0-1,-1 0,1 0,-1 1,-1-1,0 0,0 1,0-1,-1 0,0 0,-2 6,-2-4,1-1,-1 0,0 0,-1 0,1-1,-2 0,1 0,-1 0,0-1,0-1,-1 1,0-1,0-1,0 0,0 0,-1 0,1-2,-5 2,-8 1,-1-1,0-1,1-1,-1-1,0-1,0-1,-12-2,26 7,23 7,-9-7,277 205,-277-206,2 3,-1-1,1 0,1 0,-1 0,1-1,-1 0,1-1,0 1,1-2,-1 1,0-1,1 0,-1-1,1 0,0 0,-1-1,1 0,0-1,0 0,30-39,-26 19,-11 20,0 1,-1-1,1 1,0-1,0 1,-1-1,1 1,0 0,0 0,0 0,0 0,0 0,-1 1,1-1,0 1,0-1,-1 1,1-1,0 1,0 0,-1 0,1 0,-1 0,1 0,-1 0,1 0,-1 0,0 1,0-1,1 1,-1-1,0 1,0-1,0 1,-1-1,1 1,0 0,-1 0,1 1,9 8,-6-6,1-1,0 1,0-1,0-1,0 1,1-1,-1 1,1-2,0 1,0-1,0 1,0-2,0 1,1-1,-1 0,0 0,1-1,-1 1,1-2,-1 1,1-1,-1 0,0 0,1 0,-1-1,0 0,0 0,0-1,0 0,-1 0,2-1,-3 2,0 0,0 0,0 0,0-1,-1 1,1-1,-1 0,0 0,0 0,0-1,0 1,0-1,-1 1,1-1,-1 0,0 0,0 0,-1 0,1 0,-1 0,0-1,0 1,0 0,-1-1,0 1,0 0,0-1,0 1,0-1,-1 1,0 0,0-1,0 1,0 0,-1 0,0-1,-2-1,0 1,0-1,-1 1,0 0,0 0,0 0,-1 1,1 0,-1 0,0 0,0 1,-1 0,1 0,-1 1,1-1,-1 1,-6-1,9 3,0-1,0 1,1-1,-1 1,0 0,0 0,0 1,1-1,-1 1,0 0,0 0,1 0,-1 0,1 1,-1-1,1 1,0 0,-1 0,1 0,0 0,0 1,1-1,-1 1,0 0,1 0,0 0,-1 0,1 0,0 1,1-1,-1 0,1 1,-1 0,0 0,1 0,-1 0,1 0,0 0,0 0,0 0,0 0,1 1,0-1,0 0,0 0,0 0,1 1,-1-1,1 0,0 0,1 0,-1 0,1 0,-1 0,1-1,0 1,1 0,-1-1,0 1,1-1,0 0,0 0,0 0,0 0,1-1,-1 1,1-1,-1 0,1 0,0 0,0 0,19 4</inkml:trace>
  <inkml:trace contextRef="#ctx0" brushRef="#br1" timeOffset="122962.876">4212 16214,'4'-4,"1"0,0 1,0 0,0 0,1 0,-1 1,1-1,-1 1,1 1,0-1,0 1,-1 0,1 0,0 0,0 1,0 0,0 1,0-1,0 1,0 0,0 0,0 1,0 0,3 1,-4-2,0-1,0 1,1 0,-1 1,0-1,0 1,0 0,-1 1,1-1,0 1,-1-1,1 2,-1-1,0 0,0 1,0 0,-1-1,1 2,-1-1,0 0,0 1,-1-1,1 1,-1 0,0 0,0 0,-1 0,1 0,-1 0,0 0,0 0,-1 1,0 3,-5 4,0 0,-2 0,0 0,0-1,-1 1,0-2,-1 0,0 0,-1 0,-1-1,1-1,-6 4,-7 9,9-9,-40 52,54-65,0 1,0 0,-1-1,1 1,0 0,0-1,0 1,0 0,0 0,0-1,0 1,0 0,1-1,-1 1,0 0,0-1,0 1,1 0,-1-1,0 1,1-1,-1 1,1 0,-1-1,1 1,-1-1,1 1,-1-1,1 1,-1-1,1 0,0 1,-1-1,1 0,-1 1,1-1,0 0,-1 0,1 0,0 0,0 1,-1-1,1 0,0 0,-1 0,1 0,0-1,0 1,16 2,-1-2,1 0,0 0,0-2,-1 0,11-3,-6 1,319-52,-332 55,39 7,-47-5,0 0,0 0,0 1,0-1,0 0,0 0,0 0,-1 0,1 0,0 0,-1 0,1 0,-1 0,1 0,-1 0,1 0,-1 0,0-1,0 1,1 0,-1 0,0-1,0 1,0 0,0-1,0 1,0-1,0 1,0-1,0 1,0-1,0 0,0 1,0-1,0 0,-27 7,15-5</inkml:trace>
  <inkml:trace contextRef="#ctx0" brushRef="#br0" timeOffset="-11654.644">2126 880,'-7'2,"-2"3,3 3,4 0,6-1,3-2,3-6,3-6,-2-5,-2-4,-3-1,-4 1,-6 2,-3 6,-6 9,0 4</inkml:trace>
  <inkml:trace contextRef="#ctx0" brushRef="#br0" timeOffset="-11402.031">2153 1254,'16'4,"7"3,0-4,-4-6,-5-5,-7-5,-8-4,-7 0,-8 2,-4 6,-5 7,0 11,3 10,4 7,8 3,14 0,7-6</inkml:trace>
  <inkml:trace contextRef="#ctx0" brushRef="#br0" timeOffset="-9793.681">4933 760,'-1'53,"-1"-31,1 0,1 1,1-1,1 0,1 1,1-1,1 0,1-1,0 1,6 9,-9-25,1 0,0 0,0 0,1-1,-1 0,1 0,0 0,1 0,-1-1,1 0,0 0,0 0,0-1,0 0,1 0,-1 0,1-1,0 0,-1-1,1 1,0-1,0 0,0-1,0 0,0 0,0-1,0 1,0-1,0-1,4-1,-8 2,1-1,0 0,-1 0,0 0,1 0,-1-1,0 1,0-1,0 0,-1 1,1-2,-1 1,1 0,-1 0,0-1,-1 1,1-1,0 0,-1 1,0-1,0 0,0 0,0-3,4-96,-5 85,-2-10,1 23,0-1,0 0,0 1,1-1,0 0,0 1,0-1,1 0,0 1,0-1,0 0,1 1,0 0,0-1,0 1,1 0,-1 0,1 0,1 0,-1 1,0-1,1 1,0 0,1-1,13-5</inkml:trace>
  <inkml:trace contextRef="#ctx0" brushRef="#br0" timeOffset="-9610.817">5521 880,'0'13,"0"12,0 6,0 2,0 1,3-2,0-2,2-3,3-6,2-7,-1-6</inkml:trace>
  <inkml:trace contextRef="#ctx0" brushRef="#br0" timeOffset="-9442.798">5575 558,'-12'-2,"2"2,6 4,5 3</inkml:trace>
  <inkml:trace contextRef="#ctx0" brushRef="#br0" timeOffset="-8665.908">5869 799,'1'0,"-1"0,1 0,-1 0,1 0,0 0,-1 0,1 0,0 0,-1 0,1-1,0 1,-1 0,1 0,-1-1,1 1,-1 0,1-1,0 1,-1-1,1 1,-1-1,0 1,1-1,-1 1,1-1,-1 1,0-1,1 1,-1-1,0 0,0 1,0-1,1 1,-1-1,0 0,0 1,0-1,0 0,0 1,0-1,0 0,0 1,0-1,0 0,-1 1,1-1,0 1,0-1,-1 0,22 14,-1 0,-1 1,-1 1,0 1,0 1,-2 0,0 1,-1 1,-1 0,-1 1,-1 1,0 0,-2 0,0 1,-2 1,0-1,-2 1,0 1,-2-1,0 4,2 38,-2-1,-4 1,-2-1,-11 58,6-46,5-55,0 0,2 0,0 0,1 0,2 0,1 4,-3-19,0-1,1 1,0-1,0 0,0 1,1-1,-1 0,1 0,0-1,1 1,-1 0,1-1,0 0,0 0,1 0,-1-1,1 1,0-1,-1 0,2 0,-1-1,0 0,0 1,5 0,-3-2,0 0,0 0,-1 0,1-1,0 0,0-1,0 1,0-1,0-1,-1 1,1-1,0 0,-1-1,0 1,1-1,-1 0,0-1,-1 0,1 0,-1 0,1-1,-1 1,0-1,-1 0,1-1,-1 1,0-1,-1 0,1 0,-1 0,0 0,-1-1,0 1,0-1,0 1,1-7,1-6,-1-1,-1 1,-1-1,0 1,-1-1,-1 0,-1 1,-1 0,-1-1,0 1,-2 0,0 1,-1-1,0 1,-2 1,-2-3,-4-8,-2 1,-2 0,0 1,-2 1,0 1,-2 1,0 1,-2 1,-12-7,-130-62,126 71,41 19,0 0,0 0,1 0,-1-1,0 1,0 0,1 0,-1-1,0 1,0 0,0 0,1-1,-1 1,0 0,0 0,0-1,0 1,0 0,0-1,0 1,0 0,0 0,1-1,-1 1,0 0,0-1,-1 1,1 0,0-1,0 1,0 0,0 0,0-1,0 1,0 0,0-1,-1 1,1 0,0 0,0-1,0 1,-1 0,1 0,0-1,0 1,0 0,-1 0,1 0,0 0,-1-1,1 1,0 0,0 0,-1 0,1 0,0 0,-1 0,1 0,0 0,-1 0,1 0,30-5,-26 5,330-10,-270 11,59 7,-121-7,0 0,0 0,0 0,0 0,0 0,0 0,-1 1,1-1,0 1,-1-1,1 1,-1-1,0 1,0 0,1 0,-1 0,0 0,0 0,-1 0,1 0,0 0,-1 0,1 0,-1 0,0 0,0 1,1-1,-2 0,1 0,0 0,0 0,-1 1,9 41,-5-41,0 0,0 0,0 0,0 0,1 0,-1 0,1-1,0 0,-1 1,1-2,0 1,0 0,0-1,1 1,-1-1,0-1,0 1,1 0,-1-1,0 0,1 0,-1 0,0-1,1 1,-1-1,0 0,0 0,1-1,-1 1,0-1,0 0,-1 0,1 0,0-1,-1 1,1-1,-1 0,0 0,0 0,0 0,0 0,-1-1,1 0,-1 1,1-1,-1-3,1 0,-1 1,0-1,-1 0,0 0,0 0,0 0,-1 0,0 0,0-1,-1 1,0 0,0 0,0 0,-1 1,0-1,-1 0,1 1,-1-1,-1 1,1 0,-1 0,0 0,0 0,-1 1,0 0,0 0,0 0,0 0,-1 1,0 0,0 0,0 1,0-1,-1 1,1 1,-3-1,6 2,-1 1,1 0,0 1,-1-1,1 1,0-1,-1 1,1 0,0 0,0 1,0-1,0 1,0-1,0 1,0 0,0 0,1 0,-1 0,1 1,-1-1,1 1,0 0,0-1,0 1,0 0,1 0,-1 0,1 0,0 0,0 1,0-1,0 0,1 1,-1 1,-7 29</inkml:trace>
  <inkml:trace contextRef="#ctx0" brushRef="#br0" timeOffset="-8217.125">6965 1227,'1'-91,"1"2,-5 0,-7-43,-14 47,75 120,-22-19,1-2,0 0,0-3,2 0,25 4,-26-6,-31-9,3 0,1 1,-1-1,0 1,1 0,-1 0,0 0,0 0,0 0,0 1,0 0,0-1,0 1,-1 0,1 0,0 1,-1-1,0 1,0-1,0 1,0 0,0-1,0 1,0 0,-1 0,0 0,1 1,-2 6,0 0,-1 0,0-1,-1 1,0-1,0 1,-1-1,0 0,0 0,-2 1,-4 17,6-19,-1-1,0 0,1 0,0 1,1-1,-1 1,1-1,1 1,0 0,0 0,0 0,1 0,0 0,0 0,1 0,0 0,1-1,0 1,0 0,0-1,1 1,0-1,1 0,0 0,0 0,0 0,8 0,-1 0,1 0,0-1,1-1,0 0,0-1,0 0,0-1,0 0,1-1,-1-1,1 0,0-1,-1 0,1-1,-1-1,1 0,0-1,132-23,-78 10</inkml:trace>
  <inkml:trace contextRef="#ctx0" brushRef="#br0" timeOffset="-10840.35">3904 466,'0'22,"0"20,0 15,0 13,0 7,0 4,0 1,0-6,0-10,0-15,0-16</inkml:trace>
  <inkml:trace contextRef="#ctx0" brushRef="#br0" timeOffset="-10297.32">3784 372,'8'17,"1"1,0-1,1 0,1-1,1 0,0-1,1 0,9 8,-16-17,52 57,-23-29,0 1,-3 2,-1 2,-2 0,-1 2,-2 2,-3 0,-1 1,11 34,-30-71,0 0,0 0,-1 0,0 1,-1-1,1 1,-1 0,-1-1,0 1,0 0,0-1,-1 1,0 0,0-1,-1 1,0-1,-1 0,1 0,-1 0,-1 0,1 0,-1 0,0-1,-1 0,0 0,0 0,0 0,0-1,-1 0,0 0,-6 3,3-3,0-2,0 1,0-2,-1 1,1-1,-1 0,0-1,0 0,1-1,-1 0,0-1,0 0,0 0,1-1,-1 0,1 0,-1-1,1-1,0 0,0 0,1 0,-1-1,1-1,0 1,0-2,1 1,-1-1,2 0,-1 0,1 0,0-1,0 0,-2-6,7 11,-1 1,1-1,1 1,-1-1,0 0,1 0,-1 1,1-1,0 0,0 0,0 0,0 1,0-1,1 0,-1 0,1 1,0-1,0 0,0 1,0-1,0 1,1-1,-1 1,1 0,-1-1,1 1,0 0,0 0,0 0,0 0,0 1,1-1,-1 1,0-1,1 1,-1 0,1-1,-1 1,4 0,35-16,1 1,0 2,1 3,31-5,-17 3,19-4,2 2,60-1,-135 15,-1 0,0 0,0 1,0-1,0 1,1 0,-1 0,0 0,0 0,0 0,1 0,-1 0,0 1,0-1,0 1,0 0,0-1,1 1,-1 0,-1 0,1 1,0-1,0 0,0 0,-1 1,1-1,0 1,-1 0,0-1,1 1,-1 0,0 0,0 0,0 0,0 0,0 0,0 1,-1 72,-1-66,0 1,1 0,0 0,0-1,1 1,0 0,1-1,0 1,0-1,4 8,-6-16,1 0,-1 0,1 0,-1 0,1 0,0 0,-1 0,1 0,0 0,0 0,0 0,0 0,0-1,0 1,0 0,0-1,0 1,0-1,0 1,0-1,0 1,0-1,0 0,1 0,-1 0,0 1,0-1,0 0,1 0,-1 0,0-1,0 1,0 0,1 0,-1-1,0 1,1-1,12-6</inkml:trace>
  <inkml:trace contextRef="#ctx0" brushRef="#br0" timeOffset="-10041.235">4452 505,'2'5,"13"3,16 3,18 0,11-1,-5 0</inkml:trace>
  <inkml:trace contextRef="#ctx0" brushRef="#br0" timeOffset="-12871.595">522 586,'-16'69,"3"0,3 2,3-1,2 53,4-91,2 1,1-1,1 0,2-1,3 10,-6-33,0 0,0 0,1 0,0 0,0-1,1 0,0 1,0-1,1-1,0 1,0-1,0 0,1 0,0 0,0-1,1 0,0 0,-1 0,1-1,1 0,-1-1,1 0,0 0,5 1,0-2,0 0,0 0,0-1,0-1,0 0,1-1,-1-1,0 0,0 0,0-1,-1-1,1 0,-1-1,0 0,0-1,0-1,-1 1,0-2,0 0,14-12</inkml:trace>
  <inkml:trace contextRef="#ctx0" brushRef="#br0" timeOffset="-12566.411">441 1000,'12'-2,"12"-4,11-2,12-5,6-4,2-4,-5-4,-8-1,-11 4</inkml:trace>
  <inkml:trace contextRef="#ctx0" brushRef="#br0" timeOffset="-12314.549">495 558,'16'-4,"21"-4,20-3,14-2,9 1,2 3,-6 6,-12 7,-16 3</inkml:trace>
  <inkml:trace contextRef="#ctx0" brushRef="#br0" timeOffset="-12166.394">1070 813,'9'18,"10"15,8 9,9 4,8 1,4-1,2-1,2-1,-5 0,-4 0,-9-2,-8-5,-8-6,-7-6,-4-7</inkml:trace>
  <inkml:trace contextRef="#ctx0" brushRef="#br0" timeOffset="-11993.326">1578 853,'-16'-3,"-14"5,-12 10,-7 13,-4 15,-3 15,2 9,3 8,8 5,9-2,10-13</inkml:trace>
  <inkml:trace contextRef="#ctx0" brushRef="#br0" timeOffset="-4193.76">9278 880,'-9'-1,"0"1,1 0,-1 0,0 1,0 0,0 1,0 0,0 0,1 1,-1 0,1 1,0-1,0 2,0-1,1 1,-1 0,1 1,1 0,-1 0,-3 4,4-3,1-1,0 1,1-1,-1 1,1 1,1-1,0 0,0 1,0 0,1 0,0 0,0 0,1 0,0 0,0 0,1 1,0-1,2 6,-2-13,1 1,-1 0,1 0,0 0,0-1,0 1,0 0,0-1,0 1,0-1,0 1,1-1,-1 0,1 1,-1-1,1 0,-1 0,1 0,0 0,-1 0,1-1,0 1,0 0,0-1,-1 1,1-1,0 0,0 0,0 1,0-1,0-1,0 1,0 0,0 0,0-1,63-27,-53 18,-1-1,0 0,0-1,-2 0,1 0,-2-1,0-1,0 1,-1-1,-1 0,0-1,-1 0,-1 0,1-5,5-25,-3-1,-1 0,-3 0,-1-12,-10-147,2 180,6 25,0 1,0-1,0 0,0 1,-1-1,1 0,0 0,0 1,0-1,0 0,0 1,-1-1,1 0,0 0,0 0,-1 1,1-1,0 0,0 0,-1 0,1 0,0 1,0-1,-1 0,1 0,0 0,-1 0,1 0,0 0,0 0,-1 0,1 0,0 0,-1 0,1 0,0 0,-1 0,1 0,0 0,-1 0,1 0,0 0,0 0,-1-1,1 1,0 0,0 0,-1 0,1-1,0 1,0 0,-1 0,1 0,0-1,0 1,-8 35,2 0,1 0,2 1,1 28,1-46,-1 15,1-1,2 1,2 0,0-1,2 0,2 0,1 0,1-1,1 0,4 4,-10-28,0 1,0-2,0 1,1 0,0-1,1 0,-1 0,1 0,0-1,0 0,2 1,-5-4,0-1,0 1,0-1,0 1,0-1,0 0,0 0,1-1,-1 1,0-1,1 1,-1-1,0 0,1 0,-1-1,0 1,1-1,-1 1,0-1,0 0,0 0,0-1,0 1,0 0,0-1,0 0,2-1,4-7,0 0,0 0,-1 0,0-1,-1-1,0 1,-1-1,0 0,-1 0,-1-1,0 0,0 1,-1-2,-1 1,0 0,-1 0,0-1,-1-6,-2 9,-2 31,3-13,0 0,1 0,-1 0,1 0,1 0,-1 0,1 0,0-1,1 1,0 0,0 0,0-1,1 1,0-1,0 0,1 0,0 0,0 0,0 0,0-1,1 0,0 0,6 4,1-1,1 0,0-1,0-1,1 0,0-1,0-1,0 0,7 1,52 9</inkml:trace>
  <inkml:trace contextRef="#ctx0" brushRef="#br0" timeOffset="7622.815">1083 4316,'9'25,"8"24,5 24,-1 20,-4 15,-5 5,-4-3,-4-9,-3-15,-1-20,2-20,0-19</inkml:trace>
  <inkml:trace contextRef="#ctx0" brushRef="#br0" timeOffset="7990.802">1591 4396,'37'-51,"-37"52,0-1,1 0,-1 0,0 1,0-1,0 0,0 1,0-1,0 0,0 0,0 1,0-1,1 0,-1 0,0 1,0-1,0 0,0 0,1 1,-1-1,0 0,0 0,1 0,-1 0,0 1,0-1,1 0,-1 0,0 0,0 0,1 0,-1 0,0 0,1 0,-1 0,0 0,0 0,1 0,-1 0,0 0,1 0,-1 0,0 0,0 0,1 0,-1 0,0 0,0-1,1 1,-1 0,-7 26,-2-1,0 0,-2-1,-1 0,0 0,-2-1,-1-1,-1 0,15-21,-29 45,-3-3,-1 0,-2-2,-33 28,-1-22,69-47,0 0,0 1,0-1,0 0,0 0,-1 0,1 0,0 0,0 0,0 0,0 0,-1 0,1-1,0 1,0 0,0-1,0 1,0-1,0 1,0-1,0 1,0-1,0 0,0 0,0 1,0-1,0 0,1 0,-1 0,0 0,1 0,-1 0,1 0,-1 0,1 0,-1 0,1-1,0 1,0 0,-1 0,1 0,0 0,0-1,0 1,0 0,0 0,0 0,1 0,-1-1,0 1,1 0,-1 0,1 0,-1 0,1 0,-1 0,1 0,0 0,-1 0,1 0,0 0,0 0,0 1,0-1,-1 0,1 1,0-1,0 1,0 0,0 0,0 0,0 0,0 0,0 0,-1 0,1 0,0 0,0 0,0 1,0-1,0 0,-1 1,1-1,0 0,0 1,-1-1,1 1,0-1,-1 1,1 0,0-1,-1 1,1 0,-1-1,1 1,-1 0,1 0,-1-1,0 1,1 0,-1 0,0 0,0 0,1 0,36 84,-28-62,0 0,2-1,0-1,1 0,1 0,7 6,-6-13,0-2,1 0,0 0,0-1,2-1,-1-1,1 0,0-2,1 0,0 0,0-2,1 0,-1-1,1-1,0-1,0 0,0-2,0 0,0-1,0-1,-1 0,1-2,14-4,3-3</inkml:trace>
  <inkml:trace contextRef="#ctx0" brushRef="#br0" timeOffset="9178.82">2179 4529,'12'0,"14"0,17 0,17 0,15 0,9 0,6 0,-1-2,-5-1,-15 0,-19 1</inkml:trace>
  <inkml:trace contextRef="#ctx0" brushRef="#br0" timeOffset="9452.134">2394 4850,'18'3,"22"-1,22 1,19-3,16-3,10-4,3-3,-18 0</inkml:trace>
  <inkml:trace contextRef="#ctx0" brushRef="#br0" timeOffset="10981.884">4385 4582,'19'-2,"14"-1,16 0,10 1,10 3,-1 1,-5 0,-13 0</inkml:trace>
  <inkml:trace contextRef="#ctx0" brushRef="#br0" timeOffset="11185.402">4465 4863,'21'5,"22"1,22-2,16-7,13-7,-10-3</inkml:trace>
  <inkml:trace contextRef="#ctx0" brushRef="#br0" timeOffset="12050.444">6351 4623,'3'171,"-3"-167,0 1,1-1,-1 0,1-1,0 1,0 0,0 0,1 0,-1 0,1-1,0 1,0-1,0 1,0-1,1 0,0 0,-1 0,1 0,0 0,0-1,0 1,1-1,-1 0,1 0,-1 0,1-1,0 1,0-1,-1 0,1 0,0 0,0 0,0-1,0 1,0-1,0 0,6-1,0-1,0 0,0-1,0 0,0-1,-1 1,1-2,-1 1,-1-1,1-1,0 0,-1 0,0-1,-1 1,0-2,0 1,0-1,-1 0,0 0,0-1,-1 0,-1 0,3-5,-2 2,0-1,0 1,-2-1,1 0,-2 0,1 0,-2 0,0 0,0 0,-2 0,1-1,-2 1,0 0,0 0,-1 0,-1 1,0-1,-1 0,2 6,-1 0,0 1,0-1,0 1,-1 0,0 0,0 1,-1-1,1 1,-1 1,0-1,-1 1,1 0,-1 0,0 1,0 0,0 0,0 0,0 1,0 0,-1 1,1-1,-1 2,0-1,1 1,-1 0,1 0,-1 1,1 0,-1 1,1-1,-1 1,1 1,0 0,0 0,0 0,0 0,1 1,-1 1,-3 3,-1 0,2 0,-1 1,1 1,0 0,1 0,0 0,1 1,0 0,1 1,0 0,1 0,0 0,1 0,0 1,1-1,1 1,0 0,0 0,1 0,1 0,0 2,1-8,1 0,-1-1,1 1,0 0,1-1,0 1,0-1,0 0,1 0,-1 0,2 0,-1-1,0 0,1 0,0 0,0 0,1-1,0 1,-1-2,1 1,3 1,34 16</inkml:trace>
  <inkml:trace contextRef="#ctx0" brushRef="#br0" timeOffset="12483.293">7006 4503,'-15'17,"1"0,1 2,1 0,1 0,0 1,1 0,2 1,0 0,1 0,-4 22,10-36,0-1,0 0,1 0,-1 0,2 0,-1 0,1 1,0-1,0 0,0 0,1 0,0-1,0 1,1 0,-1-1,1 1,0-1,1 0,0 0,-1 0,1 0,1-1,-1 0,1 0,0 0,0 0,0-1,0 1,5 1,8 1,0 0,0-1,0-1,1 0,0-2,-1 0,1-1,0-1,0-1,0-1,-1 0,1-1,-1-1,1-1,-1-1,-1 0,2-2,-7 4,0-1,-1 0,1 0,-1-1,-1-1,1 0,-1-1,0 1,-1-2,0 0,0 0,-1 0,0-1,-1 0,0-1,-1 1,0-2,0 1,-1 0,-1-1,0 0,0 0,-1 0,-1-1,0 1,-1-1,0 1,-1-1,-1-8,0 12,0 0,-1-1,-1 1,1 0,-1 0,-1 1,0-1,0 1,0-1,-1 1,-1 1,1-1,-1 1,0 0,-1 0,0 0,0 1,0 0,-1 1,0 0,0 0,0 0,-1 1,1 1,-1-1,0 1,0 1,0-1,-10 0,6 3,-1 1,1 0,-1 1,1 1,0 0,0 0,0 1,0 1,1 0,0 1,0 0,0 1,0 0,1 1,1 0,-1 1,1 0,1 1,0 0,0 0,1 1,0 0,1 1,0 0,1 0,1 0,-1 0,0 8,4-14,1 0,0 0,0 0,1-1,-1 1,1 0,1 0,-1 0,1 0,0 0,0-1,1 1,-1 0,2-1,-1 1,0-1,1 0,0 0,0 0,1 0,-1 0,1-1,0 1,0-1,1 0,-1 0,3 1,39 27</inkml:trace>
  <inkml:trace contextRef="#ctx0" brushRef="#br0" timeOffset="12874.248">7740 4623,'165'-298,"-121"217,-35 98,-6 293,18-33,-21-273,1 0,-1 0,0 0,0 0,-1 0,1 0,-1 0,0 0,0 0,0 0,0-1,-1 1,0 0,1-1,-1 1,0-1,-1 1,1-1,-1 0,1 0,-1 0,0-1,0 1,0-1,-1 1,0-1,-10 3</inkml:trace>
  <inkml:trace contextRef="#ctx0" brushRef="#br0" timeOffset="13045.847">7875 4917,'6'0,"10"0,11 0,12 0,13 0,10 0,7-2,-8-1</inkml:trace>
  <inkml:trace contextRef="#ctx0" brushRef="#br0" timeOffset="9696.48">3757 4436,'0'0</inkml:trace>
  <inkml:trace contextRef="#ctx0" brushRef="#br0" timeOffset="10730.598">3810 4409,'-1'-8,"0"1,-1 0,-1 0,1 0,-1 0,0 1,0-1,-1 1,0 0,0 0,-1 0,1 0,-1 1,-1-1,1 1,-1 1,1-1,-2 1,1 0,0 0,-1 1,1 0,-6-2,-3 3,0 1,-1 0,1 1,0 1,0 1,0 0,-1 0,2 2,-1 0,0 0,1 2,0 0,0 0,1 1,-1 1,2 0,-1 1,1 0,0 1,1 1,-9 9,11-10,-1 1,2 0,-1 0,2 1,-1 0,2 0,-3 4,8-13,-1 1,1-1,-1 1,1-1,0 0,1 1,-1 0,0-1,1 1,0-1,0 1,0 0,0-1,0 1,1 0,0-1,0 1,0-1,0 1,0-1,1 0,-1 1,1-1,0 0,0 0,0 0,1 0,-1-1,1 1,0 0,8 3,0-1,1-1,0 0,0 0,0-1,0 0,1-2,-1 1,0-1,1-1,-1 0,1-1,-1 0,1-1,-1 0,0-1,9-3,17-4,0-1,-1-1,0-2,-1-2,-1-1,6-6,-36 20,-5 2,0 1,1-1,-1 1,0-1,1 1,-1-1,1 0,-1 1,1 0,-1-1,1 1,-1-1,1 1,-1 0,1-1,0 1,-1 0,1-1,-1 1,1 0,0 0,-1 0,1 0,0-1,-1 1,1 0,0 0,0 0,-1 1,1-1,0 0,-1 0,1 0,0 0,-1 1,1-1,-1 0,1 0,0 1,-1-1,1 1,-1-1,1 0,-1 1,1-1,-1 1,1-1,-1 1,0 0,1-1,-1 1,0-1,1 1,-1 0,0-1,0 1,0 0,1-1,-1 1,-6 196,-2 59,8-248,-1-1,-1 1,1-1,-1 1,0-1,-1 0,0 0,0 0,-1 0,1-1,-1 1,-1-1,1 0,-1 0,0-1,-1 1,1-1,-1 0,0-1,0 1,0-1,-1 0,-1 0,-10 3,-1 0,0-2,-1 0,1-1,-1-1,0-1,1 0,-1-2,0 0,0-1,-9-3,-19-11,47 15,0-1,0 1,0-1,0 1,0-1,0 0,1 1,-1-1,0 0,0 1,1-1,-1 0,1 0,-1 0,1 0,-1 1,1-1,-1 0,1 0,-1 0,1 0,0 0,0 0,0 0,0 0,-1 0,1 0,1 0,-1 0,0 0,0 0,0 0,0 0,1 0,-1 0,0 0,1 0,-1 0,1 0,-1 0,1 0,-1 0,1 0,14-15</inkml:trace>
  <inkml:trace contextRef="#ctx0" brushRef="#br0" timeOffset="11620.569">5829 4743,'57'-233,"-49"191,-1 1,-2-1,-1-1,-3-3,-3 29,-7 31,-2 43,2 0,3 0,2 1,2-36,2-22,-5 34,2 0,1 1,2-1,1 0,2 0,1 0,2 0,1-1,1 0,3 3,11 4</inkml:trace>
  <inkml:trace contextRef="#ctx0" brushRef="#br0" timeOffset="18082.221">5749 5065,'-4'-1,"-12"2,23 4,25 2,2-1,-1-1,0-2,1-2,20-1,-83 1,1 3,0 0,0 1,0 2,-9 4,37-11,0 0,0 0,0 1,0-1,0 0,0 0,0 0,0 0,0 1,0-1,0 0,0 0,0 0,0 0,0 1,0-1,0 0,0 0,0 0,0 0,0 0,0 1,0-1,0 0,0 0,0 0,0 0,0 1,0-1,-1 0,1 0,0 0,0 0,0 0,0 0,0 0,0 1,19-2,140-22,-142 21</inkml:trace>
  <inkml:trace contextRef="#ctx0" brushRef="#br0" timeOffset="85050.959">4720 1962,'-25'20,"0"1,2 1,1 0,0 2,2 1,1 1,1 0,1 1,1 1,-7 19,13-28,1 0,1 1,1 0,0 0,2 0,0 1,2-1,-2 20,5-36,0 1,0-1,0 0,1 0,-1 0,1 0,0 0,0-1,0 1,1 0,-1 0,1-1,0 1,0-1,0 1,1-1,-1 0,1 0,0 0,0 0,0 0,0-1,0 1,0-1,1 0,-1 0,1 0,0 0,-1-1,1 0,0 1,0-1,0-1,0 1,0-1,0 1,0-1,0 0,0 0,4-1,9-4,-1-1,0-1,0 0,0-1,-1 0,0-1,-1-1,0 0,0-1,-1-1,-1 0,0-1,0 0,-2-1,0 0,0 0,-1-1,4-10,3-5,-1-1,-1-1,-2 0,-1-1,-2 0,-1-1,-1 0,-2 0,-2 0,0-34,-3 59,1-1,-1-1,-1 1,0 1,0-1,-1 0,0 0,-1 0,0 1,0-1,-1 1,0 0,-1 0,0 1,0-1,-1 1,0 0,-1 0,0 1,4 5,-1 0,1 0,-1 1,1-1,-1 1,0 0,0 0,0 0,1 0,-1 1,0 0,0 0,0 0,0 0,0 0,0 1,0 0,1 0,-1 0,0 0,0 1,1-1,-1 1,1 0,-1 0,1 0,0 0,-1 2,-5 2,0 2,1-1,0 1,0 0,1 1,0 0,1 0,0 0,-3 6,3-1,0 0,1 0,1 0,0 1,1 0,0 0,2 0,-1 0,2 0,0 0,1 0,0 0,1 0,1 0,0 0,2 1,11 35,3-1,1 0,25 41,-26-54,72 161,-80-169</inkml:trace>
  <inkml:trace contextRef="#ctx0" brushRef="#br0" timeOffset="85487.139">5040 2230,'8'27,"-2"0,-1 1,-2-1,0 1,-2 7,7 58,5-52,-13-41,1 0,-1 0,1 1,-1-1,1 0,0 0,-1 0,1 0,-1 0,1 0,-1 0,1 0,0 0,-1-1,1 1,-1 0,1 0,-1 0,1-1,-1 1,1 0,-1-1,1 1,-1 0,1-1,-1 1,0 0,1-1,-1 1,1-1,-1 1,0-1,0 1,1-1,-1 1,0-1,0 1,1-1,-1 1,0-1,0 0,0 1,0-1,0 0,7-20,-1-2,-1 1,-1 0,-1-1,0 0,-2 0,-1 0,-2-15,-23-166,50 239,1-2,1-2,1-1,2-1,1-2,1-1,16 9,36 31,-28-5,-55-59,0 0,-1 0,1 0,-1 0,0 0,1 0,-1 0,0 0,0 0,0 0,-1 0,1 0,0 0,-1 0,1 0,-1 0,0 0,0 0,0 0,0-1,0 1,0 0,0-1,0 1,-1 0,1-1,0 0,-1 1,0-1,1 0,-1 0,0 0,0 1,-20 13,0-2,-1 0,0-1,-1-1,-2-1,14-4,-89 35</inkml:trace>
  <inkml:trace contextRef="#ctx0" brushRef="#br0" timeOffset="84015.928">5201 2872,'4'11,"9"13,13 16,14 15,11 12,9 10,5 6,3 2,-1 0,-5-4,-8-6,-12-8,-13-9,-10-9,-12-9,-9-9,-9-10,-2-8</inkml:trace>
  <inkml:trace contextRef="#ctx0" brushRef="#br0" timeOffset="84399.523">5388 3567,'27'22,"1"-1,1-2,1-1,0-1,2-1,0-2,0-1,26 6,-46-15,-4 0,0-1,0 0,1 0,-1-1,0 0,1 0,-1-1,1 0,0-1,-1 0,1 0,7-2,-12-1,0 0,0 0,-1-1,0 1,0-1,0 0,0 0,0 0,-1 0,0 0,0-1,0 1,0-1,-1 1,0-1,0 0,0 1,0-1,-1 0,0 0,0 0,0 0,0 0,1-9,8-238,-10 246,1 15,0 18,0 296,0-260</inkml:trace>
  <inkml:trace contextRef="#ctx0" brushRef="#br0" timeOffset="81660.271">8596 3273,'-11'18,"-11"15,-6 12,-7 6,-7 6,-8 5,-7 6,-4 2,-2 1,4-3,6-6,11-9,10-9,10-9,10-12</inkml:trace>
  <inkml:trace contextRef="#ctx0" brushRef="#br0" timeOffset="82151.367">8062 3607,'-1'52,"-1"0,-3-1,-2 0,-2 0,-2-1,-18 46,21-78,8-18,0 0,0 0,0 0,0-1,0 1,-1 0,1 0,0 0,0 0,0 0,0 0,0 0,-1 0,1 0,0 0,0 0,0-1,0 1,0 0,-1 0,1 0,0 0,0 0,0 0,0 0,-1 0,1 1,0-1,0 0,0 0,0 0,0 0,-1 0,1 0,0 0,0 0,0 0,0 0,0 0,0 1,-1-1,1 0,0 0,11-270,-7 221,-3 48,0 0,0 0,0 0,0 0,0 0,0 1,1-1,-1 1,0-1,0 1,1-1,-1 1,0-1,1 1,-1 0,1 0,-1 0,0 0,1 0,-1 0,0 0,1 1,-1-1,1 0,-1 1,0-1,0 1,1-1,-1 1,0 0,0-1,0 1,1 0,-1 0,0 0,6 2,347 117,-271-88,-82-32,0 0,0 1,-1-1,1 0,0 1,0-1,-1 1,1-1,0 1,0 0,-1-1,1 1,-1 0,1-1,0 1,-1 0,1 0,-1-1,0 1,1 0,-1 0,0 0,1 0,-1 0,0-1,0 1,0 0,0 0,0 0,0 0,0 0,0 0,0 0,0 0,0-1,-1 1,1 0,0 0,-1 0,0 1,-31 23,-15-3,-2-2,0-3,-39 9,59-18,-30 9,12-5</inkml:trace>
  <inkml:trace contextRef="#ctx0" brushRef="#br0" timeOffset="82766.721">9184 2631,'-27'23,"1"0,0 2,2 1,1 1,1 1,2 1,0 1,2 0,2 2,0 0,3 0,-10 31,14-4,9-58,-1 0,1 1,0-1,0 0,0 0,0 1,0-1,1 0,-1 0,0 1,1-1,-1 0,0 0,1 0,0 1,-1-1,1 0,0 0,-1 0,1 0,0 0,0 0,0 0,0-1,0 1,0 0,0 0,0-1,0 1,0-1,0 1,1-1,-1 1,0-1,0 0,0 1,1-1,-1 0,0 0,0 0,1 0,-1 0,9-3,-1 1,0-2,-1 1,1-1,0-1,-1 0,0 0,0 0,-1-1,1 0,-1 0,-1-1,3-2,-9 8,21-20,-1-1,-1 0,-1-2,-2 0,0-1,-1 0,-2-1,-1-1,-1 0,-1-1,-1 0,-1 0,-2-1,-1 0,-1 0,-1-24,-18-56,14 104,-1 1,1-1,-1 1,0 0,-1-1,1 1,-1 0,0 0,0 1,0-1,0 0,0 1,-1 0,0 0,0 0,0 0,0 1,0 0,0-1,-1 2,-3-3,5 4,0-1,0 1,0-1,-1 1,1 0,0 0,0 0,0 0,0 1,-1 0,1-1,0 1,0 0,0 0,0 1,1-1,-1 0,0 1,1 0,-1 0,0 0,1 0,0 0,0 0,-1 1,1-1,1 1,-1-1,0 2,-34 86,32-48,1 0,3 0,1 0,2 0,2 0,2 0,2-1,1-1,4 6,21 104,-34-145,4 16,0 0,-2 0,0 0,-2 1,0 0,-1-1,-1 1,-2-1,0 1,-2 3,-3-4</inkml:trace>
  <inkml:trace contextRef="#ctx0" brushRef="#br0" timeOffset="83168.771">9358 2951,'-76'302,"147"-489,20-30,-64 175,-20 49,6 106,1-24,5 0,15 37,-10-35,-14-28,-12-45</inkml:trace>
  <inkml:trace contextRef="#ctx0" brushRef="#br0" timeOffset="83354.149">9371 3086,'25'-7,"22"-4,19-1,14-3,5 0,-3 1,-13 2,-18 2</inkml:trace>
  <inkml:trace contextRef="#ctx0" brushRef="#br1" timeOffset="128995.718">8570 4235,'-1'-7,"0"1,-1-1,0 1,0-1,-1 1,1 0,-1 0,-1 0,1 0,-1 0,0 1,0 0,-1 0,1 0,-1 0,0 1,-1-1,1 1,-1 1,0-1,0 1,-16-14,0 2,0 2,0 0,-1 2,-1 0,0 2,-1 0,1 2,-1 1,-1 0,1 2,-11 0,10 0,-47 1,55 8,0 0,1 1,-1 1,1 1,1 0,0 1,0 1,0 0,1 1,1 1,0 0,1 1,0 0,1 1,0 1,-9 15,8-10,0-1,1 0,1 0,1 1,0 0,-2 11,-11 35,12-39,1 1,2 1,1-1,1 1,1 1,0 11,6 293,1-307,1 0,1 0,1-1,1 0,1 1,2-2,0 1,2-2,1 1,6 7,-12-21,1-1,0 0,0 0,1-1,0 0,1 0,0-1,1 0,-1-1,2 0,-1 0,1-1,0 0,0-1,0-1,2 1,9 3,1 0,0-1,1-1,0-2,0 0,0-1,15-1,-25-2,0 0,0-1,0-1,0 0,0-1,-1 0,1-1,-1 0,0-2,0 1,11-8,-11 6,8-4,0-1,-1-1,0 0,-1-2,-1 0,-1-1,0-1,-1 0,12-17,4-18,-2-2,-2-2,6-22,-20-48,4-19,-15-96,-3 215,1 17,0 0,-1 0,-1 0,1 0,-1 0,-1 0,0 0,0 0,-1 0,0 1,-1-4,-9-15,2-1,1 0,1 0,-1-16,9 40,-4-16</inkml:trace>
  <inkml:trace contextRef="#ctx0" brushRef="#br1" timeOffset="130753.214">6203 4342,'13'-177,"-13"170,-1 0,-1 0,1 0,-1 0,-1 1,1-1,-1 1,0-1,0 1,-1 0,0 0,0 1,0-1,-1 1,0 0,0 0,0 0,-1 1,-5-4,-4-2,0 0,-1 1,0 1,-1 1,1 0,-2 1,-3-1,-1 2,-1 1,1 1,-1 1,0 1,0 1,1 0,-1 2,-22 5,26-1,0 1,0 1,1 0,0 2,0 0,1 1,0 1,1 0,1 1,0 1,1 0,0 1,1 1,-4 6,3-6,0 0,1 2,0-1,2 2,0-1,1 2,1-1,0 1,2 1,0-1,2 1,-3 20,6 317,2-320,2 0,1 0,2-1,2 1,1-1,12 32,-8-37,-4-3,1 0,2 0,1-1,1 0,1-1,2 0,0-2,2 0,1 0,16 14,-20-30,1 0,0-1,0-2,1 1,-1-2,1 0,1-1,-1-1,1 0,-1-1,1-1,0-1,-1-1,1 0,-1-1,1-1,12-4,-14 5,1-2,-1 0,-1-1,1-1,-1 0,0-1,0-1,-1 0,0-1,0-1,-1 0,0 0,-1-1,0-1,-1 0,-1-1,10-13,-4 1,-1-1,-1 0,-1-1,-1-1,-2 0,0 0,-2-1,4-28,-2-12,-2 1,-4-1,-3-24,-6-64,-22-134,23 248,-2 1,-3 0,0 0,-3 1,-2 1,-1 0,-2 0,-1 2,-7-7,-21-22</inkml:trace>
  <inkml:trace contextRef="#ctx0" brushRef="#br2" timeOffset="155655.271">23904 13834,'-5'0,"0"1,1-1,-1 1,0 0,1 0,-1 1,0-1,1 1,0 0,-1 0,1 0,0 1,0 0,0 0,1 0,-1 0,1 0,0 1,-1-1,1 1,1 0,-1 0,1 0,-1 0,1 1,0-1,1 1,-1-1,1 1,0-1,0 1,0 0,1 0,0-1,0 1,0 2,1-2,0 0,0 0,1-1,-1 1,1-1,0 1,1-1,-1 0,1 0,-1 0,1 0,1 0,-1 0,0-1,1 0,0 0,0 0,0 0,0 0,0-1,0 0,1 1,-1-2,1 1,-1 0,1-1,0 0,0 0,0-1,-1 1,1-1,0 0,0 0,0-1,0 1,0-1,-1 0,1-1,0 1,-1-1,1 0,-1 0,1 0,-1 0,0-1,0 0,3-3,-2 2,0-1,0 0,0 0,-1-1,0 1,0-1,0 0,-1 0,0 0,0-1,-1 1,1-1,-2 1,1-1,-1 0,1 0,-2 0,1 0,-1 0,0 1,-1-1,1 0,-2 0,1 0,-1 0,1 1,-2-1,1 1,-1-1,0 1,0 0,-1 0,0 0,0 1,0-1,-1 1,0 0,0 0,0 0,-1 1,1 0,-1 1,0-1,0 1,-1 0,1 1,0-1,-1 1,1 0,-1 1,0 0,0 0,0 0,1 1,-1 0,0 1,0-1,0 1,1 0,-1 1,0 0,1 0,-1 0,1 1,0 0,0 0,0 0,0 1,0 0,1 0,0 1,0-1,0 1,0 0,1 0,0 1,0 0,0 0,0 0,0 0,1 0,0 0,0 1,1 0,0 0,0-1,0 1,1 0,0 0,0 1,1-1,0 0,0 0,0 0,1 0,0 0,1 0,0 0,0 0,0 0,1-1,0 1,0-1,1 0,-1 1,1-2,1 1,-1 0,1-1,0 0,0 0,1 0,-1-1,4 2,-3-3,0 1,0-1,1-1,-1 1,1-1,-1 0,1-1,0 0,0 0,0 0,0-1,0 0,0 0,0 0,0-1,0-1,-1 1,1-1,0 0,-1 0,1-1,-1 0,0 0,0 0,0-1,0 0,0 0,-1-1,0 1,0-1,0-1,-1 1,1 0,-1-1,0 0,-1 0,0 0,0 0,0-1,-1 1,1-1,-2 0,1 0,-1 1,0-1,0-4,-1 4,-1-1,0 0,0 1,0-1,-1 1,-1-1,1 1,-1 0,0 0,0 0,-1 0,0 0,-1 1,1 0,-1 0,0 0,-1 0,-4-3,7 6,-1 0,0 0,0 0,0 1,0 0,0 0,0 0,-1 0,1 1,-1-1,1 1,-1 0,1 1,-1-1,0 1,1 0,-1 0,0 0,1 0,-1 1,0 0,1 0,-1 1,1-1,-1 1,1 0,0 0,0 0,0 0,0 1,-1 1,-3 3,0 1,0 0,1 0,0 1,0 0,1 1,0-1,1 1,0 0,1 0,0 1,0-1,1 1,1 0,0 0,0 0,1 0,0 0,1 0,1 0,-1 0,2 0,0 1,-1-6,1 0,1-1,-1 1,1-1,0 0,0 0,0 0,1 0,-1 0,1-1,1 0,-1 0,0 0,1 0,0-1,0 1,0-1,0 0,1-1,-1 1,1-1,-1-1,1 1,0-1,0 1,0-2,-1 1,1-1,4 0,-3 1,0-1,0 0,0-1,0 1,0-1,-1-1,1 1,0-1,-1-1,1 1,-1-1,0 0,0 0,0-1,0 0,-1 0,1 0,-1-1,0 1,0-1,-1 0,0-1,0 1,0-1,2-4,-4 6,-1 0,0-1,0 1,0 0,0 0,-1-1,0 1,0 0,0-1,0 1,-1 0,0-1,1 1,-2 0,1 0,0 0,-1 0,0 0,0 0,0 0,0 0,-1 1,1-1,-1 1,0 0,0 0,0 0,0 0,-1 0,1 1,-1-1,0 1,0 0,0 0,0 1,0-1,0 1,0 0,0 0,0 0,-1 0,1 1,-1 0,-4-2,-1 0,1 1,-1 0,0 0,0 1,0 1,1-1,-1 2,0-1,1 1,-1 1,1 0,0 0,-4 3,12-6,0 0,0 1,0-1,1 0,-1 1,0-1,0 1,1-1,-1 1,0-1,1 1,-1-1,1 1,-1 0,1-1,-1 1,1 0,-1 0,1-1,-1 1,1 0,0 0,0 0,-1 0,1-1,0 1,0 0,0 0,0 0,0 0,0 0,0-1,0 1,1 0,-1 0,0 0,0 0,1-1,-1 1,0 0,1 0,-1-1,1 1,-1 0,1-1,0 2,37 16,-8-15,0-1,0-2,0-1,23-5,-22 3,279-21,-34-5,2 12,610 11,-546 8,-160-2,805 12,-752 2,-232-15,1-1,0 1,-1 0,0-1,1 0,-1 1,0-1,0-1,0 1,0 0,0-1,-1 0,1 1,-1-1,1 0,-1 0,0 0,0-1,-1 1,1 0,-1-1,1 1,-1-1,0 0,0 1,-1-1,1 0,-1 1,0-1,0 0,0 0,0-1,1-3,6-53,-3 0,-3 0,-3-11,1-4,-41-877,71-65,-28 617,21-734,-10 821,-25-248,10 521,-75-867,59 777,5-1,6-1,6 0,8-56,35-258,5 77,-24 232,-7 0,-4-11,25-347,-30 439,9-82,-4-95,2 143,-11 80,-1 11,-1-1,1 1,-1-1,0 0,1 0,-1 1,0-1,0 0,1 0,-1 1,0-1,0 0,0 0,0 1,0-1,0 0,0 0,0 0,0 1,0-1,0 0,-1 0,1 1,0-1,-1 0,1 1,0-1,-1 0,1 1,-1-1,1 0,-1 1,1-1,-1 1,1-1,-1 1,0-1,1 1,-1-1,0 1,1 0,-1-1,0 1,0 0,-107-2,-93-4,-86-18,203 16,-203-7,-103 14,204 2,-490-8,596 4,-538-30,254 23,242-4,-165 15,105 13,-5-1,187-13,-3-1,0 0,1 1,-1-1,0 1,0 0,1 0,-1 0,0 0,0 0,0 1,1-1,-1 1,0 0,1 0,-1 0,0 0,1 0,0 0,-1 1,1-1,0 1,-1 0,1 0,0-1,0 1,1 1,-1-1,0 0,1 0,-1 1,1-1,0 1,-1-1,1 1,2 142,18 109,7-119,9 92,-13-76,-18-129,-2 0,0 1,-1-1,-1 1,-2 9,0 23,2-51,0 22,1-21,-1-16,7-352,-3 267,-4-1,-5 1,-6-20,1-156,0 348,-8 51,6-46,4 0,2 39,-3 56,6 203,3-216,13-83,-13 205,-1-396,-1-12,14-104,-3 186,-5 45,-4 101,-35 251,14-291,6-46</inkml:trace>
  <inkml:trace contextRef="#ctx0" brushRef="#br2" timeOffset="163098.177">16898 14890,'-5'0,"-1"1,1-1,0 1,0 0,0 0,0 1,0 0,0 0,0 0,0 0,0 1,1-1,0 1,-1 0,1 1,0-1,1 1,-1 0,0 0,1 0,0 0,0 1,0-1,1 1,0-1,-1 1,2 0,-1 0,0 0,1 0,0 1,0-1,1 0,0 0,0 1,0-1,0 0,1 0,-1 1,2-1,-1-1,1 1,0 0,0 0,0-1,1 1,-1-1,1 0,0 0,0 0,1 0,-1-1,1 1,0-1,0 0,0 0,0 0,1 0,-1-1,1 0,-1 0,1 0,0 0,0-1,0 0,4 1,1 0,1-1,-1 0,0 0,1-1,-1-1,1 1,-1-2,0 1,1-2,-1 1,0-1,7-4,-12 6,0-1,0 0,0-1,0 1,-1-1,1 0,-1 0,1 0,-1-1,0 0,0 1,-1-1,1-1,-1 1,0 0,0-1,0 0,-1 0,0 0,1 0,-2 0,1 0,-1 0,0 0,0-1,0 1,0-1,-1 1,0 0,-1-1,1 1,-1-1,0 1,0 0,0-1,-2-1,-4-2,0 0,0 1,-1 0,0 0,0 1,-1 0,0 0,0 1,-1 0,0 1,0 0,0 0,-1 1,1 1,-1 0,0 0,0 1,0 0,0 1,0 1,-11 0,17-1,-1 1,1-1,-1 2,1-1,0 0,-1 1,1 0,0 0,-1 1,1 0,0 0,0 0,0 0,0 1,1-1,-1 1,1 1,0-1,-1 1,2-1,-1 1,0 0,1 0,-1 1,1-1,1 1,-1 0,0 0,1 0,0 0,0 0,1 0,0 0,-1 0,2 1,-1-1,0 6,2-4,0-1,0 1,0-1,1 0,-1 1,2-1,-1 0,1 0,0 0,0 0,0-1,1 1,0-1,0 0,0 0,1 0,0-1,0 1,0-1,0 0,1-1,-1 1,1-1,0 0,0-1,0 1,1-1,3 2,1-1,0 1,0-2,0 0,0 0,0-1,1 0,-1-1,0 0,0-1,1 0,-1-1,0 0,0-1,6-2,-10 1,0 1,-1-1,1-1,-1 1,0-1,0 0,0-1,-1 1,0-1,0 0,0 0,-1-1,0 0,0 1,0-1,-1-1,0 1,-1 0,0-1,0 1,0-1,-1 0,0 1,0-1,-1 0,0 0,-1 0,0 1,0-1,0 0,-1 1,0-1,-1 1,0-1,-3-5,2 4,0 1,-1 0,-1 0,1 0,-1 1,0 0,-1 0,1 0,-1 1,-1 0,1 0,-1 1,0 0,0 0,-1 1,1 0,-1 1,0 0,0 0,0 1,-1 0,1 0,0 1,-1 0,1 1,-1 0,1 1,0 0,-1 0,1 1,0 0,0 1,0 0,0 0,0 1,1 0,-1 0,0 2,2-2,0 0,0 1,1 0,0 0,0 0,0 1,1 0,-1 0,1 1,1-1,-1 1,1 0,1 0,-1 1,0 1,4-7,-1 0,1 0,0 0,0 1,0-1,0 0,0 0,0 0,1 0,-1 0,1 0,-1 0,1 0,0 0,-1 0,1 0,0 0,1-1,-1 1,0 0,0-1,1 1,-1-1,1 1,-1-1,1 0,0 1,-1-1,1 0,0 0,0 0,0 0,0-1,0 1,0 0,0-1,2 1,80 10,-83-10,248-19,-151 31,-64-13,-1-2,0-1,0-2,24-6,18-3,107-5,1 7,44 9,96-5,960-67,942-12,-1260 50,301-23,-640 40,183-10,-258 17,-334 12,571-26,-281 13,-23 1,-199 14,-109 12,-90-13,-83-2,-1 1,1-1,-1 1,0-1,0 0,0 0,0 0,0 0,0 0,0 0,-1 0,1-1,-1 1,0 0,1-1,-1 0,0 1,-1-1,1 1,0-1,-1 0,0 0,1 1,-1-1,0 0,0 0,-1 0,1 1,0-1,-1 0,0 1,0-3,1-6,-16-289,-15-449,27 620,-2-53,-24-137,-55-240,3-473,38 258,17 6,29 263,52-199,-54 590,1-28,14-109,10 83,-7 47,2-108,-19-78,10-185,14-67,-10-75,-14 280,54-198,-51 515,2 1,2-1,1 1,5-8,-13 40,10-101,-12 103,0 0,0 0,0 0,0 1,0-1,-1 0,1 1,0-1,-1 1,0-1,1 1,-1 0,0 0,1 0,-1 0,0 0,0 0,0 0,0 0,0 1,0-1,0 1,0 0,0-1,0 1,0 0,0 0,-1 0,1 1,0-1,0 0,0 1,0 0,0-1,0 1,0 0,0 0,1 0,-1 0,-1 1,-13 2,-114 13,0-6,-1-6,-66-7,74 1,-946-27,20 14,201 1,137 14,279-28,163 17,-399 7,466 25,87-5,-41-3,14-6,129-6,11-3,0 1,0 0,0 0,0 0,0 0,0 0,0 0,0 1,0-1,0 1,0-1,0 1,1 0,-1-1,0 1,0 0,1 0,-1 1,0-1,1 0,-1 0,1 1,0-1,-1 1,1-1,0 1,0 0,0-1,0 1,0 0,0 0,1 0,-1 1,3 145,-2-74,1 37,4-1,10 37,26 67,-17-104,6 97,-22-111,5 0,3-1,9 19,-10-57,-3 0,-2 1,-3 0,-2 1,-3 26,-4 209,-25-160,20-112,1 0,1 1,1 0,1 0,1 8,-5 106,4-117,1-8,1-31,-9-165,9 184,1 0,0 0,0 1,0-1,0 0,0 0,-1 0,1 0,0 1,0-1,0 0,-1 0,1 0,0 0,0 0,0 0,-1 0,1 0,0 0,0 1,-1-1,1 0,0 0,0 0,0 0,-1 0,1-1,0 1,0 0,-1 0,1 0,0 0,0 0,0 0,-1 0,1 0,0 0,0-1,0 1,-1 0,1 0,0 0,0 0,0 0,0-1,0 1,-1 0,1 0,0 0,0-1,0 1,0 0,0 0,0-1,0 1,0 0,0 0,-10 25,8-20,-4 11,2-2,0-1,-2 1,1-1,-2 0,1 0,-2-1,0 0,0 0,-1-1,-1 0,-1 1,-7-1</inkml:trace>
  <inkml:trace contextRef="#ctx0" brushRef="#br2" timeOffset="165018.039">6471 7417,'98'1,"0"4,-1 4,0 4,-1 5,-1 4,57 22,-124-35,0 1,-1 1,0 2,-1 1,0 1,-1 0,-1 3,0 0,3 4,-25-20,1 0,0 1,-1-1,0 0,1 1,-1-1,0 1,-1 0,1-1,0 1,-1 0,1 0,-1 0,0 0,0 0,0 1,0-1,-1 0,1 0,-1 1,0-1,0 0,0 1,-1-1,1 0,-1 0,1 1,-1-1,-1 3,-4 1,0-1,0 0,-1 0,0 0,0-1,0 0,-1-1,1 1,-1-1,0-1,0 1,-1-1,-5 1,1 1,-147 48,-85 15,117-35,-169 48,271-68,29-5,108-3,378-50,-323 27,422-36,1 26,95 27,-521 10,-124-7,-39-2,0 0,0 0,-1-1,1 1,0 0,0 0,0-1,0 1,-1 0,1-1,0 1,0 0,0-1,0 1,0-1,0 1,0 0,0-1,0 1,0 0,0-1,0 1,0 0,0-1,0 1,1 0,-1-1,0 1,0 0,0-1,0 1,1 0,-1 0,0-1,0 1,1 0,-1 0,0-1,0 1,1 0,-1 0,0 0,1-1,-1 1,-90-37,30 17</inkml:trace>
  <inkml:trace contextRef="#ctx0" brushRef="#br2" timeOffset="165495.919">6591 7377,'-67'-68,"67"68,0 0,-1-1,1 1,0-1,0 1,-1-1,1 1,0-1,0 1,0-1,0 0,0 1,0-1,0 1,0-1,0 1,0-1,0 1,0-1,0 1,0-1,1 1,-1-1,0 1,0-1,1 1,-1-1,0 1,1-1,-1 1,0 0,1-1,-1 1,1-1,-1 1,0 0,1 0,-1-1,1 1,-1 0,1 0,-1-1,1 1,-1 0,1 0,-1 0,1 0,-1 0,1 0,0 0,-1 0,1 0,-1 0,1 0,-1 0,1 0,-1 1,1-1,114 5,1045 43,-322-20,-791-25,79 3,0 5,14 8,-107-11,-33-8,0 0,-1 0,1 0,0 0,0 1,0-1,0 0,0 0,0 0,0 0,0 1,0-1,0 0,0 0,0 0,0 0,0 1,0-1,0 0,0 0,0 0,0 1,-22-3,14 0,-145-32,135 26</inkml:trace>
  <inkml:trace contextRef="#ctx0" brushRef="#br2" timeOffset="165828.35">8650 6936,'4'-7,"17"13,-18-5,154 61,-2 7,80 51,-173-87,-1 3,-2 3,-2 2,-1 3,-3 2,21 24,-62-59,-1 0,0 1,-1 0,0 1,-1 0,-1 1,0-1,0 2,-2-1,0 1,0 0,-2 0,1 0,-2 1,0 0,-1-1,-1 1,0 0,-1 0,-1 0,-1 0,0 0,-2 7,-8 3,0-1,-2 0,0-1,-2-1,-1 0,0-1,-2-1,0-1,-2 0,0-1,-1-2,-8 5,-60 45,-3-5,-3-3,-2-5,-2-4,-58 18,83-40</inkml:trace>
  <inkml:trace contextRef="#ctx0" brushRef="#br2" timeOffset="166413.887">7928 5853,'3'9,"2"17,5 21,4 20,-1 16,-3 12,-3 4,-3-2,-3-7,-4-16,1-19</inkml:trace>
  <inkml:trace contextRef="#ctx0" brushRef="#br2" timeOffset="167109.249">8222 6214,'24'31,"-3"2,0 0,-2 2,3 11,34 60,-17-54,-38-51,0 0,1 1,-1-1,0 0,1 0,-1 0,1 0,-1 0,1 0,-1 0,1-1,0 1,-1-1,1 1,0-1,0 1,0-1,-1 0,1 0,0 0,0 0,-1 0,1 0,0-1,0 1,-1-1,1 1,0-1,0 1,-1-1,1 0,-1 0,1 0,-1 0,8-8,-1-1,-1 0,0-1,0 1,-1-1,0 0,-1-1,0 0,-1 1,-1-2,0 1,0-1,-1 8,31-111,-22 127,-7 4,1 0,1 0,0-1,1 0,1 0,0 0,1-1,0 0,1-1,0 0,1-1,0 0,1 0,0-2,1 1,0-1,1-1,13 6,-17-9,0 0,0-1,0 0,1-1,-1 0,1-1,0 0,-1-1,1 0,0 0,0-1,0-1,0 0,0 0,-1-1,1 0,0-1,-1-1,0 1,0-1,0-1,0 0,-1-1,0 0,0 0,0 0,-1-1,0-1,0 0,0 0,2-12,-2 0,0 0,-1 0,-1-1,0 0,-2 0,-1-1,0 1,-2-1,0-17,0-135,-7 1,-19-101,13 186,2 73,3 39,-4 60,4 0,4 48,2-53,4 0,9 46,-8-95,1-1,2-1,1 1,1-1,1 0,1-1,2 0,9 13,-17-31,1 0,-1-1,1 0,0 0,1 0,0-1,0 0,1 0,0-1,0 0,0-1,1 1,0-2,0 1,0-1,0-1,1 1,-1-1,1-1,7 1,-15-3,0 0,0 0,-1 0,1 0,0-1,-1 1,1-1,0 1,0-1,-1 1,1-1,-1 0,1 0,-1 0,1 0,-1 0,0 0,1 0,-1-1,0 1,0 0,1-2,8-14</inkml:trace>
  <inkml:trace contextRef="#ctx0" brushRef="#br2" timeOffset="167297.75">8717 5853,'18'-9,"26"-3,29 0,25 3,18 9,5 12,-6 12,-23 3</inkml:trace>
  <inkml:trace contextRef="#ctx0" brushRef="#br2" timeOffset="168557.417">9465 6561,'16'-43,"-3"-1,-2 0,-2 0,-1-1,-3-1,0-31,-5 72,0 3,-1 0,1 0,0 0,0 0,0 0,0 0,0 0,0 0,0 0,1 0,-1 0,1 0,-1 0,1 0,0 0,0 0,0 0,0 1,0-1,0 0,1 1,-1-1,0 1,1-1,0 1,-1-1,1 1,0 0,-1 0,1 0,1 0,108 13,-65-5,-27-6,0 1,0 2,0-1,-1 2,0 1,1 0,-2 1,10 6,-22-9,0 1,-1-1,1 1,-1 0,-1 0,1 0,-1 1,1-1,-2 1,1 0,-1 0,1 0,-2 0,1 0,-1 1,0-1,0 0,-1 1,1-1,-1 1,-1-1,0 4,13 76,-9-80,0 0,0 1,1-1,0 0,0-1,1 1,-1-1,1 0,0 0,1 0,-1-1,1 0,0 0,0 0,0-1,1 1,-1-2,1 1,0-1,0 0,0 0,3 0,10 1,0 0,-1-2,1 0,0-1,0-1,0-1,11-3,-13 3,0-1,0-2,-1 1,0-2,0 0,0-2,-1 1,0-2,0 0,-1-1,0-1,-1 0,12-12,-24 21,1-1,-1 1,0-1,0 0,0 0,0 0,0 0,-1 0,1-1,-1 1,0 0,0-1,0 1,-1-1,1 1,-1-1,0 1,0-1,0 1,0-1,0 0,-1 1,0-1,0 1,0 0,0-1,0 1,-1 0,1 0,-1-1,0 1,0 0,0 1,0-1,-1 0,0-1,-5-1,1-1,-1 1,0 0,0 0,0 1,-1 0,1 1,-1 0,0 0,0 1,-1 0,1 0,0 1,0 0,-1 1,1 0,0 1,-1 0,1 0,0 1,0 0,0 1,0 0,0 0,0 1,1 0,0 0,0 1,0 0,0 0,1 1,0 0,0 1,1 0,-4 4,8-8,0 0,0 1,0-1,1 1,-1-1,1 1,0 0,0-1,1 1,-1 0,1 0,-1-1,1 1,1 0,-1 0,0-1,1 1,0 0,0 0,0-1,0 1,0-1,1 1,0-1,0 0,0 1,0-1,0 0,0 0,1 0,0-1,-1 1,1-1,0 1,0-1,1 1,9 4,-1-1,1 0,0 0,0-1,1-1,-1 0,1-1,0-1,0 0,0-1,0 0,0-1,0 0,0-1,0-1,0-1,0 0,0 0,5-3,-14 4,0 0,0 0,0 0,0 0,0-1,-1 0,1 0,-1 0,0 0,0-1,0 1,0-1,-1 0,1-1,-1 1,0 0,-1-1,1 0,-1 1,1-1,-2 0,1 0,0-1,-1 1,0 0,0 0,-1-1,1 1,-1-5,0 11,0 0,0-1,0 1,0 0,0-1,0 1,0 0,0-1,0 1,0 0,-1-1,1 1,0-1,0 1,0 0,-1-1,1 1,0-1,-1 1,1 0,-1-1,1 1,-1-1,1 1,-1-1,1 0,-1 1,1-1,-1 0,0 1,1-1,-1 0,1 1,-1-1,0 0,1 0,-1 0,0 0,1 0,-1 0,0 0,1 0,-1 0,0 0,1 0,-1 0,0 0,1 0,-1-1,0 1,1 0,-1 0,1-1,-1 1,0-1,1 1,-1 0,1-1,-1 1,1-1,0 1,-1-1,1 1,-1-1,1 0,0 1,-1-1,1 1,0-1,0 0,-3 7,1 1,0 0,0 0,1 0,0 0,1 0,-1 0,1 0,0 0,1 0,0 0,0 0,0 0,1 0,0-1,1 1,-1 0,1-1,0 0,1 0,-1 0,1 0,1 0,-1-1,1 1,0-1,0-1,0 1,1-1,0 1,0-2,0 1,0-1,0 0,1 0,-1 0,1-1,0 0,0-1,0 1,0-1,0-1,0 1,0-1,0-1,0 1,0-1,0 0,0-1,0 1,-1-1,1-1,1-1,0-1,0 0,-1-1,0 0,0 0,-1 0,1-1,-1 0,-1 0,1-1,-1 0,-1 0,1 0,-1 0,-1 0,0-1,0 0,0-2,3-9,-2 0,-1 0,0-1,-1 0,-1 1,-2-1,-1-12,-7-65,10 96,1 0,-1 0,1 1,0-1,-1 0,1 0,0 1,0-1,1 1,-1 0,0 0,0 0,1 0,-1 0,0 0,1 0,-1 1,1-1,-1 1,1 0,-1 0,1 0,-1 0,1 0,-1 0,1 1,-1-1,1 1,-1-1,0 1,1 0,-1 0,2 2,-2-3,8 1,-1 1,0-1,1 2,-1-1,0 2,0-1,0 1,-1 0,1 1,-1 0,0 0,-1 1,1 0,-1 0,0 1,-1 0,1 0,-1 0,-1 1,1 0,-1 0,-1 1,0-1,0 1,2 8,1 163,-6-176,0 0,0 0,0 1,1-1,0 0,0 0,0 0,0-1,1 1,-1-1,1 1,0-1,0 0,0 0,1 0,-1 0,1 0,-1-1,1 0,0 0,0 0,0 0,3 1,5 1,-1-1,1 0,0 0,0-1,-1-1,2 0,-1-1,2 0,3-1,0-1,0 0,-1-2,1 0,-1 0,1-2,-2 0,1-1,-1 0,0-1,0-1,-1 0,7-7,-12 9,0-1,0 0,-1-1,0 0,0 0,-1-1,0 1,-1-2,0 1,-1-1,0 0,0 0,-2 0,1 0,-1-1,-1 0,0 1,0-1,-1-7,-1 13,0-1,-1 1,1 0,-1 0,0 0,-1 0,1 0,-1 0,0 0,-1 0,0 1,1-1,-2 1,1 0,-1 0,0 0,0 0,0 0,0 1,-1 0,0 0,0 0,0 1,0-1,-1 1,1 1,-1-1,1 1,-1 0,0 0,0 0,0 1,-1 0,1 0,-5 1,2 0,0 1,1 0,-1 1,1 0,-1 1,1 0,0 0,0 0,0 1,0 0,1 1,0 0,0 0,0 0,0 1,1 0,0 1,0-1,1 1,0 0,0 0,0 1,1-1,0 1,1 0,0 0,0 1,0-1,1 0,1 1,-1 0,2-1,-1 1,1 0,0-1,1 1,0 0,0-1,2 7,2-2,0 1,1-1,0 0,1 0,0 0,1-1,1 0,0-1,0 0,1 0,1-1,0 0,0-1,12 7,13 8,2-2,0-1,1-2,17 4,140 44,-118-46</inkml:trace>
  <inkml:trace contextRef="#ctx0" brushRef="#br2" timeOffset="178856.754">23649 16615,'-17'4,"23"2,173-2,1264 61,-1047-39,163 8,2041 177,-1315-21,-1163-174,-85-20,-57-6,-169 2,119 8</inkml:trace>
  <inkml:trace contextRef="#ctx0" brushRef="#br2" timeOffset="181481.173">25481 17257,'1'0,"-1"0,0 0,0 0,0 0,1 0,-1 0,0 0,0 0,0 0,1 1,-1-1,0 0,0 0,0 0,1 0,-1 0,0 1,0-1,0 0,0 0,0 0,1 0,-1 1,0-1,0 0,0 0,0 0,0 1,0-1,0 0,0 0,0 1,0-1,0 0,0 0,0 0,0 1,0-1,0 0,0 0,0 1,0-1,0 0,0 0,0 0,-1 1,1-1,0 0,0 0,0 0,0 1,0-1,-1 0,1 0,0 0,0 0,0 0,0 0,-1 1,1-1,0 0,0 0,0 0,-1 0,1 0,0 0,121 26,-95-22,0 1,0 2,0 0,-1 2,0 1,0 0,-1 2,-1 1,2 2,-21-12,0-1,0 1,-1 0,1 1,-1-1,1 1,-1-1,0 1,-1 0,1 0,-1 0,1 1,-1-1,0 0,-1 1,1-1,-1 1,0 0,0 0,0-1,-1 1,0 0,0 0,0 0,0-1,-1 1,0 0,0 0,0-1,0 1,-1 0,0-1,0 0,0 1,0-1,-1 0,0 0,-12 13,-1 0,0-1,-1-1,-1-1,-1 0,1-2,-2 0,0-1,-1 0,1-2,-2-1,-18 5,-29 15,66-27,-35 19,37-19,1-1,-1 0,0 1,1-1,-1 0,0 1,1-1,-1 1,1-1,-1 1,1-1,-1 1,1-1,-1 1,1-1,0 1,-1 0,1-1,0 1,-1 0,1-1,0 1,0 0,0 0,0-1,-1 1,1 0,0-1,0 1,0 0,1 0,-1-1,0 1,0 0,0-1,0 1,1 0,-1 0,0-1,1 1,-1-1,0 1,1 0,-1-1,1 1,-1-1,1 1,-1-1,1 1,6 3,1 0,-1-1,1 0,0 0,0-1,0 0,0 0,1-1,-1 0,0 0,4-1,5 2,463 19,-48-5,72 27,-421-29,-75-10,-21-5,-66-20,30 5</inkml:trace>
  <inkml:trace contextRef="#ctx0" brushRef="#br2" timeOffset="181960.641">25467 17136,'15'8,"192"34,-154-35,225 35,629 104,-816-128,-79-14,-19-5,-19-5,6 0</inkml:trace>
  <inkml:trace contextRef="#ctx0" brushRef="#br2" timeOffset="182321.97">26765 17096,'-7'-5,"0"0,0 0,-1 1,1 0,-1 0,0 1,0 0,0 1,-1-1,1 1,0 1,-6-1,13 3,0 0,0 0,0 0,0 0,1 0,-1 0,0 0,0 0,1 0,-1 1,1-1,-1 0,1 0,0 1,-1-1,1 0,0 0,0 1,0-1,0 0,0 1,0-1,0 0,0 1,0-1,1 0,-1 0,1 1,-1-1,1 0,-1 0,1 0,0 0,-1 0,1 1,0-1,0-1,0 1,0 0,0 0,0 0,0 0,0-1,0 1,1 0,15 18,2 0,0-1,1-1,0-1,1-1,6 2,-7-3,155 101,-53-36,104 87,-211-153,1-1,-2 2,0 0,-1 1,0 0,-1 1,-1 0,0 1,-2 0,1 1,-8-14,-1 0,1 1,-1-1,0 1,0 0,0-1,0 1,-1 0,0 0,0-1,0 1,-1 0,1 0,-1-1,0 1,-1-1,1 1,-1-1,0 1,0-1,0 0,0 0,-1 0,0 0,0 0,0 0,0-1,0 0,-1 0,-2 2,-14 8,0 0,-2-1,1-1,-2-2,1 0,-1-1,0-1,-1-1,-1-1,17-3,-345 74,309-66</inkml:trace>
  <inkml:trace contextRef="#ctx0" brushRef="#br2" timeOffset="183434.305">29611 16775,'-4'0,"-4"0,-6 0,1 0</inkml:trace>
  <inkml:trace contextRef="#ctx0" brushRef="#br2" timeOffset="184210.479">28208 17738,'-6'5,"1"1,0 0,0 0,1 0,0 0,0 1,1-1,-1 1,1 0,1 1,-1-1,1 0,1 1,-1-1,1 1,0-1,1 1,0-1,0 1,1 0,0-1,0 1,1-1,0 1,0-1,0 0,1 0,0 0,1 0,0 0,0-1,0 0,1 0,2 3,1-1,1 0,1-1,-1 0,1 0,0-1,1 0,0-1,-1 0,2-1,-1 0,0-1,1 0,0-1,0 0,-1-1,1 0,0-1,0 0,0-1,0 0,0-1,4-1,-11 1,1 0,-1 0,0 0,1-1,-1 0,0 0,-1 0,1-1,-1 0,1 0,-1 0,0 0,0 0,-1-1,1 0,-1 0,0 0,-1 0,1 0,-1 0,0-1,0 1,-1-1,1 0,-1 1,-1-1,1-2,0-3,-1-1,0 1,0-1,-1 1,-1-1,0 1,-1 0,0 0,0 0,-1 0,-1 0,0 1,-3-5,1 4,-1 0,0 1,-1 0,0 0,-1 1,0 1,0-1,-1 1,0 1,-1 0,1 1,-1 0,-1 1,1 0,-1 1,1 0,-1 1,0 0,0 2,-1-1,1 1,0 1,-1 0,1 1,0 1,-5 1,14-2,0 0,0 0,0 0,0 1,0 0,0 0,1 0,-1 0,1 0,-1 1,1 0,0-1,0 1,0 1,0-1,1 0,-1 0,1 1,0 0,0-1,0 1,0 0,1 0,0 0,0 0,0 0,0 0,0 0,1 1,0-1,0 0,0 0,0 0,1 1,-1-1,1 0,0 0,1 2,2 1,0 0,0 0,1-1,0 1,0-1,0 0,1-1,0 0,0 1,0-2,0 1,2 0,39 23</inkml:trace>
  <inkml:trace contextRef="#ctx0" brushRef="#br2" timeOffset="184626.6">28836 17738,'0'-5,"0"1,-1-1,0 0,0 1,0-1,0 1,-1 0,1-1,-1 1,0 0,-1 0,1 0,-1 0,0 1,0-1,0 1,0-1,-3-1,5 5,-1-1,1 1,0 0,0 0,0 0,0 0,-1 0,1 0,0 1,0-1,0 0,0 1,0-1,-1 0,1 1,0 0,0-1,0 1,0-1,0 1,0 0,1 0,-1 0,0-1,0 1,1 0,-1 0,0 0,1 0,-1 0,1 0,-1 1,1-1,-1 0,1 1,-14 43,11-28,1-1,1 1,0 0,1 0,1-1,1 1,0 0,1-1,4 12,-5-21,0 1,1-1,0 0,0 0,0 0,1 0,0 0,0-1,1 0,0 0,0 0,1-1,-1 1,1-1,0 0,1-1,-1 0,1 0,0 0,0-1,0 0,1 0,1-1,1-2,0 1,0-2,0 1,0-1,-1-1,1 0,0 0,-1-1,0 0,0 0,1-1,-2 0,1-1,-1 0,1 0,-1-1,-1 0,1-1,-1 0,0 0,-1 0,0-1,0 1,0-2,-1 1,0-1,2-6,1-1,0 0,-1 0,-1-1,-1 0,0-1,-1 1,-1-1,-1 0,0-6,-2 25,-1 0,1-1,-1 1,1 0,-1 0,1-1,-1 1,1 0,-1-1,0 1,1-1,-1 1,0-1,0 1,1-1,-1 1,0-1,0 0,0 1,1-1,-1 0,0 0,0 0,0 1,0-1,0 0,0 0,1 0,-1 0,0-1,0 1,0 0,0 0,0 0,1-1,-1 1,0-1,0 1,0 0,1-1,-1 1,0-1,1 0,-1 1,0-1,1 1,-1-1,1 0,-1 0,1 1,-1-1,1 0,0 0,-1 1,1-1,0 0,-1 0,1 0,0 0,0 0,0 0,0 1,0-1,0 0,0 0,0 0,0 0,1 0,-7 8,1 1,0 1,0-1,1 1,0 0,0 0,1 0,0 0,1 1,0-1,0 1,1-1,1 1,-1 0,2-1,-1 1,1 0,1-1,0 1,0-1,1 0,0 1,0-1,1 0,4 6,-1-6,0 1,0-2,1 1,0-1,1 0,0-1,0 0,1 0,0-1,0 0,0-1,1 0,2 0,35 13</inkml:trace>
  <inkml:trace contextRef="#ctx0" brushRef="#br2" timeOffset="184875.948">29692 17831,'2'-5,"-1"4,-3 10,-4 11,-1 9,1 6,2 4,1 0,1-2,1-5,1-6,0-9,0-13,0-11,1-4</inkml:trace>
  <inkml:trace contextRef="#ctx0" brushRef="#br2" timeOffset="185127.653">29518 17751,'-93'-139,"92"138,0 0,1 0,-1 1,0-1,1 0,-1 0,1 0,-1 0,1 0,-1 0,1 0,-1 0,1 0,0 0,0 0,0 0,0 0,0 0,0 0,0 0,0 0,0 0,0 0,0 0,0 0,1 0,-1 0,0 0,1 0,-1 0,1 0,-1 0,1 1,0-1,-1 0,1 0,0 0,0 1,-1-1,1 0,0 1,0-1,0 1,0-1,0 1,0-1,0 1,0 0,0-1,0 1,0 0,0 0,0 0,0 0,0 0,0 0,0 0,0 0,0 0,0 0,0 1,0-1,0 0,0 1,151 19,-105-10,397 76,-407-76,-38-9,-5 0</inkml:trace>
  <inkml:trace contextRef="#ctx0" brushRef="#br2" timeOffset="190063.357">16792 4142,'2'2,"3"12,3 20,3 22,-1 25,-2 20,-3 15,-1 4,-5 2,-4-8,-3-13,0-18,0-22</inkml:trace>
  <inkml:trace contextRef="#ctx0" brushRef="#br2" timeOffset="190444.957">17540 4209,'-263'205,"180"-143,-171 130,202-140,51-51,1 1,0 0,0 0,0 0,0-1,0 1,0 0,1 0,-1-1,1 1,-1 0,1 0,-1-1,1 1,0-1,0 1,0 0,0-1,0 0,0 1,0-1,0 0,1 1,-1-1,1 0,-1 0,1 0,-1 0,1 0,-1-1,1 1,0 0,-1-1,1 1,0-1,0 0,-1 1,1-1,0 0,0 0,0 0,11 5,71 38,-2 3,19 18,-40-23,2-3,2-3,2-3,18 5,-77-33,1-1,0 1,0-2,0 1,0-1,1-1,-1 0,1 0,-1 0,0-2,1 1,-1-1,1 0,-1-1,8-2,7-9</inkml:trace>
  <inkml:trace contextRef="#ctx0" brushRef="#br2" timeOffset="190716.23">17981 4556,'21'-2,"22"-3,24-1,20-2,12 1,4 1,-7 2,-15 4,-22 2</inkml:trace>
  <inkml:trace contextRef="#ctx0" brushRef="#br2" timeOffset="190961.335">18007 4810,'16'14,"19"4,22 2,21-3,21-5,15-3,10-6,-1-6,-21-3</inkml:trace>
  <inkml:trace contextRef="#ctx0" brushRef="#br2" timeOffset="191329.392">19505 4436,'-1'-10,"0"0,-1-1,0 1,-1 0,0 1,0-1,-1 0,0 1,-1 0,0 0,-1 0,0 1,0 0,-1 0,1 0,-2 1,1 0,-1 0,0 1,-1 0,1 1,-1-1,0 2,-1-1,1 1,-1 1,-7-3,4 3,0 0,0 1,-1 1,1 0,-1 0,1 1,0 1,-1 0,1 1,0 1,0 0,0 0,0 2,1-1,-1 2,1 0,0 0,1 1,0 0,0 1,0 0,1 1,0 0,1 1,0 0,0 0,1 1,1 0,0 0,0 1,-2 7,7-14,1 0,-1 0,1 1,0-1,1 0,-1 1,1-1,0 1,1-1,-1 0,1 1,0-1,0 0,1 0,0 1,0-1,0 0,0-1,1 1,0 0,0-1,0 1,0-1,1 0,-1 0,1 0,0-1,1 1,-1-1,0 0,1 0,2 0,9 4,0-2,0 0,0-1,1 0,-1-2,1 0,0 0,0-2,-1 0,1-1,0-1,0 0,-1-1,1-1,-1-1,0 0,0-1,-1-1,1 0,-2-1,1-1,-1 0,13-11,-12 6,0-1,0-1,-2 0,0 0,0-2,-2 1,5-12,-4 12,-11 17,-1 0,1 0,-1-1,1 1,0 0,-1 0,1 1,-1-1,1 0,-1 0,1 0,-1 0,1 0,-1 0,1 1,-1-1,1 0,-1 1,1-1,-1 0,1 1,-1-1,0 0,1 1,-1-1,0 1,1-1,-1 0,0 1,1-1,-1 1,0-1,0 1,0-1,0 1,1-1,-1 1,0 0,0-1,0 1,0-1,0 1,0-1,0 1,0-1,-1 1,1 0,1 1,54 223,-49-202,7 22,-2 1,-2 1,-2-1,0 33,-6-70,-2-1,1 0,-1 0,0 0,0 0,-1 0,-1 0,1 0,-1 0,0-1,-1 1,0-1,0 0,0 0,-1-1,0 1,-1-1,1 0,-1 0,0-1,-1 0,1 0,-1 0,0-1,0 0,-1 0,-27 11,-1-2,0-2,0-2,-1-1,0-1,-18-1,-43 0,69-11</inkml:trace>
  <inkml:trace contextRef="#ctx0" brushRef="#br2" timeOffset="192678.732">20187 3901,'-2'4,"0"0,0 0,0 0,0 0,1 0,0 0,0 0,0 0,0 1,1-1,-1 0,1 1,0-1,1 1,-2 8,0 78,5-1,3 1,13 55,-19-141,24 166,3 8,-8 1,-9 1,-10-144,-2 1,-1-1,-2 0,-2 0,-5 14,7-36,0 0,-1 0,-1-1,0 0,-1 0,-1 0,0-1,-1 0,0-1,-1 0,0 0,-1-1,-1 0,-2 1,-4 1,-1-2,-1 0,0-1,0-1,-1 0,0-2,0-1,-1 0,0-2,0 0,0-1,-6-1,-39 0,-1-3,1-3,-29-6,-497-62,265 55,0 13,-1 15,2 15,-187 42,277-25,23-4,-85 0,176-36,122-3,0 0,0 0,0 0,-1 0,1 0,0 0,0-1,0 1,0 0,0-1,0 1,0-1,-1 1,2-1,-1 1,0-1,0 0,0 0,0 1,0-1,0 0,1 0,-1 0,0 0,1 0,-1 0,1 0,-1 0,1 0,-1 0,1-1,0 1,0 0,-1 0,1 0,0 0,0 0,0-1,0 1,0 0,1 0,-1 0,0 0,1 0,-1-1,0 1,1 0,-1 0,1 0,0-1,0 1,-1 1,0-1,1 0,-1 0,0 0,0 0,1 0,-1 0,0 0,0 0,0 0,0 0,0 0,-1 0,1 1,0-1,0 0,0 0,-1 0,1 0,-1 0,1 0,0 0,-1 1,0-1,1 0,-1 0,1 1,-1-1,0 0,1 1,-1-1,0 1,0-1,0 1,1-1,-1 1,0-1,0 1,0 0,0 0,0-1,0 1,-16-10,12 5,0-1,1 1,0-1,0 0,0-1,1 1,0-1,0 1,1-1,-1-2,-3-8,-17-47,3-1,3-1,3 0,3-1,3 0,2-1,4-55,10-69,8 0,12-20,111-721,-114 750,-23 179,0 0,0 0,0 1,1-1,-1 0,1 1,0-1,0 1,0 0,1 0,-1 0,1 1,-1-1,1 1,0-1,0 1,0 1,0-1,0 1,1-1,-1 1,0 0,1 1,-1-1,1 1,-1 0,1 0,-1 0,1 0,3 2,-2-3,85 2,-1 3,0 3,0 5,8 6,-22-6,605 82,379-8,477-64,-1517-23,-30 0,-30 1,19-1,17 0,0 0,0 0,0 1,0-1,0 1,0 0,0 0,0 1,0-1,0 1,0 0,0 0,0 0,0 0,1 1,-1-1,0 1,1 0,-1 0,1 0,0 1,0-1,0 1,0 0,0 0,0 0,1 0,0 0,-1 1,1-1,-19 123,19-103,-8 120,-9 48,-12 33,-4-7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2:42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4947 2458,'-10'30,"1"0,2 1,1-1,1 1,1 0,2 21,1-40,-2 156,7 0,8 0,17 70,-25-210,54 419,5 19,0 410,-69-652,-9 0,-19 68,-3 49,39-268,-2-72,0-1,0 1,0 0,0 0,0-1,0 1,1 0,-1-1,0 1,0 0,1-1,-1 1,0 0,1-1,-1 1,0 0,1-1,-1 1,1-1,-1 1,1-1,0 1,-1-1,1 0,-1 1,1-1,0 0,-1 1,1-1,0 0,-1 0,1 1,0-1,-1 0,1 0,0 0,0 0,-1 0,1 0,0 0,-1 0,1 0,0-1,0 1,-1 0,1 0,0-1,-1 1,1 0,-1-1,1 1,0-1,25-29,-14 5</inkml:trace>
  <inkml:trace contextRef="#ctx0" brushRef="#br0" timeOffset="2291.949">5121 2645,'-65'-83,"65"82,1 0,0 0,-1 0,1 0,0 1,-1-1,1 0,0 0,0 0,0 1,0-1,0 1,0-1,0 0,0 1,0 0,0-1,0 1,0 0,0-1,0 1,0 0,0 0,0 0,0 0,1 0,-1 0,0 0,0 0,0 0,0 1,0-1,0 0,0 1,0-1,0 1,0-1,0 1,0 0,0-1,3 1,582 65,132-10,380-32,382 2,-1238-23,1323-1,-344-42,-493 16,-421 5,-50 16,28 3,-162 14,101-9,419 36,-628-40,-10-2,1 0,-1 1,1 0,-1 0,1 0,-1 1,1 0,-1 0,1 0,-1 1,0 0,0 0,0 0,0 0,0 1,0 0,-1 0,1 0,-1 1,0-1,0 1,0 0,-1 0,1 0,-1 1,0-1,0 1,0 0,1 3,2 136,-7-94,0 1474,8-1279,-3 118,-55 121,43-2,3-165,5-317,-1 0,1-1,0 1,0 0,0 0,0 0,-1 0,1 0,0 0,0 0,0 0,0 1,-1-1,1 0,0 0,0 0,0 0,0 0,0 0,-1 0,1 0,0 0,0 0,0 0,0 1,0-1,0 0,0 0,-1 0,1 0,0 0,0 0,0 1,0-1,0 0,0 0,0 0,0 0,0 0,0 1,0-1,0 0,0 0,0 0,0 1,-6-10</inkml:trace>
  <inkml:trace contextRef="#ctx0" brushRef="#br0" timeOffset="4401.385">4960 6429,'9'28,"-2"1,-2 0,0 1,-2-1,-1 1,-2 0,-1 0,-1-1,-4 18,0 40,6-85,-1 10,0 0,0 0,1 0,1 0,0 0,0 0,1 0,1 0,0 0,1-1,0 0,0 1,5 6,-4-14,0 0,0 0,0-1,0 0,1 0,-1 0,1-1,0 0,0 0,0 0,0-1,0 1,0-2,0 1,0-1,1 0,5 2,234 21,0-12,231-18,574-57,-137 6,727 2,375 36,-1455 21,480 39,-363-26,-517-14,16-13,-122 6,-37 4,0 0,1 2,-1 0,0 1,1 0,14 4,72 32,-87-32,-16-2,0-1,0 0,0 0,1 0,-1 0,0 0,1 0,-1 0,1-1,-1 1,1-1,-1 0,1 0,0 0,-1 0,1 0,-1 0,1-1,-1 1,1-1,-1 0,1 0,-1 0,0 0,0 0,1 0,-1-1,0 1,0-1,0 0,0 1,0-1,-1 0,1 0,-1 0,1 0,-1 0,1-1,4-110,-7 77,9-376,-10 335</inkml:trace>
  <inkml:trace contextRef="#ctx0" brushRef="#br0" timeOffset="5398.798">5134 4557,'200'62,"-100"-36,-76-19,-11-4,0 0,1 0,-1 2,-1 0,1 0,-1 1,0 0,0 1,-1 1,1 0,-2 0,1 1,0 2,-9-8,0-1,-1 1,1 0,-1-1,0 1,0 0,0 0,0 0,0 0,-1 0,1 0,-1 0,0 0,0 0,0 0,0 0,-1 0,1 0,-1 0,0 0,0 0,0 0,0 0,0-1,-1 1,1 0,-54 63,17-36,-2-2,-1-2,0-2,-2-2,-1-1,-32 9,-21 13,69-30,11-3</inkml:trace>
  <inkml:trace contextRef="#ctx0" brushRef="#br0" timeOffset="5769.194">6218 4637,'-28'-21,"21"14,0 0,-1 1,1 0,-1 1,-1 0,1 0,-1 1,0 0,0 0,0 1,0 0,0 1,-1 0,-8-1,11 4,0-1,0 1,0 0,0 0,0 1,0 0,1 0,-1 1,1 0,-1 0,1 0,0 1,0 0,0 0,1 0,0 1,0 0,0 0,0 0,1 1,-1 0,2 0,-1 0,0 0,-1 5,-1 3,0 0,1 0,0 0,1 1,1-1,0 1,1 0,1 0,0 0,1 0,1 13,1-20,0 0,0 0,1 0,0 0,0-1,0 1,1-1,1 0,-1 0,1 0,0-1,0 1,1-1,0 0,0-1,1 0,-1 0,1 0,0-1,0 0,1 0,-1 0,1-1,0-1,0 1,0-1,0 0,0-1,0 0,1-1,-1 1,1-1,16 0,0-1,-1-1,1-1,-1-1,0-1,0-1,0-2,4-2,40-15</inkml:trace>
  <inkml:trace contextRef="#ctx0" brushRef="#br0" timeOffset="6022.676">6645 4637,'-11'16,"-7"12,1 10,3 6,5 4,8 4,3-1,4-4,3-9,2-9,2-11,5-10,0-7</inkml:trace>
  <inkml:trace contextRef="#ctx0" brushRef="#br0" timeOffset="6283.468">7033 4611,'-38'13,"1"1,0 3,1 0,0 3,2 1,1 1,-25 22,54-42,1 0,0 0,0 0,0 1,1-1,-1 1,0 0,1-1,0 1,0 0,0 1,0-1,0 0,0 0,1 1,0-1,-1 1,1-1,1 1,-1 0,0-1,1 1,0 0,0 0,0-1,0 1,1 0,-1-1,1 1,0 0,1 1,5 3,1 0,1 0,-1-1,1 0,0-1,1 0,0 0,0-1,0 0,0-1,1 0,0 0,-1-1,1-1,1 0,0 0,70 11,0-2,1-5,0-3,9-4,-76 1,69 0</inkml:trace>
  <inkml:trace contextRef="#ctx0" brushRef="#br0" timeOffset="7212.71">12942 2257,'-26'0,"10"-1,0 0,0 2,0-1,0 2,0 0,0 1,1 1,-1 0,1 1,0 1,10-2,1 1,0-1,0 1,0 0,1 0,0 1,0-1,0 0,0 1,1 0,0 0,0 0,1-1,0 2,0-1,0 0,1 0,-1 0,1 0,1 0,-1 1,1-1,1 0,-1 0,1 0,0-1,0 1,0 0,2 2,4 7,0 0,1 0,0-1,1 0,1-1,0 0,1-1,0 0,1 0,0-2,1 0,0 0,1-1,0-1,0 0,1-1,0-1,0-1,0 0,2-1,-12-1,0-1,0 0,0 0,0-1,0 0,0 0,0-1,1 1,-1-1,0-1,0 1,1-1,-1 0,0 0,0-1,0 0,0 0,0 0,-1-1,1 0,-1 0,0 0,1-1,-1 0,-1 0,1 0,-1 0,1-1,-1 0,0 0,-1 0,0 0,2-3,-1-8,-2 0,1 0,-2-1,0 1,-1-1,-1 1,-1-1,0 1,-1 0,0 0,-1 0,-1 0,-1 1,0 0,-1 0,-1 0,0 1,-1 0,-5-6,7 11,1-1,-1 1,-1 1,0 0,0 0,-1 0,0 1,-5-3,11 8,0 0,1 0,-1 1,0-1,0 1,0 0,0 0,0 0,-1 0,1 1,0-1,0 1,-1 0,1 0,0 0,0 0,0 1,-1-1,1 1,0 0,0-1,0 2,0-1,0 0,0 1,0-1,0 1,1 0,-1 0,1 0,-2 1,-2 3,1 1,1-1,-1 0,1 1,0 0,1 0,0 1,0-1,0 0,0 4,-8 33</inkml:trace>
  <inkml:trace contextRef="#ctx0" brushRef="#br0" timeOffset="7479.003">13169 2057,'-22'-80,"4"0,3-2,4 0,3 0,4-1,5-39,12-95,9 1,9-1,1-12,-27 197,-1 9,-1-1,-1 0,-1 0,-1 1,-1-1,-3-12,4 34,0-1,-1 0,1 1,-1-1,1 1,-1-1,0 0,0 1,0 0,0-1,-1 1,1 0,-1-1,1 1,-1 0,0 0,0 0,0 1,0-1,0 0,0 1,0-1,-1 1,1 0,0 0,-1 0,1 0,-1 0,0 0,1 1,-1-1,1 1,-1 0,0-1,-25 4</inkml:trace>
  <inkml:trace contextRef="#ctx0" brushRef="#br0" timeOffset="8383.263">12835 3648,'-6'147,"-22"131,22-258,3-52,2 15,-22-412,23 424,11-113,-11 114,1-1,1 1,-1 0,0 1,1-1,0 0,0 0,0 1,0-1,1 1,-1-1,1 1,0 0,0 0,0 0,0 1,0-1,1 1,-1 0,1 0,0 0,0 0,0 0,-1 1,1 0,2-1,7 2,-1 1,0-1,0 2,0 0,0 0,0 1,0 1,-1 0,1 0,-1 1,0 1,-1 0,1 0,-1 1,0 0,-1 1,0 0,1 2,-5-7,0 1,0 0,0 1,-1-1,0 1,0 0,0 0,0 0,-1 1,0-1,0 1,0 0,-1 0,0 0,0 0,0 0,-1 0,0 1,0-1,0 0,-1 1,0-1,-1 0,1 1,-1-1,0 0,-1 1,1-1,-1 0,-1 0,1 0,-3 3,-145 120,149-128,0 1,0-1,0 1,0-1,1 1,-1 0,0 0,1-1,-1 1,1 0,-1 0,1 0,0-1,0 1,0 0,0 0,0 0,0 0,1 0,-1-1,0 1,1 0,0 0,-1-1,1 1,0 0,0-1,0 1,0-1,0 1,0-1,0 1,1-1,-1 0,0 0,1 1,59 36,-17-21,1-2,1-2,0-2,0-2,1-2,33 0,-2-6,-55-4</inkml:trace>
  <inkml:trace contextRef="#ctx0" brushRef="#br0" timeOffset="8646.564">12701 3154,'18'-9,"22"-4,27 2,27 6,23 7,14 5,2 3,-20 1</inkml:trace>
  <inkml:trace contextRef="#ctx0" brushRef="#br0" timeOffset="9720.974">7140 6041,'-111'155,"69"-99,2 1,-29 56,41-37,28-75,0 0,0 0,0 0,0 0,0 0,1 0,-1-1,0 1,0 0,0 0,1 0,-1 0,0-1,1 1,-1 0,1 0,-1-1,1 1,0 0,-1-1,1 1,-1 0,1-1,0 1,0-1,-1 1,1-1,0 1,0-1,0 0,0 1,-1-1,1 0,0 0,0 0,0 0,0 1,0-1,0 0,-1-1,1 1,0 0,1 0,39-13,-7-5,-1-3,-1 0,-1-2,-1-2,-1 0,-1-2,-2-1,0-1,7-15,-10 17,-2-1,0-1,-3-1,0 0,-2-2,-1 0,-2 0,-1-1,-1-1,-2 0,3-23,-11 49,0 1,0-1,-1 0,0 1,0-1,-1 1,1-1,-2 0,1 1,-1-1,0 1,-1 0,0 0,0 0,-1 0,1 0,-1 1,-1 0,1-1,-1 2,0-1,-1 0,1 1,-1 0,0 0,0 1,-1 0,-1-1,0 2,1 1,-1-1,0 1,0 1,0 0,0 0,-1 1,1-1,0 2,0-1,0 1,0 1,0-1,0 1,0 1,1-1,-1 1,1 1,-1-1,1 1,0 1,1-1,-1 1,1 0,0 1,0 0,0-1,1 2,0-1,0 1,1-1,0 2,0-1,0 0,1 1,0-1,1 1,0 0,0 0,0 0,1 0,0 6,4 7,2 1,0-1,1 1,1-1,1-1,1 0,1 0,0-1,2 0,0 0,1-2,1 1,11 9,-8-4,2 1,-3-6,0 1,-1 1,-2 0,0 1,-1 0,-1 1,-1 0,0 1,-2 0,-1 0,1 10,-7-25,-1 0,0 1,-1-1,0 0,0 1,0-1,-1 0,-1 0,1 0,-1 0,-1 0,1-1,-1 0,0 1,-1-1,0-1,0 1,-1-1,1 0,-1 0,0 0,-2 0,-11 6</inkml:trace>
  <inkml:trace contextRef="#ctx0" brushRef="#br0" timeOffset="10108.285">7647 6228,'-14'46,"-3"-1,-1-1,-3 0,-23 36,13-24,2-5,273-527,-229 453,-14 23,0 0,-1 0,1 0,0 1,-1-1,1 0,-1 0,1 0,0 0,-1 1,1-1,-1 0,1 0,-1 1,1-1,0 1,-1-1,0 0,1 1,-1-1,1 1,-1-1,1 1,-1-1,0 1,1-1,-1 1,0 0,0-1,0 1,1-1,-1 1,0 0,0-1,0 1,0 0,0-1,0 1,0-1,0 1,0 0,0-1,-1 1,1 0,0-1,0 1,0-1,-1 1,1 0,3 297,1-237,2 0,3 0,6 12,-9-48</inkml:trace>
  <inkml:trace contextRef="#ctx0" brushRef="#br0" timeOffset="10366.71">7581 6375,'27'-4,"28"-5,24-4,20-7,13-5,-13 2</inkml:trace>
  <inkml:trace contextRef="#ctx0" brushRef="#br0" timeOffset="10753.891">8610 5907,'-11'3,"-1"-1,0 2,1-1,-1 2,1 0,0 0,0 1,1 0,0 0,0 1,1 1,-1 0,2 0,-1 1,1 0,0 0,1 1,0 0,1 0,0 1,0 0,1 0,-3 10,1-6,0 0,1 1,1-1,0 1,1 0,1 1,0-1,1 1,1-1,1 1,0-1,1 1,1-1,2 9,-3-21,1 1,0 0,-1-1,2 1,-1-1,0 1,1-1,0 0,0 0,0-1,1 1,-1 0,1-1,0 0,0 0,0 0,0 0,0-1,1 0,-1 0,1 0,0 0,-1-1,1 1,0-1,0 0,0-1,0 1,3-1,4 0,0-1,0 0,-1-1,1 0,0-1,-1 0,1-1,-1-1,0 1,0-2,9-5,5-8,-1-1,-1 0,-1-2,-1-1,0-1,-2-1,-1 0,-1-1,-1-1,-2-1,0 0,-2-1,-1 0,-2-1,0 0,-2-1,1-18,-3 29,-1-2,-1 1,0 0,-2-1,-1 1,0-1,-2 1,0-1,-2 1,0 0,-5-13,8 31,-1-1,1 1,-1-1,0 1,0 0,-1 0,1-1,-1 2,1-1,-1 0,0 0,0 1,0 0,-1-1,1 1,0 0,-1 1,1-1,-1 1,0-1,0 1,1 0,-1 1,0-1,0 1,0-1,0 1,0 0,0 1,1-1,-1 1,0-1,0 1,0 0,1 1,-1-1,0 1,1-1,-1 1,1 0,-7 4,1 0,0 0,0 1,1 0,0 1,0 0,0 0,1 1,1 0,-1 0,1 0,1 1,0 0,0 0,1 1,0-1,1 1,-2 10,1 0,1 1,1-1,0 1,2-1,1 1,0-1,2 0,0 1,4 9,14 41,4-1,17 33,-21-58,-2 2,-2 0,-2 0,-2 2,-2 0,1 31,-11-58</inkml:trace>
  <inkml:trace contextRef="#ctx0" brushRef="#br0" timeOffset="11319.783">9038 6335,'-65'238,"62"-258,7-14,2 0,2 1,1 0,1 0,2 1,-8 21,3-14,2 1,1-1,1 2,1-1,1 2,14-20,-26 39,1 1,0-1,0 1,-1-1,2 1,-1 0,0 0,0-1,1 2,-1-1,1 0,-1 0,1 1,0 0,0-1,0 1,0 0,0 0,0 1,0-1,0 0,0 1,0 0,0 0,0 0,0 0,0 0,0 1,0-1,0 1,0 0,0 0,0 0,0 0,0 1,-1-1,1 1,0 0,-1-1,1 1,1 4,0 0,-1 0,0 0,0 1,0-1,-1 1,0-1,0 1,0 0,-1 0,0 0,0 0,-1 0,0 0,0 0,-1 0,0 0,0-1,-1 1,1 0,-2 0,1-1,-1 1,0-1,0 0,0 0,-1 0,0 0,0 0,-1-1,1 0,-6 5,-29 22,39-32,0 0,-1 0,1 0,-1 0,1 0,0 0,-1 1,1-1,0 0,-1 0,1 1,0-1,-1 0,1 0,0 1,0-1,-1 0,1 1,0-1,0 0,0 1,-1-1,1 0,0 1,0-1,0 1,0-1,0 0,0 1,0-1,0 1,0-1,0 0,0 1,0-1,0 1,0-1,0 0,0 1,0-1,0 0,0 1,1-1,-1 1,0-1,0 0,1 1,-1-1,0 0,0 0,1 1,-1-1,0 0,1 0,-1 1,0-1,1 0,-1 0,0 0,1 1,-1-1,1 0,-1 0,0 0,1 0,-1 0,33 3,-29-3,3 0,105 12,-108-10,0-1,1 0,-1 1,0 0,0 0,0 0,0 1,0-1,0 1,-1 0,1 0,-1 0,0 1,0-1,0 1,0 0,-1 0,1-1,-1 2,0-1,0 0,-1 0,1 1,-1-1,-1 0,1-1,-1 1,0 0,0-1,0 1,-1 0,1-1,-1 1,0 0,0-1,0 1,0-1,-1 1,1-1,-1 0,0 0,0 0,0 0,-1 0,1 0,0 0,-3 1,-69 50,61-46,0-1,-1-1,0 0,0 0,0-2,-1 0,0 0,1-1,-1-1,0-1,-1 0,-12-1,8-5</inkml:trace>
  <inkml:trace contextRef="#ctx0" brushRef="#br0" timeOffset="11864.364">10121 5734,'-10'3,"0"1,0 1,0 0,1 0,0 1,0 0,0 0,1 1,-1 0,2 1,-1 0,1 0,0 1,1-1,0 1,1 1,-5 8,-3 6,0 2,2 0,0 0,2 1,1 0,1 0,2 1,0 0,2 0,1 11,0-31,1 0,1 0,0 1,0-1,0 0,1 0,1 0,-1 0,1 0,0 0,1 0,0 0,0-1,1 0,0 1,0-1,1-1,-1 1,2-1,-1 1,1-2,0 1,0 0,0-1,1 0,0-1,0 0,0 0,0 0,1-1,-1 0,1 0,5 0,-3-2,1-1,-1 0,1-1,-1-1,1 1,-1-2,0 1,0-1,0-1,0 0,0 0,-1-1,0 0,0-1,4-4,8-5,-1-2,-1 0,-1-1,0-1,12-18,-8 6,-2 0,-1-2,-2 0,-1-1,-1 0,-2-1,-2-1,-1 0,-2-1,-2 0,-1 0,-1 0,-2 0,-3-12,1 28,-2 1,-1-1,0 1,-1 0,-2 0,0 1,-1-1,-3-5,7 19,1 1,-1-1,0 1,0 0,0 0,-1 1,0-1,0 1,0-1,0 1,-1 1,1-1,-1 0,0 1,0 0,-1 0,1 1,0 0,-1 0,0 0,1 0,-1 1,0 0,0 0,0 0,0 1,0 0,0 0,1 1,-4 0,2 0,1 1,-1 0,1 0,-1 1,1 0,0 0,0 0,0 1,0 0,1 0,-1 0,1 1,0-1,1 1,-1 1,1-1,0 1,0-1,1 1,0 0,0 1,0-1,0 0,1 3,-3 7,1-1,0 1,1 0,1 0,1 0,0 1,1-1,1 0,3 16,8 20,3 0,2-1,3-1,1-1,3 0,2-2,3 1,14 30,-16-29,-2 2,-2 0,-2 2,2 13,-17-39</inkml:trace>
  <inkml:trace contextRef="#ctx0" brushRef="#br0" timeOffset="12112.864">10870 6148,'-18'-5,"-13"-1,-8 1,-5 5,0 7,1 7,5 11,7 7,13 5,15 1,16 1,16-4,17-5,15-7,10-6,7-6,4-10,-13-5</inkml:trace>
  <inkml:trace contextRef="#ctx0" brushRef="#br0" timeOffset="12674.348">12180 5586,'-10'-1,"0"1,0 0,0 1,0 0,0 0,0 1,1 0,-1 1,1 0,-1 0,1 1,0 1,0-1,1 1,0 1,-1-1,2 2,-7 4,-7 10,1 0,0 1,2 0,0 2,-11 20,13-18,1 0,1 2,1-1,2 2,0 0,2 0,2 0,-3 21,8-45,1 0,0 0,1 0,-1 0,1 0,0 0,0 1,0-1,1 0,0 0,0 0,0 0,1 0,-1 0,1 0,0-1,1 1,-1-1,1 1,0-1,0 0,0 0,1 0,-1 0,1-1,0 1,0-1,0 0,0 0,1-1,-1 1,1-1,3 1,7-1,0-1,1 0,-1-1,1-1,-1-1,0 0,0 0,1-2,-2 0,1-1,0 0,-1-1,0-1,-1 0,12-7,-2 0,1-1,-2-1,0-1,-1-1,0-1,-2 0,0-2,-2 0,0-1,-1-1,-1 0,-1-1,-2-1,0 0,-2 0,0-1,-2-1,-1 1,-1-1,-1-1,-2 1,-1-1,0 1,-2-1,-2 1,0-1,-2 1,-1-1,1 15,0 1,0-1,-2 1,1 1,-2-1,1 1,-2 0,1 0,-1 1,-1 0,0 1,0 0,-1 0,5 5,-1 0,1 0,-1 0,1 1,-1 0,0 0,0 1,0-1,0 1,-1 1,1-1,-1 1,1 0,-1 1,1-1,-1 1,1 1,-1-1,1 1,-1 0,1 0,-1 1,1 0,0 0,0 1,-3 1,2 0,1 0,-1 0,1 1,0-1,0 1,1 1,-1-1,1 1,0 0,1 0,-1 1,1-1,1 1,-1 0,1 0,0 0,1 1,-1-1,2 1,-1-1,1 1,0 0,-1 10,1 1,1 0,1-1,0 1,2-1,0 1,1-1,4 13,143 367,-110-164,-23-109,-13-100,0-8</inkml:trace>
  <inkml:trace contextRef="#ctx0" brushRef="#br0" timeOffset="12938.728">12554 6135,'-9'22,"-6"15,-1 8,0 5,5-1,3-3,3-6,5-8,2-7,5-8,5-6,3-11,0-4</inkml:trace>
  <inkml:trace contextRef="#ctx0" brushRef="#br0" timeOffset="13195.044">12514 5934,'5'16,"10"14,12 11,10 11,8 4,4 1,-1-1,-5-3,-9-4,-9-6,-11-5,-18-5,-17-3,-20-2,-20-2,-17-3,4-5</inkml:trace>
  <inkml:trace contextRef="#ctx0" brushRef="#br0" timeOffset="109054.845">12246 6950,'37'177,"-9"2,-4 72</inkml:trace>
  <inkml:trace contextRef="#ctx0" brushRef="#br0" timeOffset="109051.897">10709 7004,'44'518,"-43"-434</inkml:trace>
  <inkml:trace contextRef="#ctx0" brushRef="#br0" timeOffset="109049.9">9145 7043,'-2'2,"1"1,-1-1,1 0,-1 1,1-1,0 0,0 1,0 0,0-1,0 1,1 0,-1-1,1 1,0 0,0-1,0 1,0 2,-1 5,-7 139,7-1,7 16,41 628</inkml:trace>
  <inkml:trace contextRef="#ctx0" brushRef="#br0" timeOffset="109050.9">9214 9156,'0'193,"-24"211,4-282,-2-26</inkml:trace>
  <inkml:trace contextRef="#ctx0" brushRef="#br0" timeOffset="16088.07">7662 7071,'-11'15,"0"89,3 602,9-488,-2 1298,-8-1251,-13 29,6-164</inkml:trace>
  <inkml:trace contextRef="#ctx0" brushRef="#br0" timeOffset="17466.248">1 4771,'457'-36,"1037"6,-144 95,-602-23,-612-41,13-1,-1 7,140 24,-139 7,-110-35,-40-5,-3-2</inkml:trace>
  <inkml:trace contextRef="#ctx0" brushRef="#br0" timeOffset="109041.921">14332 7695,'950'-36,"-394"-4,-540 38</inkml:trace>
  <inkml:trace contextRef="#ctx0" brushRef="#br0" timeOffset="109039.928">14332 8461,'1166'0,"-1153"0,217 1,76 16,-298-16,-6 0,0 0,0-1,0 1,0-1,-1 0,1 1,0-1,0 0,0 0,0 0,0-1,0 1,0 0,-1-1,1 1,0-1,0 1,0-1,-1 0,1 0,0 0,-1 0,1 0,-1 0,1 0,-1-1,0-8</inkml:trace>
  <inkml:trace contextRef="#ctx0" brushRef="#br0" timeOffset="24256.056">15789 7631,'16'-3,"1"0,-1 1,1 1,-1 0,1 1,-1 1,0 0,4 2,11 0,400 14,-427-17,-21 0,4 0</inkml:trace>
  <inkml:trace contextRef="#ctx0" brushRef="#br0" timeOffset="25136.92">15950 8515,'18'2,"13"1,10 0,10-1,7 0,5-1,-1-1,-4 0,-8 0,-10 0,-14 0,-11 0</inkml:trace>
  <inkml:trace contextRef="#ctx0" brushRef="#br0" timeOffset="25664.77">16498 7030,'6'165,"20"100,-1-27,-11 7,-10 1,-22 177,-22 11,38-415,4-24,1-11</inkml:trace>
  <inkml:trace contextRef="#ctx0" brushRef="#br0" timeOffset="26259.121">16485 7178,'23'-14,"0"2,1 1,1 0,0 2,0 1,1 1,0 2,0 0,1 1,-1 2,1 1,4 1,9-1,0 2,1 2,-1 1,-1 2,1 2,-1 2,0 1,-1 2,-1 2,0 1,-1 2,0 2,-2 1,-1 1,0 2,-2 1,-1 2,20 22,-16-10,-1 2,-2 1,-1 1,-3 2,-2 1,-1 1,-3 1,-2 1,-2 0,-2 1,-3 1,-1 0,-3 1,-3 0,0 18,-6-35,-1 0,-1 0,-2 0,-2-1,-1 1,-2-2,-1 1,-1-1,-2-1,-1 0,-2-2,-1 1,-1-2,-2 0,-11 10,-7 7,-2-3,-3-1,0-3,-3-1,-1-2,-2-3,-1-2,-1-2,-2-2,-1-3,0-2,-2-2,0-3,-7-2,-108 5,166-19,7 0</inkml:trace>
  <inkml:trace contextRef="#ctx0" brushRef="#br0" timeOffset="26881.73">18116 7940,'-14'12,"2"1,0 1,1 0,0 1,1 0,0 0,2 1,0 0,0 1,2 0,0 0,1 0,0 1,0 10,5-20,0-1,0 1,1 0,0-1,0 1,1-1,0 0,0 0,1 1,0-1,0-1,1 1,-1 0,1-1,1 0,-1 0,1 0,0-1,1 1,-1-1,1 0,0-1,1 1,-1-1,0-1,1 1,0-1,0 0,0 0,2-1,9 5,0-1,1-1,0-1,0 0,1-2,-1 0,16-1,-26-1,1 0,0-1,0 0,-1 0,1-1,0-1,-1 0,0 0,0-1,0 0,0 0,0-1,-1 0,0-1,0 1,2-4,-5 4,-1 0,1-1,-1 0,0 0,0 0,-1-1,0 1,0-1,0 0,-1 0,0 0,0 0,-1 0,0 0,0 0,-1-1,0 1,0 0,-1 0,0-1,0 1,0 0,-1 0,0 0,-1 0,-1-6,-1 0,-1 1,0 0,0 0,-1 1,-1 0,0 0,0 1,-1-1,0 2,-1 0,0 0,-3-1,7 4,-1 1,0 1,0-1,0 1,0 0,0 1,-1 0,0 0,0 0,0 1,0 0,0 1,0 0,0 0,0 1,-1 0,1 0,0 1,0 0,0 0,0 1,0 0,0 1,0 0,1 0,-1 0,1 1,0 0,0 1,0-1,0 1,0 2,2-2,1 1,-1 0,1 0,1 0,-1 0,1 1,0 0,0-1,1 1,0 0,-1 6,-2 28</inkml:trace>
  <inkml:trace contextRef="#ctx0" brushRef="#br0" timeOffset="28558.505">18583 8153,'60'-11,"-1"2,1 3,27 2,-49 2,98-5,0 5,0 6,0 6,31 11,54 26,-220-46,1-1,-1 1,0-1,0 1,0-1,0 0,0 1,1-1,-1 0,0 0,0 0,1 0,-1 0,0 0,0 0,0-1,0 1,1 0,-1-1,0 1,0-1,0 1,0-1,0 1,0-1,0 0,0 0,0 1,0-1,0 0,0 0,-1 0,1 0,0 0,-1 0,1 0,-1 0,1 0,-1 0,1-1,-1 1,0 0,1 0,-1 0,0 0,0-1,0 1,0 0,0 0,0-1,-1 1,-26-150,9 78,-20-157,10-1,9-22,-9-94,-188-995,101 709,24 143,-46-92,33 205,-144-577,224 850,-19-88,-4-87,39 216,4-1,2 0,3 0,3 1,2-1,9-30,108-346,-95 343,5 1,4 1,5 3,7-8,-41 85,4-7,0 0,-2-2,-1 1,0-1,-2 0,-1-3,-6 25,0-1,0 1,-1 0,0-1,1 1,-1 0,0-1,0 1,0 0,0 0,-1 0,1 0,-1 0,1 0,-1 0,1 1,-1-1,0 1,0-1,0 1,0-1,0 1,0 0,0 0,-1 0,1 0,0 1,-1-1,1 0,0 1,-1 0,1 0,-1-1,1 1,0 1,-1-1,1 0,-1 0,1 1,0 0,0-1,-1 1,-3-1,-346 13,72-12,-211-29,-693-89,-558 21,739 61,643-4,351 39,1 0,-1 1,0 0,0 1,0 0,0 0,1 1,-1 0,1 0,0 1,0 0,0 1,-1 1,-36 16,8-9,30-11,0 0,0 0,0 1,0 0,1 0,-1 0,1 1,0 0,0 1,0-1,1 1,-5 5,1 3,0 2,1-1,1 1,1 0,0 0,1 1,0 0,1 0,1 0,1 0,0 1,1 12,-3 27</inkml:trace>
  <inkml:trace contextRef="#ctx0" brushRef="#br0" timeOffset="29971.787">18744 2605,'2'1,"-1"0,1 1,-1-1,1 0,-1 1,0-1,0 1,0 0,0-1,0 1,0 0,0-1,0 1,0 0,-1 0,1 0,-1 0,0 0,1 0,-1 0,0 0,0 0,0 0,0 0,0 33,-1 0,-2 0,-2 0,-1-1,-1 0,-2 0,-1-1,-2 0,-1-1,-2 0,-6 8,21-39,-43 94,62-116,1-17,-2 0,-1-2,-2 0,6-29,-14 47,85-336,-92 357,0 0,0 1,-1-1,1 0,0 1,0-1,0 0,0 0,0 1,0-1,0 0,0 1,1-1,-1 0,0 0,0 1,1-1,-1 0,0 1,1-1,-1 1,0-1,1 0,-1 1,1-1,-1 1,1-1,-1 1,1-1,-1 1,1 0,0-1,-1 1,1 0,0-1,-1 1,1 0,0 0,-1 0,1 0,0-1,0 1,-1 0,1 0,0 0,-1 0,1 1,0-1,0 0,-1 0,1 0,0 0,-1 1,1-1,0 0,-1 1,1-1,-1 1,1-1,-1 0,1 1,74 108,-28-45,-3 3,-3 2,12 31,-52-99,0 0,0-1,-1 1,1 0,0 0,0 0,-1 0,1 0,-1 1,1-1,-1 0,1 0,-1 0,0 0,0 1,1-1,-1 0,0 0,0 0,0 1,0-1,-1 0,1 0,0 1,0-1,-1 0,1 0,-1 0,1 0,-1 0,1 0,-1 0,0 0,1 0,-1 0,0 0,0 0,0 0,0 0,0-1,0 1,0 0,0-1,0 1,0 0,0-1,0 0,0 1,-1-1,-169 36,-79 12,110-21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0.9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55,'669'-16,"-594"12,301-19,0 16,152 26,-464-14,-62-11,-20-2,13 6,-6-4,1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2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8,'-58'-8,"50"9,18 5,47 13,0-2,1-3,13 0,-7-1,2 1,9 0,-1 4,0 2,-2 4,37 19,-102-42,-1 2,1-1,-1 1,0 0,0 0,0 0,0 1,-1 0,1 0,-1 1,0-1,0 1,-1 0,1 0,-1 1,0 0,-1-1,1 1,-1 0,0 1,-1-1,1 0,-1 1,-1 0,1-1,-1 1,0 0,-1 0,1 0,-5 4,1-1,-2 0,1 0,-1 0,-1-1,1 0,-2 0,1 0,-1-1,-1 0,0 0,0 0,0-1,-1-1,-61 49,-3-4,-1-3,-3-4,-1-2,-35 9,-9 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7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1,'3'22,"0"22,-1 17,3 11,0 10,1 6,2 3,2-4,4-9,-1-18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1.9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 0,'-2'16,"-4"16,-4 17,-4 14,-1 9,-3 9,0 4,2-4,5-6,3-15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3:22.2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1 419,'335'271,"-178"-149,-89-73,-67-48,0-1,0 1,0-1,0 0,0 1,0-1,0 0,0 0,0 0,1 0,-1 0,0 0,0 0,0 0,0 0,0-1,0 1,0 0,0-1,1 1,-1-1,0 1,-1-1,1 1,0-1,0 0,0 1,0-1,0 0,-1 0,1 0,0 0,-1 0,1 0,0 1,-1-2,1 1,-1 0,0 0,1 0,-1 0,0 0,0 0,1 0,-1 0,0 0,0-1,0 1,-1 0,1 0,0 0,0 0,0 0,-1 0,1 0,-1-1,-2-257,2 219,3-438,1 429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0.7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1,'-25'86,"25"-84,0 0,-1 1,1-1,1 0,-1 0,0 1,0-1,1 0,-1 0,1 0,0 0,0 0,0 0,0 0,0 0,0 0,0 0,1 0,-1 0,1-1,-1 1,1-1,-1 1,1-1,0 0,0 1,0-1,0 0,0 0,0 0,0-1,0 1,0 0,1-1,-1 1,0-1,2 0,0 0,0 0,0 0,-1 0,1-1,0 0,0 1,-1-1,1-1,-1 1,1 0,-1-1,0 0,1 0,-1 0,0 0,0 0,0-1,0 1,-1-1,1 0,-1 0,0 0,0 0,0 0,0 0,1-2,-2 3,0 0,0-1,0 1,0 0,0-1,0 1,-1-1,1 1,-1 0,1-1,-1 0,0 1,0-1,0 1,-1-1,1 1,-1-1,1 1,-1 0,0-1,0 1,0 0,0-1,0 1,0 0,-1 0,1 0,-1 0,1 0,-1 0,0 0,0 1,0-1,0 1,0-1,0 1,0 0,-1 0,1-1,-3 1,0-1,0 0,0 1,0 0,0 0,-1 1,1-1,0 1,0 0,-1 1,1-1,0 1,0 0,0 0,0 1,0-1,0 1,0 0,0 1,1-1,-1 1,1 0,-1 0,1 0,0 1,1-1,-1 1,-1 1,-14 20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0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89,'0'1,"-1"0,1 0,0 0,0 0,0 0,0 0,0 0,0 0,0 0,0 0,0 0,0 0,0 0,1 0,-1 0,0 0,1 0,-1 0,1 0,-1 0,1 0,0 0,-1 0,1-1,0 1,-1 0,1 0,0-1,0 1,0-1,0 1,0 0,0-1,0 0,-1 1,1-1,1 1,-1-1,0 0,0 0,0 0,0 0,0 0,0 0,0 0,0 0,0 0,0 0,0 0,0-1,0 1,0 0,0-1,0 1,0-1,1 0,1-3,-1-1,1 0,-1 1,1-1,-1 0,-1-1,1 1,-1 0,0 0,0-1,0 1,-1-1,0 4,1 0,-1 0,0 1,0-1,0 0,0 0,0 1,-1-1,1 0,0 0,-1 1,1-1,-1 0,0 1,1-1,-1 0,0 1,0-1,0 1,0 0,-1-1,1 1,0 0,0-1,-1 1,1 0,-1 0,1 0,-1 0,1 1,-1-1,0 0,1 1,-1-1,0 1,0-1,1 1,-1 0,-3 1,0 0,1 0,-1 0,1 1,-1 0,1 0,0 0,0 0,0 1,0 0,0 0,0 0,1 0,-1 0,1 1,0-1,0 1,0 0,1 0,-1 0,1 0,0 1,0-1,1 0,-1 1,1 0,0-1,0 1,0 0,1-1,0 1,0 0,0 0,0-1,1 1,0 0,1-1,0 0,0 0,1-1,0 1,-1-1,1 1,1-1,-1 0,0 0,1-1,-1 1,1-1,0 0,0 1,0-2,0 1,1 0,40 15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5.7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1 122,'37'-20,"2"2,1 1,0 3,1 1,0 2,1 1,0 3,16-1,-51 7,54-1,-59 2,-1 0,0 0,1 0,-1 0,1 0,-1 1,0-1,1 1,-1-1,0 1,1-1,-1 1,0 0,0-1,0 1,0 0,1 0,-1 0,0 0,-1 0,1 0,0 0,0 0,0 0,-1 1,1-1,0 0,-1 0,1 1,-1-1,0 0,1 1,-1-1,0 1,0-1,0 0,0 2,-2 6,0-1,-1 0,0 1,0-1,-1 0,0-1,0 1,-1-1,0 0,0 0,-1 0,0-1,-5 9,-27 34,17-25,0 2,2 1,0 1,2 0,1 1,2 1,1 0,-5 18,16-31,0 1,2 0,0-1,1 1,1-1,0 1,1-1,1 0,1 0,0 0,1-1,1 1,1-2,6 11,8 22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5.9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165 100,'1'6,"0"0,1-1,0 1,0-1,1 0,0 0,-1 0,2 0,-1 0,0 0,1-1,0 0,4 4,-7-6,1-1,0 1,0-1,-1 0,1 0,0 1,0-1,0 0,0-1,0 1,1 0,-1-1,0 1,0-1,0 1,1-1,-1 0,0 0,0 0,1 0,-1-1,0 1,0-1,0 1,1-1,-1 0,0 1,0-1,0 0,0 0,0-1,0 1,-1 0,1-1,0 1,0-2,1 0,-1-1,1 0,-1 0,0-1,0 1,0 0,-1-1,1 1,-1-1,0 1,-1-1,1 1,-1-1,0 0,0 1,0-1,0 0,-1 1,0-1,0 0,0 1,-1 0,0-1,1 1,-2 0,1 0,0 0,-1 0,1 0,-1 0,0 1,-1-1,1 1,-1 0,1 0,-1 0,0 1,0-1,0 1,0 0,0 0,-1 0,1 1,-1 0,1-1,-1 1,-3 0,0 1,0 0,0 0,0 1,0 0,0 0,0 1,0 0,0 0,0 1,1 0,-1 0,1 1,0 0,0 0,0 1,1 0,-1 0,1 0,1 1,-1 0,1 0,0 1,0-1,0 1,1 0,0 0,1 1,0-1,0 1,0 0,1-1,-1 7,-7 28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4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 0,'0'16,"0"19,0 21,0 18,0 14,0 8,0 3,0-1,0-8,0-13,0-14,0-19</inkml:trace>
  <inkml:trace contextRef="#ctx0" brushRef="#br0" timeOffset="338.322">520 94,'-382'269,"260"-168,121-100,-1 0,1 0,0 0,0 1,0-1,0 0,0 1,0-1,0 1,0-1,1 1,-1 0,0-1,1 1,-1 0,1-1,0 1,0 0,0-1,0 1,0 0,0 0,0-1,0 1,1 0,-1 0,1-1,-1 1,1-1,-1 1,1 0,0-1,0 1,0-1,0 0,0 1,0-1,0 0,1 1,-1-1,11 8,0-1,0 0,1-1,0 0,1-1,-1 0,11 2,-8-1,85 29,1-5,1-4,2-4,0-5,1-4,8-5,-80-7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4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1 887,'24'-9,"-1"-2,0 0,-1-1,0-1,-1-1,0-1,-1-1,-1-1,-1-1,0 0,9-14,-24 29,1 0,-1-1,0 0,0 0,-1 0,1 0,-1 0,1 0,-1-1,-1 1,1-1,-1 1,1-1,-1 0,-1 1,1-1,-1 0,0 0,0 0,0-4,-2 8,0 0,1 0,-1 1,0-1,0 0,1 1,-1-1,0 1,0 0,0-1,0 1,1 0,-1 0,0 0,0 0,0 1,0-1,0 0,1 1,-1-1,0 1,0 0,1 0,-1 0,0 0,1 0,-1 0,1 0,-1 0,0 1,-4 4,-1 0,2 0,-1 0,1 1,0-1,0 1,0 0,1 1,0-1,1 1,0 0,0 0,1 0,-1 0,2 0,-1 0,1 1,1-1,-1 0,2 1,-1-1,1 1,0-1,1 0,-1 0,2 1,-1-1,1-1,1 1,-1 0,1-1,1 0,-1 0,1 0,0 0,2 1,1 0,1 1,0-2,1 1,-1-1,2 0,-1-1,1 0,0-1,0 0,0-1,0 0,1-1,0 0,0-1,0 0,0-1,0 0,0-1,0-1,0 1,0-2,0 0,0 0,-1-1,1-1,-1 0,1 0,-1-1,-1 0,1-1,-1-1,0 0,0 0,-1 0,4-5,-4-1,-1 1,-1-1,0-1,-1 0,0 0,-1 0,-1 0,2-7,16-48,-22 68,1-1,-1 1,0 0,0 0,1 0,-1 0,1 0,-1 0,1 0,-1 0,1 0,0 0,-1 0,1 0,0 0,0 0,0 0,-1 0,1 1,0-1,0 0,0 1,0-1,1 1,-1-1,0 1,0 0,0-1,0 1,0 0,1 0,-1 0,0-1,0 1,0 1,0-1,1 0,-1 0,0 0,0 1,0-1,0 0,0 1,1-1,-1 1,12 10,-1 0,-1 0,0 1,0 1,-1-1,-1 2,0 0,0 1,-2-5,0 0,-1 0,0 0,0 1,-1 0,0 0,-1 0,-1 1,0-1,0 1,-1 0,0 0,-1 0,-1 0,0 4,-1-13,-1 1,1-1,-1 0,1 0,-1 0,0 0,-1 0,1 0,0 0,-1-1,1 1,-1-1,0 0,0 1,0-2,0 1,0 0,-1 0,1-1,0 0,-1 0,1 0,-1 0,1 0,-1-1,1 1,-1-1,0 0,1 0,-1 0,1-1,-1 1,0-1,2-2,-1 0,1 1,0-1,0 0,0 0,0-1,1 1,-1 0,1-1,0 1,0 0,0-1,0 1,1-1,-1 0,1 1,0-1,0 1,0-1,1 0,-1 1,1-1,0 1,0-1,0 1,0 0,1-1,-1 1,1 0,0 0,2-3,14-26,2 1,1 0,1 2,2 0,0 2,7-5,28-31,-41 43,-1 0,-1-1,0-1,-2 0,-1-1,0-1,-2 0,-1 0,0-1,-2-1,3-18,-5-8,-2 1,-2-1,-3 1,-3-22,-9-3,3 92,-7 241,15-180,3 0,4 0,3 0,3 0,7 10,-13-65,2-1,0 0,2 0,0-1,1 0,2 0,8 11,-16-25,0 0,1 0,0 0,1 0,-1-1,1 0,0 0,0-1,0 0,1 0,0 0,0 0,0-1,0-1,0 1,0-1,1 0,-1-1,1 0,0 0,-1 0,1-1,6-1,-9 0,1 0,0 0,-1-1,0 0,1 0,-1-1,0 0,0 1,0-2,-1 1,1 0,-1-1,1 0,-1 0,-1 0,1-1,0 1,-1-1,0 0,0 0,-1 0,1 0,0-4,4-9,0-1,-1 0,-2-1,0 0,0 1,-2-4,0 11,-1 1,0-1,-1 0,0 0,-1 1,0-1,-1 0,0 1,-1-1,0 0,3 11,0 0,-1 0,1 0,0-1,-1 1,1 0,-1 0,1 0,-1 0,0 0,1 0,-1 0,0 0,0 0,1 0,-1 0,0 0,0 0,0 1,0-1,0 0,0 1,0-1,-1 1,1-1,0 1,0 0,0-1,-1 1,1 0,0 0,0 0,0 0,-1 0,1 0,0 0,0 0,-1 0,1 1,0-1,0 0,0 1,0-1,-1 1,1-1,0 1,0 0,0 0,0-1,0 1,0 0,-5 8,0 0,0 0,1 0,0 1,0 0,1 0,0 0,1 0,0 0,1 1,0 0,1-1,0 1,1 0,0 7,0-7,0-1,1 1,1-1,-1 1,2-1,-1 0,2 0,-1 0,1 0,1-1,-1 1,2-1,-1 0,1-1,1 1,0-1,0 0,0-1,1 0,0 0,0-1,1 1,0-2,0 0,0 0,1 0,0-1,-1-1,2 1,4 0,33 4,-6-6</inkml:trace>
  <inkml:trace contextRef="#ctx0" brushRef="#br0" timeOffset="271.317">870 325,'34'-5,"43"-3,47-3,46-2,41-1,-14 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1.8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642 216,'-12'105,"11"-122,-2 1,0 0,0-1,-2 1,0 0,-1 1,-1 0,0 0,-1 0,0 1,-1 0,-1 0,0 1,-1 0,-1 1,-9-8,13 13,0 1,-1-1,0 1,0 1,-1 0,0 0,0 1,0 0,0 1,0 0,-1 1,1 0,-1 0,0 1,1 0,-1 1,0 1,0-1,1 2,-1-1,1 2,-1-1,1 1,0 1,0 0,0 0,0 1,1 1,-3 1,-2 5,0 0,1 1,0 0,1 1,1 0,0 1,1 1,0-1,1 2,1-1,1 1,-1 5,-5 16,1 1,2 1,2 0,2 0,1 3,2-13,2 1,1 0,1 0,2-1,1 1,1-1,1 0,9 22,-9-34,1 0,1-1,1 0,0 0,1 0,1-1,0-1,1 0,1-1,0 0,1 0,1-2,0 0,8 5,-6-7,1-1,-1 0,2-1,-1-1,1-1,0 0,0-2,1 0,-1-1,1-1,0-1,-1 0,1-2,0 0,0-2,-1 0,0-1,1 0,-1-2,-1-1,1 0,-1-1,0-1,-1 0,0-2,-1 0,0 0,-1-2,2-2,108-138,-125 153,0 0,1 0,-1 0,0 1,0-1,0 0,0 0,0 0,0 1,1-1,-1 0,0 0,0 0,0 0,0 0,1 1,-1-1,0 0,0 0,0 0,1 0,-1 0,0 0,0 0,1 0,-1 0,0 0,0 0,0 0,1 0,-1 0,0 0,0 0,1 0,-1 0,0 0,0 0,0 0,1 0,-1 0,0-1,0 1,0 0,1 0,-1 0,0 0,0 0,0-1,0 1,0 0,1 0,-1 0,0 0,0-1,0 1,0 0,0 0,0-1,0 1,0 0,0 0,0 0,0-1,-1 23,0-17,0 4,-1-1,1 1,1 0,-1 0,2 0,-1 0,1 0,0 0,1 0,0 0,1-1,-1 1,2-1,-1 0,1 0,0 0,1 0,0-1,0 1,1-1,0-1,0 1,7 5,-6-7,1 1,-1-1,1-1,0 0,1 0,-1 0,1-1,-1 0,1-1,0 0,0 0,0-1,0 0,1-1,-1 0,0 0,0-1,0 0,-5 0,-1-1,0 1,0-1,0 0,-1 0,1 0,0 0,-1 0,1 0,-1-1,0 1,0-1,0 0,0 1,0-1,0 0,-1 0,1 0,-1 0,0-1,0 1,0 0,-1-1,1 1,-1 0,0-1,0-2,1-5,-1 1,-1-1,0 0,-1 1,0-1,0 1,-1 0,-2-3,1 1,-2 1,1 0,-1 0,-1 1,0 0,0 0,-1 0,0 1,-1 0,0 1,0 0,-1 0,-1 0,5 5,1-1,-1 1,0 0,0 0,0 1,0 0,0 0,0 0,-1 1,1 0,-1 0,1 1,-1-1,1 1,-1 1,1-1,0 1,-1 1,1-1,0 1,-1 0,1 0,0 1,0-1,-2 3,2-1,0-1,1 1,-1 1,1-1,0 1,0 0,1 0,-1 0,1 1,0-1,0 1,1 0,0 0,0 1,0-1,1 0,0 1,0 0,1-1,0 1,0 0,0 0,1 0,0 0,1 0,-1 0,1-1,0 1,1 0,0 0,0-1,0 1,1-1,0 0,0 0,1 0,-1 0,3 2,22 16</inkml:trace>
  <inkml:trace contextRef="#ctx0" brushRef="#br0" timeOffset="377.501">936 309,'0'0,"0"1,-1-1,1 0,0 1,-1-1,1 0,0 0,-1 0,1 1,-1-1,1 0,-1 0,1 0,0 0,-1 0,1 1,-1-1,1 0,-1 0,1 0,-1 0,1 0,-1-1,1 1,0 0,-1 0,1 0,-1 0,1 0,-1-1,1 1,0 0,-1 0,1-1,0 1,-1 0,1-1,0 1,-1 0,1-1,0 1,0 0,-1-1,1 1,0-1,0 1,0 0,-1-1,1 1,0-1,0 1,0-1,0 1,0-1,0 1,0 0,0-1,0 1,0-1,0 1,0-1,0 1,1-1,-1 1,0 0,0-1,1 1,27-22,-15 14,0 1,-1-2,1 1,-1-2,-1 0,0 0,0-1,-1 0,-1-1,0 0,0 0,-1-1,-1-1,0 1,-1-1,-1 0,0 0,0-1,-4 13,-1 1,1 0,-1 0,0-1,1 1,-1 0,0 0,1-1,-1 1,0 0,0-1,0 1,0 0,-1-1,1 1,0 0,0-1,-1 1,1 0,-1 0,1-1,-1 1,0 0,1 0,-1 0,0 0,0 0,0 0,0 0,0 0,0 0,0 0,-1 0,-1 5,0-1,0 1,0 1,0-1,1 0,0 1,0-1,0 1,0 0,1-1,-1 1,1 0,1 0,-1 0,0 4,1 5,0 0,1 1,0-1,1 0,1 1,0-1,1 0,1-1,0 1,0-1,1 0,1 0,1-1,0 1,0-2,4 4,18 26</inkml:trace>
  <inkml:trace contextRef="#ctx0" brushRef="#br0" timeOffset="933.319">1284 723,'8'79,"-8"-60,1 1,1-1,1 0,1 1,0-1,1-1,1 1,1-1,1 0,0 0,1-1,10 14,-15-27,0 1,1 0,-1-1,1 0,0 0,0-1,0 1,1-1,-1 0,1-1,0 1,0-1,0 0,0 0,0-1,0 0,0 0,1 0,-1-1,0 0,1 0,-1-1,0 0,0 0,1 0,-1-1,0 0,0 0,-1 0,1-1,0 0,-1 0,9-6,0 0,0 0,-2-2,1 0,-1 0,-1-1,0 0,0-1,-2-1,1 1,6-15,2-8,0-1,-3-1,-1 0,2-13,1-21,-2-1,-4-1,-3 0,-3 0,-4-1,-6-53,4 112,1 4,0 0,-1-1,-1 1,0 0,0 0,-1 0,-1 0,0 0,-4-7,7 19,1-1,0 0,0 1,-1-1,1 0,0 1,-1-1,1 1,-1-1,1 1,-1-1,1 1,-1-1,1 1,-1 0,1-1,-1 1,0 0,1-1,-1 1,1 0,-1 0,0-1,1 1,-1 0,0 0,1 0,-1 0,0 0,1 0,-1 0,0 0,1 0,-1 0,0 1,1-1,-1 0,0 0,1 1,-1-1,0 0,1 1,-1-1,1 1,-1-1,1 0,-1 1,1-1,-1 1,1-1,0 1,-1 0,1-1,-1 1,-5 10,0 0,0 1,1 0,0 0,1 0,0 0,1 0,1 1,0 0,0 6,0-5,-7 44,4 0,1 1,4 0,1 0,4-1,2 0,2 0,3 0,3-1,11 27,-24-74,1 0,1 0,-1 0,1 0,1-1,0 0,0 0,1 0,0-1,1 1,0-1,0-1,0 1,1-2,0 1,1-1,-1 0,1 0,0-1,5 2,-11-7,-1 0,1 1,-1-1,0 0,1 0,-1-1,1 1,-1 0,1-1,-1 1,1-1,-1 0,0 0,0 0,1 0,-1 0,0-1,0 1,1-1,14-14</inkml:trace>
  <inkml:trace contextRef="#ctx0" brushRef="#br0" timeOffset="1185.759">1632 416,'-16'0,"-1"0,10 0,19 0,26 0,29-2,26-3,20-4,-9 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47.6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468 137,'0'9,"0"4</inkml:trace>
  <inkml:trace contextRef="#ctx0" brushRef="#br0" timeOffset="2577.792">0 84,'2'1,"-1"1,1-1,0 1,-1-1,1 0,0 0,0 0,-1 0,1 0,0 0,0 0,0-1,0 1,0-1,0 1,1-1,-1 0,0 0,0 0,0 0,2 0,-1 0,41 2,-1-2,1-2,0-2,7-3,-15 2,149-18,30-6,2 8,1 11,81 10,-265 2,0 1,-1 2,0 1,0 1,0 2,9 5,-42-14,0 1,0-1,0 0,0 0,0 1,1-1,-1 0,0 0,0 0,0 0,1 1,-1-1,0 0,0 0,0 0,1 0,-1 0,0 1,0-1,1 0,-1 0,0 0,0 0,1 0,-1 0,0 0,0 0,1 0,-1 0,0 0,0 0,1 0,-1 0,0 0,0 0,1 0,-1-1,0 1,0 0,1 0,-1 0,0 0,0 0,0-1,1 1,-1 0,0 0,0 0,0-1,0 1,1 0,-1 0,0-1,0 1,0 0,0 0,0 0,0-1,0 1,0 0,0-1,0 1,0 0,0 0,0-1,0 1,0 0,0-1,-3-8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48.5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69 126,'-7'170,"-20"108,11-135,14-122,-3 12,2 0,1 0,1-1,2 1,1 0,2 0,1 0,2 0,-5-25,1-1,0 1,1-1,0 0,0 0,0-1,1 1,0-1,0 0,1 0,0-1,0 1,0-1,0-1,1 1,0-1,0 0,0-1,0 0,1 0,-1 0,1-1,0 0,0 0,0-1,0 0,-1-1,1 0,0 0,2 0,14-3,-1 0,0-1,0-1,0-2,0 0,-1-1,0-1,16-11,7-3</inkml:trace>
  <inkml:trace contextRef="#ctx0" brushRef="#br0" timeOffset="270.919">1 847,'23'-6,"21"-8,19-5,14-7,7-5,-4-2,-7 0,-16 5</inkml:trace>
  <inkml:trace contextRef="#ctx0" brushRef="#br0" timeOffset="449.455">135 59,'21'-4,"22"-5,24-2,20-2,12 2,4 2,-5 7,-12 9,-21 3</inkml:trace>
  <inkml:trace contextRef="#ctx0" brushRef="#br0" timeOffset="666.985">803 394,'5'22,"6"17,7 14,11 8,11 5,10 4,9 0,2-2,1-6,-4-4,-7-6,-10-6,-12-8,-11-9</inkml:trace>
  <inkml:trace contextRef="#ctx0" brushRef="#br0" timeOffset="834.61">1299 594,'-16'-9,"-13"1,-9 14,-8 19,-8 24,-5 21,-3 18,3 9,8 2,11-7,13-14,11-21</inkml:trace>
  <inkml:trace contextRef="#ctx0" brushRef="#br0" timeOffset="1282.443">1606 486,'21'-7,"2"0,-1 0,1 2,-1 1,1 1,0 1,1 1,12 2,-34-2,1 1,-1-1,1 1,0 0,-1 0,1 0,0 0,-1 1,1-1,0 1,-1-1,1 1,-1 0,1 0,-1 0,1 1,-1-1,0 0,0 1,1 0,-1-1,0 1,0 0,-1 0,1 0,0 0,-1 0,1 1,-1-1,0 0,0 1,0-1,0 1,0-1,0 1,0 1,-5 6,1-1,-1-1,-1 1,1 0,-2-1,1 0,-1 0,0-1,-1 0,0 0,0 0,0-1,-7 5,3-2,-79 74,89-82,0-1,0 1,1-1,-1 1,0-1,0 1,0 0,1-1,-1 1,0 0,0 0,1-1,-1 1,1 0,-1 0,1 0,-1 0,1 0,-1 0,1 0,0 0,0 0,-1 0,1 0,0 0,0 0,0 0,0 0,0 0,0 0,1 0,-1 0,0 0,0 0,1 0,-1 0,1 0,-1-1,1 1,-1 0,1 0,-1 0,1 0,0-1,-1 1,1 0,0-1,0 1,0 0,110 28,-96-27,1 2,-1 0,0 1,0 0,-1 1,1 1,-1 0,-1 1,1 1,-1 0,-1 1,0 0,0 1,-1 0,0 1,-1 0,5 8,-13-16,-1 0,1 0,-1 0,0 1,0-1,0 0,0 0,-1 1,0-1,0 0,0 1,0-1,-1 1,1-1,-1 0,0 0,-1 0,1 1,-1-1,1 0,-1 0,-1-1,1 1,0 0,-1-1,0 0,-2 3,-4 3,-1 0,0-1,0-1,0 1,-1-2,0 1,-1-2,1 1,-2-1,-49 17,1-5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8.8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0,'-3'19,"0"9,0 4,1-3,2-3,5-6,2-11,1-7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4:57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0,'-2'21,"-2"22,4 20,5 17,4 14,4 6,-2 2,-2 0,-4-6,-7-10,-3-13,-3-20</inkml:trace>
  <inkml:trace contextRef="#ctx0" brushRef="#br0" timeOffset="340.494">421 200,'-49'42,"3"2,1 2,2 2,-12 19,55-66,-18 21,-2 1,0 1,3 1,0 0,-8 18,24-43,0 1,1 0,-1 0,0-1,1 1,-1 0,1 0,-1 0,1 0,0 0,-1 0,1 0,0 0,0 0,0 0,-1 0,1 0,0 0,0 0,0 0,1 0,-1 0,0 0,0 0,1 0,-1 0,0 0,1 0,-1 0,1 0,-1 0,1 0,-1 0,1-1,0 1,0 0,-1 0,1-1,0 1,0-1,0 1,0 0,-1-1,1 0,0 1,0-1,0 1,0-1,0 0,0 0,0 0,0 0,0 1,0-1,0-1,0 1,1 0,-1 0,0 0,36 6,0 2,0 2,-1 1,0 2,-1 1,0 2,-1 2,138 53,-155-65,-4-1,0 0,1-1,-1-1,1 0,-1-1,1 0,0-1,0 0,-1-2,7 0,-1-5</inkml:trace>
  <inkml:trace contextRef="#ctx0" brushRef="#br0" timeOffset="617.616">715 348,'14'4,"17"2,19 0,12-2,9-3,0-1,-9-2,-15 0</inkml:trace>
  <inkml:trace contextRef="#ctx0" brushRef="#br0" timeOffset="879.904">862 629,'20'9,"21"3,17 0,14-3,12-5,1-5,-5-8,-18-1</inkml:trace>
  <inkml:trace contextRef="#ctx0" brushRef="#br0" timeOffset="1146.197">1517 241,'0'-9,"0"0,0 1,2-1,-1 0,1 1,0-1,0 1,1 0,1 0,-1 0,1 0,0 1,1-1,0 1,0 0,1 0,-1 1,1 0,1 0,-1 0,1 1,0 0,1 0,-1 0,1 1,0 1,0-1,0 1,6-1,1-1,1 1,0 1,0 1,0 0,0 1,1 1,-1 1,0 0,4 1,-14-1,-1-1,0 1,0 0,0 1,0-1,0 1,0 0,0 0,-1 1,1 0,-1-1,1 1,-1 1,0-1,0 1,-1-1,1 1,-1 0,0 0,0 1,0-1,0 1,-1-1,0 1,0 0,0 0,0 0,-1 0,0 0,0 1,-1 10,-2 0,0 0,0-1,-2 1,0 0,0-1,-2 0,0 0,0-1,-2 1,1-1,-2-1,-3 5,6-9,-33 56,24-45,1 0,1 1,1 1,1 0,1 1,0 0,2 0,1 1,1 0,1 0,1 0,1 1,1 11,4-5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2T14:45:30.29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 4694,'-20'13,"1"1,0 2,1 0,1 0,1 2,0 0,1 1,1 0,1 1,-5 11,4-7,0 0,2 1,0 0,2 1,1 1,1-1,1 1,2 0,0 1,2-1,1 1,1 0,2 12,25 45,-25-83,0 1,1 0,0-1,-1 1,1-1,0 0,0 0,1 1,-1-1,0 0,1-1,-1 1,1 0,-1-1,1 1,0-1,0 0,0 0,-1 0,1 0,0-1,0 1,0-1,0 0,0 0,0 0,3 0,5-5,-1 0,1 0,-1-1,0 0,-1-1,1 0,-1-1,-1 0,0 0,0 0,0-1,-1-1,0 1,-1-1,0 0,3-10,37-60,-5-2,-3-2,0-11,-17 43,-2-1,-2 0,-3-1,-2-1,3-40,-19-6,4 98,-1-1,1 1,-1 0,0-1,0 1,0 0,-1 0,1-1,-1 1,0 0,1 1,-1-1,-1 0,1 0,0 1,-1 0,1-1,-1 1,0 0,0 0,0 0,0 1,0-1,0 1,0-1,-3 0,-1 2,0 1,0 0,1 0,-1 0,0 0,1 1,-1 0,1 1,-1 0,1 0,0 0,0 0,1 1,-1 0,1 0,-1 1,1 0,1 0,-5 5,-3 2,0 0,0 1,1 1,1 0,0 0,1 1,1 0,0 1,1 0,0 0,2 1,0-1,1 1,0 0,1 1,2-1,-1 0,2 1,0-1,1 1,1-1,1 0,0 0,6 16,6 2,2 0,1-1,2-1,1-1,6 4,-10-14,0 1,-2 0,0 1,-2 0,0 1,-2 1,-1 0,-1 0,-2 1,3 13,-6 65,0-97,1-5</inkml:trace>
  <inkml:trace contextRef="#ctx0" brushRef="#br0" timeOffset="258.317">675 5201,'0'16,"0"12,0 10,2 6,1 4,0 2,-1-2,0-2,-1-5,-1-6,-2-7,-1-11,0-13,1-6</inkml:trace>
  <inkml:trace contextRef="#ctx0" brushRef="#br0" timeOffset="525.608">675 5175,'0'-1,"1"0,0 0,0 1,0-1,0 1,0-1,-1 1,1-1,0 1,0 0,0-1,0 1,0 0,1 0,-1-1,0 1,0 0,0 0,0 0,0 1,0-1,0 0,0 0,0 0,0 1,0-1,0 1,0-1,0 0,0 1,0 0,-1-1,1 1,0 0,0-1,-1 1,1 0,0 0,-1-1,1 1,0 0,-1 0,1 0,-1 0,1 0,-1 0,45 36,-2 1,-2 3,-2 1,33 46,-63-76,0 1,-1 0,0 0,-1 1,-1 0,0 0,-1 0,3 12,-7-21,0 0,0 1,-1-1,0 0,1 1,-2-1,1 1,-1-1,1 0,-1 0,-1 1,1-1,-1 0,0 0,0 0,-1 0,1-1,-1 1,0-1,0 1,-1-1,1 0,-1 0,0 0,0-1,0 1,-15 7,0 0,-1-2,0 0,-1-1,0 0,0-2,0-1,-1-1,0 0,-20 0,13-1</inkml:trace>
  <inkml:trace contextRef="#ctx0" brushRef="#br0" timeOffset="2749.512">1718 5161,'-21'59,"25"-76,6-6,1-1,1 2,1-1,1 2,1 0,10-11,-23 30,-1 0,1-1,0 1,0 0,0 0,1 0,-1 0,1 0,-1 0,1 1,-1-1,1 1,0-1,0 1,0 0,-1 0,1 1,0-1,0 1,0-1,0 1,0 0,1 0,-1 0,0 1,0-1,0 1,-1-1,1 1,0 0,0 0,0 0,0 1,-1-1,1 1,-1-1,2 2,13 13,-1 1,-1 1,0 1,-1 0,-1 0,8 18,-15-29,-1 2,0-1,-1 1,0 0,0 0,-1 0,0 0,-1 0,0 1,0 2,-2-11,-1 0,1 0,0 0,-1 0,1 0,-1 0,0 0,1-1,-1 1,0 0,0 0,0 0,0-1,-1 1,1-1,0 1,-1-1,1 1,-1-1,0 0,1 0,-1 1,0-1,0 0,0-1,1 1,-1 0,0-1,0 1,0-1,0 1,0-1,-68 1,67-1,1 0,-1-1,0 1,1-1,-1 0,1 0,-1 0,1 0,0 0,-1 0,1-1,0 1,0-1,0 0,0 0,0 1,0-1,1 0,-1-1,1 1,-1 0,1 0,0-1,0 1,0 0,0-1,0 1,0-1,1 0,-1 1,1-1,0 1,0-1,0 0,0 1,0-1,0 0,1 1,-1-1,1 1,0-1,0 1,0-1,0 1,1-1,8-10,1 2,0-1,1 1,0 1,1 0,0 1,0 0,1 1,0 1,4-2,-15 7,37-18,2 0,-1 3,2 2,0 1,21-3,-61 16,-1 0,1 0,-1 0,0 1,1-1,-1 1,1-1,0 1,-1 0,1 0,-1 0,1 0,-1 0,1 1,-1-1,1 1,-1-1,1 1,-1 0,1 0,-1 0,0 1,0-1,0 0,1 1,-1-1,0 1,-1 0,1 0,0 0,-1 0,1 0,21 95,-22-86,0 0,1 0,0 0,0 0,1-1,1 1,0-1,0 0,5 8,-8-17,0 1,0-1,1 1,-1-1,0 0,1 1,-1-1,0 0,1 0,-1 0,1 0,0 0,-1 0,1-1,0 1,0 0,-1-1,1 1,0-1,0 0,0 0,0 0,-1 0,1 0,0 0,0 0,0 0,0-1,-1 1,1-1,0 1,0-1,-1 0,2 0,11-8</inkml:trace>
  <inkml:trace contextRef="#ctx0" brushRef="#br0" timeOffset="3014.145">2159 4679,'-25'-4,"-15"-2,-6 0,1 2,8 3,15 4,16 8,15 8,11 9,2-1</inkml:trace>
  <inkml:trace contextRef="#ctx0" brushRef="#br0" timeOffset="3262.571">2038 5589,'5'18,"3"15,3 12,2 6,1 4,0 0,-2-3,-3-4,-5-3,-11-4,-4-10</inkml:trace>
  <inkml:trace contextRef="#ctx0" brushRef="#br0" timeOffset="5341.729">5274 5067,'4'0,"4"0,6 0,6 0,10 0,13-2,12-1,14-2,10-3,6 1,2-2,-3 2,-6 1,-10 2,-11 2,-14 1,-16-2,-13 0</inkml:trace>
  <inkml:trace contextRef="#ctx0" brushRef="#br0" timeOffset="6009.897">6036 4653,'-1'0,"0"0,0 1,0-1,0 0,1 1,-1-1,0 0,0 1,1-1,-1 1,0-1,1 1,-1 0,0-1,1 1,-1-1,1 1,-1 0,1 0,-1-1,1 1,0 0,-1 0,1 0,0-1,0 1,-1 0,1 0,0 0,0 0,0-1,0 1,0 0,0 0,0 0,1 0,-1 0,0-1,0 1,1 0,-1 0,0 0,1-1,-1 1,1 0,-1-1,1 1,-1 0,1-1,-1 1,1 0,0-1,-1 1,1-1,0 1,0-1,-1 0,1 1,0-1,0 0,0 1,0-1,14 11,1-1,0 0,1-1,0-1,17 6,32 16,-17-3,0 1,-2 3,-2 1,24 24,-62-51,-1-1,1 1,-2 1,1-1,0 1,-1 0,0 0,-1 1,1-1,-1 1,0 0,-1 0,0 1,0-1,-1 1,1-1,-2 1,1 0,-1 0,0 0,-1 0,0 0,0 4,-5-1,-1 0,0 0,0-1,-1 0,-1 0,1 0,-2-1,1 0,-1-1,0 0,-1 0,0-1,0 0,-5 1,-72 46,-3-3,-2-4,-12 0,31-10,59-27</inkml:trace>
  <inkml:trace contextRef="#ctx0" brushRef="#br0" timeOffset="3900.476">3201 4867,'-18'21,"0"1,1 1,2 0,0 1,2 0,0 1,2 1,1 0,1 0,1 1,1 0,2 1,0-1,1 19,3-33,0 0,1 1,1-1,0 0,0 1,2-1,-1 0,2 0,0 1,-3-11,1 1,-1 0,1 0,0-1,0 1,0-1,0 0,1 0,-1 0,1 0,0 0,0 0,0-1,0 1,0-1,1 0,-1 0,1 0,-1 0,1-1,0 1,-1-1,1 0,0 0,0-1,0 1,0-1,0 0,0 0,0 0,0 0,0-1,11-4,0-1,0 0,-1-1,0-1,-1 0,1-1,-1 0,-1-1,0-1,-1 0,0 0,0-1,-1-1,-1 1,0-2,-1 1,4-10,12-16,-1-2,-3 0,-1-1,-3-1,-1-1,-2 0,-2-1,-2 0,-2-1,-2 1,-2-1,-2-19,0 54,-1 0,0 1,0-1,-1 0,-1 0,0 1,0-1,-1 1,-1-1,0 1,0 0,-1 1,0-1,0 1,-1 0,0 0,-1 0,0 1,-1 0,1 1,-8-6,11 11,0 0,0 1,-1-1,1 1,0 0,-1 0,1 1,0-1,-1 1,1 0,-1 0,1 0,-1 1,1 0,0 0,-1 0,1 0,0 0,0 1,0 0,0 0,0 0,0 0,0 1,1 0,-1-1,1 1,-3 3,-2 2,0 1,0 0,1 1,0 0,1 0,0 0,1 1,0 0,0 0,0 4,-1 6,2-1,0 1,1 0,1 0,1 0,1 0,1 0,1 0,1 0,1 0,0 0,2-1,0 0,6 12,18 35,3-1,2-2,28 36,20 36,-59-92,-2 1,-2 2,5 20,-15-36</inkml:trace>
  <inkml:trace contextRef="#ctx0" brushRef="#br0" timeOffset="4322.514">3883 5335,'-71'250,"61"-213,3-11,18-56,26-82,72-185,-74 239,-35 58,1-1,-1 1,1 0,-1-1,1 1,0 0,-1 0,1-1,0 1,-1 0,1 0,0 0,-1 0,1 0,-1 0,1 0,0 0,-1 0,1 0,0 0,-1 0,1 1,0-1,-1 0,1 0,-1 1,1-1,0 0,-1 1,1-1,-1 1,1-1,-1 1,1-1,-1 1,0-1,1 1,-1-1,0 1,1-1,-1 1,0 0,0-1,1 1,-1-1,0 1,0 0,0-1,0 2,9 20,-1 2,-2-1,0 1,-1 0,-1 4,6 27,4 16,3-1,3 0,3-2,11 17,-32-80,1 2,-1 0,2-1,-1 0,1 1,0-1,0-1,1 1,-1-1,1 1,3 1,2-2</inkml:trace>
  <inkml:trace contextRef="#ctx0" brushRef="#br0" timeOffset="4589.881">3803 5495,'16'0,"21"-2,23-6,21-5,17-6,13-1,-12 2</inkml:trace>
  <inkml:trace contextRef="#ctx0" brushRef="#br0" timeOffset="14126.695">18949 4546,'16'0,"15"0,14 0,15-2,10-1,7-2,2-3,-4 0,-10 2,-14 1,-15 5,-18 6,-20 9,-9 2</inkml:trace>
  <inkml:trace contextRef="#ctx0" brushRef="#br0" timeOffset="14328.202">19003 4773,'20'3,"21"0,19-1,15 1,7-4,0-1,-7-2,-11-1,-15 0,-15 2</inkml:trace>
  <inkml:trace contextRef="#ctx0" brushRef="#br0" timeOffset="14792.483">19725 4211,'-8'-8,"4"4,1 0,-1 0,0 0,0 1,0-1,0 1,-1 0,1 0,-1 1,0 0,0-1,0 1,-1 0,5 3,0-1,1 1,-1 0,0-1,1 1,-1 0,0-1,1 1,-1 0,1 0,-1-1,1 1,0 0,-1 0,1 0,0 0,-1 0,1 0,0-1,0 1,0 0,0 0,0 0,0 0,0 0,0 0,0 0,1 0,-1 0,0 0,1-1,-1 1,0 0,1 0,-1 0,1 0,-1-1,1 1,-1 0,1-1,0 1,0 0,-1-1,1 1,0-1,0 1,-1-1,1 1,19 19,0 0,0-2,2 0,0-1,2-1,-1-2,15 7,-31-17,170 92,-94-53,-2 3,-2 4,11 13,-2 25,-85-83,0-1,-1 1,1-1,-1 1,0 0,0 0,0 0,-1 0,0 0,0 0,0 0,0 0,-1 0,0 1,0-1,-1 0,1 0,-1 0,0 1,-1-1,1 0,-2 2,-6 8,0-1,-1 0,-1-1,-1 0,1 0,-2-1,0-1,0 0,-1-1,-1 0,1-1,-2-1,-3 2,-85 44,-2-4,-15-1,-36 18,105-42,19-7</inkml:trace>
  <inkml:trace contextRef="#ctx0" brushRef="#br0" timeOffset="16084.536">21623 4226,'0'11,"0"18,0 17,0 17,2 13,1 13,0 6,-1 1,-2-4,-4-9,-2-14,-1-17,0-16</inkml:trace>
  <inkml:trace contextRef="#ctx0" brushRef="#br0" timeOffset="16508.777">22118 4265,'-17'39,"-2"0,-1-2,-2 0,-2-2,-1 0,-1-2,-2-1,-28 25,33-34,0-1,-2-1,0-1,-2-2,0 0,-11 4,38-21,-1 0,0-1,1 1,-1 0,0 0,0-1,0 1,0-1,0 1,0-1,0 1,0-1,0 1,0-1,0 0,0 0,0 1,0-1,0 0,0 0,0 0,0 0,0 0,0 0,0-1,0 1,0 0,0 0,0-1,0 1,0-1,0 1,0-1,0 1,0-1,0 0,0 1,0-1,1 0,-1 0,0 1,1-1,-1 0,0 0,1 0,-1 0,1 0,-1 0,1 0,2-4,1-1,-1 1,1 0,0 0,1 0,-1 0,1 1,0-1,0 1,0 0,1 0,-1 0,1 1,0 0,0 0,1 0,-1 0,0 1,1 0,-1 0,1 1,0-1,1 1,-5 1,1-1,0 1,0 0,0 0,0 0,0 0,0 0,0 1,0-1,0 1,-1 0,1 0,0 0,0 0,-1 1,1-1,-1 1,1-1,-1 1,0 0,1 0,-1 0,0 0,0 0,0 1,-1-1,1 0,0 3,33 79,-32-76,5 20,-5-13,0 0,1-1,1 1,1-1,0 0,0 0,2 0,0-1,0 0,1-1,0 0,1 0,1-1,0-1,5 5,-4-9,1 1,-1-2,1 1,1-2,-1 0,0 0,1-1,0-1,0-1,0 1,0-2,-1 0,1-1,0 0,0-1,0-1,7-2,34-26,-40 15</inkml:trace>
  <inkml:trace contextRef="#ctx0" brushRef="#br0" timeOffset="17403.231">22746 4546,'0'-2,"4"-1,9-2,14-1,15 0,14-3,10-2,4 2,0 2,-10 1,-16 8,-19 9,-14 3</inkml:trace>
  <inkml:trace contextRef="#ctx0" brushRef="#br0" timeOffset="17661.588">22786 4800,'14'2,"18"3,19 1,17 2,16-1,8-1,4-3,-16 0</inkml:trace>
  <inkml:trace contextRef="#ctx0" brushRef="#br0" timeOffset="-25285.41">11236 549,'-8'8,"2"157,34 212,-14-145,-13 121,-2-190,26 957,20-284,-43-818,2 17,-1 0,-2 0,-2 0,-1 0,-1-1,-7 30,1-44,-3-28,5-11</inkml:trace>
  <inkml:trace contextRef="#ctx0" brushRef="#br0" timeOffset="-24180.559">9551 1030,'3'3,"0"0,0 0,-1 0,1 1,-1-1,0 0,0 1,0 0,-1-1,1 1,-1 0,0 0,0 0,0 0,0 0,-1 0,1 0,-1 0,0 0,-1 0,1 0,-1 3,1 3,-17 348,-42 431,36-495,12 69,10-265,-5 1,-3-1,-13 44,-23 216,43-331,2-14,-1 0,-1 0,1 0,-2 0,0-1,-1 1,0-1,-4 8,8-19,0-1,0 0,0 1,0-1,0 1,-1-1,1 0,0 1,0-1,-1 0,1 1,0-1,0 0,-1 0,1 1,0-1,-1 0,1 0,0 0,-1 1,1-1,0 0,-1 0,1 0,-1 0,1 0,0 0,-1 1,1-1,-1 0,1 0,0 0,-1-1,1 1,-1 0,1 0,0 0,-1 0,1 0,-1 0,1-1,0 1,-1 0,1 0,0 0,-1-1,1 1,0 0,0 0,-1-1,1 1,0 0,0-1,-1 1,1 0,0-1,0 1,0-1,0 1,-1 0,1-1,0 1,0-1,0 1,0-1,-6-12</inkml:trace>
  <inkml:trace contextRef="#ctx0" brushRef="#br0" timeOffset="-22974.759">12613 1,'11'16,"10"37,-2 0,-2 1,-3 0,-2 2,-3-1,1 39,0 86,-10 76,-1-143,-5 120,0-94,6 1,18 137,22-42,-15-102,5 98,-26-48,-16 163,-1 71,39 239,-22-510,7 0,18 76,-25-204,-1-17,-1-9</inkml:trace>
  <inkml:trace contextRef="#ctx0" brushRef="#br0" timeOffset="-20378.299">14779 762,'-372'13,"-460"19,439-23,169 5,84-4,121-5,9-3,0 0,0 1,0 0,0 1,0 0,0 1,1 0,-3 2,12-7,-1 0,1 1,0-1,-1 0,1 0,-1 1,1-1,0 0,-1 1,1-1,0 0,0 1,-1-1,1 0,0 1,0-1,-1 0,1 1,0-1,0 1,0-1,0 1,0-1,0 0,0 1,0-1,0 1,0-1,0 1,0-1,0 1,0-1,0 0,0 1,0-1,0 1,1-1,-1 1,0-1,0 0,1 1,-1-1,0 0,0 1,1-1,-1 0,0 1,1-1,-1 0,0 0,1 1,-1-1,1 0,-1 0,1 0,-1 0,0 1,1-1,0 0,29 7,-12-4,1-2,0 0,0-1,0-1,0 0,0-2,-1 0,1-1,-1-1,0-1,0 0,4-3,-19 8,0 0,0 0,-1 0,1 0,0-1,-1 1,1-1,-1 1,0-1,0 0,1 0,-1 0,0 0,0-1,-1 1,1 0,0-1,-1 1,0-1,1 0,-1 1,0-1,0 0,-1 0,1 0,-1 0,1 1,-1-1,0 0,0 0,0 0,0 0,-1 0,1 0,-1 0,0 0,0 1,0-1,0 0,0 1,0-1,-1 0,1 1,-1 0,0-1,-9-6,0 1,0 1,0 0,-1 0,0 2,-1-1,1 1,-1 1,0 0,0 1,-11-1,11 1,0 1,-1 0,1 1,-1 1,0 0,1 1,-1 0,1 1,0 0,-12 5,19-5,0 0,1 0,-1 0,1 1,-1 0,1 1,0-1,0 1,1 0,-1 0,1 0,0 1,0-1,0 1,1 0,-1 0,1 0,1 1,-1-1,1 1,0 0,0-1,0 1,1 0,-1 2,1-1,1 1,-1-1,1 0,0 0,1 1,0-1,0 0,1 0,-1 0,1 0,1 0,0 0,0 0,0-1,0 0,1 1,0-1,1-1,-1 1,1-1,0 1,1-1,-1-1,7 5,-1-1,1 0,1-1,0-1,0 0,0-1,0 0,1-1,0 0,0-1,0-1,0 0,6-1,-6 0,0-1,0-1,-1-1,1 0,0 0,-1-2,0 1,1-2,-1 0,-1 0,5-3,-12 5,1 0,-1-1,0 1,-1-1,1 0,0 0,-1 0,0-1,0 1,0-1,-1 0,0-1,0 1,0 0,0-1,-1 1,0-1,0 0,-1 0,1 0,-1 0,0 0,-1 0,0 0,0 0,0-4,-2 0,0 0,-1 1,0-1,0 1,-1 0,0 0,-1 0,0 1,0-1,0 1,-1 0,-1 1,1-1,-1 2,-1-1,1 0,-1 1,0 1,-1 0,1 0,-1 0,0 1,0 0,0 1,-1 0,1 0,-1 1,1 0,-1 1,0 0,0 1,0 0,0 0,1 1,-1 0,0 1,0 0,1 1,-1 0,1 0,0 1,0 0,0 0,1 1,-3 2,2-1,0 1,1 0,0 0,0 1,1 0,0 0,0 0,1 1,0 0,0 1,1-1,1 1,-1 0,1 0,1 1,-1 5,3-13,1 0,-1 0,1 0,0-1,0 1,0 0,1 0,-1 0,1-1,-1 1,1 0,0 0,0-1,0 1,0 0,1-1,-1 0,1 1,-1-1,1 0,0 1,0-1,0 0,0-1,0 1,1 0,-1 0,0-1,1 0,-1 1,1-1,0 0,-1 0,1 0,0-1,0 1,-1-1,1 1,1-1,7 1,0 0,1 0,-1-1,0-1,0 0,1 0,-1-1,0 0,4-3,-7 3,0 0,1-1,-1 0,-1 0,1-1,0 0,-1-1,0 0,0 0,0 0,-1-1,0 0,0 0,0 0,-1-1,0 0,0 0,0 0,-1-1,-3 5,-1 1,1 0,-1-1,0 1,0 0,0-1,0 1,0 0,0-1,-1 1,1 0,-1-1,1 1,-1 0,0 0,0-1,0 1,0 0,0 0,-1 0,1 0,-1 1,1-1,-1 0,0 1,1-1,-1 1,0-1,0 1,0 0,-69-27,59 26,0 0,0 1,0 0,0 1,0 0,0 1,-1 0,1 1,0 0,1 1,-1 0,0 1,1 1,0 0,0 0,0 1,-1 1,9-5,1-1,-1 1,1 0,-1 0,1 0,0 0,0 0,0 0,0 1,0-1,0 1,1-1,-1 1,1 0,-1 0,1 0,0 0,0-1,1 1,-1 0,1 1,-1-1,1 0,0 0,0 0,0 0,1 0,-1 0,1 0,-1 0,1 0,0 0,0 0,1 0,-1-1,0 1,1 0,0-1,0 1,38 35,10-5</inkml:trace>
  <inkml:trace contextRef="#ctx0" brushRef="#br0" timeOffset="-17128.834">14819 1498,'0'0,"1"-1,-1 1,0-1,1 1,-1-1,0 1,0-1,0 1,1-1,-1 0,0 1,0-1,0 1,0-1,0 0,0 1,0-1,0 1,0-1,0 1,-1-1,1 0,0 1,0-1,0 1,-1-1,1 1,0-1,-1 1,1-1,0 1,-1 0,1-1,-1 1,1-1,-1 1,1 0,-1-1,1 1,-1 0,1 0,-1-1,1 1,-1 0,1 0,-1 0,1 0,-1 0,0 0,1 0,-1 0,1 0,-1 0,0 0,-34 2,34-2,-260 32,0-12,-171-12,-1703-8,1381-15,-1705 15,2177 15,151 10,100-19,22-5,-1 0,1 0,0 1,0 1,0-1,0 1,1 1,-1 0,1 0,0 1,0 0,0 0,1 1,-1 0,7-5,1-1,-1 0,1 1,0-1,-1 0,1 1,0-1,0 1,-1-1,1 1,0-1,0 0,0 1,-1-1,1 1,0-1,0 1,0-1,0 1,0-1,0 1,0-1,0 1,0-1,0 1,0-1,1 1,-1-1,0 1,0-1,0 1,1-1,-1 0,0 1,0-1,1 1,-1-1,0 0,1 1,-1-1,0 0,1 1,-1-1,1 0,-1 0,1 1,-1-1,1 0,-1 0,0 0,1 0,-1 1,1-1,-1 0,1 0,-1 0,1 0,-1 0,1 0,33 3,-21-4,-1 0,0-1,0-1,0 0,0 0,0-1,0-1,-1 0,0 0,0-1,10-7,-17 10,0 1,0-1,0 0,0 0,-1-1,1 1,-1-1,0 0,0 0,0 0,0 0,-1-1,0 1,0 0,0-1,0 0,-1 1,1-1,-1 0,-1 0,1 0,-1 0,1 0,-2 0,1 0,0 0,-1 0,0 0,0 1,-2-6,1 4,-1 1,-1-1,1 0,-1 1,0-1,0 1,0 0,-1 1,1-1,-1 1,-1 0,1 0,0 0,-1 1,0 0,0 0,0 0,0 1,0 0,0 0,-1 0,1 1,-1 0,1 0,-1 1,1 0,-1 0,0 1,1-1,-1 1,1 1,0-1,-1 1,1 0,0 1,0-1,0 1,0 0,1 1,-1 0,1-1,0 2,0-1,0 1,0 1,0 1,1 0,-1 0,2 0,-1 0,1 0,0 1,1 0,0-1,0 1,0 0,1 0,0 0,1 0,0 0,0 0,1 0,0 0,0 0,1 0,0 0,0-1,1 1,0-1,0 1,1-1,0 0,0 0,0-1,1 1,0-1,1 0,-1 0,1-1,0 0,1 0,-1 0,1-1,4 3,-2-3,1 0,0 0,0-1,0 0,0-1,0 0,1 0,-1-1,1-1,-1 0,1 0,-1-1,1 0,-1-1,0 0,0-1,0 0,0-1,0 1,0-2,-1 0,0 0,0 0,0-1,-1-1,0 1,0-1,-1-1,1 1,-2-1,1-1,-1 1,3-6,-7 9,0 1,-1-1,1 0,-1 0,0 0,0 0,-1 0,1 0,-1 0,0 0,-1 0,1 0,-1 0,0 0,0 0,0 1,-1-1,0 0,0 1,0-1,0 1,-1-1,0 1,0 0,0 0,0 0,-4-3,-1 0,0 0,-1 0,0 1,0 0,0 1,-1 0,0 0,0 1,0 0,-1 1,1 0,-7-1,5 2,0 1,0 1,-1-1,1 2,0 0,0 0,0 1,0 0,0 1,0 1,0 0,1 0,0 2,-8 3,12-5,0 0,1 1,-1-1,1 1,0 1,1-1,-1 1,1 0,0 0,0 0,1 1,0 0,0 0,1 0,0 0,0 0,0 1,1-1,0 1,1 0,-1 0,2 0,-1 2,1-4,1 0,-1 0,1 0,0-1,1 1,-1 0,1-1,0 1,1-1,-1 1,1-1,0 0,0 0,1-1,0 1,-1 0,1-1,1 0,-1 0,1 0,0-1,-1 0,1 0,1 0,-1 0,0-1,5 2,5 1,1 0,-1 0,1-2,0 0,0-1,0 0,0-1,0-1,11-2,-11 0,0 0,-1-1,1-1,-1 0,0-1,0-1,-1 0,1-1,5-5,-14 9,-1 0,0-1,0 1,0-1,0-1,-1 1,0 0,0-1,0 0,0 0,-1 0,1-1,-2 1,1-1,0 0,-1 1,0-1,0 0,-1 0,0-1,0 1,0 0,-1 0,0-1,0-1,-2-1,-1 0,0 1,0-1,-1 1,0-1,0 1,-1 0,0 1,0-1,-1 1,0 0,0 0,-1 1,0 0,0 0,0 1,-1-1,0 2,0-1,0 1,0 0,-1 1,0 0,1 0,-1 1,0 0,0 1,0 0,-1 0,1 1,0 0,0 0,-7 2,7 0,1-1,-1 2,1-1,0 1,0 0,0 1,1-1,-1 2,1-1,0 1,0 0,0 1,1-1,-1 1,1 1,1-1,0 1,-1 0,2 0,-1 1,1-1,1 1,-1 0,1 0,0 0,1 0,0 1,0-1,1 1,0-1,1 1,0 0,0-1,1 1,0-1,0 1,2 3,-1-6,1 0,0-1,0 1,1-1,0 0,0 0,0 0,0 0,1-1,0 1,0-1,0-1,0 1,1-1,-1 1,1-2,0 1,0-1,0 1,0-2,0 1,2 0,8 1,0-1,0 0,1-1,-1-1,0 0,0-1,0-1,6-2,-9 2,-1-1,0-1,0 0,0-1,0 0,-1-1,0 0,0 0,3-4,-11 8,1-1,-1 1,1-1,-1 0,0-1,0 1,-1 0,1-1,-1 0,1 1,-1-1,0 0,-1 0,1 0,-1 0,1-1,-1 1,-1 0,1 0,-1-1,1 1,-1-1,0 1,-1 0,1-1,-1 1,0 0,0-2,-3-2,-1 0,0 0,0 0,0 1,-1 0,0 0,0 0,-1 1,0 0,0 0,-1 0,1 1,-1 1,0-1,-1 1,1 0,-1 1,0 0,1 1,-1-1,0 2,-1-1,1 1,0 1,0 0,0 0,-1 0,1 1,0 1,0 0,0 0,0 0,0 1,-2 2,4-2,0-1,0 2,0-1,1 1,-1 0,1 0,0 1,0 0,0 0,1 1,0-1,0 1,0 0,1 0,0 1,0 0,0-1,1 1,0 0,0 0,1 1,0-1,0 1,1-1,0 5,2-7,2-1,-1 0,0 0,1 0,0 0,-1-1,2 1,-1-1,0 1,1-1,-1 0,1-1,0 1,0 0,0-1,0 0,1 0,-1-1,0 1,1-1,0 0,-1 0,1 0,-1 0,1-1,0 0,0 0,4-1,0 3,1-1,0-1,-1 0,1 0,0-1,-1 0,1 0,0-1,-1-1,0 1,0-2,1 1,-2-1,1-1,0 1,-1-1,0-1,0 0,6-5,-13 8,1 0,-1 0,0 1,0-1,0 0,0 0,0 0,-1 0,1 0,-1 0,0 0,0-1,0 1,0 0,0 0,-1 0,1 0,-1 0,0 0,0 0,0 0,0 0,-1 1,1-1,-1 0,0 1,0-1,1 1,-2 0,1-1,0 1,0 0,-1 0,1 0,-1 1,1-1,-1 1,0-1,0 1,0 0,0 0,0 0,0 0,-2 1,-8-4,0 0,-1 2,1-1,-1 2,1 0,-1 1,1 0,-1 1,0 0,1 1,-1 0,1 2,-5 1,17-5,0 0,-1 0,1 0,0 0,0 0,0 0,0 0,-1 0,1 1,0-1,0 0,0 1,0-1,0 1,0-1,0 1,0 0,0-1,0 1,0 0,0 0,1-1,-1 1,0 0,0 0,1 0,-1 0,1 0,-1 0,1 0,-1 0,1 1,0-1,-1 0,1 0,0 0,0 0,0 0,0 1,0-1,0 0,0 0,0 0,0 0,1 1,-1-1,0 0,1 0,-1 0,1 0,-1 0,1 0,0 0,-1 0,1 0,0 0,0-1,-1 1,1 0,0 0,0-1,0 1,1 0,12 4,1-1,0 0,-1-1,2 0,-1-2,0 1,0-2,0 0,3-1,1 1,126-16,36-25,-23 42,-156-2,0 1,0 0,-1 0,1 0,0 1,0-1,-1 0,1 1,0-1,-1 1,1-1,0 1,-1 0,1 0,-1 0,1 0,-1 0,1 0,-1 0,0 0,1 1,-3-1,0 0,1 0,-1 0,0 0,0 0,0 0,0 0,0 0,0-1,0 1,-1 0,1-1,0 1,0-1,-1 1,1-1,0 0,0 1,-1-1,1 0,0 0,-1 0,1 0,0 0,-2 0,2 0,-11 1</inkml:trace>
  <inkml:trace contextRef="#ctx0" brushRef="#br0" timeOffset="7232.232">7399 5041,'17'-7,"0"-1,0-1,-1-1,0 0,-1-1,0 0,0-2,-2 1,1-2,-2 0,8-11,-3 7,-2-1,0-1,-2 0,0-1,-1-1,-1 0,-1 0,-1-1,-1 0,-1-1,-1 0,-1 0,-1 0,-2 0,0-1,-1-14,-1 31,-1 0,0 1,0-1,-1 0,0 1,0-1,0 1,-1 0,0-1,-1 1,0 1,0-1,0 0,-1 1,0 0,-1-1,4 5,1 1,-1 0,1 0,-1 0,1 0,-1 0,0 0,1 0,-1 0,0 1,0-1,0 1,0-1,0 1,1 0,-1 0,0 0,0 0,0 0,0 0,0 0,0 0,0 1,0-1,1 1,-1 0,0-1,0 1,1 0,-1 0,0 0,1 0,-1 1,0 0,-37 58,30-24,2 1,1 0,2 1,1-1,2 1,2 0,1-1,3 1,4 20,-3-21,1-1,3 0,0 0,12 24,-16-45,0-1,1-1,1 1,0-1,1-1,0 1,1-1,1-1,-1 0,2-1,0 0,9 6,-16-12,2-1,-1 0,0 0,0 0,1-1,0 0,-1 0,1-1,0 1,0-2,0 1,0-1,0 0,0 0,0-1,-1 0,1 0,0-1,0 1,-1-2,1 1,-1-1,1 0,-1 0,0 0,0-1,-1 0,1-1,-1 1,0-1,0 0,0 0,-1 0,1-3,6-5,-2 0,0-2,-1 1,0-1,-1 0,-1 0,0-1,-1 0,-1 0,0 0,-1-1,-1 1,-1-1,0-6,0 22,-1 0,0-1,1 1,-1 0,0 0,0 0,0 0,0 0,0 0,0-1,0 1,-1 0,1 0,0 0,0 0,-1 0,1 0,-1 0,1 0,-1 0,1 0,-1 0,0 0,1 0,-1 0,0 1,0-1,0 0,0 0,0 1,0-1,1 1,-2-1,1 1,0-1,0 1,0-1,0 1,0 0,0 0,0 0,0-1,0 1,-1 0,1 0,0 1,0-1,0 0,0 0,0 0,0 1,0-1,0 1,0-1,0 1,0-1,0 1,0-1,0 1,0 0,0 0,0-1,1 1,-1 0,0 0,0 1,-7 6,1 1,0 0,1 1,0 0,0 0,1 0,1 0,0 1,0 0,1 0,0 0,1 0,0 0,0 1,2-1,-1 9,2-14,0 0,0 0,1 0,0 0,0 0,0-1,0 1,1-1,0 0,0 0,1 0,-1 0,1 0,0-1,0 1,1-1,-1 0,1-1,0 1,0-1,0 0,1 0,-1 0,1-1,-1 0,1 0,6 1,14 4,0-2,0 0,1-2,0-1,16-1,31-1</inkml:trace>
  <inkml:trace contextRef="#ctx0" brushRef="#br0" timeOffset="8549.633">8723 5001,'-8'-5,"0"1,0 1,0-1,-1 1,1 1,-1-1,0 1,1 1,-1 0,0 0,0 1,0 0,0 0,0 1,0 0,1 1,-1 0,0 0,1 1,0 0,-1 0,1 1,0 0,1 1,-1 0,1 0,0 0,0 1,1 0,-1 0,1 1,1 0,-5 6,9-12,-1 0,1 0,0 0,0 0,0 1,0-1,0 0,0 1,0-1,0 1,0-1,0 1,1 0,-1-1,1 1,-1 0,1-1,0 1,0 0,0-1,0 1,0 0,0 0,0-1,0 1,1 0,-1-1,0 1,1 0,0-1,-1 1,1-1,0 1,0-1,0 1,0-1,0 1,0-1,0 0,1 0,-1 0,0 0,1 0,-1 0,1 0,-1 0,1 0,-1 0,2 0,12 0,-1 0,0-1,0-1,1 0,-1 0,0-2,0 0,0 0,-1-2,1 1,-1-2,0 0,0 0,-1-1,0-1,0 0,2-2,-8 6,0 0,0-1,0 1,-1-1,1 0,-1-1,0 1,-1-1,1 0,-1 0,-1 0,1-1,-1 1,0-2,-3 8,0 0,0 0,0 0,0 0,-1 0,1 1,0-1,0 0,0 0,-1 0,1 0,0 0,0 0,0 0,0 0,-1 0,1 0,0 0,0 0,0-1,-1 1,1 0,0 0,0 0,0 0,0 0,-1 0,1 0,0 0,0 0,0-1,0 1,0 0,0 0,-1 0,1 0,0 0,0-1,0 1,0 0,0 0,0 0,0-1,0 1,0 0,0 0,0 0,0 0,0-1,0 1,0 0,0 0,0 0,0-1,-12 17,5 3,1 0,1 1,1-1,1 1,0 0,2 0,0 0,1 0,1 1,5 47,3-1,2 0,4-1,14 39,21 101,-46-190,-2 0,0 0,-1 0,-1 0,0 0,-1 0,-1 4,1-15,0 0,0 0,-1 0,1 0,-1 0,0 0,-1 0,1 0,-1-1,0 0,0 1,0-1,-1 0,1 0,-1-1,0 1,0-1,0 0,-1 0,1 0,-1 0,0-1,-2 1,2-1,-1 0,0-1,1 0,-1 0,0 0,0-1,0 0,0 0,1 0,-1-1,0 0,0 0,1 0,-1-1,0 0,1 0,0 0,-1-1,1 1,0-1,0-1,1 1,-1-1,1 0,0 0,-4-4,-4-5,0-1,1-1,1 1,0-2,1 1,0-1,2-1,-2-3,1 3,1 0,1-1,1 1,0-1,1 0,1 0,0-1,2 1,0 0,1-1,1 1,1-1,0 1,1 0,2 0,-1 0,2 0,0 1,1 0,1 0,1 1,10-15,2 12,0 0,2 2,0 0,1 2,1 0,0 2,1 1,0 1,1 1,0 1,8 0,2-4,29-8,0-4,-2-3,-1-2,13-11,-71 38,0 1,-1 0,0-1,-1 1,1-1,0 1,-1-1,1-1,-1 1,0 0,0-1,0 1,-1-1,1 0,-1 0,2-4,-5 7,0 0,0-1,0 1,0 0,-1-1,1 1,0 0,-1 0,1 0,-1 0,1 0,-1 1,1-1,-1 0,1 1,-1-1,0 1,0-1,1 1,-1 0,0 0,1 0,-1 0,0 0,0 0,1 0,-1 1,-1-1,2 0,-8 0,1-1,0 1,0 0,-1 1,1 0,0 1,0-1,0 2,0-1,0 1,0 0,1 1,0-1,-1 1,1 1,1 0,-1 0,1 0,0 1,0-1,0 2,1-1,0 0,0 1,0 0,1 0,-2 6,5-10,1 1,-1-1,1 1,0 0,0-1,0 1,0-1,0 1,1 0,0-1,0 1,0-1,0 0,0 1,1-1,-1 0,1 0,0 1,0-2,0 1,1 0,-1 0,1-1,-1 1,1-1,0 0,0 1,0-1,0-1,0 1,0 0,1-1,5 4,1-1,-1-1,1 0,0 0,0-1,0 0,0 0,1-1,-1-1,10 0,-14 0,0 0,-1-1,1 1,0-1,0-1,0 1,-1-1,1 0,-1 0,1-1,-1 0,0 1,0-2,0 1,0-1,-1 1,0-1,1-1,-1 1,-1-1,1 1,-1-1,1 0,-1 0,-1 0,1-1,-1 1,0-1,0 1,0-3,1-61,-8 120,4-42,0-1,0 1,1 0,0-1,1 1,0 0,0-1,1 1,0-1,0 1,1-1,0 0,1 0,-1 0,2-1,-1 1,1-1,0 0,1 0,-1-1,1 1,1-1,-1 0,1-1,0 0,0 0,1-1,-1 1,1-1,0-1,1 0,-3-1,1-1,-1-1,1 1,0-1,-1-1,1 1,-1-1,0 0,1 0,-1-1,0 0,1 0,-1-1,0 1,-1-1,1-1,0 1,-1-1,0 0,0 0,3-3,3-3,-1-2,1 1,-2-1,0-1,0 0,-1 0,-1-1,5-10,2-19,0-1,-3 0,-2-1,-2 0,-2 0,-2-1,-1 1,-4-18,1-1,-2-1,-3 1,-15-63,20 124,1 1,0-1,-1 1,1-1,-1 1,1-1,-1 1,0-1,0 1,0-1,0 1,-1 0,1 0,-1-1,1 1,-1 0,0 0,0 1,0-1,0 0,0 1,-1-2,1 4,-1 0,1 1,0-1,0 1,0-1,0 1,0-1,0 1,0 0,1 0,-1 0,1 0,-1 0,1 1,0-1,0 0,0 1,0-1,0 0,0 1,1-1,-1 3,0-3,-12 43,2-1,2 2,3-1,1 1,2 0,2 2,0-6,2 0,2-1,1 0,2 0,3 0,3 10,-7-34,1 0,0 0,1-1,1 1,0-2,1 1,1-1,0-1,1 1,1-2,0 0,1 0,0-1,1-1,10 7,-19-15,-1 0,0 0,1-1,0 1,-1-1,1 0,0 0,0-1,0 0,0 0,1 0,-1 0,0-1,0 0,1 0,-1 0,0-1,0 1,0-1,0-1,0 1,0-1,0 1,0-2,0 1,-1 0,1-1,-1 0,1 0,-1 0,0-1,0 1,-1-1,1 0,1-3,6-9,-1-1,0 0,-2-1,0 0,-1 0,-1-1,-1 0,0 0,-1 0,-1 0,-1-1,-1 1,-1-1,-1-7,-12-24,13 51,-1-1,0 1,1 0,-1 0,0-1,0 1,1 0,-1 0,0 0,1 0,-1 0,0 0,0 0,1 0,-1 0,0 1,1-1,-1 0,0 0,1 0,-1 1,0-1,1 1,-1-1,0 0,1 1,-1-1,1 1,-1-1,1 1,-1-1,1 1,-1 0,1-1,0 1,-1-1,1 1,0 0,0-1,-1 1,1 0,0 0,0 0,-7 13,1 0,1 0,0 1,1 0,0 0,1 0,1 0,0 0,2 0,-1 1,2-1,0 0,3 13,-3-21,1-1,0 0,0 0,0 1,1-1,0 0,0-1,1 1,0-1,0 1,0-1,0 0,1-1,0 1,0-1,0 0,1 0,-1 0,1-1,0 0,0 0,0-1,0 1,0-1,1-1,4 2,42 4,-2-6</inkml:trace>
  <inkml:trace contextRef="#ctx0" brushRef="#br0" timeOffset="9411.724">11369 5014,'30'-37,"-2"-2,-2-1,-1 0,-2-2,-2-1,-2-1,4-16,-17 41,0-1,-1 0,-2 0,1 0,-2-1,-1 1,-1-1,0 1,-2-1,-2-10,4 30,0-1,0 1,0 0,0-1,0 1,-1-1,1 1,-1-1,1 1,-1 0,1 0,-1-1,0 1,0 0,0 0,1 0,-1-1,0 1,0 0,-1 0,1 1,0-1,0 0,0 0,-1 0,1 1,0-1,-1 1,1-1,0 1,-1 0,1-1,-1 1,1 0,0 0,-1 0,1 0,-1 0,1 0,-1 0,1 1,0-1,-1 0,1 1,-1-1,1 1,0 0,0-1,-1 1,1 0,0 0,0 0,0 0,0 0,-1 0,-10 13,1 0,0 1,1 0,0 0,1 1,1 0,1 1,0 0,1 0,1 0,1 1,-3 17,3-22,1 0,0 1,1-1,1 1,0-1,0 1,1 0,1-1,0 1,1-1,1 1,0-1,1 0,0 0,1 0,0 0,1-1,1 0,0 0,0-1,1 0,1 0,0-1,0 0,1 0,0-1,13 4,0 0,1-2,1-1,-1 0,2-2,-1-1,1-1,0-2,0 0,0-1,1-2,-1-1,1-1,15-3,-18 2,1-1,0-2,-1 0,0-2,0 0,11-6,-27 10,0-1,0 0,-1 0,1-1,-1 1,0-2,0 1,-1-1,0 0,0 0,0-1,0 1,-1-1,-1-1,1 1,-1-1,0 1,-1-1,1-1,-1 0,-2 4,0 0,-1 1,1-1,-1 0,0 0,-1 0,1 0,-1 0,0 0,0 0,0 1,0-1,-1 0,0 1,0-1,-1 1,1 0,-1-1,0 1,0 0,0 1,0-1,-1 1,1-1,-1 1,0 0,0 0,0 1,-1-1,1 1,-1 0,1 0,-1 0,1 1,-1 0,0 0,0 0,0 0,0 1,0 0,0 0,0 0,-4 1,1 0,1 1,-1 0,1 0,-1 1,1 0,0 0,0 1,0-1,0 2,1-1,0 1,0 0,0 0,0 1,1-1,0 1,0 0,1 1,-1-1,1 1,1 0,-1 0,1 0,1 1,-1-1,1 1,0-1,1 1,0 0,0 0,1 0,0-1,0 1,1 0,1 7,-1-11,0 1,1-1,-1 0,1 0,0 0,1-1,-1 1,0 0,1-1,0 0,0 1,0-1,0 0,1-1,-1 1,1 0,-1-1,1 0,0 0,0 0,0 0,0-1,0 0,1 1,-1-1,0-1,1 1,-1-1,5 0,0 0,1 0,0-1,-1 0,1-1,-1 0,1-1,-1 0,0 0,0-1,0 0,0 0,-1-1,1-1,0-1,0 0,-1-1,0 1,0-2,0 1,-1-1,-1 0,0-1,0 1,-1-1,0-1,0 1,-1-1,-1 1,0-1,0 0,-1 0,0-5,-3 28,0-1,1 1,0-1,1 0,0 1,1-1,0 0,1 0,0 0,1 0,3 8,0-9,0-1,1 1,0-2,0 1,1-1,0 0,0-1,1 0,0-1,0 0,1 0,-1-1,1 0,6 1,46 17</inkml:trace>
  <inkml:trace contextRef="#ctx0" brushRef="#br0" timeOffset="9683.053">14097 4466,'-5'21,"-5"19,-5 16,0 11,-1 5,0 1,1-7,0-9,1-12,0-14,3-17,2-15,4-7</inkml:trace>
  <inkml:trace contextRef="#ctx0" brushRef="#br0" timeOffset="9977.304">13976 4600,'17'51,"-8"-27,2 1,1-2,0 0,2 0,1-1,0 0,2-2,0 0,1-1,1 0,1-2,1 0,0-2,15 9,-32-21,0 0,0-1,1 1,-1-1,1 0,-1 0,1 0,0-1,0 1,0-1,-1 0,1-1,0 1,0-1,0 0,0 0,0-1,0 0,0 1,0-2,0 1,0 0,-1-1,1 0,-1 0,1 0,-1-1,0 0,0 0,0 0,0 0,0 0,-1-1,1 1,-1-1,0-1,5-13,-2 0,0 0,-1-1,-1 0,-1 0,-1 0,0-1,-2 1,0 0,-1-4,-11-229,11 247,1 0,0 1,-1-1,2 0,-1 0,0 1,1-1,0 0,0 1,0-1,1 1,0-1,0 1,0 0,0-1,1 1,-1 0,1 0,0 1,0-1,0 1,4-3,23-8,1 5</inkml:trace>
  <inkml:trace contextRef="#ctx0" brushRef="#br0" timeOffset="10411.096">14886 4492,'-13'63,"-3"-2,-2 0,-3-1,-3-1,-2-2,-13 20,13-25,23-43,9-14,10-17,24-38,-3-1,-3-1,-2-2,-3-2,14-49,13-77,-47 163,-3 26,-3 71,47 616,-50-679,0-4,1 0,-1 1,1-1,-1 1,0-1,0 1,1-1,-1 0,0 1,0-1,-1 1,1-1,0 1,0-1,-1 0,1 1,-1-1,1 1,-1-1,0 0,1 0,-1 1,0-1,0 0,0 0,0 0,0 0,0 0,0 0,-9-7</inkml:trace>
  <inkml:trace contextRef="#ctx0" brushRef="#br0" timeOffset="11009.679">14832 4720,'202'-42,"-136"31,294-46,-293 53,-66 5,1 0,-1 0,0 0,1 1,-1-1,0 0,0 1,0-1,0 1,0 0,-1-1,1 1,0 0,-1-1,1 1,-1 0,0-1,1 1,-1 0,0 0,0 0,0-1,0 1,-1 0,1 0,0 0,-1-1,1 1,-1 0,0-1,1 1,-1 0,0-1,0 1,0-1,0 1,0-1,0 0,-48 105,34-77,1 1,1 1,1 0,2 1,-1 8,10-39,1-1,0 1,-1-1,1 1,-1 0,1-1,0 1,-1 0,1-1,0 1,0 0,-1-1,1 1,0 0,0-1,0 1,0 0,0 0,0-1,0 1,0 0,0-1,1 1,-1 0,0 0,0-1,1 1,-1-1,0 1,1 0,-1-1,0 1,1 0,-1-1,1 1,-1-1,1 1,-1-1,1 0,0 1,-1-1,1 1,-1-1,1 0,0 0,-1 1,1-1,0 0,0 0,-1 0,1 0,0 0,-1 1,1-1,4-5,-1 1,0-1,1 0,-2 0,1 0,-1 0,0 0,0-1,0 0,-1 1,0-1,0 0,0-1,-1 5,12-44,-2 0,-1 0,-3-1,0-36,12-67,-12 143,0 30,-6-16,5 18,1 1,1-2,1 1,1-1,1 0,2-1,0-1,1 0,1 0,1-2,1 0,1-1,1 0,0-2,1 0,1-1,7 3,-26-18,-1 1,1-1,0 0,0 0,-1 1,1-1,0 0,0-1,0 1,0 0,0-1,0 1,0-1,0 1,1-1,-1 0,0 0,0 0,0 0,0 0,0 0,0-1,0 1,0-1,1 0,-2 1,1-1,0 0,0 0,0 0,0 0,0-1,-1 1,1 0,-1-1,1 1,-1-1,1 0,-1 1,0-1,0 0,0 0,0 0,0 0,4-19,-1 1,-1 0,-1-1,-1 1,0-1,-3-19,1-1,0-325,14 302,-12 63,0 0,1 0,-1 0,0 0,1 1,-1-1,1 0,-1 1,1-1,-1 1,1 0,-1-1,1 1,0 0,-1 0,1 0,-1 0,1 0,0 1,-1-1,1 0,-1 1,1-1,-1 1,1-1,-1 1,0 0,1 0,-1-1,0 1,1 0,-1 0,0 0,0 1,0-1,0 0,0 0,1 2,0-2,26 22,-1 1</inkml:trace>
  <inkml:trace contextRef="#ctx0" brushRef="#br0" timeOffset="11276.157">16397 4332,'-3'20,"-2"17,-4 12,-1 10,0 4,2 0,3-1,1-5,3-7,0-8,1-8,3-15,2-18,1-8</inkml:trace>
  <inkml:trace contextRef="#ctx0" brushRef="#br0" timeOffset="11568.426">16423 4252,'1'17,"2"1,0-1,0 0,2 0,0 0,1-1,1 1,3 3,14 26,3-1,2-1,1-2,2-1,2-2,5 2,19 25,-49-56,-1-2,0 0,-1 0,0 1,-1 0,0 0,0 0,-1 1,0 0,-1 0,0 0,-1 0,3 10,-6-16,-1-1,1 0,-1 1,1-1,-1 1,0-1,0 0,0 0,-1 1,1-1,-1 0,0 0,0 0,0-1,0 1,0 0,-1-1,1 1,-1-1,0 0,0 0,1 0,-1 0,0-1,-1 1,0 0,-21 10,0-1,-1-2,0 0,-1-2,-24 4,-248 35,142-30</inkml:trace>
  <inkml:trace contextRef="#ctx0" brushRef="#br1" timeOffset="39725.34">13214 361,'-22'-24,"18"18,-1 1,0-1,0 1,-1 0,1 0,-1 0,0 1,0 0,-1 0,1 0,-1 1,0 0,0 1,0-1,0 1,-2 0,-50-2,0 3,-1 2,-43 7,76-8,0 2,0 1,0 1,0 1,1 2,-1 0,2 2,-1 1,1 1,1 1,0 1,-15 11,6 2,2 1,0 1,2 2,1 1,2 1,-11 19,30-40,1 1,0 0,1 1,0-1,1 1,0 0,1 0,1 0,0 1,0-1,2 1,0-1,0 0,1 1,3 11,5 20,2-1,2-1,1 0,4 1,-14-30,1 0,1-1,0 0,0 0,1-1,1 1,0-1,1-1,0 0,1 0,0-1,1 0,0-1,0 0,1 0,6 2,15 2,1-1,0-2,0-1,1-2,1-1,-1-1,1-3,-1-1,1-1,29-5,92-6,0-6,0-8,-123 19,0-2,0-1,-1-2,0-1,-1-1,-1-2,1-2,-18 9,0 0,-1-1,-1-1,0 0,0-1,-1 0,0 0,-1-1,0-1,-1 0,-1 0,0-1,0 0,-1 0,-1 0,2-11,-3 6,-1-1,-1 0,0 0,-2 0,0 0,-2 0,0 0,-1 0,-1 0,-1 1,0-1,-2 1,0 0,-1 0,-1 0,-10-15,5 11,-2-1,-1 2,0 0,-2 1,0 0,-2 2,0 0,-1 1,0 2,-2 0,0 1,-4-1,-23-5,0 1,-1 3,-1 2,-1 3,0 2,-1 2,1 2,-1 3,0 2,-44 5,48-3,0 1,0 3,1 2,0 2,0 2,22 3,26-14,1 1,0-1,0 0,0 1,0-1,0 1,0-1,-1 0,1 1,0-1,0 1,0-1,0 1,0-1,1 0,-1 1,0-1,0 1,0-1,0 0,0 1,0-1,1 1,-1-1,0 0,0 1,1-1,-1 0,0 1,1-1,-1 0,0 0,1 1,-1-1,0 0,1 0,-1 0,0 1,1-1,-1 0,1 0,-1 0,0 0,1 0,-1 0,1 0,-1 0,1 0,-1 0,0 0,1 0,-1 0,1 0,-1 0,0 0,1 0,-1-1,1 1,-1 0,0 0,1 0,-1-1,1 1,71 3,-62-1</inkml:trace>
  <inkml:trace contextRef="#ctx0" brushRef="#br1" timeOffset="44091.403">8495 1151,'-2'-12,"0"1,-1 0,0 0,-1 0,0 0,-1 0,0 1,0 0,-1 0,-1 0,0 1,0 0,-1 0,-4-3,-15-10,0 1,-1 1,-1 2,-1 1,0 1,-1 2,-1 1,0 1,-1 2,0 1,-1 2,1 1,-1 1,-1 2,1 2,0 1,0 2,-1 1,1 1,1 2,-1 2,1 1,-17 7,25-8,1 1,0 2,0 0,1 1,0 1,1 2,1 0,0 1,1 1,1 1,1 0,0 2,2 0,0 1,1 1,1 0,1 1,1 0,1 1,1 0,2 1,-4 16,8-14,1-1,1 1,2-1,0 1,2 0,1-1,1 0,1 1,2-1,0-1,2 0,5 11,24 49,4-1,4-3,13 14,-45-74,0-1,1 0,1-2,1 0,1 0,0-2,1 0,1-1,0-1,1-1,1-1,0-1,0-1,1 0,1-2,-1-1,10 1,16 2,1-2,0-3,0-2,0-2,1-2,-1-3,0-1,-1-3,1-2,-2-2,18-8,-44 13,0-2,0 0,-1-2,0 0,-1-1,-1-1,0-1,0-1,-1-1,-1 0,-1-1,0-1,-2 0,0-1,5-9,16-39,-2-1,-4-2,18-66,-38 108,-1-1,-1 0,-2 0,0 0,-3 0,0-1,-2 0,-1 1,-1-1,-2 1,-1 0,-1 0,-1 0,-2 0,-1 2,-1-1,-1 1,-1 1,-5-5,6 14,0 1,-2 0,0 1,0 0,-2 1,1 1,-2 0,0 1,0 1,-1 1,-1 0,0 2,0 0,0 1,-1 1,0 0,0 2,-1 0,-6 1,-9-4,0 2,-1 2,1 1,-1 2,1 1,-1 2,1 1,0 2,0 2,1 1,0 2,0 1,1 2,1 1,1 2,0 1,1 2,1 0,-10 11,0 10,1 1,3 3,1 1,0 6,-13 19</inkml:trace>
  <inkml:trace contextRef="#ctx0" brushRef="#br0" timeOffset="18654.499">24029 3945,'25'463,"-16"-234,15 201,-20-394,1 0,2 0,2-1,12 32,-5-40,-16-26,1-1,0 0,-1 1,1-1,0 0,-1 0,1 1,0-1,-1 0,1 0,0 0,0 0,-1 0,1 0,0 0,-1 0,1-1,0 1,-1 0,1 0,0 0,-1-1,1 1,0 0,-1-1,1 1,-1-1,1 1,-1-1,1 1,-1-1,1 1,-1-1,1 1,-1-1,0 1,1-1,-1 0,0 1,0-1,6-4,1 0,-1 1,1 0,-1 0,1 0,0 1,1 0,-1 0,0 1,1 0,0 0,-1 1,1 0,0 0,0 1,0-1,-1 2,8 0,4-1,889 1,-596-1,-415-2,74-1</inkml:trace>
  <inkml:trace contextRef="#ctx0" brushRef="#br0" timeOffset="19623.781">24083 4025,'2'-318,"-1"311,12-70,-12 74,-1 1,2-1,-1 1,0-1,0 1,1 0,-1-1,1 1,0 0,-1 0,1 0,0 1,0-1,0 0,1 1,-1-1,0 1,1 0,-1-1,1 1,-1 0,1 1,-1-1,1 0,0 1,-1 0,2-1,122 18,41 1,0-6,157-12,-195-1,326 0,-452 1,-1 0,0 0,0 1,0-1,1 0,-1 1,0-1,0 1,0 0,0 0,0 0,0 0,0 0,0 0,0 1,-1-1,1 0,0 1,-1-1,1 1,-1 0,0 0,1-1,-1 1,0 0,0 0,0 0,-1 0,1 0,0 0,-1 1,7 72,-7-65,-16 298,5-182,6 1,8 55,0-141,2 0,2 1,1-2,2 1,2-2,2 1,1-2,2 0,10 16,67 79,-52-86</inkml:trace>
  <inkml:trace contextRef="#ctx0" brushRef="#br0" timeOffset="20593.641">25968 3758,'8'-68,"-8"68,1 0,-1 0,1 0,-1 0,1 0,-1 0,1 0,-1 0,1 0,-1 0,1 1,-1-1,0 0,1 0,-1 0,1 0,-1 1,1-1,-1 0,0 0,1 1,-1-1,0 0,1 1,-1-1,0 0,1 1,-1-1,0 1,0-1,1 1,-1-1,0 0,0 1,0-1,0 1,0-1,0 1,0-1,1 1,-1-1,-1 1,1-1,0 1,0-1,0 1,0-1,0 1,15 138,-14-111,3 381,-4-146,28 215,-3-335,-23-140,0-1,0 1,0-1,1 0,-1 0,1 1,-1-1,1-1,0 1,0 0,0-1,0 0,0 1,0-1,0 0,0 0,0-1,0 1,1-1,-1 0,0 0,1 0,-1 0,0 0,0-1,1 1,-1-1,0 0,0 0,0 0,0 0,0-1,1 0,8 0,104-21,1 6,40 1,511 7,-497 10,-110-4,-61 3,1 0,-1 0,1 0,-1 0,1 0,-1-1,1 1,-1 0,1 0,-1-1,1 1,-1 0,1-1,-1 1,1 0,-1-1,0 1,1-1,-1 1,0 0,1-1,-1 1,0-1,1 1,-1-1,0 1,0-1,0 0,0 1,0-1,1 1,-1-1,0 1,0-1,0 1,0-1,-1 0,1 1,0-1,0 1,0-1,0 1,0-1,-1 1,1-1,0 1,-1-1,1 1,0-1,-1 1,1 0,0-1,-1 1,1-1,-1 1,1 0,-1-1,1 1,-1 0,1 0,-1-1,1 1,-1 0,1 0,-1 0,1 0,-1 0,1 0,-1 0,-16-13</inkml:trace>
  <inkml:trace contextRef="#ctx0" brushRef="#br0" timeOffset="21272.836">26061 3758,'0'-4,"0"1,0 0,1 0,-1 0,0-1,1 1,0 0,0 0,0 0,0 0,1 0,-1 0,1 0,0 0,-1 1,1-1,0 1,1-1,-1 1,0 0,1 0,-1 0,1 0,0 0,0 0,-1 1,1-1,0 1,2-1,24-5,0 0,0 2,0 1,1 1,-1 2,11 1,-3-1,832-2,-842 3,63 8,-87-6,-1 1,1-1,0 1,0-1,-1 1,0 0,0 0,1 0,-1 0,-1 0,1 0,-1 1,1-1,-1 1,0-1,0 1,0 1,1 2,25 128,131 830,-123-702,-30-206</inkml:trace>
  <inkml:trace contextRef="#ctx0" brushRef="#br0" timeOffset="22168.991">27933 3704,'29'-42,"-28"42,0 0,0 0,-1 0,1 0,0 0,-1 0,1 0,0 0,-1 1,1-1,0 0,-1 0,1 1,-1-1,1 0,0 1,-1-1,1 1,-1-1,1 1,-1-1,0 1,1-1,-1 1,1-1,-1 1,0 0,1-1,-1 1,0 0,0-1,0 1,1 0,-1-1,0 1,0 0,0-1,0 1,0 0,0-1,0 1,-1 0,10 137,-9-107,-3 162,-2-53,6-1,6 1,6-1,8 8,-8-84,3 0,3-1,2-2,4 3,-23-59,-1 0,1 0,0-1,0 1,0-1,0 1,1-1,-1 0,1 0,0 0,0 0,0-1,0 1,0-1,0 0,1 0,-1 0,1 0,0 0,0-1,-1 0,1 1,0-2,0 1,0 0,0-1,0 0,2 0,316-1,-137 1,274-9,-443 8,-2 1,1-1,-1-1,0 0,1-1,-1 0,0-1,-1-1,4-2,-16 7,0 0,0 0,1-1,-1 1,0-1,0 1,0-1,0 1,0-1,0 0,0 0,0 1,0-1,0 0,0 0,0 0,-1 0,1 0,0 0,-1 0,1 0,-1 0,1-1,-1 1,1 0,-1 0,0 0,0-1,1 1,-1 0,0 0,0 0,0-1,0 1,-1 0,1 0,0-1,0 1,-1 0,1 0,-1 0,1 0,-1-1,0 1,1 0,-1 0,-17-18,-5 1</inkml:trace>
  <inkml:trace contextRef="#ctx0" brushRef="#br0" timeOffset="22766.506">28027 3516,'-1'-1,"1"0,-1 0,1-1,0 1,-1 0,1 0,0-1,0 1,0 0,0-1,0 1,0 0,0-1,1 1,-1 0,0 0,1-1,-1 1,1 0,-1 0,1 0,-1 0,1-1,0 1,0 0,0 0,0 0,-1 1,1-1,0 0,1 0,-1 0,0 1,0-1,0 0,0 1,0-1,1 1,-1 0,0-1,0 1,1 0,-1 0,0 0,1 0,-1 0,0 0,1 0,-1 0,0 0,0 1,1-1,-1 1,54-8,0 2,0 3,11 2,-14 0,616 2,-658-2,-6-1,0 0,0 1,0 0,0 0,-1 0,1 1,0-1,0 1,0 0,0 0,-1 0,1 0,0 1,-1-1,1 1,-1 0,0 0,0 1,0-1,0 1,0-1,1 2,20 32,-1 0,-2 2,14 32,-12-5,-3 0,-2 2,-3 0,-4 0,-2 1,-3 0,-3 21,2 5,4-1,5 0,12 40,-12-86,1-1,3-1,14 26,-10-28</inkml:trace>
  <inkml:trace contextRef="#ctx0" brushRef="#br0" timeOffset="23596.42">29872 3490,'0'-10,"0"-9,0 22,46 334,-21-111,-10 1,-11 100,-6-217,4 197,0-282,1 0,1-1,2 1,0-1,2 2,-5-18,0 0,0 0,1 0,0-1,1 1,-1-1,1 0,1 0,-1-1,1 1,1-1,-1-1,1 1,0-1,0 0,2 1,-3-4,-1-1,1 1,0-1,0 0,0 0,0-1,0 0,0 0,0 0,0 0,0-1,0 0,0-1,0 1,-1-1,1 0,-1-1,1 1,-1-1,0 0,0 0,0-1,0 0,0 0,2-3,49-27,-10 19,1 1,0 2,1 2,0 3,1 1,-1 3,23 2,-65 0,545-9,-534 9,-4 1,0 0,-1-1,1-1,-1 0,0 0,0-2,0 1,5-3,-16 5,-1 1,1 0,0-1,0 1,-1 0,1-1,0 1,-1-1,1 0,0 1,-1-1,1 1,-1-1,1 0,-1 1,1-1,-1 0,1 0,-1 0,0 1,1-1,-1 0,0 0,0 0,0 1,0-1,0 0,0 0,0 0,0 0,0 0,0 1,0-1,0 0,0 0,-1 0,1 0,0 1,-1-2,-8-15</inkml:trace>
  <inkml:trace contextRef="#ctx0" brushRef="#br0" timeOffset="24316.453">29791 3276,'44'-8,"196"22,-176-7,819 79,-684-75,-196-12,-1 1,1 0,-1-1,0 1,1 1,-1-1,1 0,-1 0,0 1,1-1,-1 1,0 0,1 0,-1 0,0 0,0 0,0 0,0 1,0-1,0 1,0 0,0-1,-1 1,1 0,0 0,-1 0,0 0,1 0,-1 0,0 0,0 0,0 1,-1-1,1 0,0 1,-1-1,1 2,45 255,-30-85,-7-1,-10 84,-1-131,1-6,0 45,15 125,-14-289,1 18,1-1,1 1,1-1,0 1,2-1,0-1,2 5,-8-22,0 0,0 1,0-1,0 0,0 1,0-1,0 0,0 1,0-1,0 0,1 1,-1-1,0 0,0 1,0-1,0 0,1 0,-1 1,0-1,0 0,1 0,-1 1,0-1,0 0,1 0,-1 1,0-1,1 0,-1 0,0 0,1 0,-1 0,0 0,1 0,-1 0,0 1,1-1,-1 0,0 0,1 0,-1-1,0 1,1 0,-1 0,0 0,1 0,-1 0,0 0,1 0,-1-1,0 1,1 0,-1 0,0 0,0-1,5-8</inkml:trace>
  <inkml:trace contextRef="#ctx0" brushRef="#br1" timeOffset="32419.128">28495 1872,'-18'2,"1"1,0 0,0 2,0 0,1 0,0 2,0 0,0 1,1 0,0 1,0 1,1 1,1 0,0 0,-10 12,1 0,1 0,2 2,0 0,2 1,0 1,2 0,2 1,0 1,1 0,2 1,2 0,-2 10,7-25,0-1,1 1,1 0,1-1,0 1,0 0,2-1,0 4,-1-12,0-1,1 0,-1 0,1 1,0-1,0 0,1-1,-1 1,1 0,0-1,1 1,-1-1,1 0,0 0,0-1,0 1,0-1,0 0,1 0,0 0,0 0,-1-1,5 2,4-2,1-1,-1 0,0 0,1-1,-1-1,1-1,-1 1,0-2,0 0,0-1,0 0,0-1,-1 0,0-1,0 0,0-1,-1 0,0-1,-1-1,0 1,6-7,13-12,-2-2,-1 0,-1-1,-2-2,-1 0,-1-2,-2 0,-2-1,0-1,-3-1,-1 0,-2 0,-1-2,-2 1,-2-1,-2 0,0-15,-2 42,-1 0,0 0,-1 0,0-1,-1 1,0 0,-1 0,-1 0,0 0,0 0,-1 1,0-1,-1 1,-1 0,0 0,0 1,-1 0,0 0,-1 0,-4-4,6 12,0-1,1 1,-1 1,0-1,-1 1,1 0,0 0,0 1,0 0,0 0,-1 0,1 1,0 0,0 0,0 1,0-1,0 1,0 1,1-1,-1 1,1 0,-1 0,1 1,0-1,0 1,1 0,-1 0,1 1,0 0,0-1,0 1,1 1,-3 4,-7 12,1 1,1 1,1 0,1 0,1 1,2 0,0 0,1 1,2 0,1 0,1-1,1 1,1 0,1 0,4 17,6 19,3 0,3-2,2 0,21 41,3 14,-27-64,-13-39</inkml:trace>
  <inkml:trace contextRef="#ctx0" brushRef="#br1" timeOffset="33053.809">28748 2434,'-15'32,"1"1,2 0,1 1,1 0,2 0,1 1,2 2,5-21,16-42,18-120,-29 114,2 0,1 0,1 1,1 0,2 0,2 1,-14 27,1 1,0-1,0 1,0 0,0-1,0 1,0 0,1 0,-1 0,1 0,-1 0,1 0,0 0,0 0,0 1,0-1,0 1,0-1,0 1,1 0,-1 0,0 0,1 0,-1 0,1 1,-1-1,1 1,-1-1,1 1,-1 0,1 0,-1 0,1 1,-1-1,1 0,-1 1,1 0,1 0,1 2,-1 0,1 0,-1 0,1 1,-1-1,0 1,-1 0,1 1,-1-1,1 0,-1 1,-1 0,1 0,-1 0,1 0,-1 0,-1 0,1 1,-1-1,0 0,0 1,-1-1,1 1,-1-1,-1 1,1-1,-1 1,0-1,0 1,0-1,-1 0,-1 3,-4 2,-1-1,-1 0,1 0,-1-1,-1 0,0-1,0 0,0 0,-1-1,-3 1,14-6,0-1,0 0,1 0,-1 0,0 0,0 1,0-1,1 0,-1 0,0 0,0 1,0-1,0 0,0 0,0 1,1-1,-1 0,0 0,0 1,0-1,0 0,0 1,0-1,0 0,0 0,0 1,0-1,0 0,0 0,0 1,-1-1,1 0,0 0,0 1,0-1,0 0,0 0,0 1,-1-1,1 0,0 0,0 0,0 1,-1-1,1 0,0 0,0 0,-1 0,1 0,0 1,0-1,-1 0,1 0,0 0,0 0,-1 0,1 0,0 0,0 0,-1 0,1 0,0 0,-1 0,30 3,-15-2,-9 0,1 0,-1 0,0 1,1 0,-1 0,0 0,0 0,-1 1,1 0,0 0,-1 0,0 1,0-1,0 1,0 0,0 0,-1 1,0-1,0 1,0-1,0 1,-1 0,0 0,0 0,0 1,0-1,-1 0,0 1,0-1,-1 0,1 1,-1-1,0 1,-1-1,1 1,-1-1,0 1,-1-1,1 0,-1 0,0 1,0-1,-3 4,-4-1,0-1,0 0,-1 0,0-1,0 0,-1-1,1 0,-1 0,0-1,0-1,-1 0,1-1,-1 0,1 0,-1-1,0-1,-3 0,11 0,1 1,0-1,-1-1,1 1,-1 0,1-1,-1 1,1-1,0 0,0 0,-1-1,1 1,0-1,0 1,0-1,-2-2,-2-5</inkml:trace>
  <inkml:trace contextRef="#ctx0" brushRef="#br1" timeOffset="30933.644">30540 2033,'-11'2,"1"1,0 0,0 0,0 1,0 1,0-1,1 2,0-1,0 1,0 1,1-1,0 2,0-1,1 1,-1 0,2 1,-10 12,0 0,2 2,1 0,1 0,-9 24,12-24,0-1,2 1,0 1,1 0,2-1,0 2,2-1,0 3,2-23,0-1,0 0,0 1,0-1,1 0,-1 1,1-1,0 0,0 1,0-1,1 0,-1 0,1 0,-1 0,1 0,0-1,0 1,0 0,0-1,1 0,-1 1,1-1,0 0,-1 0,1 0,0-1,0 1,0-1,0 1,0-1,1 0,-1 0,0-1,2 1,9-3,0 0,1-1,-2 0,1-1,0-1,-1 0,0-1,0 0,0-1,-1-1,0 0,0 0,-1-1,-1-1,1 0,4-6,12-9,0-1,-2-1,-2-1,0-1,-2-2,-1 0,-1-1,-2 0,-1-2,-2 0,-1 0,-2-2,-1 1,-2-1,-1-1,-3 1,1-27,-5 51,-1 0,0 0,-1 0,0 0,-1 1,0-1,-1 1,0 0,-2-3,4 10,0 1,0-1,0 1,0-1,0 1,-1 0,0 0,1 0,-1 0,0 1,0-1,-1 1,1 0,-1-1,1 2,-1-1,1 0,-1 1,0 0,0-1,0 1,0 1,0-1,0 1,0-1,0 1,0 1,-3-1,-1 3,1 0,-1 1,0 0,1 0,0 1,0-1,1 1,-1 1,1 0,0 0,0 0,1 0,0 1,0 0,1 0,-1 0,2 1,-1-1,1 1,0 0,1 0,-1 0,2 0,-1 1,1 0,-7 40,3 1,2 0,1 0,3 0,3-1,1 1,3-1,1 0,4 1,25 207,-36-229,-2 0,-1 0,-1 0,-2 0,-1 0,0-3</inkml:trace>
  <inkml:trace contextRef="#ctx0" brushRef="#br1" timeOffset="31349.435">30954 2554,'-17'19,"1"1,1 1,0 0,2 1,0 1,1 0,2 0,0 1,2 0,-3 14,5 5,7-43,-1 0,1 0,-1 0,1 1,0-1,-1 0,1 0,0 0,-1 0,1 0,-1 0,1 0,0 0,-1 0,1-1,-1 1,1 0,0 0,-1 0,1-1,-1 1,1 0,-1-1,1 1,-1 0,1-1,-1 1,1-1,-1 1,0-1,1 1,-1-1,0 1,1-1,-1 1,0-1,0 0,1 1,20-30,-1 0,-2-1,-1 0,-1-2,1-6,53-151,-61 166,-9 25,0-1,0 0,0 0,0 0,0 0,0 1,0-1,0 0,0 0,0 0,0 1,0-1,0 0,0 0,0 0,1 1,-1-1,0 0,0 0,0 0,0 0,0 0,0 1,1-1,-1 0,0 0,0 0,0 0,0 0,1 0,-1 0,0 1,0-1,0 0,1 0,-1 0,0 0,0 0,0 0,0 0,1 0,-1 0,0 0,0 0,0 0,1 0,-1 0,0 0,0-1,0 1,1 0,-1 0,0 0,2 25,-2-22,8 62,2 0,3-1,3 0,3-1,14 29,-19-50,-7-17,-3-9</inkml:trace>
  <inkml:trace contextRef="#ctx0" brushRef="#br1" timeOffset="31526.503">30794 2648,'18'0,"17"0,20 2,15 1,10 0,2-1,-12 0</inkml:trace>
  <inkml:trace contextRef="#ctx0" brushRef="#br1" timeOffset="33927.689">26636 2247,'-27'9,"1"2,0 0,1 2,0 0,1 2,0 1,1 1,1 0,1 2,-15 17,13-13,1 0,2 2,0 1,1 0,2 1,0 1,2 1,1 0,2 1,1 1,-1 5,10-25,-1-1,2 0,-1 0,2 1,-1-1,1 1,1-1,0 1,0-1,1 1,-1-7,0 0,1 0,-1 1,1-1,0 0,0-1,0 1,1 0,-1-1,1 1,0-1,0 1,0-1,1 0,-1-1,1 1,-1-1,1 1,0-1,0 0,0 0,0-1,0 1,4 0,6-1,0 0,0-1,0-1,-1 0,1-1,0 0,0-1,-1-1,0 0,1-1,-2 0,1-1,0 0,-1-1,-1-1,1 0,-1 0,0-1,-1 0,1-3,9-7,0-1,-2-1,0 0,-2-2,0 0,-2 0,-1-2,0 0,-2 0,-1-1,6-22,-3 0,-3-1,-1-1,-3 0,-2 0,-2-1,-2-1,-12-42,12 92,-1 0,1 0,-1 0,0 0,0 0,1 0,-1 0,-1 1,1-1,0 0,0 1,-1-1,1 0,0 1,-1 0,0-1,1 1,-1 0,0 0,0 0,1 0,-1 0,0 0,0 1,0-1,0 0,0 1,0 0,0-1,0 1,-1 0,1 0,0 0,0 0,0 1,0-1,0 1,0-1,0 1,0 0,0-1,0 1,-8 6,1-1,-1 1,1 1,0 0,1 0,0 1,0 0,1 0,0 1,1 0,0 0,0 0,1 1,1 0,0 0,-1 3,-8 28,1 1,2 0,2 0,2 1,2 0,2 0,1 0,3 0,1 0,3 0,1-1,2 0,2 0,2-1,2-1,2 0,1-1,10 14,-14-28</inkml:trace>
  <inkml:trace contextRef="#ctx0" brushRef="#br1" timeOffset="34218.419">27198 2848,'-3'-6,"0"1,-1-1,0 1,0-1,0 1,-1 0,1 1,-1-1,0 1,-1 0,1 0,-1 1,0-1,0 1,0 0,0 1,0 0,0 0,-1 0,1 1,-1 0,1 0,-1 0,0 1,1 0,-1 0,0 1,1 0,-1 0,1 0,-1 1,1 0,0 0,0 1,0 0,0 0,0 0,0 1,1 0,0 0,0 0,0 1,-1 0,1 1,0 0,0 0,0 0,1 1,0 0,0-1,1 2,0-1,0 0,1 0,0 1,0 0,0-1,1 1,0 0,1 0,0 0,0-1,1 1,0 0,0 0,0-1,1 1,1 0,-1-1,1 0,0 0,1 0,0 0,0 0,0-1,1 1,0-1,2 1,6 2,0-2,1 0,0 0,0-1,0-1,1 0,0-1,0-1,0 0,0-1,0-1,1 0,-1-1,0-1,1 0,-1-1,0-1,0 0,0-1,-1-1,4-1,48-16</inkml:trace>
  <inkml:trace contextRef="#ctx0" brushRef="#br1" timeOffset="35238.219">24029 2447,'-13'7,"0"0,0 1,1 0,0 1,0 0,1 1,0 0,1 1,0 0,1 0,0 1,1 1,0 0,1 0,1 0,0 0,-1 6,1-8,0 0,1 0,0 0,1 1,0 0,1 0,0 0,1 1,1-1,0 1,0-1,1 0,1 1,0-1,1 1,2 11,-1-20,0 1,0-1,0 0,0 0,1 0,-1 0,1 0,0-1,0 0,1 0,-1 0,1 0,-1-1,1 1,0-1,0 0,0-1,0 1,0-1,0 0,0 0,1-1,-1 0,0 0,5 0,11-1,-1-1,0-1,0 0,-1-2,1 0,2-2,10-4,0-1,-1-2,-1-1,0-1,-1-2,-1 0,-1-2,0-1,-2-2,0 0,-2-2,-1 0,0-1,-2-2,-2 0,0-1,-2 0,-1-2,-1 0,9-32,-17 44,0 1,-1-2,-1 1,-1-1,-1 1,-1-1,0 0,-2 0,0 1,-1-1,-1 1,-1-1,-1 1,0 0,-2 0,0 1,-8-14,10 25,-1 1,-1 0,1 0,-1 0,0 1,-1 0,1 0,-1 1,0 0,0 0,0 1,-1 0,1 1,-1 0,1 0,-1 0,0 1,0 1,1 0,-1 0,0 0,0 1,0 0,1 1,-1 0,0 1,1-1,0 1,0 1,0 0,0 0,0 1,1-1,0 2,0-1,0 1,1 0,0 0,0 1,0 0,1 0,0 0,0 1,1 0,0-1,-1 5,0 2,1 1,0-1,1 1,0-1,2 1,-1 0,2 0,0 0,1 0,0 0,2 0,1 7,7 22,2 0,1-1,12 20,166 361,-156-294,-32-103</inkml:trace>
  <inkml:trace contextRef="#ctx0" brushRef="#br1" timeOffset="35469.573">24778 2822,'-7'18,"-2"13,-2 10,1 5,2 2,3-1,2-6,1-8,1-7,4-10,0-8</inkml:trace>
  <inkml:trace contextRef="#ctx0" brushRef="#br1" timeOffset="35747.612">24859 2567,'-1'14,"0"-1,1 0,1 0,0 1,1-1,1 0,-1 0,2 0,0-1,1 1,0-1,1 0,1 2,101 143,-92-136,18 21,-16-22,-1 2,-1 0,-1 0,-1 1,0 1,8 24,-21-46,-1 0,1-1,0 1,-1 0,0 0,1 0,-1 0,0 0,0-1,0 1,0 0,-1 0,1 0,0 0,-1 0,1 0,-1-1,0 1,0 0,1 0,-1-1,0 1,0-1,-1 1,1-1,0 1,0-1,-1 0,1 1,-1-1,1 0,-1 0,0 0,-1 0,-67 19,-196-7,169-12</inkml:trace>
  <inkml:trace contextRef="#ctx0" brushRef="#br1" timeOffset="42286.278">24497 4305,'47'-62,"222"-274,-162 211,-107 124,0 0,0 0,1 1,-1-1,0 0,1 0,-1 1,0-1,1 0,-1 1,1-1,-1 1,1-1,-1 0,1 1,0-1,-1 1,1 0,0-1,-1 1,1-1,0 1,0 0,-1 0,1-1,0 1,0 0,-1 0,1 0,0 0,0 0,0 0,-1 0,1 0,0 0,0 0,0 0,-1 1,1-1,0 0,0 1,-1-1,1 0,0 1,-1-1,1 1,0-1,-1 1,1-1,-1 1,1-1,-1 1,1 0,-1-1,1 1,-1 0,0 0,1-1,-1 1,0 0,0 0,1-1,-1 1,0 0,0 0,0-1,0 1,0 0,1 166,1-127,-2 1,-2-1,-2 0,-6 29,-7 83,11 164,4-303,-1-1,0 0,-1 0,0 0,-1-1,0 1,-1-1,0 0,-1-1,0 1,-1-1,0-1,0 0,-1 0,0 0,-1-1,0 0,0-1,-9 5,5-9,0 0,0 0,-1-2,1 0,-1 0,1-1,-1-1,-5-1,11 1,601-27,-567 28,-25 0,-1 0,1 0,0 0,0-1,0 1,-1 0,1 0,0 0,0 0,0 0,-1 0,1 0,0 0,0 0,0-1,0 1,-1 0,1 0,0 0,0 0,0-1,0 1,0 0,0 0,0 0,-1 0,1-1,0 1,0 0,0 0,0 0,0-1,0 1,0 0,0 0,0-1,0 1,0 0,0 0,0 0,0-1,0 1,0 0,1 0,-1 0,-23-8,-6 0</inkml:trace>
  <inkml:trace contextRef="#ctx0" brushRef="#br1" timeOffset="45965.868">30379 4119,'12'-28,"1"1,1 0,1 2,2-1,0 2,2 0,0 2,2 0,0 1,5-3,-5 4,80-78,-101 98,0-1,0 1,1-1,-1 1,0 0,1-1,-1 1,0-1,1 1,-1 0,1-1,-1 1,1 0,-1 0,1-1,-1 1,0 0,1 0,-1 0,1 0,0-1,-1 1,1 0,-1 0,1 0,-1 0,1 0,-1 0,1 0,-1 1,1-1,-1 0,1 0,-1 0,1 0,-1 1,1-1,-1 0,1 0,-1 1,0-1,1 0,-1 1,0-1,1 1,-1-1,0 0,1 1,-1-1,0 1,1-1,-1 1,0-1,0 1,0-1,0 1,0-1,1 1,-1-1,0 1,0 0,1 39,-2-31,-4 502,5-492,1-10,0 1,-1 0,0-1,0 1,-1 0,0-1,-1 1,0-1,0 1,-1-1,-1 0,1 0,-2 0,1-1,-1 1,0-1,-1 0,-4 5,3-10,-1 0,1-1,0 1,-1-1,0-1,1 0,-1 0,0 0,0-1,1 0,-1-1,0 1,1-1,-1-1,0 0,1 0,-1-1,-29-3,134 4,272 3,-308 4,-63-5</inkml:trace>
  <inkml:trace contextRef="#ctx0" brushRef="#br2" timeOffset="54694.602">26703 4172,'-3'-2,"1"0,-1 0,0 1,0-1,0 1,0 0,0-1,0 1,0 1,0-1,0 0,0 1,-1 0,1-1,0 1,0 0,-1 1,1-1,0 1,0-1,0 1,0 0,0 0,0 0,0 1,0-1,0 1,0-1,0 2,-6 8,0 1,0 0,2 1,-1 0,2 1,0-1,0 1,1 0,1 0,0 1,1 0,1-1,0 1,1 4,-1-7,1 0,0 0,1 0,0 0,1-1,0 1,1 0,0 0,1-1,0 1,1-1,0 0,1 0,0 0,1-1,0 0,0 0,1 0,1-1,0 0,0 0,0-1,1 0,0-1,1 0,0 0,6 3,2-2,-1-1,2-1,-1 0,1-1,0-1,0-1,0 0,0-2,0 0,1-1,-1-1,0-1,0 0,0-2,0 0,11-5,-23 7,0-1,0 0,0 0,0 0,-1-1,1 0,-1 0,0-1,-1 0,1 0,-1 0,0-1,0 1,0-1,-1-1,0 1,0 0,-1-1,0 0,0 0,0 0,-1 0,0 0,0-1,-1 1,0 0,0-7,-2-6,-1 0,-1 1,-1 0,0-1,-2 2,0-1,-1 0,-1 1,0 1,-2-1,0 1,0 1,-2 0,-6-6,6 6,-2 1,0 0,0 1,-2 1,1 1,-2 0,1 1,-2 0,-10-4,21 12,1-1,-1 2,0-1,0 1,0 0,-1 0,1 1,0 0,-1 0,1 1,0 0,-1 0,1 1,-1 0,1 0,0 1,0 0,0 0,0 0,0 1,0 0,0 1,1-1,0 1,0 0,0 1,-2 1,0 4,0-1,0 1,1 1,0 0,1-1,1 2,-1-1,2 1,-1 0,2 0,0 0,0 0,1 1,0 3,-5 48</inkml:trace>
  <inkml:trace contextRef="#ctx0" brushRef="#br2" timeOffset="55433.776">28295 4372,'-6'8,"2"-1,-1 1,1 0,0 0,1 1,0-1,0 1,1 0,0-1,1 1,-1 0,2 0,-1 0,2 0,-1 0,1 0,0 0,1 0,0 0,0 0,1-1,0 1,1-1,-1 0,2 0,-1 0,1-1,0 1,3 2,4-1,0-1,0 0,1-1,0 0,1-1,-1 0,1-1,0-1,0 0,1-1,-1 0,1-1,-1-1,1 0,0-1,0-1,-1 0,6-2,-9 3,0-1,-1 0,1 0,0-1,-1 0,1-1,-1-1,0 1,0-2,0 1,-1-1,0-1,0 1,0-2,0 1,-1-1,0-1,-1 1,1-1,-1-1,-1 1,0-1,0 0,-1 0,0-1,0 0,1-6,-3 2,-1-1,-1 0,0 0,-1 0,0 0,-1 1,-1-1,-1 0,0 1,0-1,-2 1,0 0,0 0,-1 0,-1 1,0 0,-1 0,-1 1,0 0,0 1,-1 0,0 0,-1 1,-1 0,1 1,-1 0,-1 1,0 0,0 1,0 1,-1 0,0 1,0 0,-6 0,10 4,0 0,0 1,1 0,-1 1,0 0,0 1,0 0,1 0,-1 1,1 0,0 1,0 0,0 1,0 0,1 0,0 0,0 1,0 1,1-1,-1 1,2 0,-1 1,-13 16,1 1,2 0,0 2,2-1,1 2,-4 12,-13 33</inkml:trace>
  <inkml:trace contextRef="#ctx0" brushRef="#br2" timeOffset="63094.254">8843 7594,'-21'-12,"0"2,0 0,-1 2,0 0,-1 1,1 2,-1 0,-14 0,28 3,-1 2,1-1,-1 1,0 1,1 0,-1 0,1 1,0 0,-1 0,1 1,0 0,0 1,1 0,-1 1,1 0,0 0,0 0,0 1,1 0,0 1,-6 7,8-9,1 1,-1 0,1 0,0 1,1-1,0 1,0-1,0 1,1 0,0 0,0 0,1 1,0-1,0 0,1 0,0 1,0-1,0 0,1 1,0-1,1 0,0 0,0 0,0 0,1 0,0 0,0-1,1 1,0-1,0 0,0 0,1 0,0-1,0 0,3 3,0-3,1 0,-1 0,0-1,1 0,0-1,0 0,0 0,1-1,-1 0,0-1,1 0,-1-1,1 1,-1-2,1 1,-1-2,1 1,-1-1,0 0,1-1,5-3,3-1,-1 0,0-2,0 0,-1 0,0-2,-1 0,0-1,-1 0,0-1,6-9,44-78,-64 101,0-1,0 1,1-1,-1 1,0-1,1 1,-1-1,0 0,1 1,-1-1,1 1,-1-1,0 0,1 0,-1 1,1-1,-1 0,1 0,-1 1,1-1,-1 0,1 0,0 0,-1 0,1 0,-1 0,1 0,-1 0,1 0,-1 0,1 0,0 0,-1 0,1 0,-1 0,1-1,-1 1,1 0,-1 0,1-1,-1 1,1 0,-1-1,0 1,1 0,-1-1,1 1,-1-1,0 1,1-1,-1 1,0-1,0 1,1-1,-1 1,0-1,0 1,44 198,-40-183,0 1,-1-1,-1 0,-1 1,0-1,-1 1,0 0,-2-1,0 1,0-1,-2 0,1 0,-2 0,0 0,-1-1,-1 0,-5 10,4-14,0 0,-1 0,0-1,-1 0,0 0,0-1,-1 0,0-1,0 0,-1-1,0-1,0 1,0-2,0 0,-1 0,0-1,0-1,0 0,0-1,0 0,0-1,-1 0,-9-4</inkml:trace>
  <inkml:trace contextRef="#ctx0" brushRef="#br2" timeOffset="63574.462">9270 8316,'-6'-62,"2"-1,4 1,2-1,4-17,-13 151,3 0,4 0,3 15,-3-78,1 0,-1 1,1-1,1 0,0 0,0 0,0 0,1 0,1 0,-1 0,1-1,0 0,1 0,3 4,13 8</inkml:trace>
  <inkml:trace contextRef="#ctx0" brushRef="#br2" timeOffset="63860.847">9632 8182,'-2'16,"-1"-1,0-1,2 1,-1 0,2 0,0-1,1 1,2 11,-2-23,0 0,0-1,0 1,0 0,0-1,0 1,1-1,-1 1,1-1,0 0,-1 1,1-1,0 0,0 0,1 0,-1-1,0 1,1-1,-1 1,1-1,-1 0,1 1,0-2,-1 1,1 0,0 0,0-1,0 1,-1-1,1 0,0 0,0 0,0 0,0-1,0 1,1-1,5-1,0 0,0-1,0 0,-1 0,1-1,-1 0,1 0,-1-1,0 0,5-5,-3 1,-1-1,0 1,-1-1,1-1,-2 0,0 0,0 0,-1-1,0 0,-1 0,-1-1,2-5,-4 12,0 1,-1-1,0 0,0 0,-1 0,1 0,-1 0,0 0,-1 0,0 0,1 0,-2 0,1 0,-1 0,0 0,0 1,-1-1,1 1,-1 0,-1-1,1 1,-1 1,0-1,0 0,0 1,0 0,-1 0,0 0,0 1,0-1,0 1,-1 1,1-1,-1 1,0 0,1 0,-1 0,0 1,0 0,0 0,0 1,0 0,0 0,-1 0,1 1,0-1,0 2,1-1,-1 1,0-1,0 2,1-1,-1 1,1-1,-1 2,-4 2,0 1,0 0,1 0,0 1,1 0,0 0,0 1,1 1,0-1,0 1,1 0,0 0,0 3,0 2,0 1,2-1,-1 1,2 0,0 0,0 16,2 23</inkml:trace>
  <inkml:trace contextRef="#ctx0" brushRef="#br2" timeOffset="62240.143">7413 7808,'23'0,"20"0,18 0,13 0,7 0,-5 0,-10 2,-17 1</inkml:trace>
  <inkml:trace contextRef="#ctx0" brushRef="#br2" timeOffset="62547.324">7506 8022,'11'14,"20"4,25-1,26-3,22-9,-8-4</inkml:trace>
  <inkml:trace contextRef="#ctx0" brushRef="#br2" timeOffset="59269.362">3095 7995,'1'-20,"2"1,0 0,1 0,1 0,1 0,7-17,2-5,52-181,-58 192,-1 24,-4 24,10 268,-11-180,-4-40,4-1,3 1,2-1,3 1,4-18,1-16</inkml:trace>
  <inkml:trace contextRef="#ctx0" brushRef="#br2" timeOffset="59629.632">3709 7795,'-9'18,"1"1,1 0,0 1,1-1,1 1,1 0,1 1,0 18,3-34,1 0,-1-1,1 1,0 0,1-1,-1 1,1-1,0 1,0-1,0 0,1 0,0 0,-1 0,1 0,1 0,-1-1,0 1,1-1,0 0,0 0,0-1,0 1,0-1,0 0,1 0,-1 0,1-1,0 1,-1-1,1 0,0 0,0-1,-1 0,1 1,10-1,0 1,-1-2,1 0,-1-1,0 0,1-1,-1-1,0 0,-1 0,1-2,-1 0,0 0,0-1,-1-1,0 0,0-1,-1 0,0-1,-1 0,0-1,0 0,-1 0,3-6,-9 11,1-2,-1 1,0 0,-1-1,0 1,0-1,-1 0,0 0,0 1,0-1,-1 0,-1 0,1 0,-1 0,0 0,-1 1,0-1,0 1,-1-1,0 1,0 0,-1 0,0 0,0 0,0 1,-1-1,0 1,0 0,-1 1,-5-6,5 5,0 0,-1 0,0 0,0 1,0-1,0 2,-1-1,0 1,0 1,0-1,0 1,-1 1,1-1,-1 1,1 1,-1 0,0 0,0 0,1 1,-1 1,0 0,0 0,1 0,-1 1,1 0,-1 1,1 0,0 1,0-1,-1 2,3-1,0 1,1 0,0 0,0 1,0 0,0 0,1 0,0 0,0 1,1-1,-1 1,2 0,-1 0,1 0,0 0,0 1,1-1,0 1,0-1,1 1,0-1,0 1,1-1,0 0,0 1,1-1,0 0,0 0,1 1,-1-2,2 1,-1 0,1-1,0 1,3 2,37 28,5-10</inkml:trace>
  <inkml:trace contextRef="#ctx0" brushRef="#br2" timeOffset="59942.791">4338 7834,'-5'20,"1"-1,1 1,1 0,1 0,1 0,0 0,1-14,-1 0,1 1,1-1,-1 1,1-1,0 0,0 0,1 0,0 0,0-1,1 1,-1-1,1 1,0-1,0-1,1 1,0 0,0-1,0 0,1 0,2 2,1-1,0-1,0 0,0 0,1-1,0 0,-1-1,1 0,0 0,0-1,0 0,0-1,0 0,0-1,0 0,0 0,-1-1,1-1,0 1,-1-2,1 1,-1-1,4-3,-2 2,-1-1,1 0,-1-1,0-1,-1 1,0-1,0-1,0 0,-1 0,-1 0,0-1,0 0,-1-1,0 0,-1 0,0 0,0 0,-1-1,-1-1,-1 5,-1 0,-1 0,0 0,0 0,0 1,-1-1,0 0,-1 0,1 1,-2-1,1 1,-1-1,0 1,0 0,-1 0,0 0,-1 1,1-1,-1 1,0 0,-1 0,1 1,-1 0,0 0,-1 0,1 1,-1-1,0 2,0-1,0 1,0 0,-1 0,1 1,-1 0,0 1,1-1,-1 1,0 1,0 0,0 0,0 0,0 1,1 0,-7 2,4 0,-1 1,1 0,1 1,-1 0,1 1,-1 0,1 0,1 1,0 0,0 0,0 1,1 0,0 0,0 1,1 0,0 0,-1 4,3-6,1-1,0 1,0-1,0 1,1 0,0 0,0 1,1-1,0 0,0 0,1 1,0-1,0 0,1 1,0-1,0 0,0 0,1 0,0 0,1 0,0 0,0 0,0-1,1 1,3 4,23 22</inkml:trace>
  <inkml:trace contextRef="#ctx0" brushRef="#br2" timeOffset="60252.015">4952 7862,'83'-211,"-15"35,-57 158,-11 18,1-1,-1 1,1 0,-1 0,1 0,-1 0,0 0,1 0,-1 0,1 0,-1 0,1 0,-1 0,1 0,-1 1,0-1,1 0,-1 0,1 0,-1 1,0-1,1 0,-1 0,0 1,1-1,-1 0,0 1,1-1,-1 0,0 1,0-1,1 0,-1 1,0-1,0 1,0-1,0 0,1 1,-1-1,0 1,0-1,0 1,0-1,0 1,0-1,0 0,0 1,0-1,0 1,-1-1,1 1,0-1,0 0,0 1,0-1,-1 1,1-1,21 323,5-110,-25-207,-1 1,1 0,-1 0,-1 0,1 0,-1 0,-1 0,1 0,-1 0,0-1,-1 1,1-1,-2 1,-9 14</inkml:trace>
  <inkml:trace contextRef="#ctx0" brushRef="#br2" timeOffset="60528.401">5006 8156,'16'0,"14"0,12 0,11 0,11-3,9-2,4-1,4 1,-12 1</inkml:trace>
  <inkml:trace contextRef="#ctx0" brushRef="#br2" timeOffset="61431.259">6036 8316,'7'-5,"1"0,-1 0,1 1,1 0,-1 0,1 0,-1 1,1 1,0 0,0 0,0 0,0 1,0 1,10 0,-14-1,0 0,0 1,0 0,1 0,-1 0,0 1,0 0,1 0,-1 0,0 1,0-1,0 1,-1 0,1 1,0-1,-1 1,1 0,-1 0,0 0,0 1,0-1,-1 1,1 0,-1 0,0 0,0 1,0-1,-1 1,1 0,-1-1,0 1,-1 0,1 0,-1 0,1 3,-4 7,-1-1,-1 1,0-1,0 0,-1 0,-1 0,-1-1,0 0,0 0,-1 0,-1-1,0 0,-1-1,0 0,-1-1,-1 1,7-6,-62 77,67-81,0 1,0 0,1-1,-1 1,0-1,1 0,-1 1,1-1,-1 1,1-1,0 0,0 1,0-1,-1 0,1 0,0 1,0-1,1 0,-1 0,0 0,0 0,0-1,1 1,-1 0,0 0,1-1,-1 1,1-1,-1 1,1-1,-1 0,1 1,-1-1,1 0,-1 0,1 0,-1 0,1 0,-1-1,1 1,0 0,-1 0,50 3,0-2,1-2,-1-2,0-2,48-12,-27 3</inkml:trace>
  <inkml:trace contextRef="#ctx0" brushRef="#br2" timeOffset="61719.486">6731 8250,'18'20,"13"16,8 11,2 7,-6 3,-9 3,-14 0,-19 4,-26 3,-24 1,-24-2,2-13</inkml:trace>
  <inkml:trace contextRef="#ctx0" brushRef="#br2" timeOffset="61925.936">5928 8235,'-15'5,"-13"8,-11 11,-4 11,-3 10,2 9,9 9,12 6,17 1,26 1,27-5,26-9,24-12,-5-13</inkml:trace>
  <inkml:trace contextRef="#ctx0" brushRef="#br2" timeOffset="58039.475">755 7608,'4'23,"0"18,-3 17,-5 11,-3 8,-1 5,-1-1,1-2,2-6,6-11,6-13,8-16,2-12</inkml:trace>
  <inkml:trace contextRef="#ctx0" brushRef="#br2" timeOffset="58453.416">1263 7420,'4'12,"0"1,-1-1,0 1,-1 0,-1 0,0 0,0 0,-2 0,1 0,-2 0,0-1,0 1,-1 0,0-1,-3 5,-6 14,-1-1,-1 0,-1-1,-2-1,-10 12,5-8,-1-1,-1-1,-2-1,-1-2,-2 0,0-2,-24 15,52-40,-3 4,0 0,-1-1,0 0,1 0,-1 0,0-1,0 1,-1-1,1-1,0 1,-1-1,1 0,-1 0,1 0,-1-1,0 0,1 0,-1 0,0-1,4-1,-1-1,1 1,1-1,-1 0,0 0,1 0,-1 0,1 0,0 0,0 0,0 0,0-1,1 1,-1 0,1 0,0-1,0 1,0 0,0-1,1 1,-1 0,1-1,0 1,0 0,0 0,0 0,1 0,-1 0,1 0,0 0,0 1,0-1,1-1,-1 0,0 0,0 0,0 0,0 0,1 1,-1-1,1 1,0-1,0 1,1 0,-1 0,0 0,1 1,0-1,0 1,0 0,0 0,0 0,0 1,0-1,0 1,1 0,-1 0,0 1,1-1,-1 1,1 0,-1 0,1 1,-1-1,0 1,1 0,-1 0,0 0,1 1,-1-1,0 1,1 1,9 9,0 1,-1 1,-1 0,0 1,-1 0,-1 0,0 1,-1 1,6 15,-2-7,-5-6,1 0,1 0,1-1,0-1,2 0,-1 0,2-1,0-1,1-1,1 0,0 0,1-2,0 0,1-1,13 6,-15-11,1-1,-1-1,1-1,0 0,0-1,0-1,0 0,1-1,-1-1,0-1,0-1,0 0,-1-1,1 0,-1-2,0 0,0-1,0 0,-1-1,0-1,8-7,9-11</inkml:trace>
  <inkml:trace contextRef="#ctx0" brushRef="#br2" timeOffset="58745.632">1758 7915,'11'2,"18"1,17 0,17-1,14-2,4-2,1 0,-10 0,-16 0</inkml:trace>
  <inkml:trace contextRef="#ctx0" brushRef="#br2" timeOffset="58994.258">1958 8169,'16'0,"19"0,17-2,18-4,15-2,11-2,-10 0</inkml:trace>
  <inkml:trace contextRef="#ctx0" brushRef="#br2" timeOffset="65098.919">14457 7540,'12'7,"10"2,13 0,14-2,14-2,11-2,9-1,5-2,0 0,-9 0,-10 0,-16-1,-20 3,-26 1,-13 0</inkml:trace>
  <inkml:trace contextRef="#ctx0" brushRef="#br2" timeOffset="65320.578">14498 7782,'18'0,"18"0,15 0,19-3,14-2,10-3,6-3,1-1,-5-1,-8 1,-12 1,-18 2,-18 3</inkml:trace>
  <inkml:trace contextRef="#ctx0" brushRef="#br2" timeOffset="65660.18">15313 7273,'-23'-6,"0"1,-1 1,0 1,0 1,-12 1,16 4,20-2,0-1,0 1,0 0,0-1,0 1,0-1,0 1,0 0,0-1,0 1,1 0,-1-1,0 1,0-1,1 1,-1-1,0 1,1 0,-1-1,0 1,1-1,-1 0,1 1,-1-1,1 1,-1-1,1 0,-1 1,1-1,-1 0,1 1,-1-1,1 0,0 0,-1 0,1 1,0-1,-1 0,1 0,-1 0,1 0,0 0,-1 0,1 0,0 0,-1-1,55 18,1-3,0-3,29 2,-12-1,-22-4,87 15,-2 5,11 10,-125-31,0 0,0 2,-1 0,0 1,-1 2,3 2,-19-12,-1 0,0 0,1 0,-1 1,0 0,0-1,0 1,-1 0,1 1,-1-1,1 0,-1 1,0-1,0 1,-1 0,1-1,-1 1,0 0,0 0,0 0,0 0,-1 0,1 0,-1 0,0 0,-1 1,1-1,-1 0,0 0,1 0,-2-1,1 1,0 0,-1 0,0 0,0-1,0 1,-8 10,-2 0,1 0,-2-1,0-1,0 0,-1 0,-15 8,-83 54,-3-6,-95 41,54-30,82-32,70-36</inkml:trace>
  <inkml:trace contextRef="#ctx0" brushRef="#br2" timeOffset="66685.111">17399 6872,'-2'33,"-1"0,-2 0,-1-1,-4 13,3-17,-36 136,-8-2,-33 67,53-144,34-79,6-20,19-46,-2 0,-3-2,-2 0,7-44,-22 83,145-608,-121 534,-30 97,1-1,-1 1,0-1,1 1,-1 0,1-1,-1 1,1-1,-1 1,1 0,-1-1,1 1,-1 0,1 0,-1-1,1 1,-1 0,1 0,0 0,-1 0,1 0,-1 0,1 0,0 0,-1 0,1 0,-1 0,1 0,0 0,-1 0,1 0,-1 1,1-1,-1 0,1 0,-1 1,1-1,-1 0,1 1,-1-1,1 1,-1-1,1 0,-1 1,0-1,1 1,-1-1,0 1,1-1,-1 1,0 0,0-1,0 1,1-1,-1 1,0 0,0-1,0 1,0-1,0 1,0 0,0-1,0 1,0-1,-1 1,1-1,0 1,0 0,0-1,-1 1,44 214,96 592,-125-682,-18-107</inkml:trace>
  <inkml:trace contextRef="#ctx0" brushRef="#br2" timeOffset="67310.665">17238 7327,'215'-24,"-53"14,84 7,-223 3,0 2,0 0,-1 2,1 0,9 5,-27-8,1 1,-1 0,1 0,-1 1,0 0,0 0,0 0,0 0,0 1,-1-1,0 1,0 1,0-1,0 1,-1-1,1 1,-1 0,0 0,-1 0,1 1,-1-1,0 0,1 5,-5 89,-3-46,5-51,-1 0,1 0,0 0,1 0,-1 0,0 0,0 0,1 0,0 0,-1 0,1 0,0 0,0-1,0 1,0 0,0 0,0-1,0 1,1-1,-1 1,0-1,1 0,-1 1,1-1,0 0,0 0,-1 0,1 0,0 0,0-1,0 1,0 0,0-1,0 1,0-1,0 0,0 0,0 0,0 0,0 0,0 0,0 0,0-1,1 0,11-2,0-2,0 0,0-1,-1 0,0-1,0 0,0-1,-1-1,-1 0,1 0,-1-2,-1 1,0-1,0 0,0-3,1 0,-1 0,-1 0,0-1,-1 0,0 0,-2-1,0 0,0-1,-2 1,3-14,-11 136,4-100,0 1,1 0,0-1,1 1,-1-1,1 1,0-1,1 0,-1 0,1 0,1 0,-1 0,1-1,0 1,0-1,0 0,3 2,-5-6,1 1,-1-1,1 1,0-1,0 0,-1 0,1 0,0 0,0 0,0-1,0 1,0-1,0 0,0 0,0 0,0 0,0-1,0 1,0-1,0 0,0 0,-1 0,1 0,0 0,0 0,-1-1,1 1,-1-1,1 0,-1 0,2-1,60-74,-58 65,1 0,-2 0,0-1,0 1,-1-1,-1 0,0 0,-1-1,0-7,-2 32,0-1,0 0,1 1,0-1,0 1,1-1,1 0,0 0,0 0,1-1,4 10,-1-10,0 0,1 0,0 0,0-1,1 0,0 0,1-1,-1-1,1 0,0 0,1 0,-1-2,1 1,11 2,159 31,-88-27</inkml:trace>
  <inkml:trace contextRef="#ctx0" brushRef="#br2" timeOffset="71003.087">20434 7353,'-11'1,"1"0,0 1,0 0,0 0,0 1,0 1,0-1,1 2,-1-1,1 1,0 1,1 0,-1 0,1 0,1 1,-1 0,1 1,0 0,1 0,0 0,0 1,1 0,0 0,0 0,1 1,0-1,1 1,0 0,-1 8,3-15,0 0,0 0,1 0,-1 0,1 0,0 0,0 0,0 0,0 0,0 0,1 0,-1 0,1 0,0 0,0 0,0 0,0 0,0 0,1 0,-1-1,1 1,0-1,0 1,0-1,0 1,0-1,0 0,1 0,-1 0,1-1,-1 1,1-1,0 1,0-1,0 0,0 0,-1 0,1 0,1 0,-1-1,0 1,0-1,0 0,0 0,0 0,2-1,2-1,1 0,-1-1,1 0,-1-1,0 1,0-1,-1-1,1 1,-1-1,0 0,0-1,0 1,-1-1,0 0,0-1,0 1,-1-1,1-3,5-8,-1-1,-1 0,0-1,-2 1,0-1,1-12,1-33,-2 0,-4 0,-2-1,-4 1,-2 0,-2 0,-11-32,-5-11,15 83,0 25,-5 74,1 110,9 104,5-222,8 138,-9-201,0 1,0-1,1 0,-1 1,1-1,0 1,0-1,0 0,1 0,-1 1,1-1,-1 0,1 0,0-1,0 1,1 0,-1-1,1 1,-1-1,1 0,0 0,-1 0,1 0,0 0,0-1,1 1,-1-1,0 0,0 0,1 0,-1 0,1 0,-1-1,0 0,1 0,-1 0,1 0,-1 0,11-4,-1-1,-1-1,1 0,-1 0,0-1,0-1,-1 0,0-1,0 0,-1 0,0-1,-1 0,0-1,-1 0,0-1,-1 0,0 0,0 0,-2-1,1-1,39-122,-43 192,10 80,-10-130,-1-1,1 1,-1-1,2 1,-1-1,0 0,1 0,0 0,0-1,1 1,-1-1,1 1,0-1,0 0,0-1,1 1,0-1,-1 0,1 0,0 0,0 0,5 0,14 3</inkml:trace>
  <inkml:trace contextRef="#ctx0" brushRef="#br2" timeOffset="71284.845">20821 6832,'0'11,"7"9,9 5,8 3,1-3</inkml:trace>
  <inkml:trace contextRef="#ctx0" brushRef="#br2" timeOffset="71530.198">21129 7260,'16'30,"1"-1,1-1,2-1,1 0,1-2,1 0,1-2,1 0,4 0,-28-21,1-1,-1 0,0 1,0-1,1 0,-1 0,0 0,1 0,-1 0,1 0,-1 0,1-1,0 1,-1-1,1 1,0-1,0 1,-1-1,1 0,0 0,0 0,-1 0,1 0,0 0,0 0,-1-1,1 1,0-1,-1 1,1-1,0 0,-1 1,1-1,-1 0,1 0,-1 0,0 0,1-1,-1 1,0 0,1-1,43-126,-41 113,1 1,0 0,1 0,1 1,0-1,1 1,0 1,1 0,0 0,1 0,0 1,12-8,2 2</inkml:trace>
  <inkml:trace contextRef="#ctx0" brushRef="#br2" timeOffset="71728.707">21756 7246,'3'18,"2"11,1 7,2 2,1-1,2-2,1-5,3-7,2-8,-3-6</inkml:trace>
  <inkml:trace contextRef="#ctx0" brushRef="#br2" timeOffset="71913.785">21784 6832,'7'7,"2"2</inkml:trace>
  <inkml:trace contextRef="#ctx0" brushRef="#br2" timeOffset="72450.786">22118 7020,'113'71,"-100"-65,0 0,0 0,-1 1,0 1,0 0,-1 0,0 1,0 1,-1 0,0 0,-1 1,0 0,-1 1,0 0,-1 0,-1 1,5 9,-7 3,-2 1,0 0,-1 0,-2 0,0 0,-2 0,-1 0,-1-1,-1 1,-1-1,-2-1,-3 8,-3 16,5-14,1-8,0 0,2 0,1 1,2 0,0 1,2-1,0 1,3 23,2-41,-1 0,2 0,-1 0,1 0,1 0,0-1,0 0,0 0,2 0,-1-1,1 0,0 0,0 0,1-1,0 0,1-1,-1 0,1 0,0-1,1 0,-1 0,1-1,0-1,0 0,0 0,1 0,9 0,-17-3,0 0,1 1,-1-1,0-1,1 1,-1 0,1-1,-1 0,0 0,0 0,1 0,-1 0,0 0,0-1,0 0,-1 1,1-1,0 0,0-1,-1 1,0 0,1-1,-1 1,0-1,0 0,0 0,-1 0,1 0,-1 0,1 0,-1 0,0 0,0 0,-1-1,1 1,-1 0,1-1,-1 1,0-3,-2-21,0 1,-2-1,-1 1,-1 0,-1 0,-2 1,0 0,-2 0,-2-3,-16-34,-2 0,-3 2,-2 2,-3 1,-2 2,-45-46,83 98,2 3,0 0,0 0,0-1,0 1,0-1,1 1,-1 0,0-1,0 1,0-1,1 0,-1 1,0-1,1 0,-1 1,1-1,-1 0,0 0,1 1,0-1,-1 0,1 0,-1 0,1 0,0 0,0 1,0-1,-1 0,1 0,0 0,0 0,0 0,0 0,0 0,1 0,-1 0,0 0,0 0,1 1,-1-1,0 0,1 0,-1 0,1 0,-1 1,1-1,-1 0,1 0,0 1,-1-1,1 0,0 1,0-1,-1 1,1-1,0 1,0-1,0 1,25-5,0 1,0 1,0 1,0 2,4 0,4 0,-10 0,-5-1,1 0,-1 2,1 0,-1 1,0 1,0 1,0 0,5 3,-20-5,0 1,0-1,0 1,0 0,0 0,0 0,-1 0,0 1,0 0,0-1,0 1,0 0,-1 0,0 1,0-1,0 0,0 1,-1 0,1-1,-1 1,0 0,-1-1,1 4,9 31,-9-36,0 1,1-1,0 0,-1 1,1-1,0 0,1 0,-1 0,0 0,1-1,0 1,-1-1,1 1,0-1,0 0,0 0,1 0,-1-1,0 1,1-1,-1 0,1 0,0 0,-1 0,1 0,0-1,-1 0,1 0,0 0,-1 0,4-1,3 0,0-1,-1 0,1 0,-1-1,1 0,-1-1,0 0,-1 0,1-1,-1-1,5-2,-5 2,0-1,-1 1,0-1,0 0,-1-1,0 0,0 0,0 0,-1 0,-1-1,1 0,-1 0,-1 0,0-1,0 1,-1-1,0 1,-1-1,0 0,0-8,-2 15,1-1,-1 1,1 0,-1 0,0 0,-1 0,1 0,0 0,-1 0,0 0,1 0,-1 1,0-1,-1 1,1-1,0 1,-1 0,1 0,-1 0,0 0,1 0,-1 1,0-1,0 1,0 0,0 0,-1 0,1 0,0 1,0-1,0 1,-1-1,1 1,0 0,-1 1,1-1,0 1,0-1,0 1,-1 0,1 0,0 0,0 0,0 1,0-1,1 1,-1 0,-2 1,-2 2,0-1,1 1,-1 0,1 0,0 1,1 0,-1 0,1 0,0 1,0-1,1 1,0 1,0-1,1 0,0 1,0 0,1-1,0 1,0 0,1 0,0 0,0 1,1-1,0 0,1 0,0 0,0 0,0 0,1 0,1 2,13 14</inkml:trace>
  <inkml:trace contextRef="#ctx0" brushRef="#br2" timeOffset="72822.597">23161 7420,'-57'-265,"56"264,1-1,-1 0,1 1,-1-1,1 0,0 0,0 1,0-1,0 0,0 0,0 1,0-1,0 0,1 1,-1-1,1 0,-1 1,1-1,0 0,0 1,0-1,-1 1,1-1,1 1,-1 0,0-1,0 1,0 0,1 0,-1 0,1 0,-1 0,1 0,-1 0,1 1,-1-1,1 0,0 1,0-1,11 1,-1 1,1 0,-1 0,0 1,1 1,-1 0,0 1,-1 0,11 5,-11-4,9 2,1 0,-2 2,1 1,-1 0,-1 2,5 3,-20-13,0 1,-1 0,1-1,-1 1,0 0,0 0,0 0,0 1,-1-1,1 0,-1 1,0-1,0 1,0-1,0 1,0 0,-1-1,0 1,0 0,0-1,0 1,0 0,-1-1,0 1,-31 89,16-55,14-35,0 0,1-1,0 1,0 0,0 0,0 0,0 0,0 0,1 0,-1 0,1 0,0 1,0-1,0 0,1 0,-1 0,1 0,-1 0,1 0,0 0,0 0,1 0,-1 0,0-1,1 1,0 0,-1-1,1 1,0-1,1 0,-1 0,0 1,11 1,0 0,1-1,-1 0,1-1,-1 0,1-1,0-1,-1 0,1-1,-1-1,1 0,-1-1,2 0,-13 3,141-35,-78 14</inkml:trace>
  <inkml:trace contextRef="#ctx0" brushRef="#br2" timeOffset="73504.655">24939 7046,'-10'-2,"0"0,0 0,0 1,1 0,-1 1,0 0,0 0,0 1,0 1,0 0,0 0,1 1,-1 0,1 0,0 1,0 1,0-1,1 1,-1 1,1 0,0 0,1 0,-1 1,2 0,-1 1,1-1,0 1,0 1,1-1,0 1,0 0,1 0,1 0,-1 2,2-5,1 0,1-1,-1 1,1 0,0 0,0-1,1 1,-1 0,1-1,0 1,1 0,0-1,0 0,0 1,0-1,1 0,0 0,0 0,0 0,0-1,1 0,0 1,0-1,0 0,1-1,-1 1,1-1,0 0,0 0,0 0,0-1,0 0,1 0,2 1,15 5,0 0,0-2,0-1,1 0,0-2,0-1,0-1,0-1,0 0,0-2,-1-1,1-1,0-2,-1 0,0-1,-1-1,1-1,-1-1,-11 4,-1 0,1 0,-2-1,1 0,-1-1,0 0,0-1,-1 0,0 0,-1 0,0-1,-1 0,1-1,-2 1,0-1,0 0,-1-1,0 1,-1-1,1-7,-4 19,0 0,0 0,-1 0,1 0,0 1,0-1,0 0,0 0,0 0,-1 0,1 0,0 0,0 0,0 0,0 0,-1 0,1 0,0-1,0 1,0 0,0 0,0 0,0 0,-1 0,1 0,0 0,0 0,0 0,-6 20,4-12,0 0,0 0,1 1,0-1,1 0,-1 1,2-1,-1 1,1-1,1 0,-1 0,1 1,1-1,0 0,0-1,0 1,1 0,0-1,0 0,1 0,0 0,1-1,-1 1,1-1,0 0,0-1,1 0,0 0,0 0,5 2,-4-5,0 0,0 0,0 0,1-1,-1-1,1 1,-1-1,1-1,-1 1,0-2,1 1,-1-1,0 0,0-1,0 0,0 0,-1 0,1-1,-1-1,0 1,5-4,3-4,-1 1,0-2,-1 0,0 0,-1-1,0-1,-1 0,-1-1,3-6,-2 1,-1 0,-1 0,0-1,-2 0,4-23,-16 71,6-15,1 1,0-1,1 0,1 0,-1 0,2 0,0-1,0 1,0-1,2 0,-1-1,1 0,0 0,1 0,0-1,1 0,-1 0,1-1,1 0,0-1,0 0,0-1,5 2,52 31</inkml:trace>
  <inkml:trace contextRef="#ctx0" brushRef="#br2" timeOffset="74050.475">27411 6792,'3'25,"0"27,0 22,0 17,0 9,2 1,-2-3,-3-9,-4-16,-1-17,0-18</inkml:trace>
  <inkml:trace contextRef="#ctx0" brushRef="#br2" timeOffset="74381.123">27907 6819,'-47'58,"-3"-3,-1-1,-3-3,-3-2,-15 8,-39 36,110-92,0 0,0 0,0 1,0-1,1 0,-1 1,0-1,0 1,1-1,-1 0,1 1,0-1,-1 1,1 0,0-1,0 1,0-1,0 1,0-1,0 1,0-1,1 1,-1-1,0 1,1-1,-1 1,1-1,0 1,-1-1,1 0,0 1,0-1,0 0,0 0,0 0,0 1,0-1,0 0,1-1,0 2,62 34,-53-31,45 19,2-2,1-2,0-3,1-3,1-2,0-3,1-3,25-1,33-13,-77-1</inkml:trace>
  <inkml:trace contextRef="#ctx0" brushRef="#br2" timeOffset="74638.439">28521 7072,'16'-4,"17"-4,16-1,13 2,8 1,-1 2,-8 2,-15 1</inkml:trace>
  <inkml:trace contextRef="#ctx0" brushRef="#br2" timeOffset="74802.044">28615 7233,'18'11,"20"7,19-1,18-2,13-7,6-6,4-9,-1-5,-18 0</inkml:trace>
  <inkml:trace contextRef="#ctx0" brushRef="#br2" timeOffset="75263.411">29791 6926,'4'-3,"3"-3,1 0,-1 0,0 0,0-1,-1 0,0-1,0 1,-1-1,0 0,0-1,-1 1,1-2,-6 8,1-1,-1 1,1-1,-1 1,0 0,0 0,0-1,0 1,0 0,-1 0,1 0,-1 0,1 0,-1 0,0 1,1-1,-1 0,0 1,0 0,0-1,-1 1,1 0,0 0,0 0,-1 0,1 1,0-1,-1 0,1 1,-1 0,1 0,0-1,-1 1,1 1,-1-1,1 0,-1 1,-10-2,0 0,0 1,0 0,0 1,0 1,1 0,-1 1,0 0,1 1,0 0,0 1,0 1,0 0,6-3,0 1,0 0,0 0,1 0,-1 1,1-1,0 1,1 1,-1-1,1 1,0-1,0 1,1 0,0 1,0-1,0 1,1-1,0 1,0 0,1 0,0-1,0 1,0 0,1 7,1-8,-1 0,1 0,1-1,-1 1,1 0,0 0,0-1,1 0,-1 1,1-1,0 0,1 0,-1 0,1-1,0 1,0-1,1 0,-1 0,1 0,0-1,0 1,0-1,0-1,1 1,-1-1,1 0,1 1,3 0,1 0,-1 0,0-1,1 0,0-1,-1 0,1-1,-1 0,1-1,0 0,-1-1,1 0,-1 0,0-1,2-1,2-3,-1 0,0-2,0 1,-1-2,0 1,-1-2,0 1,0-2,-1 1,-1-1,1-2,12-13,-22 26,1 0,-1 0,1 0,-1 0,1 0,0 0,-1 0,1 0,0 0,0 0,0 1,0-1,0 0,0 0,0 1,0-1,0 1,0-1,0 1,0-1,0 1,0 0,1-1,-1 1,0 0,0 0,0 0,0 0,1 0,-1 0,0 0,0 0,0 1,1-1,-1 0,0 1,0-1,0 1,0-1,0 1,0-1,0 1,0 0,0 0,0-1,0 1,-1 0,1 0,0 0,0 0,-1 0,1 0,-1 0,1 0,-1 0,1 2,17 31,-2 1,-1 1,-2 0,-1 1,-2 1,-3-16,0 0,-2 0,-1 0,0 1,-2 0,0 0,-2 0,0 0,-2-1,-2 9,3-25,-1-1,0 1,-1-1,1 0,-1 0,0 0,0 0,-1 0,1-1,-1 1,0-1,-1 0,1 0,-1-1,1 1,-1-1,0 0,0 0,0-1,-1 1,1-1,-1 0,1-1,-5 1,-13 3,-1-1,-1-1,1-2,0 0,-6-2,-65-11,80 5</inkml:trace>
  <inkml:trace contextRef="#ctx0" brushRef="#br2" timeOffset="78645.421">30647 6511,'0'100,"1"297,33 199,-6-371,-4-47,-4 94,-19-242,-1 0,-2 0,-1-1,-1 1,-1 0,-2-1,-2 3,6-22,-1-1,0 1,0 0,-1-1,0 0,-1 0,0-1,0 0,-1 0,0 0,-1-1,1 0,-1 0,0-1,-1 0,0 0,0-1,0 0,-1-1,1 0,-1 0,0-1,-30 4,1-1,-1-2,0-2,0-1,0-3,-6-1,27 2,-797-51,-991 75,1408-9,-1388 35,-139 24,90-36,23-11,727-27,710 14,127-2,-232-21,374 0,-184-7,66 15,216 1,-1 0,1-1,0 1,0-2,0 1,0-1,0-1,1 0,-1 0,1 0,0-1,0 0,1-1,0 0,0 0,0-1,0 1,1-1,0-1,1 1,0-1,0 0,-3-8,-2-11,1 0,2-1,1 0,1-1,1 1,2-1,0 0,3-5,-3-1,2-546,4 328,-7 100,-7 1,-24-113,33 257,-17-99,5-1,5 0,4-41,4 144,-1 0,1 0,0 0,0 0,1 0,0 0,-1 0,2 1,-1-1,0 0,1 0,0 1,0-1,1 1,-1 0,1-1,0 1,0 0,0 1,0-1,1 1,-1-1,1 1,0 0,0 0,4-1,39-12,1 3,0 1,1 3,0 2,4 2,-42 3,720-65,-521 51,1081-37,-590 33,-257 2,804-23,441 31,159-9,-1655 18,1098 30,259 68,-554-15,-911-76,258 32,-146-20,103 8,-87-26,-94 13,-113-12,-6-1,0 0,0-1,-1 1,1-1,0 1,0 0,0-1,0 1,0 0,0-1,-1 1,1-1,0 1,0 0,0-1,1 1,-1-1,0 1,0 0,0-1,0 1,0-1,0 1,0 0,1-1,-1 1,0 0,0-1,1 1,-1 0,0-1,0 1,1 0,-1 0,0-1,1 1,-1 0,0 0,1 0,-1-1,0 1,1 0,-1 0,1 0,-1 0,0 0,1 0,-1 0,1 0,-1 0,0 0,1 0,-1 0,1 0,-1 0,0 0,1 0,-1 0,0 1,1-1,-1 0,1 0,-1 0,0 1,0-1,1 0,-1 0,0 1,1-1,-9-12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8:20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1654 332,'-41'3,"-1"2,1 1,0 3,1 1,-33 13,36-9,1 1,0 1,1 2,1 2,1 1,1 2,1 0,0 3,1 2,-112 100,-90 110,190-191,1 3,3 1,2 2,-12 25,-122 194,138-225,3 2,2 1,-14 35,-31 130,10 8,50-147,3 0,2 74,8-113,1 0,2 0,2 0,1 0,2-1,2 0,1 0,1-1,2-1,2-1,11 17,-12-23,-9-14,0 0,1-1,0 0,1-1,0 0,0 0,2-1,-1 0,1-1,5 4,-12-11,10 6,0 1,0 1,-1 0,0 0,-1 2,0-1,8 13,88 116,-40-51,-60-85,-15-16,-2 2</inkml:trace>
  <inkml:trace contextRef="#ctx0" brushRef="#br0" timeOffset="1152.944">220 3227,'0'0,"-1"0,1-1,0 1,-1 0,1 0,-1-1,1 1,-1 0,1 0,-1 0,1 0,-1 0,0 0,1 0,-1 0,1 0,-1 0,1 0,-1 0,1 0,-1 0,1 0,-1 0,1 1,-1-1,1 0,-1 0,1 1,-1-1,1 0,0 0,-1 1,1-1,-1 1,1-1,0 0,-1 1,1-1,0 1,0-1,-1 1,1-1,0 1,0-1,0 1,0-1,-1 1,1-1,0 1,0-1,0 1,0-1,0 1,0-1,1 1,-1 0,0-1,0 1,0-1,0 1,0-1,1 1,-1-1,161 81,-15 14,-146-95,0 0,0-1,0 1,0 0,0-1,0 1,0 0,1-1,-1 1,0 0,0-1,0 1,0 0,0 0,1-1,-1 1,0 0,0 0,0-1,1 1,-1 0,0 0,0 0,1 0,-1-1,0 1,0 0,1 0,-1 0,0 0,1 0,-1 0,0 0,1 0,-1-1,0 1,1 0,-1 0,0 1,1-1,-1 0,0 0,0 0,1 0,-1 0,0 0,1 0,-1 0,0 1,0-1,1 0,-1 0,-20-22,-8 0,-2 0,0 2,-2 2,0 0,0 3,-17-6,-26 1,74 19,1-1,0 1,0 0,0 0,0 0,0-1,0 1,0 0,0 0,0-1,1 1,-1 0,0 0,1 0,-1-1,1 1,-1 0,1 0,0 0,0 0,-1 0,1 0,0 0,0 0,0 1,0-1,0 0,0 0,0 1,0-1,0 1,0-1,1 1,-1-1,0 1,0 0,0-1,1 1,-1 0,2-2,43-28,2 3,0 1,12-2,-58 27,-1 0,1 0,-1 1,1-1,-1 0,1 0,0 1,-1-1,1 1,0 0,-1-1,1 1,0 0,0 0,-1 0,1 0,0 1,0-1,-1 0,1 1,0-1,-1 1,1-1,0 1,-1 0,1 0,-1 0,1 0,-1 0,0 0,1 0,-1 0,0 0,0 1,0-1,0 1,0-1,0 1,0-1,0 1,0-1,0 2,20 144,6-28,-22-114,-6-17,-67-144,53 126,6 10,-30-41,39 61,0 0,-1 0,1 0,-1 0,1 0,-1 0,1 0,0 0,-1 0,1 1,-1-1,1 0,0 0,-1 0,1 1,0-1,-1 0,1 0,-1 1,1-1,0 0,0 1,-1-1,1 0,0 1,0-1,-1 0,1 1,0-1,0 1,0-1,0 0,0 1,-1-1,1 1,0-1,0 0,0 1,0-1,0 1,0-1,0 1,1-1,-1 0,0 1,0-1,0 1,0-1,0 0,1 1,-1-1,0 1,0-1,1 0,-1 1,2 7,0-1,1 1,0-1,1 1,-1-1,1 0,1 0,-1 0,1-1,0 0,1 1,-1-2,1 1,1-1,-1 0,1 0,1 0,8 4</inkml:trace>
  <inkml:trace contextRef="#ctx0" brushRef="#br0" timeOffset="2172.551">1832 373,'7'51,"-2"0,-3 1,-3 38,2 38,2-112,1-30,2-281,-5 265,-1-1,-2 1,-1 0,-2 0,0 0,-2 0,-2 1,-6-15,13 40,2 4,-1-1,0 0,0 1,1-1,-1 0,0 0,1 0,-1 0,1 1,-1-1,1 0,-1 0,1 0,0 0,-1 0,1 0,0 0,0 0,0 0,0 0,0 0,0 0,0 0,0-1,0 1,0 0,1 0,-1 0,0 0,1 1,-1-1,1 0,-1 0,1 0,-1 0,1 0,0 0,-1 1,1-1,0 0,-1 1,1-1,0 0,0 1,0-1,0 1,0-1,0 1,0 0,0-1,0 1,0 0,0 0,0-1,0 1,0 0,224-35,-137 22,-58 13</inkml:trace>
  <inkml:trace contextRef="#ctx0" brushRef="#br0" timeOffset="2421.382">1736 536,'14'0,"13"0,13-2,7-6,6-3,1-5,-9 1</inkml:trace>
  <inkml:trace contextRef="#ctx0" brushRef="#br0" timeOffset="3184.349">2159 728,'2'0,"6"-2,6-2,7-1,8-5,5-3,7-2,0 0,-6 2</inkml:trace>
  <inkml:trace contextRef="#ctx0" brushRef="#br0" timeOffset="3917.943">2623 400,'-7'9,"0"1,0 0,1 0,1 0,-1 1,2 0,-1 0,2 0,-3 9,5-15,0 0,0 0,1 0,-1 0,1 0,0 0,0 0,1 0,0 0,0-1,0 1,0 0,1 0,-1-1,1 1,0-1,1 1,-1-1,1 0,0 0,0 0,0 0,1 0,0 0,-2-2,1 0,-1 0,0 0,1-1,-1 1,1-1,0 0,-1 1,1-1,0 0,0-1,0 1,-1 0,1-1,0 1,0-1,0 0,0 0,0 0,0-1,0 1,0-1,0 0,0 1,-1-1,1 0,0-1,0 1,-1 0,1-1,-1 0,1 1,-1-1,0 0,0 0,2-2,2-2,-1 0,1-1,-1 0,-1 0,1-1,-1 1,0-1,-1 0,0 0,0 0,0 0,-1-3,-1 4,0 0,0 0,-1 0,0 0,-1 0,0 0,0 1,0-1,-1 0,0 0,0 1,0-1,-1 1,0 0,-1 0,1 0,-1 0,0 1,-1-1,1 1,-1 0,0 0,0 1,0-1,-1 1,0 0,0 1,0-1,-5-1,6 5,-1-1,1 1,0 0,-1 1,1-1,0 1,0 0,-1 1,1-1,0 1,0 0,0 0,1 0,-1 1,0 0,1 0,0 0,-1 0,1 1,1 0,-1 0,0 0,1 0,0 0,0 1,0-1,1 1,-1 0,1 0,0 0,1 0,-1 0,0 5,2-7,1-1,0 1,0-1,0 0,0 1,0-1,0 0,1 0,-1 0,1 1,-1-2,1 1,0 0,0 0,0 0,0-1,0 1,0-1,0 0,1 1,-1-1,0 0,1 0,-1-1,1 1,-1 0,1-1,-1 0,1 1,-1-1,1 0,-1 0,1-1,0 1,-1 0,2-1,86-7,-45-1</inkml:trace>
  <inkml:trace contextRef="#ctx0" brushRef="#br0" timeOffset="4317.898">2924 386,'-9'95,"10"-90,0 1,0-1,1 0,0 0,0 0,0 0,0 0,1-1,0 1,0 0,0-1,1 0,-1 0,1 0,0 0,0-1,0 0,1 0,-1 0,1 0,-1 0,1-1,0 0,0 0,0 0,1-1,-1 0,0 0,1 0,-1 0,0-1,1 0,-1 0,0-1,1 1,-1-1,0 0,1-1,-1 1,0-1,0 0,0 0,0-1,-1 1,1-1,-1 0,2-2,2-3,-1 0,0-1,-1 1,0-1,0-1,-1 0,0 1,0-1,-1-1,-1 1,0-1,0 1,-1-1,-1 0,1 0,-2 0,1 0,-2 0,0-8,3 78,25 33,-25-89,0 0,0 0,0 0,0 0,1 0,-1 0,1-1,-1 1,1-1,0 0,0 0,0 0,0 0,1 0,-1-1,0 1,1-1,-1 0,1 0,-1 0,1-1,0 1,-1-1,1 0,0 0,60-14,-35 2</inkml:trace>
  <inkml:trace contextRef="#ctx0" brushRef="#br0" timeOffset="4986.019">3593 236,'0'2,"0"0,-3-26,-47-184,47 200,2 22,2 24,13 224,-14-250,13 124,-11-129,-1-1,2 1,-1-1,1 1,-1-1,2 0,-1 0,1 0,0-1,0 1,0-1,1 0,0 0,0 0,0-1,1 0,-1 0,5 2,5 0,2 0,-1-2,0 0,1 0,0-2,0 0,0-1,0 0,0-2,0 0,-1-1,1 0,0-2,-1 0,9-3,-12 4,0-1,-1 0,0 0,0-1,0-1,0 0,-1 0,0-1,-1-1,1 0,-1 0,1-3,-2-4,-5 3</inkml:trace>
  <inkml:trace contextRef="#ctx0" brushRef="#br0" timeOffset="5254.888">3443 264,'12'-5,"15"-6,17-6,15-4,13-4,7-2,-1 1,-7 6,-11 5,-16 8,-19 10,-15 4</inkml:trace>
  <inkml:trace contextRef="#ctx0" brushRef="#br0" timeOffset="8338.425">2623 3855,'-6'0,"6"0,1 0,0-1,-1 1,1 0,0-1,-1 1,1-1,-1 1,1 0,-1-1,1 0,-1 1,1-1,-1 1,1-1,-1 1,0-1,1 0,-1 1,0-1,1 0,-1 0,0 1,0-1,0 0,0 1,0-1,0 0,0 0,0 1,0-1,0 0,0 0,0 1,0-1,-1 0,1 1,0-1,0 0,-1 1,1-1,-1 0,1 1,0-1,-1 1,1-1,-1 1,5-3,-4 3,0 1,0-1,0 0,0 1,1-1,-1 0,0 1,0-1,0 0,0 1,0-1,0 0,0 1,0-1,0 0,0 1,0-1,-1 0,1 1,0-1,0 0,0 1,0-1,0 0,-1 0,1 1,0-1,0 0,0 0,-1 1,1-1,0 0,0 0,-1 1,1-1,0 0,-1 0,1 0,0 0,-1 0,1 1,0-1,-1 0,1 0,0 0,-1 0,1 0,0 0,-1 0,1 0,0 0,-1 0,1 0,0-1,-1 1,1 0,0 0,-1 0,1 0,0 0,0-1,-1 1,1 0,0 0,49-34,-40 26,122-128,-5-5,22-43,-36 45,270-315,340-307,-578 622,6 7,5 7,6 6,5 8,5 7,24-3,-172 97,-23 10,0 0,0 1,0-1,-1 0,1 0,0 0,0 1,0-1,0 0,0 0,-1 1,1-1,0 0,0 1,0-1,0 0,0 0,0 1,0-1,0 0,0 0,0 1,0-1,0 0,0 1,0-1,0 0,0 0,0 1,1-1,-1 0,0 0,0 1,0-1,0 0,1 0,-1 0,0 1,0-1,0 0,1 0,-1 0,0 1,0-1,0 0,1 0,-1 0,0 0,1 0,-1 0,0 0,0 0,1 0,-1 0,0 1,0-1,1-1,-1 1,0 0,1 0,-1 0,0 0,0 0,1 0,-1 0,0 0,0 0,1 0,-1-1,0 1,-12 21,11-20,-16 22</inkml:trace>
  <inkml:trace contextRef="#ctx0" brushRef="#br0" timeOffset="12156.794">2692 3555,'0'-6,"0"-10,-3 21,-22 86,-5-1,-28 60,49-133,18-37,-6 12,116-363,-111 363,-7 34,-4 5,-1 0,-1 0,-2 0,-1-1,-1 0,-2 0,-5 10,15-40,1 1,-1-1,0 1,1-1,-1 1,1-1,-1 1,1-1,0 1,-1-1,1 1,-1 0,1-1,0 1,0 0,-1-1,1 1,0 0,0 0,0-1,0 1,0 0,0 0,0-1,0 1,0 0,0-1,0 1,0 0,1 0,-1-1,0 1,1 0,-1-1,0 1,1-1,-1 1,0 0,1-1,-1 1,1-1,0 1,-1-1,1 1,-1-1,1 0,0 1,-1-1,1 0,0 1,-1-1,1 0,0 0,-1 1,1-1,0 0,-1 0,1 0,0 0,0 0,-1 0,1 0,0-1,0 1,-1 0,1 0,129-44,-89 26,75-27,-116 45,0 0,0 0,0 0,-1 0,1 0,0 0,0-1,0 1,0 0,0 0,-1 0,1 0,0 0,0 0,0-1,0 1,0 0,0 0,-1 0,1 0,0 0,0-1,0 1,0 0,0 0,0 0,0 0,0-1,0 1,0 0,0 0,0 0,0-1,-24 4,-23 7,0 1,1 2,1 2,-36 18,75-29,23-10,28-12,203-71,-303 111,-147 46,229-84,205-76,-207 80,-26 12,1 0,0 0,-1 0,1 0,0 0,-1 0,1 0,0 0,-1 0,1 0,0 0,-1 0,1 0,0 0,-1 0,1 0,0 0,-1 0,1 0,0-1,0 1,-1 0,1 0,0 0,0-1,-1 1,1 0,0 0,0-1,-1 1,1 0,0 0,0-1,0 1,0 0,-1-1,1 1,0 0,0-1,0 1,0 0,0-1,0 1,0 0,0-1,0 1,0 0,0-1,0 1,0 0,0-1,0 1,1 0,-1 0,0-1,0 1,0 0,0-1,1 1,-1 0,0 0,0-1,0 1,1 0,-1 0,0 0,0-1,1 1,-1 0,-14-4,0 0,0-1,1-1,-1 0,1-1,1 0,-1-1,1 0,1-1,-9-7,-57-53,170 130,37 4,-315-160,204 106,0-1,1-1,0-1,0-1,1-1,0 0,0-2,3 0,-117-18,35 4,73 26,77 18,-195-45,98 11,0 0,0 1,0 0,0 0,0 0,0 0,0 1,0 0,0 0,0 0,1 1,-1-1,1 1,0 0,0 1,0-1,0 0,1 1,-1 0,-1 3,4-6,1-1,0 1,-1 0,1-1,0 1,-1-1,1 1,0 0,0-1,0 1,0 0,0-1,0 1,0 0,0 0,0-1,0 1,0 0,0-1,0 1,0 0,1-1,-1 1,0 0,0-1,1 1,-1-1,0 1,1-1,-1 1,1-1,-1 1,1-1,-1 1,1-1,-1 1,1-1,0 0,-1 1,1-1,-1 0,1 1,0-1,-1 0,1 0,0 0,-1 0,1 0,0 1,-1-1,1 0,0-1,-1 1,1 0,0 0,0 0,-1 0,1 0,-1-1,1 1,0 0,-1-1,1 1,-1 0,1-1,0 1,-1-1,1 1,-1-1,11-4,-1 0,1 0,-2-1,1 0,-1-1,0 0,0-1,0 0,-1 0,-9 0,-15 14,-2 5,1 0,0 1,0 1,1 1,1 0,-4 6,19-20,-1 0,0 0,0 1,1-1,-1 0,1 0,-1 1,0-1,1 1,-1-1,1 1,-1-1,1 1,-1-1,1 1,-1-1,1 1,0-1,-1 1,1 0,0-1,-1 1,1 0,0-1,0 1,0 0,0 0,-1-1,1 1,0 0,0-1,0 1,1 0,-1-1,0 1,0 0,0 0,0-1,1 1,-1 0,0-1,1 1,-1-1,0 1,1 0,-1-1,1 1,-1-1,1 1,-1-1,1 1,-1-1,2 1,7-4,-1 0,1-1,0 0,-1-1,0 1,0-1,0-1,-1 0,1-1,6-3,39-35,-53 45,0-1,-1 1,1-1,0 1,-1 0,1-1,-1 1,1 0,-1 0,1-1,0 1,-1 0,1 0,-1-1,1 1,-1 0,1 0,-1 0,0 0,1 0,-1 0,1 0,-1 0,1 0,-1 0,1 0,-1 0,1 1,-1-1,1 0,-1 0,1 0,-1 1,1-1,-1 0,1 1,0-1,-1 0,1 1,-1-1,1 0,0 1,-1-1,1 1,0-1,0 1,-1-1,-103 84,104-84,0 0,0 0,1 0,-1 1,0-1,0 0,0 0,0 0,1 0,-1 0,0 0,0 0,0 1,0-1,0 0,1 0,-1 0,0 0,0 1,0-1,0 0,0 0,0 0,0 1,0-1,0 0,0 0,0 0,0 1,0-1,0 0,0 0,0 0,0 1,0-1,0 0,0 0,23-9,-23 9,103-47,-122 65,-90 59,138-81,107-58,-139 62,0 1,-1 0,1 0,0-1,-1 1,1-1,0 1,-1-1,1 0,-1 0,1-1,0 1,-1-1,1 1,0-1,-1-1,-21-61,23 56,-2-1,1 1,-1 0,0 0,0 0,-1 1,1 0,-2 0,1 0,-1 0,0 1,0 0,-2-2,8 8,0-1,0 0,0 1,1-1,-1 1,0-1,0 1,0-1,0 0,0 1,0-1,0 1,0-1,0 1,0-1,-1 0,1 1,0-1,0 1,0-1,0 1,-1-1,1 0,0 1,0-1,-1 0,1 1,0-1,-1 0,1 1,0-1,-1 0,1 0,0 0,-1 1,1-1,-1 0,1 0,0 0,-1 0,1 1,-1-1,1 0,0 0,-1 0,91 51,-85-46</inkml:trace>
  <inkml:trace contextRef="#ctx0" brushRef="#br0" timeOffset="13273.958">5901 591,'4'81,"4"0,3-1,9 22,0-14,-19-88,-1 0,1 0,-1 0,1 0,-1 0,1 0,0 0,-1 0,1 0,-1 0,1 0,-1 0,1 0,-1 0,1 0,-1-1,1 1,-1 0,1 0,-1-1,1 1,-1 0,1-1,-1 1,1 0,-1-1,0 1,1-1,-1 1,0-1,1 1,-1-1,0 1,0-1,0 1,1-1,-1 1,0-1,0 1,0-1,0 0,0 1,0-1,0 1,0-1,0 1,0-1,0 1,0-1,-1 1,1-1,0 0,0 1,0-1,-1 1,1 0,-1-1,4-27,-2 1,-2 0,0-1,-1 1,-2 0,-1 0,-1 0,-1 1,-9-20,-12-22,-3 0,-2 2,-4 2,34 59,2 3,0 1,-1 0,1-1,0 1,0-1,0 1,0-1,0 1,0-1,1 0,-1 1,0-1,1 0,0 0,-1 0,1 1,0-1,0 0,0 0,0 0,0 0,0 1,0-1,1 0,-1 0,1 0,-1 1,1-1,0 0,0 1,0-1,0 0,0 1,0 0,0-1,0 1,1-1,15-7,1 0,0 1,1 1,0 1,0 0,9 0,-3 0,192-45,-215 50,1 0,-1 0,1 0,-1 1,1-1,-1 1,1-1,-1 1,1 0,-1 0,1 0,0 0,-1 0,1 1,-1-1,1 1,-1-1,1 1,-1 0,0 0,1 0,-1 1,0-1,0 1,0-1,0 1,0-1,0 1,0 0,0 0,-1 0,1 0,-1 0,1 0,-1 1,0-1,1 2,-4 15</inkml:trace>
  <inkml:trace contextRef="#ctx0" brushRef="#br0" timeOffset="13517.554">5914 714,'-4'4,"2"3,7-1,12-4,14-4,14-6,8-7,5-3,-1-1,-10 3</inkml:trace>
  <inkml:trace contextRef="#ctx0" brushRef="#br0" timeOffset="14150.222">6283 974,'18'-12,"16"-6,9-4,7-4,1 1,-3 2,-5 3,-8 2,-9 4</inkml:trace>
  <inkml:trace contextRef="#ctx0" brushRef="#br0" timeOffset="14407.535">6747 523,'0'11,"0"12,0 8,3 3,2 4,6-1,3-1,1-5,1-6,-3-4,-3-6</inkml:trace>
  <inkml:trace contextRef="#ctx0" brushRef="#br0" timeOffset="14663.848">6747 264,'-7'-5,"3"-1,6 4,7 6,3 2</inkml:trace>
  <inkml:trace contextRef="#ctx0" brushRef="#br0" timeOffset="15103.327">6993 468,'3'5,"20"25,-2 1,-1 0,-1 2,-2 1,11 30,-22-51,-3-17,-4-27,1 23,-1-8,1 0,0 0,1 0,0 0,2 0,0 0,0 1,2 0,0-1,1 1,0 1,1-1,4-4,-10 17,-1 1,1-1,0 1,1 0,-1 0,0-1,0 1,0 0,1 0,-1 0,0 0,1 1,-1-1,1 0,0 0,-1 1,1-1,-1 1,1 0,0-1,-1 1,1 0,0 0,-1 0,1 0,0 0,-1 0,1 1,0-1,-1 0,1 1,-1-1,1 1,-1 0,1 0,-1-1,1 1,-1 0,0 0,1 0,-1 1,0-1,0 0,0 0,0 1,0-1,41 69,-28-19,-14-45,1 0,-1 0,2-1,-1 1,1 0,-1-1,2 0,-1 1,0-1,1 0,0 0,0 0,1 0,-1-1,1 1,0-1,0 0,1 0,-1-1,1 1,4 2,2-4,0 0,0-1,0 0,0-1,0 0,0-1,1 0,-2-1,1 0,0 0,0-1,-1-1,1 0,-1 0,0-1,-1 0,1-1,4-3,64-49,-53 32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4:36.526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C114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2704 6057,'0'0</inkml:trace>
  <inkml:trace contextRef="#ctx0" brushRef="#br0" timeOffset="8165.103">5804 540,'-17'36,"-266"441,131-231,-789 1254,368-705,-70 83,167-281,429-536,2 2,-32 62,60-109,21-34,3-4</inkml:trace>
  <inkml:trace contextRef="#ctx0" brushRef="#br0" timeOffset="9662.037">4165 2670,'1'0,"-1"0,1 0,-1 0,1 0,-1 1,1-1,-1 0,0 0,1 0,-1 0,1 1,-1-1,1 0,-1 0,0 1,1-1,-1 0,0 1,1-1,-1 0,0 1,1-1,-1 1,0-1,0 0,0 1,1-1,-1 1,0-1,0 1,0-1,0 1,0-1,0 1,0-1,0 1,0-1,0 0,0 1,0-1,0 1,0-1,0 1,-1-1,1 1,0-1,0 1,-1-1,1 0,0 1,0-1,-1 0,1 1,0-1,-1 0,1 1,0-1,-1 0,1 0,-1 1,1-1,-1 0,18-6,0-2,-1 0,0 0,0-2,-1 0,3-3,8-5,-10 7,53-36,2 3,1 3,31-9,-19 21,-83 29,0 0,0 0,1 1,-1-1,0 1,-1-1,1 1,0-1,0 1,0 0,0-1,0 1,0 0,-1 0,1-1,0 1,-1 0,1 0,-1 0,1 0,-1 0,1 0,-1 0,0 0,1 0,-1 0,0 0,0 0,0 1,0-1,0 0,0 0,0 0,0 0,0 0,0 0,-1 0,1 0,0 0,-1 1,1 4,-3 52,-3 1,-3-1,-1-1,-8 14,-1 19,-28 129,40-199,-3-32,6 3</inkml:trace>
  <inkml:trace contextRef="#ctx0" brushRef="#br0" timeOffset="11178.602">274 7887,'4'3,"5"2,2 1,4 1,7 0,6-1,6-2,4 1,4-1,3 0,-3-2,0 2,-6 0,-4-1,-7-1</inkml:trace>
  <inkml:trace contextRef="#ctx0" brushRef="#br0" timeOffset="11696.3">629 6985,'-9'70,"4"1,2 0,7 64,23 339,-27-469,-8 34,7-40,-1 0,1 0,0 0,0 0,0 0,0 0,0 0,0 0,0-1,1 1,-1 0,0-1,1 1,-1 0,1-1,-1 1,1-1,-1 1,1-1,0 1,0-1,0 1,0-1,0 1,-3-23,1-1</inkml:trace>
  <inkml:trace contextRef="#ctx0" brushRef="#br0" timeOffset="17030.753">601 7013,'-1'-2,"0"2,1-1,0 1,-1 0,1-1,-1 1,1 0,0-1,-1 1,1 0,0-1,-1 1,1-1,0 1,-1-1,1 1,0-1,0 1,0-1,0 1,-1-1,1 1,0-1,0 1,0-1,0 1,0-1,0 1,0-1,1 1,-1-1,0 1,0-1,0 1,0-1,1 1,-1-1,0 1,0-1,1 1,-1 0,0-1,1 1,-1-1,0 1,1 0,-1-1,1 1,-1 0,1 0,-1-1,0 1,1 0,-1 0,1 0,-1-1,1 1,0 0,-1 0,1 0,-1 0,372 25,-235-22,-136-3,-1 0,1 1,0-1,0 0,0 0,0 0,0 1,0-1,-1 0,1 1,0-1,0 1,0-1,-1 1,1-1,0 1,-1-1,1 1,-1 0,1-1,0 1,-1 0,1 0,-1-1,0 1,1 0,-1 0,0 0,1 0,-1 0,0-1,0 1,0 0,0 0,0 0,0 0,0 0,0 0,0 0,0-1,0 1,-18 40,7-19,5 0,2 1,1-1,1 1,1 0,1 0,0-1,2 1,3 14,2 37,-3 64,-6 0,-19 135,19-261,1-9,0 0,0 0,0 1,1-1,0 0,-1 1,1-1,0 1,1-1,-1 0,0 1,1-1,0 0,0 0,0 1,0-1,2 3,34-15,-27 3,5 2,1 1,-1 0,0 1,1 1,-1 0,1 2,13 1,11-1,344-11,-365 9,115 4,-133-2,0 0,1-1,-1 1,1-1,-1 1,1-1,-1 0,1 1,-1-1,1 0,0 0,-1 0,1 0,-1-1,1 1,-1 0,1-1,-1 1,1 0,-1-1,1 0,-1 1,0-1,1 0,-1 0,0 0,0 0,1 0,-1 0,0 0,0 0,0 0,0-1,-1 1,1 0,0-1,0 1,-1-1,1 1,-1-1,1 1,-1-1,0 1,1-1,-1 1,0-2,-7-210,-28-139,33 278,3-1,11-70,-11 143,-1 0,0 1,1-1,0 0,-1 0,1 0,0 1,0-1,0 0,0 1,0-1,0 1,1-1,-1 1,0-1,1 1,-1 0,1 0,0 0,-1 0,1 0,0 0,-1 0,1 1,0-1,0 1,0-1,0 1,0-1,-1 1,1 0,0 0,0 0,0 0,0 1,0-1,0 0,0 1,0-1,7 0,106-8,-1-4,89-24,-144 25,-58 11,0-1,0 1,0 0,0-1,0 1,0 0,0-1,1 1,-1 0,0 0,0 0,0 0,0 0,0 0,0 0,0 0,1 1,-1-1,0 0,0 1,0-1,0 1,0-1,0 1,0-1,0 1,-1 0,1-1,0 1,0 0,0 0,-1 0,1 0,0 0,-1-1,1 1,-1 0,1 0,-1 1,1-1,-1 0,0 0,0 0,1 0,-1 0,0 0,0 0,0 0,0 1,0-1,-1 0,1 0,0 1,-20 205,-15 214,30-375,1 0,3 1,5 38,-5-83,1 1,0-1,-1 0,1 0,0 1,1-1,-1 0,0 0,1 1,-1-1,1 0,0 0,-1 0,1 0,0 0,1 0,-1 0,0 0,0 0,1 0,-1 0,1-1,-1 1,1-1,0 1,0-1,0 0,0 0,0 0,0 0,0 0,0 0,0 0,0-1,0 1,1-1,-1 1,0-1,0 0,1 0,-1 0,0 0,1 0,0-1,95-41,-27 28,1 3,1 3,0 4,60 4,-113 0,262-2,-217-12,-64 13,-1-1,1 0,0 0,-1 1,1-1,-1 0,0 0,0 0,0 0,1 1,-2-1,1 0,0 0,0 0,0 0,-1 1,1-1,-1 0,0 0,1 1,-1-1,0 0,0 1,-1-2,-3-11,-6-40,3 0,3 0,1-18,2 31,-15-428,4 394,13 74,1 0,0-1,-1 1,1 0,0 0,0 0,-1 0,1 0,0 0,0 0,0 0,0 0,0 1,0-1,1 0,-1 1,0-1,0 0,1 1,-1 0,0-1,0 1,1 0,-1-1,0 1,1 0,-1 0,0 0,1 0,-1 1,0-1,1 0,-1 0,0 1,1-1,-1 1,0-1,0 1,0 0,1 0,10 0,400 5,-404-6,-7 0,1-1,0 1,0-1,0 1,0 0,0 0,-1 0,1 0,0 0,0 0,0 0,0 1,0-1,-1 1,1-1,0 1,0 0,-1 0,1 0,0 0,-1 0,1 0,-1 0,1 0,-1 0,0 1,0-1,1 1,-1-1,0 1,0-1,0 1,-1 0,1-1,0 2,0 65,8 142,-10-159,2 1,2-1,10 46,-2-50,-3-11,-1 1,-1-1,-2 1,-2 1,-11 30,8-66,0-1,1 0,0 1,-1-1,1 0,0 1,0-1,0 1,-1-1,1 0,1 1,-1-1,0 1,0-1,1 0,-1 1,0-1,1 0,-1 1,1-1,0 0,-1 0,1 0,0 1,0-1,0 0,0 0,0 0,0 0,0 0,0-1,0 1,0 0,1 0,-1-1,0 1,1-1,-1 1,0-1,1 0,-1 1,0-1,1 0,0 0,68-3,-68 2,288-19,69 28,-187-5,-170-2,-1-1,0 0,1 0,-1 1,0-1,1 0,-1 0,1 0,-1-1,0 1,1 0,-1 0,0-1,1 1,-1-1,0 1,1-1,-1 0,0 1,0-1,0 0,0 0,0 0,0 0,0 0,0 0,0 0,0 0,0 0,-1 0,1-1,0 1,-1 0,1 0,-1-1,1 1,-1 0,0-1,0 1,1 0,-1-2,-29-153,11-32,8 64,-6 1,-22-84,28 177,8 25,-1 0,1 1,0-1,1 0,-1 0,1 0,0 0,0 0,1-1,0 1,-1 0,2 0,-1 0,1 0,-1-1,1 1,1 0,1-4,-1 7,1 1,0-1,0 1,0 0,0 0,0 0,0 0,0 1,1-1,-1 1,0-1,0 1,0 0,1 1,-1-1,0 0,0 1,0 0,0 0,1 0,-1 0,0 0,10 2,59 6,0-3,52-4,81 7,-203-10,0 1,0 0,0 0,0 0,0 0,0 0,0 0,0 0,0 1,-1-1,1 1,0-1,0 1,0 0,-1-1,1 1,0 0,-1 0,1 1,0-1,-1 0,0 0,1 1,-1-1,0 1,0-1,1 1,-1-1,0 1,-1 0,1 0,0-1,0 1,-1 0,1 0,-1 0,0 0,1 0,-1 0,0-1,0 2,-29 145,33 73,2-100,9 199,-16-316,1-1,0 1,0-1,0 1,0-1,1 1,-1-1,1 1,0-1,0 0,0 1,1-1,-1 0,1 0,0 0,-1 0,1 0,1 0,-1 0,0-1,1 1,-1-1,1 0,0 1,0-1,0-1,0 1,0 0,0-1,0 1,1-1,-1 0,1 0,-1 0,1-1,3 1,166-24,186 17,-225 7,206 0,-398 7,33-6</inkml:trace>
  <inkml:trace contextRef="#ctx0" brushRef="#br0" timeOffset="17994.005">587 8379,'0'7,"0"7,0 10,0 15,0 20,0 18,0 21,0 18,0 14,0 9,0 1,0-4,0-26</inkml:trace>
  <inkml:trace contextRef="#ctx0" brushRef="#br0" timeOffset="19011.238">1898 8420,'3'14,"0"16,2 19,3 20,0 17,0 14,0 17,0 10,-1 8,-1 4,-3-4,-1-23</inkml:trace>
  <inkml:trace contextRef="#ctx0" brushRef="#br0" timeOffset="20123.439">0 9034,'263'14,"-149"-11,30 2,857 7,-734-23,124-7,1 17,174 31,-489-27,-87-8,-4 3</inkml:trace>
  <inkml:trace contextRef="#ctx0" brushRef="#br0" timeOffset="21114.448">2212 8911,'-60'27,"20"-13,17-7,1 1,1 1,-1 1,1 0,-19 14,39-23,0-1,0 1,-1 0,1-1,0 1,0 0,0 0,0-1,0 1,0 0,0 0,1 0,-1 0,0 0,0 0,1 1,-1-1,1 0,-1 0,1 0,-1 1,1-1,0 0,0 0,-1 1,1-1,0 0,0 1,0-1,1 0,-1 0,0 1,0-1,1 0,-1 0,0 1,1-1,0 0,-1 0,1 0,0 0,-1 0,1 0,0 0,0 0,0 0,0 0,0 0,0 0,0-1,0 1,0 0,0-1,0 1,1 0,93 35,-79-32,-1 0,0 2,-1 0,1 0,-1 1,-1 1,1 0,-1 2,49 27,-60-36,-1-1,1 1,0-1,0 1,0-1,0 0,0 0,0 0,-1 0,1 0,0 0,0 0,0-1,0 1,0-1,0 1,-1-1,1 0,0 0,-1 0,1 0,0 0,-1 0,1 0,-1 0,1-1,-1 1,0-1,0 1,0-1,0 1,0-1,0 0,0 1,1-3,1-3,-1 0,0 0,0-1,0 1,-1-1,0 0,0 1,-1-1,0 0,0 0,-1 1,0-1,0 0,-1 1,-2-7,-49-108,49 115,-10-19,2 4</inkml:trace>
  <inkml:trace contextRef="#ctx0" brushRef="#br0" timeOffset="22008.401">301 8925,'30'9,"104"60,-115-60,-2-2,0 1,0 0,-1 2,0 0,-1 0,14 14,-28-23,-1 1,1-1,0 1,-1 0,1 0,-1-1,1 1,-1 0,0 0,0 0,0 0,0-1,0 1,0 0,0 0,-1 0,1-1,0 1,-1 0,0 0,1-1,-1 1,0-1,0 1,0 0,0-1,0 0,0 1,-1-1,1 0,0 1,-1-1,1 0,-1 0,1 0,-1 0,0 0,1-1,-1 1,0 0,1-1,-1 1,0-1,0 0,-1 2,-107 57,84-48,1 2,0 0,1 2,0 1,1 1,1 1,0 1,2 6,7-4</inkml:trace>
  <inkml:trace contextRef="#ctx0" brushRef="#br0" timeOffset="22907.555">929 10222,'0'16,"-2"15,-2 11,-1 11,0 4,-2 6,0 0,0-3,0-5,2-7,-1-10,1-10</inkml:trace>
  <inkml:trace contextRef="#ctx0" brushRef="#br0" timeOffset="23274.644">533 10222,'0'-2,"2"-1,6 0,8 3,13 1,16 1,16-2,14-4,8-6,2-3,-2 0,-8 1,-13 1,-14 3,-17 3,-17 3,-15 0,-8 2</inkml:trace>
  <inkml:trace contextRef="#ctx0" brushRef="#br0" timeOffset="24273.426">1325 10495,'-3'0,"2"0,4 0,5 0,9 0,8-2,7-1,3-3,2 1,0 0,-5 2,-7 5,-8 3</inkml:trace>
  <inkml:trace contextRef="#ctx0" brushRef="#br0" timeOffset="24526.749">1284 10700,'16'3,"13"0,8-1,7-1,5-5,4-1,2 0,-4 2,-10 0</inkml:trace>
  <inkml:trace contextRef="#ctx0" brushRef="#br0" timeOffset="25322.653">2063 10550,'186'-244,"-185"244,-1-1,0 1,0-1,0 0,0 1,0-1,1 1,-1-1,0 1,0-1,0 1,1-1,-1 1,0-1,0 1,1-1,-1 1,0 0,1-1,-1 1,1-1,-1 1,1 0,-1-1,0 1,1 0,-1 0,1-1,-1 1,1 0,0 0,-1 0,1 0,-1 0,1-1,-1 1,1 0,-1 0,1 0,0 1,-1-1,1 0,-1 0,1 0,-1 0,1 0,-1 1,-29 150,16 97,11-150,-4-55,0-30</inkml:trace>
  <inkml:trace contextRef="#ctx0" brushRef="#br0" timeOffset="25560.847">2103 10850,'-5'0,"4"0,6-2,7-1,8 0,8-2,4 0,4 1,-1 2,2 0,-1 1,-1 0,-4 1</inkml:trace>
  <inkml:trace contextRef="#ctx0" brushRef="#br0" timeOffset="26492.459">2690 10714,'23'-46,"12"-27,4 1,2 2,23-25,-64 94,20-21,-20 21,1 1,-1 0,0-1,0 1,0 0,1-1,-1 1,0 0,0 0,1-1,-1 1,0 0,1 0,-1-1,0 1,1 0,-1 0,0 0,1 0,-1 0,1-1,-1 1,0 0,1 0,-1 0,1 0,-1 0,0 0,1 0,-1 0,0 0,1 0,-1 1,1-1,-1 0,0 0,1 0,-1 0,0 1,1-1,-1 0,0 0,1 1,-1-1,0 0,0 0,1 1,-1-1,0 0,0 1,0-1,1 0,-1 1,0-1,0 0,0 1,0-1,0 1,0-1,-1 134,1-122,0 0,2 0,-1 0,1 0,1 0,0 0,1-1,0 1,1-1,0 0,1-1,0 1,1-1,0 0,0 0,7 5,-6-7,-7-8,0 0,0 0,0 0,0 1,0-1,0 1,0-1,0 1,0-1,0 1,0-1,0 1,0 0,0 0,0-1,-1 1,1 0,0 0,0 0,-1 0,1 0,-1 0,1 0,-1 0,1 0,-1 0,0 0,0 0,1 0,-1 0,0 1,0-1,0 0,0 0,0 0,0 0,-1 0,1 0,0 0,0 1,-1-1,1 0,-1 0,1 0,-1 0,1 0,-1 0,0-1,1 1,-1 0,0 0,0 0,0-1,0 1,-131 18,147-17,2-2</inkml:trace>
  <inkml:trace contextRef="#ctx0" brushRef="#br0" timeOffset="127246.669">9928 7000,'31'10,"278"-7,320-3,-611 0</inkml:trace>
  <inkml:trace contextRef="#ctx0" brushRef="#br0" timeOffset="128446.981">11034 6316,'-8'79,"3"0,4 0,3 0,4 6,1 27,11 163,-12 0,-13 21,-12 149,19-442,-1-3,1 1,0 0,-1 0,1 0,-1 0,1 0,0 0,0 0,-1 0,1 0,0 0,0 0,0 0,0 0,0 0,0 0,1 0,-1 0,0 0,0-1,1 1,-1 0,1 0,-1 0,0 0,1 0,0 0,-1-1,1 1,-1 0,1 0,0-1,0 1,-1 0,1-1,0 1,0-1,0 1,0-1,0 0,0 1,0-1,-1 0,1 0,0 1,0-1,0 0,0 0,0 0,0 0,0 0,1 0,10-6,-1 1,1 1,1 0,-1 1,0 1,1-1,0 2,-1 0,10 0,0 0,769-62,74-28,-748 86,-126 5</inkml:trace>
  <inkml:trace contextRef="#ctx0" brushRef="#br0" timeOffset="129864.439">11143 6125,'669'-10,"20"42,212 2,-700-34,-165 4,-54 15,16-17,-1 0,0 0,1 0,-1 0,1 1,0-1,0 1,0 0,0 0,0 0,0 0,1 0,0 0,-1 0,1 0,0 0,1 1,-1-1,0 0,1 1,0-1,0 1,0-1,0 2,-9 296,-1-148,7 1,7-1,15 79,60 382,-57-452,-21-161,-1 1,1 0,-1-1,0 1,0-1,0 1,0 0,0-1,0 1,0 0,-1-1,1 1,0-1,-1 1,1-1,-1 1,0-1,0 1,1-1,-1 1,0-1,0 0,0 0,0 1,-1-1,1 0,0 0,0 0,-1 0,1 0,-1-1,1 1,-1 0,1-1,-1 1,1 0,-1-1,1 0,-1 1,0-1,1 0,-1 0,1 0,-1 0,0 0,-1-1,-8 0,-1 0,1-1,0 0,0-1,0 0,0-1,0 0,-7-4,-52-17,9 15,0 3,-1 3,1 3,-2 2,11-1,-38 0</inkml:trace>
  <inkml:trace contextRef="#ctx0" brushRef="#br0" timeOffset="130573.856">11880 7217,'-22'-434,"13"392,6 44,-3 87,6 404,0-461</inkml:trace>
  <inkml:trace contextRef="#ctx0" brushRef="#br0" timeOffset="130996.063">12058 7149,'17'26,"-13"-16,1-1,0-1,0 1,1-1,0 0,1 0,-1-1,2 1,-1-2,1 1,0-1,0 0,0-1,1 0,0 0,0-1,9 4,-14-8,0 0,0 0,0 0,0-1,0 1,0-1,0 0,0 0,0 0,0-1,-1 1,1-1,0 0,-1 0,0 0,1 0,-1-1,0 1,0-1,0 0,-1 0,1 0,0-1,44-82,-42 69,0 0,-2-1,0 1,-2-1,0 1,0-1,-2 0,0 1,-1-1,-1 1,0-1,-1 1,-1 0,-7-14,11 27,-1 0,1 1,-1-1,0 1,0 0,0-1,0 1,-1 0,1 0,-1 1,0-1,0 0,0 1,0 0,0-1,0 1,-1 1,1-1,-1 0,1 1,-1 0,0 0,1 0,-1 0,0 0,0 1,0 0,0 0,1 0,-4 0,-4 4,0 0,1 1,0-1,0 2,0 0,1 0,0 1,0 0,0 0,1 1,0 0,-1 3,7-9,-41 42</inkml:trace>
  <inkml:trace contextRef="#ctx0" brushRef="#br0" timeOffset="131595.495">11253 7054,'18'0,"12"0,4 0,2 0,1-2,-3-1,-3-1,-4 2,-4 0,-9 1,-6 0</inkml:trace>
  <inkml:trace contextRef="#ctx0" brushRef="#br0" timeOffset="131841.842">11349 6781,'-5'11,"-1"12,-2 5,0 6,-1 1,2-5</inkml:trace>
  <inkml:trace contextRef="#ctx0" brushRef="#br0" timeOffset="132090.165">11334 7381,'-6'17,"-4"9,2 3,1-1,4-5,8-7,7-11,1-6</inkml:trace>
  <inkml:trace contextRef="#ctx0" brushRef="#br0" timeOffset="133095.155">13574 7149,'158'0,"555"11,-598 1,-106-10,-8 0</inkml:trace>
  <inkml:trace contextRef="#ctx0" brushRef="#br0" timeOffset="134199.898">14598 6412,'0'0,"0"-1,0 1,0 0,0-1,-1 1,1-1,0 1,0 0,0-1,0 1,0-1,0 1,0 0,0-1,0 1,0-1,0 1,1-1,-1 1,0 0,0-1,0 1,0 0,1-1,-1 1,0-1,0 1,1 0,-1 0,0-1,0 1,1 0,-1-1,1 1,-1 0,0 0,1 0,-1-1,0 1,1 0,-1 0,1 0,-1 0,0 0,1 0,-1 0,1 0,-1 0,1 0,-1 0,0 0,1 0,-1 0,1 0,-1 0,0 0,1 1,-1-1,1 0,-1 0,0 0,1 1,-1-1,0 0,1 0,-1 1,0-1,0 0,1 1,-1-1,3 35,-4 16,0 182,14 64,48 168,-35-300,-5 82,-20-239,7 56,-7-62,-1-1,1 1,-1-1,1 1,0 0,-1-1,1 0,0 1,0-1,0 1,0-1,0 0,0 0,1 0,-1 1,0-1,1 0,-1-1,1 1,-1 0,1 0,-1-1,1 1,-1 0,1-1,-1 0,1 1,0-1,-1 0,1 0,0 0,0 0,-1 0,2-1,148-47,-93 42,1 2,-1 2,21 4,-1 0,1163-29,-1075 35,-150-6,-24-1,-6-4</inkml:trace>
  <inkml:trace contextRef="#ctx0" brushRef="#br0" timeOffset="135705.792">14626 6316,'-1'-64,"0"21,1-1,3 1,5-29,-8 71,1 0,-1 0,0-1,1 1,0 0,-1 0,1 0,0 0,-1 0,1-1,0 1,0 1,0-1,0 0,0 0,0 0,0 0,0 1,1-1,-1 1,0-1,0 1,1-1,-1 1,0-1,0 1,1 0,-1 0,0 0,1 0,-1 0,0 0,1 0,-1 0,0 1,1-1,-1 0,0 1,0-1,1 1,-1-1,0 1,0 0,0-1,0 1,0 0,0 0,1 1,10 2,42 9,0-2,1-2,0-3,0-2,47-4,-83 0,922-18,-43-41,-649 54,-247 4,0 1,0 0,0 0,0 0,0 0,0 0,0 1,0-1,0 1,0-1,0 1,0 0,0-1,0 1,-1 0,1 0,0 0,-1 1,1-1,-1 0,1 1,-1-1,0 1,1-1,-1 1,0 0,0-1,0 1,0 0,0 0,-1-1,1 1,0 0,-1 0,5 131,11 53,30 133,-5-47,-20-74,-6-52,32 141,-30-220,-3-14,-1 2,-3-1,-3 1,-2 0,-1 50,3-136,-5 10</inkml:trace>
  <inkml:trace contextRef="#ctx0" brushRef="#br0" timeOffset="136342.603">15309 7109,'2'0,"3"-3,8 0,9 0,7 1,8-2,7-1,4 0,2-1,-3 1,-2 2,-6-1,-11 0</inkml:trace>
  <inkml:trace contextRef="#ctx0" brushRef="#br0" timeOffset="136590.968">15431 6822,'-4'0,"-2"2,2 4,5 4,4 4,1 1,0-1</inkml:trace>
  <inkml:trace contextRef="#ctx0" brushRef="#br0" timeOffset="136765.112">15554 7259,'-4'16,"-2"10,0 3,1-1,4-5,4-9,5-12,2-11,2-5,0-2</inkml:trace>
  <inkml:trace contextRef="#ctx0" brushRef="#br0" timeOffset="137445.272">16374 6808,'-3'-6,"0"1,0 0,0 0,0 1,-1-1,0 1,0-1,0 1,-1 1,0-1,1 1,-1-1,0 1,0 0,-1 1,1 0,-1 0,1 0,-1 0,0 1,1 0,-1 0,0 0,0 1,0 0,0 0,1 0,-1 1,-6 1,1 1,-1-1,1 2,0 0,0 0,0 1,1 0,-1 1,1 0,0 1,1 0,0 0,0 1,1 0,-5 6,3-2,2 1,0 0,0 0,1 1,1 0,0 0,1 1,0-1,2 1,-1 0,2 0,0 1,1-1,0 0,1 0,1 1,1-1,0 0,0 0,3 4,1 6,2 0,0-1,2 0,1 0,0-1,2-1,1 0,0-1,2 0,0-1,14 12,-27-27,1 0,0-1,0 1,0-1,0 0,1-1,0 1,0-1,0 1,0-2,0 1,0 0,1-1,-1 0,1 0,0-1,-1 0,1 0,0 0,0 0,0-1,0 0,0-1,-1 1,1-1,0 0,0 0,-1-1,1 0,0 0,-1 0,2-1,-1-3,1-1,-2 1,1-1,-1 0,0-1,0 1,-1-1,0 0,0 0,-1 0,0-1,0 1,-1-1,0 1,-1-1,0 0,0 0,-1 0,0 0,-1 0,1 1,-2-1,0-1,1 5,0 1,0-1,-1 1,1 0,-1 0,0 0,0 0,-1 0,1 0,-1 0,0 1,0-1,0 1,-1 0,1 0,-1 0,0 0,1 1,-1-1,0 1,-1 0,1 0,0 1,0-1,-1 1,1 0,-1 0,1 0,-2 1,-4-1,0 1,0 0,-1 0,1 1,0 0,0 1,0 0,0 1,1 0,-1 0,1 1,-9 5,11-6,0 1,0 0,1 0,-1 1,1-1,0 1,0 1,0-1,1 1,0 0,0 1,0-1,1 1,0 0,0 0,1 0,0 0,0 1,1-1,0 1,0 0,1-1,0 1,0 0,1 0,0 3,8 21</inkml:trace>
  <inkml:trace contextRef="#ctx0" brushRef="#br0" timeOffset="138593.922">16593 7859,'137'16,"125"24,-251-37,47 12,0-2,1-2,1-4,18 0,-45-8,-24 0,-1 0,1 1,-1 0,1 1,-1 0,1 0,-1 1,1 0,5 2,-13-2,-2-1</inkml:trace>
  <inkml:trace contextRef="#ctx0" brushRef="#br0" timeOffset="139630.419">14011 6985,'-6'-8,"-7"-12,13 20,0-1,0 1,0-1,0 1,0 0,0-1,0 1,0-1,1 1,-1 0,0-1,0 1,0-1,0 1,1 0,-1-1,0 1,0 0,1-1,-1 1,0 0,1-1,-1 1,0 0,1 0,-1 0,0-1,1 1,-1 0,0 0,1 0,-1 0,1 0,-1-1,1 1,-1 0,0 0,1 0,-1 0,1 0,-1 0,0 1,1-1,-1 0,1 0,-1 0,0 0,1 0,-1 0,1 1,-1-1,1 0,14 4,1 1,-1 0,1 1,-1 0,-1 1,0 1,0 0,0 1,-1 1,0 0,8 8,24 31,-44-48,1 1,-2 0,1-1,0 1,0 0,0 0,-1 0,1 0,-1 0,0 0,1 0,-1 0,0-1,0 1,0 0,0 0,-1 0,1 0,0 0,-1 0,0 0,1 0,-1 0,0-1,0 1,0 0,0-1,0 1,0 0,0-1,-2 2,-151 135,93-50,50-66</inkml:trace>
  <inkml:trace contextRef="#ctx0" brushRef="#br0" timeOffset="140874.068">10092 6835,'-1'-4,"8"-3,78 31,-58-14,-12-6,1 1,-1 1,-1 0,1 1,-1 0,0 1,-1 1,1 1,10 9,-22-17,-1 0,1 0,0 0,-1 0,0 1,1-1,-1 0,0 1,0-1,0 1,0-1,-1 1,1-1,-1 1,1 0,-1-1,0 1,0-1,0 1,0 0,-1-1,1 1,-1-1,0 1,1 0,-1-1,0 0,-1 1,1-1,0 0,-1 1,1-1,-1 0,1 0,-3 1,-74 62,70-61,-58 39,38-25</inkml:trace>
  <inkml:trace contextRef="#ctx0" brushRef="#br0" timeOffset="142124.976">8727 7040,'462'-26,"247"25,-714 1</inkml:trace>
  <inkml:trace contextRef="#ctx0" brushRef="#br0" timeOffset="143874.335">17426 6985,'63'0,"181"0,133 22,60 27,-401-39,-39-5</inkml:trace>
  <inkml:trace contextRef="#ctx0" brushRef="#br0" timeOffset="144929.078">11812 8160,'0'21,"3"18,0 17,5 15,3 14,2 11,3 10,2 8,-1 8,-2 6,-5 3,-3-22</inkml:trace>
  <inkml:trace contextRef="#ctx0" brushRef="#br0" timeOffset="145396.252">11772 8228,'9'16,"8"8,3 5,4-1,1-3,-1-2,0-4,-1-3,-3-1,-2-1,-2-1,-1 0,-1-2,-1-3,0-3,-2-3</inkml:trace>
  <inkml:trace contextRef="#ctx0" brushRef="#br0" timeOffset="145864.448">12182 8256,'-235'286,"227"-277,19-22,-3 5,49-61,-3-2,14-29,-59 85,31-35,-39 50,1 1,0-1,-1 0,1 1,-1-1,1 1,-1-1,1 1,-1 0,0 0,1 0,-1 0,0 0,0 0,0 0,1 0,-1 0,0 0,0 1,-1-1,1 0,0 1,0-1,-1 1,1-1,-1 1,1-1,-1 1,1-1,-1 1,0-1,0 1,0 0,0-1,0 2,0 0,12 58,-3 0,-2 0,-3 16,-1-31,10 206,-4-43,10 0,27 116,-29-248</inkml:trace>
  <inkml:trace contextRef="#ctx0" brushRef="#br0" timeOffset="146717.785">15773 8037,'0'19,"0"19,0 21,0 17,2 21,4 13,2 12,3 6,1 2,4-5,1-7,3-12,-3-24</inkml:trace>
  <inkml:trace contextRef="#ctx0" brushRef="#br0" timeOffset="147241.149">15828 8065,'0'14,"2"9,3 5,4 3,4 0,4-2,5-4,3-4,2-3,-2-5,0-4,-2-4,-5-3</inkml:trace>
  <inkml:trace contextRef="#ctx0" brushRef="#br0" timeOffset="147698.398">16115 8092,'-25'23,"2"1,0 0,2 2,1 1,1 1,-9 18,22-25,22-19,-2-13,0 1,-1-2,0 0,-1-1,-1 0,0-1,0 0,-2 0,6-11,46-103,-54 116,-8 29,-40 320,3 260,38-500,5 0,3 0,5-1,9 24,-1-34</inkml:trace>
  <inkml:trace contextRef="#ctx0" brushRef="#br0" timeOffset="148156.23">15609 8979,'7'21,"9"19,9 16,7 12,8 9,6 3,5 0,2-6,2-5,-1-7,-6-10,-6-14,-10-13</inkml:trace>
  <inkml:trace contextRef="#ctx0" brushRef="#br0" timeOffset="148394.103">16415 9102,'0'-7,"-7"3,-9 8,-12 18,-9 19,-11 19,-7 17,-2 18,-4 10,-3 4,10-17</inkml:trace>
  <inkml:trace contextRef="#ctx0" brushRef="#br0" timeOffset="149274.085">12018 9157,'0'7,"0"7,0 10,0 13,0 9,0 11,-3 5,0 4,1-1,-1-1,2-6,0-11</inkml:trace>
  <inkml:trace contextRef="#ctx0" brushRef="#br0" timeOffset="149596.757">11703 9471,'2'16,"6"15,8 14,9 10,9 11,8 7,6 3,4 0,6-1,1-6,-2-8,-1-12,-4-15,-5-12,-5-16,-8-8</inkml:trace>
  <inkml:trace contextRef="#ctx0" brushRef="#br0" timeOffset="149843.096">12660 9444,'2'-16,"3"-11,1-2,-3 3,-4 12,-9 16,-10 20,-11 20,-9 20,-8 17,-6 16,-4 13,1 9,1 6,10-19</inkml:trace>
  <inkml:trace contextRef="#ctx0" brushRef="#br0" timeOffset="155595.188">18613 7040,'-15'0,"19"0,100-1,-20-1,1 3,72 12,-142-10,-11-2</inkml:trace>
  <inkml:trace contextRef="#ctx0" brushRef="#br0" timeOffset="156430.05">19132 6412,'-13'28,"6"22,3 1,1 0,3 0,3-1,5 37,-4-46,38 775,-38-557,-4-256,-1 0,1 0,0 0,0 0,1 0,-1 0,1 0,-1 0,1 0,0-1,0 1,0 0,0-1,1 1,-1 0,1-1,-1 0,1 1,0-1,0 0,0 0,0 0,1 0,-1 0,0 0,1-1,-1 1,1-1,0 0,-1 0,1 0,0 0,1 0,276-13,509-21,-295 33,-448-5,-70-2,-56 0,60 4</inkml:trace>
  <inkml:trace contextRef="#ctx0" brushRef="#br0" timeOffset="158072.157">19077 6289,'-2'-2,"0"-1,-1 0,1 1,0-1,0 0,0 0,1-1,-1 1,1 0,-1 0,1-1,0 1,1-1,-1 1,1-1,-1 1,1-1,0 0,0 1,1-1,-1 1,1-1,-1 1,1-1,0 1,1 0,-1-1,1 1,-1 0,1 0,0 0,0 0,0 0,0 0,1 1,-1-1,1 1,0-1,-1 1,1 0,2-1,13 0,0 0,1 1,-1 1,1 0,-1 2,1 0,-1 1,6 2,21 1,479 24,336-31,-256-47,-514 37,-85 11,-3 0,-1 1,1-1,0 0,0 1,-1-1,1 1,0 0,0 0,0-1,0 1,0 0,0 1,-1-1,1 0,0 1,0-1,0 1,-1-1,1 1,0 0,0-1,-1 1,1 0,-1 0,1 1,-1-1,1 0,-1 0,0 1,1-1,-1 1,0-1,0 1,0-1,0 1,0 0,0 0,0 10,0 0,-1 0,0 0,0 0,-2 0,1 0,-4 10,1 2,-13 111,7 0,5 1,9 88,5-125,5 1,4-2,4-1,18 47,-24-92,-1-9,-3-1,-1 2,-2 0,-2 0,-1 14,-7-46,-1 0,1 0,-2 0,0 0,0-1,-1 1,0-1,-1 0,0 0,-1-1,-1 2,-15 32,19-41,-1 0,1 0,0 0,-1-1,0 1,1-1,-1 0,0 0,0 0,0 0,0-1,-1 0,1 0,0 0,-1 0,1-1,0 1,-1-1,1 0,-1-1,1 1,0-1,-1 0,-2-1,-14 1,-243-15,155 7</inkml:trace>
  <inkml:trace contextRef="#ctx0" brushRef="#br0" timeOffset="158608.847">19651 7177,'5'-2,"3"-2,6 1,7 1,7 0,5 1,7 0,4 1,-2 0,0 0,-6 0,-8 0</inkml:trace>
  <inkml:trace contextRef="#ctx0" brushRef="#br0" timeOffset="158859.18">19761 6877,'-3'4,"0"7,0 3,3 2,4 3,3 0,1-2</inkml:trace>
  <inkml:trace contextRef="#ctx0" brushRef="#br0" timeOffset="159108.395">19829 7368,'-7'9,"0"4,3-1,3-3</inkml:trace>
  <inkml:trace contextRef="#ctx0" brushRef="#br0" timeOffset="159361.716">20156 7272,'7'-61,"-3"0,-3 0,-2 0,-8-51,-3 82,9 59,1 1,1-1,2 1,4 27,-3-32,4 57,4-1,15 59,-17-108</inkml:trace>
  <inkml:trace contextRef="#ctx0" brushRef="#br0" timeOffset="159758.662">20416 7272,'3'5,"-1"-1,1 1,0-1,0 1,1-1,-1 0,1-1,0 1,0-1,0 1,1-1,-1 0,1-1,0 1,-1-1,1 0,0 0,0 0,0-1,1 0,-1 0,0 0,0-1,1 1,-1-1,0-1,1 1,-1-1,0 0,0 0,1 0,-1-1,0 1,0-1,-1-1,1 1,0-1,-1 0,1 0,-1 0,0 0,0-1,0 0,-1 0,1 0,-1 0,1-1,-1-2,1 0,-1-1,0 1,-1-1,1 1,-1-1,-1 0,0 0,0 0,-1 0,1 0,-2 0,1 0,-1 0,-1 0,1 0,-1 0,0 0,-1 1,0-1,0 1,-1 0,0 0,0 0,-1 0,1 1,-2 0,1 0,-1 0,1 0,-1 1,-1 0,1 1,-8-5,6 4,0 1,0 0,-1 0,1 0,-1 1,0 1,0-1,-1 2,1-1,0 1,0 0,-1 1,1 0,0 1,-1 0,1 0,0 1,0 0,0 1,0 0,0 0,1 1,-1 0,1 1,0-1,0 2,1-1,-1 1,1 0,0 0,1 1,0 0,0 0,0 1,0 2,3-5,1 1,0 0,0 0,1 1,0-1,0 0,0 0,1 1,0-1,0 0,1 1,0-1,0 0,0 0,0 0,1 1,0-2,1 1,-1 0,1 0,0-1,1 1,-1-1,1 0,0 0,0-1,1 1,3 2,28 26</inkml:trace>
  <inkml:trace contextRef="#ctx0" brushRef="#br0" timeOffset="160374.019">21467 6958,'21'3,"21"0,17-1,17 1,15-2,7-2,6-1,2-1,-2 1,-6 0,-10 1,-16 0,-16-1,-17-2</inkml:trace>
  <inkml:trace contextRef="#ctx0" brushRef="#br0" timeOffset="161026.082">22587 6276,'-5'41,"1"1,2-1,1 1,4 16,13 90,6 0,6-2,7-1,19 38,29 130,-50-140,-34-171,1-1,0 1,0-1,0 1,0-1,0 0,0 1,0-1,1 1,-1-1,0 1,1-1,-1 0,1 1,0-1,-1 0,1 1,0-1,0 0,0 0,0 0,0 0,0 0,0 0,0 0,0 0,0 0,1-1,-1 1,0 0,1-1,-1 1,0-1,1 1,-1-1,1 0,-1 1,1-1,-1 0,0 0,2 0,121-23,28 13,0 7,19 7,-140-3,268 8,89 4,275-31,-584 7,-79 11,0 0,-1 0,1 0,0 0,0 0,-1 0,1 0,0-1,-1 1,1 0,0 0,0 0,0-1,-1 1,1 0,0 0,0-1,0 1,-1 0,1 0,0-1,0 1,0 0,0-1,0 1,0 0,0 0,0-1,-1 1,1 0,0-1,0 1,0 0,1-1,-1 1,0 0,0-1,0 1,0 0,0 0,0-1,0 1,0 0,1 0,-1-1,0 1,0 0,0 0,1-1,-75-12,28 5</inkml:trace>
  <inkml:trace contextRef="#ctx0" brushRef="#br0" timeOffset="162197.1">22765 6207,'-2'0,"-2"0,23 0,613-15,160-43,-194 9,-350 34,-247 15,0 0,0 0,1 0,-1 0,0 0,0 0,0 1,0-1,0 0,0 0,0 1,0-1,0 1,0-1,0 1,0-1,0 1,0 0,0 0,0-1,0 1,-1 0,1 0,0 0,-1 0,1 0,0 0,-1 0,1 0,-1 0,0 0,1 0,-1 0,0 0,0 0,1 1,-9 43,3-21,1 21,3 0,2 0,2 0,2 0,7 30,0 4,104 810,-61-516,-54-386,-1-3</inkml:trace>
  <inkml:trace contextRef="#ctx0" brushRef="#br0" timeOffset="162846.878">23352 7068,'19'-3,"15"0,13 0,11 1,4-2,0 0,-5-2,-8 0,-11 1</inkml:trace>
  <inkml:trace contextRef="#ctx0" brushRef="#br0" timeOffset="163091.223">23584 6767,'-7'5,"-2"6,0 3,2 4,2 2,2-3</inkml:trace>
  <inkml:trace contextRef="#ctx0" brushRef="#br0" timeOffset="163242.817">23694 7177,'-3'9,"0"4</inkml:trace>
  <inkml:trace contextRef="#ctx0" brushRef="#br0" timeOffset="163695.913">24431 6658,'-8'-5,"-1"0,1 1,-1 0,0 0,0 1,0 0,0 1,-1 0,1 1,-1-1,1 2,-1-1,1 2,-1-1,0 1,1 1,0-1,-1 1,1 1,0 0,0 0,0 1,-4 3,2 3,0 1,1 0,1 0,-1 1,2 0,0 1,0 0,2 0,-1 1,2 0,-1 0,2 0,0 1,1-1,0 1,1 0,1 0,1 0,0 0,0 0,2 2,0 6,0 0,2 0,1-1,0 0,2 0,1 0,0-1,2 0,0 0,1-1,10 13,-13-22,0 0,1-1,0 0,0 0,1-1,0 0,1 0,0-2,0 1,1-1,0-1,0 0,0-1,1 0,0-1,0 0,0-1,0 0,1-1,4-1,-13 0,-1-1,0 0,0-1,0 1,0 0,0-1,0 0,0 0,0 0,0-1,-1 0,1 1,0-1,-1 0,1 0,-1-1,0 1,0-1,0 0,0 0,0 0,-1 0,1 0,-1-1,0 1,0-1,0 1,0-1,-1 0,1 1,-1-1,0 0,0 0,-1 0,1 0,-1 0,0-1,0 1,0 0,0 0,-1 0,0 0,0-2,-2 0,-1 0,1 0,-1 1,-1-1,1 1,-1 0,0 0,0 0,0 0,-1 1,1 0,-1 1,0-1,0 1,-1 0,1 0,-1 1,1 0,-1 0,0 0,0 1,0 0,1 1,-1-1,0 1,0 1,0-1,0 1,-2 1,-12 1,1 2,0 0,0 1,1 1,0 1,0 0,0 2,1 0,1 1,0 1,0 0,-1 4,-36 29</inkml:trace>
  <inkml:trace contextRef="#ctx0" brushRef="#br0" timeOffset="164475.887">20075 8065,'2'14,"1"13,2 15,0 13,0 14,1 14,-1 9,2 7,-1 6,1 1,2-4,1-7,2-11,1-12,0-17,-1-17</inkml:trace>
  <inkml:trace contextRef="#ctx0" brushRef="#br0" timeOffset="164826.947">20101 8160,'7'9,"5"3,5 3,4-3,5-2,4-1,0-2,1-2,-1-2,-1-1,-5-2</inkml:trace>
  <inkml:trace contextRef="#ctx0" brushRef="#br0" timeOffset="165317.216">20511 8105,'-40'30,"1"1,2 2,1 1,-10 15,20-11,26-37,1 0,-1-1,1 1,-1-1,1 1,0-1,-1 1,1-1,-1 1,1-1,0 0,0 1,-1-1,1 0,0 0,-1 0,1 1,0-1,0 0,-1 0,1 0,0 0,0 0,0 0,-1 0,1-1,0 1,-1 0,1 0,0-1,0 1,-1 0,1-1,0 1,-1 0,1-1,-1 1,1-1,0 1,-1-1,1 1,-1-1,1 0,-1 1,0-1,1 0,-1 1,0-1,22-17,0 0,-2-1,0-2,-2 0,0-1,-1 0,-2-2,0 0,-1 0,-2-1,-1-1,0 0,-6 19,-8 25,-28 124,7 1,6 0,6 2,6 27,9-92,3 0,4-1,3 0,3-1,4-1,24 59,-26-87</inkml:trace>
  <inkml:trace contextRef="#ctx0" brushRef="#br0" timeOffset="165659.378">20020 9116,'16'16,"15"13,11 10,13 6,8 2,6-3,-1-3,-2-5,-7-6,-10-8,-10-7,-12-7</inkml:trace>
  <inkml:trace contextRef="#ctx0" brushRef="#br0" timeOffset="165906.406">20785 9075,'-7'-4,"-7"4,-6 11,-4 14,-2 14,0 13,3 9,3 5,4-1,6-2,4-13</inkml:trace>
  <inkml:trace contextRef="#ctx0" brushRef="#br0" timeOffset="166656.352">23721 7859,'0'14,"0"14,0 14,2 11,3 9,4 7,2 6,3 4,3 0,2-1,1-5,-1-6,-4-7,-4-7,-4-10,-3-10,-3-10</inkml:trace>
  <inkml:trace contextRef="#ctx0" brushRef="#br0" timeOffset="166958.062">23789 8105,'-12'-9,"-1"-4,6 6,9 9,9 8,9 9,8 9,7 5,2 0,-1-2,-2-5,-4-4,-5-6,-7-8,-4-10,-4-4</inkml:trace>
  <inkml:trace contextRef="#ctx0" brushRef="#br0" timeOffset="167425.41">24130 8065,'-27'16,"0"0,1 2,1 1,1 2,0 0,2 1,0 2,7 6,15-29,0-1,0 1,0 0,0-1,0 1,1 0,-1-1,0 1,0-1,1 1,-1 0,0-1,1 1,-1-1,1 1,-1-1,1 1,-1-1,1 1,-1-1,1 0,-1 1,1-1,-1 0,1 1,0-1,-1 0,1 0,0 1,-1-1,1 0,0 0,-1 0,1 0,0 0,-1 0,1 0,0 0,-1 0,1 0,0-1,-1 1,1 0,0 0,-1-1,1 1,11-3,1-1,-1-1,0 0,0 0,-1-2,1 1,-2-1,1-1,-1 0,0 0,0-1,-1 0,0-1,-1 0,0 0,-1-1,0 0,0 0,-1-2,41-122,-43 179,5 235,24 127,-23-291,6 0,4-1,20 55,-24-123,-2-12</inkml:trace>
  <inkml:trace contextRef="#ctx0" brushRef="#br0" timeOffset="167779.506">23666 8857,'5'2,"3"6,6 10,7 9,7 12,10 11,8 9,6 5,3 2,1-2,-1-4,-4-8,-5-11,-7-11,-7-12,-9-9</inkml:trace>
  <inkml:trace contextRef="#ctx0" brushRef="#br0" timeOffset="168045.843">24459 8993,'0'-19,"0"-10,0-3,0 2,0 8,-3 15,-2 20,-6 22,-5 19,-5 18,-3 15,-5 7,-2 5,0-1,5-17</inkml:trace>
  <inkml:trace contextRef="#ctx0" brushRef="#br0" timeOffset="169590.74">25196 6862,'-5'3,"3"2,10 1,11 2,18-1,18 1,21-1,18-1,14-3,10-1,-2-1,-8 0,-23-2</inkml:trace>
  <inkml:trace contextRef="#ctx0" brushRef="#br0" timeOffset="176641.518">26124 6193,'-8'54,"2"-1,2 1,3 0,3 6,34 352,-29-306,5 0,4 0,5-1,5-1,4-2,4-1,5-1,6 1,1-12,-43-85,0-1,0 0,1 1,-1-2,1 1,-1 0,1-1,0 0,0 1,0-2,1 1,-1 0,0-1,1 0,-1 0,1 0,-1 0,1-1,-1 0,1 0,-1 0,1-1,-1 1,1-1,-1 0,1 0,-1-1,25 0,605-12,494 32,-829-6,1108 56,-757-6,-589-59,-193-17,80 5</inkml:trace>
  <inkml:trace contextRef="#ctx0" brushRef="#br0" timeOffset="177976.166">26248 6221,'8'-8,"0"1,1 0,1 1,-1-1,1 2,0-1,0 1,0 1,1 0,0 1,0 0,0 0,0 1,7 0,101-16,0 5,2 5,92 8,-135 0,1380 30,440 61,-1329-76,-298-13,-163 24,-90-19,-16-7,2 1,-1-1,1 1,-1 0,1 0,-1 0,0 1,0-1,0 1,1-1,-1 1,-1 0,1 0,0 0,0 1,-1-1,1 1,-1 0,0-1,0 1,0 0,0 0,0 0,-1 0,0 1,1-1,-1 0,0 1,0-1,-1 1,-23 149,11-24,7 1,5-1,5 1,16 71,61 401,-71-548,2 0,3-1,22 50,-28-81</inkml:trace>
  <inkml:trace contextRef="#ctx0" brushRef="#br0" timeOffset="178561.665">28350 7122,'5'0,"8"0,11 0,14 0,11 0,7 0,6 0,-1 0,-7 0,-9-2,-13-1</inkml:trace>
  <inkml:trace contextRef="#ctx0" brushRef="#br0" timeOffset="178810.998">28514 6822,'-11'0,"-5"5,4 5,5 7,9 4,9 4,5 2,-1-4</inkml:trace>
  <inkml:trace contextRef="#ctx0" brushRef="#br0" timeOffset="178960.597">28637 7381,'-4'10,"0"2,3-2,2-4</inkml:trace>
  <inkml:trace contextRef="#ctx0" brushRef="#br0" timeOffset="179331.669">28938 7026,'1'-8,"1"0,0 0,0 0,1 0,0 0,0 0,1 1,0-1,1 1,-1 0,1 0,1 1,-1-1,1 1,0 1,0-1,1 1,0 0,0 0,0 1,0 0,1 0,0 1,0 0,0 0,0 1,0 0,3 0,-7 2,0 1,0 0,-1 0,1 0,0 1,0-1,-1 1,1 0,-1 0,1 0,-1 0,0 1,0-1,0 1,0 0,0 0,-1 0,1 0,-1 0,0 0,0 1,0 0,-1-1,1 1,-1 0,1-1,-1 1,-1 0,1 0,0 0,-1 0,0 0,0 0,0 0,0 0,-1 0,0 0,0 0,0 0,0-1,0 1,-1 0,1-1,-2 3,-9 18,-1-1,-2 0,0 0,-1-2,-1 0,-1-1,-1 0,-11 8,-19 22,-14 27,63-76,-1-1,1 1,-1 0,1 0,0 0,-1-1,1 1,0 0,0 0,-1 0,1 0,0 0,0 0,0 0,0 0,0 0,0 0,0-1,1 1,-1 0,0 0,0 0,1 0,-1 0,1-1,-1 1,1 0,-1 0,1 0,-1-1,1 1,0 0,-1-1,1 1,0-1,-1 1,1-1,0 1,0-1,0 1,-1-1,1 0,0 1,43 7,-44-8,65 2,0-3,0-3,0-2,27-8,-34 2,-8 0</inkml:trace>
  <inkml:trace contextRef="#ctx0" brushRef="#br0" timeOffset="179628.147">29565 7013,'-38'-43,"36"42,1 0,0 0,0 0,-1 1,1-1,0 0,-1 1,1-1,-1 1,1 0,-1-1,1 1,-1 0,1 0,-1 0,1 0,-1 0,1 0,-1 1,1-1,0 0,-1 1,1-1,-1 1,1-1,0 1,-1 0,1 0,0-1,0 1,-1 0,1 0,0 0,0 0,0 1,0-1,-6 10,1 0,0 0,1 0,1 1,-1 0,2-1,0 2,0-1,1 0,0 0,1 1,1 8,-2-5,1 1,1 0,1 0,0-1,1 1,1 0,4 13,-5-24,0 0,1 0,-1 0,1 0,0 0,1-1,-1 1,1-1,0 0,0 0,1 0,0-1,0 0,0 0,0 0,0 0,1-1,0 0,-1 0,1 0,4 1,6-1,0 1,0-2,1 0,-1-1,1 0,-1-2,0 0,1-1,-1 0,0-1,14-5,5-2</inkml:trace>
  <inkml:trace contextRef="#ctx0" brushRef="#br0" timeOffset="179796.699">29866 7204,'-14'19,"-5"17,2 17,3 13,8 9,11 7,6 4,1 3,-1-15</inkml:trace>
  <inkml:trace contextRef="#ctx0" brushRef="#br1" timeOffset="190214.508">11512 5196,'-43'0,"6"-1,0 1,0 2,0 1,1 2,-28 8,36-5,-18 4,1 2,1 2,0 2,1 1,-10 9,3 7,2 2,1 2,2 2,-23 29,-51 45,71-64,3 1,1 2,3 2,2 2,3 2,-7 19,11-14,1 1,4 2,3 0,-14 68,-12 152,30-146,6-34,4 0,6 1,4 0,7 33,32 456,62 22,-22-249,-59-261,6-1,4-1,6-2,3-1,51 92,-57-135,2-2,3-2,3-1,2-2,3-2,2-2,39 32,-35-38,1-2,3-2,1-3,2-2,1-3,2-2,1-3,1-3,14 1,246 44,-173-38,2-7,1-6,13-6,68 8,18 1,137-11,90 11,-281-9,528 5,-620-10,-1-4,1-6,-1-3,7-7,237-28,47-26,-394 65,167-31,-1-7,6-10,110-68,-179 70,-23 10,-1-3,-2-4,8-10,193-122,-238 144,-2-2,-2-2,-1-1,-1-2,-2-1,-3-2,-1-1,1-6,-14 25,16-26,-3-1,-1-2,-3 0,4-15,22-62,-5-2,-6-3,-5-7,-12 27,-4-1,-6-1,-5-1,-5-15,-7-474,-2 500,-4 1,-5 0,-5 1,-22-74,-3 20,-7 1,-64-135,73 220,-3 2,-3 2,-3 2,-2 2,-4 3,-4 0,-29-35,50 52,-8-11,-1 3,-3 2,-2 2,-2 2,-2 3,-6-1,-63-23,-102-39,118 58,-19-11,-3 7,-2 5,-6 5,-580-123,113 38,408 105,-2 8,0 9,-103 14,49-3,-221-28,296 9,0 7,-90 12,134 9,14 3</inkml:trace>
  <inkml:trace contextRef="#ctx0" brushRef="#br1" timeOffset="194013.593">19392 5265,'-9'-4,"-1"0,0 0,0 1,0 0,0 1,-1 0,1 1,-1 0,1 1,-1 0,1 0,-1 1,1 1,-1 0,1 0,-8 3,-27 16,2 1,0 2,1 2,2 2,1 1,1 3,2 0,1 3,2 1,-22 30,20-15,1 2,3 1,3 1,2 2,2 1,3 1,3 0,2 2,3 0,-1 21,4-26,2-1,2 1,3 0,2 1,3-1,2 0,2 0,3-1,8 24,59 246,46 249,-50-168,-49-316,4-2,4 0,3-3,6 4,67 176,-98-240,21 68,5-2,3-1,27 42,-17-57,3-3,3-2,3-2,3-3,3-2,2-3,3-4,2-2,45 25,-27-23,1-3,3-4,38 11,-44-23,313 120,-316-135,2-2,0-5,29 0,24 5,708 151,-746-153,5 3,1-4,1-6,12-3,-6-5,0-5,0-5,0-5,49-14,52-21,90-3,-281 48,0-2,-1 0,1-2,-1 0,0-1,0-2,19-10,224-112,-210 109,-2-2,0-3,-2-2,-1-2,-1-2,-2-3,17-18,267-278,-303 308,-2-1,-1-1,-1-2,-1 0,-1-2,5-10,14-41,-2-1,2-20,7-13,58-125,-22 20,-69 191,-1 0,-2 0,-1-1,-1 0,-1-1,-1-6,8-91,0-127,-11 138,-8-207,-1 86,-6-85,-52 61,45 162,7 37,-3 0,-2 2,-7-12,-47-163,64 209,-1 0,-1 1,-1 0,-2 0,-1 1,0 0,-2 0,-1 1,-39-53,-2 3,-60-61,44 64,-3 5,-2 2,-3 4,-45-24,17 22,-3 5,-2 4,-112-34,13 3,15 4,-40-4,57 34,-67-6,-218-32,76 37,-2 18,-37 16,228 25,1 9,-91 23,87-12,158-23,1 1,0 2,0 3,1 1,0 2,1 1,-22 14,6-2,-1-2,-1-3,-35 7,42-14,1 2,1 2,1 2,1 3,-14 10,-128 107,152-114,24-23</inkml:trace>
  <inkml:trace contextRef="#ctx0" brushRef="#br1" timeOffset="195743.918">12919 4841,'-140'-399,"77"233,-8 3,-6 4,-11-4,65 123,-129-221,-57-150,129 224,-5-9,-85-143,-137-164,232 382,-5 4,-6 4,-15-9,-189-216,239 276,-2 2,-3 3,-50-39,-107-88,164 138,-3 2,-1 2,-18-9,59 43,0 0,0-1,1-1,1 0,-1 0,2-1,-1 0,2-1,-1 0,0-3,-2-5,-1-1,-1 1,-1 1,-1 1,0 0,-2 1,0 0,-9-6,-65-79,83 92,13 13,4 5</inkml:trace>
  <inkml:trace contextRef="#ctx0" brushRef="#br1" timeOffset="196892.835">11062 1633,'0'2,"0"3,2 4,3 4,6 2,5 4,7 5,9 3,9 4,5 2,3 2,-2-1,-3-1,-6-1,-5-5,-6-6,-7-7</inkml:trace>
  <inkml:trace contextRef="#ctx0" brushRef="#br1" timeOffset="197192.118">11485 1618,'-2'-16,"-1"-8,0-4,1 0,0 3,1 3,0 2,1 11,0 12,0 16,0 21,0 22,3 19,2 17,4 10,4 5,0-16</inkml:trace>
  <inkml:trace contextRef="#ctx0" brushRef="#br1" timeOffset="198977.259">17152 212,'160'255,"76"179,-191-344,106 175,178 233,-207-319,288 452,253 429,-387-630,187 206,-68-107,-261-346,-128-174,82 95,-87-104,-1 1,1-1,0 0,-1 0,1 1,-1-1,1 0,0 0,-1 0,1 0,0 0,-1 0,1 0,0 0,-1 0,1-1,0 1,-1 0,1 0,0 0,-1-1,1 1,-1 0,1-1,-1 1,1 0,-1-1,1 1,-1-1,1 1,-1-1,1 1,-1-1,0 1,1-1,-1 0,0 1,1-1,-1 1,0-1,0 0,0 1,0-1,0 0,1 1,-1-1,0 0,-1 1,1-1,0 0,0 1,0-1,0 0,0 1,-1-1,1 1,0-1,0 0,-1 1,1-1,0 1,-1-1,1 0,-3-15</inkml:trace>
  <inkml:trace contextRef="#ctx0" brushRef="#br1" timeOffset="199742.287">18709 3025,'-7'-4,"-2"0,2 3,10 7,11 7,11 6,9 4,12 3,8 1,6 2,1 0,-1-3,-3-3,-4-6,-10-6,-11-4</inkml:trace>
  <inkml:trace contextRef="#ctx0" brushRef="#br1" timeOffset="199992.617">19173 2916,'-9'-16,"-6"-11,-2-4,2 0,0 1,4 3,3 9,3 14,2 19,2 21,2 24,-1 21,1 21,2 14,5 8,1-17</inkml:trace>
  <inkml:trace contextRef="#ctx0" brushRef="#br2" timeOffset="157709.811">7511 1387,'9'2,"15"-3,17-7,18-11,16-10,12-6,9-4,4-3,-4 1,-6 3,-11 4,-15 4,-16 9,-14 7,-12 5</inkml:trace>
  <inkml:trace contextRef="#ctx0" brushRef="#br2" timeOffset="159239.81">5790 1469,'3'360,"16"-250,-18-105,1-1,-1 0,1 0,0 0,0-1,1 1,-1 0,1-1,0 1,0-1,0 0,0 0,0 0,1-1,-1 1,1-1,0 1,0-1,0-1,0 1,0 0,0-1,0 0,1 0,6-1,0-1,-1-1,1 1,-1-2,1 0,-1 0,0 0,0-2,-1 1,1-1,-1 0,0-1,0 0,-1-1,1 0,-1 0,-1 0,0-1,0-1,0 1,-1-1,4-7,6-11,-1 0,-1-2,-2 1,0-1,-2-1,-2 0,0 0,-2-1,-1 0,-2 0,-1 0,-1-1,-2 1,-4-27,-5 13,9 45,0 0,0 0,1 0,-1 1,0-1,0 0,1 0,-1 0,0 1,1-1,-1 0,0 1,1-1,-1 0,0 1,1-1,-1 1,1-1,-1 1,1 0,-1-1,1 1,-1-1,1 1,0 0,-1-1,1 1,0 0,-1-1,1 1,0 0,0 0,0-1,0 1,0 0,0 0,0-1,0 1,-9 36,1-1,2 1,2 0,1 0,3 32,-1-43,1-13,-2 42,2 0,3 1,3 1,0-22</inkml:trace>
  <inkml:trace contextRef="#ctx0" brushRef="#br2" timeOffset="159809.811">6283 1837,'-1'23,"0"-13,1 0,-1-1,2 1,-1-1,1 1,1-1,0 1,0-1,1 0,0 0,0 0,4 5,-6-13,0 1,0-1,0 0,0 0,0 1,0-1,0 0,1 0,-1 0,0 0,1 0,-1-1,1 1,-1 0,1-1,-1 1,1-1,-1 1,1-1,-1 0,1 0,0 0,-1 0,1 0,0 0,-1 0,1 0,-1-1,1 1,0 0,-1-1,1 0,-1 1,1-1,-1 0,0 0,1 1,-1-1,0 0,1-1,-1 1,1-1,43-56,-42 53,0-1,0 1,-1-1,1 1,-1-1,-1 0,1 0,-1 0,0 0,-1 0,1-1,-1 1,0 0,-1 0,1 0,-1 0,-1 0,1 0,-1 0,0 0,0 0,-1 0,0 4,1 1,-1-1,0 1,0-1,0 1,0 0,0 0,0 0,-1 1,1-1,0 1,0-1,0 1,-1 0,1 1,0-1,0 0,-1 1,1 0,0 0,0 0,0 0,0 0,0 0,0 1,0 0,1-1,-1 1,1 0,-1 0,1 1,0-1,-1 0,1 1,0 0,1-1,-1 1,0 0,1 0,-1 0,1 0,0 0,0 0,0 0,1 0,-1 0,1 1,0-1,0 0,0 0,0 1,0 1,5 7</inkml:trace>
  <inkml:trace contextRef="#ctx0" brushRef="#br2" timeOffset="160059.811">6568 1605,'19'-5,"13"-3,8-4,4-1,-1-1,-5 0,-7 2,-8 0,-9 3</inkml:trace>
  <inkml:trace contextRef="#ctx0" brushRef="#br2" timeOffset="160299.81">6610 1318,'0'12,"2"8,6 3,3 3,1-4</inkml:trace>
  <inkml:trace contextRef="#ctx0" brushRef="#br2" timeOffset="160449.811">6760 1782,'0'10,"3"2,2-2,1-4</inkml:trace>
  <inkml:trace contextRef="#ctx0" brushRef="#br2" timeOffset="160919.81">6951 1278,'-6'45,"-2"-3,3 0,1 0,3 1,1-1,2 2,-1-34,1 1,1-1,0 1,0-1,1 0,0 0,0 0,1-1,1 1,-5-7,1-1,0 1,-1-1,1 0,0 1,0-1,0 0,0 0,0 0,1 0,-1-1,1 1,-1-1,1 1,0-1,-1 0,1 0,0 0,0 0,0-1,0 1,0-1,0 1,0-1,0 0,-1 0,1-1,0 1,0-1,0 1,0-1,0 0,0 0,1-1,3-3,0-1,0 0,0 0,-1 0,0-1,0 0,-1-1,0 1,0-1,0 0,-1 0,-1 0,1-1,-1 1,-1-1,1 0,0-7,1-7,0 1,-1-1,-1 1,-2-1,0 1,-1-1,-1 0,-1 1,-2 0,0-1,-1 2,-1-1,-1 1,-3-5,11 25,0 1,0-1,1 1,-1-1,0 0,0 1,-1-1,1 0,0 1,0-1,0 0,0 1,0-1,-1 1,1-1,0 0,-1 1,1-1,0 1,-1-1,1 1,0-1,-1 1,1-1,-1 1,1-1,-1 1,1 0,-1-1,0 1,1 0,-1 0,1-1,-1 1,0 0,1 0,-1 0,0 0,1-1,-1 1,0 0,1 0,-1 1,1-1,-1 0,0 0,0 0,14 84,31 239,-29-246,-6-50</inkml:trace>
  <inkml:trace contextRef="#ctx0" brushRef="#br2" timeOffset="161369.81">7292 1455,'9'-8,"0"1,1 0,0 0,0 1,1 1,-1-1,1 2,1-1,-1 1,0 1,2 0,-12 3,1 0,-1 0,1-1,-1 1,1 0,-1 0,0 1,1-1,-1 0,1 0,-1 1,0-1,1 1,-1-1,0 1,0 0,1-1,-1 1,0 0,0 0,0 0,0 0,0 0,0 0,0 0,0 0,0 0,-1 1,1-1,0 0,-1 0,1 1,-1-1,1 0,-1 1,0-1,1 1,-1-1,0 0,0 1,0-1,0 1,0-1,-13 62,10-56,2-7,0 1,1 0,-1 0,0 0,0 0,1 0,-1 0,1 0,-1 0,1 0,-1 0,1 0,-1 0,1 0,0 0,0 0,0 0,0 1,0-1,0 0,0 0,0 0,0 0,0 0,0 1,1-1,-1 0,1 0,-1 0,1 0,-1 0,1 1,41-2,23 3,-63-2,0 0,0 0,0 0,-1 0,1 0,0 0,0 0,-1 1,1-1,-1 0,0 1,1 0,-1-1,0 1,0 0,0-1,0 1,0 0,0 0,0 0,-1 0,1 0,-1 0,1 0,-1 0,0 0,0 0,0 0,0 0,0 2,-1 1,1 0,-1 0,-1 1,1-1,-1 0,1 0,-2 0,1-1,0 1,-1 0,0-1,0 1,0-1,-1 0,1 0,-1 0,0-1,0 1,0-1,-4 2,-2 2,-1-1,0 1,0-2,0 0,-1 0,0-1,0 0,-4 0,-4-1</inkml:trace>
  <inkml:trace contextRef="#ctx0" brushRef="#br2" timeOffset="162089.811">9382 1427,'24'10,"23"-3,22-10,26-15,21-14,17-12,12-8,3-3,-3 1,-12 6,-16 8,-18 11,-22 10,-24 9</inkml:trace>
  <inkml:trace contextRef="#ctx0" brushRef="#br2" timeOffset="162859.811">10556 1427,'10'0,"-2"-1,1 0,-1 0,1 1,-1 0,1 0,0 1,-1 0,1 0,-1 1,0 0,1 1,-1 0,0 0,-1 1,1 0,-1 0,1 1,-1 0,0 0,-1 1,1 0,-1 0,4 6,-4 1,0 1,-1-1,-1 1,0 1,-1-1,-1 0,0 1,-1 0,0-1,-1 1,-1 0,0-1,-1 1,-1-1,-3 13,-1 19,6-44,0 0,0 1,0-1,1 1,-1-1,1 1,-1-1,1 1,0-1,0 1,0-1,1 1,-1-1,0 1,1-1,0 1,0-1,-1 0,1 1,1-1,-1 0,0 0,0 0,1 1,-1-1,1-1,0 1,0 0,0 0,0-1,0 1,0-1,0 1,0-1,0 0,1 0,-1 0,0 0,1 0,-1-1,1 1,-1-1,1 0,-1 1,1-1,1-1,1 0,0 0,0 0,-1-1,1 0,0 0,-1 0,1-1,-1 1,0-1,0 0,0 0,0-1,-1 1,1-1,-1 0,0 0,0 0,0 0,0 0,-1-1,0 1,0-1,0 1,0-1,-1 0,0 0,0 0,0-2,0-14</inkml:trace>
  <inkml:trace contextRef="#ctx0" brushRef="#br2" timeOffset="163099.81">10556 1673,'16'-5,"15"-5,14-7,11-7,9-6,6-3,0 0,-13 5</inkml:trace>
  <inkml:trace contextRef="#ctx0" brushRef="#br2" timeOffset="163339.81">11075 1660,'-2'76,"3"-74,-1 0,0 0,1 0,0 0,-1 0,1 0,0-1,0 1,0 0,0 0,0-1,1 1,-1-1,0 1,1-1,-1 0,1 1,-1-1,1 0,0 0,-1 0,1 0,0-1,0 1,0 0,0-1,-1 1,1-1,0 0,0 1,0-1,0 0,0 0,0 0,0-1,2 1,1-1,1 0,0-1,-1 0,0 0,1 0,-1 0,0-1,0 0,0 0,0 0,-1-1,1 1,-1-1,0 0,0-1,-1 1,1-1,-1 1,3-6,-4 8,-1-1,0 1,1-1,-1 1,0-1,0 0,0 0,-1 1,1-1,-1 0,0 0,1 0,-1 0,0 0,-1 1,1-1,0 0,-1 0,0 0,1 0,-1 1,0-1,-1 0,1 1,0-1,-1 1,1 0,-1-1,0 1,0 0,0 0,0 0,0 0,0 0,-1 0,1 1,0-1,-1 1,-2-1,0-1,0 1,-1-1,1 2,-1-1,1 0,-1 1,0 0,1 0,-1 1,0 0,0 0,0 0,1 1,-1-1,0 1,1 1,-1-1,0 1,1 0,0 0,-1 1,1-1,0 1,0 1,1-1,-1 0,1 1,-2 1,6-4,-1-1,0 1,1 0,-1-1,1 1,-1 0,1-1,-1 1,1 0,-1 0,1-1,0 1,0 0,-1 0,1 0,0-1,0 1,0 0,0 0,0 0,0 0,0-1,0 1,0 0,0 0,0 0,1 0,-1-1,0 1,1 0,-1 0,0-1,1 1,-1 0,1 0,-1-1,1 1,-1-1,1 1,0 0,-1-1,1 1,0-1,0 1,-1-1,1 0,0 1,0-1,-1 0,1 0,0 1,0-1,0 0,0 0,18 6</inkml:trace>
  <inkml:trace contextRef="#ctx0" brushRef="#br2" timeOffset="163589.811">11499 1318,'16'-2,"15"-4,11-4,6-4,1-2,-3 1,-4-1,-10 1,-10 2</inkml:trace>
  <inkml:trace contextRef="#ctx0" brushRef="#br2" timeOffset="163829.81">11567 1086,'-7'4,"-2"7,2 4,6 3,4 2,2-3</inkml:trace>
  <inkml:trace contextRef="#ctx0" brushRef="#br2" timeOffset="164079.811">11758 1455,'-7'16,"2"3,7-6,8-12,2-7</inkml:trace>
  <inkml:trace contextRef="#ctx0" brushRef="#br2" timeOffset="164329.81">11950 1004,'17'-10,"1"1,0 1,0 1,1 0,0 1,0 1,1 1,-1 1,11 0,-27 2,-1 1,1 0,0 1,0-1,0 0,-1 1,1 0,0 0,-1 0,1 0,0 0,-1 0,1 0,-1 1,0-1,0 1,1 0,-1 0,0 0,0 0,-1 0,1 0,0 0,-1 1,1-1,-1 1,0-1,0 1,0 0,0-1,0 1,0 0,-1-1,1 1,0 8,0 0,-1 0,0 0,-1 0,0 0,-1 0,0 0,-1 1,-28 93,21-75,1 1,1-1,1 2,2-1,0 22,4-49,1 0,0 0,0 0,0 0,1 0,-1 0,1 0,0-1,0 1,1 0,-1 0,1 0,0-1,-1 1,2-1,-1 0,0 1,1-1,-1 0,1 0,0-1,0 1,0 0,1-1,-1 0,0 0,1 0,0 0,-1 0,1-1,3 1,0-1,0 0,0 0,0-1,0 0,0-1,0 1,0-1,0-1,-1 1,1-1,0 0,-1-1,1 0,-1 0,0 0,0-1,0 1,0-2,-1 1,0 0,0-1,0 0,0 0,-1-1,0 1,0-1,0 0,2-6,5-13</inkml:trace>
  <inkml:trace contextRef="#ctx0" brushRef="#br2" timeOffset="164569.81">12018 1236,'23'-7,"22"-7,16-8,16-4,7-4,2 0,-15 4</inkml:trace>
  <inkml:trace contextRef="#ctx0" brushRef="#br2" timeOffset="164869.81">12605 1182,'2'2,"1"-1,-1 1,1 0,-1-1,1 0,0 1,0-1,-1 0,1 0,0 0,0-1,0 1,0-1,0 0,0 0,0 0,0 0,0 0,0 0,0-1,0 0,0 1,1-2,7 1,7-2,-13 2,0 0,0 0,0 1,0-1,0 1,0 0,0 0,0 1,0-1,0 1,0 0,0 1,-1-1,1 1,2 1,-6-1,0 1,1 0,-1-1,0 1,0 0,-1-1,1 1,0 0,-1 0,0 0,0 0,0 0,0 0,0-1,0 1,-1 0,0 0,1 0,-1-1,0 1,0 0,-1-1,1 1,0 0,-1-1,0 0,1 1,-1-1,0 0,-60 91,61-92,1 0,0-1,-1 1,1 0,-1 0,1-1,0 1,0 0,-1 0,1 0,0-1,0 1,0 0,0 0,0 0,0 0,0-1,0 1,0 0,1 0,-1 0,0 0,0-1,1 1,-1 0,1 0,-1-1,0 1,1 0,-1-1,1 1,0 0,-1-1,1 1,-1-1,1 1,0-1,-1 1,1-1,0 0,0 1,-1-1,1 0,0 1,0-1,0 0,0 0,-1 0,1 0,0 0,0 0,0 0,51-3,-43 1,74-4,-81 6,-1 1,0-1,0 1,0-1,0 1,0-1,0 1,0-1,0 1,0 0,0 0,-1-1,1 1,0 0,0 0,-1 0,1 0,0 0,-1 0,1 0,-1 0,1 0,-1 0,0 0,1 0,-1 0,0 1,0-1,0 0,0 0,0 0,0 0,0 0,0 1,-1-1,1 0,0 1,-19 42,-1-21,-1-1,-1 0,-1-2,-1-1,-1-1,-1-1,0-1,-1-1,-5 1,11-5,-95 52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7:53.0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0,'0'5,"3"1,5 0,5-1,2-2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7:51.7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40,'-9'19,"-4"17,2 15,1 12,3 5,3 3,4-2,2-8,4-10,2-11,0-12</inkml:trace>
  <inkml:trace contextRef="#ctx0" brushRef="#br0" timeOffset="532.978">1 0,'192'238,"-176"-217,-1 0,0 1,-2 0,-1 1,-1 1,-1 0,-1 0,-1 1,-1 0,-1 0,-1 1,-1 0,-2-1,0 26,-3-45,1-1,-1 0,0 1,0-1,0 0,-1 0,0 0,0 0,0 0,-1 0,0 0,1-1,-2 1,1-1,0 0,-1 0,0 0,0 0,0-1,0 0,-1 0,1 0,-1 0,0-1,0 1,0-1,0 0,0-1,0 1,-1-1,-4 0,-1 0,-1-1,1-1,0 0,-1-1,1 0,0 0,0-1,0-1,0 0,1 0,0-1,0-1,0 1,0-2,1 1,0-1,-1-1,8 7,1 0,-1-1,0 1,1 0,-1 0,1-1,-1 1,1-1,0 1,0-1,-1 0,1 1,0-1,0 0,1 0,-1 0,0 0,1 0,-1 0,1 0,-1 0,1 0,0 0,0 0,0 0,0 0,0 0,1 0,-1 0,1 0,-1 0,1 0,-1 0,2-1,4-2,-1 1,1 0,1 0,-1 0,1 1,-1-1,1 2,0-1,0 1,7-2,1-1,101-29,0 5,45-3,-138 28,64-1,-85 6,0 1,0 0,0 0,0 0,0 0,0 0,0 0,-1 1,1-1,-1 0,0 1,1-1,-1 1,-1 0,1-1,0 1,0 0,-1 0,0-1,1 1,-1 0,0 0,-1 0,1-1,0 1,-1 0,1 0,-1-1,0 1,-1 2,1 6,-2 14,1-17,1-1,0 1,0 0,1 0,0 0,1 0,-1 0,2 0,-1-1,1 1,0 1,24 9,-10-17</inkml:trace>
  <inkml:trace contextRef="#ctx0" brushRef="#br0" timeOffset="788.359">575 68,'0'12,"7"8,9 3,2-2</inkml:trace>
  <inkml:trace contextRef="#ctx0" brushRef="#br0" timeOffset="1038.688">793 410,'188'224,"-186"-222,28 25,-29-27,0 1,-1-1,1 0,0 1,-1-1,1 0,0 0,0 1,0-1,-1 0,1 0,0 0,0 0,0 0,-1 0,1 0,0 0,0-1,-1 1,1 0,0 0,0 0,-1-1,1 1,0-1,-1 1,1 0,0-1,-1 1,1-1,0 1,-1-1,1 0,-1 1,1-1,-1 0,0 1,1-1,-1 0,0 1,1-1,-1 0,0 0,0 1,0-1,1 0,47-182,-46 175,0 0,1 0,-1 1,2-1,-1 1,1 0,0-1,0 2,1-1,0 0,0 1,1 0,0 0,0 1,0 0,0 0,1 0,0 1,0-1,0 2,3-2,9 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8:07.8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0,'11'0,"16"0,15 0,14 0,11 0,9 0,5 0,-2 0,-5 0,-8 0,-13 0,-14 0,-15 0,-11 3,-7 0,1 2,0 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8:23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14,'1'1,"-1"-1,0 0,0 0,0 1,1-1,-1 0,0 0,0 1,0-1,0 0,0 1,1-1,-1 0,0 0,0 1,0-1,0 0,0 1,0-1,0 0,0 1,0-1,0 0,0 0,0 1,-1-1,1 1,49 2,-1-2,1-2,-1-2,7-3,26-1,103-2,-160 12,-24-3,-1 0,1 0,0 0,0 0,-1 0,1 0,0 0,0 0,-1 0,1 0,0 1,0-1,-1 0,1 0,0 0,0 0,0 1,-1-1,1 0,0 0,0 0,0 1,0-1,-1 0,1 0,0 1,0-1,0 0,0 0,0 1,0-1,0 0,0 1,0-1,0 0,0 0,0 1,0-1,0 0,0 0,0 1,0-1,0 0,0 0,1 1,-1-1,0 0,0 0,0 1,0-1,0 0,1 0,-1 0,0 1,0-1,0 0,1 0,-1 0,0 0,0 1,1-1,-1 0,0 0,0 0,1 0,-1 0,0 0,-9 5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8:41.9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1,'-23'58,"13"-11,1 0,3 1,2 0,2 1,2-1,2 0,2 0,3 3,-7-44,0-1,1 1,0-1,0 1,1-1,-1 1,1-1,1 0,-1 0,1 0,0 0,0 0,1-1,0 0,0 1,0-1,0-1,1 1,0 0,0-1,0 0,0-1,1 1,0-1,0 1,8-2,0-1,-1 0,1-1,0-1,0 0,-1-1,1 0,-1-1,5-2,23-3,50-1,-90 10,1-1,-1 1,0 0,0 0,1 0,-1-1,0 1,0 0,0 0,0 1,0-1,0 0,0 0,-1 0,1 1,0-1,-1 0,1 1,-1-1,1 0,-1 1,1-1,-1 1,0-1,0 1,0-1,0 1,0-1,0 1,0-1,-1 0,1 1,0-1,-1 1,1-1,-1 0,1 1,-1-1,0 0,0 1,0-1,1 0,-1 0,0 0,0 0,-1 0,1 0,0 0,0 0,0 0,-1 0,-9 9,0 0,-1-1,0 0,0-1,-1 0,0-1,0-1,-1 0,0 0,0-1,0-1,0-1,-1 0,-14 1,27-3,-1 0,1-1,0 1,-1-1,1 1,0-1,-1 0,1 0,-1 0,1 0,0-1,-1 1,1-1,0 1,-1-1,1 0,0 0,0 0,-1 0,1 0,0 0,0 0,0-1,0 1,1-1,-1 0,0 0,1 1,-1-1,1 0,0 0,-1 0,1 0,0-1,0 1,0 0,1 0,-1-1,0 1,1 0,0-1,-1 1,1-1,0 1,0 0,1-1,-1 1,1-2,4-4,0-1,1 2,0-1,1 1,-1 0,1 0,1 1,-1-1,1 2,0-1,1 1,-1 1,1-1,0 2,3-2,16-8,0 1,1 1,0 1,1 2,0 1,17-1,-45 7,1 1,-1-1,1 1,-1 0,1 0,-1 0,1 0,-1 1,1-1,-1 1,1-1,-1 1,0 0,1 0,-1 0,0 0,1 0,-1 1,0-1,0 1,0-1,-1 1,1 0,0 0,0 0,-1 0,1 0,-1 0,0 0,0 0,0 1,0-1,0 0,0 1,0-1,-1 1,1-1,-1 1,8 30,33 91,-31-109,1-6</inkml:trace>
  <inkml:trace contextRef="#ctx0" brushRef="#br0" timeOffset="1137.463">491 192,'67'43,"-33"-23,-1 1,-1 1,-1 2,-2 1,0 2,-1 1,-2 0,9 14,-29-31,0 0,0-1,-1 2,0-1,-1 0,0 1,-1 0,0 0,-1 0,-1 0,0 1,0 6,-1-18,-1 0,1 0,0 0,0 0,0 0,0 0,0 0,0 0,0 0,1 0,-1 0,0 1,0-1,1 0,-1 0,1 0,-1-1,1 1,-1 0,1 0,0 0,-1 0,1 0,0-1,0 1,0 0,0-1,-1 1,1 0,0-1,0 1,0-1,0 0,0 1,0-1,0 0,0 1,0-1,1 0,-1 0,0 0,0 0,0 0,0 0,1-1,11-2,0-1,0-1,-1 0,1-1,-1 0,0-1,-1 0,0-1,0 0,-1-1,0 0,0-1,-1 0,0 0,-1-1,7-10,31-52,-44 145,1-65,0 0,0 1,0-1,1-1,0 1,0 0,1-1,0 0,0 0,0-1,1 1,0-1,0 0,0-1,1 1,0-1,-1 0,1-1,4 1,12 6,0-2,1 0,0-2,0 0,14 0,-9-1,0-1,0-2,0-1,1-1,-1-1,0-1,0-2,13-4,-38 8,0-1,0 0,0 0,-1 0,1 0,0 0,-1-1,1 0,-1 1,1-1,-1-1,0 1,0 0,0-1,0 1,0-1,-1 0,1 0,-1 0,0-1,0 1,0 0,0-1,0 1,-1-1,0 0,0 1,0-1,0 0,0 0,-1 0,1 0,-1 1,0-1,-1 0,1 0,-1-3,-4-2,0 1,0 0,0 1,-1 0,0-1,-1 2,0-1,0 1,0 0,-1 1,0-1,0 1,0 1,0 0,-1 0,0 1,0 0,0 0,0 1,0 0,0 0,-1 1,1 1,0 0,-1 0,0 0,5 0,1 1,-1-1,0 0,0 1,1 0,-1 0,1 1,-1-1,1 1,0 0,-1 0,1 0,0 1,0 0,1-1,-1 1,0 1,1-1,0 0,0 1,0 0,0-1,0 1,1 0,0 1,0-1,0 0,0 1,1-1,-1 1,1-1,0 1,1 0,-1-1,1 1,0 0,0-1,0 1,1 0,0-1,0 1,0 0,0-1,1 1,0-1,0 2,5 1,-1 0,1 0,1 0,-1-1,1 0,0 0,1-1,-1 0,1 0,0-1,0-1,0 1,1-1,-1-1,1 0,0 0,0-1,0 0,-1-1,1 0,0 0,0-1,0-1,3 0,-5 1,-1 0,0-1,1 0,-1 0,0 0,0-1,-1 0,1 0,-1-1,1 0,-1 0,0 0,0-1,-1 0,1 0,-1 0,0-1,-1 1,1-1,-1-1,0 1,0-3,14 41,-15-27,0 1,1-1,0 0,0 0,1 0,-1-1,1 1,0-1,0 0,1 0,-1-1,1 0,-1 0,1 0,0-1,0 1,1-1,-1-1,0 1,1-1,-1 0,1-1,-1 0,1 0,-1 0,6-1,-9 0,0 0,0 0,0 0,0 0,0-1,0 1,0-1,0 1,-1-1,1 0,0 0,-1-1,0 1,0 0,1-1,-1 1,-1-1,1 0,0 0,-1 1,1-1,-1 0,0 0,0-1,0 1,0 0,-1 0,1-1,0-95,-24-44,22 142,0-1,1 1,0 0,-1 0,1 0,0 0,-1 0,1-1,0 1,0 0,0 0,0 0,0-1,0 1,1 0,-1 0,0 0,1 0,-1 0,0-1,1 1,0 0,-1 0,1 0,-1 0,1 0,0 0,0 1,0-1,-1 0,1 0,0 0,0 1,0-1,0 1,0-1,1 0,-1 1,0 0,0-1,0 1,0 0,1-1,11 3,-1 1,1 0,-1 1,0 0,-1 1,1 0,-1 1,10 6,-6-4,-2-2,-1 0,0 1,0 0,0 0,-1 2,0-1,-1 1,0 1,0 0,-1 0,0 1,-1 0,2 4,-9-11,0 0,0-1,0 1,-1 0,0-1,1 1,-1 0,-1 0,1 0,0-1,-1 1,0 0,0-1,0 1,0 0,-1-1,1 0,-1 1,0-1,0 0,0 0,0 0,-1 0,1 0,-1 0,0-1,-2 3,-31 51,36-54,0 0,0 0,1 0,-1 0,1 0,-1 0,1 0,0 0,0 0,0 0,0 0,0-1,0 1,0 0,1-1,-1 1,1-1,-1 0,1 1,0-1,-1 0,1 0,0 0,0 0,0 0,-1 0,1-1,0 1,0-1,0 1,0-1,1 0,0 1,26 6,1-1,0-2,0 0,0-2,11-2,-13 1,73 1,0-5,54-10,-46-2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8:59.6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0,'16'5,"15"1,14 0,10-2,11 0,4-2,1-1,-5-1,-7 0,-11 3,-14 2,-15 3,-10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14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1 187,'90'-168,"-79"150,-10 19,0-1,0 1,0 0,0 0,0 0,0 0,-1 0,1 0,0 1,0-1,-1 0,1 0,-1 1,1-1,-1 0,1 0,-1 1,0-1,0 0,0 1,0-1,0 1,0-1,0 0,0 1,0-1,0 0,-1 1,0 0,9 118,5-1,5 2,-15-106,-1-9,-1-1,0 1,0 0,0 0,-1 0,1 0,-1 0,-1 0,1 0,-1 0,0 0,-1-1,1 1,-1 0,-2 4,2-9,-1 1,1-1,-1 0,1 0,-1 0,1-1,-1 1,0 0,1-1,-1 0,0 0,0 0,1 0,-1 0,0 0,1-1,-1 1,0-1,1 0,-1 0,1 0,-1 0,1 0,0 0,-1-1,1 1,0-1,0 0,0 1,-2-3,4 4,1 0,-1 0,1 0,-1-1,0 1,1 0,-1 0,0 0,1 0,-1 0,0-1,1 1,-1 0,0 0,1-1,-1 1,0 0,0 0,1-1,-1 1,0 0,0-1,0 1,1 0,-1-1,0 1,0 0,0-1,0 1,0 0,0-1,0 1,0-1,0 1,0 0,0-1,0 1,0 0,0-1,0 1,0-1,0 1,0 0,-1-1,1 1,0 0,0-1,0 1,-1 0,1-1,0 1,0 0,-1 0,1-1,0 1,0 0,-1 0,1 0,0-1,-1 1,1 0,-1 0,1 0,0 0,-1 0,1 0,0 0,-1-1,1 1,32-2,-31 2,199 4,-146-6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15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137 246,'0'17,"0"12,0 5,0 3,0-2,0-3,0-10,0-9</inkml:trace>
  <inkml:trace contextRef="#ctx0" brushRef="#br0" timeOffset="470.607">0 1,'83'23,"-30"-10,0 3,-1 2,43 22,-87-36,0 0,0 0,0 1,-1 0,0 0,0 1,0 0,0 0,-1 0,0 1,-1 0,0 1,0-1,0 1,-1 0,0 0,0 0,-1 0,0 1,-1-1,0 1,0 4,-2 104,0-116,0 1,0 0,0-1,1 1,-1 0,1-1,-1 1,1 0,-1-1,1 1,0-1,0 1,-1-1,1 1,0-1,0 0,1 1,-1-1,0 0,0 0,1 0,-1 0,1 0,-1 0,0 0,1 0,0-1,-1 1,1-1,-1 1,1-1,0 1,-1-1,1 0,0 0,0 0,-1 0,1 0,0 0,-1-1,1 1,0 0,0-1,69-31,-62 23,-1 0,1 0,-2-1,1 0,-1-1,-1 1,0-1,-1 0,0-1,0 0,-1 1,-1-1,0 0,1-8,5 46,0-7,0-1,1 1,1-1,1-1,0 0,1-1,1 0,1-1,0-1,1 0,0-1,1-1,0 0,1-1,1-2,-1 1,2-2,-1 0,1-2,0 0,0-1,1-1,0-1,-1-1,14 0,21-2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8:40.8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21823 3312,'0'14,"0"12,0 7,4 4,2 3,3-2,-1-5,-2-5,-1-8</inkml:trace>
  <inkml:trace contextRef="#ctx0" brushRef="#br0" timeOffset="472.628">21700 3066,'30'-2,"0"2,-1 1,1 1,0 2,-1 1,0 1,8 4,-10-3,0 0,-1 2,0 1,0 2,-1 0,10 8,-27-16,-1 1,1 0,-1 1,-1-1,1 1,-1 1,0-1,0 1,-1 0,0 0,0 1,-1 0,0 0,0 0,-1 0,0 0,0 1,-1-1,0 1,-1 0,1-1,-2 2,-19 89,1-27,17-70,1 0,0 0,0 0,0-1,0 1,0 0,0 0,1 0,-1-1,1 1,-1 0,1 0,-1-1,1 1,0 0,0-1,0 1,0-1,0 1,0-1,0 0,1 1,-1-1,0 0,1 0,-1 0,1 0,-1 0,1 0,0 0,-1-1,1 1,0-1,0 1,-1-1,1 1,0-1,68-5,-60 1,0 0,-1-1,1 0,-1 0,-1-1,1 0,-1-1,0 0,0 0,-1-1,0 0,-1 0,1 0,-2-1,1 0,-1 0,0-1,-1 0,0 1,-1-1,0 0,0-1,-1 1,0-10,-5 53,7-22,0 0,1 0,0 0,0-1,2 0,-1 0,1 0,0-1,1 0,0 0,1-1,0 0,0 0,1-1,-1 0,2-1,-1 0,1-1,0 0,78 38,0-8</inkml:trace>
  <inkml:trace contextRef="#ctx0" brushRef="#br0" timeOffset="-35371.768">14394 1072,'-3'-360,"2"347,2 5,-1 1,-1-1,0 1,0-1,0 0,-1 1,0 0,0-1,-1 1,0 0,0 0,-1 0,4 7,0 0,0 0,0 1,0-1,0 0,0 0,0 0,0 0,0 1,0-1,0 0,0 0,0 0,-1 0,1 1,0-1,0 0,0 0,0 0,0 0,0 0,0 0,-1 1,1-1,0 0,0 0,0 0,0 0,-1 0,1 0,0 0,0 0,0 0,0 0,-1 0,1 0,0 0,0 0,0 0,0 0,-1 0,1 0,0 0,0 0,0 0,0 0,-1 0,1 0,0 0,0 0,0 0,0-1,0 1,-1 0,1 0,3 4,0 0,1 0,-1-1,1 0,-1 1,1-1,0 0,1-1,-1 1,0-1,1 0,-1 0,1 0,-1-1,1 1,1-1,-3 0,402 99,-327-60,-76-39,0 1,0 0,0 0,0 0,0 0,-1 1,1-1,-1 0,1 1,-1-1,0 1,0 0,0-1,0 1,0 0,-1 0,1-1,-1 1,0 0,0 0,0 0,0-1,0 1,-1 0,1 0,-1 0,1-1,-2 3,-52 89,54-93,-1 0,1 0,0 0,-1 1,1-1,0 0,-1 0,1 0,0 1,0-1,0 0,0 0,0 0,1 1,-1-1,0 0,0 0,1 0,-1 0,1 1,-1-1,1 0,-1 0,1 0,0 0,0 0,-1 0,1-1,0 1,0 0,0 0,0 0,0-1,0 1,0-1,0 1,0 0,0-1,1 0,-1 1,0-1,0 0,0 0,0 1,1-1,-1 0,0 0,65 4,-63-4,18-1,0 0,0-2,0-1,0 0,0-2,-1 0,0-1,0-1,5-4,-14 7,-1-1,1-1,-1 0,0 0,0-1,-1 0,0-1,-1 0,0 0,0-1,-1 0,0 0,-1 0,0-1,0 0,1-8,-5 18,-1-1,0 0,0 0,0 0,0 0,0 0,-1 0,1 0,-1 0,1 0,-1 0,1-1,-1 1,0 0,0 0,0 0,-1 0,1-1,0 1,-1 0,0 0,1 0,-1 0,0 0,0 0,0 0,0 0,0 0,0 1,-1-1,1 0,-1 1,1-1,-1 1,0-1,1 1,-1 0,0 0,0 0,0 0,0 0,0 0,0 0,0 1,0-1,0 1,0-1,-2 1,-3 1,1 1,-1 0,1 0,-1 1,1 0,0 0,0 0,0 0,1 1,-1 0,1 0,0 1,0 0,0 0,1 0,0 0,0 1,0-1,0 1,1 0,0 0,1 0,-1 1,1-1,0 1,1-1,-1 1,1 0,0 5,2-7,-1 0,1 0,0 0,0 1,1-1,-1 0,1-1,0 1,1 0,-1 0,1-1,0 0,0 1,0-1,1 0,-1-1,1 1,0 0,0-1,0 0,1 0,-1 0,1-1,-1 0,2 1,12 5,1-1,-1 0,1-2,1 0,-1-1,2-1,23 3,1-2,-1-2,0-2,1-2,-1-2,0-2,0-1,14-7,2-3</inkml:trace>
  <inkml:trace contextRef="#ctx0" brushRef="#br0" timeOffset="-34103.578">15937 799,'-34'-10,"0"2,-1 1,1 1,-1 3,0 0,-27 3,54-1,1 1,-1 0,1 0,-1 1,1 0,0 0,-1 1,1 0,0 0,0 1,0-1,0 2,0-1,1 1,-1 0,-2 2,8-5,1 0,-1 0,1 0,-1 0,1 0,-1 0,1 0,-1 0,1 0,0 0,0 0,-1 1,1-1,0 0,0 0,0 0,0 0,0 0,1 0,-1 0,0 1,0-1,1 0,-1 0,1 0,-1 0,1 0,-1 0,1 0,0-1,-1 1,1 0,0 0,0 0,-1-1,1 1,0 0,0-1,0 1,1 0,44 19,-6-14,1-1,0-2,-1-2,1-2,0-1,0-2,24-7,-63 11,-1-1,0 1,1-1,-1 1,0-1,1 1,-1 0,0-1,1 1,-1 0,1 0,-1 0,0 0,1 0,-1 0,1 1,-1-1,0 0,1 1,-1-1,0 1,1-1,-1 1,0 0,0-1,1 1,-1 0,0 0,0 0,0 0,0 0,0 0,0 0,-1 0,1 0,0 1,0-1,-1 0,1 0,0 2,8 116,39 349,-52-376,4-89,-1 0,1-1,-1 1,0-1,1 1,-1 0,0-1,0 0,-1 1,1-1,0 0,-1 0,0 1,1-1,-1 0,0-1,0 1,0 0,0 0,0-1,-1 1,1-1,0 0,-1 0,1 0,-1 0,1 0,-1 0,0-1,1 1,-1-1,-1 0,0 0,0-1,0 1,0-1,0 0,0-1,0 1,0-1,0 1,1-1,-1 0,1-1,-1 1,1-1,0 1,0-1,0 0,0 0,0 0,1 0,-1-1,1 1,0-1,0 0,-1-3,-3-5,1 0,1 0,0-1,1 0,0 1,1-1,-1-7,3-3,0-1,1 1,2-1,0 1,1 0,2 0,0 0,1 1,2 0,8-18,11-14,2 1,2 2,25-29,-20 30,2 1,3 2,19-16,-46 58,-22 26,6-19,-4 9,-1 0,2 1,-1 0,2 0,-1 0,2 0,0 0,0 1,1-1,0 1,1-1,2 11,-1-19,0-1,0 0,1 0,-1 0,1 0,0 0,0-1,0 1,0 0,0-1,1 0,-1 1,1-1,0 0,-1 0,1 0,0-1,0 1,0-1,0 0,0 1,1-1,-1-1,0 1,1 0,2-1,2 1,0 0,0-1,1 0,-1-1,0 0,0 0,0 0,0-1,0-1,5-1,-3-2,0 0,-1 0,1-1,-1 0,-1 0,1-1,-1-1,-1 1,0-1,0 0,0-1,-1 0,-1 0,0 0,0 0,-1-1,0 0,-1 0,0 0,-1 0,0-1,-1 1,0-1,-1-8,1 28,-1 0,1 1,1-1,-1 0,2-1,-1 1,1 0,0 0,0-1,1 0,0 0,0 0,1 0,0-1,0 1,0-1,1 0,0-1,4 3,1-1,-1-1,1 0,0-1,1 0,-1 0,1-1,0-1,0 0,0-1,0 0,1 0,-1-2,1 1,-1-2,0 1,1-2,-1 0,0 0,5-3,5 0,-1-2,0-1,-1 0,0-2,0 0,-1-1,0-1,-1-1,0-1,-1 0,0-2,3-6,-2 0,0-2,-2 0,0-1,-2 0,-1-2,-1 1,-1-2,-1 1,-2-1,-1-1,-1 1,-1-1,-2-1,-1 1,-1 0,-1 0,-2-8,1 21,-1-1,0 1,-1 0,-1 0,-1 1,0-1,-1 1,0 0,-1 0,4 9,-1 0,0-1,0 2,0-1,-1 0,0 1,0 0,0 0,-1 0,0 1,0 0,0 0,0 0,0 1,-1 0,0 0,1 0,-1 1,0 0,0 1,-2-1,2 2,0-1,0 1,0 0,0 1,0 0,1 0,-1 0,0 1,0 0,1 0,-1 1,1 0,0 0,0 0,0 1,0 0,1 0,-1 0,1 1,0 0,0 0,1 0,-1 0,1 1,1 0,-1 0,0 2,-5 9,0 0,2 1,0 0,1 0,1 1,1 0,0 0,1 0,1 9,2-1,0 0,2 0,1 0,1 0,2 0,0-1,2 0,1 0,1-1,1 0,1-1,1 0,1-1,1 0,1-1,1-1,1-1,1 0,1-1,0-1,2-1,0-1,6 2,-19-11,1-1,0 0,0-1,0 0,1-1,-1 0,1-1,0 0,0 0,0-1,0-1,1 0,-1 0,0-1,1-1,-1 0,0 0,0-1,0-1,0 0,0 0,0-1,-1 0,0-1,0 0,0-1,0 0,7-7,2-6,-1-2,-1 0,-1 0,-1-2,-1 0,4-11,-17 34,10-19,-10 19,-1 0,0 0,0 0,0 0,0 1,0-1,0 0,0 0,0 0,1 0,-1 1,0-1,0 0,0 0,0 0,0 0,1 0,-1 0,0 0,0 0,0 0,1 1,-1-1,0 0,0 0,0 0,0 0,1 0,-1 0,0 0,0 0,0 0,1 0,-1 0,0-1,0 1,0 0,1 0,-1 0,0 0,0 0,0 0,0 0,1 0,-1 0,0-1,0 1,0 0,0 0,0 0,0 0,0-1,1 1,-1 0,0 0,-3 54,5 70,-1-119,0 0,1 0,0 0,0 0,0 0,0-1,1 1,-1-1,1 1,0-1,1 0,-1 0,1 0,-1-1,1 1,0-1,1 0,-1 0,0 0,1-1,0 1,2-1,-4 0,0-1,0-1,0 1,1 0,-1-1,0 0,1 1,-1-1,0-1,1 1,-1 0,0-1,1 0,-1 0,0 0,0 0,0 0,0 0,0-1,0 0,0 1,0-1,-1 0,1-1,0 1,-1 0,0-1,0 1,1-2,16-20</inkml:trace>
  <inkml:trace contextRef="#ctx0" brushRef="#br0" timeOffset="-33854.783">17684 267,'-11'-7,"-5"0,2 3,2 3</inkml:trace>
  <inkml:trace contextRef="#ctx0" brushRef="#br0" timeOffset="-24564.543">13683 2287,'33'-24,"-1"-1,-1-1,-1-2,-2-2,-1 0,-1-2,-2 0,-1-2,-2 0,-1-2,-2 0,-1-2,-2 1,-1-2,-3 0,-1 0,3-28,-13-12,0 77,-1 0,1 0,-1 0,1 1,-1-1,0 0,0 0,0 0,0 1,0-1,0 0,0 1,0-1,-1 1,1-1,0 1,-1 0,0-1,1 1,-1 0,0 0,1 0,-1 0,0 1,0-1,0 0,0 1,0-1,0 1,0 0,0 0,0 0,0 0,0 0,0 0,-1 0,-6 3,-1 0,0 1,1 0,0 0,0 1,1 0,-1 0,1 1,0 0,0 1,1 0,0 0,0 1,1-1,-2 3,-6 8,0 1,2 0,0 1,0 0,2 1,1 0,1 1,0 0,2 0,0 0,2 1,0 0,2 0,1 0,0 0,2 0,1 7,1 0,1 1,2-1,1 0,1 0,2-1,1 0,1-1,1-1,2 1,1-2,1 0,17 19,-29-36,0-1,1-1,1 1,-1-1,1 0,0 0,0-1,1 0,0 0,0-1,1 0,-1-1,1 1,0-2,0 1,0-1,1-1,-1 1,1-2,-1 1,1-1,0-1,0 0,-1 0,1-1,0 0,-1-1,7-1,7-9,0-1,-1-1,0-1,-1-1,-1-1,0 0,-1-2,-1 0,-1-1,5-10,13-38,-34 66,-1-1,0 1,1 0,-1-1,0 1,0 0,0 0,-1-1,1 1,0 0,-1-1,0 1,1 0,-1 0,0 0,0 0,0 0,0 0,-1 0,1 0,-1 0,1 0,-1 1,1-1,-1 1,0-1,0 1,0 0,0-1,0 1,-1 0,-7-3,1 2,-1-1,1 1,-1 1,0 0,0 0,0 1,0 0,0 0,0 2,1-1,-1 1,0 0,1 1,-1 0,1 1,0 0,0 0,0 1,1 0,0 0,0 1,-1 1,4-3,1-1,-1 0,1 1,0 0,0 0,0 1,1-1,-1 1,1-1,0 1,0 0,1 0,0 1,0-1,0 0,0 1,1-1,0 1,0 0,0-1,1 1,0 0,0-1,0 1,1 0,0-1,0 1,1 0,-1-1,1 0,0 1,0-1,1 0,0 0,0 0,0 0,0-1,1 1,0-1,3 3,-1-2,1-2,-1 1,1-1,0 0,0 0,0-1,0 0,1 0,-1-1,0 0,1 0,-1 0,1-1,-1-1,1 1,-1-1,0 0,1-1,-1 0,0 0,0 0,0-1,0 0,0 0,-1-1,1 0,-1 0,0-1,0 1,-1-1,0-1,1 1,-1-1,-1 0,1 0,-1 0,1-3,9-76,-13 92,0 1,1-1,0 1,0-1,1 0,0 0,0 0,0 0,1 0,0-1,1 0,-1 0,1 0,0 0,1-1,-1 0,1 0,0 0,3 1,7 5,1 0,0-2,1 1,0-2,0-1,1 0,10 2,162 22,-93-23</inkml:trace>
  <inkml:trace contextRef="#ctx0" brushRef="#br0" timeOffset="-23791.552">16756 1947,'5'10,"0"-27,-5 12,0 0,-1 1,0-1,1 1,-2-1,1 1,0-1,-1 1,0 0,0-1,0 1,-1 0,1 0,-1 1,0-1,0 1,0-1,-1 1,1 0,-1 0,0 0,1 1,-1-1,0 1,-1 0,1 0,0 0,-1 1,1 0,-1 0,-2-1,-1 0,0 1,0 0,0 0,0 1,1 0,-1 1,0-1,0 1,0 1,1 0,-1 0,1 0,-1 1,1 0,0 1,-4 2,-1 3,1 0,1 1,-1 0,2 0,-1 1,2 1,-1 0,2 0,0 0,0 1,1 0,0 0,1 1,1-1,0 1,1 0,1 0,0 1,1-1,0 0,1 3,1-9,0 0,0 0,1 0,0 0,1 0,0-1,0 1,0-1,1 0,0 0,1 0,-1 0,1-1,1 0,-1 0,1 0,0-1,0 1,1-2,-1 1,1-1,0 0,0 0,1-1,-1 0,4 1,17 5,0-1,1-1,0-2,0-1,0-1,0-1,1-2,-1-1,0-1,0-1,0-2,0-1,0-1,-1-2,0-1,25-13</inkml:trace>
  <inkml:trace contextRef="#ctx0" brushRef="#br0" timeOffset="-23446.389">17193 1864,'-2'12,"-4"12,-2 15,0 10,1 7,2 5,2-2,-1-4,0-4,0-6,2-9,1-10</inkml:trace>
  <inkml:trace contextRef="#ctx0" brushRef="#br0" timeOffset="-23121.694">17493 1960,'-34'15,"0"2,1 1,1 2,1 1,0 2,2 0,-19 21,44-40,-5 3,1 1,0-1,0 1,1 1,1-1,-1 1,1 0,0 1,1 0,-2 4,8-11,-1 0,0-1,1 1,-1 0,1-1,0 1,0-1,0 1,0-1,0 1,1-1,-1 0,1 1,0-1,-1 0,1 0,0 0,0 0,0-1,1 1,-1-1,0 1,1-1,-1 0,0 1,1-1,0 0,-1-1,1 1,0 0,-1-1,1 0,2 1,37 8,1-2,0-1,0-3,0-1,25-3,-29 1,26 1,-1-3,1-3,20-6,-42 2</inkml:trace>
  <inkml:trace contextRef="#ctx0" brushRef="#br0" timeOffset="-22253.917">18081 1947,'10'105,"-8"-81,-1 0,-2 0,0 0,-2 0,0-1,-2 1,0-1,-2 2,7-25,0 1,0 0,1 0,-1 0,0-1,0 1,0 0,0 0,0 0,-1-1,1 1,0 0,0 0,0 0,-1-1,1 1,0 0,-1 0,1-1,-1 1,1 0,-1-1,1 1,-1-1,1 1,-1 0,0-1,1 1,-1-1,0 0,1 1,-1-1,0 1,1-1,-1 0,0 0,0 1,0-1,1 0,-1 0,0 0,0 0,0 0,1 0,-1 0,0 0,0 0,0-1,1 1,-1 0,0 0,0-1,0 1,1 0,-1-1,0 0,-16-116,10 38,4-1,3 1,5-25,-5 98,0 2,-1 0,1-1,0 1,1 0,-1-1,1 1,-1 0,1 0,1-1,-1 1,0 0,1 0,0 0,0 0,0 1,1-1,-1 1,1-1,0 1,0 0,0 0,0 0,1 0,-1 0,1 1,2-2,1 4,1-1,-1 1,1 1,-1 0,0 0,0 0,0 1,1 0,-1 0,-1 1,1-1,0 2,-1-1,1 1,-1 0,0 0,-1 1,1 0,-1 0,0 0,0 0,0 1,-1 0,1 0,-2 0,1 1,-1-1,0 1,0 0,-1 0,1 0,-2 0,1 0,-1 0,0 1,-1-1,1 0,-1 1,-1-1,0 0,0 0,0 1,-1-1,0 0,0 0,-3 6,-1-3,0 0,-1-1,0 1,-1-2,0 1,0-1,0 0,-1-1,-1 0,1 0,-1-1,0 0,-7 2,44-5,-16-4,0 0,1 0,-1 1,0 1,0 0,0 1,0 0,0 0,0 1,-1 0,1 1,-1 1,0-1,0 2,-1-1,1 1,-1 1,0 0,-1 0,0 0,7 10,-10-13,-1 0,0 1,0-1,-1 1,1 0,-1 1,0-1,-1 0,1 1,-1-1,0 1,0 0,-1 0,0 0,0 0,0 0,-1 0,0 0,0 0,0 0,-1 0,0 0,0 0,0 0,-1 0,0-1,0 1,-1-1,1 1,-4 4,-6-2,0 0,0-1,-1-1,0 0,0 0,-1-2,1 1,-1-2,0 0,0 0,0-2,-1 1,1-2,-12 0,-226 1,224 2,39 2,9-3</inkml:trace>
  <inkml:trace contextRef="#ctx0" brushRef="#br0" timeOffset="-21607.647">17603 1782,'-12'10,"-10"11,-11 13,-12 9,-10 9,-8 5,5-7</inkml:trace>
  <inkml:trace contextRef="#ctx0" brushRef="#br0" timeOffset="-39571.588">9614 540,'194'-8,"54"-13,-224 18,72-2,-95 5,1 0,0 0,-1 0,1 0,0 0,-1 0,1 1,0-1,-1 1,1-1,-1 1,1 0,-1-1,1 1,-1 0,1 0,-1 0,0 0,0 0,1 0,-1 0,0 1,0-1,0 0,0 1,0-1,-1 1,1-1,0 1,-1-1,1 1,-1 0,1-1,-1 1,0-1,0 1,1 0,-1-1,-1 1,1 0,0-1,0 1,0 0,-1 0,-38 125,15-66,15-35,0 0,2 1,0-1,2 1,1 0,1 1,2-1,1 1,0-1,2 0,3 8,1-10</inkml:trace>
  <inkml:trace contextRef="#ctx0" brushRef="#br0" timeOffset="-38971.481">9805 813,'454'-49,"-403"41,0-2,-1-3,-1-2,1-2,26-32,-74 47,0 0,-1 0,1 0,0-1,-1 1,1 0,-1-1,0 1,1 0,-1-1,-1 0,1 1,0-1,-1 0,1 1,-1-1,0 0,1 1,-1-1,-1 0,1 0,0 1,-1-1,1 0,-1 1,0-1,0 1,0-1,0 1,-1-2,1 2,0 0,0 0,0 0,0 0,-1 0,1 1,0-1,-1 0,0 1,1-1,-1 1,0 0,1-1,-1 1,0 0,0 0,0 0,0 0,0 1,0-1,-1 0,1 1,0 0,0-1,0 1,-1 0,1 0,0 0,0 0,0 1,0-1,-1 1,1-1,0 1,0 0,0-1,0 1,0 0,0 1,-2 7,0 0,0 0,1 0,1 1,0-1,0 1,0 0,1 0,1 0,0-1,0 1,1 0,1 3,-2-13,6 57,2-1,2 0,4-1,2 4,11 1,-26-59,0 1,1-1,-1 0,1 1,-1-1,1 0,-1 0,1 0,0 0,-1 0,1 0,0-1,0 1,-1-1,1 1,0-1,0 1,0-1,0 0,0 0,0 0,0 0,0 0,-1-1,1 1,0-1,0 1,0-1,0 1,-1-1,1 0,0 0,14-9,-2 0,1 0,-1-2,-1 0,0 0,-1-1,0-1,-1 0,-1 0,0-1,-1-1,0 0,1-5,7-9,-17 49,-1-18,-13 57,2 0,3 1,1 29,7-74,0 0,2 1,0-1,0 0,2 0,0 0,0 0,1 0,1 0,0-1,1 0,0 0,1 0,1-1,0 0,0-1,2 0,8 9,7 2</inkml:trace>
  <inkml:trace contextRef="#ctx0" brushRef="#br0" timeOffset="-38335.643">11567 649,'-13'-11,"0"1,-1 1,-1 0,1 0,-1 2,-1 0,1 0,-1 2,0 0,-1 0,0 2,9 1,0 1,0 0,0 0,-1 1,1 0,0 0,0 1,0 0,-1 0,1 1,0 0,1 1,-1 0,0 0,1 0,-1 1,1 0,0 1,1-1,-1 1,1 1,0-1,-1 2,4-4,1 0,-1 0,1 0,-1 0,1 0,0 1,0-1,1 0,-1 1,1 0,0-1,0 1,0 0,0 0,1 0,-1-1,1 1,0 0,0 0,1 0,-1 0,1 0,-1-1,1 1,1 0,-1-1,0 1,1 0,0-1,0 0,0 1,0-1,0 0,1 0,-1 0,1 0,2 1,5 2,1-1,0 0,0 0,0-2,0 1,0-1,1-1,0 0,-1 0,1-1,0-1,0 0,0-1,-1 0,1-1,0 0,-1-1,0 0,1 0,-1-2,0 1,0 0,-1-1,1 0,-1-1,0 0,-1 0,1-1,-1 0,-1 0,1-1,-1-1,-1 1,1-1,-2 0,2-2,-8 11,0 0,0 1,0-1,0 0,1 1,-1-1,0 0,0 1,0-1,1 0,-1 1,0-1,0 0,1 1,-1-1,0 0,1 0,-1 1,0-1,1 0,-1 0,0 0,1 0,-1 1,0-1,1 0,-1 0,1 0,-1 0,0 0,1 0,-1 0,1 0,-1 0,0 0,1 0,-1 0,0 0,1 0,-1-1,1 1,-1 0,0 0,1 0,-1-1,0 1,1 0,-1 0,0-1,0 1,1 0,-1 0,0-1,0 1,1 0,-1-1,0 1,16 49,-2 1,-2 1,4 44,-15-81,0 1,-1-1,0 0,-2 1,1-1,-2 0,0 0,0 0,-2-1,-4 11,7-18,-1 1,0-1,0 0,-1 0,0-1,0 1,0-1,-1 0,0 0,0 0,0-1,0 1,-1-1,0 0,0-1,0 0,0 0,0 0,-1-1,1 1,-1-2,-6 2,-11-1</inkml:trace>
  <inkml:trace contextRef="#ctx0" brushRef="#br0" timeOffset="-37853.389">11854 485,'26'0,"-13"-2,0 1,0 0,0 1,1 1,-1 0,0 1,0 0,0 1,0 0,0 1,-1 1,0 0,1 1,-2 0,1 0,-1 2,1 0,-10-6,0 0,0 1,0-1,0 1,-1-1,1 1,-1 0,0-1,0 1,0 0,0 0,0 0,0 0,-1 0,1 0,-1 0,0 0,0 0,0 0,0 0,-1 0,1 0,-1 0,0 0,0 0,0 0,0 0,0-1,-1 1,1 0,-1-1,0 1,0-1,-1 2,-78 71,79-73,-36 32,59-22,18-2,-20-7,-1 1,1 1,0 0,-1 2,0 0,-1 1,0 1,0 0,0 1,-1 1,-1 1,0 0,7 8,-20-18,-1 0,1 1,0-1,0 1,-1 0,0-1,1 1,-1 0,0 0,-1 0,1 0,0 0,-1 0,1 0,-1 0,0 0,0 0,0 0,-1 0,1 0,-1 0,1 0,-1 0,0 0,0 0,-1-1,1 1,0 0,-1-1,0 1,1-1,-1 1,0-1,0 0,-2 1,-12 11,-1-2,0 0,-1-1,-1-1,1 0,-1-1,-20 5,34-12,-213 73,200-72,6-3</inkml:trace>
  <inkml:trace contextRef="#ctx0" brushRef="#br0" timeOffset="-36204.082">12988 1059,'18'9,"14"10,5 9,-1 7,-4 6,-8 6,-12 4,-15 5,-22 5,-22 5,-20-1,2-11</inkml:trace>
  <inkml:trace contextRef="#ctx0" brushRef="#br0" timeOffset="-26968.744">8562 2588,'70'-111,"-47"77,0-1,-3 0,-1-2,-1 0,-3-1,3-12,-9 13,-1-1,-2 0,-1 0,-3 0,-1 0,-2-23,-23-37,23 96,0-1,0 1,0 0,0-1,-1 1,1 0,-1 0,0 0,1 0,-1 0,0 0,0 0,0 1,0-1,-1 1,1-1,0 1,-1 0,1 0,-1 0,1 0,-1 1,1-1,-1 1,0-1,1 1,-1 0,0 0,1 0,-1 0,0 1,1-1,-1 1,1-1,-2 1,-5 5,0-1,0 2,1-1,0 1,0 0,1 1,0-1,0 2,1-1,0 1,0 0,1 0,0 0,1 1,0 0,0 0,1 0,1 0,-2 7,-1-1,1 1,0 0,1 1,1-1,1 0,0 1,2-1,0 1,0-1,2 0,0 0,1 0,1 0,0 0,1-1,1 0,1 0,0-1,1 0,0 0,7 7,2-3,1-1,1-1,1-1,0 0,0-2,2 0,0-2,0 0,1-2,1 0,0-2,0-1,0-1,1-1,0-1,0-1,0-1,15-2,-23 0,1-2,-1 0,0 0,0-2,0 0,0-1,-1-1,16-7,-27 10,0 0,0 0,0-1,0 1,-1-1,0 0,0-1,0 1,0-1,0 0,-1 0,0-1,0 1,-1-1,1 0,-1 0,-1 0,1 0,-1-1,0 1,0-1,-1 1,0-1,0 0,0-2,-1 5,0 0,0 0,-1 0,1 0,-1 0,0 0,0 0,0 0,-1 1,1-1,-1 0,0 1,0-1,0 1,0 0,0 0,-1 0,0 0,0 0,1 0,-2 1,1-1,0 1,0 0,-1 0,1 0,-1 1,0-1,1 1,-1 0,0 0,-1 0,-4-1,0 0,-1 1,0 0,1 1,-1 0,1 1,-1 0,1 0,-1 1,1 0,0 1,0 0,0 0,2 1,0-1,0 1,0 0,1 1,0-1,0 1,0 1,0-1,1 1,0 0,0 0,1 1,0-1,0 1,-2 3,4-6,1 0,-1-1,1 1,0 0,0 0,0 0,1 0,-1 0,1 0,0 0,0 0,0-1,1 1,-1 0,1 0,0 0,0 0,1 0,-1-1,1 1,-1 0,1-1,0 0,1 1,-1-1,1 0,-1 0,1 0,0 0,3 2,4 1,0 0,1-1,0 0,0-1,0 0,1-1,-1 0,1-1,-1 0,1-1,0 0,0-1,0 0,0-1,-1 0,1-1,0 0,5-3,-10 4,0 0,0-1,-1 0,1 0,-1 0,0-1,0 0,0 0,0-1,0 0,-1 0,1 0,-1-1,0 1,-1-1,1 0,-1-1,0 1,0-1,0 0,-1 0,0 0,0 0,-1 0,0-1,0 1,0-3,-2 8,1 0,-1 0,0 0,0 0,0 0,0 0,0 0,0 0,0 0,-1 0,1 0,0 0,-1 0,1 0,0 0,-1 0,1 0,-1 0,0 1,1-1,-1 0,0 0,1 0,-1 1,0-1,0 0,0 1,1-1,-1 1,0-1,0 1,0-1,0 1,0 0,0-1,0 1,0 0,0 0,0 0,0 0,0 0,0 0,0 0,0 0,0 0,0 0,0 1,0-1,0 0,0 1,0-1,0 1,0-1,0 1,0-1,0 1,1 0,-1-1,0 1,0 0,1 0,-1-1,0 1,0 1,-1 1,0 0,0 0,0 1,1-1,-1 1,1-1,-1 1,1-1,1 1,-1 0,0 0,1 0,0-1,0 1,0 0,0 0,0 0,1-1,0 1,0 0,0-1,0 1,0 0,1-1,0 1,-1-1,1 0,0 0,1 0,-1 0,1 0,-1 0,1 0,0-1,0 0,0 1,0-1,1 0,-1 0,0-1,1 1,-1-1,4 1,25 12,1-1,0-2,0-2,1-1,0-1,0-2,20 0,-38-3,110 12</inkml:trace>
  <inkml:trace contextRef="#ctx0" brushRef="#br0" timeOffset="-26317.234">11594 2015,'-12'3,"-1"2,1-1,0 2,0-1,1 2,0-1,0 2,1-1,-1 2,2-1,-1 1,1 1,1-1,-3 5,1-2,0 1,1 0,1 1,0-1,1 1,0 1,1-1,1 1,0 0,1 1,0 2,3-12,0 0,1 0,-1 1,1-1,0 0,1 0,-1 0,1 0,1 1,-1-1,1-1,0 1,0 0,1 0,-1-1,1 1,1-1,-1 0,1 0,0 0,0-1,0 1,1-1,-1 0,1 0,0 0,0-1,1 0,3 2,1 0,1-1,-1 0,1-1,0 0,0-1,1 0,-1-1,0 0,1 0,-1-1,1-1,-1 0,0-1,0 0,0-1,0 0,0 0,0-1,-1-1,10-5,-2 1,0-2,-1 0,-1-1,0 0,0-2,-1 0,-1 0,-1-1,0-1,-1-1,4-7,-3 2,-1-2,-1 0,-1 0,-1-1,-1 0,-2 0,0-1,-2 0,-1 0,-1 0,-1-1,-2-22,1 40,-1 0,0 1,0-1,-1 0,0 1,0-1,-1 1,0 0,0-1,-1 1,0 1,-1-1,0 1,0 0,0 0,-1 0,0 1,0-1,-1 1,0 1,0 0,0 0,-1 0,1 1,-9-4,4 5,-1 1,1 0,-1 1,1 0,-1 1,0 0,1 1,-1 0,1 1,0 1,-1 0,1 0,0 1,1 1,-1 0,1 1,0 0,0 0,1 1,-1 1,2 0,-1 0,1 1,0 0,1 0,0 1,1 1,0-1,0 1,1 0,1 0,0 1,0 0,1 0,-1 7,3-6,1 0,1 1,0-1,1 0,0 0,1 0,0 0,1 0,1-1,0 1,0-1,2 0,-1 0,8 10,8 12,1-2,2 0,1-1,11 8,333 318,-305-261,-57-77</inkml:trace>
  <inkml:trace contextRef="#ctx0" brushRef="#br0" timeOffset="-25733.726">12387 2410,'-13'75,"-2"0,-18 46,-7 32,29-122,40-186,-17 106,56-210,-57 233,-11 26,0 1,1-1,-1 0,0 1,0-1,0 0,0 1,0-1,1 0,-1 0,0 1,0-1,0 0,1 0,-1 0,0 1,0-1,1 0,-1 0,0 0,0 0,1 1,-1-1,0 0,0 0,1 0,-1 0,0 0,1 0,-1 0,0 0,1 0,-1 0,0 0,1 0,-1 0,0 0,0 0,1 0,-1 0,0-1,1 1,-1 0,0 0,0 0,1 0,-1-1,0 1,0 0,1 0,-1 0,0-1,0 1,0 0,1 0,-1-1,0 1,0 0,0-1,0 1,0 0,0 0,0-1,0 1,0 0,0-1,0 1,0-1,15 107,-6-43,3-2,3 1,2-2,3 0,2-1,19 31,-11-42,-21-37</inkml:trace>
  <inkml:trace contextRef="#ctx0" brushRef="#br0" timeOffset="-25483.272">12236 2602,'26'0,"22"0,21 0,16 0,11-2,11-2,8-3,-16-2</inkml:trace>
  <inkml:trace contextRef="#ctx0" brushRef="#br0" timeOffset="-47018.429">479 976,'-12'-2,"-1"0,1 1,0 0,0 1,0 0,-1 1,1 1,0 0,0 0,0 1,0 0,1 1,-1 1,1 0,0 0,1 1,-1 1,1 0,0 0,-5 6,13-12,0 1,0 0,0 0,0 1,0-1,1 0,-1 1,1-1,0 1,-1-1,1 1,0 0,0-1,1 1,-1 0,1 0,-1 0,1 0,0-1,0 1,0 0,0 0,1 0,-1 0,1-1,0 1,-1 0,1 0,1-1,-1 1,0-1,1 1,-1-1,1 1,0-1,-1 0,1 0,2 2,2 0,0-1,1 0,-1-1,0 1,1-1,-1 0,1-1,0 1,0-1,-1-1,1 1,0-1,0 0,0-1,0 0,-1 0,4-1,109-41,-102 35,-2-1,1 0,-1-1,0-1,-1-1,-1 0,0-1,0 0,-1-1,-1 0,0-1,-1 0,-1 0,0-1,-1-1,-1 1,0-1,-2-1,0 1,-1-1,0 0,-1 0,-2 0,1 0,-2 0,-1 0,0-1,-1 1,-1 0,-2-6,4 19,0 0,-1 0,1 0,-1 1,0-1,0 0,-1 1,0-1,1 1,-1 0,-1 0,1 0,-1 0,1 0,-1 1,0 0,0 0,-3-2,5 6,-1-1,0 0,1 1,-1-1,0 1,1 0,-1 0,1 0,-1 0,1 0,-1 1,1-1,0 1,0-1,0 1,0 0,0 0,0 0,0 0,1 0,-1 1,1-1,-1 0,1 1,0-1,0 1,0-1,0 1,1-1,-1 1,-7 19,1 0,1 1,0-1,2 1,1 0,1 0,1 1,0-1,2 0,1 0,1 0,2 4,-2-12,0 0,2-1,0 1,1-1,0 0,1 0,1-1,0 1,0-2,2 1,-1-1,2-1,8 8,-12-12,1-1,1 0,-1 0,1 0,0-1,0-1,0 0,1 0,-1 0,1-1,0-1,0 0,0 0,1-1,-1 0,0-1,0 0,1-1,-1 0,0 0,0-1,4-2,-1 0,0-1,0-1,0 0,-1-1,0 0,0-1,-1 0,0-1,0 0,-1-1,0 0,-1-1,0 0,-1 0,0-1,-1 0,0 0,-1-1,0 0,-1 0,0 0,-1 0,-1-1,0 0,-1 0,-1 0,0 0,0-3,-9-14,7 31,1-1,-1 1,1-1,0 1,-1 0,1-1,-1 1,1 0,-1-1,1 1,-1 0,1-1,-1 1,1 0,-1 0,1 0,-1 0,1 0,-1 0,0-1,1 1,-1 0,1 1,-1-1,1 0,-1 0,0 0,1 0,-1 0,1 0,-1 1,1-1,-1 0,1 0,-1 1,1-1,-1 1,1-1,0 0,-1 1,1-1,-1 1,1-1,0 0,-1 1,1-1,0 1,0 0,-1-1,1 1,0-1,-4 5,1 0,0 0,0 0,0 0,1 0,0 1,0-1,0 1,0 0,1-1,0 1,0 0,1 0,0 0,0-1,0 1,0 0,1 0,0 0,0-1,1 1,0 0,0-1,0 1,0-1,1 0,0 0,0 0,1 0,0 0,7 5,1-1,0 0,0-1,1 0,0-1,1-1,-1 0,1 0,1-2,-1 0,1 0,-1-1,5-1,64 13</inkml:trace>
  <inkml:trace contextRef="#ctx0" brushRef="#br0" timeOffset="-46425.345">2663 690,'19'0,"0"-1,0-1,0-1,0-1,0 0,0-2,-1 0,0-1,-1 0,1-2,-1 0,-1-1,0-1,3-3,-5 6,0-1,-1-1,0 0,-1-1,0 0,-1-1,0 0,-1-1,-1 0,0-1,0 0,-1 0,-1-1,5-14,-11 27,0 0,0 0,0 0,0 0,0 0,-1 0,1 0,-1 0,1-1,-1 1,0 0,0 0,0 0,0 0,0 0,-1-1,1 1,-1 0,1 0,-1 0,0 0,0 0,0 0,0 0,0 1,0-1,0 0,-1 0,1 1,-1-1,1 1,-1-1,1 1,-1 0,0-1,0 1,0 0,0 0,0 0,0 1,0-1,0 0,0 1,0-1,0 1,0 0,0 0,0 0,-1 0,1 0,0 0,0 0,0 1,0-1,0 1,-2 0,-6 8,0-1,0 1,1 0,1 1,-1 0,2 1,-1-1,2 1,-1 1,1-1,1 1,0 0,1 1,0-1,0 4,-11 46,3 1,2 0,3 1,3 0,3 0,3 0,2 0,5 13,43 431,-51-490,0 0,-1 1,-1-1,-1 0,-1 0,0 0,-2 0,0 0,-3 6,-8 8</inkml:trace>
  <inkml:trace contextRef="#ctx0" brushRef="#br0" timeOffset="-46185.987">2581 1140,'17'-7,"20"-7,22-3,16-4,12-2,5 0,-4 4,-17 5</inkml:trace>
  <inkml:trace contextRef="#ctx0" brushRef="#br0" timeOffset="-45555.14">3237 1154,'40'-300,"-50"245,10 55,0-1,-1 0,1 0,-1 0,1 0,-1 0,1 1,-1-1,0 0,1 0,-1 1,0-1,0 1,1-1,-1 1,0-1,0 1,0-1,0 1,0-1,1 1,-1 0,0 0,0 0,0-1,0 1,0 0,0 0,0 0,0 0,0 0,0 1,0-1,0 0,0 0,0 1,0-1,0 0,1 1,-1-1,0 1,0-1,0 1,1 0,-1-1,0 1,1 0,-1-1,0 1,1 0,-1 0,1 0,-1 0,-1 1,0 0,0-1,0 1,1 0,-1 0,1 0,-1 0,1 1,0-1,-1 0,1 1,1-1,-1 0,0 1,0-1,1 1,0 0,-1-1,1 1,0-1,0 1,0-1,1 1,-1 0,1-1,-1 1,1-1,0 1,0-1,0 0,0 1,0-1,1 0,-1 0,1 0,-1 0,1 0,0 0,1 1,9 3,-1-1,1 0,0-1,1 0,-1-1,1 0,-1-1,1 0,0-1,0-1,4 0,4 1,4 1,0-2,-1 2,0 1,1 0,-2 2,21 7,-41-11,0 0,-1 0,1 0,0 0,-1 1,1-1,-1 1,0 0,0 0,1 0,-1 0,0 0,-1 0,1 0,0 1,-1-1,1 1,-1-1,0 1,0 0,0-1,0 1,0 0,0 0,-1 0,0-1,1 1,-1 0,0 0,0 0,-1 0,1 0,-1 0,1-1,-1 1,0 0,0 0,0-1,0 1,-1 0,0 0,-13 26,11-23,1-1,0 1,0-1,1 1,-1 0,1 0,0 0,1 0,-1 1,1-1,0 4,3-7,0-1,1 1,-1-1,1 0,-1 0,1 0,-1 0,1 0,0 0,0-1,0 1,0-1,0 0,1 0,-1 0,0 0,0-1,1 1,-1-1,0 0,1 0,-1 0,0 0,1-1,-1 1,2-2,-5 2,23-1,1-2,-1 0,0-2,0-1,0 0,-1-2,0 0,-1-2,1 0,-2-2,0 0,0-1,6-7,-15 12,-1-1,-1 0,0-1,0 0,-1 0,0-1,-1 0,0-1,0 0,-2 0,1 0,2-11,-8 22,0 0,0-1,0 1,0 0,0-1,-1 1,1-1,0 1,-1 0,1 0,-1-1,1 1,-1 0,1 0,-1-1,0 1,0 0,0 0,0 0,0 0,0 0,0 0,0 0,0 1,0-1,0 0,0 1,-1-1,1 0,0 1,-1 0,1-1,0 1,-1 0,1-1,0 1,-1 0,1 0,0 0,-1 0,1 1,-1-1,1 0,0 0,-1 1,1-1,0 1,0-1,-1 1,1 0,0-1,0 1,0 0,0 0,0 0,0 0,-1 0,-8 4,-1 1,1-1,0 2,0-1,0 2,1-1,0 1,1 0,0 1,0 0,1 0,0 1,0 0,1 0,1 1,-1-1,1 3,4-10,0 0,0 1,0-1,0 0,1 1,0-1,-1 1,1-1,0 1,1-1,-1 1,0-1,1 1,0-1,0 0,0 1,0-1,1 0,-1 0,1 0,0 0,0 0,0 0,0 0,0 0,1-1,-1 0,1 1,0-1,-1 0,3 1,15 6,0-1,1 0,0-2,0 0,0-2,1 0,0-1,0-2,0 0,0-1,19-3,37 0</inkml:trace>
  <inkml:trace contextRef="#ctx0" brushRef="#br0" timeOffset="-45297.961">4712 881,'-21'0,"-14"5,-8 3,-1 6,2 4,6 5,9 2,11 2,16 1,17-2,17-3,17-6,14-5,9-5,4-8,-11-4</inkml:trace>
  <inkml:trace contextRef="#ctx0" brushRef="#br0" timeOffset="-45012.173">5080 813,'0'10,"0"-1,0 1,0-1,1 1,1-1,0 0,0 0,0 1,1-1,1-1,0 1,0 0,0-1,1 0,0 0,1 0,0-1,0 0,1 0,0 0,0-1,0 0,3 1,10 8,1-2,0 0,0-2,1 0,1-1,0-2,0 0,13 2,-19-6,0-1,-1 0,2-1,-1-1,0-1,0 0,10-2,-21 1,0 1,0-2,0 1,-1-1,1 1,-1-2,1 1,-1 0,0-1,0 0,0-1,0 1,0-1,-1 0,0 0,1 0,-2 0,1-1,0 0,-1 0,0 0,0 0,1-3,2-10,-2 1,0-1,-1 0,-1 0,0 0,-1-1,-1 1,-1 0,-2-11,0-58,6 64,1 4</inkml:trace>
  <inkml:trace contextRef="#ctx0" brushRef="#br0" timeOffset="-40043.529">7006 704,'-9'-1,"0"0,0 1,0 0,0 0,1 1,-1 1,0-1,1 1,-1 1,1-1,-1 2,1-1,0 1,0 0,1 1,-1-1,1 2,0-1,0 1,1 0,0 0,0 1,0 0,1 0,0 0,0 1,1-1,0 1,0 0,1 1,0-1,1 0,0 1,0 0,-1 6,4-9,-1-1,1 1,0-1,0 1,0-1,1 0,0 1,0-1,0 0,1 0,-1-1,1 1,0 0,1-1,-1 0,1 1,0-2,0 1,0 0,0-1,1 0,-1 0,1 0,0 0,5 1,3 2,0-1,1 0,0-2,0 1,0-2,0 0,0 0,0-1,9-1,-6-1,0-1,0-1,0 0,0-1,-1-1,0 0,0-2,0 1,-1-2,0 0,11-8,-18 10,0 1,0-1,0-1,-1 0,0 0,0 0,-1 0,0-1,0 0,-1-1,0 1,-1-1,0 0,0 0,-1-1,0 1,0-1,-1 1,0-1,0-9,-2 18,0 0,1 0,-1 0,0-1,1 1,-1 0,0 0,0 0,0 0,0 0,0 0,0 0,0 0,0 0,-1 0,1 0,0 0,0 0,-1 0,1 0,-1 0,1 0,-1 0,0 0,1 0,-1 0,0 1,1-1,-1 0,0 0,0 1,0-1,0 1,0-1,1 1,-1-1,0 1,0-1,0 1,-1 0,1-1,0 1,0 0,0 0,0 0,0 0,0 0,0 0,0 0,0 0,0 1,0-1,0 0,0 1,0-1,0 0,0 1,0-1,0 1,0 0,0-1,0 1,1 0,-1-1,0 1,0 0,1 0,-1 0,0 0,-3 6,0-1,1 1,0 0,0 1,0-1,1 1,0-1,0 1,1-1,0 1,1 0,-1 0,1 0,1-1,0 1,0 0,0 0,1-1,0 1,0-1,1 0,0 1,1-1,-1 0,1-1,1 1,-1-1,1 0,0 0,0 0,1-1,0 1,0-1,4 2,0-2,0-1,0 0,0-1,0 0,1 0,-1-1,1-1,-1 1,1-2,0 0,0 0,-1-1,1 0,-1-1,1 0,-1 0,1-1,-1-1,1 0,-4 1,0 0,0 0,0-1,0 0,-1-1,1 1,-1-1,0 0,0-1,-1 1,0-1,0 0,0 0,-1-1,1 0,-2 0,1 0,-1 0,0 0,0 0,-1-1,0 0,-1 1,1-1,-1 0,-1-1,1 5,-1 0,0 0,0 1,0-1,-1 0,1 0,-1 0,0 1,0-1,0 0,0 1,-1-1,1 1,-1-1,0 1,0 0,-1 0,1 0,-1 0,1 0,-1 0,0 1,0-1,0 1,0 0,0 0,-1 0,-1-1,3 4,0-1,0 1,1-1,-1 1,0 0,0 0,0-1,0 1,1 1,-1-1,0 0,1 0,-1 1,1-1,0 0,-1 1,1 0,0-1,0 1,0 0,0 0,0-1,0 1,0 0,1 0,-1 0,1 0,-1 0,1 0,0 0,0 0,0 0,0 0,0 0,0 0,1 0,-1 0,1 0,-1 0,1 0,0 0,0 0,0-1,0 1,0 0,7 9,1 0,0-1,0-1,1 1,0-2,1 1,0-1,0-1,0 0,1-1,0 0,1 0,-1-2,1 1,0-2,0 0,8 1,87 23,0-4</inkml:trace>
  <inkml:trace contextRef="#ctx0" brushRef="#br0" timeOffset="-31589.8">341 2806,'27'-26,"1"3,-2-2,0-2,-2 0,0-1,-2-1,-2-1,0-2,-2 1,-2-2,12-32,-25 57,0-1,-1 0,0 0,-1 1,0-1,0 0,-1 0,0 0,-1 0,1 0,-2 0,1 0,-1 0,-1 0,0 1,0-1,0 1,-1 0,-1 0,1 0,-1 1,0 0,-1-1,0 2,-3-4,7 8,0 1,0-1,-1 1,1-1,-1 1,1 0,-1 0,1 0,-1 0,0 0,1 1,-1-1,0 1,0-1,1 1,-1 0,0 0,0 1,1-1,-1 0,0 1,0 0,1-1,-1 1,1 0,-1 1,1-1,-1 0,1 1,-1-1,1 1,0 0,0 0,0 0,-2 2,-2 3,0 0,1 1,-1 0,2 0,-1 0,1 1,0 0,1 0,0 0,0 1,-1 11,1 0,1 0,1 0,1 1,1-1,1 0,0 0,2 0,1 0,0-1,1 0,2 0,0 0,1-1,0 0,2-1,0 0,1 0,1-2,1 1,0-2,1 0,1 0,0-2,13 9,-24-17,1-1,0 1,0-1,0 0,1-1,0 0,-1 0,1 0,0-1,0 0,1 0,-1 0,0-1,0-1,1 1,-1-1,1 0,-1-1,0 0,1 0,-1 0,0-1,0 0,0 0,0-1,0 0,-1 0,1-1,2-2,6-7,-1-1,-1-1,0 0,-1-1,0 0,-1-1,-1 0,-1-1,-1 0,0 0,0-5,0-39,-8 60,0 1,-1-1,1 1,-1 0,1-1,-1 1,1 0,-1-1,0 1,0 0,0 0,0-1,0 1,0 0,0 0,0 0,0 0,0 1,-1-1,1 0,0 0,-1 1,1-1,-1 1,1-1,0 1,-1-1,1 1,-1 0,1 0,-1 0,1 0,-1 0,1 0,-1 0,1 0,-1 1,1-1,-2 1,-2 0,1 1,-1 0,1-1,0 2,0-1,0 0,0 1,0 0,0 0,0 0,1 0,0 1,-1-1,1 1,1 0,-1 0,0 0,1 0,0 0,0 1,0-1,1 1,-1-1,1 1,0 0,1-1,-1 1,1 0,0 0,0-1,0 1,0 0,1 0,0-1,0 1,1-1,-1 1,1-1,0 1,0-1,0 0,1 0,-1 0,1 0,0 0,0 0,0-1,1 1,10 3,-1 0,1 0,1-2,-1 1,1-2,0 0,0-1,0 0,0-1,1-1,-1-1,1 0,9-2,45-1,-7-3</inkml:trace>
  <inkml:trace contextRef="#ctx0" brushRef="#br0" timeOffset="-30721.122">1612 2534,'-17'-5,"-1"2,1 0,-1 0,1 2,-1 0,0 1,-9 2,20-2,1 1,-1 1,1-1,-1 1,1 0,0 1,0-1,0 1,1 0,-1 1,1-1,-1 1,1 0,0 1,1-1,-1 1,1 0,0 0,0 0,0 1,-2 5,4-8,0 0,0 0,0 0,1 0,-1 0,1 1,0-1,0 1,0-1,1 1,-1-1,1 1,0-1,0 1,0 0,0-1,1 1,-1-1,1 1,0-1,0 1,0-1,1 0,-1 1,1-1,0 0,0 0,0 0,0 0,0 0,1 0,7 2,-1-1,1-1,-1 1,1-1,0-1,0 0,1 0,-1-1,0 0,0-1,1 0,-1-1,0 0,1-1,-1 0,0 0,0-1,-1 0,1-1,5-3,-3 3,0 0,0-1,-1-1,0 0,0 0,0-1,0 0,-1-1,-1 0,1-1,-1 0,-1-1,0 1,0-2,-7-8,-4 26,0 1,1 1,-1-1,2 0,-1 1,1-1,1 0,-1 1,1-1,1 2,-1-2,4 92,4 1,8 20,-3-22,-4 0,-4 33,-4-120,-1-1,0 0,-1 1,0-1,-1 0,0 0,-1 0,0 0,-1 0,0 0,-1-1,0 1,4-9,0 0,0-1,0 1,0-1,0 1,-1-1,1 1,0-1,-1 0,1 0,-1 1,1-1,-1 0,1 0,-1-1,0 1,0 0,1 0,-1-1,0 1,0-1,0 0,0 0,0 1,0-1,1 0,-1-1,0 1,0 0,0 0,0-1,0 1,1-1,-1 0,0 1,0-1,1 0,-1 0,0 0,1 0,-1 0,1-1,-5-3,0 0,1 0,0-1,0 0,0 0,0-1,1 1,1-1,-1 0,1 0,-7-20,2-1,2 1,0-1,2-1,1 1,1-1,1 1,2-1,1 1,1-1,2-3,0 0,2 0,1 0,1 1,2 0,0 0,3 2,0-1,4-1,-9 15,1 1,1 0,1 0,0 1,1 0,0 1,1 1,0 0,1 1,1 0,0 1,0 1,1 1,13-5,-29 12,1 0,-1 1,0-1,0 1,0-1,1 1,-1-1,0 1,0 0,1 0,-1 0,0 0,1 0,-1 0,0 0,1 0,-1 0,0 0,0 1,1-1,-1 1,0-1,0 1,1-1,-1 1,0 0,0-1,0 1,0 0,0 0,0 0,0 0,0 0,-1 0,1 0,0 0,0 0,-1 0,1 0,-1 1,1-1,-1 0,0 0,1 1,-1-1,0 0,0 1,0-1,0 0,0 1,0-1,0 0,0 0,-1 1,1-1,0 0,-1 1,1-1,-1 1,-9 45,-2 50,13-95,-1 1,1-1,-1 0,1 1,0-1,0 0,0 0,0 1,0-1,0 0,1 0,-1 0,1 0,-1-1,1 1,0 0,-1-1,1 1,0-1,0 1,0-1,1 0,-1 0,0 0,0 0,1 0,-1-1,0 1,1-1,-1 1,0-1,1 0,-1 0,1 0,-1 0,2-1,5 1,-1-1,1 0,0-1,-1 0,1 0,-1-1,1 0,-1-1,4-2,-7 3,0 1,0-1,0-1,-1 1,0 0,0-1,0 0,0 0,0-1,-1 1,0 0,0-1,0 0,0 0,-1 0,0 0,0 0,0-1,0 1,-1-1,0 1,-1-1,1 1,-1-1,0 1,0-1,0 1,-1-1,0 1,0-1,-1 1,1-1,-1 1,0 0,-1 0,1 0,-1 0,0 0,0 1,-1-1,1 1,-4-3,2 3,0 0,0 1,0 0,-1 0,1 0,-1 1,0 0,0 0,0 0,0 1,0-1,0 2,0-1,0 1,0 0,0 0,-1 0,1 1,0 0,0 0,0 1,0 0,0 0,1 0,-1 1,1-1,-1 1,1 1,0-1,0 1,0 0,1 0,-1 0,1 1,0-1,0 1,1 0,-1 0,1 1,0-1,1 1,-1-1,1 1,0 0,0 0,1 0,0 0,0 0,0 0,3 0,-1-1,0 1,1-1,0 0,1 0,-1 0,1 0,0 0,0-1,0 1,1-1,-1 0,1 0,0 0,0 0,1-1,-1 1,1-1,0 0,0-1,0 1,0-1,0 0,0 0,1-1,-1 1,0-1,1 0,-1-1,1 0,3 1,30 4</inkml:trace>
  <inkml:trace contextRef="#ctx0" brushRef="#br0" timeOffset="-30472.037">2158 2110,'-16'-3,"-15"3,-7 5,-1 6,3 6,8 8,11 6,16 7,16 4,16 4,3-5</inkml:trace>
  <inkml:trace contextRef="#ctx0" brushRef="#br0" timeOffset="-29784.939">2377 2711,'0'2,"0"-1,0 1,1-1,-1 0,0 0,1 1,-1-1,1 0,-1 0,1 1,0-1,0 0,-1 0,1 0,0 0,0 0,0 0,0 0,0 0,0 0,0-1,0 1,1 0,-1-1,0 1,0-1,1 1,-1-1,0 0,1 1,-1-1,0 0,1 0,-1 0,0 0,1 0,-1 0,0 0,1-1,-1 1,0 0,1-1,-1 1,0-1,0 1,1-1,-1 0,0 0,0 1,0-1,0 0,0 0,0 0,0 0,0 0,-1 0,2-1,9-11,-1 0,0-1,-1 0,-1-1,0 0,-1 0,0-1,-1 0,-1 0,-1 0,0 0,-1-1,0 0,-2-1,5-17,-3 0,0 1,-3-1,0 0,-3 0,0 0,-3 1,0-1,-3 2,-2-5,-14-6,24 43,1 1,-1-1,0 0,0 1,1-1,-1 1,0-1,0 1,0-1,1 1,-1 0,0-1,0 1,0 0,0 0,0-1,0 1,0 0,0 0,0 0,1 0,-1 0,0 0,0 1,0-1,0 0,0 0,0 1,0-1,0 0,1 1,-1-1,0 1,0-1,0 1,1 0,-1-1,0 1,1 0,-1-1,1 1,-1 0,1 0,-1-1,1 1,-1 0,1 0,0 0,-1 0,-5 14,0 0,1 0,0 0,1 1,1 0,1 0,0 0,1 0,0 0,2 0,1 14,1 4,2 0,1 0,2 0,1-1,2 0,1 0,1-2,2 1,1-2,1 0,10 11,-19-30,0-1,1 1,0-1,0-1,1 0,1 0,-1-1,2 0,-1 0,-7-6,-1 0,1 0,0-1,0 1,0-1,-1 0,1 0,0 0,0 0,1-1,-1 0,0 0,0 0,0 0,0 0,0-1,0 0,0 0,0 0,0 0,0-1,-1 1,1-1,0 0,-1 0,1 0,-1-1,0 1,0-1,0 0,0 0,7-10,0 0,-1 0,-1-1,0 0,0-1,-2 1,0-1,-1-1,0 1,-1-1,-1 0,-1 0,0-2,-11 71,7-48,1 1,0 0,1 0,-1 0,1 0,0 0,1 0,-1 0,1 0,0 0,1-1,0 1,0 0,0-1,0 1,1-1,0 0,0 0,0 0,1 0,-1 0,1-1,1 1,-1-1,0 0,1-1,0 1,0-1,0 0,0 0,1 0,-1-1,1 0,3 1,3-2,0 0,-1-2,1 1,0-2,-1 1,1-1,-1-1,0 0,0-1,0 0,0-1,-1 0,1 0,-1-1,-1-1,1 0,-1 0,0 0,-1-1,0-1,0 0,0 0,-1 0,-1-1,0 1,0-2,-1 1,0-1,1-3,-4 6,1-1,-1 1,-1 0,1-1,-2 1,1-1,-1 1,0-1,-1 1,0-1,-1-3,2 11,-1 0,1 0,-1 1,1-1,-1 0,1 1,-1-1,0 0,1 1,-1-1,0 1,1-1,-1 1,0-1,0 1,0 0,1-1,-1 1,0 0,0 0,0-1,0 1,0 0,0 0,1 0,-1 0,0 0,0 0,0 0,0 1,0-1,0 0,1 0,-1 1,0-1,0 1,0-1,1 0,-1 1,0 0,1-1,-1 1,0-1,1 1,-1 0,0-1,1 1,-1 0,1 0,0-1,-1 1,1 0,0 0,-1 0,1 0,0-1,0 1,0 0,-1 0,1 0,0 0,-2 6,-1 0,1 0,0 0,1 0,0 0,0 0,0 0,1 1,0-1,0 0,1 0,0 1,0-1,1 0,0 0,0 0,0 0,1-1,0 1,1-1,-1 0,1 1,0-2,1 1,0 0,-1-1,2 0,-1 0,1 0,-1-1,1 0,0 0,1 0,-1-1,1 0,0 0,1 0,76 19,-47-18</inkml:trace>
  <inkml:trace contextRef="#ctx0" brushRef="#br0" timeOffset="-29530.605">2500 2260,'14'-2,"20"-3,29-1,26-2,23 1,17 1,6 4,-19 3</inkml:trace>
  <inkml:trace contextRef="#ctx0" brushRef="#br0" timeOffset="-28771.774">3551 2738,'13'-29,"-1"-1,-2 0,-1-1,-1 0,-1 0,-2-1,-2 0,0 0,-2 0,-2-6,-7-3,8 40,-1 1,1 0,0 0,-1-1,1 1,-1 0,1 0,0 0,-1 0,1 0,-1 0,1-1,-1 1,1 0,0 0,-1 0,1 0,-1 1,1-1,-1 0,1 0,0 0,-1 0,1 0,-1 0,1 1,0-1,-1 0,1 0,0 1,-1-1,1 0,0 1,-1-1,1 0,0 1,-1-1,1 0,0 1,0-1,0 0,-1 1,1-1,0 1,0-1,0 0,0 1,0-1,0 1,0-1,0 1,0-1,0 1,0-1,0 0,0 1,0-1,0 1,0 2,1-1,-1 1,0-1,1 1,-1-1,1 1,0-1,-1 0,1 1,1-1,-1 0,0 0,0 1,1-1,-1 0,1 0,0-1,0 1,-1 0,1 0,0-1,0 1,1-1,-1 0,0 0,0 0,1 0,0 1,72 20,-20-16,-43-5,0 0,0 0,0 1,0 1,-1 0,1 0,-1 1,11 6,-18-7,-1 0,1 0,-1 1,0-1,0 1,0 0,0 0,-1 0,1 0,-1 0,0 1,-1-1,1 1,-1-1,0 1,0 0,0 0,0-1,-1 1,0 0,0 0,0 0,-1-1,1 1,-2 3,1-2,0 1,1-1,0 1,0-1,1 1,0-1,0 0,0 1,1-1,0 0,0 0,0 0,1 0,0 0,-1-3,1-1,-1 1,0-1,1 0,-1 0,1 0,0 0,0-1,0 1,-1-1,2 1,-1-1,0 0,0 0,0 0,0-1,1 1,-1-1,0 0,0 0,1 0,-1 0,0-1,1 1,-1-1,3 0,79-37,-74 31,0 0,-1-1,1 0,-2 0,1-1,-1-1,0 1,-1-2,0 1,-1-1,0 0,-1 0,2-5,-8-8,-17 31,15-4,0-1,1 1,-1-1,1 1,0 0,0 0,0-1,0 1,0 0,0 0,1 0,-1 0,1 0,0 0,0 0,0 0,1 0,-1 0,1 0,-1 0,1 0,0 0,0-1,0 1,0 0,1 0,-1-1,1 1,0-1,0 0,0 1,0-1,0 0,0 0,0 0,1 0,-1-1,1 1,-1-1,1 1,1-1,3 3,1-1,0-1,1 1,-1-1,0-1,1 0,-1 0,1 0,0-1,-1 0,1-1,-1 0,1 0,-1-1,0 0,0-1,-3 2,0-1,-1 0,0 0,1 0,-1 0,0-1,0 1,0-1,-1 0,1 0,-1-1,1 1,-1-1,0 0,-1 0,1 0,-1 0,1 0,-1 0,0-1,-1 1,1-1,-1 1,0-1,0 0,0 1,-1-1,1 0,-1 0,-2-2,1 1,-1 0,1 0,-2 0,1 0,-1 0,0 1,0-1,0 1,-1 0,0 0,0 0,0 0,-1 1,1-1,-1 1,0 0,0 1,-1-1,1 1,-1 0,0 1,0-1,0 1,0 0,0 0,0 1,0 0,0 0,-1 1,1-1,-1 1,1 1,0-1,0 1,-1 0,1 0,0 1,0 0,-2 1,1-1,-1 0,1 1,-1 0,1 0,0 1,0 0,0 0,1 1,0 0,0 0,0 0,0 1,1 0,0 0,0 0,0 1,1-1,0 1,0 0,1 1,0-1,0 0,1 1,0 0,0-1,0 3,4-5,0-1,1 1,-1-1,1 1,0-1,0 0,0 0,1 0,0 0,-1-1,1 1,0-1,1 0,-1 0,0-1,1 1,0-1,-1 0,1 0,0-1,0 1,0-1,0 0,0-1,0 1,5-1,32 7</inkml:trace>
  <inkml:trace contextRef="#ctx0" brushRef="#br0" timeOffset="-28465.593">4466 2096,'-6'-3,"-1"0,1 1,-1 0,1 0,-1 0,0 1,0 0,0 0,0 1,0 0,0 0,0 0,0 1,0 0,0 1,0-1,1 1,-1 1,1-1,-1 1,1 0,0 1,0-1,0 1,0 1,1-1,-5 5,5 2,0 0,0 0,1 0,0 1,1-1,0 1,1 0,1 0,0 0,0 0,1 0,0 0,1 0,1 0,0 0,1 0,3 9,1 3,1 0,1 0,1-1,1 0,1-1,1 0,1-1,1-1,1 0,1-1,4 3,-5-11,1 0,1-2,-1 0,1-1,1-1,-1-1,1 0,1-2,-1 0,1-1,-1-1,1-1,0 0,-1-2,14-1,-14 2,58 0</inkml:trace>
  <inkml:trace contextRef="#ctx0" brushRef="#br0" timeOffset="-27773.661">6269 2479,'-6'-3,"-1"0,1 0,0 0,-1 1,1 0,-1 0,0 1,1 0,-1 0,0 0,0 1,0 0,0 1,0-1,1 1,-1 0,0 1,1 0,-1 0,1 0,-1 1,1 0,0 0,0 1,0-1,1 1,-1 1,1-1,0 1,-2 2,5-6,0 1,0-1,0 1,0 0,1 0,-1 0,0 0,1 0,-1 0,1 0,0 0,0 0,0 1,0-1,0 0,0 1,0-1,1 1,0-1,-1 1,1-1,0 1,0 0,0-1,1 1,-1-1,0 1,1-1,0 1,0-1,-1 0,1 1,1-1,-1 0,0 0,1 1,-1-1,1 0,-1-1,1 1,0 0,0 0,0-1,0 1,0-1,0 1,0-1,2 1,9-2,-1 1,0-2,1 0,-1 0,0-1,0-1,0 0,0-1,0 0,-1-1,1 0,-1 0,-1-1,1-1,-1 0,0 0,-1-1,2-2,2-1,-1 0,0-1,-1 0,0-1,-1 0,-1-1,0 0,-1 0,0-1,-2 0,1 0,-2-1,0 0,-1 0,0 0,-1 0,-1-9,2 3,-1-1,-2 0,0 0,-1 0,-2 0,0 0,-1 1,-2-1,0 1,-1 0,-4-5,10 25,0 0,-1 1,0-1,1 1,-1-1,0 1,0-1,1 1,-1 0,-1-1,1 1,0 0,0 0,0-1,0 1,-1 0,1 0,-1 0,1 1,-1-1,1 0,-1 1,1-1,-1 1,0-1,1 1,-1 0,0-1,1 1,-1 0,0 0,1 0,-1 0,0 1,1-1,-1 0,1 1,-1-1,0 1,1 0,-1-1,1 1,-1 0,-6 9,1 0,0 0,1 0,0 1,0 0,2 0,-1 0,1 0,1 1,0 0,1 0,0 0,0 0,2 0,-1 6,-1 7,2-1,0 1,1 0,2 0,0-1,2 0,0 0,2 0,1 0,9 20,-11-31,0-1,1 0,0 0,1-1,0 0,1 0,0-1,0 0,1 0,1-1,-1-1,2 0,-1 0,1-1,0-1,0 1,1-2,0 0,0-1,4 1,-9-3,-1 0,1-1,-1 0,1 0,0-1,-1 0,1 0,0-1,-1 0,1 0,-1 0,1-1,-1-1,0 1,1-1,-1 0,-1-1,1 0,0 0,-1 0,0-1,0 0,0 0,-1 0,0-1,0 0,0 0,-1 0,1-1,-1 1,2-7,-2 1,0 0,0-1,-2 1,1 0,-2-1,1 1,-2-1,0 0,0 1,-1-1,-1 1,-2-10,4 21,0 0,0 1,0-1,0 0,0 0,0 0,0 0,0 0,0 0,0 0,-1 1,1-1,0 0,-1 0,1 0,-1 1,1-1,-1 0,1 0,-1 1,1-1,-1 0,0 1,1-1,-1 1,0-1,0 1,1-1,-1 1,0 0,0-1,0 1,0 0,1 0,-1-1,0 1,0 0,0 0,0 0,0 0,0 0,0 0,1 0,-1 0,0 1,0-1,0 0,0 0,0 1,1-1,-1 1,0-1,0 1,1-1,-1 1,0-1,1 1,-1-1,0 1,1 0,-1 0,1-1,-1 1,1 0,-1 0,-2 4,0 0,1 0,-1 1,1-1,1 0,-1 1,1-1,-1 1,1 0,1-1,-1 1,1 0,0 0,1-1,-1 1,1 0,0-1,1 1,-1-1,1 1,0-1,0 0,1 1,0-1,0-1,0 1,0 0,1-1,-1 1,1-1,0 0,1 0,-1-1,1 1,0-1,-1 0,4 1,15 8,0-2,1 0,0-2,0-1,15 3,51 10</inkml:trace>
  <inkml:trace contextRef="#ctx0" brushRef="#br0" timeOffset="-13600.461">110 4117,'29'0,"1"-1,-1-2,0-2,0 0,-1-2,1-1,-2-1,1-1,-1-2,21-12,1 2,-1-2,-2-2,-1-1,41-34,-81 58,0-1,0 0,-1 0,1 0,-1 0,0-1,0 0,0 0,0 0,-1 0,0 0,0-1,-1 0,1 1,-1-1,-1 0,1 0,0-2,-3 6,1 0,-1 0,1 1,-1-1,1 0,-1 0,0 0,0 1,0-1,0 1,0-1,0 1,0-1,-1 1,1-1,-1 1,1 0,-1 0,1 0,-1 0,1 0,-1 0,0 0,0 1,1-1,-1 0,0 1,0 0,0-1,0 1,0 0,-63 0,54 2,0 1,0 0,-1 1,2 0,-1 1,1 0,-1 1,1 0,1 0,-1 1,1 0,0 1,1 0,0 0,0 1,1 0,0 0,1 1,-1 0,2 0,0 0,0 1,1 0,0 0,1 0,-1 5,-1 22,3 1,1-1,2 0,1 0,2 0,2 0,9 33,0 15,-2-13,-4-1,-3 1,-3 1,-3-1,-4 0,-3 0,-3 0,-18 66,8-79,2-16</inkml:trace>
  <inkml:trace contextRef="#ctx0" brushRef="#br0" timeOffset="-13019.848">205 4569,'14'-19,"2"2,0 0,0 1,2 0,0 1,0 1,2 1,0 1,0 1,1 0,4 0,44-22,1 3,2 3,0 3,2 3,11 2,-57 13,-105 42,61-29,0 1,0 1,1 0,0 1,1 1,0 0,1 1,0 1,1 0,0 1,-7 10,18-23,0 0,0 0,0 0,0 0,0 0,0 0,0 0,1 1,-1-1,0 0,1 0,-1 1,1-1,-1 0,1 1,-1-1,1 0,0 1,0-1,0 1,0-1,0 1,0-1,0 0,0 1,1-1,-1 0,0 1,1-1,-1 0,1 1,0-1,-1 0,1 0,0 1,0-1,0 0,0 0,0 0,0 0,0 0,0 0,0-1,0 1,1 0,-1 0,0-1,0 1,1-1,-1 1,0-1,2 1,11-1,-1 1,1-2,0 0,0 0,-1-1,1-1,-1 0,0-1,0-1,0 0,-1 0,1-1,-1-1,4-3,-1 2,-1-1,0 0,-1 0,0-1,0-1,-1 0,0-1,-1-1,-1 1,0-2,-1 1,0-1,-1-1,4-8,-12 23,1 0,-1 0,1-1,-1 1,0 0,1-1,-1 1,1-1,-1 1,0 0,1-1,-1 1,0-1,0 1,1-1,-1 1,0-1,0 1,0-1,0 1,0-1,1 1,-1-1,0 0,0 1,0-1,0 1,-1-1,1 1,0-1,0 1,0-1,0 1,0-1,-1 1,1-1,0 1,-1-1,1 1,0-1,-1 1,1 0,0-1,-1 1,1-1,-1 1,1 0,0-1,-1 1,1 0,-1 0,1 0,-1-1,1 1,-1 0,1 0,-1 0,0 0,1 0,-1 0,0 0,-3 5,0 0,1 0,-1 0,1 1,0-1,0 1,1 0,0 0,0 0,0 0,1 0,0 1,0-1,0 0,1 1,0-1,0 1,1-1,0 0,0 0,0 1,3 0,0-1,0 1,0-1,1 1,0-1,0-1,1 1,-1-1,1 0,0 0,1-1,-1 0,1 0,0 0,0-1,0 0,0 0,1-1,-1 0,1 0,-1-1,1 0,0 0,-1-1,1 0,0 0,2-1,43 2</inkml:trace>
  <inkml:trace contextRef="#ctx0" brushRef="#br0" timeOffset="-12570.926">1516 4159,'-9'0,"0"1,0 0,0 1,0 0,0 0,1 1,-1 0,1 0,-1 1,1 0,0 1,1 0,-1 0,1 1,0 0,0 0,1 0,0 1,0 0,0 0,1 1,-3 5,7-10,1-1,-1 1,1 0,-1 0,1-1,0 1,0 0,0 0,1 0,-1-1,1 1,-1 0,1 0,0-1,0 1,0-1,1 1,-1-1,1 1,-1-1,1 0,0 0,-1 1,1-1,0 0,1-1,-1 1,0 0,0-1,3 2,80 28,-70-29,0 0,1-1,-1 0,0-1,1-1,-1-1,0 0,0-1,0 0,0-1,0-1,-1 0,0-1,0-1,-1 0,1-1,-2 0,1-1,-1-1,0 0,-1 0,0-1,-1-1,0 1,-1-2,-1 1,1-1,-2-1,2-3,4-23,-2-1,-1 0,-3-1,-1 0,-2 0,-2 0,-2 0,-1 0,-3-1,3 4,0-19,-6 99,1 39,3 0,3 0,4 0,9 42,-9-100,1 0,0-1,2 1,1-1,0-1,1 1,3 1,-7-14,0 0,0 0,1 0,-1-1,2 0,-1 0,1-1,0 0,0 0,1-1,0 1,0-2,0 1,1-1,-1 0,1-1,0 0,1 0,-5-2,-1 0,1 0,0-1,0 1,-1-1,1 0,0-1,0 1,0-1,-1 0,1 0,0 0,-1-1,1 1,-1-1,1 0,-1-1,0 1,0-1,2-1,15-16</inkml:trace>
  <inkml:trace contextRef="#ctx0" brushRef="#br0" timeOffset="-12313.079">1571 3872,'-14'2,"-5"3,6 1,15 0,22-2,26-4,28-4,22-3,14-4,4 1,-3 2,-15 2,-25 3</inkml:trace>
  <inkml:trace contextRef="#ctx0" brushRef="#br0" timeOffset="-12089.795">2349 4091,'-9'29,"5"-17,-1 0,2 0,0 1,0 0,1 0,1-1,0 1,0 0,2 0,-1 0,3 11,-2-21,0-1,0 1,0 0,1 0,-1 0,1-1,-1 1,1-1,0 1,0-1,0 0,0 0,0 0,1 0,-1 0,1 0,-1 0,1-1,0 1,-1-1,1 0,0 0,0 0,0 0,0-1,0 1,0-1,0 0,0 1,0-1,0-1,1 1,3-1,1 0,0 0,-1-1,1 0,-1-1,1 0,-1 0,0 0,0-1,-1 0,1 0,0-1,1-2,0 0,-1-1,0 1,0-1,-1-1,0 1,0-1,-1 0,0 0,-1-1,0 1,-1-1,0 0,0 0,-1 0,0-2,-1 6,0-1,0 1,-1-1,0 0,0 1,-1-1,0 1,0-1,-1 1,1 0,-1 0,-1-1,1 1,-1 0,0 1,0-1,-1 0,0 1,0 0,0 0,0 0,-1 1,0-1,0 1,-5-4,3 5,0-1,0 1,0 0,-1 1,1 0,-1 0,1 0,-1 1,0 0,1 1,-1 0,0 0,1 0,-1 1,0 0,1 1,-4 1,6-2,0 0,0 1,0 0,0 0,1 0,-1 0,1 1,-1-1,1 1,0 1,0-1,0 0,1 1,-1 0,1 0,0 0,0 0,0 0,1 1,-1-1,1 1,0 0,0 0,1 0,0-1,-1 4,2-3,-1 1,2-1,-1 0,0 0,1 1,0-1,1 0,-1 0,1 0,0 0,0 0,0-1,0 1,1-1,18 27</inkml:trace>
  <inkml:trace contextRef="#ctx0" brushRef="#br0" timeOffset="-8903.03">2800 4336,'13'-299,"-12"294,-1 0,0-1,1 1,-2-1,1 1,-1-1,0 1,0 0,0-1,-1 1,0 0,0 0,0 0,0 0,-1 1,0-1,0 0,0 1,-1 0,-2-3,3 7,0 0,1 1,-1-1,0 0,0 1,0 0,0 0,1-1,-1 2,0-1,1 0,-1 0,1 1,-1 0,1-1,0 1,0 0,0 0,0 0,0 0,0 0,0 1,1-1,-1 1,1-1,-1 1,1 0,0-1,0 1,1 0,-1 0,0-1,1 1,0 0,-1 0,1 2,0-2,0 0,0 0,1 0,-1 0,1 0,-1 0,1 0,0 0,0 0,0 0,0-1,1 1,-1 0,1-1,0 1,0-1,0 0,0 1,0-1,0 0,0 0,1 0,-1-1,1 1,0 0,-1-1,1 0,1 1,85 24,86-20,-63-6,-109 0,0 0,1-1,-1 2,1-1,-1 0,0 1,0-1,1 1,-1 0,0 0,0 1,0-1,0 0,0 1,0 0,0 0,0 0,-1 0,1 0,-1 1,1-1,-1 1,0-1,0 1,0 0,-1 0,1 0,-1 0,1 0,-1 0,0 0,0 0,0 1,0 0,-1 157,0-159,0-1,1 1,-1 0,1 0,0 0,0 0,0 0,0 0,0-1,0 1,0 0,0-1,1 1,-1-1,0 0,1 1,0-1,-1 0,1 0,0 0,-1 0,1 0,0 0,0 0,0-1,0 1,0-1,0 1,0-1,0 0,1 0,63-7,-52 3,-1-1,0 0,0-1,-1 0,0-1,0 0,0-1,-1 0,0-1,-1 0,0-1,0 0,-1-1,-1 0,1 0,-2 0,0-1,0-1,-1 1,0-1,-1 0,-1 0,0-1,0-4,-3 7,-3 17,0 21,2-11,1-1,0 0,1 1,1-1,0 0,1-1,1 1,0-1,2 5,-4-13,0-1,0 1,1 0,-1-1,1 1,1-1,-1 0,1-1,-1 1,1-1,1 0,-1 0,0 0,1-1,0 0,0 0,0 0,0-1,0 0,1 0,-1 0,5 0,1-2,0 0,-1 0,1-1,-1 0,1-1,-1-1,0 1,0-2,0 0,0 0,0-1,-1 0,0-1,0 0,0 0,2-4,11-8,-2-1,0-1,-1 0,-1-2,0 0,-1-3,-2 3,-1 0,-1-1,-1 0,-1-1,3-11,-14 35,-1-1,1 0,-1 0,1 1,-1-1,1 0,-1 0,0 0,0 0,1 0,-1 1,0-1,0 0,0 0,0 0,0 0,0 0,0 0,0 0,-1 0,1 1,0-1,0 0,-1 0,1 0,0 0,-1 1,1-1,-1 0,1 0,-1 1,0-1,1 0,-1 1,0-1,1 1,-1-1,0 1,0-1,1 1,-1-1,0 1,0 0,0-1,0 1,0 0,1 0,-1 0,0-1,0 1,0 0,0 0,0 0,0 1,0-1,0 0,1 0,-1 0,0 1,0-1,0 0,0 1,1-1,-1 1,-2 2,1 0,0 1,-1-1,1 1,1-1,-1 1,0 0,1 0,0 0,0 0,0 0,0 0,1 0,0 0,0 0,0 0,0 3,0-1,1 184,-1-185,0 0,1 0,0 0,0 0,0 0,1 0,-1 0,1-1,0 1,1-1,-1 1,1-1,0 0,0 0,0 0,1 0,-1-1,1 1,0-1,0 0,0 0,0 0,0-1,1 1,0-1,-1 0,1 0,0-1,0 0,0 0,0 0,0 0,4 0,3-3,-1 0,1 0,-1-1,0-1,0 0,0 0,-1-1,1 0,-1-1,0 0,-1-1,1 0,5-6,-4 4,12-7,-1-1,-1-2,-1 0,-1-1,-1-1,0 0,-2-2,0 0,-2-1,0 0,-2-1,-1 0,-1-1,-1 0,0-2,5-29,-3-1,-2-1,-2 0,-3 0,-3-20,0 75,-1 0,1 1,-1-1,0 0,0 1,0-1,-1 0,1 1,-1-1,0 0,0 1,0-1,0 1,-1-1,1 1,-1 0,0 0,0 0,0 0,-1 0,1 0,-1 0,1 1,-1-1,0 1,0 0,0 0,0 0,0 0,-1 0,1 1,0-1,-1 1,1 0,-2 0,-8 3,1 0,-1 1,1 0,0 1,0 0,0 1,1 1,0-1,0 2,0 0,1 0,0 1,0 0,1 0,0 1,0 1,1 0,0 0,1 0,-2 5,-2 3,2 0,0 1,1 0,1 0,1 1,0 0,2 0,0 0,1 0,1 1,1 0,1-1,1 1,1-1,0 1,2-1,0 0,1 0,1 0,1 0,5 11,1-1,1-1,1 0,2-1,0-1,2 0,1-1,1-2,2 0,0-1,1-1,11 7,-6-10,0-1,0-1,2-1,0-2,1-1,0-1,1-2,0-1,1-2,0-1,0-2,24 0,20-4</inkml:trace>
  <inkml:trace contextRef="#ctx0" brushRef="#br0" timeOffset="-8069.63">6255 4022,'-10'-5,"-1"0,0 0,0 1,0 0,0 1,0 0,-1 1,0 1,1-1,-1 2,0 0,0 0,-10 2,15-1,0 0,0 1,0 0,0 0,0 1,0-1,0 2,1-1,0 1,-1 0,1 0,1 0,-1 1,1 0,-1 0,2 1,-1-1,0 1,1 0,0 0,1 1,-2 3,3-8,1 1,-1 0,1 0,0 0,0 0,1 0,-1 0,0 0,1 0,0 1,0-1,0 0,0 0,0 0,1 0,-1 0,1 0,0 0,0 0,0 0,0 0,1 0,-1 0,1 0,0-1,-1 1,1-1,1 1,-1-1,0 0,0 0,1 0,-1 0,1 0,0-1,-1 1,1-1,0 1,0-1,0 0,0 0,0 0,0-1,0 1,0-1,1 0,-1 0,2 0,11-2,0-1,0 0,0-1,0-1,-1-1,0 0,0-1,-1 0,0-1,0-1,0 0,-1-1,-1-1,0 0,0 0,5-9,-6 8,0-1,-1 0,-1-1,-1 0,0 0,0-1,-1 0,-1 0,-1 0,0-1,-1 0,-1 0,0 0,-1-1,-1 1,-1-1,0 1,-1-1,0 1,-2 0,0 0,-1 0,0 0,-1 0,-1 1,-1 0,0 0,-1 0,6 11,1 1,-1-1,0 1,0 0,-1-1,1 1,-1 0,1 0,-1 1,0-1,0 0,-1 1,1 0,0 0,-1 0,1 0,-1 0,1 1,-1 0,0 0,0 0,0 0,0 0,0 1,0-1,1 1,-1 0,0 1,0-1,0 1,0-1,0 1,-2 1,0 3,1 0,0 1,0-1,0 1,1 1,0-1,0 0,1 1,-1 0,1 0,1 0,0 0,0 0,0 0,1 1,-1 5,-2 15,0 0,3 1,0-1,2 1,1 0,1-1,1 0,2 0,0 0,2 0,2-1,0-1,1 0,2 0,1-1,1 0,8 8,-18-25,0 0,0 0,1-1,1 0,-1 0,1 0,0-1,1 0,-1 0,1-1,0 0,0-1,1 1,0-1,-1-1,1 0,1 0,-1-1,0 0,0-1,1 0,-1 0,1-1,-1 0,1-1,-1 0,8-2,-8-1,0 0,0-1,-1 0,0-1,0 0,0 0,-1 0,0-1,0 0,-1-1,0 0,0 0,-1 0,0 0,0-1,-1 0,1-1,2-7,-1 0,-1 0,0 0,-1-1,-1 0,-1 1,0-1,-1-18,-1 29,0 1,0 0,-1-1,0 1,0-1,0 1,-1 0,0 0,0 0,0 0,-1 0,0 0,0 1,-1-1,4 5,-1 0,1 1,-1-1,1 0,-1 1,0-1,1 0,-1 1,0-1,1 1,-1-1,0 1,0 0,0-1,1 1,-1 0,0-1,0 1,0 0,0 0,0 0,0 0,1 0,-1 0,0 0,0 0,0 0,0 0,0 1,0-1,1 0,-1 1,0-1,0 0,0 1,1-1,-1 1,0-1,1 1,-1-1,0 1,1 0,-1-1,1 1,-1 0,-20 39,19-32,0 1,0 0,1 0,0-1,1 1,-1 0,2 0,-1 0,2 0,-1 0,1 0,0-1,1 1,0-1,0 1,1-1,0 0,0 0,1-1,0 1,0-1,1 0,0-1,0 1,1-1,0 0,4 2,51 30,2-8</inkml:trace>
  <inkml:trace contextRef="#ctx0" brushRef="#br0" timeOffset="-7043.9">8044 3981,'-12'-6,"-1"0,1 1,-1 1,0 0,-1 0,1 1,-1 1,1 0,-1 1,0 1,0 0,9 1,0 0,0 0,0 1,0 0,1 0,-1 0,1 1,-1-1,1 1,0 0,0 0,0 0,1 1,-1 0,1-1,-1 1,1 0,1 1,-1-1,1 0,-1 1,1 0,0-1,1 1,-1 0,1 0,0 0,0 0,1 0,-1 0,1 0,0 5,1-8,0 1,-1-1,1 1,0-1,0 0,0 0,1 1,-1-1,0 0,1 0,-1 0,1 0,0-1,0 1,0 0,0-1,0 1,0-1,0 0,0 1,0-1,1 0,-1 0,1-1,-1 1,0 0,1-1,1 0,70-3,-63-1,0-1,-1 0,1 0,-1-1,-1-1,1 0,-1 0,0 0,-1-2,0 1,0-1,0 0,-2 0,1-1,-1 0,0 0,-1 0,0-1,-1 0,0 0,-1 0,0 0,-1-1,0 1,0-1,-2 0,1 1,-1-1,-1 0,-2-8,2-10,-2 1,-1 0,-2 0,0 0,-2 1,-1 0,-9-17,18 45,0-1,0 0,0 0,0-1,0 1,-1 0,1 0,0-1,-1 1,1 0,-1 0,0 0,1 0,-1 0,0 0,0 0,1 0,-1 0,0 0,0 0,0 0,0 0,0 1,0-1,0 1,-1-1,1 0,0 1,0 0,0-1,-1 1,1 0,0-1,0 1,-1 0,1 0,0 0,0 0,-1 0,1 1,0-1,0 0,-1 1,-1 6,0 0,0 1,1-1,0 1,0-1,1 1,0 0,0 0,0 0,1 0,1 4,-1 3,-2 15,2 1,2-1,0 0,2 1,1-1,2 0,1-1,1 0,1 0,2-1,1 0,1-1,1 0,3 1,-15-22,1-1,0 1,0-1,0 0,0 0,1 0,0-1,0 1,0-1,1 0,-1-1,1 1,0-1,0 0,0-1,0 1,1-1,-1-1,0 1,1-1,0 0,-1 0,1-1,-1 0,1 0,0-1,-1 1,2-2,3-4,-1-1,0 0,-1 0,1-1,-2 0,1-1,-1 0,0 0,-1-1,0 0,0 0,-1-1,-1 0,0 0,0 0,-1-1,0 1,-1-1,-1 0,0 0,0-5,-1-35,-1 52,0-1,-1 1,1-1,0 1,0-1,-1 1,1-1,0 1,-1-1,1 1,-1-1,1 1,-1-1,1 1,0 0,-1-1,0 1,1 0,-1 0,1-1,-1 1,1 0,-1 0,1 0,-1 0,0 0,1 0,-1 0,1 0,-1 0,0 0,1 0,-1 0,1 0,-1 0,1 0,-1 1,0-1,1 0,-1 0,1 1,-1-1,1 0,-1 1,1-1,0 0,-1 1,1-1,-1 1,1-1,0 1,-1-1,1 1,0-1,0 1,-1-1,1 1,0 0,0-1,0 1,0-1,-1 1,1-1,0 1,0 0,0-1,1 1,-5 7,0-1,1 1,0-1,0 1,1 0,0 0,1 0,0 1,0-1,0 0,1 1,1-1,-1 0,1 0,1 0,-1 1,2-1,-1-1,1 1,0 0,0 0,1-1,0 0,1 0,-1 0,1 0,1-1,-1 0,1 0,0 0,2 1,28 11,-1-6</inkml:trace>
  <inkml:trace contextRef="#ctx0" brushRef="#br0" timeOffset="-6783.595">8371 3598,'0'10,"10"7,14 3,14 3,2-2</inkml:trace>
  <inkml:trace contextRef="#ctx0" brushRef="#br0" timeOffset="-6538.45">8726 3913,'4'15,"1"-1,0 1,1-1,1 0,0-1,0 0,2 0,-1 0,2-1,0-1,0 1,1-1,0-1,1 0,0-1,0 0,1-1,2 0,-13-7,0 0,0 0,-1 0,1-1,0 1,0-1,0 1,0-1,-1 0,1 0,0 0,0 0,0 0,0 0,0 0,0-1,0 1,-1-1,1 1,0-1,0 0,-1 0,1 1,0-1,-1-1,1 1,-1 0,1 0,-1 0,1-1,-1 1,0-1,0 1,0-1,0 1,0-1,0 0,0 0,-1 1,1-2,8-15,-2-1,0-1,-1 1,-1-1,-1 0,0-12,-1 10,1 1,1 0,1 0,1 1,6-14,13 4,-12 22</inkml:trace>
  <inkml:trace contextRef="#ctx0" brushRef="#br0" timeOffset="-6368.819">9410 3885,'0'19,"0"10,0 6,0-2,2-1,3-4,4-4,1-7,0-6</inkml:trace>
  <inkml:trace contextRef="#ctx0" brushRef="#br0" timeOffset="-4916.597">9300 3598,'3'-3,"1"0,-1 1,0-1,1 1,0 0,-1 0,1 0,0 0,0 0,0 1,0 0,0 0,0 0,1 0,-1 1,0 0,0-1,1 2,-1-1,2-1,21 0,0 0,0 2,0 1,-1 1,1 1,-1 2,0 0,0 2,-1 1,0 0,-1 2,0 1,16 11,-30-15,0 0,0 0,-1 1,0 0,0 1,-1 0,-1 0,0 1,0 0,-1 0,0 0,-1 1,0 0,-1 0,0 0,-1 0,-1 1,0 0,0-1,-1 1,-1 0,0 0,-1-1,0 1,-1 0,-2 3,-9 41,-2-1,-3-1,-7 11,5-14,2 0,2 2,-4 36,17-81,2 1,0-1,0 1,0 0,1 0,1-1,0 1,0 0,1-1,0 1,1-1,0 0,0 1,1-1,0-1,0 1,1-1,1 1,-1-1,1-1,4 5,7 1,0-1,0-1,1 0,1-1,-1-1,2-1,-1-1,1 0,0-2,0 0,1-1,0-1,-1-1,1-1,8-1,-12 1,0-1,0-1,0 0,0-1,0-1,0-1,7-3,-18 5,0 0,0-1,0 1,-1-1,1-1,-1 1,0-1,0 0,0 0,0 0,-1-1,0 1,0-1,0 0,0 0,-1-1,0 1,0-1,0 0,-1 0,1-4,0-2,-1 0,0 0,-1-1,-1 1,0 0,-1-1,0 1,-1 0,0 0,-1 0,0 0,-1 0,-2-5,-5-10,-1 1,-2 0,0 1,-2 1,-5-6,-3-1,-2 0,-2 2,0 2,-2 0,-1 2,-1 1,-1 1,-1 2,-21-9,32 18,24 12,-1 0,0 1,1-1,-1 0,0 0,1 0,-1 0,0 0,1 0,-1 0,1 0,-1 0,0 0,1 0,-1 0,0 0,1 0,-1 0,0 0,1 0,-1-1,0 1,1 0,-1 0,0 0,1-1,-1 1,0 0,0 0,1-1,-1 1,0 0,0 0,1-1,-1 1,0 0,0-1,0 1,0 0,0-1,1 1,-1 0,0-1,0 1,0 0,0-1,0 1,0-1,0 1,0 0,0-1,0 1,0 0,-1-1,1 1,0 0,0-1,0 1,0 0,-1-1,1 1,0 0,0-1,334-41,-42-17,-260 47,-32 12,0 0,-1 0,1 0,-1 0,1-1,0 1,-1 0,1 0,0 0,-1 0,1-1,0 1,0 0,-1 0,1-1,0 1,0 0,-1-1,1 1,0 0,0 0,0-1,-1 1,1-1,0 1,0 0,0-1,0 1,0 0,0-1,0 1,0 0,0-1,0 1,0-1,0 1,0 0,0-1,0 1,0 0,0-1,0 1,1 0,-1-1,0 1,0 0,0-1,1 1,-1 0,0-1,0 1,1 0,-1 0,0-1,1 1,-1 0,0 0,1 0,-1-1,0 1,1 0,-1 0,-17-3,-1 0,0 2,0 0,0 1,0 1,0 0,0 2,-2 0,-76 28,93-30,-1 1,1-1,0 1,1 0,-1 0,0 0,0 0,1 1,-1-1,1 1,0-1,0 1,0 0,0 0,0 0,1 0,-1 0,1 0,0 1,0-1,0 0,1 1,-1-1,1 1,-1-1,1 1,0 1,1-1,0 0,0-1,0 0,1 1,-1-1,1 0,0 0,0 1,0-2,0 1,0 0,1 0,-1-1,1 1,0-1,0 0,0 1,0-1,0-1,0 1,0 0,1-1,-1 0,0 0,4 1,92 12,-88-14,-1-1,0 0,0 0,0-1,-1-1,1 1,0-1,-1-1,0 0,0-1,0 1,0-1,-1-1,1 0,-1 0,6-8,-13 14,0-1,0 0,0 1,0-1,0 1,1-1,-1 1,0 0,0-1,0 1,0 0,0 0,1 0,-1 0,0 0,0 0,0 0,1 0,-1 0,0 0,0 1,0-1,0 0,0 1,1-1,-1 1,0 0,0-1,0 1,0 0,-1 0,1-1,0 1,0 0,0 0,-1 0,1 0,0 0,-1 0,1 0,-1 0,1 0,-1 0,0 0,1 1,-1-1,0 0,0 0,1 1,5 10,0-3,1 0,0-1,0 1,1-2,0 1,0-1,1 0,0-1,0 0,2 1,-8-5,0-1,0 1,-1-1,1 0,0 0,0 0,0 0,0-1,0 1,1-1,-1 1,0-1,0 0,0 0,0-1,0 1,0-1,0 1,0-1,0 0,0 0,0-1,0 1,0 0,-1-1,1 0,0 1,-1-1,0 0,1-1,-1 1,0 0,0 0,0-1,0 0,-1 1,1-2,5-11,-2-1,0 0,0 0,-2-1,0 1,-1-1,0 0,-2 0,0 1,-1-1,0 0,-1 0,-1 1,-1-1,0 1,-6-12,2-7,8 34,-1 1,1-1,-1 0,1 0,-1 0,1 0,0 0,0 0,-1 0,1-1,0 1,0 0,0 0,0 0,0 0,0 0,0 0,1 0,-1 0,0 0,1 0,-1 0,0 0,1 0,-1 0,1 0,0 0,-1 0,1 1,0-1,-1 0,1 0,0 1,0-1,0 0,0 1,0-1,0 1,0-1,-1 1,1 0,1-1,-1 1,0 0,0-1,0 1,0 0,0 0,0 0,21 1,0 1,-1 1,0 1,1 1,-1 0,5 4,-4-3,6 2,-10-4,0 1,-1 0,0 1,0 1,0 1,-1 0,0 2,14 9,-26-15,-1 1,1-1,-1 1,0-1,-1 1,1 0,-1 0,0 0,0 1,0-1,-1 0,0 1,0-1,0 1,-1-1,0 1,0-1,0 1,0-1,-1 1,0-1,0 1,-1-1,0 0,0 1,0-1,0 0,-1 0,0-1,0 1,-2 3,-22 72,26-78,1 0,0 1,0-1,0 0,0 1,0-1,0 0,0 1,1-1,-1 0,1 0,-1 1,1-1,0 0,0 0,0 0,0 0,1 0,-1 0,0 0,1-1,-1 1,1 0,0-1,0 1,-1-1,1 0,0 1,0-1,0 0,1 0,-1 0,0-1,0 1,0 0,3 0,2 0,1 0,0-1,0 0,0 0,0 0,0-1,0 0,-1-1,1 1,3-3,3-1,-1 0,0-1,-1 0,1-1,-1-1,-1 0,1 0,-1-1,-1-1,7-7,-11 11,-1 0,0 0,0 0,-1-1,0 1,0-1,0-1,-1 1,0 0,0-1,-1 1,0-1,0 0,-1 0,0 0,-1 0,1 0,-1 0,-1-5,0 11,1-1,-1 0,1 1,-1-1,0 0,0 1,0-1,0 1,0-1,-1 1,1 0,-1-1,0 1,0 0,1 0,-1 0,0 0,-1 1,1-1,0 0,-1 1,1 0,0-1,-1 1,0 0,1 0,-1 0,1 1,-1-1,0 1,0-1,1 1,-1 0,0 0,0 0,1 1,-1-1,0 1,0-1,1 1,-1 0,1 0,-1 0,1 0,-1 1,1-1,-1 0,1 1,0 0,0 0,-1 0,0 1,0 0,1 1,-1-1,1 0,-1 1,1 0,0 0,0-1,1 1,-1 0,1 1,0-1,0 0,0 0,1 0,-1 1,1-1,0 0,0 0,1 1,-1-1,1 0,0 0,0 0,0 0,1 1,-1-2,1 1,0 0,0 0,1-1,-1 1,1-1,-1 1,1-1,0 0,0 0,1-1,-1 1,2 1,15 9,1 0,0-1,1-1,0-1,1-2,0 0,0-1,0-1,1-1,16 1,95 15,-3-7</inkml:trace>
  <inkml:trace contextRef="#ctx0" brushRef="#br0" timeOffset="-4035.952">13260 3694,'-11'-3,"0"-1,-1 2,0 0,1 0,-1 1,0 0,1 1,-1 0,0 1,0 1,1 0,-1 0,1 1,-1 1,1-1,0 2,1 0,-1 0,1 1,0 0,0 1,1 0,0 0,0 1,1 0,-1 1,-2 4,9-10,0-1,0 1,0 0,0-1,0 1,1 0,-1 0,1 0,0 0,0 0,0 0,0 1,0-1,1 0,-1 1,1-1,0 0,0 0,0 1,1-1,-1 0,1 1,0-1,0 0,0 0,0 0,0 0,1 0,-1 0,1 0,0 0,0-1,0 1,0 0,0-1,1 0,2 2,4 0,0-2,1 1,-1-1,1-1,-1 1,1-2,0 1,-1-1,1-1,0 0,-1 0,1-1,-1 0,1-1,-1 0,0 0,0-1,0 0,-1-1,1 0,-1 0,0 0,2-4,2 0,-1 0,0-2,-1 1,0-1,-1-1,0 1,-1-1,0-1,-1 0,0 0,-1 0,-1-1,0 0,-1 0,0 0,-1-1,-1 1,0-1,-1 0,0 0,-2-8,2 4,-1 1,0-1,-2 0,0 0,-1 1,-1-1,-1 1,-1 0,-6-16,11 33,1-1,-1 0,0 0,1 1,-1-1,0 0,0 1,0-1,0 1,0-1,-1 1,1-1,0 1,-1 0,1 0,-1-1,1 1,-1 0,0 1,1-1,-1 0,0 0,0 1,1-1,-1 1,0-1,0 1,0 0,0 0,0 0,0 0,1 0,-1 0,0 0,0 1,0-1,0 1,1-1,-2 1,-2 5,0-1,0 1,1 0,0 0,0 0,0 0,1 1,0-1,0 1,1 0,0 0,0 0,0 1,1-1,0 0,0 2,-1 9,0 1,1-1,1 0,0 0,2 0,0 0,1 0,0 0,2-1,0 1,1-1,1 0,0-1,1 1,1-2,1 1,0-1,1-1,0 0,2 0,-1-1,1-1,1 0,0-1,1 0,0-1,1-1,0 0,0-1,1-1,0-1,0 0,1-1,-1-1,1 0,2-2,-15 0,1-2,-1 1,1 0,-1-1,1 0,-1 0,0-1,1 0,-1 0,1 0,-1 0,0-1,0 0,0 0,0 0,0-1,0 0,-1 0,1 0,-1 0,0-1,0 1,0-1,0 0,-1 0,0-1,1 1,-2-1,1 0,0 1,-1-1,0 0,0-1,-1 1,1 0,0-4,-6-27,4 36,0-1,0 0,0 1,0-1,0 0,-1 1,1-1,0 0,0 1,0-1,-1 1,1-1,0 0,-1 1,1-1,0 1,-1-1,1 1,-1-1,1 1,-1-1,1 1,-1 0,1-1,-1 1,0 0,1-1,-1 1,1 0,-1 0,0-1,1 1,-1 0,0 0,1 0,-1 0,0 0,1 0,-1 0,0 0,1 0,-1 0,0 0,1 1,-1-1,1 0,-1 0,0 1,1-1,-1 1,-1 1,1 0,-1 0,1 0,0 0,0 1,0-1,0 1,0-1,1 1,-1-1,1 1,-1-1,1 1,0-1,0 1,0-1,0 1,1 0,-1-1,1 1,-1-1,1 1,0-1,0 0,0 1,0-1,1 0,-1 0,1 0,-1 1,1-2,0 1,-1 0,1 0,0 0,0-1,1 1,-1-1,0 0,0 0,1 0,-1 0,1 0,3 3,1-1,-1-1,1 1,0-1,0 0,0-1,1 0,-1 0,0 0,0-1,1 0,-1 0,0-1,0 0,0 0,6-3,-9 3,0 0,0-1,0 1,0-1,0 0,-1-1,1 1,-1-1,1 1,-1-1,0 0,0 0,0 0,0-1,-1 1,1-1,-1 0,0 1,0-1,0 0,-1 0,1 0,-1 0,0-1,0 1,-1 0,1 0,-1-4,0 4,0 0,-1 0,1 0,-1 0,0 0,0 0,-1 0,1 0,-1 0,0 1,0-1,0 1,0-1,0 1,-1 0,0 0,1 0,-1 0,-1 0,1 1,0-1,0 1,-1 0,0 0,1 0,-1 0,0 1,0-1,0 1,0 0,-1 0,-2-1,0 1,0 0,0 0,-1 0,1 1,0-1,0 2,0-1,0 1,0 0,0 1,0 0,0 0,0 0,0 1,1 0,-6 4,8-4,1 0,-1 1,1 0,0-1,1 1,-1 0,1 1,-1-1,1 0,0 1,1-1,-1 1,1 0,0-1,0 1,1 0,-1 0,1 0,0-1,0 1,1 0,-1 0,1 0,0-1,0 1,1 0,-1-1,1 1,0-1,1 0,-1 1,1-1,-1 0,1 0,0-1,1 1,-1-1,1 0,1 2,25 26</inkml:trace>
  <inkml:trace contextRef="#ctx0" brushRef="#br0" timeOffset="-3486.878">14025 3899,'0'-25,"2"6,-2 1,0-1,-1 0,-1 1,0-1,-2 1,0-1,-1 1,-1 0,0 1,-5-8,-18-9,199 59,19 5,-184-29,0 0,1 1,-1-1,0 1,0 0,0 0,0 1,0-1,-1 1,1 0,-1 1,0-1,0 1,0-1,0 1,0 0,-1 1,0-1,0 1,0-1,2 6,4 51,8 27,-15-85,-1 0,1 0,-1 0,1 0,0-1,0 1,1-1,-1 1,0-1,1 1,-1-1,1 0,0 0,0-1,0 1,0 0,0-1,0 0,0 0,0 0,1 0,-1 0,0-1,3 1,2-2,0 0,0 0,0-1,0 0,-1 0,1-1,-1 0,1-1,-1 1,0-2,0 1,0-1,-1 1,0-2,0 1,0-1,-1 0,1 0,-1 0,-1-1,1 0,-1 0,-1 0,1-1,-1 1,0-1,-1 1,0-1,0-1,5-49,-19 69,8-5,1 0,0 0,0 0,0 0,1 1,0 0,1-1,-1 1,1 0,0 0,1-1,0 1,0 0,0 0,1 0,0 0,0-1,1 1,0 0,0-1,0 1,1-1,0 0,0 0,1 0,0 0,0-1,0 1,0-1,1 0,0 0,4 3,42 1,-30-14</inkml:trace>
  <inkml:trace contextRef="#ctx0" brushRef="#br0" timeOffset="-3229.052">14584 3353,'8'11,"12"5,5-2</inkml:trace>
  <inkml:trace contextRef="#ctx0" brushRef="#br0" timeOffset="-2986.189">15062 3120,'-4'1,"0"-1,-1 1,1 0,0 1,0-1,0 1,0 0,0 0,0 0,0 0,1 0,-1 1,1 0,0 0,0 0,0 0,0 0,0 1,0-1,1 1,0 0,0 0,0 0,0 0,1 0,-1 0,0 3,-9 21,1 1,1 0,1 0,2 1,1-1,2 2,0-1,2 0,1 0,2 1,1-1,1 0,2 0,1-1,3 7,-6-19,2 0,0 0,1 0,1 0,1-1,0-1,1 1,0-2,1 1,1-2,1 1,0-2,0 1,1-2,1 0,0-1,0 0,1-1,0-1,0 0,4 0,-14-7,1 0,0 0,-1-1,1 1,0-1,-1-1,1 1,0-1,0 0,-1-1,1 0,-1 0,0 0,1-1,-1 0,0 0,-1 0,1-1,0 0,-1 0,0 0,0-1,0 0,3-4,15-23</inkml:trace>
  <inkml:trace contextRef="#ctx0" brushRef="#br0" timeOffset="-2816.641">14926 3449,'7'0,"16"2,26 1,29 0,32-1,32 0,-8-1</inkml:trace>
  <inkml:trace contextRef="#ctx0" brushRef="#br0" timeOffset="-2169.864">16565 3885,'11'-13,"-2"-1,0-1,-1 0,0 0,-1 0,-1-1,0 0,-1 0,-1-1,-1 1,2-16,2-2,-2 9,-4 16,0-1,1 1,0 0,1 0,0 0,0 1,1-1,0 1,1 0,1-2,-5 8,1 1,0-1,-1 1,1 0,0 0,0 0,0 0,0 0,0 0,0 1,0-1,0 1,0-1,0 1,0 0,0 0,0-1,0 2,0-1,0 0,1 0,-1 1,0-1,0 1,0-1,0 1,0 0,1 1,53 31,-53-31,7 3,0 2,-1-1,0 1,0 1,0-1,-1 2,-1-1,1 1,-1 0,-1 0,0 1,0 0,-1 0,0 1,0-1,-2 1,1 0,-1 0,1 8,-6-14,1 0,-1 0,0-1,0 1,0 0,-1-1,1 1,-1-1,0 0,-1 0,1 0,-1 0,0 0,1-1,-2 0,1 0,0 0,-1 0,1-1,-1 1,0-1,1-1,-1 1,0 0,0-1,0 0,-1 0,1-1,0 0,0 1,0-2,-1 1,1-1,0 1,3 0,1 0,-1 0,1 0,-1 0,1 0,-1 0,1 0,-1 0,1-1,0 1,-1-1,1 1,-1-1,1 1,0-1,-1 0,1 0,0 0,0 1,-1-1,1 0,0-1,0 1,0 0,0 0,1 0,-1-1,0 1,0 0,1-1,-1 1,1 0,-1-1,1 1,-1-1,1 1,0-1,0 1,0-1,0 1,0-1,0 1,0-1,1 1,-1-1,0 1,1-1,-1 1,1 0,0-1,4-4,1-1,1 1,-1 1,1-1,0 1,0 0,0 1,1-1,0 2,6-3,-1-1,96-41,-80 37,0-1,0-1,-1-2,-1-1,-1 0,0-2,18-18,-42 36,-1-1,1 1,-1-1,0 0,1 0,-1 0,0 1,0-1,1 0,-1-1,0 1,0 0,0 0,0 0,-1-1,1 1,0 0,0-1,-1 1,1 0,-1-1,1 1,-1-1,0 1,0-1,1 1,-1-1,0 0,0 1,0-1,-1 1,1-1,0 1,-1-1,1 1,-1-1,1 1,-1 0,1-1,-1 1,0 0,0-1,0 1,0 0,0 0,0 0,0 0,0 0,0 0,-1 0,1 0,-7-1,0 1,0 0,0 1,0 0,0 0,0 1,1 0,-1 0,0 1,0 0,1 0,-1 1,1 0,-1 0,1 0,0 1,1 1,-1-1,1 1,0 0,0 0,0 1,1 0,-1 0,-1 3,5-6,-1 1,1 0,0 0,0 0,0 0,0 0,1 0,0 0,0 1,0-1,0 0,1 1,-1-1,1 1,0-1,0 0,1 1,0-1,-1 1,1-1,1 0,-1 0,1 1,-1-1,1 0,0 0,1-1,-1 1,1 0,0-1,0 0,0 1,0-1,2 1,14 9,1-1,1-1,-1 0,2-2,-1-1,1 0,0-2,1 0,0-2,-1 0,1-2,3 0,62 5,-9-5</inkml:trace>
  <inkml:trace contextRef="#ctx0" brushRef="#br0" timeOffset="-1436.594">18409 3762,'27'-92,"-14"51,-8 24,0 0,1 0,1 0,0 1,1 0,1 0,0 1,1 0,1 1,3-3,-12 15,-1 1,1-1,-1 1,1-1,0 1,0 0,0 0,0-1,0 2,0-1,0 0,0 0,0 1,0-1,0 1,0-1,1 1,-1 0,0 0,0 0,0 0,1 0,-1 1,0-1,0 1,0-1,0 1,0 0,0 0,0 0,0 0,0 0,0 0,0 1,-1-1,1 0,0 1,-1 0,1-1,102 128,-104-129,4 6,1 0,-1 0,0 1,0-1,-1 1,0-1,0 1,0 0,-1 1,0-1,0 0,-1 0,0 2,-3-7,1 0,-1 0,0-1,0 1,0 0,0-1,0 1,0-1,-1 1,1-1,0 0,-1 0,1 0,-1 0,1-1,-1 1,1-1,-1 1,0-1,1 0,-1 0,0 0,1 0,-1-1,1 1,-1-1,1 1,-1-1,-2-1,4 2,0 0,0 0,0 0,0 0,0-1,0 1,1 0,-1 0,0-1,0 1,0-1,0 1,0-1,0 1,1-1,-1 1,0-1,1 0,-1 1,0-1,1 0,-1 0,1 0,-1 1,1-1,-1 0,1 0,-1 0,1 0,0 0,0 0,-1 0,1 0,0 0,5-7</inkml:trace>
  <inkml:trace contextRef="#ctx0" brushRef="#br0" timeOffset="-742.45">19160 3530,'-14'-6,"0"0,0 1,0 1,-1 1,1-1,-1 2,0 0,0 1,0 1,0 0,0 1,-12 2,23-3,1 0,0 0,0 1,0-1,0 1,-1 0,1 0,0 0,0 0,0 0,1 1,-1-1,0 1,0 0,1 0,-1 0,1 0,0 0,-1 0,1 1,0-1,0 1,1-1,-1 1,1 0,-1 0,1 0,0 0,0 0,0 0,0 0,0 0,1 0,0 1,-1-1,1 0,1 0,-1 0,0 1,1-1,-1 0,1 0,0 0,0 0,0 0,1 0,8 8,0-1,1-1,1 1,0-2,0 0,0 0,1-1,0-1,1 0,0-1,-1 0,1-1,1-1,-1 0,1-1,-1 0,3-1,-1 0,0 0,0 0,0-2,0 0,0-1,0 0,-1-2,1 0,10-4,-20 6,0 0,0-1,0 0,0 0,0-1,-1 1,1-1,-1-1,0 1,0-1,-1 0,1 0,-1 0,0 0,-1-1,1 0,-1 1,0-1,-1-1,1 1,-1 0,0 0,-1-1,1-2,-1-6,-1-1,-1 0,0 0,-1 1,-1-1,0 1,-1-1,-1 1,0 0,-1 1,-1-1,0 1,-1 1,-3-5,66 33,261 53,-313-68,0 0,0 0,0 1,0-1,-1 1,1-1,0 1,0 0,0 0,-1 1,1-1,0 0,-1 1,1 0,-1-1,0 1,0 0,1 0,-1 0,0 1,-1-1,1 0,0 1,-1 0,1-1,-1 1,0 0,0-1,0 1,0 0,-1 0,1 0,0 0,-17 42,14-43,0 1,0 0,0 0,0 1,1-1,-1 0,1 0,0 1,0-1,0 1,1-1,-1 1,1-1,0 1,0 0,0-1,0 1,1-1,-1 1,1-1,0 1,0-1,0 1,1-1,-1 0,1 0,-1 0,1 0,0 0,1 0,0 1,4 0,1 0,0-1,0 0,0 0,0-1,0 0,0 0,1-1,-1 0,0-1,1 0,-1 0,1 0,-1-1,1-1,-1 1,0-1,0-1,0 1,0-2,0 1,-1-1,1 0,-1 0,0-1,0 0,-1 0,1-1,-1 0,0 0,0-2,2-1,0 0,-2-1,1 0,-1 0,0-1,-1 0,-1 0,1 0,-2 0,1-1,-2 1,1-1,-1-9,-11 53,7-23,1-1,0 0,0 1,1-1,0 1,0-1,1 1,0-1,1 1,-1-1,2 0,-1 0,1 0,0 0,1 0,0-1,0 1,1-1,0 0,0-1,0 1,1-1,0 0,0 0,7 4,60 17,-40-22</inkml:trace>
  <inkml:trace contextRef="#ctx0" brushRef="#br0" timeOffset="-482.724">20102 3052,'7'16,"12"15,11 9,8 5,-2-6</inkml:trace>
  <inkml:trace contextRef="#ctx0" brushRef="#br0" timeOffset="-236.399">20348 3598,'15'-1,"0"-1,0-1,0 0,0-1,0-1,-1 0,0-1,0-1,0 0,-1 0,0-2,0 1,-1-2,0 0,-1 0,0-1,0-1,-10 10,1 0,-1 0,1 0,-1 0,0-1,0 1,1 0,-2-1,1 1,0-1,0 1,-1-1,0 1,1-1,-1 0,0 1,0-1,0 1,-1-1,1 0,-1 1,1-1,-1 1,0-1,0 1,0 0,0-1,0 1,-1 0,1 0,-1 0,1 0,-1 0,0 0,0 0,0 0,0 1,0-1,0 1,-2-1,-3-2,0 1,0 0,-1 1,1 0,-1 0,0 0,1 1,-1 0,0 1,0 0,0 0,0 0,-2 2,6-2,0 1,0-1,0 1,0 0,0 1,1-1,-1 1,0 0,1 0,-1 0,1 0,-1 0,1 1,0 0,0-1,0 1,0 0,1 1,-1-1,1 0,0 1,0-1,0 1,0 0,1 0,-1 0,1 0,1 0,-1 0,1 0,0 1,0-1,0 0,0 0,1 0,-1 0,1 0,0 1,1-2,-1 1,1 0,-1 0,1 0,0-1,1 1,-1-1,1 1,-1-1,1 0,0 0,0 0,0-1,1 1,-1 0,10 6,0 0,1-1,-1-1,1 0,1 0,11 2,168 34,-90-30</inkml:trace>
  <inkml:trace contextRef="#ctx0" brushRef="#br1" timeOffset="7472.404">6214 5032,'0'14,"0"14,0 9,0 8,0 2,0 4,0-1,0 1,0-3,0-4,0-4,0-7,0-9</inkml:trace>
  <inkml:trace contextRef="#ctx0" brushRef="#br1" timeOffset="7846.28">6569 4964,'-41'41,"-214"199,133-144,104-80,18-15,0-1,0 0,0 1,-1-1,1 0,0 1,0-1,0 0,0 1,0-1,0 0,0 1,0-1,0 0,0 1,0-1,0 1,0-1,0 0,0 1,0-1,1 0,-1 1,0-1,0 0,0 0,0 1,1-1,-1 0,0 1,0-1,1 0,-1 0,0 1,0-1,1 0,-1 0,0 0,1 0,-1 1,0-1,1 0,-1 0,0 0,1 0,-1 0,0 0,1 0,-1 0,0 0,1 0,-1 0,1 0,-1 0,0 0,1 0,-1 0,0-1,1 1,-1 0,0 0,0 0,1 0,-1-1,0 1,1 0,-1 0,0-1,0 1,1 0,44-3,-33 0,1 1,0 0,0 1,0 0,0 1,0 1,0 0,0 1,0 0,0 1,-1 0,1 1,-1 1,0 0,0 0,-1 1,0 1,0 0,0 0,5 6,50 89,-64-99,1 0,-1 0,1-1,0 1,0 0,0-1,0 0,1 0,-1 0,1 0,-1-1,1 1,-1-1,1 0,0 0,0 0,0-1,-1 1,1-1,0 0,0 0,0 0,0 0,0-1,2 0,24-4</inkml:trace>
  <inkml:trace contextRef="#ctx0" brushRef="#br1" timeOffset="8094.135">6773 5224,'19'-2,"15"-2,14 1,7 1,4 0,-3 3,-9 2,-12 0</inkml:trace>
  <inkml:trace contextRef="#ctx0" brushRef="#br1" timeOffset="8344.982">6788 5415,'16'5,"17"1,17-1,14 0,9-2,5-1,-11 0</inkml:trace>
  <inkml:trace contextRef="#ctx0" brushRef="#br1" timeOffset="8492.589">7552 5333,'15'-283,"-20"421,1-63,3 1,6 41,8-39,-7-51</inkml:trace>
  <inkml:trace contextRef="#ctx0" brushRef="#br1" timeOffset="8846.643">7798 5073,'11'-1,"0"1,-1 0,1 1,-1 0,1 0,-1 1,1 0,-1 1,0 1,0-1,0 1,-1 1,9 5,-14-8,1 1,-1 0,0 0,0 0,0 0,-1 1,1-1,-1 1,0 0,0 0,0 1,-1-1,1 0,-1 1,0 0,0-1,-1 1,1 0,-1 0,0 0,0 0,-1 0,0 0,1 0,-2 0,1 0,-1 0,1 0,-2 3,-6 11,0-1,-1 0,-1-1,0 0,-1 0,-1-1,-1-1,0 0,-1-1,-6 4,4-1,-63 72,79-89,-1 1,0 0,0 0,1 0,-1 0,0-1,1 1,-1 0,1 0,-1 0,1 0,0 0,-1 0,1 0,0 0,0 0,0 0,0 1,0-1,0 0,0 0,0 0,0 0,0 0,0 0,1 0,-1 0,0 0,1 0,-1 0,1 0,-1 0,1 0,-1 0,1 0,0-1,0 1,-1 0,1 0,0-1,0 1,0 0,0-1,0 1,0-1,0 1,0-1,0 0,0 1,0-1,0 0,20 5,0-2,0 0,0-1,0-2,0 0,0-1,8-2,-10 2,53-5,-4-1</inkml:trace>
  <inkml:trace contextRef="#ctx0" brushRef="#br1" timeOffset="9777.521">8439 5770,'-2'-16,"-1"-10,0-4,1 3,0 2,1 8,1 11,-3 15,-2 11,-1 11,1 6,1 1,1 0,6-3,5-4,5-9,1-6</inkml:trace>
  <inkml:trace contextRef="#ctx0" brushRef="#br1" timeOffset="10112.916">8631 5702,'1'5,"-1"0,1 1,-1-1,2 0,-1 0,0 0,1 0,0 0,0 0,1-1,-1 1,1-1,0 1,0-1,0 0,1 0,0-1,-1 1,1-1,1 1,-1-1,0 0,1-1,-1 1,1-1,0 0,0 0,0-1,0 1,0-1,0 0,0 0,0-1,1 1,-1-1,0-1,0 1,1-1,-1 1,3-2,-4 1,0 0,-1 0,1 0,-1 0,1-1,-1 1,0-1,1 0,-1 0,0 0,0 0,0 0,-1-1,1 0,0 1,-1-1,0 0,1 0,-1 0,-1-1,1 1,0 0,-1-1,1 1,-1-1,0 1,-1-1,1 0,0 1,-1-1,0 0,0 0,0 1,0-1,-1 0,1 1,-1-1,0 0,0 1,0-1,-1 1,1-1,-1 1,0 0,0 0,0 0,0 0,-1 0,1 0,-1 0,0 1,0-1,1 1,-2 0,0-1,0 1,-1 0,1 0,-1 1,0-1,0 1,0 0,0 0,0 1,0 0,0-1,0 2,0-1,0 0,0 1,0 0,1 0,-1 1,0-1,0 1,1 0,-1 0,1 1,0 0,-1-1,1 1,1 0,-1 1,0-1,1 1,-1 0,1 0,0 0,1 0,-1 0,1 0,-1 1,1-1,0 2,2-5,-1 1,1 0,0 0,-1 0,1 0,0 0,0 0,0 0,0 0,1 0,-1 0,1 0,-1 0,1 0,-1 0,1 0,0 0,0 0,0-1,0 1,0 0,1 0,15 15</inkml:trace>
  <inkml:trace contextRef="#ctx0" brushRef="#br1" timeOffset="10360.792">9246 5264,'13'5,"15"1,11 0,9-1,-2-1,-6-2,-10-1</inkml:trace>
  <inkml:trace contextRef="#ctx0" brushRef="#br1" timeOffset="10512.386">9246 5470,'23'0,"19"0,19-3,16-2,7-1,-9 0</inkml:trace>
  <inkml:trace contextRef="#ctx0" brushRef="#br1" timeOffset="11693.937">10543 5279,'0'-263,"-1"344,-1-22,2-1,3 1,2 0,3-1,8 24,-5-48,0-7</inkml:trace>
  <inkml:trace contextRef="#ctx0" brushRef="#br1" timeOffset="12010.154">10870 5196,'-14'-221,"20"511,-4-277,0 1,1 0,1-1,0 1,1-1,0 0,1-1,1 1,0-1,0 0,1-1,9 10,0-3</inkml:trace>
  <inkml:trace contextRef="#ctx0" brushRef="#br1" timeOffset="12693.464">11362 5128,'-5'0,"0"0,0 0,0 0,0 1,1-1,-1 1,0 0,0 1,1-1,-1 1,1 0,-1 0,1 1,0-1,0 1,0 0,0 0,0 0,1 1,-1-1,1 1,0 0,0 0,0 0,1 0,0 0,-1 0,1 1,1 0,-1-1,1 1,0 0,-1 2,1 0,1-1,-1 1,1-1,0 1,1-1,0 1,0-1,0 1,1-1,0 0,0 0,0 0,1 0,0 0,0 0,0-1,1 1,0-1,0 0,1 0,-1 0,1-1,0 0,0 0,5 3,-2-1,1-1,0-1,0 1,0-2,1 1,-1-1,1-1,0 0,-1 0,1 0,0-2,0 1,0-1,0-1,0 1,8-3,-7 0,0 0,0-1,0 0,0-1,-1 0,1 0,-1-1,-1-1,1 0,-1 0,0-1,-1 0,7-8,-11 12,0-1,0 0,-1 0,0 0,0 0,0 0,0-1,-1 0,0 1,0-1,-1 0,0 0,0 0,0 0,0 0,-1 0,0 0,0 0,-1 0,0 0,0 0,0 0,-1 0,0 1,0-1,0 0,-2-1,0 1,0-1,0 1,-1 0,0 1,0-1,0 1,-1 0,0 1,0-1,0 1,-1 0,1 0,-1 1,0 0,0 0,0 1,0 0,0 0,-1 1,1 0,0 0,-1 0,1 1,-1 0,-5 1,4 0,0 0,0 0,1 1,-1 0,0 0,1 1,0 0,-1 1,1-1,1 2,-1-1,1 1,-1 0,1 1,1 0,-1 0,1 0,0 1,0 0,1 0,-3 5,7-9,-1-1,1 1,-1 0,1 0,0 0,1 0,-1 0,0 1,1-1,0 0,-1 0,1 0,1 0,-1 1,0-1,1 0,0 0,-1 0,1 0,0 0,1 0,-1 0,0 0,1 0,0-1,0 1,0-1,1 2,3 2,0 1,1-1,0-1,0 1,1-1,0-1,-1 0,2 0,2 1,34 13</inkml:trace>
  <inkml:trace contextRef="#ctx0" brushRef="#br1" timeOffset="13098.819">11894 5224,'0'6,"0"0,0 0,1-1,0 1,0 0,0 0,0-1,1 1,0-1,0 1,1-1,-1 0,1 1,0-2,1 1,-1 0,1-1,0 1,0-1,0 0,1 0,-1-1,1 1,4 1,-2 0,1-1,0 1,1-2,-1 1,1-1,-1 0,1-1,0 0,0 0,0-1,0 0,0-1,0 0,0-1,0 1,0-1,0-1,0 0,0 0,0-1,-1 0,1-1,-1 0,0 0,0 0,-1-1,1 0,-1-1,0 0,0 0,-1 0,0-1,2-2,-5 3,0 1,0-1,-1 0,0 0,0 0,0 0,-1 0,1 0,-1 0,-1-1,1 1,-1 0,-1-1,1 1,-1 0,0-1,0 1,-1 0,0 0,0 0,0 0,-1 0,1 1,-2-1,1 1,-1 0,1 0,-1 0,-1 0,1 0,-1 1,1 0,-1 0,-1 0,1 1,0 0,-1 0,-1-1,-5-2,0 1,0 0,-1 1,0 0,0 1,0 0,-1 1,1 0,-1 1,1 1,-1 0,1 1,-1 0,1 1,0 1,0 0,0 1,0 0,0 1,1 0,0 1,0 1,0 0,1 0,0 1,1 1,0-1,0 2,0-1,1 2,1-1,-2 4,6-7,2-1,-1 0,1 1,0 0,0 0,1-1,0 1,0 0,0 0,1 0,0 0,1 0,-1 0,2 0,-1 0,0-1,2 4,11 27</inkml:trace>
  <inkml:trace contextRef="#ctx0" brushRef="#br0" timeOffset="20576.965">150 7327,'43'-267,"-42"255,-1 9,1-1,-1 1,0-1,1 1,0-1,0 1,0-1,0 1,0 0,1-1,-1 1,1 0,0 0,2-2,-2 5,0 0,-1 0,1 0,0 1,0-1,0 0,-1 1,1 0,0-1,0 1,-1 0,1 0,-1 0,1 0,-1 0,1 1,-1-1,0 0,1 1,-1-1,0 0,0 1,0 0,0-1,0 1,0 0,1 1,32 40,-1 1,-3 2,-1 1,-1 4,-17-18,-10-33,-1 1,0-1,0 0,1 1,-1-1,0 0,0 1,1-1,-1 1,0-1,0 0,0 1,0-1,0 1,0-1,0 1,0-1,0 0,0 1,0-1,0 1,0-1,0 1,0-1,0 0,0 1,0-1,-1 1,1-1,0 0,0 1,0-1,-1 1,1-1,0 0,-1 1,1-1,0 0,-1 0,1 1,0-1,-1 0,1 0,0 0,-1 1,1-1,-1 0,1 0,0 0,-1 0,1 0,-1 0,1 0,-1 0,1 0,-1 0,1 0,0 0,-1 0,1 0,-1 0,1 0,0 0,-1-1,1 1,-1 0,1 0,0 0,-1-1,-4-3,-1-1,1 1,0-1,0-1,1 1,0-1,0 1,0-1,0 0,1-1,0 1,0-1,0-2,2 8,1-1,-1 1,1-1,-1 1,1-1,0 1,0-1,-1 1,1-1,0 1,0-1,1 1,-1-1,0 0,0 1,1-1,-1 1,1-1,-1 1,1 0,0-1,-1 1,1-1,0 1,0 0,0 0,0 0,0-1,0 1,1 0,-1 0,0 1,0-1,1 0,-1 0,1 1,-1-1,1 0,-1 1,1-1,-1 1,1 0,199-40,-192 38,2 0,-1 0,1-1,0 0,-1 0,0-2,1 1,-2-1,1 0,-1-1,6-4,-13 8,-1 0,0 0,0 0,0 0,-1 0,1 0,0 0,-1 0,1-1,-1 1,0 0,1 0,-1 0,0 0,-1-1,1 1,0 0,-1 0,1 0,-1 0,1-1,-1 1,0 0,0 0,0 1,0-1,0 0,-1 0,1 0,0 1,-1-1,0 1,1-1,-1 1,0-1,1 1,-1 0,0 0,0 0,0 0,0 0,0 1,0-1,-1 0,1 1,0 0,0-1,0 1,0 0,-1 0,1 0,-1 1,-2 0,1 0,-1 1,0 0,1 0,-1 0,1 0,0 1,-1 0,1 0,0 0,1 0,-1 0,1 1,-1 0,1 0,0 0,0 0,1 0,-1 1,1-1,0 1,0-1,1 1,-1 0,1 0,0 0,0 0,1 0,0-1,-1 2,2-1,-1-1,0 1,1 0,0 0,0 0,1 0,-1 0,1-1,0 1,0-1,1 1,2 3,3-1,2-1,-1 1,1-1,-1-1,1 0,1 0,-1-1,1-1,0 1,0-2,0 1,0-2,0 1,0-2,1 1,-1-2,0 1,4-2,53 0</inkml:trace>
  <inkml:trace contextRef="#ctx0" brushRef="#br0" timeOffset="29132.148">12960 6617,'-11'-5,"1"2,-1-1,0 1,0 1,0 0,0 1,0 0,-1 0,1 1,0 1,0 0,0 0,0 1,0 1,0 0,0 0,1 1,-1 1,1-1,-1 2,9-5,0 1,0-1,0 0,0 1,0-1,0 1,1 0,-1 0,1-1,-1 1,1 0,0 0,-1 1,1-1,0 0,0 0,1 0,-1 1,0-1,1 0,0 1,-1-1,1 1,0-1,0 0,0 1,0-1,1 1,-1-1,1 0,-1 1,1-1,0 0,0 0,0 1,0-1,0 0,1 0,-1 0,1 0,-1 0,7 5,0-1,1 1,-1-1,1-1,0 1,0-1,1-1,0 0,-1 0,10 1,44 11,1-3,0-3,1-3,0-3,41-2,-54 0,0-2,-1-3,1-1,-1-3,0-2,4-4,7-19,-61 31,0 0,1 0,-1-1,0 1,0 0,0 0,0-1,0 1,0-1,0 1,-1-1,1 1,0-1,-1 0,1 1,-1-1,0 0,1 1,-1-1,0 0,0 1,0-1,0 0,-1 1,1-1,0 0,-1 1,1-1,-1 0,1 1,-1-1,0 1,0-1,0 1,0-1,-1 0,-5-5,-1 1,-1 0,1 0,-1 1,0 0,0 0,-1 1,1 0,-1 1,0 0,0 1,0 0,0 0,0 1,-1 0,1 1,-10 1,16-2,-1 1,0-1,1 1,-1 0,0 0,1 0,-1 1,0 0,1 0,-1 0,1 0,0 1,-1-1,1 1,0 0,0 1,0-1,0 1,0-1,1 1,-1 0,1 1,0-1,-1 1,2-1,-1 1,0 0,1 0,0 0,0 0,0 1,0-1,1 0,-1 1,3-2,-1-1,0 1,1 0,0-1,-1 1,1-1,0 1,0-1,1 1,-1-1,0 0,1 0,-1 1,1-1,0 0,0 0,0-1,0 1,0 0,0-1,0 1,1-1,-1 0,0 1,1-1,-1 0,3 0,73 15,-65-14,1-1,0-1,0 0,-1-1,1 0,-1-1,1-1,-1 0,0-1,0 0,0-1,0 0,-1-1,0-1,0 0,-1-1,10-7,-21 15,0 1,0-1,0 0,0 1,0-1,0 0,0 1,0-1,1 1,-1-1,0 0,0 1,0-1,0 0,1 0,-1 1,0-1,0 0,0 1,1-1,-1 0,0 0,1 1,-1-1,0 0,1 0,-1 0,0 0,1 1,-1-1,0 0,1 0,-1 0,0 0,1 0,-1 0,0 0,1 0,-1 0,0 0,1 0,-1 0,1 0,-1 0,0 0,1-1,-1 1,0 0,1 0,-1 0,0 0,0-1,1 1,-1 0,0 0,1-1,-1 1,0 8,1-3,0 0,0 0,1 0,-1 0,1 0,0-1,0 1,1-1,-1 1,1-1,0 0,0 0,1 0,-1 0,1-1,0 1,0-1,0 0,4 2,-6-4,0 1,1-1,-1 0,1 0,-1 0,1 0,-1-1,1 1,0-1,0 1,-1-1,1 0,0 0,-1 0,1 0,0-1,0 1,-1-1,1 1,-1-1,1 0,-1 0,1 0,-1-1,1 1,-1-1,0 1,0-1,1 0,-1 1,-1-1,1 0,0 0,0-1,-1 1,1 0,0-2,3-8,0 0,0-1,-1 0,-1 1,0-1,-1-1,-1 1,1 0,-2 0,0-1,-1 1,-1-7,1-35,1 53,0 1,0 0,0-1,0 1,0-1,1 1,-1 0,0-1,1 1,-1 0,1 0,-1-1,1 1,-1 0,1 0,0 0,0-1,0 1,0 0,0 0,0 1,0-1,0 0,0 0,0 0,0 1,0-1,1 0,-1 1,0-1,1 1,-1 0,0-1,1 1,-1 0,0 0,1 0,-1 0,0 0,1 0,-1 0,1 0,-1 1,0-1,1 0,-1 1,0-1,0 1,1 0,26 7,0 1,-1 1,0 2,-1 1,-1 0,15 12,-33-21,0 0,0 1,0 0,-1 0,0 0,0 1,0 0,-1 0,0 1,0-1,-1 1,1 0,-2 0,1 1,-1-1,0 1,0 0,-1 0,0 0,-1 0,1 0,-1 7,-1-5,-1-8,1 0,0-1,-1 1,1 0,0 0,0 0,0-1,0 1,1 0,-1 0,0-1,1 1,-1 0,1 0,0-1,-1 1,1-1,0 1,0-1,0 1,0-1,1 1,-1-1,0 0,0 1,1-1,-1 0,1 0,0 0,10 2,1-1,-1-1,1 0,-1 0,1-2,-1 1,1-1,-1-1,0-1,0 1,0-2,0 0,4-2,-5 4,0-2,0 1,0-2,-1 1,1-2,-1 1,0-1,-1-1,1 1,-1-2,-1 1,1-1,-1-1,-1 1,0-1,0-1,0 1,-1-1,-1 0,0-1,2-5,-6 14,0-1,-1 0,1 1,-1-1,0 0,1 1,-1-1,-1 0,1 1,0-1,0 0,-1 0,0 1,1-1,-1 1,0-1,-1 1,1-1,0 1,-1 0,1-1,-1 1,1 0,-1 0,0 0,0 0,0 0,0 1,-1-1,1 1,0-1,-1 1,1 0,0 0,-1 0,-1 0,-1-1,-1 1,1-1,-1 2,1-1,-1 1,1-1,-1 1,0 1,1-1,-1 1,1 0,-1 0,1 1,0 0,0 0,-1 0,-1 2,3-2,0 1,0-1,0 1,0 0,1 0,0 0,-1 1,1-1,1 1,-1-1,0 1,1 0,0 0,0 1,0-1,0 0,1 1,-1-1,1 1,0-1,1 1,-1-1,1 1,0 0,0-1,0 1,1 0,0-1,0 1,0-1,0 1,1-1,-1 0,1 1,0-1,1 0,-1 0,1 0,-1-1,1 1,3 2,8 5,1-1,0 0,0-2,1 0,0 0,0-2,1 0,0 0,0-2,12 2,-18-3,77 17</inkml:trace>
  <inkml:trace contextRef="#ctx0" brushRef="#br0" timeOffset="25063.117">7771 6862,'-3'17,"-2"16,-1 17,1 14,3 10,5 8,1 3,0 0,3-5,-2-9,0-12,-2-17</inkml:trace>
  <inkml:trace contextRef="#ctx0" brushRef="#br0" timeOffset="25634.86">7689 6945,'-1'-35,"0"24,0 1,1 0,0-1,0 1,1-1,1 1,0 0,0-1,1 1,3-8,-4 15,1 0,-1 1,0-1,1 0,-1 1,1 0,0 0,0-1,0 2,0-1,0 0,0 1,1-1,-1 1,0 0,1 0,-1 0,1 0,-1 1,1 0,0-1,-1 1,1 1,-1-1,4 1,88 20,-81-17,1 1,-1 0,0 1,0 0,-1 2,0-1,0 2,0 0,-1 0,-1 1,0 0,7 9,-16-16,0 0,0 0,0 1,-1-1,1 1,-1 0,0-1,0 1,0 0,0-1,-1 1,0 0,1 0,-1 0,-1 0,1 0,0-1,-1 1,0 0,0 0,0-1,-1 1,1 0,-1-1,1 0,-1 1,0-1,-1 0,1 0,-1 0,1 0,-1 0,0-1,0 1,0-1,0 0,0 0,-1 0,-10 8,0-1,0-1,-1 0,0-1,-1-1,1 0,-1-1,-1-1,1 0,-10 0,-8-3,33-1,1 0,-1 0,1 0,-1 0,0-1,1 1,-1 0,1 0,-1 0,1 0,-1-1,1 1,-1 0,0-1,1 1,0 0,-1-1,1 1,-1-1,1 1,-1-1,1 1,0 0,-1-1,1 0,0 1,0-1,-1 1,1-1,0 1,0-1,0 1,0-1,0 0,0 1,0-1,0 1,0-1,0 0,0 1,0-1,0 1,0-1,0 0,1 1,-1-1,0 1,0-1,1 1,-1-1,1 0,4-6,1 0,0 0,0 0,1 1,0 0,0 0,0 1,1 0,0 0,0 1,7-4,-5 3,14-9,0 2,1 1,0 1,1 2,-1 0,2 1,-1 2,9 0,-33 4,0 1,-1 0,1 0,0-1,-1 1,1 0,0 1,-1-1,1 0,0 0,-1 1,1-1,0 1,-1-1,1 1,-1 0,1 0,-1-1,1 1,-1 0,0 0,1 1,-1-1,0 0,0 0,0 1,0-1,0 0,0 1,0-1,0 1,-1-1,1 1,-1 0,1-1,-1 1,1-1,-1 1,0 0,0 0,0-1,0 1,0 1,0 25,-1-24,0-1,1 0,-1 0,1 0,0 1,0-1,0 0,0 0,0 1,1-1,0 0,-1 0,1 0,1 0,-1 0,0 0,1 0,-1 0,1 0,0-1,0 1,0-1,0 1,0-1,1 0,-1 0,1 0,-1 0,1 0,0 0,0 0,7 0,-1 0,0 0,0-1,1 0,-1-1,1 0,-1 0,1-1,-1-1,0 1,0-1,0-1,0 0,0 0,0-1,0 0,-1 0,0-1,0 0,0 0,0-2,-6 6,0 0,-1-1,1 1,0-1,-1 0,1 1,-1-1,1 0,-1 0,0 0,0 0,0 0,0 0,0 0,0 0,0-1,-1 1,1 0,-1 0,0-1,0 1,0 0,0-1,0 1,0 0,0-1,-1 1,1 0,-1 0,0 0,0-1,0 1,0 0,0 0,0 0,0 0,-1 0,1 1,0-1,-1 0,0 1,-1-2,-3-1,-1 0,1 1,-1-1,1 2,-1-1,0 1,0 0,0 0,0 1,0 0,-1 0,1 1,0 0,0 0,-1 0,1 1,0 0,0 1,0 0,0 0,0 0,0 1,0 0,1 0,0 1,-1 0,1 0,1 0,-1 1,1 0,-1 0,1 0,1 0,-1 1,1 0,0 0,0 0,1 1,0-1,0 2,-2 21</inkml:trace>
  <inkml:trace contextRef="#ctx0" brushRef="#br0" timeOffset="26278.47">8685 6822,'5'-3,"1"-1,-1 2,1-1,-1 0,1 1,0 0,0 1,0-1,0 1,0 0,0 1,0-1,1 1,-1 0,0 1,0-1,0 1,0 1,0-1,0 1,0 0,0 0,-1 1,1 0,-1 0,0 0,1 0,7 6,0 0,-1 1,0 0,0 1,-1 1,-1-1,0 2,-1-1,0 1,1 3,5 19,-1 0,-2 1,-2 1,-1 0,-1 0,-3 1,-1 0,-2 0,-1 0,-2 0,-5 33,6 137,-1-198,1 1,1-1,0 0,0 0,1 0,0-1,1 1,0 0,0-1,1 1,1-1,-1 0,1-1,1 1,0-1,0 0,0 0,1-1,-4-5,-1-1,0 1,1-1,-1 0,1 0,-1 0,1 0,-1-1,1 1,0-1,-1 0,1 1,0-1,0 0,-1 0,1-1,0 1,-1-1,1 1,0-1,-1 0,1 0,-1 0,1 0,-1 0,0-1,1 1,-1-1,0 0,1 0,49-68,-44 45,0 0,-2 0,-1-1,-1 0,-1 0,-1 0,-1-1,-2 1,0 0,-2 0,-1 0,-1 0,-1 1,-4-11,5 17,-1 1,-1 0,0 0,-1 0,-1 1,0 1,-2-1,0 1,0 1,-2 0,0 1,0 0,-1 1,-1 0,0 2,-1 0,0 0,-1 1,0 1,0 1,-11-3,9 5,1 1,-1 1,-1 0,1 2,0 0,-1 1,8 2,18 1,19 1,33-2,0-3,-1-2,1-2,-1-3,-1-3,0-1,13-8,-66 20,33-6,-35 7,0 0,0 0,0 0,-1 1,1-1,0 0,0 1,-1-1,1 1,0-1,-1 1,1-1,0 1,-1-1,1 1,-1-1,1 1,-1 0,1-1,-1 1,0 0,1 0,-1-1,0 1,1 0,-1 0,0-1,0 1,0 0,0 0,0 0,0-1,0 1,0 0,0 0,0 0,0 0,0-1,-1 1,1 0,-2 21,0-16,0-1,1 1,0-1,0 1,1-1,-1 1,1 0,0 0,1-1,0 1,0-1,0 1,0-1,1 1,0-1,0 1,0-1,1 0,-1 0,1 0,1-1,-1 1,1-1,-1 0,1 0,1 0,-1 0,36 5,-22-13</inkml:trace>
  <inkml:trace contextRef="#ctx0" brushRef="#br0" timeOffset="26531.097">9259 6617,'0'0</inkml:trace>
  <inkml:trace contextRef="#ctx0" brushRef="#br0" timeOffset="26867.372">9614 6220,'-8'48,"2"1,2 0,2 0,3 0,1-1,5 18,-1 20,4-2,4 1,4-1,20 58,-37-136,0-1,0 0,1 1,0-1,0 0,0 0,0 0,1 0,0-1,0 1,0-1,0 0,1 1,0-2,0 1,0 0,0-1,0 1,1-1,0-1,-1 1,1-1,0 1,0-1,1-1,-1 1,0-1,0 0,1 0,-1 0,1-1,4 0,3-4,0-1,-1-1,0 0,0 0,-1-1,1-1,-1 0,-1 0,0-1,0 0,-1-1,0 0,0-1,-1 0,-1 0,0-1,0 1,3-11,-6 14,0 0,0 0,-1 0,0 0,0-1,-1 1,0-1,-1 0,0 0,0 0,-1 9,-1 1,1-1,0 0,0 0,0 0,0 0,-1 0,1 0,0 0,0 0,0 0,-1 0,1 0,0 0,0 0,0 0,-1 0,1 0,0 0,0 0,0 0,-1 0,1 0,0 0,0 0,0 0,0 0,-1-1,1 1,0 0,0 0,0 0,0 0,0 0,-1 0,1-1,0 1,0 0,0 0,0 0,0-1,0 1,0 0,0 0,0 0,0 0,0-1,-1 1,1 0,0 0,0 0,0-1,0 1,1 0,-1 0,0-1,-8 17,6-11,0-1,0 1,1 0,-1-1,1 1,0 0,1 0,-1-1,1 1,0 0,0 0,1 0,0 0,-1-1,1 1,1 0,-1 0,1-1,0 1,0-1,0 0,0 1,1-1,0 0,0-1,0 1,0 0,1-1,-1 0,2 1,20 5,0-4</inkml:trace>
  <inkml:trace contextRef="#ctx0" brushRef="#br0" timeOffset="27079.387">10065 6644,'-18'-7,"-14"-2,-8-2,-4-2,5 2</inkml:trace>
  <inkml:trace contextRef="#ctx0" brushRef="#br0" timeOffset="27246.937">9655 6562,'17'0,"13"0,15 0,13 0,10 0,10 0,4 0,-12 0</inkml:trace>
  <inkml:trace contextRef="#ctx0" brushRef="#br0" timeOffset="27415.017">10447 6849,'-2'18,"-1"12,0 4,1 2,0-1,6-4,3-5,4-5,2-5,2-9,-3-5</inkml:trace>
  <inkml:trace contextRef="#ctx0" brushRef="#br0" timeOffset="27578.578">10379 6371,'-5'21,"4"16,10 11,5-2</inkml:trace>
  <inkml:trace contextRef="#ctx0" brushRef="#br0" timeOffset="27962.283">10774 6904,'25'-24,"-2"-1,0-1,-2-1,-1 0,-1-2,-1 0,-2-1,-1-1,-2-1,0 0,-3 0,0-1,-2 0,-2-1,2-26,-7 48,-1 0,-1 0,0 1,-1-1,0 0,0 1,-2-1,-3-10,6 19,-1 0,1-1,-1 1,0 0,1 0,-1 0,-1 0,1 1,0-1,-1 1,1-1,-1 1,0 0,0 0,0 0,0 0,0 0,0 1,0 0,-1-1,1 1,0 0,-1 1,1-1,-1 1,1-1,-1 1,1 0,-1 0,0 1,-2-1,-2 2,0 1,1-1,-1 1,1 0,-1 1,1 0,0 0,0 0,1 1,-1 0,1 0,0 1,0 0,1 0,0 0,0 1,-2 3,-4 7,1 0,1 0,0 1,2 0,0 1,-4 15,5-11,1 1,1-1,1 1,1 0,1 0,1 0,1 0,2 0,0-1,1 1,1-1,2 1,0-2,1 1,1-1,2 0,0-1,1 0,1-1,1-1,0 0,6 5,-9-15,-1 0,1-1,0 0,1-1,0 0,0-1,1 0,-1-1,1-1,0 0,1 0,-1-2,1 1,6-1,-13-1,0-1,0 0,0 0,0-1,0 0,0 0,0 0,0-1,-1 0,1 0,0-1,-1 0,0 0,0-1,0 1,0-1,0-1,-1 1,1-1,-1 0,-1 0,1 0,-1-1,0 0,0 0,0 0,-1 0,1-3,0 3,-1-1,0 0,-1 1,0-1,0 0,0-1,-1 1,0 0,0 0,-1-1,1 1,-2 0,1-1,-1 1,0 0,-1 0,0 0,0 0,0 0,-1 0,0 0,-1 1,1-1,-1 1,0 0,-1 0,1 0,-1 1,0 0,-1 0,-2-2,6 6,-1 0,1-1,-1 1,0 1,1-1,-1 0,0 1,0-1,0 1,1 0,-1 0,0 0,0 0,0 0,1 1,-1-1,0 1,0 0,1 0,-1 0,0 0,1 0,-1 1,1-1,0 1,-1-1,1 1,0 0,0 0,0 0,0 0,0 0,1 1,-1-1,1 0,-1 3,-1-1,1 0,0 0,0 0,0 1,1-1,0 0,-1 1,2-1,-1 1,0 0,1-1,0 1,0 0,0-1,1 1,0-1,-1 1,2-1,-1 1,0-1,1 1,1 2,5 1,0 1,0-1,1-1,0 1,1-2,-1 1,1-1,0-1,1 0,-1 0,1-1,0 0,0-1,1 0,5 0,-13-2,78 20</inkml:trace>
  <inkml:trace contextRef="#ctx0" brushRef="#br0" timeOffset="20881.873">1612 6862,'-2'17,"-4"11,0 9,0 2,5 0,3-3,5-2,3-7,0-9</inkml:trace>
  <inkml:trace contextRef="#ctx0" brushRef="#br0" timeOffset="21085.956">1434 6603,'-7'-2,"5"3,14 7,15 7,16 7,1 0</inkml:trace>
  <inkml:trace contextRef="#ctx0" brushRef="#br0" timeOffset="21748.211">2171 6958,'-7'-7,"-1"0,0 1,-1-1,0 2,0-1,0 1,0 1,-1-1,0 2,0-1,0 1,0 1,0 0,-1 0,1 1,-1 1,1 0,0 0,-1 1,1 0,-1 0,1 2,0-1,0 1,0 0,-2 2,5-1,1 1,0 0,1 0,-1 0,1 1,0-1,0 1,0 1,1-1,0 1,0-1,1 2,1-6,1 1,0 0,0-1,0 1,1 0,-1-1,1 1,-1 0,1 0,0 0,0 0,0-1,0 1,1 0,-1 0,1 0,0-1,0 1,0 0,0-1,0 1,0-1,1 1,-1-1,1 1,0-1,0 0,0 0,0 0,0 0,0 0,0-1,2 2,6 1,-1-1,1 1,0-2,0 0,1 0,-1 0,0-2,1 1,-1-1,1-1,-1 0,0 0,0-1,1 0,-1-1,0 0,-1 0,1-1,-1-1,1 0,-1 0,-1 0,1-1,-1-1,6-5,-3 2,0-1,-1 0,0 0,-1-1,0 0,-1-1,0 0,-1 0,-1-1,0 0,-1 0,0 0,-1 0,-1-1,0 0,-1-1,2-14,-2-1,-2 0,0 0,-2 1,-1-1,-2 1,-4-13,9 41,-2-8,1 1,-2-1,0 1,0 0,0 0,-1 0,0 1,-1-1,0 1,-2-2,6 9,-1 1,1-1,0 1,-1-1,1 1,0-1,-1 1,1 0,-1 0,1 0,-1 0,1 0,-1 0,1 0,0 0,-1 1,1-1,-1 1,1-1,0 1,-1-1,1 1,0 0,0-1,-1 1,1 0,0 0,0 0,0 0,0 0,0 0,0 0,0 1,1-1,-1 0,0 0,1 1,-1-1,1 0,-1 1,1-1,0 1,-1-1,1 1,-10 22,1 1,1 1,2 0,0 0,2 0,0 0,2 1,1-1,1 1,2 5,-1-7,0 0,2-1,0 1,2-1,1 1,8 21,-11-37,1 1,1-1,-1 0,1 0,1-1,0 1,0-1,1-1,0 1,0-1,0 0,1 0,0-1,1-1,-1 1,1-1,0 0,2 0,-1-1,0-1,0 0,0 0,0-1,1-1,-1 1,0-2,1 1,-1-2,1 1,-1-1,0-1,1 0,-1 0,0-1,0 0,0-1,-1 0,1-1,-1 0,0 0,0-1,-1 0,0 0,0-1,0 0,-1-1,0 0,0 0,-1 0,0-1,-1 0,0 0,0 0,-1-1,0 1,2-10,-3 9,0 0,-1 0,0 0,0-1,-1 1,-1-1,0 1,0-1,-1 1,0 0,-1-1,0 1,-1 0,0 0,-1 0,0 0,4 9,0 0,-1 1,1-1,0 0,-1 1,1-1,0 1,-1-1,1 1,-1-1,1 1,-1-1,1 1,-1-1,1 1,-1-1,0 1,1 0,-1-1,1 1,-1 0,0 0,0-1,1 1,-1 0,0 0,1 0,-1 0,0 0,1 0,-1 0,0 0,0 0,1 0,-1 0,0 1,1-1,-1 0,0 0,1 1,-1-1,1 0,-1 1,0-1,1 1,-1-1,1 1,-1-1,1 1,-1-1,1 1,0-1,-1 1,1 0,0-1,-1 2,-15 39,13-27,1 1,0 0,1 0,0 0,1 0,1 0,1 0,0-1,1 1,1 3,-3-12,1 0,1 0,-1 0,1-1,0 1,0 0,0-1,1 0,0 0,0 0,0 0,1-1,-1 0,1 0,0 0,0 0,1-1,-1 1,1-2,0 1,0 0,0-1,0 0,0-1,0 1,33 1,-4-5</inkml:trace>
  <inkml:trace contextRef="#ctx0" brushRef="#br0" timeOffset="22548.769">2868 6781,'-29'117,"29"-113,0-1,-1 1,1 0,1 0,-1 0,1-1,-1 1,1 0,0 0,0-1,1 1,-1-1,1 1,-1-1,1 0,0 0,1 1,-1-1,0-1,1 1,0 0,-1-1,1 1,0-1,1 0,-1 0,0 0,0 0,1 0,0-1,5 2,0-1,0 0,0-1,0 0,0 0,1-1,-1 0,0-1,0 0,1 0,-1-1,0 0,0-1,-1 0,1 0,0-1,-1 0,0-1,0 0,0 0,-1 0,0-1,0 0,0-1,-1 1,1-1,-2 0,1-1,-1 0,0 0,-1 0,0 0,0-1,-1 1,0-1,0 0,1-7,-3-3,-1 19,0 1,-1-1,1 0,0 0,0 0,0 0,0 0,0 0,-1 0,1 0,0 0,0 0,0 0,0 0,-1 0,1 0,0 0,0 0,0 0,0 0,-1 0,1 0,0 0,0 0,0 0,0 0,0 0,-1 0,1-1,0 1,0 0,0 0,0 0,0 0,0 0,-1 0,1-1,0 1,0 0,0 0,0 0,0 0,0 0,0-1,0 1,0 0,0 0,0 0,-3 6,1 0,0 1,0-1,0 1,1 0,0-1,1 1,-1 0,1-1,1 1,-1 0,1 0,0-1,1 1,-1-1,1 1,1-1,-1 1,1-1,0 0,1 0,-1-1,1 1,0-1,1 0,-1 0,1 0,0 0,0-1,0 0,6 4,-2-3,1-1,-1 1,1-2,-1 1,1-1,0-1,0 0,0 0,1-1,-1 0,0-1,1 0,-1 0,0-1,0-1,1 0,-1 0,0-1,-1 0,1-1,0 0,-1 0,0-1,0 0,-1-1,1 0,-1-1,0 1,-1-1,1-1,-2 1,1-1,-1-1,0 1,-1-1,4-8,4-17,-2-1,-1 0,-2-1,-1 0,-2-1,-2 1,-1-1,-2 1,-1-1,-2-1,2 28,2-10,-2-1,-1 1,0-1,-2 1,0 0,-3-8,7 27,-1 0,1 0,0 0,0-1,-1 1,1 0,-1 0,1 0,-1 0,1 0,-1 0,0 0,0 1,1-1,-1 0,0 0,0 0,0 1,0-1,0 0,0 1,0-1,0 1,0-1,0 1,0 0,0-1,0 1,0 0,0 0,0 0,-1 0,1 0,0 0,0 0,0 0,0 0,0 0,0 1,-1-1,1 0,0 1,0-1,0 1,0-1,0 1,0 0,1-1,-1 1,0 0,0 0,0-1,0 1,1 0,-1 0,1 0,-1 0,0 0,1 0,-1 0,1 0,0 0,-1 0,1 1,0-1,0 0,0 0,-12 25,1 0,2 1,1 0,1 1,1-1,1 1,2 0,0 28,0-14,2 1,2-1,2 0,1 0,3 5,-3-27,1 0,0-1,2 0,0 0,1-1,1 0,0 0,2 0,0-2,0 1,13 11,-20-23,0 0,0 0,1-1,0 1,0-1,0 0,0-1,1 1,-1-1,1 0,0-1,0 1,0-1,0 0,1 0,-1-1,0 0,1 0,-1-1,1 0,-1 0,1 0,-1-1,1 0,-1 0,0 0,1-1,0 0,5-7,0 0,0 0,-1-1,0 0,-1-1,0 0,-1-1,0 0,-1-1,0 0,-1 0,-1 0,0-1,0 0,-2 0,1 0,-1-8,6-4,-25 137,22-20,-6-89,0 1,0 0,0 0,1 0,-1-1,1 1,0-1,-1 1,1-1,0 0,0 0,1 1,-1-1,0-1,1 1,-1 0,1-1,0 1,0-1,-1 0,1 0,0 0,0 0,0 0,0-1,0 1,0-1,1 0,26-2,-2-6</inkml:trace>
  <inkml:trace contextRef="#ctx0" brushRef="#br0" timeOffset="22721.321">3947 6603,'-19'-2,"-15"-4,-11-2,-7-1,-5 0,-3-1,-2-2,11 2</inkml:trace>
  <inkml:trace contextRef="#ctx0" brushRef="#br0" timeOffset="22913.793">3305 6426,'21'-5,"21"-1,17-3,17 1,17 2,13 2,12 1,6 6,2 7,-5 7,-23 0</inkml:trace>
  <inkml:trace contextRef="#ctx0" brushRef="#br0" timeOffset="23279.998">4274 6876,'41'-26,"-2"-1,-1-2,-1-2,-2-1,-1-2,12-17,-37 40,-1 0,-1-1,0 0,-1 0,0-1,0 1,-2-1,1 0,0-9,-4 17,0-1,0 1,0 0,-1-1,0 1,0 0,-1-1,1 1,-1 0,0 0,-1-1,1 1,-1 0,0 0,0 0,-1 1,1-1,-1 0,0 1,-1 0,1 0,-1 0,1 0,-1 0,-4-2,4 3,0 0,-1 0,1 0,0 1,-1 0,0 0,0 0,0 1,1-1,-1 1,-1 0,1 1,0-1,0 1,0 0,0 0,0 1,0-1,0 1,0 0,0 1,0-1,0 1,0 0,1 0,-1 0,1 1,-4 2,-1 2,0 0,1 0,0 1,0 0,0 0,2 1,-1 0,1 0,0 0,1 1,0 0,0 0,0 2,-4 29,1 1,3 0,1 1,2-1,1 1,3-1,1 0,3 1,1-1,2-1,3 4,42 202,-15-81,-8 1,-3 34,-27-74,-1-125,0 0,0 0,0 0,0 1,-1-1,1 0,-1 0,1 0,-1 0,0 0,0 0,0 0,0 0,0 0,-1 0,1-1,0 1,-1 0,1-1,-1 1,0-1,1 1,-1-1,-1 0,-14 0</inkml:trace>
  <inkml:trace contextRef="#ctx0" brushRef="#br0" timeOffset="23613.876">4329 7217,'0'-3,"-1"0,1 0,0-1,1 1,-1 0,0-1,1 1,0 0,0 0,0 0,0 0,0 0,1 0,-1 0,1 0,0 0,0 0,0 1,0-1,0 1,1 0,-1 0,1-1,-1 2,1-2,75-41,-73 42,26-13,1 1,0 2,1 1,0 1,1 2,0 1,1 2,8 1,-40 4,0 0,0 0,-1 0,1 1,0-1,-1 1,1-1,0 1,-1 0,1 0,-1 0,1 0,-1 1,0-1,1 1,-1 0,0-1,0 1,0 0,0 0,-1 0,1 0,0 1,-1-1,1 0,-1 1,0-1,0 1,0-1,0 1,0 0,-1-1,1 1,-1 0,0 0,5 74,-5-66,-1 1,2 0,0-1,0 1,1 0,1-1,0 0,1 5,-3-15,0 1,-1 0,1 0,0-1,0 1,0 0,0-1,1 1,-1-1,0 1,1-1,-1 0,0 1,1-1,0 0,-1 0,1 0,0 0,-1-1,1 1,0 0,0-1,0 1,0-1,0 1,12-1</inkml:trace>
  <inkml:trace contextRef="#ctx0" brushRef="#br0" timeOffset="23861.347">4848 6658,'-9'16,"6"10,15 8,17 2,4-4</inkml:trace>
  <inkml:trace contextRef="#ctx0" brushRef="#br0" timeOffset="24348.864">5504 7013,'-21'-10,"0"1,0 0,-1 2,1 1,-2 0,1 2,-1 0,1 2,-1 0,0 2,-1 0,18 1,0 1,0 0,0-1,0 2,1-1,-1 1,0 0,1 0,0 0,0 1,0 0,-1 0,4-2,1-1,-1 1,0 0,1 0,-1 0,1 0,-1 0,1 0,0 0,0 0,0 0,0 1,0-1,0 0,1 1,-1-1,1 0,0 1,0-1,0 1,0-1,0 1,0-1,1 1,-1-1,1 0,-1 1,1-1,0 0,0 1,1 0,6 5,0 0,0-1,0 0,1-1,1 0,-1 0,1-1,0 0,0-1,0 0,1 0,-1-1,1-1,0 0,0 0,0-1,10 0,10 3,0-1,0-2,0 0,-1-3,1 0,0-2,-1-1,1-2,-2-1,1-1,1-2,-26 9,-3 0,0 1,0 0,1 0,-1 0,0 0,1 0,-1 0,1 1,-1-1,1 1,-1 0,1-1,-1 1,1 0,-1 1,1-1,-1 0,1 1,-1-1,0 1,1 0,-1 0,0 0,1 0,-1 0,1 1,4 3,0-1,0 0,1-1,-1 1,1-1,0-1,0 0,0 0,0 0,0-1,0 0,5-1,-10 1,1-1,0 0,-1-1,1 1,0-1,-1 0,1 1,-1-2,1 1,-1 0,0-1,1 1,-1-1,0 0,0 0,0 0,0-1,0 1,-1-1,1 1,-1-1,0 0,0 0,0 0,0 0,0-1,-1 1,1 0,-1-1,1 0,-1 0,-1 0,1-1,0 1,-1 0,0 0,0 0,0 0,-1-1,1 1,-1 0,0 0,0 0,-1 0,1 0,-1 0,0 1,0-1,0 0,0 1,-1 0,1-1,-1 1,0 0,0 0,0 1,0-1,-1 0,1 1,-2-1,-5-4,-1 1,0 0,0 1,0 0,0 1,-1 0,1 1,-1 1,0-1,-1 1,4 2,0 0,-1 0,1 0,0 1,0 0,0 1,0 0,0 1,0 0,1 0,-1 0,-3 4,8-5,-1 0,1 1,1-1,-1 1,0 0,1 1,-1-1,1 0,0 1,0 0,0 0,1 0,0 0,-1 0,1 0,1 1,-1-1,0 1,1-1,0 1,0-1,1 1,-1 0,1 4,0-5,1 1,0-1,0 0,0 0,0 0,1 0,-1 0,1 0,0 0,0-1,1 1,-1-1,1 1,0-1,-1 0,1 0,1 0,-1 0,0-1,1 1,-1-1,1 0,3 2,94 28,-52-24</inkml:trace>
  <inkml:trace contextRef="#ctx0" brushRef="#br0" timeOffset="24596.129">6050 6617,'-19'-7,"-12"-3,-9 6,-4 8,0 10,7 10,8 7,12 6,13 4,15 3,5-5</inkml:trace>
  <inkml:trace contextRef="#ctx0" brushRef="#br0" timeOffset="24762.836">6146 7122,'14'5,"16"1,19 0,18-1,18-2,-5-1</inkml:trace>
  <inkml:trace contextRef="#ctx0" brushRef="#br0" timeOffset="30065.111">16456 6630,'-3'-3,"-1"1,0 0,1 0,-1 0,0 0,0 0,0 1,0 0,-1 0,1 0,0 0,0 1,-1-1,1 1,0 0,-1 1,1-1,0 1,0 0,-1 0,1 0,0 0,0 1,0-1,0 1,1 0,-1 1,0-1,1 0,-1 1,1 0,0 0,0 0,0 0,-2 3,3 0,0-1,1 0,-1 0,1 1,0-1,0 1,1-1,0 1,0-1,0 1,1-1,-1 1,1-1,0 0,1 1,0-1,0 0,0 0,0 0,1 0,-1 0,1-1,0 1,1-1,-1 1,1-1,0-1,0 1,0 0,1-1,-1 0,1 0,0 0,0-1,0 1,0-1,0 0,0-1,4 2,1-1,0 1,0-2,0 1,1-1,-1-1,0 0,0 0,1-1,-1 0,0-1,0 0,0-1,0 0,-1 0,1-1,-1 0,0-1,0 0,0-1,-1 0,0 0,0 0,0-1,-1 0,0-1,0 0,-1 0,0 0,0-1,-1 0,0 0,-1 0,0-1,0 1,-1-1,1-6,-3 13,-1 0,1 0,-1-1,1 1,-1 0,0-1,0 1,0 0,-1-1,1 1,-1 0,0-1,0 1,0 0,0 0,-1 0,1 0,-1 0,0-1,1 4,1 0,-1-1,1 1,0 0,-1-1,1 1,-1 0,1-1,-1 1,1 0,-1 0,1 0,-1 0,1 0,-1-1,1 1,-1 0,0 0,1 0,-1 0,1 1,-1-1,1 0,-1 0,1 0,-1 0,1 0,-1 1,1-1,-1 0,1 0,-1 1,1-1,0 0,-1 1,1-1,-1 1,1-1,0 0,-1 1,1-1,0 1,0-1,-1 1,1-1,0 1,0-1,0 1,-1-1,1 1,0-1,0 1,0-1,0 1,0-1,0 1,-6 33,6-26,1 0,1 0,-1 0,1 0,1 0,-1-1,1 1,1-1,-1 0,1 0,1 0,-1 0,1-1,0 0,0 0,1 0,0 0,0-1,0 0,1 0,0-1,0 0,0 0,0-1,1 0,-1 0,1 0,0-1,-1 0,1-1,0 0,0 0,0-1,0 1,1-2,-1 1,0-1,-1-1,1 1,0-1,0-1,-1 1,1-2,-1-1,-1 0,0-1,0 0,-1-1,0 1,0-1,0 0,-1 0,0 0,0-1,-1 0,0 1,0-1,-1 0,0 0,0-1,-1 1,0 0,-1-1,0 1,0 0,0-1,-1 1,-2-7,3 14,0 0,1 0,-1 1,0-1,0 0,0 0,0 1,0-1,0 0,0 0,0 1,0-1,0 0,-1 0,1 1,0-1,0 0,-1 0,1 1,0-1,-1 0,1 1,-1-1,1 0,-1 1,1-1,-1 1,1-1,-1 1,1-1,-1 1,0 0,1-1,-1 1,0-1,0 1,1 0,-1 0,0 0,0-1,1 1,-1 0,0 0,0 0,1 0,-1 0,0 0,0 0,0 1,1-1,-1 0,0 0,1 1,-1-1,0 0,0 1,1-1,-1 0,1 1,-1-1,0 1,1-1,-1 1,1 0,-1-1,1 1,-1-1,1 1,0 0,-1-1,-2 9,1 1,0-1,1 0,-1 1,2-1,-1 0,2 1,-1-1,1 1,0-1,1 0,0 0,1 0,0 0,0 0,1 0,0-1,0 1,2 1,-1-4,-1-1,0-1,1 1,0-1,0 0,0 0,1 0,-1-1,1 1,0-1,0-1,0 1,0-1,0 0,1-1,-1 1,1-1,-1 0,1-1,-1 0,1 0,0 0,-1-1,1 0,-1 0,0-1,1 1,-1-1,0-1,0 1,0-1,0 0,-1-1,1 1,-1-1,0 0,0-1,0 1,0-1,-1 0,3-4,-1-1,0 0,-1-1,0 0,-1 0,0 0,-1-1,0 1,-1-1,0 1,-1-1,0 0,-1 0,-1 0,0 1,0-1,-1 0,-8-11,10 23,0 0,0 1,1-1,-1 0,0 1,0-1,0 0,0 0,0 1,0-1,0 0,0 1,0-1,0 0,0 1,0-1,0 0,0 0,-1 1,1-1,0 0,0 1,0-1,0 0,0 0,-1 1,1-1,0 0,0 0,0 0,-1 1,1-1,0 0,0 0,-1 0,1 0,0 1,-1-1,1 0,0 0,0 0,-1 0,1 0,0 0,-1 0,1 0,0 0,-1 0,1 0,0 0,0 0,-1 0,1 0,0 0,-1 0,1-1,0 1,0 0,-1 0,1 0,0 0,0 0,-1-1,1 1,0 0,0 9,1 1,0-1,0 1,1-1,0 0,1 1,0-1,1 0,0-1,0 1,0-1,5 6,0-1,1 0,0-1,0-1,1 0,1 0,0-1,0-1,1 0,0-1,0 0,1-1,0 0,1-1,-1-1,1 0,0-1,1-1,-1 0,0-1,1 0,-1-2,1 0,6-1,18-3</inkml:trace>
  <inkml:trace contextRef="#ctx0" brushRef="#br0" timeOffset="30475.108">16743 6644,'-7'0,"-7"0,-10 0,-9 0,-7 3,-6 4,-6 7,-2 5,-1 6,3 4,12-3</inkml:trace>
  <inkml:trace contextRef="#ctx0" brushRef="#br0" timeOffset="31335.156">18778 6548,'9'21,"0"0,2-1,1-1,0 0,2-1,0 0,1-1,0 0,1-2,1 0,1 0,16 9,-31-22,0-1,0 1,-1-1,1 1,0-1,1 0,-1 0,0-1,0 1,0-1,1 1,-1-1,0 0,0 0,1 0,-1-1,0 1,0-1,0 0,0 0,1 0,-1 0,0 0,-1-1,1 0,0 1,0-1,-1 0,1 0,-1 0,1-1,-1 1,0 0,1-3,3-6,-1-1,0 0,-1 0,-1 0,0-1,0 1,-1-1,-1 0,0 0,-1 1,0-1,-1-5,2-28,-2 43,1-1,1 1,-1-1,0 1,1-1,0 1,-1-1,1 1,1 0,-1-1,0 1,1 0,0 0,0 0,0 0,0 0,0 1,0-1,1 1,-1-1,1 1,0 0,0 0,0 0,0 0,0 1,0-1,0 1,0-1,1 1,-1 0,0 1,1-1,19-2,0 0,1 2,-1 0,0 2,1 1,1 1,37 3</inkml:trace>
  <inkml:trace contextRef="#ctx0" brushRef="#br0" timeOffset="32230.508">19775 6562,'-42'-10,"20"4,0 0,0 2,0 0,0 2,-1 0,1 1,-1 2,1 0,0 1,-1 1,20-2,0-1,0 0,1 1,-1 0,0-1,1 1,-1 0,0 1,1-1,-1 0,1 1,0-1,-1 1,1 0,0-1,0 1,0 0,0 1,1-1,-1 0,0 0,1 1,0-1,-1 1,1-1,0 1,0 0,1-1,-1 1,0 0,1 0,0-1,-1 1,1 0,0 0,1 0,-1-1,0 1,1 0,0 0,-1-1,1 1,0 0,1-1,-1 1,6 4,1-1,0-1,0 0,1 0,-1 0,1-1,0 0,0-1,0 0,1 0,-1-1,1 0,0-1,-1 0,1-1,0 0,-1 0,1-1,5-1,-7 2,0 0,1-1,-1 0,0-1,0 0,1 0,-1 0,-1-1,1-1,0 1,-1-1,0 0,0-1,0 0,0 0,-1-1,0 1,0-1,0 0,-1-1,0 0,0 0,3-6,-7 12,-1-1,1 0,0 1,-1-1,0 1,1-1,-1 0,0 1,0-1,0 0,0 0,0 1,0-1,0 0,-1 1,1-1,0 0,-1 1,0-1,1 1,-1-1,0 0,0 2,1 0,0 1,-1-1,1 0,-1 0,1 0,-1 0,1 1,-1-1,1 0,0 0,-1 1,1-1,-1 0,1 1,0-1,-1 0,1 1,0-1,0 1,-1-1,1 0,0 1,0-1,0 1,-1-1,1 1,0-1,0 1,0-1,0 1,0-1,0 0,0 1,0-1,0 1,0-1,0 1,0-1,1 1,-1-1,0 1,0-1,0 1,3 4,-1-1,1 1,0 0,0-1,0 0,0 0,1 0,0 0,-1 0,1-1,1 1,-1-1,1 0,-1-1,1 1,0-1,0 0,0 0,0 0,0-1,0 1,0-1,3 0,4 1,0-1,0 0,0-1,0 0,0-1,0 0,0-1,-1 0,1-1,0 0,-1-1,0 0,0-1,0 0,-1 0,1-1,-1-1,-1 0,1 0,-1-1,-1 0,1-1,-1 0,-1 0,0-1,0 0,-1 0,0 0,0-1,-1 0,2-9,5-16,-2-1,-1-1,-2 0,-2 0,-1 0,-2-1,-2-22,1 51,-1-1,1 0,-2 1,1-1,-2 0,1 1,-1-1,-1 1,0 0,0 0,-1 0,-1 0,1 1,-1-1,-1 1,0 0,0 1,-3-3,6 9,1 1,-1 0,0-1,0 1,0 0,0 0,1 0,-2 1,1-1,0 1,0-1,0 1,0 0,0 0,0 1,0-1,0 0,0 1,0 0,0 0,0 0,0 0,0 0,1 1,-1-1,0 1,-1 1,-4 3,1-1,1 1,-1 0,1 1,0 0,0 0,1 0,0 0,-1 3,-3 6,2 0,-1 1,2 0,0 0,1 1,1 0,1 0,0 0,2 0,0 0,0 0,2 0,0 0,1 0,1 0,1 0,1 0,0-1,1 0,1 0,0 0,1-1,1 0,1-1,0 0,1 0,1-1,5 5,-3-4,1-2,1 1,0-2,0 0,1 0,1-2,0 0,0-2,1 0,0 0,0-2,1 0,-1-2,1 0,16 1,-29-5,-1 0,0 0,0 0,0 0,1-1,-1 0,0-1,0 1,0-1,0 0,0-1,-1 0,1 1,-1-2,0 1,0-1,0 1,0-1,0-1,-1 1,0-1,0 0,0 0,0 0,-1 0,0 0,0-1,0 0,-1 1,0-1,0 0,0 0,-1 0,0-1,0 1,-1 0,0-6,5 18,0 1,0-1,0 0,1 0,0-1,0 1,0-1,0-1,1 1,0-1,0 0,0-1,1 0,-1 0,1 0,-1-1,1 0,0-1,5 1,54-7,-65 4,-1 1,1-1,0 1,0-1,0 0,-1 0,1 0,0 0,-1 0,1 0,-1 0,1 0,-1-1,0 1,0-1,1 1,-1-1,0 1,0-1,0 0,0 1,-1-1,1 0,0 0,-1 1,1-1,-1 0,0 0,0 0,0 0,0 0,0 0,0 0,-2-3,-1 0,1 0,-1 1,0 0,-1-1,1 1,-1 0,0 1,0-1,0 1,0-1,0 1,-1 0,0 1,1-1,-1 1,0 0,0 0,0 1,-1-1,1 1,0 0,0 1,-3-1,-2-2,0 1,0 0,0 0,0 1,0 1,-1 0,1 0,0 1,0 0,0 0,0 2,0-1,0 1,1 0,-1 1,1 0,-2 1,10-4,0 0,0 0,0 0,0 0,0-1,0 1,0 1,0-1,0 0,1 0,-1 0,0 0,1 0,-1 1,1-1,-1 0,1 1,0-1,-1 0,1 1,0-1,0 0,0 1,0-1,0 0,0 1,0-1,1 0,-1 1,0-1,1 0,-1 1,1-1,-1 0,1 0,0 0,0 1,-1-1,1 0,0 0,0 0,0 0,0 0,51 34,-11-17</inkml:trace>
  <inkml:trace contextRef="#ctx0" brushRef="#br0" timeOffset="33380.416">21194 6507,'-5'-2,"-14"-6,0 0,0 1,-1 1,0 1,0 1,-1 1,1 0,-1 2,1 0,-15 2,33-1,0 0,1 0,-1 0,0 0,1 0,-1 0,0 1,1-1,-1 1,1-1,-1 1,0-1,1 1,-1 0,1 0,0 0,-1 0,1 0,0 0,-1 0,1 0,0 0,0 1,0-1,0 0,0 1,0-1,0 1,1-1,-1 1,1-1,-1 1,1 0,-1-1,1 1,0 0,0-1,0 1,0 0,0-1,0 1,0 0,0-1,1 1,-1 0,1-1,-1 1,1-1,0 1,0-1,-1 1,1-1,0 1,0-1,0 0,1 1,-1-1,0 0,0 0,11 6,0-1,0 0,0-1,0 0,1-1,0 0,0-1,0-1,0 0,0-1,1 0,-1-1,12-1,-19 2,0-1,0-1,0 1,0-1,0 0,0 0,0 0,-1-1,1 0,0 0,-1-1,1 1,-1-1,0 0,0-1,0 1,4-4,-10 7,1 0,0 0,-1 0,1 0,-1 0,1 0,0 0,-1 0,1 0,-1-1,1 1,0 0,-1 0,1 0,0 0,-1 0,1-1,0 1,-1 0,1 0,0-1,0 1,-1 0,1 0,0-1,0 1,-1 0,1-1,0 1,0 0,0-1,0 1,-1-1,1 1,0 0,0-1,0 1,0 0,0-1,0 1,0-1,0 1,0 0,0-1,0 1,0 0,0-1,1 0,-2 5,1-1,0 0,0 0,0 0,1 0,-1 0,1 1,0-1,0 0,0 0,0 0,0-1,0 1,1 0,0 0,-1-1,1 1,0-1,0 1,1-1,-1 0,0 0,1 0,-1 0,1 0,0-1,-1 1,1-1,0 1,0-1,0 0,0 0,0-1,0 1,1-1,0 2,-1 0,1-1,-1 0,1 0,0 0,0 0,-1-1,1 1,0-1,0 0,0 0,0-1,-1 1,1-1,0 0,0 0,-1 0,1 0,0-1,-1 1,1-1,-1 0,0 0,0 0,0 0,0-1,0 0,0 1,-1-1,1 0,-1 0,0 0,1 0,-1-1,-1 1,2-2,8-149,-9 151,0 1,0 0,0-1,0 1,0 0,0 0,1 1,-1-1,1 0,0 1,-1-1,1 1,0 0,0 0,0 0,-1 0,1 1,0-1,0 1,0-1,1 1,-1 0,0 0,0 1,0-1,0 1,0-1,-1 1,1 0,0 0,0 0,0 1,0-1,12 2,0 0,-1 1,1 0,-1 1,0 0,0 2,0-1,-1 2,0 0,-1 0,0 1,0 1,-1 0,3 4,5 35,-18-44,0 0,0-1,0 1,1 0,0-1,0 1,0-1,0 0,1 0,-1 0,1 0,0 0,4 3,5-1,0 1,1-2,0 0,0 0,0-1,0-1,1 0,-1-1,1 0,0-1,0-1,-1 0,8-1,-16 1,17 1,0-1,0-1,0-1,0 0,0-2,0-1,-1 0,0-2,0 0,0-2,12-7,-30 15,0 0,0-1,0 1,-1-1,1 0,0 0,-1 0,0 0,1 0,-1-1,0 1,0-1,0 0,0 1,-1-1,1 0,-1 0,0 0,0 0,0 0,0 0,0 0,-1 0,1-1,-1 1,0 0,0 0,0 0,0-1,-1 1,1 0,-1 0,0 0,0 0,0 0,-1-3,-4 1,1 0,-1 0,0 0,0 1,0 0,-1 0,0 1,1 0,-1 0,0 0,0 1,-1 0,1 0,0 1,-1 0,1 1,-1-1,1 1,-1 1,1-1,-1 1,1 0,0 1,-3 1,8-3,0 1,1-1,-1 1,1 0,-1 0,0 0,1 0,-1 0,1 0,0 0,-1 0,1 0,0 1,0-1,0 1,0-1,0 1,0-1,0 1,0-1,1 1,-1 0,1-1,-1 1,1 0,-1 0,1-1,0 1,0 0,0 0,0 0,0-1,1 1,-1 0,0 0,1-1,-1 1,1 0,0-1,-1 1,1 0,0-1,0 1,0-1,0 0,0 1,1-1,-1 0,0 1,1-1,-1 0,1 0,0 0,17 14,1-1,0-1,2-1,-1-1,1 0,1-2,0-1,0 0,18 2,13 5,0-2,1-2,1-3,0-2,0-3,17-3,-3-17,-68 17,0-1,-1 0,1-1,-1 1,1 0,-1 0,1-1,-1 1,0-1,0 1,1-1,-1 0,0 1,-1-1,1 0,0 0,0 1,-1-1,1 0,-1 0,0 0,1 0,-1 0,0 0,0 0,0 0,0 0,-1 1,1-1,0 0,-1 0,0 0,1 0,-1 0,-5-8,-1 0,1 0,-2 1,1 0,-1 0,-1 1,0 0,0 0,0 1,-1 0,0 1,-1 0,1 0,-1 1,0 1,0 0,-1 0,1 1,-1 1,-4-1,13 2,-1-1,0 1,0 0,0 0,0 1,0-1,0 1,0 0,0 0,0 0,0 1,0-1,0 1,0 0,1 0,-1 0,0 1,0-1,1 1,-1 0,1 0,-1 0,1 0,0 1,0 0,0-1,0 1,1 0,-1 0,1 0,0 1,-1-1,1 1,1-1,-1 1,1 0,0 0,1 0,-1 0,1 0,0 0,0 1,1-1,-1 0,1 0,0 0,0 0,0-1,1 1,-1 0,1 0,0-1,0 1,0-1,0 1,1-1,-1 0,1 0,0 0,0 0,0-1,0 1,1-1,-1 0,1 0,-1 0,3 1,2 1,2 0,-1-1,0 1,1-2,-1 1,1-1,0-1,0 0,0 0,0-1,0 0,5-2,-9 2,0-1,0 0,0 0,0 0,0-1,-1 0,1 0,-1-1,1 0,-1 0,0 0,0 0,0-1,-1 0,1 0,-1 0,0 0,0-1,0 1,0-1,-1 0,0-1,0 1,-1 0,1-1,0-4,-3 11,-1-1,1 1,-1-1,1 1,-1-1,1 1,-1-1,0 1,1-1,-1 1,1-1,-1 0,0 0,0 1,1-1,-1 0,0 0,1 0,-1 0,0 0,0 0,1 0,-1 0,0 0,0 0,1 0,-1 0,0 0,1-1,-1 1,0 0,1-1,-1 1,0 0,1-1,-1 1,1-1,-1 1,0-1,1 1,-1-1,1 1,0-1,-1 0,1 1,-1-1,1 1,0-1,0 0,-1 0,1 1,0-1,0 0,0 1,0-1,0 0,0 0,0 1,0-1,0 0,0 0,0 1,0-2,0 6,0-1,0 0,0 1,1-1,-1 0,1 1,0-1,0 0,0 0,0 0,0 0,1 0,-1 0,1 0,0 0,0 0,0-1,0 1,0-1,1 1,-1-1,1 0,0 0,-1 0,1 0,0-1,0 1,0-1,0 0,0 0,1 0,-1 0,0 0,139 45,-62-26</inkml:trace>
  <inkml:trace contextRef="#ctx0" brushRef="#br0" timeOffset="36678.312">1 8528,'10'-80,"-6"63,0 0,1 1,1 0,1 0,0 0,1 1,0 0,1 1,11-13,-18 25,0 0,0 0,0 1,0-1,0 1,0-1,0 1,1 0,-1 0,0 0,1 0,-1 1,1-1,-1 0,1 1,-1 0,1 0,-1 0,1 0,0 0,-1 0,1 0,-1 1,1-1,-1 1,0 0,1 0,-1 0,1 0,-1 0,0 1,0-1,0 1,0-1,0 1,0 0,0-1,-1 1,1 0,0 0,-1 1,0-1,1 0,0 2,8 12,-1 0,0 0,-1 0,0 1,-2 1,0-1,-1 1,-1 0,0 0,-1 0,-1 1,-1 0,-1-18,0 0,1 0,-1 0,0 1,0-1,0 0,0 0,0 0,0 0,0 0,0 0,-1 0,1 0,0 0,-1 0,1 0,0 0,-1 0,1 0,-1 0,0 0,1 0,-1 0,0-1,1 1,-1 0,0 0,0-1,0 1,0-1,0 1,0-1,0 1,0-1,0 1,0-1,0 0,0 0,0 1,0-1,0 0,0 0,0 0,0 0,0 0,0 0,-1-1,-44-26,43 24,0 0,0 0,0 0,1-1,-1 1,1-1,0 0,0 0,0 1,0-1,1-1,-1 1,1 0,0 0,0 0,1-1,-1 1,1 0,0-1,0 1,1 0,-1 0,1-1,0 1,0 0,0 0,1 0,-1 0,1 0,0 0,0 0,1 0,2-2,10-6,0 0,1 2,1 0,0 1,0 1,0 0,1 1,1 1,-1 1,1 0,-1 2,7-1,99-10,-110 12</inkml:trace>
  <inkml:trace contextRef="#ctx0" brushRef="#br0" timeOffset="37522.689">738 8256,'-2'-2,"1"1,0 0,-1 0,1-1,-1 1,1 0,-1 0,0 1,0-1,1 0,-1 0,0 1,0-1,0 1,1 0,-1-1,0 1,0 0,0 0,0 0,0 0,0 1,0-1,-6 1,1 0,0 0,0 0,0 1,0 0,1 1,-1-1,0 1,1 1,0-1,0 1,0 0,0 0,0 1,1 0,0 0,-4 5,6-6,0-1,0 1,1-1,-1 1,1 0,0 0,1 0,-1 0,0 0,1 1,0-1,0 0,1 1,-1-1,1 1,0-1,0 0,0 1,0-1,1 1,0-1,0 0,0 1,1-1,-1 0,1 0,0 0,0 0,2 1,0 1,0-1,1 0,0 0,0 0,0-1,1 0,-1 0,1 0,0-1,0 1,0-1,1-1,-1 0,1 1,-1-2,1 1,0-1,1 0,9 1,1 0,0-2,0 0,0-1,-1-1,10-2,-11 1,0-1,-1 0,1-1,-1-1,0-1,0 0,-1-1,10-7,-17 11,0-1,-1 0,0 0,0-1,0 0,-1 0,0 0,0-1,-1 1,1-1,-1-1,-1 1,0 0,0-1,0 0,-1 1,0-1,0-3,0 4,-1-1,-1 1,0-1,0 0,0 1,-1-1,0 1,0-1,-1 1,0 0,0 0,-1-1,0 2,0-1,-1 0,1 0,-1 1,-1 0,0 0,1 0,-2 1,-4-5,9 9,0 1,-1-1,1 1,0-1,0 1,-1 0,1 0,0 0,0-1,-1 1,1 0,0 1,0-1,-1 0,1 0,0 0,0 1,-1-1,1 1,0-1,0 1,0-1,0 1,-1 0,1-1,0 1,0 0,1 0,-1 0,0 0,0 0,0 0,0 0,1 0,-1 0,1 0,-1 1,1-1,-1 0,1 0,0 0,-1 1,1-1,0 0,0 1,0-1,0 0,0 0,0 1,0-1,0 0,1 0,-1 1,1-1,-1 0,1 0,-1 0,1 1,-1-1,1 0,0 0,0 0,-1 0,1 0,0 0,0-1,0 1,0 0,1 0,7 6,1-1,0 0,0-1,0 0,0 0,1-1,0 0,0-1,0 0,0-1,0-1,1 1,-1-2,0 1,8-2,-17 1,35 1,73 13,-106-12,-1 0,0 1,0 0,-1-1,1 1,0 0,-1 1,0-1,0 0,0 1,0-1,0 1,-1 0,1-1,-1 1,0 0,-1 0,1 0,0 0,-1 0,0 0,0 0,0 0,-1-1,1 1,-1 0,0 0,-1 3,1 32,1-36,1 1,-1-1,1 0,-1 1,1-1,0 0,0 0,1 1,-1-1,1 0,-1 0,1-1,0 1,0 0,0-1,0 1,1-1,-1 1,1-1,0 0,-1 0,1 0,0-1,0 1,0-1,0 1,0-1,1 0,-1 0,0 0,0-1,1 1,-1-1,1 0,-1 0,0 0,1 0,-1-1,7 0,1 0,-1-1,0-1,-1 0,1 0,0-1,-1 0,0 0,0-1,0-1,0 1,-1-2,0 1,-1-1,1 0,-1 0,0-1,-1 0,0 0,0-1,-1 0,0 0,0 0,-1 0,0-1,-3 6,1 1,-1-1,0 0,0 0,0 0,0 1,-1-1,0 0,0 0,0 0,0 0,0 0,-1 0,0 0,1 1,-1-1,-1 0,-1-3,2 7,0 1,0-1,0 1,0-1,0 1,0-1,0 1,0 0,0-1,1 1,-1 0,0 0,0 0,1-1,-1 1,0 0,1 0,-1 0,1 0,-1 0,1 0,-1 1,1-1,0 0,0 0,0 0,-1 0,1 0,0 0,0 1,1-1,-1 0,0 0,-2 9,0 0,1 0,0 0,0 0,1 0,1 0,0 0,0 0,1 0,0-1,0 1,1 0,1-1,0 0,0 0,0 0,1 0,1-1,-1 0,2 0,-1 0,1-1,3 4,14 2</inkml:trace>
  <inkml:trace contextRef="#ctx0" brushRef="#br0" timeOffset="37780.018">1475 7859,'4'19,"12"13,12 7,10 8,-1-6</inkml:trace>
  <inkml:trace contextRef="#ctx0" brushRef="#br0" timeOffset="38816.229">1871 8542,'11'-6,"-1"0,0 0,0-1,-1 0,0-1,0 0,-1 0,0-1,0 0,-1-1,0 1,0-1,-1-1,-1 1,0-1,0 0,-1 0,-1-1,0 1,0-1,-1 1,-1-1,1-5,-2 15,1-1,-1 1,0 0,0 0,0 0,0 0,0 0,0 0,0-1,-1 1,1 0,-1 0,1 0,-1 0,0 0,0 0,0 0,0 1,0-1,-1 0,1 0,0 1,-1-1,1 1,-1-1,0 1,1 0,-1 0,0 0,0 0,0 0,0 0,0 0,0 0,0 1,0-1,0 1,0-1,0 1,0 0,0 0,-1 0,1 0,0 0,0 1,0-1,0 1,0-1,0 1,0 0,0 0,-3 4,0 0,0 1,0 0,1 0,0 0,1 1,-1-1,1 1,0 0,1 0,0 0,0 0,0 1,1-1,0 0,0 1,1-1,0 1,1-1,-1 0,1 1,1-1,-1 0,1 0,0 1,1-1,2 4,-1-3,1 0,-1-1,1 1,1-1,-1 0,1-1,1 1,-1-1,1-1,0 1,0-1,0 0,1-1,0 1,0-2,0 1,1-1,-1 0,3 0,-5-2,1 1,-1-1,0 0,1 0,-1-1,1 0,-1 0,1-1,-1 1,0-2,1 1,-1 0,0-1,0-1,0 1,0-1,0 0,-1 0,1 0,-1-1,0 0,0 0,0 0,0-1,-1 1,3-4,0-7,0 0,0 0,-2-1,0 0,0 0,-2 0,0 0,-1-1,0 1,-2-1,0 1,0-1,-2 1,0-1,-1 1,-1-2,4 17,-1-1,1 1,0-1,0 1,0 0,0-1,0 1,0 0,1-1,-1 1,0 0,1-1,-1 1,1 0,-1-1,1 1,-1 0,1 0,0 0,0 0,0 0,0 0,0 0,0 0,0 0,0 0,0 0,0 0,0 1,0-1,1 0,-1 1,0-1,1 1,-1 0,0-1,1 1,-1 0,0 0,1 0,-1 0,0 0,1 0,-1 0,0 0,1 1,-1-1,1 0,18 0,-1 0,1 1,-1 1,0 1,0 1,0 0,0 1,5 3,-16-5,0 0,-1 1,0 0,1 0,-1 0,0 1,-1 0,1 0,-1 1,0-1,-1 1,1 1,-1-1,0 1,-1 0,0 0,0 0,0 1,-1 0,2 4,6 108,-10-117,-1 0,1-1,0 1,-1-1,1 1,0-1,1 1,-1-1,0 0,1 1,-1-1,1 0,0 0,0 0,-1 0,1 0,1-1,-1 1,0-1,0 1,1-1,-1 0,0 0,1 0,-1 0,1 0,0 0,-1-1,1 1,-1-1,1 0,0 0,-1 0,1 0,0 0,-1-1,1 1,0-1,1 0,11-2,0-1,-1 0,1-1,-1-1,0 0,0-1,-1 0,0-1,0-1,-1 0,0-1,0 0,-1 0,0-2,-1 1,-1-1,1-1,-5 5,0 0,-1 0,0 0,0 0,-1-1,0 1,0-1,-1 0,1-7,-2 13,-1 0,0 0,0 1,0-1,0 0,0 0,0 0,-1 1,1-1,-1 0,0 0,0 1,0-1,0 1,-1-1,1 1,0-1,-1 1,0 0,0 0,1 0,-1 0,-1 0,1 0,0 0,0 0,-1 1,1 0,-1-1,1 1,-1 0,-2-1,2 1,-1 1,1-1,-1 1,0 0,1 0,-1 0,1 0,-1 1,1-1,-1 1,1 0,-1 0,1 1,-1-1,1 0,0 1,0 0,0 0,0 0,0 0,0 0,1 1,-1-1,1 1,-1 0,1 0,0 0,0 0,0 0,1 0,-1 0,1 1,0-1,-1 0,2 1,-1-1,0 1,1 0,-1-1,1 1,0-1,0 1,1 0,-1-1,1 1,0-1,-1 1,2-1,-1 0,0 1,1-1,-1 0,1 0,0 0,0 0,0 0,1 0,-1 0,1-1,9 8,0 0,1-1,0-1,0 0,1-1,0 0,1-2,-1 1,1-2,0 1,1-2,-1 0,0-1,3-1,33 6,-1-2,1-2,0-3,0-2,0-2,0-2,-1-3,0-1,11-7,17-17,-76 33,0 0,1 0,-1-1,0 1,-1-1,1 1,0-1,0 0,-1 1,1-1,-1 0,1 0,-1 0,0 0,0-1,0 1,0 0,0 0,0-1,-1 1,1 0,-1-1,1 1,-1 0,0-1,0 1,0-1,0 1,-1-1,1 1,-1 0,1-1,-5-4,-1 0,1 0,-1 0,0 1,0 0,-1 0,0 1,0-1,0 2,-1-1,1 1,-1 0,0 0,0 1,-1 0,1 1,-1 0,1 0,-1 1,0 0,0 0,-2 1,5-1,0 1,0-1,-1 1,1 0,0 1,0-1,0 1,0 1,0-1,0 1,0 0,0 0,1 1,-1 0,1 0,0 0,-1 0,2 1,-1 0,0 0,1 0,-1 1,1-1,1 1,-1 0,1 0,-1 1,2-1,-1 1,-1 2,4-5,0 0,0-1,0 1,0-1,0 1,1 0,-1-1,1 1,-1-1,1 1,0-1,0 0,0 1,1-1,-1 0,0 0,1 1,0-1,-1 0,1-1,0 1,0 0,0 0,0-1,0 1,0-1,1 0,-1 0,0 0,1 0,-1 0,82 16,-76-17,1 0,-1-1,0-1,0 1,0-1,0-1,0 1,-1-1,1-1,-1 1,0-1,0-1,0 1,0-1,-1 0,0-1,0 1,0-1,-1 0,0-1,0 0,-1 1,1-1,-1-1,-1 1,3-6,-7 17,1 1,0 0,0-1,0 1,0 0,1 0,0-1,0 1,0 0,1-1,-1 1,1-1,0 0,1 0,-1 1,1-1,-1-1,1 1,1 0,11 7,0-2,0 0,1-1,1 0,-1-2,1 0,0 0,0-2,1 0,-1-1,1-1,6 0,-20-1,69 8</inkml:trace>
  <inkml:trace contextRef="#ctx0" brushRef="#br0" timeOffset="39481.22">4712 7763,'23'81,"3"5,-3 1,-4 0,-3 2,-5 0,-3 6,-1-107,0 0,1 0,1 1,-1 0,2 1,0 0,8-7,-10 11,-1 0,1 1,1 0,-1 0,1 1,-1 0,1 1,0 0,1 0,0 0,-6 3,-1-1,0 0,0 1,0 0,1 0,-1 0,0 0,0 0,0 1,0-1,1 1,-1 0,0 0,0 0,0 1,0-1,-1 0,1 1,0 0,-1 0,1 0,-1 0,1 0,-1 0,0 1,0-1,0 1,0 0,-1-1,1 1,0 1,-1-2,0 1,0-1,0 0,-1 0,1 0,-1 1,1-1,-1 0,0 1,0-1,0 0,0 0,0 1,-1-1,1 0,0 1,-1-1,0 0,0 0,0 0,0 0,0 1,0-1,0-1,-1 1,1 0,0 0,-1 0,0-1,1 1,-1-1,0 1,0-1,0 0,0 0,0 0,0 0,-1 0,-88 26,19-32,71 5,-1-1,0 1,1-1,-1 0,0 0,1 1,-1-1,1 0,-1 0,1-1,-1 1,1 0,0 0,0-1,0 1,0-1,0 1,0-1,0 1,0-1,0 0,1 1,-1-1,0 0,1 0,0 1,-1-1,1 0,0 0,0 1,0-1,0 0,1 0,-1 0,0 1,1-1,0-2,3-5,1 0,0 0,1 0,0 0,1 1,-1 0,1 0,1 1,0 0,0 0,0 1,1 0,0 0,0 1,0 0,6-1,-3-1,0 0,1 1,0 1,0 0,1 1,0 1,-1 0,1 0,0 1,0 1,0 1,2 0,-12 0,-1 1,1-1,-1 1,0 0,1 1,-1-1,0 0,0 1,0 0,0 0,0 0,-1 0,1 0,0 0,-1 1,0-1,1 1,-1 0,0 0,0 0,-1 0,1 0,-1 0,2 3,13 87,-8-31,-8-60,0-1,0 0,0 1,0-1,1 0,-1 0,0 1,1-1,-1 0,1 0,-1 0,1 0,0 1,-1-1,1 0,0 0,0 0,0 0,-1 0,1-1,0 1,0 0,1 0,-1-1,0 1,0 0,0-1,0 1,0-1,1 0,-1 1,0-1,1 0,-1 0,0 0,0 0,1 0,-1 0,0 0,1 0,-1 0,0-1,1 1,9-8</inkml:trace>
  <inkml:trace contextRef="#ctx0" brushRef="#br0" timeOffset="40908.607">5122 7859,'266'116,"-253"-110,0 0,-1 1,0 1,0 0,-1 1,0 0,0 0,-1 1,-1 1,0 0,0 0,-1 0,0 1,-1 1,0-1,-1 1,-1 0,0 1,-1-1,0 1,0 5,4 118,-7-133,0-1,0 0,1 1,-1-1,1 0,-1 1,1-1,0 0,1 0,-1-1,0 1,1 0,-1-1,1 0,0 1,0-1,0 0,0 0,0-1,1 1,-1-1,0 1,1-1,-1 0,1 0,-1-1,1 1,0-1,-1 0,1 0,0 0,6 0,1 0,0-1,0-1,0 1,0-2,-1 0,0 0,1-1,7-3,-9 2,0 0,-1 0,1-1,-1 0,0 0,0-1,-1 0,0 0,0 0,-1-1,0-1,0 1,-1-1,0 0,0 0,-1 0,0 0,-1-1,0 0,0-5,-2 15,-1-1,1 0,-1 0,1 0,-1 0,0 1,0-1,1 0,-1 0,0 0,0 0,0 0,0 0,0 0,0 0,0 1,0-1,0 0,0 0,-1 0,1 0,0 0,-1 0,1 1,0-1,-1 0,1 0,-1 0,0 1,1-1,-1 0,1 1,-1-1,0 1,0-1,1 0,-1 1,0 0,0-1,0 1,1-1,-1 1,0 0,0 0,0-1,0 1,0 0,0 0,0 0,0 0,1 0,-1 0,0 0,0 1,0-1,0 0,0 0,0 1,-2 2,0 1,1-1,0 1,0-1,0 1,0 0,1 0,0-1,-1 1,1 0,1 1,-1-1,0 0,1 0,0 0,0 0,0 0,1 0,-1 1,1-1,0 0,0 0,1 0,-1-1,1 1,0 0,0 0,0-1,0 1,1-1,-1 0,1 0,0 0,0 0,14 11,1-1,1-1,0 0,0-2,1 0,1-2,0 0,0-1,0-1,1-1,-1-1,1 0,0-2,10-1,-4 4,0-2,1-1,0-2,-1 0,1-2,-1-1,1-1,14-6,-40 10,-1-1,1 0,0 1,0-1,-1-1,1 1,0 0,-1-1,1 1,-1-1,0 0,1 0,-1 0,0 0,0 0,0 0,-1 0,1-1,0 1,-1-1,0 1,1-1,-1 0,0 1,-1-1,1 0,0 0,-1 0,1 0,-1 0,0 0,0 1,0-1,0 0,-1 0,1 0,-1 0,0 0,0 1,0-1,0 0,-3-6,-1 1,0 0,0 1,-1-1,0 1,0 0,0 1,-1-1,0 1,0 0,-1 1,0 0,0 0,0 1,0 0,-1 0,0 1,0 0,0 1,0-1,0 2,0-1,0 2,-1-1,1 1,-6 1,12-1,0 1,0-1,0 1,-1 0,1 0,0 0,0 0,0 1,1 0,-1-1,0 1,0 0,1 0,-1 0,1 0,0 1,0-1,0 1,0-1,0 1,0 0,1 0,-1 0,1 0,0 0,0 0,0 0,0 0,0 0,1 1,0-1,-1 0,1 0,0 1,1-1,-1 0,0 0,1 1,0-1,0 0,0 0,0 0,0 0,1 0,-1 0,1 0,0-1,0 1,0 0,0-1,0 0,2 2,5 0,1 1,-1-1,1-1,0 0,0 0,1-1,-1 0,0-1,1 0,-1-1,1 0,-1 0,1-1,-1-1,0 1,0-2,1 0,-2 0,1 0,0-1,-1-1,9-4,46-29,-62 38,-1 1,0-1,0 0,0 1,1-1,-1 0,0 1,0 0,0-1,0 1,0 0,0-1,0 1,0 0,0 0,0 0,0 0,-1 0,1 0,0 0,-1 0,1 0,0 0,-1 0,0 0,1 1,-1-1,0 0,1 0,-1 1,0-1,0 0,0 0,0 1,0-1,0 0,-1 1,3 5,-1 1,1-1,0 1,1-1,0 0,0 0,0 0,1 0,-1-1,2 1,-1-1,1 0,0-1,0 1,1-1,-1 0,1 0,1 0,0 0,-5-4,0-1,-1 1,1-1,0 1,0-1,0 0,-1 0,1 0,0 0,0 0,0 0,0 0,0-1,-1 1,1 0,0-1,0 0,-1 1,1-1,0 0,-1 0,1 0,-1 0,1 0,-1 0,1-1,-1 1,0 0,0-1,0 1,0-1,0 1,0-1,0 0,0 1,0-2,20-66,-20 45,0-1,-2 1,-1-1,0 1,-2 0,-1 0,-6-16,11 39,-1 1,1-1,-1 0,1 1,0-1,-1 1,1-1,0 0,-1 0,1 1,0-1,0 0,0 0,0 1,-1-1,1 0,0 0,0 1,1-1,-1 0,0 0,0 1,0-1,0 0,1 0,-1 1,0-1,1 0,-1 1,0-1,1 0,-1 1,1-1,-1 1,1-1,-1 1,1-1,0 1,-1-1,1 1,-1-1,1 1,0 0,-1 0,1-1,0 1,0 0,-1 0,1 0,0-1,0 1,-1 0,1 0,0 0,0 0,-1 1,1-1,0 0,38 8,0 1,-1 2,-1 2,0 1,3 4,-35-17,0 1,0-1,1 1,-1 0,0 1,-1-1,1 1,0 0,-1 0,1 0,-1 1,0 0,0 0,-1 0,1 0,-1 0,0 1,0-1,0 1,-1 0,1 0,-1 0,-1 0,1 1,-1-1,1 5,-22 103,20-110,-1 0,1 0,0 0,1 0,-1 0,0 0,1 0,0 0,-1 0,1 0,0 0,1 0,-1-1,0 1,1-1,0 1,-1-1,1 1,0-1,0 0,0 0,1 0,-1 0,0 0,1 0,-1-1,1 1,0-1,0 0,-1 0,1 0,0 0,1 0,102 14,-85-14,0-2,0-1,1 0,-1-2,-1 0,1-2,-1 0,0-1,0-1,-1-1,0-1,3-2,-19 10,1 0,0 0,-1 0,0-1,1 0,-1 1,0-1,0 0,-1-1,1 1,-1 0,1-1,-1 1,0-1,0 0,-1 0,1 0,-1 0,0 0,0 0,0 0,-1 0,1 0,-1-1,0 1,-1 2,0 1,1 0,-1 0,0 0,0-1,0 1,0 0,0 0,-1 1,1-1,0 0,0 0,-1 0,1 1,0-1,-1 1,1-1,-1 1,1 0,-1-1,1 1,0 0,-1 0,1 0,-1 0,1 0,-1 0,1 1,-1-1,1 0,-1 1,1-1,0 1,-1-1,1 1,0 0,0 0,-1 0,1-1,0 1,0 0,0 0,0 1,0-1,0 0,0 0,0 0,1 1,-1-1,0 0,1 1,-1-1,0 2,-2 2,0 1,1 0,0 0,-1 0,2 0,-1 1,1-1,0 0,0 1,1-1,0 0,0 1,0-1,1 1,0 2,0-6,0 0,-1 0,1 0,0 0,1-1,-1 1,0 0,1-1,-1 1,1-1,0 1,0-1,0 0,0 0,0 0,1 0,-1 0,1 0,-1-1,1 1,-1-1,1 0,0 1,0-1,0-1,0 1,-1 0,1-1,0 1,0-1,0 0,0 0,3 0,0-2,1 0,-1 0,0 0,1-1,-1 0,-1 0,1 0,0-1,-1 0,0 0,0 0,0-1,0 1,-1-1,1 0,-1-1,-1 1,1-1,-1 0,0 0,0 0,0 0,-1 0,0 0,-1-1,1 1,-1-1,0 0,-1 1,0-1,0 0,0 1,-1-1,0 1,0-1,0 1,-1-1,0 1,0 0,-1-1,0 1,-3-4,0 3,0 0,-1 0,0 1,0-1,-1 2,1-1,-1 1,-1 0,1 1,-1 0,1 0,-1 1,0 0,-1 0,1 1,0 1,-1-1,-2 1,6 0,0 1,0-1,0 1,0 0,0 1,0-1,0 1,0 1,1-1,-1 1,0 0,1 0,-1 0,1 1,0 0,0 0,0 0,0 1,0-1,1 1,0 0,0 1,0-1,0 1,0 0,1 0,0 0,0 0,-1 3,3-3,1-1,-1 1,1 0,-1 0,1-1,1 1,-1 0,1 0,0-1,0 1,0 0,0-1,1 1,0-1,0 0,0 1,1-1,-1 0,1 0,0-1,0 1,0-1,1 1,-1-1,1 0,0 0,0 0,0-1,0 1,0-1,0 0,1 0,-1-1,1 1,-1-1,2 0,34 12</inkml:trace>
  <inkml:trace contextRef="#ctx0" brushRef="#br0" timeOffset="41213.058">7634 7955,'-4'-2,"0"0,-1 0,1 0,-1 1,0-1,1 1,-1 0,0 1,0-1,0 1,1 0,-1 0,0 0,0 1,0-1,0 1,1 1,-1-1,1 0,-1 1,1 0,-1 0,1 1,0-1,0 1,0 0,0 0,0 0,1 0,-3 4,2 0,1 0,-1 1,1-1,1 1,-1 0,1 0,1 0,0 0,0 0,0 0,1 0,0 0,1 0,0 0,0 0,0 0,2 3,50 130,-44-121,0-1,1 0,1-1,0 0,2-1,0 0,0-1,13 10,-14-19,1-1,-1 0,2-1,-1 0,1-1,-1-1,1 0,0 0,0-2,0 0,0 0,1-1,6-2,-18 2,178-7,-90 0</inkml:trace>
  <inkml:trace contextRef="#ctx0" brushRef="#br0" timeOffset="41659.958">9559 8201,'-6'-2,"-1"1,0 0,0 0,0 0,0 1,0 0,0 0,0 1,0-1,0 2,0-1,0 1,1 0,-1 1,0-1,1 1,0 0,0 1,0 0,0 0,1 0,-1 0,1 1,0 0,0 0,1 1,-1-1,1 1,1 0,-1 0,1 0,0 1,0-1,1 1,-1 0,3-4,0-1,0 0,0 0,0 1,0-1,1 0,-1 0,1 1,-1-1,1 0,0 0,0 0,0 0,0 0,0 0,0 0,1 0,-1 0,1-1,-1 1,1 0,0-1,-1 1,1-1,0 0,0 0,0 0,0 0,0 0,0 0,2 1,72 6,-68-8,0-1,-1 1,1-2,0 1,-1-1,1 0,-1-1,0 1,1-2,-1 1,-1-1,1 0,0 0,-1-1,0 1,0-2,-1 1,1-1,-1 1,0-1,-1-1,1 1,-1-1,0 0,-1 0,0 0,0 0,0 0,0-4,-3 10,0 0,1 0,-1 0,0-1,0 1,0 0,1 0,-1 0,0-1,-1 1,1 0,0 0,0 0,0-1,-1 1,1 0,-1 0,1 0,-1 0,1 0,-1 0,0 0,1 0,-1 0,0 0,0 0,0 0,0 0,0 1,0-1,0 0,0 1,0-1,0 0,0 1,0 0,0-1,0 1,-1 0,1-1,0 1,0 0,0 0,-1 0,1 0,0 0,0 0,0 0,-1 1,1-1,0 3,0 0,0-1,0 1,1 0,-1 0,1 0,-1 0,1 0,0 0,1 0,-1 0,0-1,1 1,-1 0,1 0,0 0,0 0,0-1,1 1,-1-1,1 1,-1-1,1 1,0-1,0 0,0 0,0 1,0-2,0 1,0 0,1 0,0 0,13 9,0 0,1-1,0-1,0 0,1-2,0 0,1 0,0-2,0 0,8 0,62 13</inkml:trace>
  <inkml:trace contextRef="#ctx0" brushRef="#br0" timeOffset="42724.626">11267 8187,'26'-18,"0"-2,-1 0,-1-2,-1 0,0-2,-2 0,-1-2,-2 0,0-1,-1 0,-2-2,9-24,-21 47,0 0,-1-1,0 1,0-1,-1 1,1-1,-1 0,-1 0,1 0,-1 0,-1 0,1 1,-1-1,0 0,-1 0,0 1,0-1,0 1,-1-1,1 1,-2 0,1 0,-1 0,0 1,0-1,0 1,-1 0,0 0,0 0,0 1,0 0,-7-4,7 6,0 0,0 0,-1 1,1 0,0 0,-1 0,1 1,-1-1,1 1,-1 1,1-1,-1 1,1 0,-1 0,1 0,0 1,-1 0,1 0,0 0,0 1,1 0,-1 0,0 0,1 0,0 1,0-1,-3 4,-1 2,-1 1,2 0,-1 0,1 0,1 1,0 0,1 0,0 1,0-1,1 1,-2 11,3-3,1 0,1 0,1 0,1-1,0 1,2 0,0 0,1-1,1 0,1 0,1 0,0 0,1-1,1-1,1 1,1-1,0-1,1 0,0-1,2 0,0-1,0 0,1-1,1-1,0-1,1 0,0-1,0 0,1-2,1 0,-1-1,1-1,0 0,12 0,-26-4,1-1,0 0,0-1,-1 1,1-1,0 0,0-1,0 1,0-1,-1 0,1-1,0 1,-1-1,1 0,-1-1,0 1,0-1,0 0,0 0,0-1,0 1,-1-1,0 0,0 0,0-1,0 1,-1-1,0 0,1 0,0-4,7-14,-1-1,-1 0,-1 0,-1-1,-1 0,1-20,-20 91,12-42,0 1,0 0,1 0,-1 0,1-1,1 1,-1 0,1 0,-1 0,1-1,1 1,-1 0,1-1,-1 1,1-1,1 0,-1 0,0 0,1 0,0 0,0 0,0 0,1-1,-1 0,1 0,0 0,0 0,0 0,0-1,1 1,3 1,-1 0,1-1,-1 0,1 0,0-1,0 0,1 0,-1-1,0 0,0-1,1 1,-1-2,0 1,1-1,-1 0,0-1,0 0,0 0,0-1,0 0,-1 0,1-1,-1 0,0 0,0-1,0 0,-1 0,0-1,0 1,0-1,0-1,-1 1,0-1,-1 0,1 0,-1 0,2-7,3-68,-8 81,-1 1,0 0,0-1,1 1,-1 0,0 0,0-1,0 1,0 0,0-1,1 1,-1 0,0-1,0 1,0-1,0 1,0 0,0-1,0 1,0 0,0-1,0 1,0 0,-1-1,1 1,0 0,0-1,0 1,0 0,0-1,-1 1,1 0,0-1,0 1,0 0,-1 0,1-1,0 1,-1 0,1 0,0 0,0-1,-1 1,1 0,0 0,-1 0,1 0,0 0,-1 0,1 0,-1 0,1 0,0 0,-1 0,1 0,0 0,-1 0,1 0,0 0,-1 0,1 0,0 0,-1 0,1 0,0 1,-1-1,1 0,0 0,-13 24,11-18,1-1,-1 1,1 0,0-1,0 1,0 0,1 0,0 0,0 0,1-1,0 1,0 0,0 0,1-1,-1 1,1-1,1 1,-1-1,1 0,0 0,0 0,0 0,1 0,0-1,-1 1,2-1,-1 0,0-1,1 1,0-1,1 1,6 2,-1-1,1-1,0 0,0-1,1 0,-1 0,1-2,-1 1,1-2,0 0,-1 0,1-1,0-1,-1 0,0 0,1-2,-1 1,0-1,0-1,-1 0,0-1,0 0,0-1,0 0,-1-1,-1 0,9-8,-14 10,1 0,-1-1,0 1,-1-1,1 0,-1 0,-1 0,1 0,-1-1,0 1,-1-1,0 1,0-1,-1 1,0-1,0 0,-1 1,0-5,1 12,0-1,0 0,0 0,1 0,-1 1,0-1,0 0,-1 0,1 0,0 1,0-1,0 0,-1 0,1 0,0 1,0-1,-1 0,1 1,-1-1,1 0,-1 1,1-1,-1 0,1 1,-1-1,0 1,1-1,-1 1,0-1,1 1,-1 0,0-1,0 1,1 0,-1-1,0 1,0 0,0 0,1 0,-1 0,0 0,0 0,0 0,1 0,-1 0,0 0,0 0,0 1,1-1,-1 0,0 0,0 1,1-1,-1 1,0-1,1 1,-1-1,0 1,1-1,-4 9,1 0,0 1,1-1,0 0,1 1,0-1,0 1,1-1,0 1,1-1,0 1,1 3,-2-9,1 0,0 1,0-1,1 0,0 0,-1 0,1 0,0 0,1 0,-1-1,1 1,0-1,-1 0,1 1,1-1,-1-1,0 1,1 0,0-1,-1 0,1 0,0 0,0 0,0 0,0-1,1 0,-1 0,0 0,1 0,-1-1,1 0,25 2</inkml:trace>
  <inkml:trace contextRef="#ctx0" brushRef="#br0" timeOffset="42990.68">12482 7763,'21'15,"30"8,6 1</inkml:trace>
  <inkml:trace contextRef="#ctx0" brushRef="#br0" timeOffset="43248.015">14216 7695,'5'23,"3"22,4 17,1 12,1 5,0-1,1-8,-3-11,-1-10,0-14,3-18,-1-11</inkml:trace>
  <inkml:trace contextRef="#ctx0" brushRef="#br0" timeOffset="43527.341">14654 7763,'-81'41,"1"4,-35 28,103-65,-123 89,134-96,-1 0,0 0,1 0,-1 0,1 0,-1 0,1 1,0-1,-1 0,1 1,0-1,0 1,0 0,0-1,0 1,1 0,-1-1,0 1,1 0,-1 0,1 0,0 0,-1 0,1-1,0 1,0 0,1 0,-1 0,0 0,0 0,1 0,-1-1,1 1,0 0,-1 0,1-1,0 1,0 0,1 0,6 4,1 0,0 0,0 0,0-1,1-1,0 1,0-2,0 1,0-1,12 4,373 139,-367-135,2-2,-1-2,1 0,0-2,0-1,0-2,1 0,-1-3,1 0,-1-2,3-2,14-7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5.8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141 5,'-121'335,"102"-284,39-86,0-5,-2-1,-2 0,-2-1,-1-1,-2 0,-3-1,1-17,-8 93,2-1,0 1,2-1,1 0,2 0,1-1,1 0,2 0,1-1,9 13,66 92,-75-121</inkml:trace>
  <inkml:trace contextRef="#ctx0" brushRef="#br0" timeOffset="252.326">33 211,'-10'-2,"0"-1,11 0,14-2,14 0,14-1,6-1,0 3,-9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4.6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145 132,'-7'15,"1"0,1 0,0 0,2 1,-1 0,2-1,0 1,1 0,0 0,2 0,0 0,1 6,-1-16,1 0,0 0,0 1,1-1,0-1,0 1,0 0,1-1,-1 1,1-1,1 0,-1 0,1-1,0 1,0-1,0 0,0-1,1 1,-1-1,1 0,0 0,0-1,0 0,1 0,-1 0,0-1,1 0,-1 0,1 0,-1-1,1 0,2-1,4 1,1 0,-1-2,0 0,1 0,-1-1,0-1,0 0,-1-1,1 0,-1-1,0 0,0-1,-1 0,1-2,-6 4,0 1,0-1,-1 0,1-1,-1 1,-1-1,1 0,-1 0,0-1,0 1,-1-1,0 0,0 0,-1 0,0 0,0 0,0-1,-1 1,0 0,-1-1,0 1,0-1,0 1,-1-1,0 1,-1-1,0-2,-1 0,-1 0,0 1,0 0,-1 0,0 0,-1 0,1 1,-2 0,1 0,-1 0,0 1,-1 0,0 1,0-1,0 2,-1-1,0 1,0 0,0 1,-1 0,-2 0,-1-1,0 1,0 1,0 0,-1 1,0 0,1 1,-1 1,0 0,1 1,-1 0,0 1,1 1,-1 0,1 1,0 0,-4 3,6-2,0 1,1 1,-1 0,2 0,-1 1,1 0,0 0,1 1,0 0,0 1,1 0,-5 9,8-14,1 0,1 1,-1-1,1 1,0-1,0 1,1 0,0-1,0 1,0 0,0 0,1 0,0 0,0 0,1 0,0-1,0 1,0 0,1 0,0-1,0 1,0-1,1 1,-1-1,1 0,0 0,2 1,35 32,6-8</inkml:trace>
  <inkml:trace contextRef="#ctx0" brushRef="#br0" timeOffset="381.534">868 79,'-8'9,"1"1,0 0,0 0,1 1,1 0,0 0,0 1,1-1,0 1,1 0,0 2,2-9,1 0,-1 1,1-1,0 0,0 1,1-1,0 0,-1 0,2 1,-1-1,1 0,0 0,0 0,0 0,0-1,1 1,0-1,0 1,0-1,1 0,-1 0,1 0,0-1,0 1,0-1,3 1,5 3,1-1,-1 0,1-2,0 1,1-1,-1-1,1-1,0 0,-1 0,1-1,0-1,0-1,0 0,0 0,-1-2,1 1,-1-2,1 0,-1 0,0-1,-1-1,9-5,-15 8,1-1,-1-1,0 1,-1-1,1 0,-1 0,0 0,0-1,0 0,-1 0,0 0,0 0,0-1,-1 1,0-1,-1 0,1 0,-1 0,-1-1,1 1,-1 0,0-1,-1 1,0 0,0-1,-1 1,1-1,-2 1,1 0,-1 0,0-1,-1 1,1 0,-1 1,-4-7,1 5,0 0,-1 0,1 1,-2 0,1 0,-1 1,0-1,0 2,0-1,-1 2,0-1,0 1,0 0,-1 1,1 0,-1 0,0 1,0 0,1 1,-8 0,1 0,0 1,0 1,0 0,0 1,0 0,0 2,1 0,0 1,-1 0,2 1,-1 1,-7 4,8-2,0 0,1 1,1 1,0 0,0 0,1 1,0 1,-20 29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3.9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41 454,'-14'-376,"12"356,-6 36,-1 54,4 0,2 1,4 6,-1-41,1 0,2 0,1 0,2 0,8 26,-1-24</inkml:trace>
  <inkml:trace contextRef="#ctx0" brushRef="#br0" timeOffset="262.012">341 290,'0'-290,"-1"374,-1-35,1 0,3 0,2-1,2 1,2-1,7 18,33 31,-22-65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2.8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1,'-2'21,"-4"18,-2 13,-3 5,-1 2,-2-2,3-2,2-7,3-3,3-9,1-7,2-8</inkml:trace>
  <inkml:trace contextRef="#ctx0" brushRef="#br0" timeOffset="364.02">372 42,'-16'5,"0"1,1 1,0 1,0 0,1 0,0 2,0 0,1 0,1 1,0 1,-9 10,4-6,0 0,2 2,0 0,0 1,2 0,0 1,-1 6,13-25,0 1,0-1,0 1,1-1,-1 1,1 0,-1-1,1 1,-1 0,1-1,0 1,0 0,0 0,0-1,0 1,0 0,0 0,1-1,-1 1,1 0,-1-1,1 1,0 0,0-1,-1 1,1-1,0 1,0-1,0 0,1 1,-1-1,0 0,0 0,2 1,127 84,-127-84,11 10,0 0,1-1,0-1,0 0,1-1,1-1,0 0,0-2,0 0,0 0,1-2,0 0,0-1,0-1,1 0,-1-2,9 0,16-12,-5-2</inkml:trace>
  <inkml:trace contextRef="#ctx0" brushRef="#br0" timeOffset="616.35">878 206,'6'0,"11"0,10 0,10 0,9 0,3 0,0 0,-8 0</inkml:trace>
  <inkml:trace contextRef="#ctx0" brushRef="#br0" timeOffset="807.587">891 384,'16'0,"20"0,17 0,18-3,16-2,12-4,-12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6.9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1493 113,'-27'277,"29"-399,-2 118,0-18,2 0,0 0,1 0,1 0,1 1,0-1,2 1,1 1,7-15,-12 32,-1 0,0 1,1-1,-1 1,1-1,-1 1,1 0,0 0,0 0,0 0,1 1,-1-1,0 1,0 0,1 0,-1 0,1 1,-1-1,1 1,-1-1,1 1,-1 0,1 1,-1-1,1 1,-1-1,1 1,-1 0,0 0,1 0,-1 1,0-1,0 1,0 0,0 0,0 0,0 0,-1 1,1-1,-1 1,1-1,-1 1,0 0,0 0,0 0,1 2,0 3,1-1,-1 1,-1-1,1 1,-1 0,-1 0,0 0,0 0,0 0,-1 0,0 0,0 0,-1 0,0 0,-1 0,0 0,0 0,-1-1,1 1,-2-1,1 1,-1-1,0 0,-1-1,1 1,-1-1,-1 0,1 0,-1 0,0-1,0 0,-1 0,0 0,-6 2,13-7,0 0,0-1,0 1,0-1,0 1,0-1,0 1,0-1,0 1,0-1,0 1,-1-1,1 1,0 0,0-1,0 1,-1-1,1 1,0 0,-1-1,1 1,0 0,-1-1,1 1,0 0,-1-1,1 1,-1 0,1 0,13-5,0 1,1 1,0 0,-1 1,1 0,0 1,0 1,0 0,0 1,0 1,-1 0,5 1,-9 0,0 0,-1 0,1 0,-1 1,0 1,0-1,-1 1,1 0,-1 1,1 1,-6-6,0 1,0 0,0 0,0 0,0 0,0 1,-1-1,1 0,-1 1,0-1,1 1,-1 0,0-1,0 1,-1 0,1-1,-1 1,1 0,-1 0,0 0,0 0,0-1,0 1,-1 0,1 0,-1 0,0-1,1 1,-1 0,0-1,-1 1,1-1,-1 3,-7 3,1 0,-1 0,-1-1,1 0,-1 0,-1-1,1-1,-1 1,0-2,0 0,0 0,0-1,-1 0,-10 1,1 0,0 0,-1-1,0-1,0-1,1-2,-7 0,-10-4</inkml:trace>
  <inkml:trace contextRef="#ctx0" brushRef="#br0" timeOffset="613.901">1015 100,'-5'-5,"0"0,-1 0,1 0,-1 0,0 1,0 0,0 1,-1-1,1 1,-1 0,0 1,0 0,0 0,0 0,0 1,0 0,-1 0,1 1,0 0,0 0,-1 1,1 0,0 0,0 1,0 0,0 0,0 0,0 1,1 0,-1 0,1 1,0 0,0 0,0 0,1 1,-1 0,1 0,0 0,0 1,0 1,0-1,0 0,1 1,-1-1,1 1,0 0,1 0,0 1,0-1,1 1,0-1,0 1,0 0,1 0,0 0,1 0,0 0,0 0,1 0,0 0,0-1,1 1,0 0,0 0,1-1,0 1,0-1,1 0,0 0,0 0,2 1,2 0,0-1,1 0,-1 0,2 0,-1-1,1-1,0 0,0 0,0-1,1 0,-1-1,1 0,0 0,10 0,8 0,-1-1,0-1,1-1,-1-2,8-2,36-6</inkml:trace>
  <inkml:trace contextRef="#ctx0" brushRef="#br0" timeOffset="1324.312">236 45,'-7'19,"-2"15,0 11,2 7,2 2,2-1,1-8,1-6,4-11,0-9</inkml:trace>
  <inkml:trace contextRef="#ctx0" brushRef="#br0" timeOffset="1602.569">182 17,'-1'4,"1"0,0 0,1 0,-1 0,1 0,-1 0,1 0,0 0,1 0,-1-1,1 1,-1 0,1-1,0 1,0-1,1 0,-1 0,2 1,-2-1,18 23,1-1,1-1,1-1,2-1,19 14,53 48,-94-82,-1 0,1 0,-1 0,1 0,-1 0,0 1,0-1,0 1,0-1,0 1,0 0,-1-1,1 1,-1 0,0 0,0 0,0 0,0 1,-1-1,1 0,-1 0,0 0,0 1,0-1,0 0,0 0,-1 0,1 1,-1-1,-1 2,-2 0,-1-1,0 0,0 0,0 0,-1 0,1-1,-1 0,0 0,0 0,0-1,0 0,0 0,-2 0,-47 12,-1-2,0-3,-1-2,0-3,-22-2,26-1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39.4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0 192,'17'7,"16"2,15 0,12-2,6-2,-1-2,-8-1,-12-2</inkml:trace>
  <inkml:trace contextRef="#ctx0" brushRef="#br0" timeOffset="250.378">0 425,'17'0,"16"0,17 0,16-3,11-2,6-6,1-3,-15 1</inkml:trace>
  <inkml:trace contextRef="#ctx0" brushRef="#br0" timeOffset="418.694">505 0,'0'5,"12"6,20 3,20 5,19 5,10 6,1 5,-6 5,-17 6,-22 4,-28 3,-28 1,-28 2,-19-3,-13-2,-5-7,4-7,14-10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23.9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19 412,'-5'-14,"1"0,1 0,1-1,0 1,0 0,2-1,0 0,0 1,2-1,-1 1,2 0,0-1,1 1,3-8,-5 13,0-1,0 1,1 0,0 0,1 0,0 0,1 1,0-1,0 1,0 0,1 1,0-1,1 1,0 0,0 1,0 0,1 0,0 0,3-1,-4 7,0 0,-1 1,1-1,-1 2,1-1,-1 0,1 1,-1 0,0 1,0-1,0 1,0 1,0-1,-1 1,0 0,1 0,-1 0,-1 1,1 0,-1 0,0 0,0 0,2 3,0-1,0-1,-1 1,1 0,-1 1,0-1,-1 1,0 0,0 0,-1 0,0 0,-1 1,1 0,-2-1,1 1,-1 0,0 0,-1 1,-1-7,0 0,0-1,0 1,-1 0,1 0,-1-1,0 1,1-1,-1 0,0 1,0-1,-1 0,1 0,0 0,-1 0,1-1,-1 1,0-1,1 1,-1-1,0 0,0 0,0 0,0-1,0 1,0-1,0 1,0-1,0 0,0 0,0-1,0 1,0 0,0-1,-2 0,4 0,1 1,-1 0,0 0,1 0,-1-1,1 1,-1 0,1 0,-1-1,1 1,-1-1,1 1,-1 0,1-1,-1 1,1-1,0 1,-1-1,1 1,0-1,-1 1,1-1,0 0,0 1,-1-1,1 1,0-1,0 0,0 1,0-1,0 1,0-1,0 0,0 1,0-1,0 1,0-1,1 0,-1 1,0-1,0 1,0-1,1 0,-1 1,0-1,1 1,-1-1,1 1,-1 0,0-1,1 1,-1-1,1 1,-1 0,1-1,-1 1,1 0,0-1,-1 1,37-15,77-5,-89 18,1-2,0 0,-1-2,0-1,-1-1,1-1,-1-1,4-3,-25 11,1 1,-1-1,0 1,1-1,-1 0,0-1,0 1,0-1,0 1,0-1,-1 0,1 0,-1 0,0 0,0 0,0 0,0-1,-1 1,1-1,-1 0,0 1,0-1,0 0,0 1,-1-1,0 0,0 0,0 0,0 1,0-1,-1 0,1 0,-1 0,0 1,0-1,-1 0,1 1,-1 0,0-1,0 1,0 0,0 0,0-1,-1 2,0-2,-3 0,-1 1,1-1,-1 2,1-1,-1 1,0-1,0 2,0-1,0 1,0 0,0 1,0 0,0 0,-1 0,4 0,1 0,-1 0,0 1,1-1,-1 1,1 0,-1 0,1 0,0 0,-1 1,1-1,0 1,0 0,0 0,0 0,0 0,1 1,-1-1,1 1,-1-1,1 1,0 0,0 0,0 0,0 0,1 1,-1-1,0 2,2-2,-1 0,1 0,0 1,0-1,0 0,0 0,1 0,-1 0,1 0,0 0,0 0,0 0,0 0,0 0,1-1,-1 1,1 0,0-1,0 1,0-1,0 0,0 1,0-1,1 0,1 1,74 40,97 2,-80-29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24.5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103 727,'28'-30,"-2"0,-1-2,-1-1,-2 0,-1-2,-2-1,-1 0,-2-1,-2-1,10-37,-19 54,0 0,-1 0,-1-1,-1 0,-1 1,-1-1,-1 0,-1 1,-2-10,3 27,1 0,-1 0,0 0,0 0,0 0,-1 0,1 0,-1 1,0-1,0 1,0-1,0 1,-1 0,1-1,-1 1,0 1,0-1,0 0,0 1,-1-1,1 1,-1 0,1 0,-1 1,0-1,0 1,0 0,0-1,1 2,-1-1,-1 0,1 1,-3 0,-6 3,1 1,0 0,0 1,0 1,0 0,1 0,0 1,0 1,1 0,0 0,0 1,1 0,0 0,0 1,2 1,-1-1,1 1,0 1,-3 8,1-4,1 1,1 0,0 1,1-1,1 1,1 0,1 0,0 1,1-1,1 1,1-1,0 1,2-1,0 1,1-1,0 0,2 0,0 0,1-1,1 1,1-1,0-1,1 0,6 7,-1-2,1-2,1 0,0 0,2-2,0 0,1-1,0-1,1-1,1 0,0-2,5 1,-12-6,0 0,1-1,0-1,0-1,0 0,0-1,1 0,-1-1,1-1,0 0,0-2,-1 1,1-2,0 0,-1-1,0-1,15-5,-21 6,-1-2,1 1,-1-1,0 0,0-1,-1 0,1 0,-1 0,-1-1,1 0,-1-1,0 1,-1-1,0 0,0-1,-1 1,0-1,0 0,-1 0,0 0,-1 0,0 0,0-1,-1 1,0-8,0 15,-1 0,0 0,1 1,-1-1,0 0,0 0,0 0,0 0,0 0,-1 0,1 0,-1 0,1 0,-1 0,0 1,1-1,-1 0,0 0,0 1,0-1,0 1,-1-1,1 1,0-1,-1 1,1 0,-1-1,1 1,-1 0,0 0,1 0,-1 0,0 1,0-1,0 0,0 1,1-1,-1 1,0 0,0 0,0-1,0 1,-2 1,0 0,-1 0,0 1,1 0,-1 0,1 1,0-1,0 1,0 0,0 0,0 0,1 0,-1 1,1 0,0-1,0 1,0 0,1 1,-1-1,1 0,0 1,0-1,1 1,-1 0,1-1,0 1,0 0,1 0,-1 0,1 0,0 0,0 0,1 0,0-1,0 1,0 0,0 0,2 4,6 0,0 0,1 0,0-1,1 0,-1-1,1 0,1 0,-1-2,1 1,0-1,1-1,-1 0,1-1,-1-1,1 1,0-2,1 0,81 12,1-4,88-4,-101-5</inkml:trace>
  <inkml:trace contextRef="#ctx0" brushRef="#br0" timeOffset="1089.553">1495 808,'-13'-13,"0"1,-2 1,1 0,-1 1,-1 0,0 1,0 1,-1 0,0 2,0 0,-1 0,0 2,1 0,-2 1,1 1,0 1,0 0,-1 2,-4 0,-44 11,65-11,0-1,-1 1,1 0,0 0,0 0,0 0,0 0,0 0,0 0,0 1,1-1,-1 1,0-1,1 1,-1 0,1 0,-1 0,1 0,0 0,0 0,0 0,0 0,0 0,1 0,-1 0,1 1,-1-1,2 1,0 1,1 0,-1-1,1 0,0 1,0-1,0 0,0 0,0 0,1 0,-1-1,1 1,0-1,0 1,0-1,0 0,0 0,0 0,0 0,1-1,-1 0,1 1,-1-1,3 0,15 7,1-2,0 0,1-1,-1-1,1-1,0-1,0-1,0-1,0-1,0-1,0-2,-1 0,6-2,-21 4,-1 0,1 0,-1 0,0-1,1 0,-1-1,-1 1,1-1,0 0,-1 0,0-1,0 0,0 0,-1 0,1 0,-1-1,0 0,-1 1,2-4,17 68,-11-50,0 0,1-1,1-1,-1 1,1-2,0 0,1 0,0-1,-1-1,1-1,1 0,-1 0,0-1,1-1,-1-1,15-1,5 4,-1-3,1 0,0-3,0 0,-1-2,0-2,0-1,0-1,20-10,15-22,-66 40,0-1,0 0,0 0,0 1,0-1,0 0,-1-1,1 1,-1 0,1 0,-1-1,0 1,0-1,0 1,0-1,0 1,-1-1,1 1,-1-1,1 0,-1 1,0-1,0 0,-1 0,1 1,-1-3,-3 0,0 0,-1 0,0 0,1 1,-2 0,1 0,0 0,-1 1,0-1,0 1,0 1,0-1,0 1,-1 0,1 1,-1-1,1 1,-1 1,1-1,-1 1,1 0,-3 1,-3-3,-1 1,0 1,1 1,-1-1,0 2,1 0,-1 0,1 1,0 1,0 0,0 0,1 2,-8 3,17-8,0 0,0 1,0-1,0 1,1-1,-1 1,0 0,1 0,-1-1,1 1,0 0,0 0,-1 0,1 1,0-1,1 0,-1 0,0 1,1-1,-1 0,1 1,0-1,0 0,0 1,0-1,0 0,0 1,1-1,-1 0,1 1,-1-1,1 0,0 0,0 0,0 1,0-1,1 0,-1 0,0-1,1 1,0 0,-1 0,1-1,0 1,0-1,1 2,12 7,1 0,1 0,-1-2,2 0,-1-1,1-1,0 0,0-1,3-1,-8 0,37 8,109 39,-151-47,1 1,-1 0,1 0,-1 1,-1 0,1 0,-1 0,0 1,-1 0,0 1,0 0,0 0,-1 0,0 0,3 9,-1 6,-1 1,0 0,-2 0,-1 0,-1 0,-1 1,-1-1,-2 14,2-15,-1 0,0 0,-2-1,0 1,-2 0,-1-1,0 0,-2-1,0 1,-1-1,-7 9,15-28,0 1,-1-1,0 1,0-1,1 0,-1 0,-1 1,1-1,0-1,0 1,-1 0,1-1,-1 1,1-1,-1 1,0-1,0 0,0 0,1-1,-1 1,0-1,0 1,0-1,0 0,0 0,0 0,0 0,0-1,0 1,0-1,1 1,-1-1,0 0,0-1,1 1,-1 0,0-1,1 1,-1-1,-1-1,-8-10,0-1,2 0,-1-1,2 0,0 0,0-1,2 0,0 0,1-1,0 0,1-2,-1 0,1 0,0 0,1 0,2-1,0 1,1-1,0 0,2 0,1 1,0-1,1 0,1 1,1 0,1 0,0 0,2 1,0 0,1 0,1 1,10-14,-9 16,0 1,1 0,1 1,0 0,1 1,0 1,1 0,0 0,0 2,1 0,1 1,0 1,0 0,0 1,8-1,-23 6,0 0,0 1,0-1,-1 0,1 1,0 0,0-1,0 1,0 0,0 0,0 0,0 0,0 1,0-1,0 0,0 1,0-1,0 1,0 0,0 0,-1 0,1 0,0 0,-1 0,1 0,-1 0,1 1,-1-1,1 0,-1 1,0 0,0-1,0 1,0 0,0-1,0 1,0 0,0 0,0 2,-20 55,-1 8,22-64,-1 0,1 0,0-1,0 1,0-1,0 1,0-1,1 0,-1 1,0-1,1-1,0 1,0 0,-1-1,1 1,0-1,0 0,0 0,0 0,1 0,-1 0,0-1,0 0,0 1,1-1,-1 0,0-1,3 1,-5 0,19 2,0-1,1-1,-1-1,0 0,1-2,-1 0,0-2,-1 0,1-1,8-4,-24 8,0 1,0-1,-1 0,1 0,-1 0,1 0,-1-1,0 1,1-1,-2 0,1 0,0 0,0 0,-1-1,0 1,0-1,0 1,0-1,0 0,-1 0,1 0,-1 0,0 0,0 0,-1 0,1 0,-1 0,0-1,0 1,-1 0,1 0,-1 0,1 0,-2 0,1 0,0 0,-1 0,0-2,-4-1,0 0,0 1,-1-1,1 1,-1 0,-1 1,1 0,-1 0,0 0,0 1,0 0,-1 1,0 0,1 0,-1 1,0 0,0 0,0 1,0 1,-1-1,1 1,0 1,0 0,0 0,0 1,-4 1,9-2,0 0,0 0,0 0,1 0,-1 1,0 0,1 0,-1 0,1 0,0 0,-1 1,1-1,0 1,1 0,-1 0,0 0,1 0,0 1,-1-1,1 1,1-1,-1 1,0 0,1 0,0 0,0-1,0 1,0 0,1 0,0 0,0 1,0-1,0 0,0 0,1 0,0 0,0 0,0 2,3 2,1-1,-1 1,1-1,0 0,1 0,0 0,0-1,0 0,1 0,0-1,0 1,0-2,1 1,-1-1,1 0,0 0,7 1,21 7</inkml:trace>
  <inkml:trace contextRef="#ctx0" brushRef="#br0" timeOffset="1323.099">2765 207,'-19'-2,"-12"1,-9 9,1 8,6 10,10 7,13 7,14 6,8-4</inkml:trace>
  <inkml:trace contextRef="#ctx0" brushRef="#br0" timeOffset="1487.687">2901 904,'21'12,"21"3,22 0,23-6,18-10,-9-6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31.0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186 178,'-2'26,"-3"19,-1 14,1 7,1 3,-1-3,-3-8,-1-9,-4-14,-2-11,1-11</inkml:trace>
  <inkml:trace contextRef="#ctx0" brushRef="#br0" timeOffset="396.268">37 55,'13'-7,"1"0,-1 1,1 1,1 0,-1 1,1 1,0 0,0 1,0 0,0 1,0 1,0 0,0 1,0 1,0 0,-1 1,1 1,-1 0,1 1,-1 1,-1 0,1 1,-1 0,7 6,-16-12,0 1,0 1,0-1,-1 1,1-1,-1 1,1 0,-1 0,0 0,0 1,0-1,-1 1,1 0,-1 0,0 0,0 0,-1 0,1 0,-1 0,1 0,-1 1,-1-1,1 1,-1-1,1 0,-1 1,-1-1,1 1,-1-1,1 1,-1-1,0 0,-1 1,1-1,-1 1,-8 6,-1-1,1-1,-1 0,-1 0,0-1,0-1,0 0,-1 0,0-1,0-1,-1 0,0-1,1-1,-1 0,-6 0,-194 30,210-32,3-2,0 1,0 0,0-1,0 1,0 0,0 0,0 0,0 0,0 0,0 0,0 0,0 0,0 0,0 0,0 0,0 1,0-1,0 0,0 1,1-1,-1 1,0-1,0 1,0-1,0 1,1 0,-1-1,0 1,0 0,1 0,-1 0,1-1,-1 1,1 0,-1 0,1 0,-1 0,1 0,0 0,0 0,-1 0,1 0,0 0,0 0,0 0,0 0,0 0,0 0,0 0,1 0,-1 0,64 77,-50-64,16 17,2-2,1-1,2-1,0-2,2-2,0-1,2-2,0-1,1-3,4 1,-37-15,0 1,0-1,0 0,1-1,-1 0,0 0,1 0,-1-1,0 0,1-1,-1 1,0-1,0-1,1 1,-1-1,0-1,0 1,-1-1,1-1,0 1,-1-1,0 0,0 0,0-1,1-1,11-16</inkml:trace>
  <inkml:trace contextRef="#ctx0" brushRef="#br0" timeOffset="701.56">747 560,'2'8,"1"0,0 0,1-1,0 1,0-1,0 0,1 0,0-1,1 1,-1-1,1 0,0-1,0 1,1-1,0 0,0-1,0 0,0 0,1 0,0-1,0 0,-1-1,2 1,-1-2,0 1,0-1,0 0,1-1,-1 0,0 0,1-1,-1 0,0 0,0-1,0 0,0-1,2 0,-5 1,0-1,0 1,0-1,0 0,-1 0,1-1,-1 0,0 1,0-1,0 0,-1-1,1 1,-1-1,0 0,0 1,-1-1,1-1,-1 1,0 0,-1 0,1-1,-1 1,0-1,0 1,-1-1,0 0,0 1,0-1,-1 1,1-1,-1 1,-1-1,1 1,-1-1,0 1,0 0,0 0,-1 0,0 0,0 0,0 1,0-1,-1 1,0 0,0 0,0 0,0 1,-2-2,-2 1,-1 0,1 0,-1 1,1 0,-1 0,0 1,0 0,0 1,0 0,0 0,0 1,0 0,-1 1,1 0,-7 1,10-1,1 0,0 1,-1-1,1 1,0 0,0 1,0-1,0 1,0 0,1 0,-1 0,1 1,0-1,0 1,0 0,1 0,-1 1,1-1,0 1,0 0,1 0,-1 0,1 0,0 0,0 0,0 4,1-2,1-1,-1 1,1-1,1 1,-1-1,1 1,0-1,1 1,0-1,0 0,0 0,0 0,2 1,17 35</inkml:trace>
  <inkml:trace contextRef="#ctx0" brushRef="#br0" timeOffset="2829.056">1497 464,'0'-52,"2"0,2 0,3 0,5-14,-10 100,-12 70,-2 143,15-216</inkml:trace>
  <inkml:trace contextRef="#ctx0" brushRef="#br0" timeOffset="3104.334">1826 1,'18'16,"12"14,6 13,3 11,-4 10,-7 4,-9 1,-12-1,-16-1,-21-4,-21-6,-24-7,-17-10,8-12</inkml:trace>
  <inkml:trace contextRef="#ctx0" brushRef="#br0" timeOffset="3444.03">1280 27,'-17'12,"-9"13,-6 13,1 15,6 13,6 8,14 5,17 4,21 0,16-2,13-4,8-6,7-8,1-13,-13-15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37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1,'14'16,"7"17,2 15,-2 10,-8 8,-15 3,-24 0,-25-1,-24-6,2-15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37.8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 4,'-4'-2,"0"1,3 1,5 3,8 3,4 0,0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38.7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180 198,'-41'165,"-27"79,40-193,27-51,0 0,-1 0,1 0,0 0,0-1,-1 1,1 0,0-1,0 1,-1-1,1 1,0-1,0 0,0 1,0-1,0 0,0 0,0 0,0 0,0 1,0-1,1-1,-1 1,0 0,0 0,1 0,-1 0,1 0,-1-1,1 1,0 0,0 0,-1-1,1 1,0 0,0 0,0-1,0 1,0 0,0-1,1 0,-7-40,2-1,1 0,4-36,0 53,0 0,2 1,0-1,2 1,1 0,1 0,1 1,8-16,-11 29,1 0,0 0,0 1,1 0,1 0,0 1,0 0,0 0,1 1,0 0,1 0,0 1,0 1,1 0,0 0,0 1,0 0,0 1,3-1,-8 3,1-1,-1 1,1 0,0 1,-1-1,1 1,0 1,0-1,0 1,-1 1,1-1,0 1,0 0,-1 0,1 1,0 0,-1 0,0 1,1 0,-1 0,0 0,0 1,-1 0,1 0,-1 0,0 1,0 0,0 0,-1 0,0 0,0 1,0 0,-1-1,1 1,1 6,-4-7,0 1,0-1,0 1,-1-1,1 1,-2-1,1 1,0-1,-1 1,0-1,0 0,-1 1,0-1,0 0,0 0,0 0,-1 0,1 0,-1-1,-1 1,1-1,-1 0,1 0,-1 0,-1 0,1 0,-4 1,-9 7,-1 0,0-2,-1 0,0-1,0-1,-16 4,-138 39,172-51,0 0,0 0,-1 1,1-1,0 0,0 1,0-1,0 0,0 1,0-1,0 1,0 0,0-1,0 1,1 0,-1 0,0-1,0 1,0 0,1 0,-1 0,1 0,-1 0,0 0,1 0,0 0,-1 0,1 0,0 0,-1 0,1 0,0 1,0-1,0 0,0 0,0 0,0 0,0 0,1 0,-1 1,0-1,1 0,-1 0,0 0,1 0,-1 0,1 0,0 0,-1 0,1-1,0 1,0 0,-1 0,1 0,0-1,0 1,0 0,0-1,0 1,0-1,0 1,0-1,0 1,0-1,202 136,-179-120,-6-4,-1 0,2-1,-1-2,1 0,1 0,6 0,-23-8,1-1,-1 0,1 0,-1 0,0 0,1 0,-1-1,1 1,-1-1,0 0,0 0,1 0,-1-1,0 1,0-1,0 0,0 0,-1 0,1 0,0 0,-1 0,0-1,1 1,-1-1,1 0,0 1,-1-1,1 1,0 0,1 0,-1 0,0 0,0 1,1-1,-1 1,1 0,-1 0,1 0,0 0,-1 1,1 0,0-1,-1 1,5 1,9 3,1-2,-1 1,1-2,0-1,0 0,3-1,-15 0,0 0,0 0,0-1,0 1,0-1,-1-1,1 1,-1-1,1 0,-1 0,0-1,0 1,0-1,-1 0,1-1,-1 1,0-1,0 0,2-4,-3 4,1 0,-2 1,1-2,0 1,-1 0,0 0,0-1,-1 1,0-1,1 0,-2 1,1-1,-1 0,0 1,0-1,0 0,-1 0,0 1,0-1,-1 1,1-1,-1 1,0-1,-1 1,1 0,-1 0,0 0,0 0,-1 1,0-1,1 1,-1 0,-1 0,1 0,-1 1,1-1,-1 1,0 0,-3-1,1 1,1 0,-1 0,0 0,-1 1,1 0,0 1,-1 0,1 0,-1 0,1 1,-1 0,1 0,-1 1,1 0,-1 1,1-1,0 1,-1 1,1-1,0 1,1 1,-1-1,0 1,1 0,0 1,0-1,0 1,1 0,0 1,0-1,0 1,0 0,1 0,0 1,0-1,1 1,0 0,0 0,0 0,2 0,1 0,0-1,-1 1,2 0,-1-1,1 1,0 0,1-1,-1 1,1-1,0 0,1 1,14 29</inkml:trace>
  <inkml:trace contextRef="#ctx0" brushRef="#br0" timeOffset="1005.671">1246 347,'65'-16,"-48"14,0 1,0 0,1 1,-1 1,0 0,0 2,0 0,-1 0,1 2,-1 0,1 1,13 7,-28-12,1 1,-1-1,0 1,1 0,-1-1,0 1,0 0,0 0,0 1,0-1,-1 0,1 1,-1-1,1 1,-1-1,0 1,0-1,0 1,0 0,-1 0,1-1,-1 1,0 0,1 0,-1 0,-1 0,1 0,0-1,-1 1,1 0,-1 0,0 0,0-1,0 1,0-1,0 1,-1-1,1 1,-1-1,0 1,-1 0,-9 11,0 0,-1-1,-1-1,0 0,0-1,-1-1,-13 7,-44 33,70-49,0 0,1-1,0 1,-1 0,1 0,-1 0,1 0,0 0,0 0,0 0,-1 0,1 1,0-1,1 0,-1 1,0-1,0 1,0-1,1 1,-1-1,1 1,-1-1,1 1,0 0,0-1,0 1,0 0,0-1,0 1,0-1,0 1,0 0,1-1,-1 1,1-1,-1 1,1-1,0 1,-1-1,1 1,0-1,0 1,0-1,0 0,0 0,1 0,-1 0,1 1,12 5,0-1,0 0,0-1,1-1,0-1,0 0,0 0,0-2,1 0,9 0,-21-1,197-1,-144-5</inkml:trace>
  <inkml:trace contextRef="#ctx0" brushRef="#br0" timeOffset="1264.02">1983 184,'7'12,"9"13,9 13,7 13,5 11,-1 9,-7 6,-8 2,-17 1,-24 0,-26-4,-27-4,-23-9,3-13</inkml:trace>
  <inkml:trace contextRef="#ctx0" brushRef="#br0" timeOffset="1584.16">1218 34,'-21'11,"-18"16,-15 17,-7 20,3 15,7 13,16 9,26 4,27 0,32-2,31-3,25-9,-6-18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47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15,'18'0,"19"0,15 0,14 0,10 0,7-2,2-1,-2 0,-6 0,-11 1,-13 1,-15 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57.9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298 535,'-24'0,"0"1,1 1,-1 1,1 1,-20 6,34-7,1-1,0 2,-1-1,1 1,1 0,-1 1,0 0,1 0,0 1,1-1,-1 2,1-1,0 1,0 0,1 0,0 0,0 2,4-8,-1 1,1 0,0 0,0 0,0 0,0 0,0 0,1 1,-1-1,1 0,-1 0,1 1,0-1,0 0,0 0,0 1,0-1,0 0,1 0,-1 1,1-1,0 0,-1 0,1 0,0 0,0 0,0 0,1 0,-1 0,0 0,1-1,-1 1,1 0,0-1,-1 1,1-1,0 0,0 1,0-1,0 0,0 0,0 0,0-1,0 1,1 0,0-1,10 2,-1 0,1-1,0-1,-1 0,1-1,0 0,0-1,-1 0,1-1,-1-1,0 0,0 0,0-1,-1-1,0 0,0 0,0-1,-1-1,0 0,0 0,-1-1,0 0,0 0,-1-1,-1 0,1-1,4-10,-2-3,-2 0,-1-1,-1 0,-1 0,-1 0,-2-1,0 1,-1-1,-2 0,-1 1,-1-1,0 1,-3 0,0 0,-6-16,9 28,-1 1,0-1,-1 1,0-1,-1 2,0-1,-1 0,0 1,-1 1,0-1,-1 1,-2-2,9 11,1-1,-1 1,0 0,0 0,0-1,0 1,1 0,-2 0,1 1,0-1,0 0,0 1,0-1,0 1,-1 0,1 0,0 0,0 0,0 0,-1 0,1 0,0 1,0-1,0 1,0 0,0-1,0 1,0 0,0 0,0 0,0 1,0-1,0 0,0 1,-42 65,37-46,1 0,1 0,0 1,2 0,0-1,2 1,0 0,1 0,2 0,0 0,1 0,1-1,1 1,1-1,1 0,1-1,1 0,0 0,2 0,0-2,1 1,1-1,2 0,0 0,0 0,2-1,0-1,1-1,0 0,1-1,1-1,0-1,1-1,0-1,1 0,0-2,3 0,-19-6,-1-1,1 1,-1-2,1 1,-1 0,1-1,-1 0,1 0,-1-1,1 0,0 0,-1 0,0 0,1-1,-1 0,0 0,0 0,0-1,0 0,0 0,-1 0,1 0,-1-1,0 0,0 0,0 0,0 0,-1-1,0 1,0-1,2-4,1-7,0 0,-1 0,-1-1,-1 0,0 1,-1-1,-1 0,-1-17,-3 19,-4 31,2 4,1 0,0 1,2-1,0 1,2 0,0-1,1 1,2 9,25 29,-9-43</inkml:trace>
  <inkml:trace contextRef="#ctx0" brushRef="#br0" timeOffset="254.196">653 206,'-14'-2,"-7"1,0 6,4 4,9 6,13 2,6-2</inkml:trace>
  <inkml:trace contextRef="#ctx0" brushRef="#br0" timeOffset="452.089">939 507,'5'19,"1"0,1 0,0 0,2-1,0 0,1 0,0-1,2-1,0 0,1 0,0-1,1-1,1 0,6 4,-19-16,1-1,-1 1,1-1,-1 1,1-1,-1 0,1 0,0 0,0 0,-1 0,1-1,0 1,0-1,0 0,0 0,0 0,0 0,-1 0,1-1,0 0,0 1,0-1,0 0,-1 0,1 0,-1-1,1 1,-1 0,1-1,-1 0,0 0,1 0,-1 0,0 0,0 0,-1 0,1 0,0-1,-1 1,1-1,-1 1,0-1,0 0,5-13,-1 0,-1-1,-1 1,0-1,-1 0,-1 1,0-1,-2 0,0-4,8-97,10 76,-8 32</inkml:trace>
  <inkml:trace contextRef="#ctx0" brushRef="#br0" timeOffset="719.375">1540 630,'2'0,"6"0,4 0,4 0,2 0,2 0,1 0,-4-3,-4-2,-8-3,-6 0,-8-2,-4 2,-1 2</inkml:trace>
  <inkml:trace contextRef="#ctx0" brushRef="#br0" timeOffset="1017.623">1540 630,'7'-19,"2"-3,0 6,-2 11,-4 13,-3 12,-3 10,-2 6,-2 3,0-2,1-4,2-6,4-7,6-7,8-8,0-6</inkml:trace>
  <inkml:trace contextRef="#ctx0" brushRef="#br0" timeOffset="1283.774">1595 234,'-12'-16,"-8"-10,-3-4,0 5,1 5,5 12,5 13,10 16,13 13,15 8,3-3</inkml:trace>
  <inkml:trace contextRef="#ctx0" brushRef="#br0" timeOffset="2003.39">1923 480,'8'-9,"1"0,0 1,1 0,0 0,0 1,0 1,1-1,0 2,0-1,1 2,-1 0,1 0,0 1,0 0,1 1,-7 1,1 0,-1 0,1 1,-1 0,1 0,-1 1,1 0,-1 0,1 0,-1 1,0 0,1 0,-1 1,0-1,-1 1,1 1,0-1,-1 1,0 0,0 0,0 0,0 1,-1 0,0 0,0 0,0 0,0 1,1 4,4 16,-1 1,-1 1,-2-1,0 1,-2 0,-1 0,-2 1,0-1,-2 0,-1 0,-1 0,-2-1,-2 5,3 2,-1 4,1 0,2 0,1 1,3 2,-1-29,1-1,1 1,0-1,1 0,0 0,1 0,0 0,0 0,2-1,-1 1,1-1,0-1,1 1,0-1,6 5,-4-5,1 1,1-1,-1-1,2 0,-1-1,1 0,0-1,0 0,1-1,0 0,0-1,0 0,0-1,0-1,1 0,-1-1,13 0,-23-1,1-1,-1 1,0-1,1 1,-1-1,0 0,1-1,-1 1,0 0,0-1,0 0,0 0,-1 0,1 0,0 0,-1 0,1-1,-1 1,0-1,0 0,0 0,0 0,-1 0,1 0,-1 0,1 0,-1 0,0 0,0-1,-1 1,1-1,0-2,-1-4,1-1,-1 1,-1 0,0-1,-1 1,1 0,-2 0,0 0,0 0,-3-5,-11-15,-1 1,-2 1,-1 1,-1 0,-1 2,-1 0,-1 2,-2 1,0 1,-1 1,-1 1,-19-7,-194-112,215 113,27 24,0 0,0 1,-1-1,1 0,0 0,0 1,0-1,0 0,1 1,-1-1,0 0,0 0,0 1,0-1,1 0,-1 1,0-1,1 1,-1-1,0 0,1 1,-1-1,1 1,-1-1,1 1,-1-1,1 1,0-1,-1 1,1 0,-1-1,1 1,0 0,-1 0,1-1,0 1,-1 0,1 0,0 0,0 0,-1 0,1 0,0 0,-1 0,1 0,0 0,0 0,139-8,-103 8,336 8,-369-9,-1 1,1-1,-1 1,1 0,0 0,-1 0,1 1,0-1,-1 1,1 0,-1 0,1 0,-1 1,0-1,0 1,1 0,-1-1,0 2,0-1,-1 0,1 0,0 1,-1 0,1-1,-1 1,0 0,0 0,0 0,0 1,-1-1,1 0,-1 1,0-1,0 1,0-1,-1 25,-1-25,1 0,-1 0,1 0,-1 0,1 0,0 0,1 0,-1 0,0 0,1 0,0 0,0 0,0 0,0 0,0 0,0 0,1-1,-1 1,1-1,0 1,0-1,0 1,0-1,0 0,1 0,-1 0,1 0,-1 0,1-1,1 1,4 2,1-2,-1 1,0-1,1-1,0 0,-1 0,1 0,0-1,0-1,-1 1,1-1,0-1,-1 0,1 0,-1 0,0-1,0 0,0-1,2-1,-6 3,1-1,-1 1,0-1,0 0,0 0,0 0,-1-1,1 1,-1-1,0 0,0 0,0 0,-1 0,1 0,-1-1,0 1,0-1,0 0,-1 1,0-1,0 0,0 0,-1 0,1 0,-1 0,0 0,0 0,-1 0,0 0,0 1,0-1,0 0,-1 0,0 0,-1-2,-1 0,0 0,0 0,0 0,-1 1,0 0,-1 0,0 0,1 0,-2 1,1 0,-1 1,1-1,-1 1,0 0,-1 1,1 0,-1 0,1 0,-1 1,0 0,0 1,0 0,0 0,0 1,0-1,0 2,0-1,0 1,0 1,0-1,0 1,0 1,1-1,-2 2,6-2,1-1,-1 1,1 0,-1 0,1 0,0 0,0 1,0-1,0 1,0-1,0 1,1 0,-1 0,1-1,0 1,0 0,0 0,0 0,0 1,1-1,-1 0,1 0,0 0,0 0,0 0,0 1,1-1,-1 0,1 0,0 0,0 0,0 0,0 0,0 0,1 0,0-1,-1 1,1 0,0-1,0 1,21 24</inkml:trace>
  <inkml:trace contextRef="#ctx0" brushRef="#br0" timeOffset="2419.358">3098 752,'-28'-305,"27"304,1 0,0-1,0 1,0 0,0 0,0 0,0 0,0 0,0 0,0 0,0-1,0 1,1 0,-1 0,1 0,-1 0,0 0,1 0,0 0,-1 0,1 0,0 1,-1-1,1 0,0 0,0 0,0 1,0-1,-1 0,1 1,0-1,0 1,0-1,0 1,0 0,1-1,-1 1,0 0,0 0,0 0,0-1,0 1,0 1,0-1,1 0,-1 0,0 0,0 0,0 1,0-1,0 0,0 1,0-1,0 1,0 0,0-1,0 1,0-1,-1 1,2 1,167 119,-160-114,73 69,-79-73,-1 0,1 0,-1 1,0-1,0 1,0-1,0 1,-1 0,1 0,-1 0,0 0,0 0,-1 0,1 0,-1 0,0 0,0 0,0 0,-1 0,1 0,-1 0,0 0,0 0,0 0,-1 1,-31 42,-7 17,40-62,0-1,0 0,-1 1,1-1,0 1,0-1,1 1,-1-1,0 0,0 1,1-1,-1 0,1 1,-1-1,1 0,-1 1,1-1,0 0,0 0,-1 0,1 1,0-1,0 0,0 0,1-1,-1 1,0 0,0 0,0 0,1-1,-1 1,0-1,0 1,1-1,-1 1,1-1,55 11,-53-11,36 4,0-2,0-2,0-1,0-3,29-6,-40 3,-7-2</inkml:trace>
  <inkml:trace contextRef="#ctx0" brushRef="#br0" timeOffset="2648.061">3916 903,'-4'-2,"-2"-1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56.8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557 494,'-28'-8,"-1"0,0 2,-1 2,1 0,-1 2,1 1,-1 1,0 2,1 1,-1 1,1 2,0 1,1 1,0 1,-16 9,-22 27,65-44,1 0,-1-1,0 1,0 0,1-1,-1 1,1 0,-1 0,0-1,1 1,0 0,-1 0,1 0,-1 0,1 0,0 0,0 0,0 0,-1 0,1 0,0 0,0 0,0 0,0 0,1-1,-1 1,0 0,0 0,1 0,-1 0,0 0,1 0,-1 0,1 0,-1-1,1 1,-1 0,1 0,0 0,-1-1,1 1,0-1,0 1,-1 0,1-1,0 1,0-1,0 0,0 1,0-1,0 0,0 1,0-1,56 9,-38-10,1 0,-1-2,0 0,0-1,-1-1,1-1,-1-1,0 0,-1-1,1-1,-2-1,1 0,-2-1,1-1,9-9,-14 10,0 1,-1-1,-1-1,0 1,0-2,-1 1,0-1,-1 0,-1-1,0 0,-1 0,-1 0,0 0,0-1,-2 0,0 0,-1 0,0 1,-1-1,-1-9,0 12,0 1,-1-1,-1 1,0-1,0 1,-1 0,-1 0,1 0,-2 1,0 0,0 0,0 0,-2 1,1 0,-1 0,0 0,-5-2,11 9,-1 0,1 0,-1 1,1-1,-1 1,0 0,1 0,-1 0,0 0,0 0,0 1,0-1,1 1,-1 0,0 0,0 0,0 0,0 0,0 1,0-1,0 1,0 0,1 0,-1 0,0 0,1 0,-1 1,1-1,-1 1,1-1,-1 1,1 0,0 0,0 0,-1 2,-4 7,0 1,1 1,0-1,0 1,2 0,0 1,0-1,1 1,1 0,0-1,1 1,0 0,1 0,1 0,1 9,1-4,0 0,1 0,1 0,0 0,2-1,0 0,1-1,1 1,0-1,1-1,1 0,1-1,0 0,1 0,1-1,0-1,1-1,0 0,1 0,0-2,0 0,2-1,-1 0,1-2,0 0,0-1,1-1,0 0,0-2,0 0,0-1,1-1,-1-1,14-1,-26 0,0 0,0 0,0-1,0 1,0-2,0 1,-1-1,1 0,-1 0,0 0,0-1,0 0,0-1,-1 1,0-1,0 0,0 0,0 0,-1-1,0 0,0 0,0 0,-1 0,0-1,0 1,-1-1,0 0,0 1,0-1,0-5,-1-17,-2 21,-1 21,2-2,-1 0,2-1,-1 1,2 0,-1-1,1 1,1-1,0 0,1 0,0 0,0 0,1 0,0-1,0 0,1 0,1-1,0 1,4 3,9 7</inkml:trace>
  <inkml:trace contextRef="#ctx0" brushRef="#br0" timeOffset="434.38">666 167,'39'4,"0"2,-1 1,0 2,-1 2,0 1,-1 2,0 1,15 11,-40-20,0 2,0 0,-1 0,0 1,-1 0,0 0,0 1,-1 1,0-1,-1 1,0 1,-1-1,0 1,-1 0,0 0,-1 1,0 0,-1-1,1 9,7 124,-10-143,-1 0,1 0,-1 1,1-1,0-1,0 1,0 0,0 0,0 0,0 0,0-1,1 1,-1 0,1-1,-1 1,1-1,0 0,-1 1,1-1,0 0,0 0,0 0,0 0,0-1,0 1,0-1,0 1,0-1,0 1,0-1,0 0,1 0,-1 0,1 0,68-25,-59 16,-1-1,0 0,0-1,-1 0,-1 0,0-1,-1-1,0 1,0-1,-2-1,0 1,0-1,-1 0,-1-1,0 1,-1-1,22 44,-7-9,2-1,-1-1,2-1,1-1,0-1,1 0,0-2,1-1,0-1,1 0,1-2,-1-1,27 4,51 15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54.1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193 314,'0'21,"0"16,0 9,0 4,0-3,0-4,0-9</inkml:trace>
  <inkml:trace contextRef="#ctx0" brushRef="#br0" timeOffset="182.592">111 1,'-16'0,"-8"4,-2 7,3 8,6 6,12 5,17 2,16 3,2-4</inkml:trace>
  <inkml:trace contextRef="#ctx0" brushRef="#br0" timeOffset="468.825">520 506,'9'-4,"-1"-1,0 0,0 0,0-1,-1 0,0 0,0-1,0 0,-1 0,0-1,-1 1,1-1,-1-1,-1 1,0-1,0 1,1-6,-4 12,-1 0,1 0,-1 0,0 1,0-1,0 0,0 0,0 0,0 0,0 1,0-1,-1 0,1 0,-1 0,1 1,-1-1,0 0,0 1,1-1,-1 0,0 1,-1-1,1 1,0 0,0-1,-1 1,1 0,0 0,-1 0,1 0,-1 0,0 0,1 0,-1 0,0 1,0-1,1 1,-1-1,0 1,0 0,0-1,1 1,-1 0,0 0,0 0,-1 1,-5 1,1 1,0 1,0-1,0 1,0 0,0 1,1-1,0 1,0 0,0 1,1 0,0 0,0 0,0 0,1 1,-1 0,2 0,-1 0,1 0,0 1,1-1,-2 8,3-11,0 1,0 0,0 0,1 0,0 0,0 0,0 0,1 0,-1 0,1-1,0 1,1 0,-1 0,1-1,0 1,0-1,1 0,-1 1,1-1,0 0,0 0,0-1,0 1,1-1,0 1,-1-1,1 0,0 0,1-1,-1 1,0-1,1 0,2 0,13 6,0-1,1-1,0-1,0-1,1-1,-1-1,1-1,18-1,34-3</inkml:trace>
  <inkml:trace contextRef="#ctx0" brushRef="#br0" timeOffset="913.935">1121 329,'-24'-7,"-1"2,1 0,-1 1,0 2,-2 1,25 0,0 1,0-1,-1 1,1 0,0 0,0 0,-1 0,1 0,0 1,0-1,0 1,-1-1,1 1,0 0,0 0,0 0,0 0,0 0,0 0,1 1,-1-1,0 1,0-1,1 1,-1-1,1 1,0 0,-1 0,1 0,0 0,0 0,0 0,1 0,-1 0,0 0,1 1,-1-1,1 0,0 0,-1 3,4 1,0 0,0 0,1 0,0 0,0 0,0-1,1 1,0-1,0 0,0-1,0 1,1-1,-1 0,1 0,0-1,3 1,-5-1,269 154,-237-121,-35-36,-1 1,1 0,-1 0,1 0,-1 0,0 0,0 0,0 0,1 0,-1 0,0 0,0 0,0 0,0 0,-1 0,1 0,0 0,0 0,-1 0,1 0,0 0,-1 0,1 0,-1 0,1 0,-1 0,0 0,1-1,-1 1,0 0,0-1,1 1,-1 0,0-1,0 1,0-1,0 1,0-1,0 1,0-1,0 0,0 0,0 1,0-1,0 0,-8 3,1 0,-1-1,1 0,-1-1,0 1,0-2,0 1,0-1,1-1,-1 0,0 0,0 0,1-1,-1-1,1 1,-1-1,1-1,0 1,0-2,-1 0,7 3,0 1,0-1,0 0,0 0,0 0,1 0,-1 0,1 0,0 0,-1 0,1-1,0 1,0-1,0 1,1-1,-1 1,1-1,-1 1,1-1,0 1,0-1,0 1,0-1,0 0,1 1,-1-1,1 1,0-1,0 1,0 0,0-1,0 1,0 0,0 0,1-1,0 0,67-69,-47 55,0 1,1 1,1 2,0 0,1 1,0 2,1 0,0 2,17-3,-41 10,0 0,1 0,-1 1,1-1,-1 1,1-1,-1 1,1 0,-1 0,1 0,-1 0,1 1,-1-1,1 1,-1-1,1 1,-1 0,0 0,1 0,-1 0,0 0,0 1,0-1,0 1,0-1,0 1,0 0,0 0,-1 0,1 0,1 8,0-1,-1 1,0-1,0 1,-1 0,-1 0,1-1,-2 1,1 0,-2 4,1 46,1-55,0-1,0 1,0-1,1 0,0 1,0-1,0 0,0 0,1 1,0-1,0 0,0 0,0-1,0 1,1 0,0-1,0 1,0-1,0 0,0 0,1 0,-1-1,1 1,0-1,-1 0,1 0,0 0,1 0,-1-1,0 0,0 1,1-2,3 2,24-5,-2-4</inkml:trace>
  <inkml:trace contextRef="#ctx0" brushRef="#br0" timeOffset="1163.551">1572 55,'-16'-11,"-8"-5,0 6,7 12,10 14,12 14,12 11,2-2</inkml:trace>
  <inkml:trace contextRef="#ctx0" brushRef="#br0" timeOffset="1650.91">1736 629,'11'-19,"-1"0,0-1,-2 0,0 0,-2-1,0 0,-1 0,-1-1,-1 0,-1 1,-1-1,-1 0,-1 0,-1-1,2 19,-1 3,1 0,-1 1,1-1,0 0,-1 0,1 0,0 0,-1 0,1 0,0 0,0 0,0 0,0 0,0 0,0 0,0-1,1 1,-1 0,0 0,0 1,1-1,-1 0,1 0,-1 0,1 0,-1 0,1 0,0 0,-1 1,1-1,0 0,-1 0,1 1,0-1,0 1,0-1,0 1,0-1,0 1,0-1,0 1,0 0,0-1,0 1,0 0,0 0,0 0,0 0,0 0,146 41,-123-32,-22-9,115 52,-111-48,-1-1,0 1,0 0,0 0,0 1,0-1,-1 1,0 0,0 0,-1 1,1-1,-1 1,0 0,-1 0,1 0,-1 0,0 0,0 4,-3 51,0-56,0-1,0 0,0 0,0 1,1-1,-1 0,1 1,1-1,-1 0,0 1,1-1,0 0,0 1,0-1,1 0,-1 0,1 0,0 0,0 0,0-1,1 1,0 0,-1-1,1 0,0 0,0 0,1 0,-1 0,1 0,0-1,5 1,1-2,0 1,0-1,-1 0,1-1,0-1,0 1,0-1,0-1,-1 0,1 0,-1-1,1 0,-1-1,0 0,0 0,-1-1,1 0,-1-1,0 0,-1 0,1 0,-1-2,0 3,-2-2,1 1,-1-1,1 0,-2 0,1 0,-1 0,0-1,-1 0,0 0,0 0,0 0,0-7,-2 11,-1 0,1 0,-1 0,0 0,0-1,0 1,-1 0,0 0,1 0,-1 0,-1 0,1 0,0 0,-1 1,0-1,0 0,0 1,0-1,-1 1,0 0,1 0,-1 0,0 0,0 0,-1 1,1-1,0 1,-4-2,3 2,1 1,-1-1,1 1,-1-1,1 1,-1 0,0 1,1-1,-1 1,0-1,0 1,0 0,1 1,-1-1,0 1,0-1,1 1,-1 0,1 0,-1 1,1-1,-1 1,1 0,0 0,-1 0,1 0,0 0,1 1,-1-1,0 1,1 0,-1 0,1 0,0 0,0 0,0 1,0-1,1 1,-1-1,1 1,0-1,0 1,0 0,1-1,-1 2,1 1,0-1,0 0,0 0,0 0,1 0,0 0,0 0,0 0,1 0,0 0,0 0,0 0,0-1,1 1,0-1,0 0,0 0,0 0,1 0,-1 0,1-1,0 0,0 1,4 1,7 5,1-1,0 0,0-1,1 0,0-2,9 3,41 6,0-2,0-3,1-3,0-3,17-3,16 0</inkml:trace>
  <inkml:trace contextRef="#ctx0" brushRef="#br0" timeOffset="2004.83">3429 479,'-15'-12,"-1"1,0 0,-1 2,0 0,0 0,-1 2,0 0,0 1,-1 1,1 1,-1 0,0 2,-1 0,1 1,-1 1,15 0,0 1,1 0,-1-1,1 2,-1-1,1 0,-1 1,1 0,0 0,-1 0,1 1,1-1,-1 1,0 0,0 0,1 1,0-1,0 1,0-1,0 1,0 0,1 0,0 0,0 0,0 1,0-1,0 1,1-1,0 1,0-1,0 1,1 0,-1-1,1 1,0 0,1 0,-1-1,1 1,0 0,0-1,0 1,1-1,0 1,0-1,0 0,0 0,0 0,1 0,0 0,4 3,0-1,0 0,0-1,1 0,0 0,0 0,0-1,1 0,-1-1,1 0,0 0,0-1,0 0,0-1,0 0,0 0,1-1,-1 0,0-1,0 0,0 0,1-1,-1 0,-1-1,1 0,0 0,-1-1,1 0,-1 0,0-1,-1 0,1 0,-1-1,0 0,0-1,-1 1,0-1,0 0,0-1,-1 1,0-1,-1 0,0-1,2-4,-4-4,-1 22,0 1,0-1,1 0,0 0,0 0,0-1,1 1,-1 0,1-1,0 1,1-1,-1 0,1 0,-1 0,1-1,0 1,1-1,-1 0,0 0,1-1,0 1,0-1,0 0,0 0,1 0,31 12,1-1,1-2,0-2,1-1,-1-2,26 0,53 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03.3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605 126,'-17'-14,"0"0,-1 2,-1 0,0 1,-1 0,0 2,0 1,-1 0,0 2,-1 0,0 1,1 1,-1 1,0 2,-1 0,1 1,0 1,0 1,0 1,0 0,-20 8,35-9,0 0,-1 1,1 0,1 1,-1 0,0 0,1 0,0 0,0 1,0 0,1 1,-1-1,1 1,1 0,-1 0,1 1,0-1,0 1,1 0,0 0,0 0,1 0,0 1,0-1,1 1,0-1,0 1,0 0,1-1,0 1,1 0,0-1,0 1,1 1,7 8,1 0,0 0,1-1,1-1,0 0,1 0,1-1,0-1,1 0,1-1,0-1,0 0,1-2,8 4,339 187,-294-147,-69-52,0-1,-1 1,1 0,0 0,0 0,0-1,-1 1,1 0,0 0,-1 0,1 0,-1 0,1 1,-1-1,1 0,-1 0,0 0,0 0,0 0,1 1,-1-1,0 0,0 0,-1 0,1 1,0-1,0 0,0 0,-1 0,1 0,-1 0,1 0,-1 0,1 0,-1 0,0 0,1 0,-1 0,0 0,0 0,0 0,0 0,-48 21,-23-8,0-3,-1-3,1-4,-36-3,-19-1,141 0,9-1</inkml:trace>
  <inkml:trace contextRef="#ctx0" brushRef="#br0" timeOffset="435.853">756 685,'29'-3,"0"-2,0-1,-1-1,0-1,0-2,-1-1,0-1,22-14,4-20,-52 45,0 0,-1 0,1 0,0 0,0 0,0-1,-1 1,1 0,0 0,-1-1,1 1,-1 0,0-1,1 1,-1 0,0-1,0 1,0-1,0 1,0 0,0-1,0 1,0-1,-1 1,1 0,0-1,-1 1,0 0,1-1,-1 1,0 0,1 0,-1 0,0 0,0-1,0 1,0 0,0 1,0-1,0 0,0 0,0 0,-1 1,1-1,0 0,-1 1,-9-4,0 0,-1 1,0 1,1-1,-1 2,0 0,0 0,0 2,0-1,0 1,0 1,0 0,-3 1,3 0,-1 1,1 0,0 0,0 1,0 1,1 0,0 0,-5 5,13-9,0 0,0 0,0 0,0 1,1-1,-1 1,1 0,0 0,-1 0,1 0,1 0,-1 0,0 0,1 1,-1-1,1 0,0 1,0 0,1-1,-1 1,1-1,-1 1,1 0,0-1,1 1,-1 0,1-1,-1 1,1 0,0-1,1 2,5 5,0-1,1 1,0-2,1 1,0-1,0 0,1-1,0 0,0 0,0-1,1-1,0 0,0 0,1-1,-1 0,1-1,0-1,5 1,29 8,0-3,1-2,-1-1,46-2,-8-6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01.8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0 301,'14'-3,"19"0,19-2,20 0,16 0,5 2,-4 1,-13 5,-19 7,-19 2</inkml:trace>
  <inkml:trace contextRef="#ctx0" brushRef="#br0" timeOffset="257.822">42 546,'20'0,"22"0,19 0,18 0,15 0,6 0,1 0,-7-2,-20-1</inkml:trace>
  <inkml:trace contextRef="#ctx0" brushRef="#br0" timeOffset="460.329">601 0,'31'6,"0"2,-1 0,1 2,24 13,-33-14,23 7,0 3,-2 1,0 3,-2 1,0 2,-2 2,-1 1,-1 2,29 33,-60-58,0 1,-1-1,0 1,0 0,0 1,-1-1,0 1,-1 0,0 0,0 0,-1 0,1 0,-2 1,1-1,-1 1,-1-1,0 1,0 0,0-1,-1 1,0-1,-1 1,-1 2,-7 8,-2 0,0-1,-1-1,-1 0,0-1,-1 0,-1-1,-1-1,0 0,-1-1,0-1,0-1,-2-1,-8 4,-248 142,241-130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05.2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269 592,'-18'-3,"1"1,-1 1,1 0,0 1,-1 1,1 1,-9 2,19-3,1 1,0 0,0 0,-1 0,2 0,-1 1,0 0,0 1,1-1,0 1,0 0,0 0,0 1,1-1,-1 1,1 0,0 0,1 1,-1-1,1 1,-1 3,2-4,0-1,1 0,0 0,0 1,0-1,0 1,1-1,0 1,0 0,0-1,0 1,1-1,0 1,0-1,0 0,0 1,1-1,0 0,-1 0,2 0,-1 0,0 0,1 0,0-1,0 1,2 2,3 2,0-1,1 0,-1-1,1 1,1-2,-1 1,1-1,0-1,0 0,9 3,2-2,0 0,1-2,-1 0,1-1,-1-2,1 0,-1-1,1-1,-1-1,0-1,0-1,0 0,0-2,-1-1,12-6,-26 12,-1 0,0 0,0-1,0 0,0 0,-1-1,1 1,-1-1,0 0,0 0,0 0,0-1,-1 1,0-1,0 0,0 0,0 0,-1 0,0 0,0-1,-2 5,0-1,0 1,-1-1,1 1,0-1,-1 1,1 0,-1-1,1 1,-1 0,0 0,0-1,1 1,-1 0,0 0,0 0,0 0,0 0,0 0,0 0,-1 1,1-1,0 0,0 0,-1 1,1-1,0 1,-1-1,1 1,0 0,-1-1,1 1,-1 0,1 0,-1 0,1 0,0 0,-1 1,1-1,-1 0,1 0,0 1,-1-1,1 1,0 0,-1-1,1 1,0 0,0 0,0-1,0 1,0 0,0 0,0 0,0 1,0-1,-1 1,1 0,0 0,-1 0,1 1,0-1,1 0,-1 1,0-1,0 0,1 1,0-1,-1 1,1-1,0 1,0-1,1 1,-1-1,0 1,1-1,-1 1,1-1,0 0,0 1,0-1,0 0,0 0,0 0,1 1,-1-1,1-1,0 1,-1 0,1 0,0-1,0 1,0-1,1 1,5 4,-1-2,1 1,0-1,1 0,-1-1,1 0,-1 0,1-1,5 1,-4 0,0-1,0-1,0 0,0 0,0-1,1-1,-1 1,0-2,0 1,0-1,-1-1,1 0,0 0,-8 2,-1 1,0-1,1 0,-1 0,1 0,-1 0,0 0,0 0,0 0,0 0,0 0,0-1,0 1,0 0,0-1,0 1,-1 0,1-1,-1 1,1-1,-1 1,1-1,-1 0,0 1,0-1,0 1,0-1,0 0,0 1,0-1,0 1,-1-1,1 1,-1-1,1 1,-1-1,0 1,1-1,-1 1,0 0,0-1,0 1,-48-51,-120-55,168 107,1 0,-1 1,1-1,0 0,-1 0,1 0,-1 0,1 0,-1 0,1-1,-1 1,1 0,0 0,-1 0,1 0,-1 0,1-1,-1 1,1 0,0 0,-1-1,1 1,0 0,-1-1,1 1,0 0,-1-1,1 1,0 0,0-1,-1 1,1-1,0 1,0 0,0-1,0 1,0-1,-1 1,1-1,0 1,0-1,0 1,0-1,0 1,0 0,1-1,-1 1,0-1,0 1,0-1,0 1,0 0,1-1,-1 1,0-1,0 1,1 0,-1-1,0 1,1 0,-1-1,0 1,1 0,-1-1,35-3,251 7,-269-2,-6-2,0 0,0 2,0-1,0 1,0 1,0 0,0 1,0 0,-1 0,1 1,-1 1,0-1,1 3,-8-5,-1 1,1 1,-1-1,0 0,0 0,0 1,-1-1,1 1,-1 0,0-1,0 1,0 0,0 0,-1 0,1 0,-1 0,0-1,0 1,-1 0,1 0,-1 0,0 0,0 0,0 0,-1 48,3-50,-1 0,1-1,0 1,0-1,0 1,0-1,0 1,0-1,0 0,0 1,0-1,0 0,1 0,-1 0,1 0,-1 0,1 0,-1 0,1 0,-1-1,1 1,0 0,-1-1,1 0,0 1,0-1,-1 0,1 0,0 0,0 0,0 0,55-8,-45 3,-1 1,0-1,0-1,-1 0,1-1,-2 0,1 0,-1-1,0 0,0-1,-1 0,0 0,-1-1,0 0,0 0,-1-1,-1 0,0 0,0 0,-1 0,0-1,-1 0,0-7,23 65,-13-30,2-1,0-1,0-1,1 0,1-1,0-1,1 0,0-2,0 0,1-1,0 0,15 2,24 8</inkml:trace>
  <inkml:trace contextRef="#ctx0" brushRef="#br0" timeOffset="681.923">2139 565,'-16'-7,"0"-1,-1 2,0 0,0 1,-1 1,1 1,-1 0,1 1,-1 1,0 1,0 0,-9 2,24-2,0 0,0 0,0 0,0 1,0-1,0 1,0 0,0-1,0 1,0 0,0 1,1-1,-1 0,0 1,1 0,-1 0,1-1,0 1,-1 1,1-1,0 0,0 0,1 1,-1-1,0 1,1 0,-1-1,1 1,0 0,0 0,0 0,0 0,1 0,-1 0,1 0,0 1,3 3,0-1,1 0,0 0,0-1,1 1,0-1,0 0,0 0,0-1,1 1,-1-1,1 0,0-1,6 3,-4-1,66 36,-55-32,0 1,-1 0,0 2,0 0,-1 1,9 10,-23-21,-1 0,0-1,1 1,-1 0,0 1,0-1,-1 0,1 1,0-1,-1 1,1-1,-1 1,0 0,0-1,0 1,0 0,0 0,-1 0,0 0,1 0,-1 0,0 0,0 0,0 0,-1 0,1-1,-1 1,0 0,0 0,0 0,0 0,0-1,0 1,-1-1,1 1,-1-1,0 1,0-1,0 1,-3 0,1 0,-1 0,0 0,0-1,-1 0,1 0,0 0,-1 0,1-1,-1 0,0 0,1 0,-1-1,0 0,1 0,-1-1,0 1,1-1,-4-1,8 1,0 1,-1-1,1 1,0-1,0 0,0 0,0 0,0 0,0 1,0-1,1 0,-1-1,0 1,0 0,1 0,-1 0,1 0,-1 0,1-1,-1 1,1 0,0 0,0-1,-1 1,1 0,0-1,0 1,0 0,1 0,-1-1,0 1,0 0,1-1,-1 1,1 0,-1 0,1 0,-1-1,1 1,0 0,-1 0,1 0,0 0,0 0,0 0,43-45,-8 17,2 2,0 2,1 2,41-18,-79 40,0 0,1 0,-1 0,0 0,0 0,0 0,1 1,-1-1,0 1,0-1,1 1,-1-1,1 1,-1 0,0-1,1 1,-1 0,1 0,-1 0,0 0,1 0,-1 1,1-1,-1 0,0 1,1-1,-1 1,0-1,1 1,-1 0,0-1,0 1,1 0,-1 0,0 0,0 0,0 0,0 0,0 0,-1 0,1 0,0 1,0-1,-1 0,1 1,-1-1,1 0,-1 1,0-1,1 0,-1 1,5 35,-5-28,1 0,0 0,1 0,0 1,0-2,1 1,0 0,0 0,1-1,0 0,1 0,0 0,0 0,3 2,12 8,-1-5</inkml:trace>
  <inkml:trace contextRef="#ctx0" brushRef="#br0" timeOffset="882.387">2426 265,'7'16,"12"15,9 11,0-1</inkml:trace>
  <inkml:trace contextRef="#ctx0" brushRef="#br0" timeOffset="2142.097">2822 647,'-7'-13,"-1"-2,0 0,-1 0,-1 1,0 1,-1-1,0 2,-1-1,-11-7,22 18,-1 1,0 0,1-1,-1 1,0 0,0 0,1 0,-1 1,0-1,0 0,0 1,0-1,0 1,0 0,0 0,0-1,0 1,0 0,0 1,0-1,0 0,0 1,0-1,0 1,0-1,0 1,0 0,0 0,1 0,-1 0,0 0,1 0,-1 1,1-1,-1 1,1-1,-1 1,1-1,0 1,0 0,0-1,0 1,0 0,0 0,-3 6,1 1,0-1,1 1,0-1,0 1,0 0,2 0,-1-1,1 1,0 0,0 0,1 0,1 0,-1-1,1 1,2 4,-2-9,-1 1,1 0,0 0,0-1,0 0,1 1,-1-1,1 0,0 0,1 0,-1-1,0 1,1-1,0 0,0 0,0 0,0 0,1-1,-1 1,1-1,-1 0,1-1,0 1,-1-1,1 0,0 0,0 0,0-1,4 0,-4 0,0-1,-1 0,1 0,0 0,0-1,-1 0,1 0,-1 0,1 0,-1-1,0 1,0-1,0 0,0-1,0 1,-1-1,0 1,1-1,-1 0,-1 0,1 0,-1-1,2-3,37-112,-24 24,-4-1,-5 0,-4-1,-4-14,-8 44,-4 67,-22 69,23-36,1 0,1 0,2 1,2 0,0 0,3 0,0 1,2-1,2 1,1-1,2 0,1 0,1 0,10 25,-11-43,1 0,1-1,0-1,1 1,0-1,1-1,0 1,1-2,4 3,-11-9,1-1,0 0,0 0,0-1,0 0,0 0,1 0,0 0,0-1,-1 0,1 0,1-1,-1 1,0-1,0-1,0 1,0-1,1 0,-1 0,0-1,0 0,1 0,-1-1,4-1,-2 0,-1-1,0 0,0 0,0-1,-1 0,0 0,0 0,0-1,-1 0,1 0,-1-1,-1 1,1-1,-1 0,-1 0,1-1,-1 1,1-4,2-6,-1 0,-1 0,0-1,-2 1,0-1,0 0,-2-16,-6 2,6 32,0-1,0 1,0 0,0-1,0 1,0-1,0 1,0 0,0-1,0 1,-1-1,1 1,0 0,0-1,0 1,0-1,-1 1,1 0,0-1,0 1,-1 0,1-1,0 1,-1 0,1 0,0-1,-1 1,1 0,0 0,-1 0,1-1,-1 1,1 0,0 0,-1 0,1 0,-1 0,1 0,-1 0,1 0,0 0,-1 0,1 0,-1 0,1 0,0 0,-1 0,1 0,-1 1,1-1,0 0,-1 0,1 0,0 1,-1-1,1 0,0 0,-1 1,1-1,0 0,-1 1,1-1,0 0,0 1,0-1,-4 7,2 0,-1 1,1-1,0 0,1 1,0-1,0 1,0-1,1 1,0-1,1 1,-1-1,2 1,-1-1,2 4,-1 1,1 0,1 0,0 0,1 0,0-1,1 0,0 0,1 0,0-1,0 1,1-2,1 1,0-1,0-1,0 0,1 0,0-1,1 0,0 0,0-1,0-1,1 0,0-1,11 4,-20-7,1 0,-1-1,0 1,0-1,1 1,-1-1,0 0,1 0,-1 0,1-1,-1 1,0-1,0 0,1 0,-1 0,0 0,0 0,0-1,0 1,0-1,-1 0,1 0,0 0,-1 0,1-1,-1 1,0-1,0 1,0-1,0 0,0 0,0-2,3-10,-2 0,0 0,0-1,-2 1,0-1,0 1,-2-1,0 1,0-1,-2 1,0-1,-3-39,5 53,1 0,0 0,0 1,-1-1,1 0,1 0,-1 1,0-1,0 0,1 1,-1-1,1 0,-1 1,1-1,-1 0,1 1,0-1,0 1,0-1,0 1,0 0,0-1,1 1,-1 0,0 0,1 0,-1 0,0 0,1 0,0 0,-1 0,1 1,-1-1,1 1,0-1,-1 1,1 0,0-1,0 1,-1 0,2 0,9 0,0 0,1 1,-1 0,0 1,0 1,0 0,-1 0,1 1,-1 1,1 0,-2 0,1 1,0 0,-1 1,5 5,-11-8,0 2,0-1,0 0,0 1,-1 0,0 0,0 0,0 0,-1 0,0 0,-1 1,1-1,-1 1,0-1,-1 1,1 0,-1-1,-1 1,1-1,-1 1,0 0,-2 3,0 29,4-35,-1 0,0 0,1 0,0 0,0 1,0-1,1 0,-1-1,1 1,0 0,0 0,0-1,1 1,-1-1,1 0,-1 0,1 0,1 0,-1 0,0 0,0-1,1 0,0 0,-1 0,1 0,0 0,0-1,0 1,119 26,-106-26,0-1,0-1,-1-1,1 0,0-1,0-1,0-1,3-1,-14 3,0 0,-1 0,1 0,-1 0,0-1,0 0,0 0,0 0,0-1,-1 0,1 0,-1 0,0 0,-1-1,1 1,-1-1,1 0,-1 0,-1 0,1-1,-1 1,0-1,0 1,-1-1,1-1,-1 6,-1 0,0 0,1 0,-1 0,0 0,0 0,0 0,1 0,-1 0,0 0,0 0,-1 0,1 0,0 0,0 0,0 0,-1 0,1 0,0 0,-1 0,1 1,-1-1,1 0,-1 0,1 0,-1 0,0 1,1-1,-1 0,0 0,0 1,0-1,1 1,-1-1,0 1,0-1,0 1,0 0,0-1,0 1,0 0,0 0,0-1,0 1,0 3,-1-1,1 0,0 1,0 0,0-1,0 1,1-1,-1 1,1 0,-1-1,1 1,0 0,0 0,0-1,1 1,-1 0,1-1,-1 1,1 0,0-1,0 1,0-1,0 1,1-1,-1 1,0-1,1 0,0 0,0 0,-1 0,2 0,2 3,1 0,0 0,1 0,-1-1,1 0,0-1,0 1,0-1,0-1,0 1,1-1,-1 0,1-1,0 0,-1 0,1-1,0 0,6-1,-10 1,0 0,0 0,0-1,0 0,0 0,0 0,0 0,0-1,0 1,-1-1,1 0,-1 0,1 0,-1-1,0 1,0-1,0 0,0 0,0 0,-1 0,1 0,-1 0,0-1,0 1,0-1,-1 0,1 0,-1 1,0-1,0 0,0 0,0 0,-1 0,1 0,-1-4,-2-2,0 0,-1 1,0 0,0 0,-1 0,0 0,-1 0,0 1,0-1,-1 2,0-1,0 0,-1 1,0 0,0 1,0 0,-1 0,0 0,-1 1,1 0,-1 1,0 0,0 0,0 1,0 0,-1 0,1 1,-4 0,10 1,0 0,-1 0,1 0,0 1,-1-1,1 1,0 0,-1 0,1 0,0 0,-1 1,1-1,0 1,-1 0,1 0,0 0,0 0,0 0,0 1,0 0,0-1,0 1,0 0,1 1,-1-1,1 0,0 1,-1-1,1 1,0 0,0-1,1 1,-1 0,1 0,-1 0,1 1,0-1,0 0,0 0,1 1,-1 0,2 3,0 0,0 1,1-1,0 0,0 0,0 0,1-1,0 1,1-1,-1 1,1-1,0 0,1 0,0-1,0 1,0-1,0 0,1-1,0 1,0-1,0 0,0 0,1-1,-1 0,3 0,27 12</inkml:trace>
  <inkml:trace contextRef="#ctx0" brushRef="#br0" timeOffset="2442.801">4488 237,'-4'0,"-1"1,0-1,0 1,1 0,-1 0,0 1,1-1,-1 1,1 0,0 0,-1 0,1 1,0 0,0 0,1 0,-1 0,1 0,-1 1,1-1,0 1,0 0,1 0,-1 0,0 2,-1 3,-1 1,1-1,1 1,0 0,0 1,1-1,1 0,-1 1,2-1,-1 9,5 14,2 0,0-1,2 1,2-1,1-1,1 0,2 0,1-2,9 14,-19-33,0 0,0-1,0 0,1 0,1 0,-1-1,2 0,-1 0,1-1,0 0,0 0,1-1,0 0,0 0,0-1,1 0,0-1,0 0,0-1,6 2,7-2,0-2,0 0,1-1,-1-1,0-1,0-2,5-1,13-4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13.7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405 128,'-11'-7,"0"1,-1 0,0 1,0 0,0 1,-1 1,1 0,-1 0,0 1,1 1,-1 0,0 1,0 0,0 1,0 1,1 0,-1 0,0 1,1 1,0 0,0 1,0 0,0 1,1 0,0 1,1 0,-1 1,1 0,0 0,-4 6,12-12,-1 1,0-1,1 0,0 1,-1 0,1 0,0 0,0 0,1 0,-1 0,1 0,-1 0,1 0,0 1,0-1,1 1,-1-1,1 1,-1-1,1 1,0-1,1 1,-1-1,0 1,1-1,0 1,0-1,0 0,0 1,0-1,1 0,0 0,-1 0,3 3,7-1,0 0,0-1,0 0,1-1,-1 0,1-1,0 0,0-1,-1 0,1-1,0 0,0-1,0 0,0-1,-1 0,1-1,-1-1,11-4,-5 4,-1-1,1-1,-1-1,-1 0,1-1,-1-1,-1 0,1-1,-2 0,1-1,-2-1,6-6,-16 17,-1-1,0 1,1 0,-1-1,0 1,0-1,0 0,0 1,0-1,0 0,0 0,-1 1,1-1,-1 0,1 0,-1 0,0 0,0 0,0 0,0 0,0 0,0 1,0-1,-1 0,1-1,-1 3,-1 0,1 0,0 1,-1-1,1 0,0 0,0 0,-1 1,1-1,0 1,0-1,-1 1,1 0,0-1,0 1,0 0,0 0,0-1,0 1,0 0,0 0,1 0,-1 0,0 0,0 1,1-1,-1 0,1 0,-1 0,0 2,-1 1,0 0,1 1,-1-1,1 1,0-1,0 1,0 0,0-1,1 1,0 0,0 0,0-1,1 1,-1 0,1-1,0 1,1 0,-1-1,1 0,0 1,0-1,0 0,0 0,1 0,0 0,0 0,0-1,0 1,0-1,1 0,0 0,-1 0,1 0,0-1,0 1,1-1,-1 0,0 0,1-1,-1 0,1 1,1-1,-1 0,0 1,0-1,1 0,-1-1,0 1,0-1,0 0,1 0,-1-1,0 1,0-1,0 0,0-1,0 1,0-1,0 0,0 0,0-1,-1 1,0-1,1 0,-1-1,0 1,0 0,-1-1,1 0,-1 0,0 0,0-1,0 1,0-1,-1 1,0-1,0 0,1-2,1-13,0 1,-2-1,0 0,-2 0,0 0,-1 0,-1 0,-3-13,4 31,1 1,0 0,-1-1,1 1,0-1,0 1,0 0,0-1,0 1,0-1,0 1,0 0,1-1,-1 1,1 0,-1-1,1 1,-1 0,1-1,0 1,-1 0,1 0,0 0,0 0,0 0,0 0,0 0,0 0,0 0,0 0,1 0,-1 1,0-1,0 0,1 1,-1-1,0 1,1 0,-1-1,0 1,1 0,-1 0,1 0,-1 0,0 0,1 0,-1 0,1 0,-1 1,2 0,18 2,0 1,0 1,0 1,-1 0,0 2,0 1,-1 0,0 1,-1 1,0 1,1 2,-10-8,-1 1,0 1,-1-1,1 1,-1 1,-1-1,0 1,0 0,0 1,-1-1,-1 1,0 0,0 1,0 3,-3-9,0 0,-1-1,2 1,-1-1,0 1,1-1,0 0,0 1,0-1,1 0,-1 0,1 0,0-1,0 1,1-1,-1 0,0 0,1 0,0 0,0 0,0-1,0 1,0-1,4 1,4-2,1 1,0-2,0 0,-1 0,1-2,0 1,-1-1,1-1,-1 0,0-1,0-1,0 0,0 0,-1-1,10-7,-12 9,0 0,0-1,0 0,-1 0,1-1,-2 0,1-1,-1 0,0 0,0-1,-1 1,0-1,0-1,-1 1,0-1,0 0,-1 0,0-1,-1 1,0-1,-1 1,1-1,-2 0,1-3,-3 10,-1-1,1 0,0 0,-1 1,0-1,0 0,0 1,0 0,0 0,-1-1,1 1,-1 0,0 1,0-1,0 1,-1-1,1 1,0 0,-1 0,1 0,-1 1,0-1,0 1,0 0,1 0,-1 0,0 1,0-1,0 1,0 0,0 0,0 0,0 1,0-1,0 1,0 0,0 0,0 0,1 1,-1-1,0 1,1 0,-1 0,1 1,0-1,0 0,0 1,0 0,0 0,0 0,1 0,0 0,-1 0,1 1,0-1,1 2,-1-1,1 1,0-1,0 1,0 0,0-1,1 1,0 0,0-1,0 1,1 0,-1-1,1 1,0-1,0 1,1-1,0 1,-1-1,1 0,1 1,-1-1,1 0,-1-1,1 1,0 0,0-1,1 0,-1 0,1 1,9 7,1-1,-1-1,1 0,1 0,0-1,0-1,12 3,155 37,-88-33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15.7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217 1,'-21'0,"-16"0,-9 5,2 8,5 7,9-1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16.6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296 202,'-6'-6,"-1"1,-1 0,1 0,-1 1,1-1,-1 2,0-1,-1 1,1 0,0 1,-1 0,0 0,1 1,-1 0,0 1,0 0,0 0,1 0,-1 2,0-1,1 1,-1 0,1 0,-5 3,-53 43,64-47,0 1,1 0,-1-1,1 1,-1 0,1 0,0 0,-1 0,1 0,0 1,1-1,-1 0,0 1,1-1,-1 0,1 1,-1-1,1 0,0 1,0-1,0 1,1-1,-1 0,1 1,-1-1,1 0,0 1,-1-1,1 0,0 0,1 0,-1 1,5 2,0-1,0 0,0-1,1 1,0-1,-1 0,1-1,0 0,0 0,0 0,0-1,1 0,-1 0,0-1,0 0,1 0,-1-1,0 0,0 0,0-1,4-1,1 2,0-1,0-1,0 0,0 0,0-1,0-1,-1 0,0-1,0 0,0 0,-1-1,0-1,-1 0,1 0,-1 0,7-11,-15 18,1-1,-1 0,0 1,0-1,0 0,0 1,-1-1,1 0,0 0,-1 0,1 0,-1 0,0 0,1 0,-1 0,0 0,0 0,-1 0,1 0,0 0,-1 0,1 1,-1-1,1 0,-1 0,0 0,0 0,0 1,0-1,0 0,0 1,0-1,-1 1,1-1,-1 1,1 0,-1 0,1-1,-1 1,0 0,1 0,-1 1,0-1,0 0,0 0,0 1,0-1,0 1,0 0,0 0,0 0,0 0,0 0,0 0,-1 0,-1 1,1 0,-1 0,1 0,-1 0,1 1,0-1,0 1,0 0,0 0,0 0,0 0,0 0,1 1,-1-1,1 1,-1 0,1 0,0 0,0 0,1 0,-1 0,1 0,-1 1,1-1,0 1,0-1,0 1,1-1,-1 1,1-1,0 1,0-1,0 1,1 0,-1-1,1 1,0-1,0 1,0-1,0 0,0 1,1-1,1 3,4 1,-1 0,1 0,0-1,1 0,0 0,0-1,0 0,0 0,1-1,0 0,0-1,0 1,0-2,0 1,1-2,-1 1,1-1,0 0,-1-1,1 0,-1-1,1 0,0 0,-1-1,2-1,-6 1,1 0,-1 0,0-1,0 1,0-1,-1 0,1-1,-1 1,0-1,1 0,-2 0,1 0,0 0,-1-1,0 0,0 1,0-1,-1 0,1 0,-1-1,-1 1,1 0,-1-1,0 1,0-1,0 1,-1-1,0 0,0 1,0-1,-1 1,0-1,0 0,0 1,-1 0,-1-4,-49-98,51 106,-1 0,1 1,0-1,0 0,0 0,0 0,1 0,-1 0,0 0,0 0,1 0,-1 0,0-1,1 1,-1 0,1 0,-1-1,1 1,0 0,0 0,-1-1,1 1,0 0,0-1,0 1,1 0,-1-1,0 1,0 0,1 0,-1-1,1 1,-1 0,1 0,-1-1,1 1,0 0,-1 0,1 0,0 0,0 0,0 0,0 0,0 1,0-1,0 0,0 0,0 1,2-1,9 0,-1 0,1 2,0-1,0 2,0-1,0 2,-1-1,1 2,4 1,-9-3,18 5,-1 1,0 1,0 1,-1 1,-1 1,3 3,-18-10,0 0,0 0,-1 0,1 1,-1 0,-1 0,1 0,-1 1,0 0,-1 0,1 0,-1 1,-1-1,0 1,0 0,0 0,-1 0,0 0,-1 1,1 3,-2 16,-1-25,1 1,-1-1,1 1,0-1,0 1,0-1,0 1,0-1,1 1,0-1,0 0,0 1,0-1,0 0,1 1,-1-1,1 0,0 0,0 0,0-1,0 1,0 0,1-1,-1 1,3 1,3-2,0 0,0-1,1 1,-1-2,0 1,0-1,0 0,1-1,-1 0,0 0,0-1,0 0,0 0,0-1,-1 0,1 0,-1-1,0 0,0-1,0 1,2-3,-1 3,1-1,-1-1,-1 0,1 0,-1 0,0-1,0 0,-1 0,0-1,0 1,-1-2,0 1,0 0,-1-1,0 0,0 0,-1 0,-1 0,1-1,-1 1,-1-1,0 0,0 0,-1 8,-1-1,1 1,0 0,-1 0,1 0,-1 0,1 0,-1 0,0 0,0 0,0 0,0 0,0 0,-1 0,1 1,0-1,-1 1,1-1,-1 1,0-1,1 1,-1 0,0 0,0 0,0 0,0 0,0 0,0 0,0 1,0-1,0 1,0 0,-1-1,1 1,0 0,0 0,0 0,0 1,-1-1,1 0,0 1,0-1,0 1,0 0,0 0,0 0,0 0,0 0,1 0,-1 0,0 1,1-1,-1 1,1-1,-1 1,1-1,0 1,-1 0,1 0,-1 2,0-1,0 0,1 1,-1-1,1 1,-1-1,1 1,0 0,0-1,1 1,-1 0,1 0,0 0,0 0,0-1,1 1,-1 0,1 0,0 0,0-1,0 1,0 0,1-1,0 1,-1-1,1 0,0 0,1 1,1 1,5 5,0 0,0-1,1-1,0 1,0-2,1 1,0-1,2 0,64 30,0-6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14.3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441 629,'5'-20,"1"-1,1 1,1 1,0-1,2 1,0 0,1 1,10-11,-7 7,58-87,-53 92,-19 17,0 0,1-1,-1 1,1 0,-1 0,0 0,1 0,-1 0,1 0,-1 0,1 0,-1 0,0 0,1 1,-1-1,1 0,-1 0,0 0,1 0,-1 1,0-1,1 0,-1 0,0 0,1 1,-1-1,0 0,0 1,1-1,-1 0,0 1,0-1,1 0,-1 1,0-1,0 1,0-1,0 0,0 1,1-1,-1 1,0-1,0 0,0 1,0-1,0 1,0-1,-1 0,1 1,0-1,0 1,0-1,0 0,0 1,-2 174,41 154,-38-314,0 0,-2-1,0 1,0 0,-1-1,-5 14,7-24,-1 0,0-1,-1 1,1 0,-1-1,0 1,0-1,0 1,0-1,0 0,-1 0,1 0,-1 0,0 0,0-1,0 1,0-1,0 0,-1 0,1 0,-1 0,1-1,-1 0,0 1,0-1,0 0,-3 0,7-1,1-1,-1 1,1-1,-1 1,1 0,-1-1,0 1,1-1,-1 1,0-1,1 1,-1-1,0 0,0 1,0-1,1 1,-1-1,0 1,0-1,0 0,0 1,0-1,0 1,0-1,0 0,0 1,-1-1,1 1,0-1,0 1,0-1,-1 1,1-1,0 1,0-1,-1 1,1-1,-1 1,1-1,0 1,-1-1,1 1,-1 0,1-1,-1 1,1 0,-1-1,1 1,-1 0,1 0,-1 0,0-1,1 1,-1 0,1 0,-1 0,1 0,-1 0,0 0,1 0,-1 0,1 0,-1 0,0 1,1-1,-1 0,1 0,-1 1,1-1,-1 0,11-4,0 0,0 0,1 1,-1 0,1 0,0 2,0-1,0 1,5 1,4-2,182-18,-164 14</inkml:trace>
  <inkml:trace contextRef="#ctx0" brushRef="#br0" timeOffset="263.294">3 56,'-2'-3,"1"7,6 10,9 10,11 10,11 3,-1-5</inkml:trace>
  <inkml:trace contextRef="#ctx0" brushRef="#br0" timeOffset="505.671">768 1,'-2'5,"1"10,6 15,9 14,11 10,10 7,12 3,-3-9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09:43.260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3315 946,'-2'-2,"-6"1,-1 1</inkml:trace>
  <inkml:trace contextRef="#ctx0" brushRef="#br0" timeOffset="1563.24">2741 1820,'24'-72,"-3"-2,8-64,-25 120,1 50,7 434,-11-421</inkml:trace>
  <inkml:trace contextRef="#ctx0" brushRef="#br0" timeOffset="925.963">1498 1766,'3'63,"-3"-63,0 0,0 0,0-1,0 1,0 0,0 0,1-1,-1 1,0 0,0 0,0-1,1 1,-1 0,0 0,0 0,0 0,1-1,-1 1,0 0,0 0,1 0,-1 0,0 0,0 0,1 0,-1 0,0-1,1 1,-1 0,0 0,0 0,1 0,-1 1,0-1,1 0,-1 0,0 0,0 0,1 0,-1 0,0 0,0 0,1 1,-1-1,0 0,0 0,1 0,-1 0,0 1,0-1,0 0,0 0,1 1,-1-1,0 0,0 0,0 1,0-1,0 0,0 0,0 1,0-1,0 0,0 1,1-1,9-23,-8 18,0 0,0 1,-1-1,0-1,0 1,0 0,-1 0,0 0,0 0,0 0,-1 0,1-1,-1 1,0 0,-1 0,1 0,-1 1,0-1,0 0,-1 1,1-1,-1 1,0 0,0 0,-1 0,1 0,-1 0,0 1,0-1,0 1,0 0,0 1,-1-1,1 1,-1 0,0 0,0 0,0 0,0 1,0 0,0 0,-5 1,0 1,1 0,-1 0,0 1,1 0,-1 0,1 1,0 1,0-1,0 2,0-1,1 1,0 0,0 1,0 0,1 0,-1 1,2 0,-1 0,1 1,0-1,0 1,1 1,0-1,1 1,0 0,0 0,1 0,0 0,0 1,1-1,0 1,1 0,0-1,1 1,0 0,1 0,0 7,1-9,1-1,-1 1,1-1,0 0,1 0,0 0,0 0,0-1,1 1,0-1,0 0,0-1,1 1,0-1,0 0,1-1,-1 1,1-1,0 0,0-1,7 3,10 3,1 0,0-2,0-1,1-1,-1-1,2-1,4 0,-1-2,1-1,-1-1,0-2,25-4,-3-5</inkml:trace>
  <inkml:trace contextRef="#ctx0" brushRef="#br0" timeOffset="1179.832">1949 1711,'24'-2,"18"-1,14-3,10 1,-1 0,-5 2,-14 3,-14 2</inkml:trace>
  <inkml:trace contextRef="#ctx0" brushRef="#br0" timeOffset="1339.997">2018 1888,'18'0,"18"0,17-2,11-1,6-2,-9 0</inkml:trace>
  <inkml:trace contextRef="#ctx0" brushRef="#br0" timeOffset="-510.603">2454 700,'1'-35,"1"-1,2 1,1-1,2 1,1 1,2-1,3-4,-4 20,-9 20,-1-1,1 0,0 0,0 0,0 1,0-1,0 0,-1 0,1 1,0-1,0 0,0 0,0 1,0-1,0 0,0 1,0-1,0 0,0 0,0 1,0-1,0 0,0 1,0-1,1 0,-1 0,0 1,0-1,0 0,0 0,0 0,0 1,1-1,-1 0,0 0,0 0,0 1,1-1,-1 0,0 0,0 0,1 0,-1 0,0 1,0-1,1 0,-1 0,0 0,1 0,-1 0,0 0,0 0,1 0,-1 0,0 0,0 0,1 0,-1 0,0 0,-21 244,20-189,1 1,3-1,10 55,-12-103,0-6,0 1,0-1,0 1,-1-1,1 1,-1 0,1-1,-1 1,0 0,1-1,-1 1,0 0,0-1,0 1,-1 0,1 0,0-1,-1 1,1 0,-1-1,1 1,-1-1,0 1,1-1,-1 1,0-1,0 1,0-1,0 0,-1 1,1-1,0 0,0 0,-1 0,1 0,-1 0,1 0,-1-1,1 1,-1 0,1-1,-1 1,-12 0</inkml:trace>
  <inkml:trace contextRef="#ctx0" brushRef="#br0" timeOffset="-258.923">2427 960,'5'-2,"3"-1,6 0,4 0,9 1,9 1,10 1,9-1,4-1,-8-1</inkml:trace>
  <inkml:trace contextRef="#ctx0" brushRef="#br0" timeOffset="-1861.055">1075 536,'-2'14,"-1"14,0 12,1 7,0 6,1 3,0-1,1-3,0-6,2-8,2-10</inkml:trace>
  <inkml:trace contextRef="#ctx0" brushRef="#br0" timeOffset="-1530.444">1020 413,'32'19,"-1"1,-1 2,-1 1,0 1,17 20,-26-24,-1 0,-1 1,-1 1,0 0,-2 1,7 15,-17-29,-1-1,0 1,-1 0,0 0,0 0,-1 0,0 0,0 1,-1-1,-1 1,1-1,-2 1,1-1,-1 1,-1-1,1 0,-2 1,1-1,-1 0,-1 0,0-1,-4 5,0 0,-2-1,1 0,-1-1,-1 0,0-1,-1 0,0-1,0 0,-1-1,0 0,-1-1,1 0,-1-1,-1-1,1 0,-1-1,0-1,0 0,-6 0,19-3,-1 0,0 1,1-1,-1 0,1 0,-1-1,1 1,-1 0,0-1,1 1,-1-1,1 0,0 0,-1 0,1 0,0-1,0 1,-1 0,1-1,0 0,0 0,-4-7</inkml:trace>
  <inkml:trace contextRef="#ctx0" brushRef="#br0" timeOffset="-1211.273">1662 714,'17'4,"11"3,11-1,8-1,6-2,-3-3,-8-2</inkml:trace>
  <inkml:trace contextRef="#ctx0" brushRef="#br0" timeOffset="-1027.759">1717 878,'19'0,"19"0,16 0,12 0,6-2,-8-1</inkml:trace>
  <inkml:trace contextRef="#ctx0" brushRef="#br0" timeOffset="2937.488">365 222,'-9'21,"1"-1,0 1,2 0,0 1,2 0,0 0,2 0,0 0,1 0,2 4,29 223,-17-172,22 232,-14 1,-13 1,-18 90,6-349,2-1,1 1,4 0,1 0,3-1,2 0,2 0,2-1,15 33,-4-24,-21-57,0 0,0 0,0 0,0-1,0 1,0-1,1 0,-1 0,0 0,1-1,-1 1,0-1,1 0,-1 0,1 0,-1 0,0 0,1-1,-1 0,0 1,3-2,4 1,378-50,251 27,-465 21,1530-76,-1233 31,-435 42,-31 1,-22 3,-143-2,99 1</inkml:trace>
  <inkml:trace contextRef="#ctx0" brushRef="#br0" timeOffset="4068.946">516 209,'-6'-8,"27"3,287-20,1663-5,-1084 44,-869-15,-13 0,0 1,-1 0,1 0,0 0,0 0,0 1,-1 0,1 0,0 0,-1 0,1 1,2 1,-5-1,-1 1,1-1,-1 1,0-1,0 1,0 0,0 0,-1-1,1 1,-1 0,0 0,1 0,-1 0,-1-1,1 1,0 0,-1 0,1 0,-1-1,0 1,0 0,0-1,0 1,-2 9,-18 133,6 1,5 108,7-152,-6 99,9 0,8-1,20 86,23-33,-23-128,7 94,-30-113,-10-93,-2-9</inkml:trace>
  <inkml:trace contextRef="#ctx0" brushRef="#br0" timeOffset="5648.71">433 1452,'578'-21,"1014"8,-1415 8,-1-8,50-15,-42 25,120 3,-301-3,-14-2,7 3,-15-7</inkml:trace>
  <inkml:trace contextRef="#ctx0" brushRef="#br1" timeOffset="43575.912">201 3282,'-11'-125,"9"77,-3 1,-1 0,-3 0,-3-7,-10 3,21 50,1 0,-1 0,1 0,-1 0,0 0,0 0,1 0,-1 0,0 0,0 0,0 1,0-1,0 0,0 1,0-1,0 1,0-1,0 1,0-1,0 1,-1 0,1 0,0-1,0 1,0 0,0 0,-1 0,1 0,0 0,0 1,0-1,0 0,-1 1,1-1,0 0,0 1,0-1,0 1,0 0,0-1,0 1,0 0,0 0,-7 8,1 0,0 1,0 0,1 0,0 0,1 1,1-1,-1 1,2 1,-1-1,2 0,-2 10,-2 3,1-1,1 1,1 0,1 0,1 0,1 0,1 0,2 0,0 0,1 0,2-1,0 0,2 0,0 0,2-1,0 0,1-1,1 0,2-1,-1 0,2-1,1-1,3 2,-1-4,1-1,0-1,2-1,-1 0,2-2,-1 0,2-1,-1-2,1 0,1-1,-1-2,1 0,4-1,-19-3,0 0,0-1,1 0,-1-1,0 0,1 0,-1-1,0 0,0-1,0 0,-1 0,1-1,-1 0,0 0,0-1,0 0,0 0,-1-1,0 0,0-1,-1 1,1-1,-1-1,0 0,2-3,-7 7,1 1,1-1,-1 1,0-1,1 1,0 0,0 0,0 0,0 0,0 1,1-1,-1 1,1 0,-1 0,1 0,0 1,0-1,0 1,0 0,0 0,3-1,116 3,-124-1,1 0,-1 0,1 0,-1 0,1 0,0 0,-1 0,1 0,-1 0,1 0,0 0,-1-1,1 1,0 0,-1 0,1 0,-1-1,1 1,0 0,0-1,-1 1,1 0,0 0,-1-1,1 1,0-1,0 1,0 0,-1-1,1 1,0 0,0-1,0 1,0-1,0 1,0-1,0 1,0 0,0-1,0 1,0-1,0 1,0 0,0-1,0 1,0-1,1 1,-1 0,0-1,0 1,0-1,1 1,-1 0,0-1,0 1,1 0,-1 0,0-1,1 1,-1 0,0 0,1-1,-1 1,-15-5,-1 1,0 1,0 0,0 1,0 1,-1 1,1 0,0 1,0 0,0 2,0 0,-8 2,-34 29,57-33,-1 0,1 0,0 1,-1-1,1 0,0 1,0-1,0 1,0-1,1 1,-1 0,0-1,1 1,-1 0,1-1,-1 1,1 0,0 0,0 0,0-1,0 1,0 0,0 0,0-1,1 1,-1 0,0 0,1-1,0 1,-1 0,1-1,0 1,0 0,0-1,1 2,4 2,0-1,0 0,1 0,0 0,-1-1,1 0,1 0,-1-1,0 0,0 0,1 0,-1-1,1 0,0-1,-1 0,1 0,-1 0,1-1,0 0,-1-1,0 0,1 0,2-2,-2 2,0-1,0 1,-1-2,1 1,-1-1,0-1,0 1,0-1,-1 0,0-1,0 1,0-1,0 0,-1-1,0 0,0 1,-1-1,0-1,0 1,-1-1,0 1,0-1,-1 0,0 0,0-3,-2 18,-1-1,1 1,1 0,-1 0,1 0,0 0,1 0,0-1,0 1,0 0,1-1,0 0,0 0,0 0,1 0,0 0,1 1,11 5,0-1,0 0,1-1,0-1,1 0,0-2,0 0,1-1,0 0,0-2,0 0,0-2,1 0,-1-1,1 0,0-2,51 3</inkml:trace>
  <inkml:trace contextRef="#ctx0" brushRef="#br1" timeOffset="43988.808">269 3364,'-12'4,"-10"7,-11 6,-12 6,-6 5,-6 2,9-4</inkml:trace>
  <inkml:trace contextRef="#ctx0" brushRef="#br1" timeOffset="44490.536">3233 3309,'-3'14,"0"11,-2 7,0 4,-2-2,0-3,2-6,2-6</inkml:trace>
  <inkml:trace contextRef="#ctx0" brushRef="#br1" timeOffset="45176.702">2891 3022,'5'0,"62"-2,1 2,-1 4,0 2,0 4,-1 2,33 12,-89-21,1 0,-1 0,0 1,0 1,0 0,-1 0,0 1,0 0,0 0,-1 1,0 0,0 1,-1 0,1 0,-2 0,1 1,-2 0,1 1,-1-1,0 1,-1 0,0 0,-1 0,0 1,0-1,-1 1,0 5,-3 8,0-21,0-1,0 1,0-1,1 1,-1-1,1 1,0-1,0 1,0 0,0-1,0 1,0-1,1 1,-1 0,1-1,0 1,0-1,0 0,0 1,0-1,1 0,-1 0,0 1,1-1,0 0,-1-1,1 1,0 0,0 0,0-1,2 2,6-3,0 0,0-1,0 0,0-1,0 0,0-1,-1 1,1-2,-1 1,0-2,0 1,0-1,-1 0,1-1,5-5,-1 1,-1-1,0 0,-1-1,-1 0,0-1,7-10,-9 12,-8 10,0 1,1-1,-1 0,1 0,-1 1,1-1,0 0,-1 1,1-1,0 0,-1 1,1-1,0 1,0-1,0 1,-1 0,1-1,0 1,0 0,0-1,0 1,0 0,0 0,-1 0,1 0,0 0,0 0,0 0,0 0,0 0,0 0,0 1,0-1,-1 0,1 1,0-1,0 0,0 1,-1-1,1 1,0-1,0 1,27 35,-16-19,-4-7,0-1,1 0,0-1,0 0,1 0,0-1,1 0,0-1,0 0,0-1,0 0,1 0,0-2,0 1,0-1,0-1,1-1,-1 1,0-2,1 0,-1 0,1-1,-1-1,0 0,12-3,-13 1,0 0,-1-1,1 0,-1 0,0-1,0 0,0-1,-1 0,0-1,-1 0,1 0,-2-1,1 0,-1 0,-1-1,1 0,-2 0,1 0,-1-1,-1 0,2-6,6-23,-2 0,-1 0,-3-1,-1 0,-1-22,3-68,-10-103,-15 114,18 118,0 1,0-1,0 0,-1 1,1-1,0 1,-1-1,1 1,-1-1,0 1,0-1,1 1,-1-1,0 1,0 0,0 0,0-1,-1 1,1 0,0 0,0 0,-1 0,1 0,0 1,-1-1,1 0,-1 1,1-1,-1 1,1-1,-1 1,0 0,1 0,-1-1,1 1,-1 0,0 0,1 1,-1-1,1 0,-1 1,0-1,1 0,-1 1,1 0,-1-1,1 1,0 0,-1 0,1 0,0 0,-1 0,1 0,0 0,0 0,0 1,0-1,-8 11,0 1,2 0,-1 0,1 1,1 0,1 0,0 0,0 1,2 0,0 0,0 6,-4 15,2 1,1 0,2 0,2 0,1 0,2 0,2 0,1-1,3 7,-2-18,0-1,1-1,2 1,0-2,1 1,2-1,0-1,1 0,1-1,1-1,1 0,1-1,0-1,1-1,24 14,-8-11</inkml:trace>
  <inkml:trace contextRef="#ctx0" brushRef="#br1" timeOffset="45420.802">4066 2749,'30'-2,"31"1,28 6,25 6,-7 2</inkml:trace>
  <inkml:trace contextRef="#ctx0" brushRef="#br1" timeOffset="46124.602">4734 3350,'17'-13,"-1"0,-1-1,0-1,-1 0,0-1,-2-1,0 0,0-1,-2 0,0 0,-2-1,0-1,0 1,-2-1,-1 0,0-1,-1-3,-4 20,0 0,0 0,0 0,-1 0,0 0,0 1,0-1,0 0,0 0,-1 1,1-1,-1 1,0-1,0 1,0 0,-1 0,1 0,-1 0,0 0,0 1,1-1,-2 1,1-1,0 1,0 0,-1 1,1-1,-1 0,0 1,0 0,1 0,-1 0,0 0,0 1,0 0,0-1,0 1,0 1,0-2,0 1,0 0,-1 0,1 0,0 1,0-1,0 1,-1 0,1 0,0 1,0-1,1 1,-1 0,0 0,-1 1,4-1,1-1,0 0,0 1,0-1,0 1,0-1,0 1,1-1,-1 0,0 1,1-1,-1 0,1 1,0-1,-1 0,1 1,0-1,0 0,0 0,0 0,0 0,0 0,0 0,0 0,0 0,0 0,0-1,1 1,-1 0,0-1,0 1,1-1,-1 1,1-1,-1 0,0 1,1-1,-1 0,1 0,-1 0,1 0,199 39,-63-16,-123-21,0 1,-1 0,1 1,-1 1,0 0,0 1,-1 0,0 1,0 1,0 0,-1 1,0 0,2 3,-12-8,0-1,0 1,0-1,0 1,-1 0,0 0,0 0,0 0,0 0,0 0,-1 0,0 0,0 0,0 0,0 0,0 0,-1 0,0 0,0 0,0 0,0 0,-1-1,0 1,1 0,-1-1,-1 1,-12 45,16-47,0 0,0 0,0 0,0 0,0 0,0 0,1-1,-1 1,1 0,-1-1,1 0,-1 1,1-1,0 0,0 0,0 0,0 0,0 0,0 0,0 0,0-1,0 1,0-1,0 1,0-1,0 0,1 0,-1 0,0 0,0 0,0-1,0 1,0-1,1 1,-1 0,13 0,0-1,0 0,0-1,0-1,-1 0,1-1,-1-1,0 0,0 0,0-2,-1 0,0 0,0-1,-1-1,0 0,0-1,2-3,6-1,-16 31,-5-13,0-1,0 0,0 1,1-1,-1 1,1-1,0 1,0-1,0 1,1-1,-1 1,1-1,0 1,0-1,0 1,0-1,0 0,1 0,0 0,0 0,0 0,0 0,0 0,0-1,1 1,-1-1,1 1,0-1,-1 0,1 0,0 0,0 0,1-1,0 1,0-1,0 0,0 0,0-1,0 0,0 1,0-1,-1-1,1 1,0 0,0-1,0 0,0 0,0 0,-1-1,1 1,0-1,-1 0,1 0,-1 0,0 0,0 0,0-1,0 0,0 1,0-1,-1 0,1 0,-1-1,0 1,0 0,0-1,-1 0,1 1,-1-1,0 0,0 0,0 1,0-1,-1 0,1 0,-1 0,0-4,0 2,0-1,-1 1,0-1,0 1,0-1,-1 1,0-1,0 1,-1 0,0 0,0 0,0 1,0-1,-1 1,0-1,0 1,-1 0,1 1,-1-1,0 1,-1 0,1 0,-1 1,1-1,-1 1,0 0,0 1,0 0,-1 0,1 0,-5 0,4 0,1 0,-1 0,0 1,1 0,-1 1,0 0,0 0,1 0,-1 1,0 0,0 0,1 0,-1 1,1 0,0 0,-1 1,1 0,0 0,0 1,1-1,-1 1,1 0,0 1,0-1,0 1,0 0,1 0,0 1,0-1,-3 6,6-6,-1 0,1 1,0-1,0 0,1 0,-1 0,1 1,0-1,1 0,-1 0,1 0,0 1,0-1,1 0,-1 0,1 0,0-1,1 1,-1 0,1-1,0 1,0-1,0 0,0 0,1 0,0-1,0 1,0-1,0 0,1 0,-1 0,1 0,-1-1,1 0,0 0,0 0,0-1,0 0,37 14</inkml:trace>
  <inkml:trace contextRef="#ctx0" brushRef="#br1" timeOffset="46861.142">5828 2763,'-6'-1,"0"1,0 0,1 0,-1 0,0 1,0 0,1 0,-1 0,1 1,-1 0,1 0,0 0,-1 1,1 0,1 0,-1 0,0 0,1 1,-1 0,1 0,0 0,0 1,1-1,-1 1,1 0,0-1,1 2,-1-1,1 0,0 0,0 1,0-1,1 1,0 0,0-1,0 1,1 0,0 0,0 2,7 19,0-1,2 0,1-1,1 0,1 0,1-1,2-1,0 0,14 15,-19-24,-6-8,20 30,2-1,1-1,2-1,8 5,-36-36,0-1,0 0,0 0,1 0,-1 0,0 0,1-1,-1 1,0 0,1-1,-1 1,1-1,-1 1,1-1,-1 1,1-1,-1 0,1 0,-1 0,1 0,-1 0,1 0,-1-1,1 1,-1 0,1-1,-1 1,1-1,-1 1,1-1,-1 0,0 0,1 1,-1-1,0 0,0 0,0 0,0-1,0 1,0 0,0 0,0 0,0-1,0 1,-1-1,1 1,0 0,-1-1,13-24,-1 1,-2-2,0 1,-2-1,-1-1,-1 1,-1-1,-2 0,-1 0,-1-28,-6-8,-3 78,10-10,0 0,0 0,0 0,0-1,1 1,0-1,-1 1,1-1,0 0,1 0,-1 0,1-1,-1 1,1-1,0 0,-1 0,1 0,0 0,0-1,3 1,187 73,-189-71,0-1,-1 1,1 0,-1 1,0-1,0 1,0 0,-1 0,0 0,0 0,0 1,0-1,-1 1,0 0,0-1,0 1,-1 0,0 0,0 0,-1 0,0 1,0-1,1 1,0-4,-1-1,0 1,0 0,1-1,0 1,-1-1,1 1,0-1,0 1,0-1,1 0,-1 1,0-1,1 0,0 0,-1 0,1 0,0 0,0-1,0 1,0 0,1-1,-1 0,0 1,0-1,1 0,-1 0,1 0,-1-1,1 1,-1 0,1-1,0 0,2 0,6-1,0-1,-1 0,1-1,-1 0,1-1,-1 0,0-1,0 0,-1 0,1-1,-1 0,-1-1,1 0,-1-1,0 1,-1-1,0-1,0 0,-1 0,0 0,0 0,-1-1,3-7,10-30,-31 92,7 61,6-103,1 1,-1-1,1 0,0 1,0-1,0 0,1 1,-1-1,1 0,0 0,0 0,0 0,0-1,0 1,1 0,-1-1,1 0,0 1,0-1,-1 0,1-1,1 1,-1 0,0-1,0 0,0 1,1-1,1 0,20 3</inkml:trace>
  <inkml:trace contextRef="#ctx0" brushRef="#br1" timeOffset="47106.486">6756 2544,'-12'21,"-1"16,8 11,13 7,4-6</inkml:trace>
  <inkml:trace contextRef="#ctx0" brushRef="#br1" timeOffset="47483.248">7056 2981,'24'-42,"-2"-1,-1-1,-3-1,-1-1,-3 0,-2-1,-1 0,-1-18,-9 60,2-8,0-1,-1 0,-1 0,0 1,-1-1,0 0,-1 0,-1 0,0 1,-3-6,5 17,0 1,0 0,-1-1,1 1,-1-1,1 1,-1 0,0-1,1 1,-1 0,0 0,0 0,0-1,0 1,0 0,0 0,0 0,0 0,-1 1,1-1,0 0,0 0,-1 1,1-1,-1 1,1-1,0 1,-1 0,1-1,-1 1,1 0,-1 0,1 0,-1 0,1 0,-1 1,1-1,-1 0,1 1,0-1,-1 1,1-1,0 1,-1 0,-51 46,39-23,1 0,1 1,1 1,1 0,1 0,2 1,0-1,2 2,1-1,1 1,1-1,3 25,0-27,1 0,1 0,1-1,1 0,2 1,0-2,2 1,5 10,-8-22,0 0,0 0,1-1,1 0,0 0,0-1,1 0,0-1,1 0,0 0,1-1,-1 0,1-1,1 0,0-1,7 3,-13-6,0-1,0 0,0-1,1 0,-1 0,0 0,1 0,-1-1,1 0,-1-1,1 1,-1-1,0-1,1 1,-1-1,0 0,0 0,0-1,0 0,-1 0,1 0,-1-1,0 1,0-1,0-1,0 1,0-1,-1 1,0-1,0-1,-1 1,1-1,3-4,-2 0,1 0,-1-1,-1 1,0-1,0 0,-1 0,-1 0,1-1,-2 1,0 0,0-1,-1 1,0-1,-3-10,3 21,0-1,0 1,0-1,-1 1,1-1,0 1,-1-1,1 1,-1-1,0 1,0-1,1 1,-1 0,0 0,0-1,0 1,0 0,0 0,-1 0,1 0,0 0,0 0,-1 0,1 1,0-1,-1 0,1 1,-1-1,1 1,-1-1,1 1,-1 0,0 0,1 0,-1 0,1 0,-1 0,1 0,-1 0,1 0,-1 1,1-1,-1 1,1-1,-1 1,1 0,-1-1,1 1,0 0,0 0,-1 0,1 0,0 0,0 0,0 1,0-1,0 0,0 0,0 1,1-1,-1 0,0 1,0 0,0 4,0 0,0 0,0 0,1 0,0 0,0 1,0-1,1 0,0 0,0 0,1 0,-1-1,1 1,1 0,-1 0,1-1,0 0,0 1,0-1,1-1,0 1,0 0,0-1,1 0,-1 0,1 0,0 0,0-1,3 2,64 44,6-4</inkml:trace>
  <inkml:trace contextRef="#ctx0" brushRef="#br0" timeOffset="105603.646">720 141,'1'-1,"-1"1,1-1,0 0,-1 1,1-1,-1 0,1 0,-1 1,0-1,1 0,-1 0,0 0,1 1,-1-1,0 0,0 0,0 0,0 0,0 0,0 1,0-1,0 0,0 0,0 0,0 0,0 0,-1 0,1 1,0-1,-1 0,1 0,0 0,-1 1,1-1,-1 0,0 1,1-1,-1 0,1 1,-1-1,0 1,0-1,1 1,-1-1,0 1,0-1,1 1,-1 0,0 0,0-1,0 1,0 0,0 0,0 0,1 0,-1 0,-1 0,-9 5,0 0,0 1,0 0,1 1,0 0,0 1,1 0,-4 3,3-2,-23 20,1 0,2 2,1 1,2 1,1 2,1 0,2 2,2 1,1 0,2 2,-9 30,24-58,0 0,0 1,1-1,1 0,0 1,1-1,0 1,1 1,-1-9,1 0,0-1,0 1,0-1,1 1,-1-1,1 1,0-1,0 0,1 0,-1 0,1 0,0-1,0 1,0-1,1 1,-1-1,1 0,-1 0,1-1,0 1,0-1,1 0,1 1,0-1,0 1,0-1,0-1,0 1,0-1,1 0,-1-1,0 1,1-1,-1-1,1 1,-1-1,0 0,1-1,-1 1,0-1,0 0,0-1,0 1,-1-1,2-1,4-3,-2 0,1-1,-1 0,0 0,0-1,-1 0,0-1,-1 0,0 0,-1 0,2-4,19-43,-3-1,-2-1,-3-1,-2-1,-3-1,-3 0,0-24,-3-64,-9 148,1-1,0 1,-1-1,1 1,-1 0,1-1,-1 1,0 0,0-1,0 1,-1 0,1 0,0 0,-1 0,1 0,-1 0,0 1,0-1,0 1,0-1,0 1,0-1,0 1,0 0,0 0,0 0,-1 0,1 1,0-1,-1 0,1 1,-1 0,1-1,-1 1,1 0,0 0,-1 1,1-1,-1 0,1 1,-1 0,1-1,0 1,-2 1,-8 3,-1 0,1 1,0 1,1 0,0 0,0 1,0 1,1 0,0 0,1 1,0 0,1 1,0 0,1 0,0 0,0 1,1 0,1 1,0-1,1 1,0 0,1 0,0 1,1-1,1 0,0 1,1 10,5 12,1 1,2-1,2 0,1 0,1-2,3 1,0-1,11 14,8 10,3-2,2-1,14 11,20 29,-51-64</inkml:trace>
  <inkml:trace contextRef="#ctx0" brushRef="#br0" timeOffset="106558.171">802 1588,'-10'-1,"0"1,0 0,0 1,0 0,0 0,0 1,0 0,0 1,1 0,0 1,-1 0,1 0,1 1,-1 0,1 0,0 1,-2 2,-8 6,1 2,1 0,0 1,1 0,1 1,-11 19,11-14,0 1,2 0,1 0,1 1,1 1,2 0,-4 18,10-41,0 0,0 0,0 0,1 0,-1 0,1 0,0 0,0 0,0 0,0-1,0 1,1 0,-1 0,1 0,0 0,0 0,0 0,0-1,0 1,1 0,-1-1,1 1,-1-1,1 0,0 1,0-1,0 0,1 0,-1 0,1 0,6-1,0 0,0-1,0 0,1 0,-1-1,0 0,0-1,0 0,0-1,0 1,-1-1,1-1,-1 0,0 0,0-1,0 0,0 0,-1-1,5-4,12-7,-2 0,1-1,-2-2,-1 0,0-1,-2-1,0 0,-1-2,-2 0,1-3,-9 14,-1 0,0 0,0 0,-1-1,-1 0,-1 0,0 0,0-1,-2 1,0 0,0-1,-1 0,-1 1,-1 0,0-1,-1 1,0 0,-1 0,-1 0,-4-10,6 17,1 1,-1-1,-1 0,1 1,-1 0,0 0,-1 0,0 1,0-1,0 1,0 0,-1 1,1-1,-1 1,0 0,-1 0,1 1,-1 0,0 0,1 1,-1-1,0 2,-1-1,1 1,0 0,0 0,0 1,-1 0,1 0,0 1,0 0,-1 0,-4 2,6 0,-1 0,1 1,0-1,0 2,0-1,0 0,1 1,-1 0,1 1,1-1,-1 1,1 0,0 0,0 0,1 1,0-1,0 1,0 0,1 0,0 0,0 0,0 2,0 5,0 1,1-1,1 1,0-1,1 1,0-1,1 1,1-1,0 0,5 12,11 16,3-1,1 0,2-2,1-1,3-1,0-1,3-2,1-1,1-1,36 25,-64-52,8 6,0 1,-2 1,1 0,-1 0,-1 1,9 15,-8-5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0:22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5021 698,'16'0,"0"1,-1 1,1 0,0 1,-1 1,1 0,-1 1,0 1,-1 1,1 0,-1 0,-1 1,0 1,0 1,0 0,-1 0,-1 1,0 1,0 0,-1 0,-1 1,0 0,0 1,-2 0,0 0,0 1,-1-1,-1 2,-1-1,1 5,-2 11,-1 0,-2 0,-1 0,-1 1,-2-1,-1 0,-1-1,-11 29,-8 53,23-106,0-1,1 1,-1 0,1-1,0 1,1 0,0 0,0 0,0 0,0 0,1 0,0-1,0 1,0 0,1 0,0-1,0 1,1-1,-1 0,1 0,0 0,1 0,-1 0,1 0,0-1,0 0,0 0,1 0,-1 0,1-1,4 3,-2-5,0 0,0 0,0 0,0-1,0 0,0 0,0 0,0-1,0-1,0 1,0-1,0 0,-1 0,1-1,-1 0,1 0,-1-1,0 0,0 0,-1 0,1 0,-1-1,0 0,0 0,0-1,-1 1,0-1,0 0,-1 0,1-1,-1 1,0 0,-1-1,0 0,0 0,0 0,-1 0,0 0,0-6,0-2,-1 1,-1-1,0 1,-1 0,0-1,-1 1,-1 0,0 0,-1 1,-1-1,0 1,0 1,-8-11,-2-2,0 2,-2-1,-1 2,-1 1,-1 0,-9-6,9 10,0 2,0 0,-2 1,0 2,0 0,-1 2,-1 0,0 1,0 2,0 1,-1 1,13 0,33 2,-7 2,463-70,-464 69,-9 1,0-1,0 1,0 0,1 1,-1-1,0 0,0 1,1 0,-1 0,0 0,1 0,-1 0,0 1,1-1,-1 1,0 0,0 0,1 0,-1 0,0 1,0-1,0 1,-1 0,1 0,0 0,-1 0,1 0,-1 1,0-1,2 3,-1 68,-4-68,0 0,1 1,-1-1,1 1,0-1,0 0,1 1,0-1,0 1,0-1,0 0,1 0,0 0,0 0,0 0,1 0,0 0,0 0,0-1,2 2,29 9,-19-17</inkml:trace>
  <inkml:trace contextRef="#ctx0" brushRef="#br0" timeOffset="154.636">5622 492,'0'0</inkml:trace>
  <inkml:trace contextRef="#ctx0" brushRef="#br0" timeOffset="606.834">5977 1,'-7'20,"2"0,1 1,0 0,2-1,0 1,1 0,1 0,2 0,-1 0,6 18,14 110,8-1,11 21,-31-132,1-1,1 1,2-2,2 0,1 0,15 22,-27-51,0 0,0 0,0-1,1 1,0-1,0 0,0 0,1-1,0 1,0-1,0-1,0 1,0-1,1 0,0 0,-1-1,1 0,0 0,0 0,0-1,0 0,1-1,-1 0,0 0,0 0,0-1,0 0,1 0,-1-1,-1 0,1 0,0-1,0 1,-1-2,2 0,5-5,0 0,-1-1,-1-1,0 1,0-2,-1 0,0 0,-1-1,-1 0,0 0,0-1,-2 0,1 0,-2-1,2-7,-3 3,-4 19,0 1,0-1,0 0,0 0,0 0,-1 1,1-1,0 0,0 0,0 1,0-1,0 0,0 0,0 0,0 1,-1-1,1 0,0 0,0 0,0 0,0 1,-1-1,1 0,0 0,0 0,0 0,-1 0,1 0,0 1,0-1,0 0,-1 0,1 0,0 0,0 0,-1 0,1 0,0 0,0 0,-1 0,1 0,0 0,0 0,0 0,-1-1,1 1,0 0,0 0,0 0,-1 0,1 0,0 0,0 0,0-1,-1 1,1 0,0 0,0-1,-4 7,1-1,0 0,1 1,-1-1,1 1,0 0,1 0,-1 0,1 0,0 0,1 0,-1 0,1 0,0 1,1-1,-1 0,1 0,1 0,-1 0,1 0,0-1,0 1,1 0,0-1,0 1,0-1,0 0,1 0,0-1,0 1,0-1,1 1,4 2,62 12,-36-18</inkml:trace>
  <inkml:trace contextRef="#ctx0" brushRef="#br0" timeOffset="767.411">6455 602,'-19'0,"-13"0,-5 0,-2-3,2-2,6-1</inkml:trace>
  <inkml:trace contextRef="#ctx0" brushRef="#br0" timeOffset="1019.677">5963 384,'16'0,"17"0,20 0,18 0,14 2,11 1,4 2,-3 3,-16-1</inkml:trace>
  <inkml:trace contextRef="#ctx0" brushRef="#br0" timeOffset="1287.24">6851 793,'0'14,"0"9,0 8,2 3,4-2,2-1,2-5,3-6,-2-6</inkml:trace>
  <inkml:trace contextRef="#ctx0" brushRef="#br0" timeOffset="1288.24">6905 479,'-12'-16,"-3"-8,-2 0,4 4,10 8,13 9,18 11,4 5</inkml:trace>
  <inkml:trace contextRef="#ctx0" brushRef="#br0" timeOffset="-1333.403">4120 766,'0'18,"0"23,0 21,2 17,1 15,0 10,1 3,1-2,1-8,0-13,-1-16,-2-18,-1-17</inkml:trace>
  <inkml:trace contextRef="#ctx0" brushRef="#br0" timeOffset="-780.335">4120 1272,'-52'-257,"25"68,26 187,1-1,-1 0,0 1,1-1,0 1,-1-1,1 0,0 1,1-1,-1 0,0 1,1-1,-1 0,1 1,0-1,0 1,0-1,0 1,1 0,-1-1,0 1,1 0,0 0,-1 0,1 0,0 0,0 0,0 1,0-1,1 1,-1-1,0 1,1 0,-1 0,0 0,1 0,0 0,-1 0,1 1,-1-1,1 1,1 0,8 1,-1 2,1-1,-1 1,0 1,0 0,-1 0,1 1,-1 1,0 0,0 0,0 1,-1 0,0 1,-1-1,0 2,0-1,0 1,-1 1,3 6,-8-14,0 1,0 0,0 0,-1-1,1 1,-1 0,0 0,0 0,0 1,-1-1,1 0,-1 0,1 0,-1 0,0 1,0-1,-1 0,1 0,-1 1,1-1,-1 0,0 0,0 0,0 0,-1 0,1 0,-1 0,1-1,-1 1,0-1,0 1,-1-1,1 1,0-1,-1 0,1 0,-1 0,0-1,1 1,-1 0,-1-1,-1 2,-1-1,1 1,0-1,-1-1,0 1,1-1,-1 0,0 0,0-1,0 0,1 0,-1 0,0-1,0 1,0-2,-2 1,9 1,-1-1,1 1,-1 0,0 0,1 0,-1 0,1 0,-1 0,0-1,1 1,-1 0,0 0,1-1,-1 1,0 0,1 0,-1-1,0 1,0 0,1-1,-1 1,0 0,0-1,0 1,1 0,-1-1,0 1,0-1,0 1,0 0,0-1,0 1,0-1,0 1,0 0,0-1,0 1,0-1,0 1,0-1,0 1,-1 0,1-1,0 1,0 0,0-1,0 1,-1 0,1-1,0 1,-1 0,1-1,0 1,0 0,-1 0,1-1,0 1,-1 0,1 0,-1 0,1-1,0 1,-1 0,1 0,0 0,-1 0,35-11,-18 8,-1 0,1 1,0 1,0 1,0 0,0 1,0 1,-1 0,1 1,0 1,-1 0,0 1,0 1,0 0,-1 1,0 1,0 0,-1 1,6 5,-16-11,-2-2,0 1,0-1,0 1,1-1,-1 1,0-1,1 0,-1 0,1 0,-1 0,1 0,-1 0,1 0,0 0,0-1,-1 1,1-1,0 1,0-1,0 1,-1-1,1 0,0 0,0 0,0 0,0-1,0 1,-1 0,1-1,0 1,0-1,-1 1,1-1,0 0,-1 0,1 0,0 0,0-1,7-7,0-1,0-1,-1 0,0 0,-1 0,-1-1,0 0,0 0,-1-1,0 0,-2 0,2-4,-5 13,0 1,1 0,-1 0,-1-1,1 1,0 0,-1 0,0-1,0 1,0 0,0 0,0 0,-1 0,1 0,-1 0,0 1,0-1,0 0,0 1,0 0,0-1,-1 1,1 0,-1 0,0 0,0 1,1-1,-1 1,0-1,0 1,0 0,-1 0,1 0,0 1,0-1,-1 1,1-1,0 1,0 0,-1 1,1-1,0 0,0 1,-1 0,1 0,0 0,-2 1,-3 1,1 0,-1 1,1 0,0 0,0 1,0 0,0 0,1 0,0 1,0 0,1 0,-1 1,1 0,-2 3,5-6,0-1,0 0,0 1,0-1,0 1,1 0,0-1,0 1,0 0,0 0,0 0,1 0,0 0,-1 0,2 0,-1 0,0 0,1 0,0-1,-1 1,2 0,-1 0,0 0,1-1,0 1,-1-1,2 1,-1-1,0 0,1 0,0 1,29 20,5-6</inkml:trace>
  <inkml:trace contextRef="#ctx0" brushRef="#br0" timeOffset="-3083.23">309 739,'-6'-17,"-1"1,0 0,-1 0,-1 1,-1 0,-3-3,11 15,0 0,0 0,-1 0,1 1,-1-1,0 0,0 1,0 0,0 0,0 0,0 0,0 0,-1 1,1-1,-1 1,1 0,-1 0,0 0,1 1,-1-1,0 1,0 0,1 0,-1 0,0 1,0-1,1 1,-1 0,0 0,1 0,-1 0,0 1,-5 4,1 1,0 0,1 0,-1 0,1 1,1 0,0 0,0 1,0-1,1 1,0 1,1-1,0 1,1 0,0-1,0 1,1 1,0-1,1 0,0 1,1-1,0 11,0-17,0 0,0-1,1 1,-1 0,1 0,0 0,0 0,0 0,0 0,1-1,0 1,0-1,0 1,0-1,0 0,0 1,1-1,0 0,0-1,0 1,0 0,0-1,0 0,0 0,1 0,-1 0,1 0,0-1,-1 1,1-1,0 0,0 0,0-1,0 1,0-1,0 0,0 0,0 0,3-1,-1 0,0 0,-1-1,1 0,-1 0,1 0,-1-1,0 0,0 0,0 0,0 0,0-1,-1 0,0 0,0 0,0-1,0 1,-1-1,1 0,-1 0,-1 0,1 0,-1-1,1 1,-1-4,1 2,0-1,-1 0,-1 0,1 0,-1 0,0 0,-1-1,0 1,0 0,-1 0,0 0,-1 0,1 0,-2 0,1 0,-1 1,-2-5,5 11,0 0,0 0,0 0,0 0,0 1,0-1,0 0,-1 0,1 0,0 0,0 1,-1-1,1 0,0 0,-1 1,1-1,-1 0,1 1,-1-1,1 0,-1 1,0-1,1 1,-1-1,0 1,1-1,-1 1,0-1,0 1,1 0,-1 0,0-1,0 1,0 0,1 0,-1 0,0 0,0 0,0 0,0 0,0 0,1 0,-1 0,0 0,0 0,0 1,1-1,-1 0,0 1,0-1,1 1,-1-1,0 1,1-1,-1 1,0-1,1 1,-1-1,1 1,-1 0,1-1,-1 1,1 0,-1 0,1-1,0 1,-2 12,0 0,2 0,0 0,0 0,1 0,0 0,1 0,1-1,0 1,1-1,0 1,1-1,0-1,1 1,0-1,1 0,2 3,-1-5,0 0,0-1,1 1,0-2,1 1,-1-1,1-1,1 0,-1 0,1-1,0 0,0-1,1 0,-1-1,1 0,0-1,0 0,7-1,26 1</inkml:trace>
  <inkml:trace contextRef="#ctx0" brushRef="#br0" timeOffset="-2594.976">978 711,'-8'-3,"-1"1,0 0,1 1,-1 0,0 0,0 1,0 0,0 1,0 0,0 0,0 0,1 2,-1-1,0 1,1 0,0 0,0 1,0 1,0-1,1 1,-1 0,1 1,1 0,-1 0,1 0,-5 7,7-9,-1 1,1 1,0-1,1 0,-1 1,1 0,0 0,0 0,1 0,0 0,0 1,0-1,1 1,0-1,0 1,1 0,0-1,0 1,0-1,1 1,0 0,0-1,1 1,0-1,0 0,0 0,1 1,0-1,0-1,1 2,6 2,0-1,1 0,0-1,0 0,1-1,-1 0,1 0,1-2,-1 1,1-2,0 1,0-2,0 0,0 0,0-1,0-1,0 0,1-1,11-2,-5 0,1-1,-1-1,0 0,0-1,0-2,-1 0,0-1,0 0,-1-2,7-6,-14 10,-1 0,-1-1,1 0,-1-1,-1 0,0-1,0 1,-1-2,0 1,0-1,-1 0,-1 0,0 0,-1-1,0 0,0 0,-2 0,1-2,-8-34,5 47,0 0,0 1,0-1,0 0,0 0,-1 0,1 0,0 1,0-1,-1 0,1 0,-1 0,1 1,-1-1,1 0,-1 1,1-1,-1 0,0 1,1-1,-1 1,0-1,0 1,1-1,-1 1,0 0,0-1,0 1,1 0,-1 0,0-1,0 1,0 0,0 0,0 0,1 0,-1 0,0 0,0 0,0 0,0 1,0-1,1 0,-1 1,0-1,0 0,0 1,1-1,-1 1,0-1,0 1,-3 4,0 0,0 0,0 0,0 1,1 0,0-1,0 1,1 1,0-1,0 0,0 0,0 1,1-1,0 1,1 5,-2-6,2 0,-1 0,1 0,0 0,0 0,0 0,1 0,0 0,0 0,1 0,0 0,0 0,0-1,1 1,-1-1,1 1,1-1,-1 0,1 0,-1-1,2 1,-1-1,0 0,1 0,0 0,0 0,0-1,0 0,0 0,6 2,9 1,-1-1,1 0,0-2,0 0,0-1,1-1,-1-1,0-1,0-1,19-3,18-5</inkml:trace>
  <inkml:trace contextRef="#ctx0" brushRef="#br0" timeOffset="-1840.477">1948 602,'-14'-2,"-1"1,1 1,0 0,0 1,-1 1,1 0,0 1,0 0,1 1,-1 1,1 0,0 1,0 0,1 1,-1 0,-8 8,19-13,1 0,-1-1,1 1,0 0,-1 0,1 0,0 0,0 0,0 0,1 0,-1 0,0 1,1-1,-1 0,1 0,0 1,0-1,0 0,0 0,0 1,0-1,1 0,-1 0,1 1,-1-1,1 0,0 0,0 0,0 0,0 0,0 0,1 0,-1 0,1 0,-1-1,1 1,0 0,72 51,-23-27,-20-10,-1 0,-1 2,0 2,2 3,-28-22,0 0,-1 1,1-1,-1 1,0 0,1 0,-1 0,0 0,0 0,0 0,0 1,-1-1,1 1,-1-1,1 1,-1 0,0 0,0-1,0 1,0 0,-1 0,1 0,-1 0,1 0,-1 0,0 0,0 0,-1 0,1 0,-1 0,1 0,-1-1,0 1,0 0,0 0,0 0,-1-1,1 1,-1-1,0 1,0-1,0 1,0 0,0-1,0 0,0 0,0 0,-1-1,1 1,0 0,-1-1,1 0,-1 1,1-1,-1 0,0 0,1-1,-1 1,0 0,0-1,0 0,0 0,1 0,-1 0,0 0,0 0,0-1,1 1,-1-1,0 0,0 0,1 0,-1 0,1 0,-1-1,1 1,-1-1,1 1,0-1,0 0,0 0,0 0,-1-1,2-3,1 0,-1 0,1 0,1 0,-1 0,1 0,0 0,0 0,1 0,-1 1,1-1,1 0,-1 1,1 0,0-1,0 1,0 0,2-1,-3 3,190-292,-161 247,-2-1,-3-1,-1-2,-3-1,-2 0,10-45,-28 92,0 1,-1-1,1 0,-1 0,0 0,0 0,-1-1,0 1,0 0,-1 0,1 0,-1 0,0 0,-1 0,0 0,0 1,0-1,0 0,-1 1,0-1,0 1,-4-5,5 10,1-1,-1 0,0 1,1-1,-1 1,0-1,1 1,-1 0,0 0,1-1,-1 1,0 0,0 1,1-1,-1 0,0 0,1 1,-1-1,0 1,1 0,-1-1,1 1,-1 0,1 0,-1 0,1 0,0 0,-1 0,1 0,0 1,0-1,0 0,0 1,0-1,0 1,-32 55,24-26,1 0,2 0,1 1,1-1,2 1,1 0,1 0,2 0,2 0,0-1,3 1,7 23,-7-23,2 1,1-1,2-1,0 0,3-1,0 0,2-2,1 1,15 16,-28-39,0 1,0-1,1 0,0-1,0 1,0-1,1 0,0-1,0 0,0 0,0 0,0-1,1 0,0-1,-1 1,1-1,0-1,0 0,0 0,0 0,0-1,1 0,-1-1,0 0,0 0,0-1,0 0,-1 0,1 0,0-1,-1-1,6-2,-4-2,-1-1,1 1,-2-1,1-1,-1 0,-1 0,1 0,-2 0,0-1,0 0,-1 0,0-1,-1 1,0-1,-1 0,0 0,-1 1,0-1,-1 0,-1-4,2 15,-1 1,0-1,1 0,-1 1,0-1,0 0,1 0,-1 1,0-1,0 0,0 0,0 1,0-1,0 0,0 0,-1 1,1-1,0 0,0 0,0 1,-1-1,1 0,0 1,-1-1,1 0,-1 1,1-1,-1 1,1-1,-1 0,1 1,-1 0,1-1,-1 1,0-1,1 1,-1 0,0-1,1 1,-1 0,0-1,0 1,1 0,-1 0,0 0,0 0,1 0,-1 0,0 0,0 0,1 0,-1 0,0 0,0 1,1-1,-1 0,0 0,1 1,-1-1,0 1,1-1,-1 1,-4 7,1 0,1 0,-1 1,2-1,-1 1,1 0,0 0,1 0,0 0,0 0,1 0,0 0,1 0,1 5,-2-6,1 0,1-1,0 1,0-1,0 0,1 0,0 0,0 0,1 0,0 0,0-1,0 0,1 0,0 0,0 0,1-1,0 0,-1 0,2-1,-1 1,0-1,1-1,0 1,0-1,0 0,1 0,30 7,-4-3</inkml:trace>
  <inkml:trace contextRef="#ctx0" brushRef="#br0" timeOffset="-1573.126">2071 424,'32'0,"39"0,40-2,36-1,30 0,-15 0</inkml:trace>
  <inkml:trace contextRef="#ctx0" brushRef="#br0" timeOffset="27653.613">419 2555,'0'13,"0"15,0 9,0 8,0 3,2-2,1-5,0-8</inkml:trace>
  <inkml:trace contextRef="#ctx0" brushRef="#br0" timeOffset="27855.076">350 2268,'-14'-7,"-5"0,2 6,3 8,8 9,13 9,17 6,15 1,1-5</inkml:trace>
  <inkml:trace contextRef="#ctx0" brushRef="#br0" timeOffset="28504.35">992 2623,'-16'-8,"-1"1,0 0,0 2,0 0,-1 1,0 0,1 1,-1 2,0 0,0 0,0 2,-7 1,19-1,0 1,1 0,-1 0,1 1,-1-1,1 1,0 0,0 1,1-1,-1 1,1 0,-1 0,1 0,1 1,-1 0,0-1,1 1,0 0,0 1,1-1,0 0,-1 1,2 0,-1-1,1 1,0 0,0 0,0 0,1-1,0 1,0 0,1 0,-1 0,1 0,0 0,1-1,0 1,0 0,0-1,0 0,1 1,0-1,0 0,0 0,1 0,0-1,1 2,0-2,0-1,0 0,0 0,0 0,0 0,1-1,0 0,-1 0,1-1,0 1,0-1,0 0,0-1,0 0,0 0,0 0,0 0,-1-1,1 0,0 0,0-1,0 0,-1 0,1 0,-1 0,1-1,-1 0,0 0,0-1,-1 1,1-1,-1 0,1 0,-1-1,0 1,-1-1,2-3,5-6,-1 0,-1-1,0 0,-1 0,-1 0,0-1,-1 0,-1-1,-1 1,0-1,-1-1,5-186,-7 200,0-10,0-1,-1 1,-1 0,0-1,-1 1,-1 0,-4-10,8 23,0 0,0 0,0 1,0-1,0 0,0 1,0-1,0 0,-1 0,1 1,0-1,0 1,-1-1,1 0,-1 1,1-1,-1 1,1-1,-1 0,1 1,-1-1,1 1,-1 0,1-1,-1 1,0 0,1-1,-1 1,0 0,1-1,-1 1,0 0,1 0,-1 0,0 0,0 0,1 0,-1 0,0 0,1 0,-1 0,0 0,0 0,1 1,-1-1,0 0,1 0,-1 1,0-1,1 0,-1 1,1-1,-1 1,1-1,-1 1,1-1,-1 1,1-1,-1 1,1 0,-22 43,15-17,1 0,1 0,1 1,2-1,1 1,1 0,1-1,1 1,2-1,0 1,2-1,9 23,-13-40,1 0,1 1,0-1,0 0,1-1,1 1,-1-1,1 0,1 0,0-1,0 0,0 0,1 0,1-1,-1-1,1 1,0-1,0-1,1 0,0 0,0-1,0 0,0 0,0-1,1-1,0 0,-1 0,1-1,9 0,-8-4,0 1,0-1,-1-1,1 0,-1-1,0 0,0 0,-1-2,0 1,0-1,0 0,-1-1,0 0,-1-1,1 0,-2 0,1-1,-1 0,-1 0,0 0,0-1,-1 0,-1 0,1-1,-2 1,0-1,0 0,-1 1,-1-1,1-5,-2 14,1 0,-1 1,1-1,-1 1,0-1,0 0,0 1,-1-1,1 0,-1 1,1-1,-1 1,0-1,0 1,0-1,0 1,-1-1,1 1,0 0,-1 0,0 0,1 0,-1 0,0 0,0 0,0 1,-1-1,1 1,-1-1,0 3,1 0,0 1,0-1,0 1,0-1,0 1,0 0,0 0,0 0,1 0,-1 0,1 0,0 1,0-1,-1 0,2 1,-1-1,0 1,0-1,1 1,-1 2,-1 1,0-1,0 1,1 0,0 0,0 0,1 0,0 0,0 0,0 0,0 0,1 0,0 0,0 0,1 0,0 0,0-1,0 1,1-1,-1 1,2-1,-1 0,0 0,1 0,0 0,0-1,0 0,1 0,-1 0,1 0,0-1,0 1,0-1,1-1,-1 1,34 11,-3-6</inkml:trace>
  <inkml:trace contextRef="#ctx0" brushRef="#br0" timeOffset="29440.992">1634 2500,'-5'23,"1"0,2 1,0-1,1 1,2 0,0-1,1 1,5 17,-6-35,-1-1,1 0,0 0,1 1,-1-1,1 0,0 0,0 0,1-1,-1 1,1 0,0-1,0 0,1 0,-1 0,1 0,0 0,0-1,0 1,1-1,-1 0,1-1,-1 1,1-1,0 0,0 0,5 1,-4-5,0-1,-1 0,0 0,0-1,0 1,0-1,0 0,-1-1,1 1,-1-1,0 0,-1 0,1 0,-1 0,0-1,0 1,-1-1,1 0,-1 0,-1 0,2-5,27-119,-26 188,-4-51,1 0,-1-1,2 1,-1 0,1-1,0 1,1-1,-1 0,1 1,0-1,1-1,0 1,0 0,0-1,0 0,1 0,0 0,0-1,0 1,5 2,7 1,1-2,0 1,0-2,0 0,1-2,-1 0,1-1,0 0,0-2,0 0,0-1,0-1,-1-1,1-1,1 0,-1 0,0-1,0-1,-1 0,0-1,0-1,0-1,8-6,-19 10,0 0,0 0,0-1,-1 0,0 0,0-1,-1 1,1-1,-1 0,-1-1,0 1,0-1,0 0,-1 0,0 0,0-1,-1 1,0-1,0-20,0 1,-2-1,0 1,-3-1,0 1,-2-2,-2-27,-8-307,13 188,2 163,0 1,-1-1,0 0,-1 0,0 0,-1 1,0 0,-1-1,-1 1,-5-11,9 21,0 1,0-1,0 1,0-1,0 1,0-1,0 1,-1 0,1 0,0-1,-1 1,1 0,-1 0,1 0,-1 1,1-1,-1 0,0 0,0 1,1-1,-1 1,0 0,0-1,1 1,-1 0,0 0,0 0,0 0,1 1,-1-1,0 0,0 1,1-1,-1 1,0 0,1-1,-1 1,0 0,1 0,-1 0,1 0,0 0,-1 0,1 1,0-1,0 0,0 1,-1 0,-8 11,1 0,0 2,1-1,1 1,0 0,1 0,0 1,1 0,1 0,-1 9,-5 24,1 1,3 0,2 0,2 0,2 0,3 0,1 0,3 0,2-1,2 0,2-1,3 0,1-1,2-1,25 42,-36-72,1-1,0 0,1-1,0 0,1 0,1-1,0 0,1-1,0-1,1 0,0-1,1 0,0-1,1-1,-1 0,5 0,-14-6,-1-1,1-1,-1 1,1-1,-1 0,1 0,-1-1,0 0,1 1,-1-2,0 1,1-1,-1 0,0 0,0 0,0-1,-1 1,1-1,0 0,-1-1,0 1,0-1,0 0,0 0,-1 0,1-1,-1 1,0-1,9-14,-1 0,-1 0,-1-1,0 0,-2-1,2-8,18-60,-26 122,-2-26,-1 0,1-1,0 1,1 0,-1 0,1 0,1-1,-1 1,1 0,0 0,1-1,0 1,0 0,0-1,1 0,0 0,0 0,0 0,1 0,0 0,0-1,1 0,-1 0,1 0,0 0,4 2,16 4</inkml:trace>
  <inkml:trace contextRef="#ctx0" brushRef="#br0" timeOffset="30006.482">2849 2254,'-262'-71,"-13"10,166 34,124 23,404 26,-220-23,0-8,195-36,-331 36,-1-3,0-3,-1-2,45-21,-35-3,-69 40,0-1,-1 0,1 1,0-1,-1 0,1 0,-1 0,0 0,0 0,1 0,-1 0,-1 0,1 0,0 0,0-1,-1 1,0 0,1-1,-1 1,0 0,0-1,0 1,0 0,-1-1,1 1,0 0,-1-1,0 1,0 0,0 0,0 0,0-1,-4-4,0 0,-1 0,0 0,-1 1,1 0,-1 0,-1 0,1 1,-1 0,0 0,0 1,-5-2,-16-7,0 2,-1 0,-1 2,0 2,0 0,0 2,-1 2,1 0,-1 3,-10 1,33-2,1 1,-1 0,0 1,1-1,-1 2,0-1,1 2,-1-1,1 1,0 0,0 0,0 1,1 0,-1 1,1 0,0 0,0 0,0 1,1 0,0 1,0-1,1 1,0 0,0 0,0 1,1-1,0 1,0 0,1 0,-1 7,1 11,3 0,0 0,1 0,1 0,2 0,1 0,1-1,0 0,8 15,29 101,-4-16,16 99,-44-163,-2 0,-3 1,-3-1,-3 1,-2 0,-3-1,-2 0,-3 0,-3 0,-15 39,26-92,-1 1,0 0,0 0,-1 0,0-1,0 1,-1-1,0 0,-1 0,-3 4,8-11,0-1,0 0,0 0,1 1,-1-1,0 0,0 0,0 0,0 0,0 0,0 0,1 0,-1 0,0 0,0 0,0-1,0 1,0 0,1-1,-1 1,0 0,0-1,1 1,-1-1,0 1,1-1,-1 1,0-1,1 0,-1 1,1-1,-1 0,1 0,-1 1,1-1,-1 0,1 0,0 0,0 1,-1-1,1 0,0 0,0 0,0 0,0 0,0 1,0-1,0 0,0 0,0 0,0 0,1 0,-1 1,0-2,-6-48,3-8</inkml:trace>
  <inkml:trace contextRef="#ctx0" brushRef="#br0" timeOffset="30293.724">3191 2636,'0'-2,"1"0,-1 0,1 1,0-1,0 0,-1 0,1 0,1 1,-1-1,0 1,0-1,1 1,-1-1,1 1,-1 0,1-1,-1 1,1 0,0 0,0 0,-1 1,1-1,0 0,0 1,0-1,0 0,41-15,1 1,0 2,1 2,1 2,0 2,16 1,-37 3,2-1,-1 1,1 1,-1 1,1 2,0 0,-1 2,9 3,-32-5,1 0,-1 0,0 0,0 1,0 0,0-1,0 1,-1 0,1 1,0-1,-1 0,0 1,1-1,-1 1,0 0,0 0,-1-1,1 1,0 1,-1-1,0 0,0 0,0 0,0 1,0-1,-1 0,0 1,1-1,-1 1,0-1,-1 0,1 1,-1-1,1 0,-2 2,2 2,-1-5,0 1,0-1,0 1,0 0,1-1,-1 1,1 0,0-1,0 1,0 0,0 0,0-1,0 1,1 0,0-1,-1 1,1 0,0-1,0 1,0-1,1 0,-1 1,0-1,1 0,0 0,0 1,-1-1,1-1,0 1,0 0,1 0,-1-1,0 1,1-1,-1 0,0 0,3 1,12-3</inkml:trace>
  <inkml:trace contextRef="#ctx0" brushRef="#br0" timeOffset="30458.284">3791 2158,'-16'12,"-5"10,0 7,12 5,15 4,8-5</inkml:trace>
  <inkml:trace contextRef="#ctx0" brushRef="#br0" timeOffset="31032.806">4583 2473,'-17'-7,"0"1,-1 1,0 0,0 2,0 0,0 1,0 0,-1 2,1 0,-1 1,1 1,0 0,0 2,0 0,0 1,1 1,0 0,0 2,0 0,-3 3,17-10,1 0,-1 1,1 0,-1-1,1 1,0 0,0 0,0 0,0 1,0-1,0 0,0 1,1-1,0 1,-1-1,1 1,0 0,0 0,0-1,1 1,-1 0,1 0,-1 0,1 0,0 0,0 0,0 0,1 0,-1 0,1 0,-1-1,1 1,2 2,1-1,-1-1,1 1,0 0,0-1,1 0,-1 0,0 0,1 0,0-1,0 0,-1 0,1 0,1 0,-1-1,1 0,42 9,0-2,1-3,0-1,1-3,-1-2,0-2,0-2,16-5,-63 9,32-2,-1-3,-1-1,1-1,-1-1,4-4,-35 13,37-28,-38 27,-1 0,0 0,1 0,-1 0,0 0,0 0,0 0,1 1,-1-1,0 0,0 1,0-1,0 0,0 1,0-1,0 1,-1 0,1-1,0 1,0 0,0 0,0 0,0 0,-1-1,1 2,0-1,0 0,0 0,0 0,0 0,-1 1,1-1,0 1,0-1,0 1,0-1,-2 1,1-1,0 1,-1-1,1 1,0 0,-1 0,1 0,0 0,0 0,0 1,0-1,0 0,0 1,0 0,0-1,1 1,-1 0,1 0,-1 0,1 0,0 0,0 0,0 1,0-1,0 0,0 1,0-1,1 0,0 1,-1-1,1 1,0-1,0 1,0-1,0 1,1-1,-1 0,1 1,-1-1,1 1,0-1,0 0,0 0,0 0,0 1,0-1,1 0,-1 0,1-1,0 1,1 1,8 3,0-1,0-1,1 0,-1 0,1-1,0-1,0 0,0-1,0 0,0-1,0 0,10-2,69-16,-88 17,1 0,0 0,-1-1,1 0,-1 0,0 0,1 0,-1 0,0 0,0-1,0 0,-1 1,1-1,-1 0,1-1,-1 1,0 0,0 0,-1-1,1 0,-1 1,1-3,-3 1,0-1,0 1,0-1,-1 1,0 0,0 0,-1-1,1 2,-1-1,0 0,-1 0,1 1,-1 0,0 0,0 0,0 0,0 0,-1 1,1 0,-1 0,0 0,0 1,0-1,-1 1,1 0,-10-5,-1 0,1 0,-1 2,-1 0,1 1,0 0,-1 2,0 0,0 0,1 2,-1 0,0 1,0 1,0 0,1 1,-1 1,1 0,-10 6,22-9,0 0,0 1,0 0,1 0,-1 0,1 1,-1-1,1 1,0-1,0 1,0 0,0 0,1 1,-1-1,1 1,0-1,0 1,0-1,1 1,-1 0,1 0,0 0,0 0,0 0,0 0,1 0,0 1,-1-1,2 0,-1 0,0 0,1 0,0 0,0 0,0 0,0 0,1 0,0 0,-1 0,2-1,-1 1,0-1,0 1,1-1,0 0,6 3,0 0,0 0,0-1,1-1,-1 0,1 0,0-1,0 0,1-1,-1 0,1 0,-1-1,5 0,38 1</inkml:trace>
  <inkml:trace contextRef="#ctx0" brushRef="#br0" timeOffset="31820.407">5198 2131,'-11'-8,"0"0,-1 1,0 0,0 1,-1 0,1 1,-10-3,18 7,1 0,-1 0,0 1,1-1,-1 1,0 0,0 0,1 0,-1 0,0 1,1-1,-1 1,0 0,1 0,-1 0,1 1,-1-1,1 1,0 0,-1 0,1 0,0 0,0 1,1-1,-1 1,0 0,1 0,0 0,-2 2,1 1,0-1,0 1,1 0,0 0,0 0,0 0,1 0,0 0,0 0,0 0,1 1,0-1,0 0,1 0,0 1,0-1,0 0,1 0,0 0,0 0,0 0,3 3,5 10,0-1,1 0,1-1,0-1,2 0,4 4,241 221,-255-236,0 0,1 0,0 0,-1-1,2 0,-1 0,0 0,1-1,0 0,0 0,0 0,0-1,0 1,1-2,-1 1,1-1,-1 0,1 0,-1 0,1-1,0 0,-1-1,1 0,-1 0,1 0,-1 0,1-1,-1 0,2-2,1-3,-1 0,0 0,-1-1,1 0,-1-1,-1 0,0 0,0 0,-1-1,0 0,-1 0,0 0,0 0,-1-1,0 1,-1-1,-1 0,1 0,-2 0,1 0,-2-9,1 20,-1 0,1 0,0 0,0 0,0 0,0 1,0-1,-1 0,1 0,0 0,0 0,0 0,0 0,-1 0,1 0,0 0,0 0,0 0,0 0,-1 0,1 0,0 0,0 0,0 0,-1 0,1 0,0 0,0 0,0 0,-1 0,1 0,0 0,0 0,0 0,0 0,0-1,-1 1,1 0,0 0,0 0,0 0,0 0,0-1,0 1,-1 0,1 0,0 0,0-1,-8 21,4-5,1 1,0-1,1 1,1-1,0 1,2 12,-1-22,1-1,-1 0,1 0,0 0,1 0,-1 0,1 0,0 0,0 0,1 0,-1-1,1 1,0-1,0 0,1 0,-1 0,1 0,0-1,0 0,0 1,0-1,2 0,1 0,0 0,0 0,1 0,-1-1,1 0,0-1,0 0,-1 0,1-1,0 0,0 0,0-1,0 0,0 0,-1-1,1 0,-1 0,1 0,-1-1,0-1,0 1,0-1,2-2,2 0,-2-1,1 0,-1-1,0 0,-1 0,0 0,0-1,-1-1,0 1,-1-1,0 0,0-1,-1 0,0 1,0-5,4-62,-9 77,0-1,0 1,0 0,0-1,0 1,0-1,0 1,-1-1,1 1,0-1,0 1,0 0,0-1,-1 1,1-1,0 1,0 0,-1-1,1 1,0 0,-1-1,1 1,0 0,-1 0,1-1,0 1,-1 0,1 0,-1-1,1 1,0 0,-1 0,1 0,-1 0,1 0,-1 0,1 0,-1 0,1 0,0 0,-1 0,1 0,-1 0,1 0,-1 0,1 0,0 0,-1 1,1-1,-1 0,1 0,0 1,-1-1,1 0,-1 0,1 1,0-1,0 0,-1 1,1-1,0 0,0 1,-1-1,1 1,0-1,0 1,-18 27,15-24,1 1,-1 0,1 0,0 0,1 0,-1 0,1 0,0 0,0 0,0 1,1-1,0 0,0 1,0-1,1 0,0 1,0-1,0 0,0 0,1 0,0 0,0 0,1 0,-1 0,1-1,0 1,0-1,0 0,1 0,-1 0,1 0,0-1,0 1,5 2,-3-4,0-1,1 1,-1-1,1 0,-1 0,1-1,-1 0,1 0,-1-1,0 0,1 0,-1 0,1-1,-1 0,0 0,0 0,0-1,0 0,-1 0,1 0,-1-1,0 0,0 0,0 0,0-1,1-2,4-3,-2 0,1-1,-1 0,-1 0,0 0,-1-1,0 0,-1-1,0 1,-1-1,0 0,0-6,-6-17,2 36,0-1,0 1,-1-1,1 1,0-1,-1 1,1 0,-1-1,1 1,0-1,-1 1,1 0,-1 0,1-1,-1 1,1 0,-1 0,1-1,-1 1,0 0,1 0,-1 0,1 0,-1 0,1 0,-1 0,1 0,-1 0,0 0,1 0,-1 0,1 1,-1-1,1 0,-1 0,1 0,-1 1,1-1,-1 0,1 1,-1-1,1 0,0 1,-1-1,1 1,0-1,-1 1,1-1,0 1,-1-1,1 1,0-1,0 1,0-1,-1 1,1-1,0 1,0-1,0 1,0 0,-2 3,-1 0,1 0,0 0,0 0,0 1,1-1,0 1,0-1,0 1,0-1,1 1,-1 0,1-1,0 1,1 0,-1-1,1 1,0 0,0-1,1 1,-1-1,1 0,0 1,0-1,0 0,1 0,-1 0,1-1,0 1,0 0,0-1,1 0,-1 0,1 0,0 0,0-1,0 1,0-1,1 1,17 9,1-1,0-1,0-1,0 0,25 4,46 10</inkml:trace>
  <inkml:trace contextRef="#ctx0" brushRef="#br0" timeOffset="46799.068">104 3947,'0'24,"0"18,0 19,0 13,-2 10,-1 8,-2 1,-1-1,-1-7,1-11,1-13,1-19,2-17</inkml:trace>
  <inkml:trace contextRef="#ctx0" brushRef="#br0" timeOffset="47100.79">49 4480,'-46'-341,"44"322,2 0,0 1,1-1,1 0,1 1,0-1,6-15,-6 26,0 0,0 0,1 1,0-1,0 1,1 0,0 0,0 1,1-1,0 1,0 0,0 1,1-1,-1 1,1 1,1-1,-1 1,4-1,-3 2,0 0,0 0,0 1,0 0,0 0,1 1,-1 0,0 1,1 0,-1 0,1 1,4 0,-10 0,0 0,0-1,0 1,0 0,1 1,-1-1,-1 0,1 1,0 0,0-1,-1 1,1 0,-1 1,1-1,-1 0,0 1,0-1,0 1,0 0,0 0,-1-1,1 1,-1 0,0 0,0 1,0-1,0 0,0 0,-1 0,0 1,1-1,-1 0,0 1,-3 8,1-1,-1 1,-1 0,0-1,0 0,-1 0,-1 0,0 0,0-1,-1 0,-1-1,1 1,-1-1,-1-1,0 0,0 0,-1 0,1-1,-2-1,0 1,3-1,-1-1,1 1,-1-2,0 1,-1-1,1-1,-1 1,1-2,-1 1,-10 0,19-3,1 1,-1-1,0 0,0 0,0 0,0 1,0-1,0 0,0 0,0 0,0-1,1 1,-1 0,0 0,0 0,0-1,0 1,0 0,0-1,1 1,-1-1,0 1,0-1,1 1,-1-1,0 0,1 1,-1-1,0 0,1 1,-1-1,1 0,-1 0,1 0,0 1,-1-1,1 0,0 0,0 0,-1 0,1 0,0 0,0 0,0 0,0 0,0 1,0-1,0 0,1 0,22-41,2 16</inkml:trace>
  <inkml:trace contextRef="#ctx0" brushRef="#br0" timeOffset="47352.323">350 3962,'6'2,"-1"0,1 0,0 1,-1 0,1 0,-1 0,0 1,0 0,0 0,-1 0,1 1,-1-1,0 1,-1 0,1 0,-1 1,0-1,0 0,0 1,-1 0,0 0,0 0,-1 0,1 0,-1 0,-1 0,1 0,-1 1,0-1,0 0,-1 3,1-9,-1 3,1-1,0 0,0 1,0-1,0 0,0 1,0-1,1 0,-1 0,1 1,0-1,0 0,-1 0,1 0,0 0,1 0,-1 0,0 0,1 0,-1 0,1 0,-1-1,1 1,0-1,0 1,0-1,0 0,0 0,0 0,0 0,0 0,1 0,6-1,1-2,-1 1,1-1,-1 0,0-1,0 0,0-1,0 0,0 0,-1 0,0-1,0-1,0 0,0 0,0 1,-1 0,0 0,0-1,0 0,0 0,-1-1,0 0,-1 0,1 0,-2-1,1 1,-1-1,0-1,0 1,-1 0,0-1,-1 0,-1 7,-1-1,-1 0,1 1,0-1,0 0,-1 1,0-1,1 1,-1-1,0 1,0-1,0 1,-1 0,1-1,-1 1,1 0,-1 0,0 0,1 0,-1 0,0 0,-1 1,1-1,0 1,0-1,-1 1,1 0,0 0,-2-1,-2 0,-1-1,1 1,-1 0,0 1,1 0,-1 0,0 0,0 1,0 0,-6 0,8 1,-1-1,1 1,0 0,-1 0,1 1,0-1,0 1,0 1,0-1,0 0,0 1,1 0,-1 0,1 1,0-1,0 1,0 0,0 0,1 0,0 1,0-1,0 1,0 0,1-1,-1 1,1 1,1-1,-1 0,1 0,0 1,0-1,0 1,7 19</inkml:trace>
  <inkml:trace contextRef="#ctx0" brushRef="#br0" timeOffset="47998.618">897 3866,'3'-6,"0"0,0 0,1 1,0-1,0 1,0 0,1 0,0 0,0 1,0 0,0 0,1 0,-1 1,1-1,0 1,0 1,0-1,1 1,-1 0,0 1,1-1,0 1,-1 0,1 1,-1 0,1 0,0 0,-1 1,1 0,-1 0,1 1,-1-1,1 2,-1-1,0 1,0 0,0 0,0 0,4 4,-1 1,-1 0,0 0,0 1,-1 0,0 0,0 1,-1-1,0 2,-1-1,0 1,-1-1,0 1,0 1,-1-1,1 10,2 17,-2 0,-1 1,-2-1,-2 7,-40 436,53-366,-11-110,0-1,1 1,-1-1,1 1,0-1,0 1,0-1,1 0,0 0,0 0,0-1,0 1,0-1,1 0,-1 1,1-1,0-1,0 1,0-1,1 1,-1-1,2 0,-3-1,0 0,0-1,0 1,1-1,-1 0,0 0,0 0,0 0,0-1,0 1,0-1,0 0,0 0,0 0,0 0,0 0,-1-1,1 1,0-1,-1 0,1 1,-1-1,0 0,0-1,1 1,-1 0,1-3,35-77,-34 56,-1-1,-1 1,-2-1,0 0,-2 1,-1-1,-1 1,-1 0,-2 0,0 0,-2 1,-1 0,0 1,-2 0,-1 1,-1 0,-1 1,-1 0,0 1,-2 1,0 1,-2 1,-17-13,-35-16,50 29,43 3,232-29,49 3,-300 41,0-1,-1 1,1 0,0 0,0 0,-1-1,1 2,0-1,0 0,-1 0,1 0,0 1,-1-1,1 1,0 0,-1-1,1 1,0 0,-1 0,0 0,1 0,-1 0,1 0,-1 0,0 1,0-1,0 0,0 1,0-1,0 1,0-1,0 1,0 0,-1-1,1 1,-1 0,1-1,-1 1,0 0,0-1,0 1,1 0,-2 0,1 0,-2 47,0-42,0 0,1 0,0-1,1 1,-1 0,2 0,-1 0,0 0,1 0,1-1,-1 1,1 0,0-1,1 1,-1-1,1 0,0 0,1 0,0 0,0 0,0 0,45 7,-24-17</inkml:trace>
  <inkml:trace contextRef="#ctx0" brushRef="#br0" timeOffset="48171.155">1661 3661,'14'14,"14"5,2-2</inkml:trace>
  <inkml:trace contextRef="#ctx0" brushRef="#br0" timeOffset="48621.333">1976 3442,'4'82,"5"-1,2 0,22 74,0 2,-25-112,33 130,-40-172,-1 0,1 0,0 0,1 1,-1-1,1-1,-1 1,1 0,0 0,0-1,0 1,0-1,1 1,-1-1,0 0,1 0,0 0,0 0,-1-1,1 1,0-1,0 1,0-1,1 0,-1 0,0-1,0 1,0-1,1 1,-1-1,0 0,4-1,6-3,-1-1,1 0,-1-1,0 0,0-1,-1 0,0-1,0-1,-1 1,5-6,-2 2,116-95,-129 106,1 1,-1-1,1 1,-1-1,1 1,-1 0,1-1,-1 1,1 0,0-1,-1 1,1 0,0 0,-1-1,1 1,0 0,-1 0,1 0,0 0,0 0,-1 0,1 0,0 0,-1 0,1 1,0-1,-1 0,1 0,0 0,-1 1,1-1,-1 0,1 1,0-1,-1 1,1-1,-1 1,1-1,-1 1,1-1,-1 1,0-1,1 1,-1 0,5 34,-4-20,1-9,-1 0,1 0,-1-1,2 1,-1-1,1 1,-1-1,1 0,1 0,-1 0,1 0,0-1,0 1,0-1,1 0,-1 0,1-1,0 0,0 1,1-1,-1-1,0 1,1-1,0 0,-1 0,1-1,0 0,0 0,3 0,23 3</inkml:trace>
  <inkml:trace contextRef="#ctx0" brushRef="#br0" timeOffset="48849.72">2631 3811,'-16'-9,"-6"-4</inkml:trace>
  <inkml:trace contextRef="#ctx0" brushRef="#br0" timeOffset="49022.807">1948 3675,'4'-3,"12"0,19 0,19 1,22 0,17 1,10 1,-11 0</inkml:trace>
  <inkml:trace contextRef="#ctx0" brushRef="#br0" timeOffset="49439.734">3136 4098,'-12'-11,"0"0,-1 1,0 0,-1 2,0-1,0 1,0 1,-1 1,-1 0,1 1,-1 1,1 0,6 2,1 0,0 1,0 0,-1 0,1 1,0 0,-1 1,1 0,0 0,0 1,-1 0,1 0,0 1,1 0,-1 0,0 1,1 0,0 0,0 1,0 0,1 0,0 1,-5 4,8-7,1-1,-1 1,1 0,0-1,0 1,0 0,0 0,1 0,-1 1,1-1,0 0,0 0,0 1,0-1,1 1,-1-1,1 1,0-1,0 1,0-1,0 1,1-1,-1 1,1-1,0 0,0 1,0-1,1 0,-1 0,1 0,0 0,0 0,0 0,0 0,2 1,4 2,1 0,0 0,1-1,0-1,-1 0,1 0,1-1,-1 0,0-1,1 0,-1 0,1-2,0 1,-1-1,1 0,-1-1,1-1,0 1,-1-2,0 1,0-2,0 1,0-1,1-2,-3 3,0-1,-1-1,0 1,0-1,0-1,0 1,-1-1,0 0,0-1,-1 1,0-1,0 0,-1-1,1 1,-1-1,-1 0,0 0,0 0,0 0,-1 0,-1-1,1 1,-1-1,0 1,-1-1,0 0,-1-3,1 10,0 1,0-1,0 1,0-1,0 1,-1-1,1 0,0 1,-1-1,1 1,-1 0,0-1,1 1,-1-1,0 1,0 0,0-1,0 1,0 0,0 0,0 0,0 0,-1 0,1 0,0 0,0 0,-1 1,1-1,-1 0,1 1,-1-1,1 1,-1 0,1-1,-1 1,1 0,-1 0,0 0,1 0,-1 2,1 1,-1-1,1 1,0-1,0 1,0 0,0 0,0-1,1 1,-1 0,1 0,0 0,0-1,0 1,0 0,0 0,1 0,-1 0,1-1,0 1,0 0,0 0,0-1,0 1,1-1,-1 1,1-1,-1 0,2 1,3 7,1-1,0-1,1 0,0 0,0 0,1-1,0 0,0 0,0-1,1-1,0 0,0 0,1-1,8 3,155 30,-102-29</inkml:trace>
  <inkml:trace contextRef="#ctx0" brushRef="#br0" timeOffset="50838.789">5007 4002,'-18'0,"1"0,-1 1,0 1,0 1,1 0,-1 2,1 0,0 1,0 0,1 1,0 1,0 1,1 0,0 1,1 1,0 0,0 1,-3 5,15-15,-1 1,0 0,1 0,-1 0,1 0,0 0,0 0,0 1,1-1,-1 1,1 0,0-1,0 1,0 0,0 0,1-1,-1 1,1 0,0 0,0 0,0 0,1 0,0-1,-1 1,1 0,1 0,-1-1,0 1,1-1,1 2,4 3,2-1,-1-1,1 0,0 0,0 0,0-1,1 0,0-1,0 0,0-1,0 0,1-1,-1 0,1 0,0-1,9 0,46 2,1-2,-1-3,1-3,-1-3,-1-3,1-2,31-13,-48 14,-1-1,0-3,-1-2,-1-1,23-15,-67 33,-1 1,1 0,-1-1,1 1,-1-1,1 1,-1-1,0 0,1 1,-1-1,0 0,0 0,1 0,-1 0,0 0,0 0,0-1,0 1,0 0,0 0,-1-1,1 1,0-1,-1 1,1 0,-1-1,1 1,-1-1,0 0,1 1,-1-1,0 1,0-1,0 1,-1-1,1 1,0-1,0 1,-1-1,1 1,-1-1,1 1,-1-1,-1 0,-8-4,0 1,-1 0,1 1,-1 0,0 1,-1 0,1 1,0 0,-1 1,1 0,-1 1,0 1,0-1,-1 0,1 0,-1 0,0 1,1 1,-1 0,1 1,-1 0,1 1,0 0,0 1,1 0,0 1,0 0,0 1,0 0,1 1,0 0,1 1,0 0,-1 2,9-9,-1 0,1 0,0 0,0 0,0 0,0 0,0 0,1 0,-1 0,1 1,-1-1,1 0,0 1,0-1,0 0,0 0,0 1,1-1,-1 0,1 1,-1-1,1 0,0 0,0 0,0 0,0 0,0 0,0 0,1 0,-1 0,1 0,-1-1,1 1,0-1,-1 1,1-1,0 1,0-1,0 0,0 0,0 0,0 0,1-1,-1 1,2 0,14 4,0-1,1-1,0 0,-1-2,1 0,0-1,-1 0,1-2,0 0,-1-2,1 0,-1 0,0-2,-1 0,9-5,-20 9,0-1,0 0,0 0,0 0,0-1,-1 1,1-1,-1-1,0 1,0-1,-1 0,1 0,-1 0,0-1,0 1,-1-1,0 0,0 0,0 0,1-5,-5 19,0 0,1 1,0-1,0 1,1-1,0 1,0-1,1 0,0 0,1 1,0-1,0-1,0 1,5 5,-6-9,0 1,1-2,-1 1,1 0,0 0,1-1,-1 0,0 0,1 0,0 0,0 0,-1-1,2 1,-1-1,0 0,0-1,1 1,-1-1,1 1,-1-1,1-1,-1 1,1-1,0 0,-1 0,1 0,0 0,-1-1,1 0,0 0,-1 0,0 0,1-1,-1 0,0 0,1 0,1-2,2-6,-1 0,0-1,-1 0,1 0,-2 0,0-1,0 0,-1 0,-1 0,0 0,-1-1,0 1,0-1,-2 0,1 1,-2-1,0 0,-1-6,2 16,-1-10,1 11,-1 0,0 0,0 0,1 0,-1 0,1 0,0-1,0 1,-1 0,2 0,-1-1,0 1,0 0,1 0,-1 0,1-1,-1 1,1 0,0 0,0 0,0 0,0 0,1 0,-1 1,0-1,1 0,-1 1,1-1,-1 0,1 1,0 0,0-1,0 1,0 0,0 0,0 0,0 0,2 0,9 4,1 1,-1 0,0 1,0 1,0 0,-1 0,0 2,7 1,-9-5,0 0,-1 1,1 0,-1 0,0 1,0 0,0 1,-1 0,0 0,-1 1,1 0,-2 0,1 1,-1 0,0 0,-1 0,0 1,0-1,-1 1,-1 1,2 5,2 96,-6-109,1 0,-1 0,1 0,-1 0,1-1,0 1,0 0,0-1,0 0,1 1,-1-1,1 0,-1 0,1-1,0 1,-1 0,1-1,0 0,0 1,0-1,0-1,1 1,-1 0,0-1,0 1,0-1,1 0,2 0,92-14,-80 8,0 0,0-1,-1-1,0-1,0-1,-1 0,-1-1,10-8,-18 14,-1-1,1-1,-1 1,0-1,0 0,-1 0,0-1,0 0,-1 0,0 0,0 0,-1 0,0-1,-1 0,0 1,0-1,-1 0,0 0,0-1,-1 7,1-1,-1 0,0 1,0-1,-1 1,1-1,-1 1,0-1,1 1,-2-1,1 1,0 0,-1 0,1-1,-1 1,0 0,0 0,0 1,-1-1,1 0,-1 1,1-1,-1 1,0 0,0 0,0 0,0 0,0 0,0 1,0 0,-1-1,1 1,-1 0,1 1,-1-1,1 1,-1-1,1 1,-1 0,1 0,-1 1,0-1,1 1,-3 0,1 3,2-1,-1 1,0-1,1 1,-1 1,1-1,0 0,1 1,-1-1,1 1,0 0,0 0,0 0,0 0,1 0,0 0,0 0,1 1,-1-1,1 0,0 0,1 1,-1-1,1 0,0 0,0 0,1 0,0 0,0 0,0 0,0 0,1-1,-1 1,1-1,0 1,1-1,1 1,10 8,2-1,-1-1,1-1,1 0,0-1,1-1,-1-1,1 0,1-1,-1-2,1 0,0-1,16 1,54 9</inkml:trace>
  <inkml:trace contextRef="#ctx0" brushRef="#br1" timeOffset="73551.725">3723 4890,'-7'-2,"-1"0,1 1,-1 1,1-1,-1 1,1 0,-1 1,1 0,-1 0,1 0,0 1,-1 0,1 1,0-1,0 1,1 1,-1 0,1-1,-1 2,1-1,0 1,1 0,-1 0,1 1,0-1,0 1,1 0,-2 4,-4 2,2 1,-1 1,1-1,1 1,1 0,0 1,1 0,0-1,1 2,1-1,0 0,1 1,1-1,0 1,2 0,0 3,-1-15,1 0,0 0,0 0,1-1,-1 1,1 0,-1-1,1 1,0-1,1 0,-1 0,0 0,1 0,0 0,0 0,0-1,0 1,0-1,0 0,1 0,-1 0,1 0,-1-1,1 0,0 1,-1-1,1 0,0-1,0 1,0-1,0 1,0-1,0-1,0 1,0 0,-1-1,1 0,0 0,0 0,0 0,-1-1,1 0,10-7,-1-1,0-1,-1 0,0-1,0 0,-1 0,-1-2,0 1,-1-1,-1-1,0 1,-1-2,8-9,-2 0,-1-2,-1 1,-1-1,-1-1,-2 0,-1 0,-1 0,-1-1,-1 0,-2 0,-1 1,-4-26,3 45,-2 1,1-1,-1 1,0 0,-1-1,0 2,0-1,-1 0,0 1,-2-3,5 8,1 0,-1 0,0 0,0 0,1 1,-1-1,-1 1,1-1,0 1,0 0,0-1,-1 1,1 1,0-1,-1 0,1 0,-1 1,1-1,-1 1,0 0,1 0,-1 0,1 0,-1 0,1 1,-1-1,1 1,-1-1,1 1,-1 0,1 0,0 0,0 1,-1-1,1 0,0 1,0 0,-7 7,0 1,1 0,0 0,1 0,0 1,1 1,0-1,1 1,0 0,1 0,0 0,1 1,1-1,-1 3,-2 5,2-1,-1 1,2-1,1 1,0 0,2 0,0 0,1-1,1 1,1-1,1 1,0-1,2 0,0-1,1 0,0 0,2 0,0-2,1 1,3 2,121 121,-123-123</inkml:trace>
  <inkml:trace contextRef="#ctx0" brushRef="#br1" timeOffset="73841.668">3982 5122,'0'11,"-2"12,-1 6,0 4,1 3,0-4,1-2,0-6</inkml:trace>
  <inkml:trace contextRef="#ctx0" brushRef="#br1" timeOffset="74120.931">3969 5108,'10'2,"1"-1,-1 1,0 1,0-1,0 2,0 0,0 0,-1 0,0 1,0 1,0-1,0 2,-1-1,0 1,-1 0,1 1,-1 0,-1 0,0 0,0 1,0 0,-1 0,0 0,-1 1,0 0,-1 0,0 0,0 0,-1 0,-1 1,1 4,-3-9,0 0,0 1,0-1,-1 0,0 0,-1 0,1-1,-1 1,0 0,0-1,-1 0,0 0,0 0,0 0,0 0,-1-1,0 0,0 0,0 0,0-1,-1 0,1 0,-1 0,-1 0,-10 5,-1-1,-1-1,1 0,-1-2,0 0,0-1,-7-1,3 0</inkml:trace>
  <inkml:trace contextRef="#ctx0" brushRef="#br1" timeOffset="74938.861">5526 4999,'-13'2,"1"1,-1 0,1 0,0 1,0 1,1 0,0 1,-1 0,2 1,-1 0,1 0,0 1,1 1,0 0,0 0,1 0,0 1,0 1,1-1,1 1,0 0,0 1,1-1,1 1,0 0,0 0,1 1,1-1,-1 12,2-21,1-1,-1 1,1 0,0 0,0 0,0-1,0 1,0 0,1 0,-1 0,1-1,-1 1,1 0,0-1,0 1,1-1,-1 1,0-1,1 1,0-1,-1 0,1 0,0 0,0 0,0 0,1 0,-1-1,0 1,0 0,1-1,-1 0,1 0,0 0,-1 0,2 0,5-1,0-1,0 0,0-1,0 0,0-1,-1 0,1 0,-1-1,0 1,0-2,0 1,0-1,-1-1,0 1,0-1,6-7,3-2,0 0,0-1,-2-1,0-1,-1 0,0 0,-2-1,0-1,-1 0,-1 0,-1-1,-1 0,-1-1,-1 0,-1 1,0-1,-2-1,0-21,-2 34,-1 0,-1 0,1 0,-2 0,1 0,-1 0,-1 0,0 1,0-1,-5-6,7 12,-1 0,1 0,-1 1,0-1,0 1,-1-1,1 1,-1 0,1 1,-1-1,0 1,0-1,0 1,-1 0,1 0,0 1,-1 0,1-1,-1 1,0 1,1-1,-1 1,1 0,-4 0,0 1,0 1,0 1,0-1,0 1,1 1,-1 0,1 0,0 0,0 1,0-1,1 2,0-1,0 1,0 0,1 0,-1 1,1-1,1 1,0 1,0-1,0 0,1 1,0 0,0 0,1 0,0 0,0 0,1 0,0 0,0 1,1-1,0 0,1 1,0-1,0 0,2 4,4 17,1 0,2-1,0 0,3 0,0-2,5 8,25 52,35 134,-52-163,-14-38</inkml:trace>
  <inkml:trace contextRef="#ctx0" brushRef="#br1" timeOffset="75270.053">6086 5245,'-9'-3,"1"0,-1 0,0 1,-1 1,1 0,0 0,0 0,0 1,-1 1,1-1,0 2,0-1,0 1,0 1,0-1,0 2,1-1,-1 1,1 0,0 1,0 0,1 0,-1 1,1 0,1 0,-1 0,1 1,0 0,-4 6,9-10,-1-1,1 1,0-1,-1 1,1 0,0-1,1 1,-1 0,0 0,1 0,0-1,-1 1,1 0,0 0,1 0,-1 0,0 0,1 0,0-1,-1 1,1 0,0 0,1-1,-1 1,0-1,1 1,-1-1,1 1,0-1,0 0,0 0,0 0,0 0,0 0,1 0,-1-1,1 1,-1-1,1 0,0 0,-1 1,1-2,0 1,0 0,25 7,-1-2,2-1,-1-1,0-1,1-1,0-2,-1-1,1-1,14-4,46-7,-11-2</inkml:trace>
  <inkml:trace contextRef="#ctx0" brushRef="#br1" timeOffset="75855.382">4802 4918,'23'0,"24"4,25 7,26 8,24 8,19 6,13 2,7 3,-4 1,-10-2,-13-1,-21-3,-22-3,-22-6,-23-4,-19-6</inkml:trace>
  <inkml:trace contextRef="#ctx0" brushRef="#br1" timeOffset="76225.076">5034 5409,'21'-21,"23"-16,25-16,29-12,25-10,22-8,17-6,6-5,-2-2,-11 2,-18 6,-23 15,-30 17,-30 17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21.5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8181 286,'1'-1,"0"0,0 0,0 0,0 0,0 0,0 0,0 0,1 1,-1-1,0 0,1 0,-1 1,1-1,-1 1,0 0,1-1,-1 1,1 0,-1 0,1 0,-1 0,1 0,-1 0,1 0,-1 0,1 1,-1-1,1 1,-1-1,1 1,-1-1,0 1,1 0,-1 0,0 0,0 0,0 0,0 0,1 0,-1 0,-1 0,1 0,0 0,0 1,0-1,-1 0,1 1,0-1,-1 1,1-1,-1 0,0 1,0-1,1 2,77 219,-77-219,-1-1,1 0,-1 0,1 0,0 0,0 0,0 0,0 0,0 0,0 0,1 0,-1-1,0 1,1 0,0-1,-1 1,1-1,0 0,0 0,0 1,0-1,0 0,0 0,0-1,0 1,0 0,0-1,0 1,1-1,-1 0,0 0,0 0,0 0,1 0,-1 0,0-1,0 1,0-1,1 0,6-4,-1-1,0 0,0-1,-1 0,0 0,0-1,0 0,-1 0,-1 0,1-1,-1 0,-1 0,1 0,-2-1,1 1,-1-1,-1 0,0 0,0 0,-1 0,0 0,-1 0,0-4,8 97,-5-76,1 0,1 0,-1-1,1 1,0-1,1 0,-1 0,1 0,0-1,1 0,-1 0,1-1,0 0,0 0,1-1,-1 1,1-2,-1 1,2-1,-4 0,0-1,0 0,0 0,0 0,0-1,0 1,0-1,0-1,1 1,-1-1,0 0,0 0,0 0,0 0,0-1,-1 0,1 0,0-1,-1 1,0-1,1 0,-1 0,0 0,0-1,-1 0,1 1,-1-1,0 0,0-1,1 0,0-3,0 1,-1-1,0 0,0 0,0-1,-1 1,-1-1,1 1,-1-1,-1 1,1-1,-2 0,1 1,-1-1,0 0,-1 1,-1-3,3 11,0 0,0 1,0-1,-1 0,1 1,0-1,0 0,-1 1,1-1,0 0,0 0,-1 0,1 1,0-1,-1 0,1 0,0 0,-1 0,1 0,0 1,-1-1,1 0,-1 0,1 0,0 0,-1 0,1 0,0 0,-1 0,1 0,-1 0,1-1,0 1,-1 0,1 0,0 0,-1 0,1 0,0-1,0 1,-1 0,1 0,0-1,-1 1,1 0,0 0,0-1,0 1,-1 0,1-1,0 1,0 0,0-1,0 1,-1 0,1-1,0 1,0 0,0-1,0 1,0-1,0 1,0 0,0-1,0 1,0 0,0-1,1 1,-8 29,10-17,0-1,1 0,0 0,1 0,0-1,1 1,0-1,1-1,0 1,1-1,-1 0,2-1,-1 0,1 0,0-1,1 0,0 0,0-1,0-1,5 2,11 7,2-1,0-2,0 0,1-2,0-1,1-1,0-2,0-1,0-1,13-2,-38 0,1 0,-1-1,1 1,-1-1,0 0,1-1,-1 1,0-1,1-1,-1 1,0 0,0-1,0 0,0-1,0 1,-1-1,1 0,-1 0,1 0,-1 0,0-1,0 0,-1 0,1 0,-1 0,0 0,0-1,0 1,-1-1,1 0,-1 0,0 0,1-5,-4 1,1 0,-1 1,-1-1,1 0,-1 1,-1-1,0 1,0 0,0 0,-1 0,0 0,-1 0,0 1,0 0,-1 0,1 0,-2 1,1 0,-1 0,1 0,-2 1,1 0,0 1,-1-1,0 2,0-1,0 1,-1 0,1 0,-1 1,1 1,-1-1,0 1,0 1,0-1,4 2,0-1,0 1,1-1,-1 1,0 0,1 1,-1-1,1 1,0 0,-1 0,1 1,0-1,0 1,0 0,1 0,-1 0,1 0,0 1,-1-1,2 1,-1 0,0 0,1 0,0 0,-1 0,2 1,-1-1,0 1,1-1,0 1,0 0,1-1,-1 1,1 0,0 0,0-1,0 1,1 0,0 0,0-1,0 1,0-1,1 1,-1-1,1 1,1-1,-1 0,0 0,1 0,0 0,0-1,0 1,0-1,2 2,4 1,1-1,-1 0,1 0,0-1,1 0,-1 0,0-1,1-1,0 0,0 0,0-1,-1-1,1 0,0 0,0-1,0 0,0-1,0 0,-1-1,1 0,7-4,-12 3,0 0,-1-1,1 0,-1 0,0 0,-1-1,1 0,-1 1,0-2,-1 1,1 0,-1-1,0 1,-1-1,0 0,0 0,0 0,-1 0,0 0,0-1,-1 1,0 0,0 0,-1-1,0 1,0 0,-2-5,27 89,-20-68,0 0,1 1,0-2,0 1,1 0,0-1,1 0,-1-1,2 0,-1 0,5 3,-8-7,0 0,0 0,0-1,0 0,1 0,-1 0,0 0,1-1,0 1,-1-1,1-1,0 1,0-1,-1 1,1-1,0 0,0-1,-1 1,1-1,0 0,0-1,-1 1,1-1,-1 1,3-3,4-4,0-1,-1 0,0-1,0-1,-1 1,0-1,-1-1,0 0,-1 0,0 0,-1-1,-1 0,0 0,-1 0,1-6,0 5,-12 35,2-11,1 0,1 0,0 1,0-1,1 1,0-1,1 1,0 0,1 0,0 0,1 0,0-1,1 1,0 0,1-1,0 1,0-1,1 0,0 0,1 0,2 2,10 6</inkml:trace>
  <inkml:trace contextRef="#ctx0" brushRef="#br0" timeOffset="201.474">9614 27,'19'12,"6"3</inkml:trace>
  <inkml:trace contextRef="#ctx0" brushRef="#br0" timeOffset="1567.714">10257 164,'19'28,"4"46,-19-54,1 0,1 0,1-1,1 0,0 0,2-1,0 0,1-1,0 0,2-1,0 1,-9-14,-1 1,1-1,0 0,0 0,1 0,-1-1,0 0,1 1,0-2,-1 1,1 0,0-1,0 0,0 0,0 0,0-1,0 1,0-1,0-1,0 1,0-1,0 0,0 0,-1 0,1 0,0-1,0 0,-1 0,1 0,-1-1,0 1,0-1,0 0,0-1,0 1,0 0,-1-1,0 0,0 0,0 0,0 0,-1-1,3-2,-1-5,1 0,-2 0,0 0,0 0,-1 0,0-1,-1 1,0-1,-2 1,1-1,-1 1,-1-1,0 1,2 12,-1 0,1 1,0-1,0 0,0 0,-1 0,1 1,0-1,-1 0,1 0,0 0,0 0,-1 0,1 0,0 1,-1-1,1 0,0 0,-1 0,1 0,0 0,-1 0,1 0,0 0,-1 0,1-1,0 1,0 0,-1 0,1 0,0 0,-1 0,1 0,0-1,0 1,-1 0,1 0,0 0,0-1,-1 1,1 0,0 0,0-1,0 1,0 0,-1-1,1 1,0 0,0-1,0 1,0 0,0 0,0-1,0 1,0 0,0-1,0 1,0 0,0-1,0 1,0 0,0-1,0 1,0 0,0-1,0 1,1 0,-10 24,9-15,0-1,0 1,1-1,0 0,0 1,1-1,0 0,1 0,0 0,0-1,1 1,-1 0,2-1,-1 0,1 0,0-1,1 1,-1-1,1 0,0 0,1-1,-1 0,1 0,0-1,1 1,-1-2,1 1,0-1,-1 0,1 0,1-1,-1 0,0-1,0 0,1 0,-1-1,1 0,-1 0,0-1,1 0,-1 0,0-1,0-2,-1 1,0-1,0-1,0 1,0-1,-1 0,0-1,0 1,0-1,-1 0,0-1,0 1,0-1,-1 0,0-1,-1 1,1 0,-1-1,-1 0,1 0,-2 0,1 0,-1 0,0 0,0 0,-1 0,0-1,-1 1,0 0,0 0,-1 0,-1-4,-7-6,-1 29,10-6,1 0,0 0,0 0,0 0,0 0,1 0,0 0,0 0,0 0,0-1,1 1,0 0,0-1,0 1,1-1,-1 0,1 0,0 0,0 0,3 2,80 63,-66-58,1-1,0-1,0 0,1-2,1 0,-1-2,1 0,0-1,0-2,0 0,0-2,-19 1,0-1,0 0,0 0,0 0,0 0,0-1,0 1,0-1,0 0,0-1,0 1,-1-1,1 1,-1-1,1 0,-1 0,1-1,-1 1,0-1,0 1,0-1,-1 0,1 0,-1 0,1-1,-1 1,0-1,0 1,-1-1,1 1,-1-1,0 0,0 0,0 0,0 0,-1 0,1 0,-1-3,-1 1,-1 0,0-1,0 1,-1 0,1 0,-1 0,-1 0,1 0,-1 1,0 0,0-1,0 2,-1-1,0 0,0 1,0 0,-1 0,1 0,-1 1,0 0,0 0,0 0,0 1,0 0,-1 0,1 1,-1-1,1 1,-1 1,1-1,-1 1,0 1,1-1,-1 1,1 0,-1 0,-4 2,8 0,-1-1,1 1,-1-1,1 1,0 0,0 0,0 1,1-1,-1 1,1-1,0 1,0 0,0 0,0 0,0 0,1 0,0 0,0 0,0 1,1-1,-1 0,1 0,0 1,0-1,1 0,-1 1,1-1,0 0,0 0,0 0,0 1,1-1,0-1,0 1,0 0,0 0,1-1,-1 1,1-1,0 0,2 2,2 2,1 0,0-1,0 0,0 0,1-1,0 0,0-1,1 0,-1 0,1-1,-1 0,1-1,0 0,0 0,1-1,-1-1,0 1,0-2,0 1,0-1,5-2,-12 2,0 0,1 0,-1 0,0 0,0-1,0 0,0 0,-1 1,1-1,0-1,-1 1,1 0,-1-1,0 1,0-1,0 0,0 0,0 0,0 0,-1 0,0 0,1 0,-1 0,0-1,-1 1,1 0,0-2,0 11,2 1,-1-1,1 0,0 1,0-1,0-1,1 1,0 0,0-1,1 0,-1 0,1 0,0 0,1-1,-1 0,1 0,-1-1,1 1,1-1,-1 0,5 1,-9-4,0 1,0-1,0 0,0 0,0 0,0 0,0-1,-1 1,1 0,0-1,0 1,0-1,0 0,0 0,-1 0,1 0,0 0,-1 0,1 0,-1 0,1-1,-1 1,1 0,-1-1,0 1,0-1,0 0,0 1,0-1,0 0,0 0,0-1,16-62,2-113,-19 175,1-1,0 1,0-1,0 1,1 0,-1 0,1-1,0 1,0 0,0 0,0 1,0-1,0 0,1 1,0-1,-1 1,1 0,0 0,0 0,0 0,0 1,1-1,-1 1,0-1,1 1,-1 0,1 1,-1-1,1 1,-1-1,1 1,-1 0,1 0,-1 1,1-1,0 1,5 0,0 0,0 1,0 0,-1 1,1 0,0 0,-1 0,0 1,0 1,0-1,-1 2,1-1,-1 1,0 0,-1 0,0 0,0 1,0 0,0 1,-1-1,-1 1,1 0,-1 0,-1 0,1 1,-1-1,-1 1,0 0,0 0,0 0,-1 0,-1 0,0 0,0 3,-6 25,4-34,1 0,0 1,-1-1,1 0,1 1,-1-1,0 1,1-1,0 1,-1 0,2-1,-1 1,0-1,1 1,-1-1,1 1,0-1,0 1,0-1,1 0,-1 0,1 1,0-1,0 0,0 0,0-1,1 1,-1 0,1-1,-1 1,1-1,0 0,0 0,1 0,12 4,1-2,0 0,0-1,0-1,0 0,1-1,-1-1,0-1,0 0,0-2,1 0,-10 3,-1 0,1-1,0 0,-1-1,0 1,1-1,-1-1,0 1,0-1,0-1,0 1,0-1,-1 0,0-1,0 0,0 0,0 0,-1 0,0-1,0 0,-1 0,1 0,-1-1,0 0,-1 1,0-1,0-1,0 1,-1 0,0-1,-1 1,0-1,0 3,-2 0,1 0,-1 0,1 0,-2 0,1 0,0 0,-1 0,0 0,0 1,0-1,-1 1,1-1,-1 1,0 0,-1 0,1 0,-1 1,1-1,-1 1,0 0,0 0,-1 0,1 0,-4-1,7 4,0-1,-1 1,1 0,-1-1,1 1,-1 0,1 0,-1 0,1 0,-1 0,1 0,-1 0,1 0,-1 1,1-1,0 1,-1-1,1 1,0-1,-1 1,1 0,0 0,-1 0,1-1,0 1,0 0,0 1,0-1,0 0,0 0,0 0,1 0,-1 1,0-1,1 0,-1 1,1-1,-1 1,1-1,-6 60,11-46,1 0,0-1,1 0,1-1,0 0,0 0,2 0,-1-1,2-1,0 1,0-2,1 0,0 0,0-1,1 0,0-1,1-1,0 0,11 3,62 28,-4-8</inkml:trace>
  <inkml:trace contextRef="#ctx0" brushRef="#br0" timeOffset="-1581.641">5954 368,'-17'-5,"1"0,-1 2,0-1,-1 2,1 1,-1 0,1 1,0 1,-1 0,1 1,0 1,0 1,0 1,0 0,13-4,1 0,-1 0,1 1,0-1,0 1,-1 0,1 0,0 0,0 0,0 0,1 1,-1-1,1 1,-1 0,1-1,0 1,0 0,0 1,0-1,1 0,-1 0,1 1,0-1,0 1,0-1,0 1,1 0,0-1,-1 1,1-1,0 1,1 0,-1-1,1 1,0 0,-1-1,2 1,-1-1,0 1,7 3,0-1,0 0,1 0,0-1,0 0,0 0,0-1,1-1,0 1,0-1,0-1,0 0,0 0,0-1,0-1,11 0,25 4,0-2,0-3,0-1,0-3,0-1,36-11,-69 13,-1 0,0 0,0-2,-1 1,1-1,-1-1,-1 0,1-1,-1 0,0 0,-1-1,0 0,-1-1,1 0,5-11,0 4,-10 12,0 1,0-1,-1 0,1 0,-1-1,0 1,-1-1,1 1,-1-1,0 0,-1 0,-1 3,-1 1,0-1,-1 1,1 0,0-1,-1 1,1 0,-1 0,0 0,1 0,-1 0,0 1,0-1,-1 1,1-1,0 1,0 0,-1-1,1 1,-1 0,1 1,-1-1,1 0,-1 1,1-1,-1 1,1 0,-1 0,0 0,1 0,-1 1,0-1,-1 1,1-1,-2-1,0 0,0 1,0-1,0 1,0 0,0 1,0-1,0 1,0 0,0 0,0 1,0 0,1-1,-1 1,0 1,1-1,0 1,0 0,0 0,0 0,0 0,0 1,1 0,-1-1,1 1,0 0,1 1,-1-1,1 1,-1-1,1 1,1-1,-1 1,0 3,2-3,0 0,0-1,0 1,1 0,0 0,0 0,0-1,0 1,1-1,0 1,0-1,0 1,1-1,-1 0,1 0,0 0,0 0,0-1,1 1,-1-1,1 0,2 1,93 54,-65-46,0-2,1-1,0-2,0-2,1-1,-1-2,1-1,0-2,0-1,9-3,2-2</inkml:trace>
  <inkml:trace contextRef="#ctx0" brushRef="#br0" timeOffset="-1211.832">6938 409,'0'-2,"0"0,0 0,-1 0,1-1,0 1,-1 0,0 0,1 0,-1 0,0 0,0 0,0 0,0 0,0 1,-1-1,1 0,-1 1,1-1,-1 0,1 1,-1 0,0-1,0 1,0 0,0 0,1 0,-2 0,1 1,0-1,0 0,0 1,0-1,0 1,0 0,-2 0,-78 9,74-7,0 1,1 1,-1 0,1 0,0 0,1 1,-1 0,1 0,0 1,0-1,0 1,-1 4,5-8,0 0,0 0,1 1,-1-1,1 1,0-1,-1 1,1-1,1 1,-1 0,0 0,0 0,1-1,0 1,0 0,0 0,0 0,0 0,0-1,1 1,-1 0,1 0,0-1,0 1,0 0,0-1,0 1,0 0,1-1,-1 0,1 1,0-1,0 0,0 0,0 0,2 1,6 4,-1-1,2-1,-1 1,1-2,-1 0,1 0,0-1,0 0,1 0,-1-2,1 1,-1-2,1 1,-1-2,1 1,-1-1,1-1,-1 0,0-1,10-4,-16 6,0-1,0 0,0 0,0 0,-1-1,1 0,-1 0,0 0,0 0,0-1,0 0,0 1,-1-1,0-1,0 1,0 0,0-1,-1 0,1 1,-1-1,-1 0,1 0,0 0,-1 0,0-1,-1 1,1 0,-1 0,0-1,0 1,-1-3,4 12,-1 1,1-1,0 0,1 0,-1 0,0-1,1 1,0-1,0 0,0 0,0 0,1 0,0-1,0 2,120 60,-52-35</inkml:trace>
  <inkml:trace contextRef="#ctx0" brushRef="#br0" timeOffset="-3687.647">83 382,'43'211,"12"163,-46-276,-8-98,-1 1,1 0,-1 0,1 0,-1 0,0 0,1 0,-1 0,0 0,0 0,0-1,0 1,0 0,0 0,0 0,0 0,0 0,0 0,0 0,-1 0,1 0,0 0,-1 0,1 0,0 0,-1-1,0 1,1 0,-1 0,1-1,-1 1,0 0,1 0,-1-1,0 1,0-1,0 1,1-1,-1 1,0-1,0 0,0 1,0-1,0 0,0 0,0 1,0-1,0 0,0 0,0 0,0 0,0 0,0-1,0 1,1 0,-1 0,0-1,0 1,0 0,0-1,0 1,-8-9,0 0,1 0,0-1,1 0,0-1,0 1,1-1,1 0,-1-3,4 11,-13-30,1 0,1 0,2-1,2-1,1 0,1 0,2-1,2 1,1-1,2-18,0 43,1 1,-1 0,2-1,0 1,0 0,0 0,2 0,-1 1,1-1,0 1,1 0,0 0,1 0,0 1,0 0,0 0,1 0,1 1,-1 0,1 0,0 1,1 0,-1 0,1 1,0 0,1 1,1-1,-1 1,1 1,0 0,0 0,1 1,-1 1,0 0,1 0,-1 1,1 0,-1 1,0 1,1-1,-1 2,0 0,0 0,0 1,-1 0,1 1,-1 0,0 1,-1 0,1 0,1 3,-9-7,0 1,0 0,0 0,0 0,-1 0,1 1,-1-1,0 0,0 1,0-1,0 0,0 1,-1-1,0 1,0 0,0-1,0 1,0-1,-1 1,1-1,-1 1,0-1,0 0,0 1,-1-1,1 0,-1 0,0 0,0 0,0 0,0 0,0 0,-1-1,1 1,-1-1,0 0,1 0,-1 0,0 0,0 0,-1 0,1-1,0 0,-2 1,-8 4,0-1,-1-1,1 0,-1 0,0-2,0 0,0 0,0-1,-10-1,4-2,20 1,0 1,0-1,0 1,0 0,-1-1,1 1,0 0,0-1,0 1,0-1,0 1,0 0,0-1,0 1,0-1,0 1,0 0,1-1,-1 1,0-1,0 1,0 0,0-1,1 1,-1 0,0-1,0 1,1 0,-1-1,0 1,0 0,1 0,-1-1,0 1,1 0,-1 0,0 0,1 0,-1-1,1 1,-1 0,0 0,1 0,-1 0,1 0,-1 0,0 0,1 0,-1 0,0 0,1 0,-1 0,1 0,-1 0,0 0,1 1,-1-1,29-6,1 1,-1 2,1 1,29 2,-58 0,17-2,0 2,0 0,-1 2,1 0,0 0,0 2,-1 0,0 1,0 1,0 0,-1 2,1 0,-2 0,9 7,-23-13,1 0,0 0,0-1,0 1,-1 0,2-1,-1 1,0-1,0 0,0 0,0 0,1 0,-1 0,1 0,-1-1,0 1,1-1,-1 0,1 1,-1-1,1 0,-1-1,1 1,-1 0,1-1,-1 1,1-1,-1 0,0 0,1 0,-1 0,0 0,0 0,0-1,0 1,0-1,0 1,1-2,1-1,0 0,-1 0,1 0,-1 0,0-1,0 1,-1-1,1 0,-1 0,0 0,-1 0,1 0,-1 0,0 0,0 0,0-1,-1 1,0 0,0-1,0 1,-1 0,0-1,0 1,0 0,0 0,-1 0,0 0,0 0,0 0,-1 1,0-1,0 1,0-1,0 1,-1 0,1 0,-1 1,0-1,0 1,0-1,-1 1,1 1,-1-1,-3-1,-2 0,1 0,-1 1,0 0,0 0,0 1,0 0,0 1,-1 0,1 1,0 0,-6 1,1 8,33 2,24-1,1-2,0-2,0-1,19-2,-5 1,3-1,-25-2,-1 1,0 2,1 1,-2 2,1 1,22 9,-52-15,0 0,0-1,0 1,0 1,-1-1,1 1,-1-1,1 1,-1 0,0 0,0 0,-1 1,1-1,-1 1,1 0,-1-1,0 1,-1 0,1 0,-1 0,1 0,-1 1,0-1,-1 0,1 0,-1 1,0 2,0-5,-1 0,1-1,0 1,0 0,0 0,0-1,0 1,0 0,0-1,1 1,-1 0,1-1,-1 1,1 0,0-1,-1 1,1-1,0 1,0-1,0 1,0-1,0 0,1 1,-1-1,0 0,0 0,1 0,-1 0,1 0,-1 0,1 0,-1-1,1 1,0-1,-1 1,1-1,0 1,1-1,4-1,0-1,-1 1,1-2,0 1,-1-1,0 0,1 0,-1 0,0-1,-1 0,1 0,-1-1,0 1,0-1,0 0,-1-1,1 1,-1-1,-1 0,1 0,-1 0,0-1,3-6,0-1,-1 1,-1-1,-1 0,1 0,0-13,3-16,-5 44,-1-1,1 1,-1 0,1-1,-1 1,0 0,1 0,-1 0,0 0,0 0,0 0,0 1,0-1,0 0,0 1,0-1,0 0,-1 1,1-1,0 1,-1-1,1 1,-1 0,0-1,0 1,1-1,-1 1,0 0,5 9,2 3,1 0,1 0,1-1,-1 0,2-1,0 0,1-1,0 0,0 0,1-1,0-1,1-1,0 0,1 0,-1-1,1-1,6 1,44 12,-3-6</inkml:trace>
  <inkml:trace contextRef="#ctx0" brushRef="#br0" timeOffset="-2217.523">2185 423,'-17'-5,"-117"-23,127 27,1 1,0 0,-1 0,1 0,0 1,-1 0,1 0,0 1,0 0,0 0,0 0,0 1,0-1,1 1,-1 1,1-1,0 1,0 0,-3 3,6-5,0 1,0-1,0 1,0 0,0 0,0-1,1 1,0 0,-1 0,1 1,0-1,0 0,1 0,-1 0,1 1,0-1,0 0,0 0,0 1,0-1,1 0,-1 0,1 1,0-1,0 0,0 0,0 0,1 0,-1 0,1 0,0-1,0 1,0 0,0-1,0 1,1-1,-1 0,2 2,9 3,0 0,0 0,0-1,1-1,0 0,0-1,0 0,0-1,1-1,-1 0,1-1,-1-1,1 0,0-1,-1 0,1-1,2-2,-7 3,1-1,0-1,-1 0,0 0,0-1,0 0,0-1,0 0,-1 0,0-1,0-1,0 1,-1-1,0-1,-1 1,1-2,-2 1,1-1,-1 0,0 0,-1 0,0-1,0 0,-1 0,-1 0,3-9,-3-1,0 0,-1 0,-2 0,1 0,-2 0,-1 0,-1 0,0 0,-2 0,0 1,-1 0,-1 0,0 0,-2 1,0 0,-1 1,-12-17,21 32,-1 0,1-1,0 1,-1 0,1-1,-1 1,0 0,1 0,-1 0,0 0,0 1,0-1,-1 1,1-1,0 1,-1 0,1-1,-1 1,1 0,-1 1,1-1,-1 0,0 1,1 0,-1-1,0 1,1 0,-1 0,0 1,1-1,-1 0,0 1,1 0,-1 0,1 0,-1 0,1 0,-1 0,1 0,0 1,0-1,-1 1,1 0,0 0,-1 1,-4 12,1-1,1 1,0 1,1-1,1 0,1 1,0 0,1 0,0-1,1 1,1 0,2 13,0-6,0 1,1-1,1 0,1 0,1-1,1 0,1 0,1 0,1-1,1-1,1 0,0-1,2 0,0-1,1 0,0-2,2 0,0-1,1 0,0-2,5 2,-20-12,0-1,1 1,-1-1,1-1,0 1,0-1,0 1,0-1,0-1,0 1,0-1,0 0,0 0,0 0,0-1,0 1,0-1,0-1,-1 1,1-1,0 1,0-1,-1-1,0 1,1-1,-1 0,0 0,0 0,0 0,-1 0,1-1,-1 0,1-1,4-8,-2 1,0-1,0 0,-1-1,-1 1,0-1,-1 0,0 0,-1 0,-1-1,0 1,-1 0,-1-2,-5-12,-6 42,10-4,0 0,1 0,0 0,1 0,0 0,0 0,1 0,0 0,1 0,0-1,1 1,0-1,4 9,-5-12,1 0,0 0,0-1,0 1,0-1,1 0,0 0,0 0,0-1,1 1,0-1,0 0,0 0,0-1,0 0,1 0,0 0,-1 0,1-1,0 0,0 0,4 0,-5-1,0-1,0 0,0 0,0 0,0-1,-1 0,1 0,0 0,0-1,0 1,-1-1,1 0,-1 0,0-1,1 1,-1-1,0 0,0 0,-1-1,1 1,-1-1,0 1,1-1,0-3,3-3,0-1,-1 0,0 0,0-1,-2 0,1 0,-1 0,-1 0,0-2,2-109,-5 122,1 0,-1-1,1 1,-1 0,1 0,-1-1,1 1,0 0,-1 0,1 0,0 0,0 0,0 0,0 0,0 0,0 0,0 1,0-1,0 0,0 0,0 1,1-1,-1 1,0-1,0 1,1 0,-1 0,0-1,1 1,-1 0,0 0,1 0,-1 0,0 0,1 1,-1-1,0 0,0 0,1 1,-1-1,0 1,0-1,0 1,1 0,-1 0,0-1,0 1,0 0,0 0,0 0,0 0,0 1,1-1,235 97,-233-97,0 1,-1-1,0 1,1 0,-1 0,0 1,0-1,0 1,-1-1,1 1,0 0,-1 0,0 0,0 1,0-1,0 0,0 1,-1-1,1 1,-1 0,0-1,0 1,-1 0,1 0,-1-1,1 1,-1 0,-1 0,1 0,0 1,-2 7,2-10,-1 0,0 0,1 0,-1 1,1-1,-1 0,1 0,0 0,0 0,0 0,0 0,0 1,1-1,-1 0,1 0,-1 0,1 0,0 0,0 0,0 0,0 0,0 0,0-1,0 1,1 0,-1-1,1 1,-1-1,1 1,0-1,-1 0,1 1,0-1,0 0,0 0,0-1,0 1,2 0,6 1,0-1,0-1,0 1,1-2,-1 1,0-2,0 1,0-1,0-1,0 0,0 0,-1-1,9-4,-13 6,0-1,0 0,-1 0,1 0,-1 0,0-1,0 0,0 1,0-1,-1-1,1 1,-1-1,0 1,0-1,-1 0,0 0,1 0,-2 0,1 0,0-1,-1 1,0 0,-1-1,1 1,-1-1,0-2,0 4,-1 0,1 0,-1 0,0 1,0-1,-1 0,1 0,-1 1,1-1,-1 1,0 0,-1-1,1 1,0 0,-1 0,0 0,0 1,1-1,-2 1,1-1,0 1,0 0,-1 0,1 1,-1-1,0 1,1-1,-1 1,0 1,0-1,-1 0,3 2,0 1,0-1,0 1,0-1,0 1,0 0,0 0,1 0,-1 0,1 0,-1 0,1 0,0 1,0-1,0 0,0 1,0-1,1 1,-1-1,1 1,-1-1,1 1,0-1,0 1,0-1,0 1,1 0,-1-1,1 1,-1-1,1 0,0 1,0-1,0 0,0 1,1-1,-1 0,0 0,1 0,1 1,7 9,1-1,1-1,0 0,0-1,1 0,0 0,0-2,1 0,0 0,1-1,-1-1,1 0,0-1,13 1,36 11,0-3,1-3,1-3,0-2,61-5,-117 1,0 0,0-1,1-1,-1 0,0 0,0-1,0 0,0 0,-1-2,1 1,-1-1,0 0,0-1,0 0,0 0,-1-1,0 0,0-1,4-4,-11 8,1-1,-1 0,1 0,-1 1,0-1,-1 0,1 0,-1 0,1 0,-1 0,0 0,-1 0,1 0,-1 0,1 0,-1 0,-1 0,1 1,0-1,-1 0,0 1,0-1,0 1,0 0,0-1,-2 0,-2-4,-1 0,0 0,0 1,0 0,-1 1,0-1,-1 2,0-1,-7-3,11 6,1 0,-1 1,0 0,0-1,0 2,0-1,0 1,-1-1,1 2,0-1,-1 0,1 1,0 0,-1 0,1 1,0 0,-1-1,1 2,0-1,0 1,0-1,0 2,0-1,0 0,0 1,1 0,0 0,-1 0,1 1,0-1,0 1,1 0,-2 2,2-2,0-1,1 1,0 0,0 0,0-1,0 1,1 0,-1 1,1-1,0 0,0 0,1 1,-1-1,1 0,0 1,0-1,0 0,1 1,-1-1,1 0,0 0,1 1,-1-1,1 0,-1 0,1 0,1-1,-1 1,0 0,1-1,0 1,-1-1,2 0,-1 0,0 0,0 0,1-1,0 0,-1 1,1-1,0 0,4 1,-1-1,0-1,0 1,0-2,0 1,1-1,-1 0,0 0,0 0,0-1,1-1,-1 1,0-1,0 0,-1-1,1 0,0 0,-1 0,0-1,1 1,-2-2,1 1,0-1,-1 1,0-2,0 1,0 0,-1-1,0 0,0 0,0-1,-1 1,0-1,0 1,0-1,-1 0,0 0,-1 0,1 0,-1-1,-1 6,0 0,0 1,0-1,0 0,0 0,0 0,0 0,-1 0,1 0,-1 0,1 0,-1 0,0 0,0 1,1-1,-1 0,-1 0,1 1,0-1,0 1,-1-1,1 2,0 0,1 1,-1-1,0 0,1 1,-1-1,0 1,1-1,-1 1,1-1,-1 1,1 0,-1-1,1 1,-1 0,1-1,0 1,-1 0,1-1,0 1,-1 0,1 0,0-1,0 1,0 0,0 0,0 0,0-1,0 1,0 0,0 0,0-1,0 1,1 0,-1 0,0-1,0 1,1 0,-1 0,1-1,-1 2,4 4,0 0,1 0,-1 0,1 0,0-1,0 1,1-1,0-1,0 1,0-1,0 0,1 0,-1-1,1 0,7 3,-13-6,147 56,-69-34</inkml:trace>
  <inkml:trace contextRef="#ctx0" brushRef="#br1" timeOffset="21870.043">533 1407,'-14'18,"-5"14,2 5,5 2,10-4,7-4,5-6,6-8,2-6,-2-6</inkml:trace>
  <inkml:trace contextRef="#ctx0" brushRef="#br1" timeOffset="22071.563">451 1161,'-14'-3,"-4"5,0 6,4 8,8 9,6 1</inkml:trace>
  <inkml:trace contextRef="#ctx0" brushRef="#br1" timeOffset="22336.171">751 1639,'2'-2,"12"-8,0-1,-1 0,0-1,-1-1,0 0,-1-1,-1 0,0 0,-1-1,-1 0,0-1,4-11,-12 25,1 0,-1 0,1 0,-1 1,0-1,0 0,0 0,0 0,0 0,0 0,0 0,-1 1,1-1,-1 0,1 0,-1 0,0 1,1-1,-1 0,0 1,0-1,-1 1,1-1,0 1,0-1,-1 1,1 0,-1 0,1 0,-1 0,1 0,-1 0,0 0,1 0,-1 0,0 1,0-1,1 1,-1 0,0-1,0 1,0 0,0 0,0 0,0 0,0 0,-6 1,0 0,0 1,0-1,1 1,-1 1,1 0,-1 0,1 0,0 1,0 0,1 0,-1 0,1 1,0 0,0 1,1-1,-1 1,1 0,0 1,1-1,0 1,0 0,0 0,1 0,0 0,0 2,2-6,0 0,0 0,1 0,0 0,0 0,0 0,0 1,0-1,0 0,1 0,0 0,-1 0,1 0,0 0,1 0,-1 0,0-1,1 1,0 0,-1-1,1 1,0-1,0 0,1 1,-1-1,0 0,1 0,-1 0,1-1,1 2,91 32,-33-25,-2-4</inkml:trace>
  <inkml:trace contextRef="#ctx0" brushRef="#br1" timeOffset="22800.156">1298 1352,'-7'-1,"2"-1,0 1,0-1,1 1,-1 1,0-1,0 1,0-1,0 1,0 1,0-1,0 1,0 0,0 0,0 0,0 1,0 0,1-1,-1 2,1-1,-1 1,1-1,0 1,0 0,0 1,0-1,4 2,-1-1,1 1,0-1,0 0,1 1,-1-1,1 0,0 1,0-1,0 0,1 0,-1 0,1 0,0 0,0 0,1 0,-1 0,1-1,0 1,0-1,0 0,0 0,0 0,1-1,-1 1,4 1,178 126,-161-103,-24-26,1 0,-1-1,0 1,0 0,0 0,0-1,0 1,0 0,0 0,0-1,0 1,0 0,0 0,0-1,-1 1,1 0,0-1,0 1,-1 0,1-1,-1 1,1 0,0-1,-1 1,1 0,-1-1,1 1,-1-1,0 1,1-1,-1 0,0 1,1-1,-1 0,0 1,1-1,-1 0,0 0,1 1,-1-1,0 0,0 0,1 0,-1 0,-14 3,0 0,0-1,0-1,0 0,0-1,0-1,0 0,-12-3,26 4,0 0,0 0,-1 0,1 0,0 0,0 0,0-1,0 1,0 0,0-1,0 1,0-1,0 1,0-1,0 0,0 1,0-1,0 0,0 0,1 0,-1 1,0-1,0 0,1 0,-1 0,1 0,-1 0,1 0,-1 0,1-1,0 1,-1 0,1 0,0 0,0 0,0 0,0-1,0 1,0 0,0 0,0 0,1 0,-1 0,0 0,1-1,-1 1,1 0,-1 0,1 0,-1 0,1 0,0 1,-1-1,1 0,0 0,0 0,0 0,0 1,0-1,0 0,0 0,21-16,1 0,0 1,1 2,0 0,1 1,18-5,-24 10,5-4,-13 6,0 0,0 1,1 1,0 0,-1 0,1 1,13-1,-23 5,0 0,-1 0,1 0,0 1,0-1,-1 1,1-1,-1 1,1 0,-1 0,0-1,0 1,0 0,0 0,0 0,0 0,0 1,-1-1,1 0,-1 0,1 0,-1 0,0 1,0-1,0 0,0 0,0 1,-1-1,1 0,-1 0,1 0,-1 0,0 0,0 1,0 10,0-8,0 0,1 0,-1-1,1 1,0 0,0 0,1 0,-1 0,1 0,0-1,0 1,1 0,-1-1,1 1,0-1,1 1,-1-1,1 0,-1 0,1 0,0 0,1-1,-1 1,1-1,-1 0,1 0,0 0,0 0,1-1,-1 0,0 0,1 0,3 1,13-2</inkml:trace>
  <inkml:trace contextRef="#ctx0" brushRef="#br1" timeOffset="22979.681">1611 1092,'-4'16,"2"13,10 10,7 8,1-3</inkml:trace>
  <inkml:trace contextRef="#ctx0" brushRef="#br1" timeOffset="23468.901">1913 1652,'37'-223,"-31"168,-6 53,0-1,-1 1,1-1,0 1,0-1,1 1,-1-1,1 1,-1 0,1-1,0 1,-1 0,1-1,0 1,1 0,-1 0,0 0,1 0,-1 0,1 0,0 0,-1 0,1 1,0-1,0 1,0-1,0 1,0 0,1 0,-1 0,0 0,0 0,1 0,-1 1,1-1,-1 1,2-1,5 4,0 0,0 1,0 0,0 0,0 1,-1 0,0 0,0 1,0 0,-1 0,0 1,0 0,0 1,-1-1,0 1,0 2,-1-1,0 0,-1 0,0 0,0 1,-1 0,-1-1,0 1,0 0,-1 0,0 5,5 22,-6-34,1 0,0 0,0 0,1 0,-1-1,1 1,-1 0,1-1,0 1,0-1,0 0,0 0,0 1,1-1,-1-1,1 1,-1 0,1-1,0 1,-1-1,1 0,0 0,0 0,0 0,0 0,0-1,2 1,85 4,-64-6,-1-1,1-1,-1-1,0-1,-1-2,1 0,-1-1,0-2,-1 0,0-2,18-12,-35 19,0 0,0 0,0-1,-1 0,0 0,0 0,0-1,-1 1,0-1,0 0,-3 5,-1 0,1 1,0-1,0 0,-1 0,1 0,-1 1,0-1,1 0,-1 0,0 0,0 0,0 0,0 0,0 0,-1 1,1-1,-1 0,1 0,-1 0,0 0,1 1,-1-1,0 0,0 1,0-1,-1 1,1-1,0 1,0-1,-1 1,1 0,-1 0,1 0,-1 0,0 0,1 0,-1 0,0 0,0 0,1 1,-3-1,2 0,-1 0,0 0,1 0,-1 0,0 1,0-1,0 1,0 0,1 0,-1 0,0 0,0 0,0 0,0 1,1 0,-1-1,0 1,1 0,-1 0,0 1,1-1,-1 0,1 1,0 0,-1-1,1 1,0 0,0 0,0 0,0 1,1-1,-1 0,1 1,-1-1,1 1,0-1,0 1,0 0,0-1,0 2,2-1,-1 0,1 0,0 0,1 0,-1 0,0 0,1-1,-1 1,1-1,0 1,0-1,0 1,0-1,1 0,-1 0,0 0,1 0,0-1,-1 1,1-1,1 2,18 8,0-1,0-1,1-1,0-1,10 1,58 14</inkml:trace>
  <inkml:trace contextRef="#ctx0" brushRef="#br1" timeOffset="24203.489">4643 1352,'-18'-6,"0"1,-1 1,1 0,-1 2,0 0,0 1,0 1,0 1,0 0,0 1,1 2,-12 3,-11 16,40-23,0 0,0 1,1-1,-1 1,1 0,-1-1,1 1,-1 0,1-1,-1 1,1 0,-1-1,1 1,0 0,-1 0,1-1,0 1,0 0,0 0,0 0,0-1,-1 1,1 0,1 0,-1 0,0-1,0 1,0 0,0 0,0 0,1-1,-1 1,0 0,1 0,-1-1,1 1,-1 0,1-1,-1 1,1 0,-1-1,1 1,0-1,-1 1,1-1,0 1,-1-1,1 0,0 1,-1-1,1 0,1 1,9 3,1 0,0-1,0 0,0-1,0 0,0-1,0-1,1 0,-1 0,0-1,0-1,1 0,0-1,-2 2,0-1,0 0,0-1,-1-1,1 0,-1 0,0-1,0 0,0 0,-1-1,0-1,0 0,-1 0,1 0,-2-1,1 0,-1-1,0 0,-1 0,0 0,4-10,-5 4,0-2,-1 1,-1 0,0-1,-2 1,1-1,-2 1,-1-1,0 0,-1 1,0-1,-1 1,-1 0,-1 0,-6-14,-13-9,23 39,1-1,-1 0,0 1,0-1,1 1,-1-1,0 1,0 0,0-1,0 1,1 0,-1-1,0 1,0 0,0 0,0 0,0 0,0 0,0 0,0 0,0 0,1 0,-1 0,0 1,0-1,0 0,0 1,0-1,1 0,-1 1,0-1,0 1,1 0,-1-1,0 1,0-1,1 1,-1 0,1 0,-1-1,1 1,-1 0,1 0,-1 0,-5 12,0 0,0 1,1-1,1 1,0 0,1 1,1-1,0 0,1 1,0 13,0-15,0 0,0 1,1-1,1 0,0 1,1-1,0 0,1 0,1 0,0 0,1 0,0-1,1 0,0 0,1 0,0-1,1 0,0-1,1 1,0-2,0 1,1-1,1 0,4-1,0-1,0 0,0-1,1-1,-1 0,1-1,0-1,1 0,-1-1,0-1,1-1,-1 0,1-1,-1-1,0 0,0-2,0 0,8-2,-19 3,0 1,1-1,-1 0,0 0,0 0,-1 0,1-1,-1 0,0 0,0 0,0-1,0 1,-1-1,0 0,0 0,0 0,0-1,-1 1,0 0,0-1,0 0,-1 1,0-1,0 0,-1 0,1-4,-5-11,4 22,0-1,0 0,0 1,0-1,0 0,0 0,0 1,0-1,0 0,0 0,0 1,0-1,0 0,0 1,0-1,0 0,0 0,-1 1,1-1,0 0,0 0,0 0,0 1,-1-1,1 0,0 0,0 0,0 0,-1 1,1-1,0 0,0 0,-1 0,1 0,0 0,0 0,-1 0,1 0,0 0,-1 1,1-1,0 0,0 0,-1-1,1 1,0 0,0 0,-1 0,1 0,0 0,-1 0,1 0,0 0,0 0,0-1,-1 1,1 0,0 0,0 0,-1 0,1-1,0 1,0 0,0 0,0-1,0 1,-1 0,1 0,0 0,0-1,-3 8,1 1,-1-1,2 1,-1-1,1 1,0-1,0 1,1 0,0 0,1-1,-1 1,2 0,-1-1,1 1,0-1,0 1,1-1,0 0,1 0,-1 0,1 0,0-1,1 0,3 4,17 16</inkml:trace>
  <inkml:trace contextRef="#ctx0" brushRef="#br1" timeOffset="24651.292">5053 1065,'163'70,"-118"-53,0 1,-2 2,-1 2,0 2,32 26,-67-46,-1 0,0 1,-1-1,1 1,-1 1,0-1,0 1,0 0,-1 0,0 0,0 0,-1 1,0 0,0 0,0 0,-1 0,0 0,-1 0,1 1,-1-1,-1 0,1 1,-1-1,-1 1,1-1,-1 0,-1 1,1-1,-1 0,0 0,-3 6,4-12,1-1,0 1,0-1,0 1,-1-1,1 1,0 0,0-1,0 1,0-1,0 1,0-1,0 1,0 0,0-1,0 1,0-1,0 1,0-1,1 1,-1 0,0-1,0 1,1-1,-1 1,0-1,1 1,-1-1,0 1,1-1,-1 0,1 1,-1-1,1 0,-1 1,1-1,-1 0,1 1,-1-1,1 0,-1 0,1 0,-1 1,1-1,0 0,-1 0,1 0,-1 0,1 0,-1 0,1 0,0 0,-1-1,1 1,-1 0,1 0,-1 0,1 0,0-1,-1 1,43-7,-42 7,15-5,0-1,-1 0,0-1,0-1,0 0,-1-1,0 0,-1-1,0-1,-1 0,0-1,0 0,-1-1,3-5,-12 15,-2 2,1 0,-1 0,1 0,-1 0,1-1,0 1,0 0,-1 1,1-1,0 0,0 0,0 0,0 0,0 1,0-1,0 0,0 1,1-1,-1 1,0 0,0-1,0 1,1 0,-1-1,0 1,0 0,2 0,46 55,-25-42,0-1,0-1,2-1,-1-2,1 0,0-2,10 1,-27-5,86 17</inkml:trace>
  <inkml:trace contextRef="#ctx0" brushRef="#br1" timeOffset="25320.092">7648 1201,'-20'0,"-1"1,1 1,0 0,0 2,0 0,-5 3,18-5,0 0,0 1,0 0,0 1,1-1,0 1,0 0,0 1,0-1,0 1,1 1,0-1,0 1,1-1,-1 1,1 1,1-1,-3 6,5-10,1 0,0 1,-1-1,1 0,0 1,1-1,-1 0,0 1,1-1,-1 0,1 0,0 1,0-1,0 0,0 0,0 0,0 0,0 0,1 0,-1 0,1-1,-1 1,1 0,0-1,0 1,0-1,-1 0,1 1,1-1,-1 0,0 0,0-1,0 1,0 0,1-1,-1 1,0-1,1 0,-1 1,0-1,1 0,-1-1,0 1,1 0,-1-1,0 1,0-1,3-1,7 0,-1 0,1-1,-1-1,1 0,-1-1,0 0,-1 0,1-1,-1-1,0 0,-1 0,1-1,-2 0,1 0,-1-1,0 0,-1-1,0 0,-1 0,0 0,0-1,-1 0,0 0,-1 0,-1-1,1 1,-2-1,1-7,1-1,-1 0,0 0,-2 0,0 0,-2 0,0 0,-3-10,4 28,0 1,0 0,0 0,0-1,0 1,-1 0,1 0,-1-1,1 1,-1 0,1 0,-1 0,0 0,1 0,-1 0,0 0,0 0,0 0,0 0,0 0,0 1,0-1,0 0,0 1,0-1,0 1,0-1,-1 1,1-1,0 1,0 0,-1-1,1 1,0 0,0 0,-1 0,1 0,0 0,0 1,-1-1,1 0,0 0,0 1,-1-1,1 1,0-1,0 1,0 0,0-1,0 1,0 0,0 0,0-1,0 1,0 0,0 0,1 0,-1 0,0 0,1 1,-1-1,0 0,1 1,-7 9,0 0,1 1,1 0,0 0,0 1,1-1,1 1,0 0,1 0,1 0,-1 0,2 0,0 0,1 0,0 0,2 9,-1-10,1 0,0-1,1 1,0-1,0 0,1 0,1-1,0 0,0 1,1-2,0 1,1-1,0 0,0-1,1 0,0 0,1-1,0 0,0-1,0 0,1 0,-1-1,1-1,1 0,-1 0,1-1,-1 0,1-1,0-1,0 0,0 0,-1-1,1-1,0 0,0 0,4-2,-7-1,-1 0,0-1,0 1,0-2,-1 1,0-1,0 0,0 0,-1-1,0 0,0 0,0-1,-1 1,0-1,-1 0,0-1,0 1,-1-1,0 1,0-1,-1 0,-1 0,1-1,-1 1,-1 0,1-3,-1 12,-1 1,1-1,0 0,0 1,0-1,0 1,0-1,0 0,-1 1,1-1,0 0,0 1,-1-1,1 0,0 1,0-1,-1 0,1 0,0 1,-1-1,1 0,0 0,-1 0,1 1,0-1,-1 0,1 0,-1 0,1 0,0 0,-1 0,1 0,-1 0,1 0,0 0,-1 0,1 0,-1 0,1 0,0 0,-1 0,1 0,0-1,-1 1,1 0,0 0,-1 0,1-1,0 1,-1 0,1 0,0-1,-1 1,1 0,0-1,0 1,-1 0,1-1,-3 7,-1 1,1 0,1-1,-1 1,1 0,0 0,1 0,-1 1,2-1,-1 0,1 0,0 1,0-1,1 0,0 1,0-1,1 0,0 0,0 0,1 0,0-1,2 6,12 7</inkml:trace>
  <inkml:trace contextRef="#ctx0" brushRef="#br1" timeOffset="25500.608">8071 942,'-7'14,"5"14,12 9,4-2</inkml:trace>
  <inkml:trace contextRef="#ctx0" brushRef="#br1" timeOffset="25770.468">8481 1338,'-2'5,"1"0,-1 0,1 0,0 1,0-1,1 0,-1 0,1 1,1-1,-1 0,1 0,-1 0,2 1,-1-1,0 0,1 0,0 0,0-1,1 1,-1 0,1-1,0 0,0 1,0-1,1 0,0-1,-1 1,1-1,3 2,-3-2,0 0,0-1,0 1,0-1,0 0,0-1,1 1,-1-1,1 0,-1 0,1 0,0 0,-1-1,1 0,0 0,-1 0,1-1,0 1,-1-1,1 0,-1-1,1 1,-1-1,0 0,0 0,1 0,-1 0,0-1,-1 1,1-1,0 0,-1-1,0 1,0 0,0-1,0 0,0 0,-1 0,0 0,1 0,1-10,-1 1,0-1,0 1,-2-1,1 0,-2 0,0-6,1-24,3 23,1 7</inkml:trace>
  <inkml:trace contextRef="#ctx0" brushRef="#br1" timeOffset="25975.596">9027 1324,'-5'16,"-1"11,0 4,1 0,4-1,5-3,5-3,7-7,0-6</inkml:trace>
  <inkml:trace contextRef="#ctx0" brushRef="#br1" timeOffset="26192.684">9054 1065,'-7'-5,"5"4,2 1</inkml:trace>
  <inkml:trace contextRef="#ctx0" brushRef="#br1" timeOffset="26833.544">9232 1146,'7'-3,"0"0,0 0,1 1,-1 0,1 1,-1-1,1 1,0 1,0-1,-1 1,1 1,0-1,0 1,-1 1,1-1,0 1,-1 1,0-1,0 1,1 1,-2-1,1 1,0 1,-1-1,0 1,0 0,0 0,-1 1,1-1,-1 1,-1 1,1-1,2 5,1 9,-1 0,-1 0,0 0,-2 1,0 0,-1 0,-1 0,-1 0,-2 1,1-1,-2 0,-1 0,-1 0,0 0,-2-1,-9 84,13-98,1 0,0 0,0 1,1-1,0 0,0 0,0 0,1 1,0-1,0 0,1 0,-1 0,1 0,1 0,-1-1,1 1,0-1,0 1,0-1,1 0,0 0,0 0,0-1,1 0,-1 1,1-1,0-1,0 1,1-1,-1 0,1 0,5 2,-7-4,0-1,0 1,0-1,0 1,1-1,-1 0,0-1,0 1,0-1,0 1,0-1,0-1,0 1,0 0,-1-1,1 0,0 0,-1 0,0 0,1-1,-1 1,0-1,0 0,0 0,0 0,-1 0,1 0,-1-1,0 1,0-1,0 0,-1 1,1-1,-1 0,0 0,0 0,0 0,0 0,-1 0,0 0,1 0,-2 0,1-1,-1-1,-2-12,-2-1,0 1,-1 0,-1 1,-1-1,0 1,-1 1,-1 0,0 0,-2 1,1 0,-2 1,-12-12,-113-87,103 88,35 25,0 0,-1 0,1 0,-1 0,1 0,0 0,-1 0,1 0,-1 0,1 0,0 0,-1 0,1-1,-1 1,1 0,0 0,-1 0,1 0,0-1,-1 1,1 0,0 0,-1-1,1 1,0 0,0 0,-1-1,1 1,0 0,0-1,0 1,-1-1,1 1,0 0,0-1,0 1,0 0,0-1,0 1,0-1,0 1,0 0,0-1,0 1,0-1,0 1,0 0,0-1,0 1,0-1,0 1,1 0,-1-1,0 1,0 0,0-1,1 1,-1 0,0-1,0 1,1 0,-1 0,1-1,27 3,268 46,-172-37,-123-11,0 0,-1 0,1 0,0 0,0 0,0 0,0 1,-1-1,1 0,0 1,0-1,-1 0,1 1,0-1,-1 1,1-1,0 1,-1 0,1-1,-1 1,1-1,-1 1,1 0,-1 0,0-1,1 1,-1 0,0 0,1-1,-1 1,0 0,0 0,0 0,0 0,0-1,0 1,0 0,0 0,0 0,0 0,0-1,0 1,-1 0,1 0,0-1,-1 1,1 0,0 0,-1-1,1 1,-1 0,1-1,-1 1,0 0,0 1,1-1,-1 0,1 0,-1 0,1 1,-1-1,1 0,0 0,-1 1,1-1,0 0,0 1,0-1,0 0,0 1,1-1,-1 0,0 1,0-1,1 0,-1 0,1 1,-1-1,1 0,0 0,0 0,-1 0,1 0,0 0,4 2,-1 0,1-1,0 0,0 0,0 0,0-1,0 1,1-1,-1 0,0-1,1 0,-1 1,0-1,1-1,-1 1,0-1,0 0,1 0,-1-1,0 0,0 0,0 0,0 0,-1-1,1 1,3-4,-5 3,-1 0,1 0,-1 0,0-1,1 1,-1-1,-1 1,1-1,0 0,-1 0,0 0,0 0,0 0,-1 0,1 0,-1 0,0 0,0 0,0 0,-1 0,1 0,-1 0,0 0,0 0,0 0,-1 1,1-1,-1 0,0 1,0-1,0 1,-1 0,1-1,-1 1,0 0,0 1,0-1,0 0,0 1,-1 0,1 0,-1 0,1 0,-1 0,-2 0,1-1,0 1,-1 0,1 0,0 1,-1-1,1 1,-1 0,0 1,1-1,-1 1,0 0,0 1,1-1,-1 1,1 0,-1 0,1 1,-1 0,1 0,0 0,0 1,-1-1,2 1,-1 1,0-1,-1 2,5-3,0 0,0-1,0 1,1 0,-1 0,0-1,1 1,0 0,-1 0,1 0,0 0,0 0,0 0,0 0,0 0,1 0,-1-1,0 1,1 0,0 0,-1 0,1 0,0-1,0 1,0 0,0-1,0 1,0-1,0 1,1-1,1 2,47 37,-13-18</inkml:trace>
  <inkml:trace contextRef="#ctx0" brushRef="#br1" timeOffset="27168.648">10174 1447,'-99'-216,"98"214,0 0,1 0,-1 0,1 0,-1 1,1-1,0 0,0 0,0 0,0 0,0 0,0 0,0 0,1 0,-1 0,1 0,0 0,-1 0,1 0,0 0,0 1,0-1,0 0,1 1,-1-1,0 1,1-1,-1 1,1 0,-1 0,1-1,0 1,-1 0,1 0,0 1,0-1,0 0,-1 0,1 1,0 0,0-1,0 1,1 0,13-4,1 2,1 0,-1 1,0 0,0 2,0 0,0 1,0 1,0 0,0 1,-1 1,11 4,-25-8,1 0,-1-1,1 1,-1 0,0 0,0 0,0 0,1 1,-1-1,0 1,-1-1,1 1,0-1,0 1,-1 0,1 0,-1 0,1 0,-1 0,0 0,0 1,0-1,0 0,0 1,-1-1,1 0,-1 1,1-1,-1 1,0-1,0 1,0-1,0 0,-1 1,1-1,-1 2,-3 4,0-1,0 1,-1-1,0-1,-1 1,1-1,-1 0,-1 0,-1 2,-46 58,53-64,0-1,1 1,-1 0,1-1,0 1,-1 0,1-1,0 1,0 0,0 0,0-1,0 1,1 0,-1-1,1 1,-1 0,1-1,-1 1,1-1,0 1,0 0,0-1,0 0,0 1,0-1,0 0,0 1,0-1,1 0,-1 0,0 0,1 0,-1 0,1 0,0 0,63 23,-1-11,2-2,-1-4,21-1,-67-5,99 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42.7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0 648,'13'-2,"-1"0,0 0,0-2,-1 1,1-1,-1-1,1 0,-1-1,-1 0,1 0,-1-1,0-1,-1 0,0 0,0-1,-1 0,2-2,8-47,-18 57,0-1,0 1,0-1,0 1,0-1,0 1,0-1,-1 1,1-1,0 1,-1 0,1-1,-1 1,0-1,1 1,-1 0,0 0,0-1,0 1,0 0,0 0,0 0,0 0,0 0,0 0,-1 0,1 0,0 1,-1-1,1 0,0 1,-1-1,1 1,-1 0,1-1,-1 1,1 0,-1 0,-2 1,1 0,-1 0,1 1,-1 0,1 0,0-1,0 2,0-1,0 0,0 1,0-1,1 1,-1 0,1 0,0 0,0 0,0 0,0 1,0-1,1 0,-1 1,1-1,0 1,0 0,0-1,1 1,0 0,-1 0,1-1,0 1,1 0,0 3,-1 0,1 0,1 0,0-1,0 1,0 0,0-1,1 1,0-1,1 0,-1 0,1 0,1-1,-1 1,1-1,-1 0,2 0,-1-1,0 0,1 1,0-2,1 2,4 1,1 1,-1-2,1 1,0-2,1 0,-1 0,1-1,0 0,0-2,0 1,0-1,-5-1,0-1,0 1,0-1,0-1,0 1,-1-1,1-1,0 1,-1-1,0-1,1 1,-1-1,-1 0,1-1,-1 0,1 0,-1 0,-1-1,1 0,-1 0,0 0,0-1,-1 0,0 1,0-2,-1 1,0 0,0-1,0 1,0-7,-2 10,-1-1,1 0,0 0,0 1,1-1,-1 1,1-1,0 1,0 0,1 0,-1-1,1 2,0-1,0 0,0 0,1 1,-1 0,1 0,0 0,-1 0,1 0,1 1,-1 0,0 0,1 0,1-1,2 2,-1 1,0 0,0 0,0 0,0 0,0 1,0 1,0-1,0 1,0 0,0 1,0-1,-1 2,0-1,1 0,-1 1,0 0,-1 1,1-1,-1 1,0 0,0 1,-1-1,1 1,-1 0,0 0,-1 0,1 0,-1 1,-1-1,1 1,-1 0,0 0,-1 0,1 0,-1 0,-1 0,0 0,0 1,0-1,-1 5,1-11,0 0,0 0,0 0,-1 0,1 0,0 0,0 0,-1 0,1 0,0-1,-1 1,1 0,-1 0,1 0,-1-1,1 1,-1 0,0-1,1 1,-1 0,0-1,0 1,1-1,-1 1,0-1,0 1,0-1,0 0,0 1,0-1,17-51,-15 47,125-205,-106 166,-2 0,-2-1,-2-1,-2-1,-2 0,2-30,-14 13,2 62,0 1,0-1,-1 1,1-1,0 1,-1-1,1 1,0-1,-1 1,1 0,-1-1,1 1,0 0,-1-1,1 1,-1 0,1-1,-1 1,1 0,-1 0,0 0,1 0,-1-1,1 1,-1 0,1 0,-1 0,1 0,-1 0,1 0,-1 1,0-1,1 0,-1 0,1 0,-1 0,1 1,-1-1,1 0,-1 0,1 1,-1-1,1 0,0 1,-1-1,1 1,0-1,-1 0,1 1,0-1,-1 1,1-1,0 1,0-1,-1 1,-7 11,1 1,0-1,1 1,0 1,1-1,1 1,0 0,1 0,0 0,1 0,0 0,1 8,-1-5,0 1,1 0,1 0,1-1,0 1,2 0,0-1,0 1,2-1,0 0,1 0,1-1,0 0,1 0,1 0,1-1,0-1,1 0,0 0,1-1,0 0,1-1,1 0,0-1,1-1,-1-1,2 0,0 0,0-2,3 1,-14-5,0-1,1 1,-1-2,1 1,-1 0,1-1,0 0,0 0,-1-1,1 0,0 0,0 0,0-1,-1 0,1 0,0 0,0 0,-1-1,1 0,-1-1,0 1,0-1,0 0,0 0,0 0,0-1,-1 0,0 0,0 0,0 0,0-1,0 1,-1-1,0 0,0 0,0-1,-1-2,0 0,0-1,0 1,-1 0,-1-1,1 1,-1-1,-1 1,1-1,-2 1,1 0,-1 0,0-1,-1 1,0 0,0 1,-1-1,-1-1,5 8,0 1,0-1,0 1,0 0,0-1,-1 1,1-1,0 1,0-1,-1 1,1 0,0-1,-1 1,1 0,0-1,-1 1,1 0,0 0,-1-1,1 1,-1 0,1 0,-1 0,1-1,-1 1,1 0,0 0,-1 0,1 0,-1 0,1 0,-1 0,1 0,-1 0,1 0,-1 0,1 0,-1 0,1 1,0-1,-1 0,1 0,-1 0,1 1,-1-1,1 0,0 1,-1-1,1 0,0 1,-1-1,1 0,0 1,0-1,-1 0,1 1,0-1,0 1,0-1,-1 1,-8 29,9-19,1-1,0 1,1-1,0 1,0-1,1 0,0 0,1 0,0 0,1-1,0 1,0-1,1-1,0 1,1-1,0 0,0 0,1-1,0 0,0 0,0-1,1 0,0 0,0-1,1 0,-1-1,1 0,5 1,15 4</inkml:trace>
  <inkml:trace contextRef="#ctx0" brushRef="#br0" timeOffset="259.855">711 198,'30'-5,"36"-1,38-3,35 1,29 2,-15 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15.4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1064 331,'3'-15,"0"0,-1 0,0 0,-1-1,-1 1,0 0,-1-1,-1 1,0 0,-1 0,-5-14,-8-64,15 92,1-1,0 1,0 0,0-1,0 1,0-1,0 1,0-1,0 1,0 0,1-1,-1 1,1-1,-1 1,1 0,-1-1,1 1,0 0,0 0,0 0,-1-1,1 1,0 0,0 0,1 0,-1 1,0-1,0 0,0 0,1 0,-1 1,0-1,1 1,-1-1,0 1,1 0,-1-1,1 1,-1 0,0 0,1 0,0 0,62 14,-38-3,-1 1,-1 1,0 1,-1 1,0 1,-1 1,-1 1,15 17,-33-33,0 1,0-1,0 1,0 0,0 0,-1 0,1 0,-1 1,0-1,0 1,0-1,0 1,0 0,-1-1,0 1,0 0,0 0,0 0,-1 0,1 0,-1 0,0 1,0-1,-1 0,1 0,-1 0,0 0,0 0,0 0,-1-1,1 1,-1 0,0 0,-3 0,1-1,-1 0,0 0,0 0,0 0,0-1,0 1,-1-1,1-1,-1 1,0-1,1 0,-1 0,0-1,0 0,1 0,-1 0,0 0,0-1,1 0,-1 0,1-1,-1 0,1 0,-1 0,0-1,4 2,0-1,1 0,-1 0,1 0,0 0,-1 0,1 0,0 0,0 0,0 0,0-1,1 1,-1 0,1-1,-1 1,1 0,0-1,0 1,0-1,0 1,0 0,0-1,1 1,-1-1,1 1,0 0,0 0,0-1,0 1,0 0,0 0,0 0,1 0,-1 0,1 0,0 1,-1-1,1 0,0 1,0-1,0 1,0 0,0 0,0 0,0 0,1 0,0-1,17-10,0 1,1 0,0 1,0 1,1 2,0 0,0 1,1 1,0 1,18-1,-37 4,0 0,0 0,0 1,0-1,1 1,-1 0,0 0,0 0,0 1,0-1,0 1,0 0,0 0,0 1,-1-1,1 1,0 0,-1 0,1 0,-1 0,0 0,1 1,-1 0,0-1,-1 1,1 0,0 1,-1-1,0 0,0 1,1 1,1 11,-1-1,0 1,-2 0,0 0,0 0,-2 0,0 0,-1 5,-2 49,4-69,0 1,0-1,-1 0,1 1,0-1,0 0,0 1,0-1,0 0,1 1,-1-1,0 0,1 0,-1 1,1-1,-1 0,1 0,-1 0,1 1,0-1,0 0,-1 0,1 0,0 0,0 0,0-1,0 1,0 0,0 0,1-1,-1 1,0 0,0-1,0 1,1-1,-1 0,0 1,1-1,-1 0,0 0,1 0,14-4</inkml:trace>
  <inkml:trace contextRef="#ctx0" brushRef="#br0" timeOffset="456.414">1296 590,'-7'23,"-5"15,-2 10,1 7,3-3,2-9</inkml:trace>
  <inkml:trace contextRef="#ctx0" brushRef="#br1" timeOffset="25289.926">204 877,'-15'7,"0"1,1 1,0 0,1 1,0 0,0 1,1 0,0 1,1 0,1 1,0 0,0 1,2 0,0 1,0-1,-1 7,7-17,1 0,0 0,0 0,0 0,0 0,0 1,1-1,0 0,0 0,0 0,0 1,1-1,0 0,0 0,0 0,0 0,0 0,1 0,0 0,0-1,0 1,0 0,0-1,1 0,0 1,0-1,0 0,0-1,0 1,0 0,1-1,-1 0,1 0,0 0,-1 0,1 0,3 0,5-1,1 0,-1-1,1 0,-1-1,1-1,-1 0,0-1,0 0,0 0,0-2,0 1,-1-1,0-1,0 0,0-1,-1 0,0 0,-1-1,1-1,-1 0,-1 0,7-9,4-5,-2-2,0 0,-2-1,-1-1,-1 0,-1 0,-1-2,-2 1,-1-1,-1 0,-1-1,-2 0,1-24,-4 48,0 0,0 0,-1-1,0 1,0 0,0 0,-1 0,0 0,0 0,0 0,-1 0,0 0,0 0,0 0,-1 1,0-1,0 1,0 0,-1 0,0 0,0 0,0 1,0-1,-1 1,0 0,0 1,-4-3,-5 2,1 1,-1 0,0 2,-1-1,1 2,0 0,0 1,0 0,0 1,0 0,0 1,0 1,1 0,0 1,0 1,0 0,0 0,-3 4,10-7,-1 1,0 0,1 0,0 0,0 1,0 0,0 0,1 1,0 0,0 0,0 0,1 0,0 1,0-1,1 1,0 0,0 0,0 1,1-1,0 0,1 1,-1-1,2 1,-1 0,1-1,0 1,0 0,1-1,0 1,1-1,0 1,0 1,12 19,1 0,1-1,1-1,2 0,0-2,2 0,1-1,0-1,2-1,19 12,145 125,-146-112,-33-30</inkml:trace>
  <inkml:trace contextRef="#ctx0" brushRef="#br1" timeOffset="25792.168">846 1041,'-7'10,"-5"9,-2 7,1 5,0 3,3 2,2-3,3-4,3-6,3-5,2-7</inkml:trace>
  <inkml:trace contextRef="#ctx0" brushRef="#br1" timeOffset="26107.088">655 932,'2'4,"-1"0,1 0,1 0,-1-1,1 1,-1-1,1 1,0-1,0 0,1 0,-1 0,1-1,-1 1,1-1,1 1,0 0,173 99,19 13,-139-58,-57-56,0 1,1 0,-1-1,0 1,-1 0,1 0,0 0,0 0,-1 0,1 0,-1 0,0 0,1 0,-1 0,0 1,0-1,0 0,-1 0,1 0,0 0,-1 0,0 0,1 0,-1 0,0 0,0 0,0 0,0-1,0 1,0 0,-1-1,1 1,-1-1,1 1,-1-1,-8 7,-1-2,0 1,0-2,0 1,-1-1,0-1,0 0,0-1,-1 0,1-1,-8 0,-44 7,0-3,0-3,-56-4,88-2,12-1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2T14:11:39.6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0 178,'17'0,"16"-3,15 0,10-2,7 0,0 0,-4 2,-14 3,-13 4,-14 1</inkml:trace>
  <inkml:trace contextRef="#ctx0" brushRef="#br0" timeOffset="165.621">42 328,'16'0,"15"0,13 0,11 0,11 0,5 0,-10 0</inkml:trace>
  <inkml:trace contextRef="#ctx0" brushRef="#br0" timeOffset="464.881">520 0,'-1'1,"1"-1,-1 1,1 0,-1-1,1 1,0 0,-1 0,1-1,0 1,0 0,0 0,-1 0,1-1,0 1,0 0,0 0,0 0,0-1,1 1,-1 0,0 0,0 0,0-1,1 1,-1 0,0 0,1-1,-1 1,1 0,-1-1,1 1,-1 0,1-1,-1 1,1-1,0 1,-1-1,1 1,0-1,-1 1,1-1,0 0,-1 1,1-1,0 0,0 0,0 1,-1-1,1 0,1 0,19 11,1-2,1 0,-1-1,2-2,4 1,5 2,41 10,-23-7,-1 2,-1 3,43 20,-88-36,0 0,0 0,0 1,-1 0,1-1,0 1,-1 1,1-1,-1 1,0-1,1 1,-1 0,-1 0,1 0,0 0,-1 1,1-1,-1 1,0 0,0-1,-1 1,1 0,-1 0,0 0,0 0,0 0,0 0,-1 1,0 2,-2-1,-1 0,0-1,-1 1,1 0,-1-1,0 0,0 0,-1 0,0-1,0 1,0-1,0 0,0 0,-3 0,-44 29,-2-2,-1-3,-2-2,-1-2,52-21,-52 21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06.8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1,'-12'316,"-3"488,0-212,13-404,-18 96,3-113,6 0,12 149,1 65,0 140,17 46,-4 278,-17-575,21 443,-10-353,10 144,31 391,-50 1521,-1-248,-6-1758,14 710,1-984,26 667,-33-632,25 724,24-203,5-177,-32-340,-15-99,-8-80,-1 0,1 0,0-1,0 1,0 0,-1 0,1 0,0 0,0 0,0 0,-1 0,1 0,0 0,0 0,-1 0,1 0,0 0,0 0,0 0,-1 0,1 0,0 0,0 0,-1 0,1 0,0 0,0 0,0 0,-1 0,1 0,0 1,0-1,0 0,-1 0,1 0,0 0,0 0,0 1,0-1,0 0,-1 0,1 0,0 1,0-1,0 0,0 0,0 1,0-1,0 0,0 0,0 0,0 1,0-1,-9-12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7.48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0,'9'0,"13"0,11 3,13 0,11-1,6 1,1-2,-3 3,-12 4,-14 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7.72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1,'18'2,"21"1,17 0,15 0,13-2,7 0,-11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8.15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0 579,'45'-218,"-37"132,-3 0,-7-70,0 127,2 29,-1 0,1 0,0 0,0 0,-1 0,1 0,0 0,0 0,-1 0,1 0,0 0,0 0,0-1,-1 1,1 0,0 0,0 0,0 0,-1 0,1 0,0-1,0 1,0 0,0 0,-1 0,1 0,0-1,0 1,0 0,-4 29,-37 484,40-500,0 0,1 0,1 0,0 0,0 0,2 0,-1-1,2 1,-1-1,4 5,7 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5.91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241 701,'4'-2,"2"-1</inkml:trace>
  <inkml:trace contextRef="#ctx0" brushRef="#br0" timeOffset="2658.322">22 442,'-4'7,"1"-1,0 1,1 0,-1 0,1 0,1 0,-1 0,1 0,1 1,-1-1,1 0,0 1,1-1,0 0,0 0,0 0,1 1,0-1,1 0,-1-1,1 1,1 0,-1-1,1 0,0 0,1 0,-1 0,1-1,0 0,3 2,0-1,0 0,1-1,0-1,0 1,0-1,1-1,-1 0,1 0,0-1,0 0,0-1,0 0,0 0,0-1,0-1,0 1,0-2,0 1,0-2,0 1,-1-1,1 0,-1-1,0 0,0-1,0 0,0 0,-1-1,0 0,0-1,-1 1,1-2,-2 1,1-1,-1 0,0 0,-1 0,0-1,0 0,-1 0,3-8,-2-6,-1 0,-1 0,-1 0,-2-1,0 1,-1 0,-1 0,-2 0,0 0,-1 0,-2 1,0 0,-1 0,-1 1,-1 0,-1 0,-1 1,-6-8,13 18,-1 0,0 1,0-1,-1 1,0 0,-1 1,0 0,0 0,0 0,-1 1,-1 1,-1-2,8 7,-1 1,1 0,0 0,0-1,0 2,-1-1,1 0,0 1,0-1,0 1,0 0,0 0,0 0,0 1,0-1,0 1,0 0,1-1,-1 1,0 0,1 0,0 1,0-1,-1 1,1-1,1 1,-1-1,0 1,1 0,-1 0,1 0,0 0,0 0,0 0,0 1,-15 37,1 1,3 0,1 1,2 0,2 0,2 1,2 0,2 40,1-5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6.80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54,'0'-7,"0"2,0 10,0 14,0 19,0 19,0 16,0 12,0 8,0-1,0-4,0-12,0-20</inkml:trace>
  <inkml:trace contextRef="#ctx0" brushRef="#br0" timeOffset="431.892">410 0,'-5'36,"-2"-1,-2 1,-1-1,-1-1,-2 0,-2-1,-1-1,-1 0,-2-1,-1-1,-1 0,-2-2,-1-1,-15 14,-25-3,62-37,0 0,0 0,0-1,0 1,0-1,0 1,-1-1,1 0,0 0,0 0,0 0,0 0,0 0,0-1,0 1,0-1,0 1,0-1,0 0,0 0,0 0,0 0,0 0,0 0,1 0,-1-1,1 1,-1-1,1 1,-1-1,1 1,-1-2,-6 0,12 25,1-11,0-1,1 1,0-1,0 0,1 0,1-1,-1 1,1-2,1 1,0-1,0-1,1 0,-1 0,2 0,-1-2,1 1,7 2,14 5,0-2,0-2,1 0,1-3,22 3,100-1,-116-11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9.9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41 259,'0'-239,"-2"219,-6 31,-3 38,3 0,2 1,3 0,1 6,2-54,11 92,-2-77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0.2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6 124,'-2'4,"1"1,0-1,1 1,-1 0,1-1,0 1,0-1,0 1,1 0,0-1,-1 1,2-1,-1 1,0-1,1 0,0 1,0-1,0 0,1 0,-1 0,1-1,0 1,0-1,0 1,1-1,-1 0,1 0,-1 0,2 0,2-1,-1 1,1-1,0 0,0 0,0-1,0 0,0 0,0 0,0-1,0 0,0-1,0 0,0 0,0 0,0-1,0 0,0 0,-1-1,1 0,-1 0,0 0,0-1,0 0,0 0,0-1,-1 1,0-1,0 0,0-1,-1 1,0-1,0 0,0 0,-1 0,0-1,0 1,0-1,-1 1,0-1,0 0,-1 0,1-6,-2 8,-1 0,0 0,0 0,0 0,0 0,-1 0,0 0,0 0,0 1,0-1,-1 1,0 0,0 0,0 0,0 0,-1 0,0 1,1-1,-1 1,0 0,-1 0,1 0,0 1,-1 0,0 0,1 0,-1 0,0 1,0-1,0 1,0 1,0-1,0 1,0 0,0 0,0 0,-3 1,3-2,1 1,-1 0,1 0,-1 0,0 1,1 0,-1-1,1 2,0-1,-1 0,1 1,0 0,0 0,0 0,0 0,0 1,0 0,1-1,0 1,-1 1,1-1,0 0,0 1,1 0,-1-1,1 1,-1 0,1 0,1 0,-1 1,0-1,1 0,0 1,0-1,0 1,1-1,0 1,0-1,0 1,0 0,1 3,7 21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0.75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13,'14'0,"16"0,12 0,11-3,6 0,1 0,-6 1,-13 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00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14,'16'4,"19"2,20 0,17-6,13-5,7-6,-11-2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7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3 231,'-2'11,"2"0,-1 0,2 0,-1 0,1 0,1 0,0 0,1 0,0 0,0-1,1 1,1-1,0 0,0 0,1-1,0 1,1-1,-1-1,2 1,-1-1,1 0,1-1,-1 0,1-1,1 1,-1-2,1 1,0-1,0-1,0 0,1 0,0-1,-1 0,1-1,0 0,0-1,0 0,6-1,-8-2,1 1,-1-2,0 0,0 0,-1 0,1-1,-1-1,1 1,-1-1,-1-1,1 1,-1-1,0-1,0 1,-1-1,0 0,0-1,-1 1,1-1,-2 0,1-1,-1 1,-1-1,1 0,-1 0,-1 0,0 0,0 0,-1 0,0-1,0 1,-1-1,-1 1,1 0,-2-1,1 1,-1 0,-1-3,-1-4,-1 1,0-1,-1 1,0 0,-2 0,1 1,-2 0,0 0,-1 1,-4-5,8 11,0 0,0 1,-1 0,0 0,0 0,0 1,-1 0,0 0,0 1,0 0,0 1,-1-1,1 2,-1-1,0 1,0 0,0 1,0 0,-4 1,5 1,0 0,0 0,1 1,-1 0,1 1,0 0,-1 0,1 0,0 1,1 0,-1 1,1-1,0 1,0 0,0 1,1-1,0 1,0 0,0 1,1-1,-2 5,0-1,0 0,1 0,0 1,1 0,0 0,1 0,1 0,-1 0,2 1,-1-1,2 0,-1 1,2 0,0 5,11 29,5-7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2.20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1 480,'10'-51,"3"0,3 1,1 0,3 1,1 2,3 0,16-23,-2 15,-38 55,0-1,0 1,0-1,0 1,0 0,1-1,-1 1,0-1,0 1,0 0,0-1,1 1,-1-1,0 1,0 0,1-1,-1 1,0 0,1-1,-1 1,0 0,1 0,-1-1,1 1,-1 0,0 0,1 0,-1 0,1 0,-1-1,1 1,-1 0,0 0,1 0,-1 0,1 0,-1 0,1 0,-1 0,1 0,-1 1,0-1,1 0,-1 0,1 0,-1 0,0 1,1-1,-1 0,1 0,-1 1,0-1,0 0,1 1,-1-1,0 0,1 1,-1-1,0 0,0 1,0-1,1 1,-1-1,0 0,0 1,0-1,0 1,0-1,3 37,-3-31,-2 462,4-446,0-1,2-1,0 1,2 0,0-1,1 0,7 13,-5-16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30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177 388,'12'-295,"-15"273,3 22,0 0,0 0,0 1,-1-1,1 0,0 0,0 0,0 0,0 0,-1 0,1 0,0 0,0 0,0 0,0 0,0 0,-1 0,1 0,0 0,0 0,0 0,0 0,-1 0,1 0,0 0,0-1,0 1,0 0,0 0,0 0,-1 0,1 0,-2 21,12 363,0-236,-4-117</inkml:trace>
  <inkml:trace contextRef="#ctx0" brushRef="#br0" timeOffset="2099.332">204 6,'0'-4,"0"2,-4 7,-9 9,-10 12,-9 13,-9 9,-6 8,4-6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6.73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451 39,'-8'-6,"-1"1,0 1,1 0,-2 0,1 1,0 0,-1 0,1 1,-1 0,0 1,1 0,-1 1,0 0,0 0,0 1,1 0,-1 1,0 0,1 0,0 1,-1 1,1-1,0 2,-7 4,-1 1,2 2,-1 0,1 1,1 0,1 1,0 1,0 0,2 1,0 0,1 1,0 0,1 0,1 1,1 0,1 1,0 0,1 0,1 0,1 0,1 1,1-1,0 1,2-1,0 1,1-1,1 0,0 1,2-1,0-1,1 1,1-1,1 0,1 0,0-1,1 0,1-1,5 6,-3-8,-1-1,2-1,-1 0,2-1,0 0,0-1,0-1,1 0,1-2,12 5,-22-9,0-1,0 1,0-2,0 1,0-1,0 0,0 0,0-1,1 0,-1-1,0 1,0-1,0-1,0 1,0-1,0 0,0-1,0 0,-1 0,1 0,-1-1,0 0,0 0,0 0,-1-1,0 0,5-5,-6 5,1 0,-1 0,0 0,0-1,0 0,-1 0,0 0,0 0,-1 0,0 0,0-1,0 1,-1-1,0 0,0 1,0-1,-1 0,0 0,-1 1,1-1,-1 0,-1 1,1-1,-1 1,0-1,0 1,-1 0,0 0,0 0,-1 0,1 0,-1 1,-1-1,1 1,-1 0,1 1,-1-1,-1 1,1 0,-1 0,1 1,-1-1,0 1,-2 0,-2 0,0 1,0 1,-1 0,1 0,0 1,0 0,-1 1,1 0,0 1,0 0,0 1,0-1,0 2,1 0,0 0,-1 0,1 1,1 1,-1-1,1 2,0-1,0 1,1 0,0 0,0 1,1 0,0 1,0-1,0 3,4-6,1-1,0 0,1 1,-1-1,1 1,0-1,0 0,0 1,1-1,0 1,-1-1,2 0,-1 1,0-1,1 0,0 0,0 0,0 0,0 0,1-1,-1 1,1-1,0 1,0-1,0 0,1 0,-1 0,1-1,-1 1,1-1,0 0,0 0,3 1,33 17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7.27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29 274,'-5'-16,"0"0,0 1,1-2,1 1,1 0,0-1,2 1,0-10,-1 9,0-85,1 197,9 128,-8-214,1 0,0 1,0-1,1 0,0-1,0 1,1 0,0-1,3 4,4 2</inkml:trace>
  <inkml:trace contextRef="#ctx0" brushRef="#br0" timeOffset="366.022">275 124,'-2'4,"0"0,0 0,0 0,0 1,1-1,0 0,0 1,0-1,0 1,1 0,-1-1,1 1,1-1,-1 1,0-1,1 1,0-1,0 1,1-1,-1 1,1-1,0 0,0 0,0 0,1 0,-1 0,1-1,0 1,0-1,0 1,1-1,-1 0,1-1,-1 1,1 0,0-1,0 0,0 0,1 0,-1-1,0 1,1-1,0 1,-1-1,1 0,0 0,0 0,0 0,0-1,0 0,1 0,-1 0,0-1,0 1,0-1,0 0,-1-1,1 1,0-1,0 0,-1-1,1 1,-1-1,0 1,0-1,0 0,0-1,0 1,-1-1,1 0,-1 0,0 0,0 0,-1 0,1-1,-1 1,0-1,0 0,0 1,-1-1,1-2,-1 2,1 0,-1-1,0 1,-1-1,1 1,-1-1,0 1,0-1,-1 1,0-1,0 1,0 0,0-1,-1 1,0 0,0 0,0 0,-1 0,0 0,0 1,0-1,0 1,-1 0,0 0,0 0,0 0,0 1,0-1,-1 1,0 0,1 1,-1-1,0 1,0 0,-1 0,1 0,-2 0,-3 3,1 0,0 1,0 0,-1 0,1 1,1 0,-1 0,0 1,1 0,0 1,0 0,0 0,0 1,1 0,0 0,0 0,1 1,-1 0,2 1,-1-1,1 1,0 0,1 1,0-1,-1 2,-5 58,15-43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5.40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1,'0'16,"0"15,0 16,0 14,0 13,0 7,0 7,0 0,0-2,0-5,0-10,0-13,0-15</inkml:trace>
  <inkml:trace contextRef="#ctx0" brushRef="#br0" timeOffset="409.89">519 42,'-60'103,"-65"82,97-148,-1-2,-2 0,-2-3,-1 0,-8-5,41-27,0-1,0 0,1 0,-1 0,0 0,1 1,-1-1,1 0,-1 0,1 0,-1 0,1 0,0 0,-1-1,1 1,0 0,0 0,0 0,0 0,0 0,0 0,0 0,0 0,0 0,0 0,1 0,-1-1,0 1,1 0,-1 0,1 0,-1 1,1-1,0 0,-1 0,1 0,0 0,0 1,-1-1,1 0,0 0,0-1,1 1,-1-1,0 0,1 0,-1 1,1-1,0 1,-1-1,1 1,0 0,0 0,0 0,0 0,0 0,0 0,0 0,0 0,0 1,0 0,0-1,1 1,-1 0,0 0,0 0,1 0,-1 0,0 0,0 1,0-1,0 1,0 0,1-1,-1 1,0 0,0 0,-1 0,1 1,0-1,0 0,1 2,28 15,1-1,0-2,2-1,-1-2,27 6,1-6,1-2,0-3,0-3,10-3,-32-1</inkml:trace>
  <inkml:trace contextRef="#ctx0" brushRef="#br0" timeOffset="658.228">901 220,'21'0,"16"0,14 0,9 0,6 2,2 1,-4 2,-9 0,-13 0</inkml:trace>
  <inkml:trace contextRef="#ctx0" brushRef="#br0" timeOffset="828.769">1024 506,'21'9,"23"3,21 0,17-5,13-3,8-5,-15-2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8.60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1,'14'2,"14"1,11 0,9-1,5 0,3-1,-3 0,-7-1,-10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8.7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1,'21'7,"18"2,19 0,14-2,8-4,-10-3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3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154 65,'-10'4,"0"1,1 0,0 0,0 1,0 0,1 1,0 0,0 0,0 1,1 0,0 0,1 1,0 0,0 0,1 0,0 1,1 0,0 0,1 0,-1 0,2 0,0 1,0-1,1 1,0 0,1-1,0 1,0 0,2 0,-1-1,1 1,2 5,-2-8,1 0,-1-1,1 1,1-1,-1 0,1 0,0 0,1-1,0 1,0-1,0 0,1 0,0-1,0 0,0 0,1 0,-1-1,1 0,0 0,0-1,1 0,-1 0,1 0,0-1,-1 0,1-1,0 0,4 0,5 1,-1-2,1 0,0-1,-1 0,1-1,-1-1,0-1,0 0,0-1,-1-1,1 0,-1-1,6-4,-13 6,0-1,1 1,-2-2,1 1,-1-1,0 0,0 0,-1-1,0 0,0 0,-1 0,0-1,-1 0,0 0,0 0,-1-1,0 1,0-1,-1 1,-1-1,1 0,-2 0,1 0,-1 0,-1 0,0 0,0 1,-1-1,-3-8,1 6,0 1,-1 0,0 0,-1 1,-1-1,1 1,-2 1,1-1,-1 1,-1 1,1-1,-2 2,1-1,-1 1,0 0,0 1,-1 0,-8-2,11 4,0 1,-1 0,1 0,-1 1,0 0,0 1,1 0,-1 0,0 1,0 0,0 1,0 0,0 0,0 1,0 0,1 0,-1 1,1 0,0 1,-1 0,2 0,-1 1,0 0,1 0,-2 2,2 0,0 0,1 0,0 0,0 1,0 0,1 0,0 1,1-1,0 1,0 0,1 0,0 0,1 1,0-1,0 0,1 1,0 0,1-1,0 1,1 0,0-1,0 1,1-1,0 1,1-1,0 0,0 0,5 9,18 26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64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43 400,'27'-378,"-29"357,2 21,1 0,-1 1,0-1,0 0,0 1,0-1,0 0,0 1,0-1,0 0,0 1,0-1,0 0,0 1,-1-1,1 0,0 0,0 1,0-1,0 0,0 1,-1-1,1 0,0 0,0 1,0-1,-1 0,1 0,0 0,0 1,-1-1,1 0,0 0,0 0,-1 0,1 0,0 1,-1-1,1 0,0 0,-1 0,1 0,0 0,-1 0,1 0,0 0,-1 0,1 0,0 0,0 0,-1-1,1 1,0 0,-1 0,1 0,0 0,0 0,-1-1,1 1,0 0,0 0,-1 0,1-1,0 1,0 0,0 0,-1-1,1 1,0 0,0-1,-8 23,0-1,2 1,1 0,0 0,2 1,-1 17,3-28,-5 24,2 1,1 0,2 0,1 0,2 0,2-1,2 1,0-1,10 27,29 14,-22-51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9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3 291,'0'-291,"-1"346,-1 29,4 0,3-1,4 0,16 65,-13-106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32.52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177 96,'-4'-2,"0"1,0 0,0 1,-1-1,1 1,0 0,0 0,0 0,0 0,0 1,-1 0,1 0,0 0,0 0,1 0,-1 1,0 0,0 0,1 0,-1 0,1 0,-1 1,1 0,0-1,0 1,1 1,-1-1,-2 3,-2 4,0 1,0 1,1-1,0 1,1 0,1 0,0 0,-2 10,2-2,0-1,1 1,1 0,1 0,0 0,2 0,0 0,5 18,-5-31,1 1,0-1,0 0,0 0,1 0,0 0,1-1,0 1,0-1,0 0,1 0,-1 0,1-1,1 1,-1-1,1-1,0 1,0-1,0 0,1 0,-1-1,1 1,0-2,0 1,1-1,5 2,-1-1,0-1,1 0,0 0,-1-2,1 1,0-2,-1 0,1 0,-1-1,1 0,-1-1,0-1,0 0,0-1,0 0,-1-1,0 0,0 0,0-1,-1-1,0 0,-1 0,0-1,0 0,-1-1,0 0,0 0,0-3,0-2,-1 0,-1 0,0 0,-1-1,-1 0,0 0,-1 0,-1 0,0 0,-2-1,1 1,-2-1,0 1,-2 0,-2-12,3 18,0 0,-1 1,0-1,-1 0,0 1,-1 0,0 0,0 0,-1 1,0 0,0 0,-1 0,0 1,-1-1,1 2,-1-1,-1 1,1 1,-1-1,0 2,0-1,-1 1,1 0,-1 1,-5-1,4 2,-1 0,0 1,1 1,-1-1,0 2,1 0,-1 0,1 1,-1 1,1 0,0 0,0 1,0 1,0-1,1 2,0 0,0 0,0 0,1 2,0-1,0 1,1 0,0 1,0 0,1 0,0 0,1 1,0 0,1 1,0-1,0 1,1 0,1 0,-1 0,2 1,0-1,0 1,1-1,1 1,-1 0,2 1,10 51,9-7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33.40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257 206,'13'-5,"0"0,-1 1,1 1,1 0,-1 1,0 0,1 1,-1 0,1 1,6 2,-17-3,0 1,-1 1,1-1,-1 0,1 1,0-1,-1 1,1 0,-1-1,0 2,1-1,-1 0,0 0,1 1,-1-1,0 1,0-1,0 1,0 0,-1 0,1 0,0 0,-1 0,0 0,1 1,-1-1,0 0,0 1,0-1,0 1,-1-1,1 1,-1-1,1 1,-1-1,0 3,-2 8,-2 0,1 0,-2 0,0 0,0-1,-1 1,0-1,-1-1,-1 1,0-1,0 0,-1-1,-1 0,-9 8,18-18,-25 27,-38 53,63-79,1 0,0 1,0-1,0 0,0 0,0 0,0 0,1 0,-1 0,0 0,0 1,1-1,-1 0,1 0,-1 0,1 0,-1 0,1-1,0 1,-1 0,1 0,0 0,0 0,0-1,0 1,0 0,0-1,-1 1,1-1,1 1,-1-1,0 1,0-1,0 0,0 0,0 1,0-1,0 0,0 0,0 0,1 0,-1 0,0 0,0-1,0 1,0 0,0 0,1-1,45 2,0-2,0-2,0-2,0-2,19-7,-36 8,96-20,-82 15</inkml:trace>
  <inkml:trace contextRef="#ctx0" brushRef="#br0" timeOffset="393.945">968 1,'11'11,"9"14,8 9,6 8,2 9,-3 5,-7 4,-8 4,-17 5,-23 4,-31 4,-28 1,-26-4,4-15</inkml:trace>
  <inkml:trace contextRef="#ctx0" brushRef="#br0" timeOffset="876.42">189 83,'-18'14,"-12"14,-7 13,1 15,3 10,8 9,15 6,19 2,21-3,17-6,2-16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2.6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21 211,'-6'24,"1"0,1 0,1 1,1-1,2 1,0 0,1-1,5 23,-5-37,2 0,-1-1,1 1,1 0,-1-1,2 0,-1 0,1 0,0-1,1 1,0-1,1-1,0 1,0-1,0 0,1-1,0 1,0-2,0 1,1-1,0 0,8 2,-9-4,0 0,0-1,0 0,1 0,-1-1,1 0,-1 0,1-1,-1 0,1-1,-1 0,1 0,-1-1,0 0,1 0,-1-1,0 0,-1-1,1 0,0 0,-1 0,0-1,1-1,4-4,0 0,0-1,-1-1,-1 0,0 0,0-1,-1 0,-1-1,0 0,-1 0,-1-1,1-1,0-1,-1-1,-1 0,0-1,-1 1,-1-1,-1 0,-1 1,0-1,-1 0,-1 0,-1 0,-1 0,0 1,-2-1,0 1,-1 0,-1 1,0-1,-3-2,7 15,0 0,-1 0,0 0,0 0,0 1,-1 0,1 0,-1 0,0 0,0 1,0-1,-1 2,1-1,-1 0,1 1,-1 0,0 0,0 1,0 0,0 0,0 0,0 1,-1-1,1 2,0-1,0 1,0-1,0 2,0-1,0 1,0 0,-4 2,-10 9,0 0,1 2,0 0,1 2,1-1,1 2,0 1,1 0,2 0,-1 1,2 1,1 1,1-1,-3 11,-14 28</inkml:trace>
  <inkml:trace contextRef="#ctx0" brushRef="#br0" timeOffset="1805.853">635 607,'15'-7,"0"1,0 1,0 0,1 1,-1 0,1 1,0 1,0 1,0 0,6 1,-20 0,0 0,1 0,-1 0,0 1,0-1,1 0,-1 1,0 0,0-1,0 1,0 0,0 0,0 0,0 0,0 1,0-1,-1 0,1 1,0-1,-1 1,1 0,-1-1,0 1,0 0,1 0,-1 0,0 0,0 0,-1 0,1 0,0 0,-1 0,1 1,-1-1,0 0,0 0,0 1,0 0,-3 9,-1 0,-1 0,0 0,-1-1,0 0,-1 0,0 0,0-1,-1 0,-1 0,0-1,0 0,0-1,-11 7,-53 53,74-67,-1 1,0 0,1-1,-1 1,1-1,-1 1,1-1,0 1,-1-1,1 0,0 1,0-1,0 0,0 1,0-1,1 0,-1 0,0 0,0 0,1 0,-1-1,1 1,-1 0,1 0,-1-1,1 1,-1-1,1 0,-1 1,1-1,0 0,-1 0,1 0,-1 0,1 0,0 0,-1 0,2-1,-2 1,47 5,1-2,0-3,-1-1,35-7,-6-1</inkml:trace>
  <inkml:trace contextRef="#ctx0" brushRef="#br0" timeOffset="14354.09">526 607,'-2'3,"-4"4,-4 7,-4 7,-1 6,1 4,4 4,3 3,5 0,8-2,10-2,8-3,8-4,6-7,-5-6</inkml:trace>
  <inkml:trace contextRef="#ctx0" brushRef="#br0" timeOffset="14618.382">1032 430,'-2'-7,"1"0,3 5,6 12,9 11,6 13,3 12,3 9,-4 12,-14 11,-24 11,-10-11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4.3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58 55,'-14'41,"2"1,2 0,2 1,2 0,2 0,1 11,35-331,-13 213,-18 62,-1 1,1 0,0-1,0 1,0 0,0 0,0 0,0 0,0 0,0 0,0 0,0 0,0 0,1 0,-1 0,0 1,1-1,-1 1,1-1,-1 1,0-1,1 1,-1 0,1 0,-1 0,1 0,-1 0,1 0,-1 0,1 0,-1 0,1 1,-1-1,1 1,-1-1,0 1,1-1,-1 1,0 0,1 0,-1 0,0 0,5 2,-1 0,1 0,-1 0,0 1,0-1,-1 1,1 1,-1-1,0 1,0-1,0 1,0 0,-1 1,0-1,0 0,-1 1,0 0,1 0,-2-1,1 1,-1 0,0 1,0-1,-1 0,1 0,-1 0,-1 0,1 0,-1 0,0 1,-1-1,1-1,-1 1,-1 0,-1 4,-51 35,87-41,-26-4,0 0,0 0,0 0,0 1,0 0,0 0,0 1,0 0,-1 0,1 0,0 1,-1-1,0 2,1-1,-1 0,-1 1,1 0,0 0,-1 0,0 1,0-1,0 1,-1 0,4 5,-7-8,1 0,-1 0,1 0,-1 0,0 0,0 0,0 0,0 0,0 0,-1 1,1-1,0-1,-1 1,0 0,1 0,-1 0,0 0,0 0,0 0,0-1,0 1,0-1,-1 1,1 0,-1-1,1 0,-1 1,1-1,-1 0,0 0,0 0,0 0,-63 27,-54-8,97-19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5.2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263 37,'0'-1,"-1"1,1 0,0 0,-1 0,1 0,0 0,-1 0,1 0,0 0,0 0,-1 0,1 0,0 0,-1 0,1 0,0 0,-1 0,1 0,0 0,-1 0,1 0,0 0,0 1,-1-1,1 0,0 0,-1 0,1 1,0-1,0 0,0 0,-1 0,1 1,0-1,0 0,0 1,0-1,-1 0,1 0,0 1,0-1,0 0,0 1,0-1,0 0,0 1,0-1,0 0,0 1,0-1,0 0,0 1,-8-9,3 5,1-1,-1 0,0 1,0 0,0 0,0 0,-1 1,1 0,-1 0,1 0,-1 0,0 1,0 0,1 0,-1 1,0 0,0 0,0 0,0 1,0 0,1 0,-1 0,0 1,1-1,-1 1,1 1,-1-1,1 1,0 0,0 0,-3 6,0 0,1 1,0 0,1 0,0 0,1 1,0 0,0 0,1 0,1 0,0 1,0 0,1-1,1 1,0 0,1 0,0 0,0 0,1 0,2 4,-2-9,1-1,0 1,0 0,1-1,0 0,0 1,0-1,1-1,0 1,0 0,1-1,-1 0,1 0,0 0,0 0,1-1,0 0,-1 0,1-1,1 0,-1 0,0 0,1 0,-1-1,1 0,0-1,0 0,0 0,-1 0,1-1,0 0,0 0,0 0,0-1,1 0,6-2,0 1,0-2,0 0,0 0,-1-1,1-1,-1 0,-1-1,8-5,14-12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5.6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203 69,'-3'14,"-2"11,-1 12,1 5,1 5,1 2,2-3,0-4,1-8,0-7,0-10,0-8</inkml:trace>
  <inkml:trace contextRef="#ctx0" brushRef="#br0" timeOffset="246.41">189 1,'0'6,"-1"1,2-1,-1 0,1 1,0-1,0 0,0 1,1-1,0 0,0 0,1 0,0-1,0 1,0 0,1-1,14 25,2-1,1-1,2-1,21 21,43 51,-85-97,0 0,0 0,0 0,0 0,-1 1,1-1,-1 0,0 1,0-1,0 0,0 1,0 0,0-1,0 1,-1-1,1 1,-1 0,0 0,0-1,0 1,0 0,-1-1,1 1,-1 0,1-1,-1 1,0-1,0 1,0-1,0 1,-1-1,1 1,-1-1,1 0,-1 0,0 0,0 0,-11 9,-2-1,1-1,-1-1,-1 0,1 0,-1-2,-1 0,1-1,-17 3,25-5,-165 34,93-25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3.1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99 225,'-17'31,"0"6,2 0,1 1,1 1,3 0,0 7,8-36,4-25,76-451,-74 446,-4 20,1-1,0 1,-1 0,1 0,0 0,-1 0,1 0,0 0,-1 0,1 0,0 0,-1 1,1-1,-1 0,1 0,0 1,-1-1,1 0,-1 1,1-1,0 0,-1 1,1-1,-1 1,1-1,-1 1,0-1,1 1,-1-1,1 1,-1-1,0 1,0 0,1-1,-1 1,0 0,0-1,0 1,0 0,1-1,-1 1,0 0,0-1,0 1,-1 0,1-1,0 1,0 0,0-1,0 1,-1 0,2 0,84 237,-58-172,-4 0,10 48,-29-97</inkml:trace>
  <inkml:trace contextRef="#ctx0" brushRef="#br0" timeOffset="246.342">17 239,'2'-3,"8"3,14 0,19 0,19 1,14 0,7-1,-12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8.52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44 168,'-14'207,"8"-177,-6-53,7-13,1 1,2 0,1-1,2 0,2-11,14-42,-17 85,1 0,1 0,-1 0,1 1,-1-1,1 1,0-1,0 1,1 0,-1 0,1 0,-1 0,1 0,0 0,0 1,1-1,-1 1,0 0,1 0,-1 0,2 0,-3 2,1-1,-1 1,1 0,-1 0,1 0,-1 0,1 0,-1 0,1 1,-1-1,1 1,-1 0,0 0,1-1,-1 2,0-1,0 0,0 0,1 1,-2-1,1 1,0 0,0-1,0 1,-1 0,1 0,-1 0,1 0,0 2,1 2,0-1,0 0,-1 1,0 0,0-1,0 1,0 0,-1 0,0 0,0 0,-1 6,-1-3,-1 1,-1-1,1 0,-1 0,-1 0,0 0,0-1,0 1,-1-1,-1 0,1 0,-1-1,-1 1,1-2,-4 3,0 2,11-11,0 0,-1 0,1 0,0-1,-1 1,1 0,0 0,-1 0,1 0,0 0,-1 0,1 0,0 0,-1 1,1-1,0 0,-1 0,1 0,0 1,-1-1,1 0,-1 1,1-1,-1 1,1-1,-1 0,1 1,-1-1,1 1,-1-1,1 1,-1 0,0-1,1 1,-1-1,0 1,0 0,1-1,-1 1,0 0,0-1,0 1,0 0,0-1,0 1,0 0,0-1,0 1,0 0,0-1,0 1,-1 0,1-1,0 1,0 0,-1-1,1 1,0-1,-1 1,1-1,-1 1,1-1,-1 1,1-1,-1 1,1-1,-1 1,40-1,48 9,-85-9,-1 1,1-1,-1 0,0 1,1 0,-1-1,0 1,1 0,-1 0,0 0,0 0,0 0,0 0,0 0,0 0,0 0,0 0,0 1,0-1,-1 0,1 1,-1-1,1 0,-1 1,1-1,-1 1,0-1,1 1,-1-1,0 0,0 1,0-1,0 1,-1-1,1 1,0-1,-1 1,1-1,-1 1,0 0,-37 47,22-38,0-1,-1 0,0-1,-1-1,0-1,-15 4,-1-1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8.95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217 39,'-17'-9,"-9"-4,-6 2,-1 6,0 9,3 10,7 11,7 7,9 6,10 3,12-1,10-5,10-6,8-5,7-7,1-9,-8-6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9.33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256 123,'0'14,"0"12,0 8,0 5,3 1,2 0,1-4,2-5,-1-7,-1-7</inkml:trace>
  <inkml:trace contextRef="#ctx0" brushRef="#br0" timeOffset="264.328">256 0,'3'47,"7"-20,1-1,1-1,1 0,2 0,0-1,1-1,2-1,11 11,19 29,-48-62,2 1,1 1,-1-1,0 1,0-1,-1 1,1 0,0 0,-1 0,1 0,-1 0,1 0,-1 1,0-1,0 0,0 1,0-1,-1 1,1-1,0 1,-1-1,0 1,0-1,0 1,0-1,0 1,0-1,-1 1,1 0,-1-1,1 0,-1 1,0-1,0 1,0-1,-1 0,1 0,0 0,-1 1,0-1,1-1,-1 1,-1 1,-14 5,0 0,0-2,0 0,-1-1,0-1,0-1,-16 2,20-3,-175 17,93-14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7.49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181 80,'-70'139,"41"-84,1 1,-15 51,32-69,30-58,10-33,-3-1,-1-2,-3 0,-3-1,-2-1,3-30,-10 57,-9 31,-1-1,1 1,-1 0,1 0,-1 0,0 0,1 0,-1 0,1 0,-1 0,1 0,-1 0,1 0,-1 0,1 0,-1 0,0 0,1 0,-1 1,1-1,-1 0,1 0,-1 0,0 1,1-1,-1 0,0 1,1-1,-1 0,0 1,1-1,-1 0,0 1,0-1,1 1,-1-1,0 0,0 1,0-1,0 1,1-1,-1 1,0-1,0 1,0-1,0 0,0 1,0-1,0 1,0-1,-1 1,1-1,0 1,0-1,0 1,0-1,-1 0,1 1,0-1,0 1,-1-1,1 0,0 1,57 368,-37-174,-27-167,1-22</inkml:trace>
  <inkml:trace contextRef="#ctx0" brushRef="#br0" timeOffset="256.314">17 298,'21'5,"18"1,14 0,8-1,0-2,-8-1,-12-1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04.31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300 503,'-19'0,"0"1,0 1,1 1,-1 1,1 0,-1 1,1 1,-11 6,21-9,0 1,1 0,-1 0,1 1,0 0,0 1,0-1,1 1,0 1,0-1,0 1,1 0,0 0,0 1,1-1,0 1,0 0,1 0,-1 4,3-8,0-1,0 1,1-1,-1 1,1 0,0-1,0 1,0 0,0-1,1 1,0-1,-1 1,1-1,1 1,-1-1,0 1,1-1,0 0,0 0,0 0,0 0,0 0,0 0,1-1,-1 1,1-1,0 1,0-1,0 0,0 0,0-1,0 1,1 0,1 0,4 0,-1 1,1-1,0-1,-1 0,1 0,0-1,0 0,0 0,0-1,0 0,0 0,-1-1,1-1,-1 1,1-1,6-4,2-1,0-1,0-1,-1 0,0-1,-1 0,0-2,5-5,-4-1,-1-1,-1 0,-1-1,0 0,-2-1,0 0,-2-1,0 0,-2 0,0-1,-2 0,-1-1,0 1,-2-1,-1 1,-1-1,-1 1,-1-1,-1 1,-1-1,-2 1,0 0,-1 1,-6-11,12 32,0-3,0 0,-1 0,0-1,0 1,0 0,-1 1,0-1,0 0,0 1,0-1,-1 1,0 0,0 0,0 1,0-1,0 1,-5-3,6 7,1-1,-1 1,0 0,1 0,-1 0,1 0,-1 0,1 0,-1 1,1-1,0 1,0 0,-1-1,1 1,0 0,1 0,-1 1,0-1,1 0,-1 1,1-1,0 0,0 1,0 0,0-1,0 1,0 0,1-1,-1 1,1 0,0 0,-10 37,2 1,2 0,1 0,3 0,1 1,2-1,5 35,-4-52,1-1,0 1,2-1,1 0,0 0,2-1,1 0,0 0,2-1,0 0,2-1,0 0,5 4,-14-19,-1-1,1 0,0 0,0 0,0 0,0-1,1 0,-1 0,1 0,0 0,0-1,0 1,0-1,0-1,1 1,-1-1,0 0,1 0,-1 0,1-1,-1 0,1 0,0 0,-1-1,1 0,-1 0,0 0,1-1,-1 0,0 0,0 0,0 0,0-1,3-2,3-7,0 0,-1-1,0 0,-1-1,-1 0,0 0,0-1,-2 0,0 0,-1-1,0 0,-1 0,-1 0,1-15,-3 27,0-1,0 1,-1-1,1 1,-1-1,0 0,0 1,-1-1,0 1,1-1,-2 1,1-1,0 1,-1 0,0-1,-1-1,2 6,-1 0,1 0,-1 0,1 0,-1 1,1-1,-1 0,1 1,-1-1,1 1,-1-1,1 1,0 0,-1 0,1-1,0 1,0 0,0 0,-1 0,1 0,0 1,0-1,1 0,-1 0,0 1,0-1,0 0,1 1,-1-1,1 1,-1-1,1 1,0-1,-1 1,1-1,-4 5,0 0,0 0,1 1,-1 0,2-1,-1 1,1 0,0 0,0 0,1 0,0 1,0-1,1 0,0 1,0-1,1 0,0 1,0-1,0 0,1 0,0 0,1 0,0 0,0-1,0 1,1-1,-1 0,2 0,-1 0,1 0,0-1,0 1,4 2,2-2,1-1,0 0,1 0,-1-1,1-1,-1 0,1-1,6 1,47 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01.53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1 454,'9'61,"3"0,2 0,4-2,1 0,10 15,-22-55,-3-7,0 0,1 0,0-1,1 1,1-1,-1-1,2 1,-1-1,1 0,1 0,-8-10,0 0,0 0,0 1,0-1,0 0,1 0,-1 0,0 0,0 0,0 0,0 0,0-1,0 1,0 0,0 0,0-1,0 1,0-1,0 1,0-1,0 1,0-1,0 0,-1 0,1 1,0-1,0 0,-1 0,1 0,0 0,-1 1,1-1,-1 0,1 0,-1 0,0 0,1 0,-1-1,0 1,0 0,0 0,0 0,0 0,0 0,0 0,0 0,0 0,0-1,8-43,-1 0,-2 0,-3-1,-2-24,1 42,-12-296,13 309,4 18,10 24,-14-21,85 158,-57-112</inkml:trace>
  <inkml:trace contextRef="#ctx0" brushRef="#br0" timeOffset="1065.828">615 782,'-16'-75,"15"73,0 0,0 0,0 0,-1 0,1 1,-1-1,1 0,-1 1,0 0,1-1,-1 1,0 0,0 0,0-1,0 2,0-1,0 0,0 0,0 1,-1-1,1 1,0-1,0 1,0 0,-1 0,1 0,0 0,0 1,-1-1,1 1,0-1,0 1,0 0,-8 3,0 1,0 0,1 1,0 0,0 0,1 1,-1 0,1 0,1 1,0 0,0 1,0-1,1 1,0 1,1-1,0 1,1 0,0 0,0 0,1 1,0-1,1 4,1-12,1 0,-1 0,1 0,-1 0,1-1,0 1,0 0,0 0,0 0,1 0,-1 0,0 0,1 0,-1 0,1 0,0-1,-1 1,1 0,0-1,0 1,0 0,0-1,1 1,-1-1,0 1,1-1,-1 0,1 0,-1 1,1-1,0 0,-1 0,1-1,0 1,0 0,-1-1,1 1,0-1,0 1,0-1,0 0,2 0,5-1,1-1,-1 0,1 0,-1-1,0-1,0 1,0-2,-1 1,0-1,1 0,-2-1,1 0,-1 0,1-1,-2 0,1 0,-1 0,0-1,-1 0,0 0,1-1,19-62,-27 85,1-1,0 1,1 0,0-1,1 1,1 0,0-1,1 0,2 7,-4-17,0 0,0 0,0 0,0-1,1 1,-1 0,1 0,0-1,-1 1,1-1,0 1,1-1,-1 0,0 0,1 0,-1 0,1 0,0 0,-1-1,1 1,0-1,0 0,0 0,0 0,0 0,0-1,0 1,0-1,0 0,1 0,-1 0,0 0,0 0,0-1,0 1,0-1,0 0,0 0,0 0,0 0,0-1,0 1,2-2,5-9,0 0,0-1,-1 0,-1-1,0 0,-1 0,-1 0,0-1,-1 0,0 0,1-9,-2 11,28-103,-6-2,8-86,-28 167,-2-1,-1 0,-2 0,-1 0,-4-15,4 50,0 1,0-1,0 1,0 0,0-1,0 1,-1 0,1-1,-1 1,0 0,1-1,-1 1,0 0,0 0,-1 0,1 0,0 0,-1 0,1 0,-1 1,0-1,1 0,-1 1,0-1,0 1,0 0,0-1,0 1,0 0,-1 1,1-1,0 0,-1 0,-3 4,0 0,0 0,1 0,0 1,0-1,0 1,0 1,0-1,1 1,0 0,0 0,0 0,1 0,0 1,0-1,0 1,0 0,0 3,-9 21,1 1,2 1,1 0,1 0,2 0,1 1,2 0,1-1,1 1,2 0,2 0,0-1,3 0,1 5,-1-8,1 0,2-1,0 0,2-1,1 0,1-1,1-1,1 0,1-1,2 0,10 9,-21-25,0-1,0 0,0-1,0 0,1 0,0-1,1 0,7 3,-14-7,1 0,-1 0,0 0,0 0,0-1,1 1,-1-1,0 0,0 0,1 0,-1 0,0-1,0 1,1-1,-1 0,0 0,0 0,0 0,0-1,0 1,0-1,-1 0,1 0,0 0,-1 0,1 0,-1 0,0-1,1-1,3-5,-1-1,0 1,0-1,-1-1,-1 1,0-1,0 1,-1-1,0 0,-1 0,0-6,-1 13,-1 9,0 0,0-1,0 1,0 0,1-1,0 1,0 0,0 0,0 0,1-1,0 1,0 0,0-1,1 1,0-1,-1 1,1-1,1 0,-1 0,1 0,0 0,-1 0,2 0,-1-1,0 0,1 1,-1-1,1-1,0 1,0 0,0-1,3 2,1-3,0 0,0 0,0-1,0 0,0 0,0-1,0 0,0 0,0-1,0 0,-1 0,1-1,-1 0,0 0,0-1,0 0,0 0,0-1,-1 0,0 0,0 0,0-1,-1 0,1 0,-2 0,1 0,-1-1,0 0,0 0,0 0,-3 3,0-1,0 1,0 0,0 0,-1 0,0 0,0-1,0 1,0 0,-1 0,1 0,-1-1,0 1,0 0,-1 0,1 0,-1 0,0 1,0-1,0 0,0 1,-1-1,0 1,1 0,-1 0,0 0,-1 0,1 1,0-1,-1 1,0-1,-2 0,2 1,0-1,0 1,0-1,0 1,-1 1,1-1,-1 0,0 1,1 0,-1 0,0 1,0-1,0 1,1 0,-1 0,0 1,0-1,0 1,1 0,-1 1,0-1,1 1,-1 0,1 0,0 0,0 0,0 1,-3 1,5-2,0 0,1 0,-1 0,0 0,1 1,-1-1,1 0,0 1,-1-1,1 1,0-1,1 1,-1 0,0-1,1 1,-1 0,1-1,0 1,0 0,0 0,1-1,-1 1,0 0,1-1,0 1,-1 0,1-1,0 1,1-1,-1 1,54 61,-19-39</inkml:trace>
  <inkml:trace contextRef="#ctx0" brushRef="#br0" timeOffset="1688.201">1653 932,'-9'-19,"0"1,1-2,1 1,1-1,1 0,1 0,0 0,2 0,0-1,1 0,2-15,-2 6,-4 2,5 28,-1-1,1 1,0-1,0 1,-1 0,1-1,0 1,-1 0,1-1,0 1,-1 0,1-1,-1 1,1 0,0 0,-1 0,1-1,-1 1,1 0,-1 0,1 0,-1 0,1 0,-1 0,1 0,-1 0,1 0,0 0,-1 0,1 0,-1 0,1 0,-1 0,1 1,-1-1,1 0,0 0,-1 0,1 1,-1-1,1 0,0 1,-1-1,1 0,0 1,-1-1,1 0,0 1,0-1,-1 1,1-1,0 0,0 1,-34 58,33-57,0 0,1 0,-1 0,1 0,-1 0,1 0,0 0,0 0,0 0,0 0,0 0,0 0,1 0,-1 0,1 0,-1 0,1 0,0-1,0 1,0 0,0 0,0-1,0 1,0 0,0-1,1 1,-1-1,1 1,-1-1,1 0,0 0,-1 0,11 4,-1-1,1-1,0 0,0-1,0-1,0 1,0-2,1 0,8-1,0 1,42-1,-36-1,-1 2,1 1,0 1,22 4,-46-5,0 1,1-1,-1 1,0 0,0 0,0 0,0 0,-1 0,1 1,-1-1,1 1,-1 0,0 0,0 0,0 0,0 0,0 0,-1 0,1 1,-1-1,0 0,0 1,-1-1,1 1,0 0,-1-1,0 1,0-1,0 1,-1-1,1 1,-1 0,0-1,1 1,-2-1,0 3,2-5,-1 0,0 0,1 1,0-1,-1 0,1 1,0-1,0 0,-1 1,1-1,0 0,0 1,0-1,1 0,-1 1,0-1,1 0,-1 0,0 1,1-1,-1 0,1 0,0 0,-1 1,1-1,0 0,0 0,0 0,0 0,0 0,0-1,0 1,0 0,0 0,0-1,0 1,1 0,-1-1,0 1,0-1,1 0,-1 1,0-1,1 0,-1 0,0 0,1 0,-1 0,0 0,1 0,-1 0,1-1,9-4,-1-1,0 0,0 0,-1-1,1-1,-2 0,1 0,-1 0,0-1,-1 0,0-1,0 0,-1 0,0 0,1-4,25-60,-34 84,0-1,1 1,1-1,0 1,0 0,1-1,0 1,0-1,1 1,1-1,-1 0,2 0,-1 0,1 0,0 0,1-1,0 0,0 0,3 2,-3-5,-1-1,1 1,0-2,0 1,1 0,-1-1,1 0,0 0,-1-1,1 1,1-1,-1-1,0 1,0-1,1 0,3 0,21-1</inkml:trace>
  <inkml:trace contextRef="#ctx0" brushRef="#br0" timeOffset="1937.535">2103 440,'5'12,"13"6,20 4,3-1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05.0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273 534,'116'-218,"-84"170,-32 48,0-1,1 1,-1 0,0-1,0 1,0 0,0 0,1-1,-1 1,0 0,0 0,1-1,-1 1,0 0,1 0,-1 0,0 0,0-1,1 1,-1 0,0 0,1 0,-1 0,0 0,1 0,-1 0,0 0,1 0,-1 0,0 0,1 0,-1 0,0 0,1 0,-1 0,0 0,1 0,-1 1,0-1,0 0,1 0,-1 0,0 0,1 1,-1-1,0 0,0 0,0 1,1-1,-1 0,0 0,0 1,0-1,1 0,-1 1,0-1,0 0,0 1,0-1,0 0,0 1,0-1,0 0,0 1,0-1,0 0,0 1,1 26,-1-26,-23 274,-6-9,23-234</inkml:trace>
  <inkml:trace contextRef="#ctx0" brushRef="#br0" timeOffset="217.451">314 888,'14'-5,"12"-3,5-1,3 1,2 0,-2 2,-3-2,-6-1,-8 1</inkml:trace>
  <inkml:trace contextRef="#ctx0" brushRef="#br0" timeOffset="383.522">0 14,'19'5,"10"3,8 6,2 4,-6 0</inkml:trace>
  <inkml:trace contextRef="#ctx0" brushRef="#br0" timeOffset="602.616">669 1,'-2'4,"-1"10,2 10,4 9,4 7,2 7,1-4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46.85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CC0066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2444 6873,'27'-150,"-25"145,-2 22,0-14,6 110,5-1,16 62,-6-37,15 237,-15 1,-17 38,-1-211,10 1,9 8,-14-143,-8-52</inkml:trace>
  <inkml:trace contextRef="#ctx0" brushRef="#br0" timeOffset="1857.397">2486 6709,'-2'-2,"0"-1,0 1,1-1,-1 1,1-1,-1 0,1 0,0 0,0 0,0 0,1 0,-1 0,1 0,0 0,0 0,0 0,0 0,0 0,0 0,1 0,0 0,-1 0,1 0,0 0,1 0,-1 1,0-1,1 0,0 1,-1-1,1 1,0-1,0 1,1 0,-1 0,1-1,9-2,0 0,0 1,0 1,0 0,0 0,0 2,1-1,11 1,-11 0,541-42,22 14,-291 34,-87 0,58-11,368-28,-184 20,281-26,-62 27,-122-16,229 30,-134 27,-412-29,-218 2,0 0,0 1,0-1,0 0,0 1,0-1,-1 1,1 0,0-1,-1 1,1 0,-1 0,0 0,1 0,-1 0,0 0,0 1,-1-1,1 0,0 1,-1-1,1 0,-1 1,0-1,0 0,0 1,0-1,0 1,0-1,-1 0,1 1,-1-1,0 0,0 2,0 16,12 229,-10 56,9 289,8 10,-13-449,6-1,17 60,-10-77,-6 1,-5 101,-7-172,2-1,4 1,2-2,16 59,-16-96,0-7</inkml:trace>
  <inkml:trace contextRef="#ctx0" brushRef="#br0" timeOffset="3756.861">2513 9059,'7'21,"0"1,-1 0,-1 1,-2-1,0 1,-1 0,-1 0,-1 0,-2 0,0 0,-1-1,-2 7,0 14,-7 52,4 0,5 0,3 0,5 0,7 27,-8-100,28 105,-32-125,1 0,0-1,0 1,0 0,0 0,0-1,0 1,0 0,0-1,1 1,-1-1,1 0,-1 0,1 1,0-1,-1 0,1 0,0 0,0 0,0-1,0 1,-1-1,1 1,0-1,0 1,0-1,0 0,0 0,0 0,0 0,0 0,0-1,0 1,0 0,0-1,0 0,0 1,0-1,0 0,-1 0,1 0,0 0,-1 0,1-1,1 0,19-13,1 1,0 1,1 1,0 1,1 1,1 1,-1 2,18-4,41 3,-1 3,68 6,-86 0,1152-13,-791 2,66 23,-287-1,430 16,-334-28,129 1,8 19,373 14,-388-27,-284 0,0-5,0-6,-1-7,32-10,-167 21,0 0,0 0,-1 0,1 0,0-1,0 0,-1 1,1-1,-1 0,1 0,0 0,-1-1,0 1,1 0,-1-1,0 0,0 1,1-1,-2 0,1 0,0 0,0-1,-1 1,1 0,-1-1,1 1,-1-1,0 1,0-1,0 1,-1-1,1-1,-14-157,3 95,-12-113,9 83</inkml:trace>
  <inkml:trace contextRef="#ctx0" brushRef="#br0" timeOffset="4854.25">3920 9223,'-19'12,"2"1,0 1,0 1,2 0,0 1,0 0,2 1,0 1,1 0,1 1,0 0,2 1,0 0,1 1,1-1,-3 19,9-36,0-1,0 1,0-1,1 1,-1-1,1 1,0 0,0-1,0 1,0-1,0 1,0 0,1-1,-1 1,1-1,0 1,0-1,-1 1,2-1,-1 0,0 1,0-1,1 0,0 0,-1 0,1 0,0 0,0 0,0-1,0 1,0 0,0-1,0 0,1 0,-1 1,0-1,1 0,1 0,5-3,1 0,0-1,-1 0,1-1,-1 0,0 0,0-1,-1 0,0 0,1-1,-2 0,1-1,-1 0,0 0,0 0,2-4,11-12,0-1,-2-1,-1 0,-1-1,-1-1,-1-1,-1 0,-2 0,-1-1,-1-1,-1 0,-2 0,2-30,-12-28,4 84,-1 1,0-1,0 1,0-1,0 1,0 0,-1 0,0-1,1 1,-1 0,0 0,-1 1,1-1,0 0,-1 1,1 0,-1-1,0 1,0 0,0 0,0 1,0-1,-2 0,0 2,0 1,0-1,0 1,0 0,1 1,-1-1,0 1,0 0,1 0,-1 0,1 1,0-1,-1 1,1 0,1 0,-1 1,0-1,1 1,0 0,0 0,0 0,0 0,0 1,1-1,0 1,0-1,0 3,-5 8,2-1,0 2,1-1,0 0,2 1,-1 0,2-1,0 1,1 0,1 0,0 0,1-1,0 1,2 0,0-1,0 0,2 0,0 0,6 9,112 275,-113-277</inkml:trace>
  <inkml:trace contextRef="#ctx0" brushRef="#br0" timeOffset="5266.751">4261 9454,'-76'263,"100"-319,-6 6,-7 15,2 0,1 1,1 1,20-29,-35 62,0 1,0-1,0 1,0-1,1 1,-1 0,0-1,0 1,1-1,-1 1,0-1,1 1,-1-1,0 1,1-1,-1 0,1 1,-1-1,1 0,-1 1,1-1,-1 0,1 1,-1-1,1 0,-1 0,1 0,0 0,-1 1,1-1,-1 0,1 0,0 0,-1 0,1 0,-1 0,1-1,0 1,-1 0,1 0,-1 0,1 0,-1-1,1 1,-1 0,1-1,-1 1,1 0,-1-1,1 1,-1 0,1-1,-1 1,0-1,1 1,-1-1,0 1,1-1,-1 1,0-1,0 0,0 1,1-1,-1 1,0-1,6 157,11 50,-12-186,0-6</inkml:trace>
  <inkml:trace contextRef="#ctx0" brushRef="#br0" timeOffset="5437.294">4152 9686,'21'-2,"20"-6,21-5,17-6,17-4,10-1,-13 4</inkml:trace>
  <inkml:trace contextRef="#ctx0" brushRef="#br0" timeOffset="6000.801">5285 9168,'-17'8,"-1"2,1-1,1 2,0 0,0 1,1 1,1 0,0 1,1 1,0 0,1 0,1 1,1 1,0 0,1 0,1 1,0 0,2 1,0-1,1 1,-2 12,7-28,-1 0,1 0,0 0,0 0,0 0,0 0,0 0,1 0,-1 0,1 0,0 0,0 0,0-1,0 1,0 0,1 0,-1-1,1 1,0-1,-1 1,1-1,0 0,1 0,-1 0,0 0,1 0,-1 0,1-1,-1 1,1-1,0 0,0 0,-1 0,1 0,0 0,0 0,2-1,7-1,0-1,0-1,0 0,0-1,-1 0,1 0,-1-1,0-1,-1 0,1-1,-1 0,-1 0,1-1,-1 0,0-1,-1 0,0 0,-1-1,1-1,11-16,-1-1,-1 0,-1-1,-2-1,-1-1,-2 0,0 0,-3-1,0 0,-2-1,-2 0,0 0,-3-8,0 34,0 2,-1-1,1 1,-1 0,0 0,0-1,0 1,-1 0,0 0,0-1,-1 1,1 0,-1 0,0 0,0 1,-1-1,1 0,-1 1,1 3,0 0,-1 1,1-1,0 1,0 0,0 0,0 0,-1 0,1 0,0 0,0 0,0 1,-1-1,1 1,0 0,0-1,0 1,0 0,0 0,0 0,1 1,-1-1,0 0,0 1,1-1,-1 1,1 0,-1-1,1 1,0 0,0 0,0 0,-1 1,-16 22,2 1,0 1,2 0,1 0,1 2,2-1,0 2,2-1,2 1,-4 27,9-34,0 0,1 0,2 1,0-1,1 0,2 0,0-1,1 1,2-1,0-1,1 1,1-1,1-1,8 11,45 79,-54-98</inkml:trace>
  <inkml:trace contextRef="#ctx0" brushRef="#br0" timeOffset="6602.816">5559 9469,'-2'33,"-2"0,-1 0,-2-1,-6 21,9-40,-2-5,7-33,-1 9,2 1,0-1,1 1,0 0,2 0,-1 0,2 0,0 1,1 0,0 0,1 1,1 0,0 0,0 1,4-3,-11 13,0 0,1 1,-1-1,1 0,0 1,0-1,-1 1,1 0,0 0,0 0,0 0,0 1,0-1,1 1,-1-1,0 1,0 0,0 1,0-1,0 0,0 1,0 0,0 0,0 0,0 0,0 0,0 0,0 1,-1-1,1 1,0 0,-1 0,0 0,1 0,-1 0,0 1,0-1,0 1,-1-1,1 1,0 0,-1-1,0 1,0 0,0 0,1 1,-1 2,0 0,0 0,-1-1,1 1,-1 0,-1 0,1 0,-1 0,0-1,0 1,-1 0,1 0,-1-1,-1 0,1 1,-1-1,0 0,0 0,0 0,-1 0,1-1,-1 0,0 1,-1-1,1-1,-1 1,0-1,0 1,-4 1,2 8,32-12,-21-1,4 0,0 0,0 0,0 0,0 1,-1 1,1-1,0 1,-1 0,1 1,-1 0,1 0,-1 1,0-1,-1 2,1-1,-1 1,0 0,0 0,0 0,0 1,-1 0,0 0,-1 1,1-1,1 6,-6-8,-1 0,1 1,-1-1,0 0,-1 0,1 0,-1 0,0 0,0 0,0 0,0 0,-1-1,1 1,-1-1,0 0,0 0,0 0,-1 0,1-1,-1 1,1-1,-1 0,0 0,0 0,0 0,0-1,0 1,0-1,-1 0,-131 38,100-41,28-3</inkml:trace>
  <inkml:trace contextRef="#ctx0" brushRef="#br0" timeOffset="7164.835">6542 9195,'-30'34,"2"2,1 1,2 1,2 1,-17 40,26-24,14-53,0-1,0 0,0 1,0-1,0 0,0 1,1-1,-1 0,0 1,1-1,-1 0,1 0,0 1,-1-1,1 0,0 0,0 0,0 0,0 0,0 0,0 0,0 0,0 0,0-1,0 1,0 0,0-1,1 1,-1-1,0 1,1-1,-1 1,0-1,1 0,-1 0,0 0,1 0,-1 0,0 0,10-1,-1 0,0-1,0 0,0-1,-1 0,1-1,-1 0,1 0,-1-1,0 0,-1-1,8-6,6-2,-1-1,0 0,-2-2,0 0,0-1,-2-1,0-1,-2 0,0-1,-1-1,-1 0,-1-1,-1 0,-1-1,-1 0,-2 0,0-1,-1 0,-2-1,0-1,-3 20,0 0,-1-1,0 1,-1 0,1 0,-1-1,-1 1,1 0,-1 0,0 0,-1 0,0 1,0-1,0 1,-1-1,0 1,0 0,0 1,-1-1,0 1,0 0,-1 0,1 0,-1 1,0 0,0 0,0 0,-1 1,1 0,-6-2,3 4,1 0,-1 1,0-1,1 2,-1-1,1 1,-1 0,1 1,-1 0,1 1,0-1,0 2,0-1,0 1,0 0,1 1,0-1,0 1,0 1,0 0,1 0,0 0,1 0,-1 1,1 0,0 0,1 1,0-1,0 1,0 0,1 0,0 2,0 4,1 0,1 0,0 0,1 1,1-1,0 0,1 0,0 0,1 0,1 0,0 0,1-1,0 1,87 164,-91-177,17 32,1-2,1 0,2-1,1-1,1-1,2-1,1-1,13 9,-18-21</inkml:trace>
  <inkml:trace contextRef="#ctx0" brushRef="#br0" timeOffset="7470.019">7210 9454,'-12'-3,"0"1,-1 1,1 0,-1 1,1 0,-1 0,1 2,0-1,-1 2,1-1,0 2,0 0,0 0,1 1,-1 0,1 1,1 1,-1-1,1 2,0-1,1 2,-1-1,2 1,-8 9,14-15,0 0,0 1,0 0,0-1,1 1,0 0,-1 0,1-1,1 1,-1 0,0 0,1 0,0 0,0 0,0 0,1 0,-1 0,1 0,0 0,0 0,0 0,0 0,1-1,0 1,0 0,0-1,0 0,0 1,1-1,-1 0,1 0,0 0,0-1,0 1,0-1,1 1,-1-1,0 0,1 0,0-1,1 1,17 6,-1-1,1-2,1 0,-1-1,1-2,-1 0,1-1,0-1,-1-2,1 0,-1-1,9-3,35-7,-9-1</inkml:trace>
  <inkml:trace contextRef="#ctx0" brushRef="#br0" timeOffset="8087.741">7934 9113,'-18'5,"1"1,-1 0,1 2,0 0,1 0,0 2,0 0,1 0,1 2,0 0,0 0,1 2,1-1,0 2,1-1,-4 8,6-8,1 0,0 0,1 0,1 1,0 0,1 0,-2 10,5-18,1-1,0 1,0 0,0 0,1 0,0 0,0 0,1 0,0 0,0 0,0 0,1 0,0-1,1 1,-1-1,1 1,1-1,1 2,-2-3,1-1,0 0,1 0,-1 0,1 0,-1-1,1 0,0 0,0 0,0-1,1 1,-1-1,1 0,-1-1,1 1,0-1,-1-1,1 1,0-1,0 0,0 0,4-1,2 0,1-1,-1 0,0-1,0-1,0 0,0 0,0-1,-1-1,0 0,1-1,2-3,0-1,-1 0,-1-1,0 0,-1-1,0 0,0-1,-2 0,0-1,0 1,-2-2,0 1,0-1,3-16,1-9,-1-1,-3 1,-1-2,-2 1,-2-20,-1 40,0 1,-2-1,0 1,-2-1,0 1,-1 0,-2-1,6 20,0 0,-1 0,0-1,0 1,1 0,-1 0,0 0,-1 0,1 0,0 0,-1 0,1 0,-1 1,1-1,-1 0,0 1,0-1,1 1,-1 0,0 0,-1 0,1 0,0 0,0 0,0 0,0 1,-1-1,1 1,0-1,-1 1,1 0,0 0,-1 0,1 0,0 0,-1 1,1-1,0 1,0 0,0-1,-1 1,1 0,0 0,0 1,0-1,0 0,0 0,-1 2,-11 9,1 0,0 1,0 0,1 1,1 1,1-1,0 2,0 0,2 0,0 0,1 1,1 0,0 1,1-1,0 7,2-10,0 0,1 0,1 0,0 0,1 0,1 0,0 1,1-1,0 0,1 0,1-1,0 1,1-1,0 0,1 0,6 9,37 54,-36-58,-1 0,0 0,-1 1,-1 1,-1 0,-1 0,-1 1,0 0,2 15,-5 79,-6-104</inkml:trace>
  <inkml:trace contextRef="#ctx0" brushRef="#br0" timeOffset="8551.01">8194 9331,'13'363,"-12"-509,-1 126,0 0,2 0,0 1,1-1,1 1,0 0,2 0,0 0,6-10,-11 27,0 1,-1-1,1 1,0-1,0 1,0-1,0 1,0 0,1-1,-1 1,0 0,1 0,-1 0,1 0,-1 0,1 1,-1-1,1 0,-1 0,1 1,0 0,-1-1,1 1,0 0,0-1,-1 1,1 0,0 0,0 1,-1-1,1 0,0 0,-1 1,1-1,0 1,-1 0,1-1,-1 1,1 0,-1 0,1 0,-1 0,1 1,101 91,-89-79,0 0,-2 1,1 1,-2-1,0 2,-1 0,5 11,-12-22,-1 0,0 0,0 0,0 0,0 0,-1 0,0 0,-1 0,1 0,-1 1,0-1,-1 0,0 0,0 0,0 1,0-1,-1 0,0 0,0-1,-1 1,0 0,0-1,0 0,-1 1,-3 3,-2 1,-2 0,1-1,-1 0,-1 0,0-2,0 1,-4 0,-41 22</inkml:trace>
  <inkml:trace contextRef="#ctx0" brushRef="#br0" timeOffset="9332.506">4001 10041,'-9'17,"-3"14,-2 18,1 20,1 23,0 26,0 26,-3 23,-3 18,-4 13,2 2,5-7,7-15,4-39</inkml:trace>
  <inkml:trace contextRef="#ctx0" brushRef="#br0" timeOffset="9970.52">5463 10151,'-7'16,"-3"20,2 26,0 26,3 27,2 23,-1 16,0 12,-1 6,0-1,3-6,2-32</inkml:trace>
  <inkml:trace contextRef="#ctx0" brushRef="#br0" timeOffset="10583.876">6978 10151,'0'23,"0"22,0 22,0 22,-2 22,-3 20,-6 15,-5 14,-2 9,-1 4,3-2,7-9,9-16,5-33</inkml:trace>
  <inkml:trace contextRef="#ctx0" brushRef="#br0" timeOffset="11118.474">8085 10233,'-5'26,"-1"26,0 26,2 28,0 20,2 18,1 11,3 6,3 0,4-6,2-10,-1-31</inkml:trace>
  <inkml:trace contextRef="#ctx0" brushRef="#br0" timeOffset="12633.338">3018 7160,'1'19,"4"-24,-4 1,1 1,-1-1,0 0,-1 0,1 0,0-1,-1 1,0 0,0 0,0 0,-1 0,1 0,-1 0,0 0,0 0,-1 0,1 0,-1 1,0-1,0 0,0 1,0-1,0 1,-1 0,0 0,0 0,0 0,0 0,0 1,0-1,-1 1,1 0,-1 0,1 0,-1 0,0 1,0-1,0 1,0 0,0 0,-1 1,0 1,1-1,-1 1,1-1,-1 1,1 1,-1-1,1 1,0-1,0 1,-1 0,1 1,1-1,-1 1,0 0,1 0,-1 0,1 0,0 1,0-1,0 1,-1 1,-42 94,42-89,1 1,0-1,0 1,1 0,0-1,1 1,0 0,1 0,0 0,0 0,2 0,-1 0,1 0,1 0,0-1,0 1,1-1,1 0,-1 0,2 0,-1-1,1 0,1 0,0 0,0-1,2 2,-3-5,1 0,0 0,0-1,0 0,1 0,-1 0,1-1,0 0,0-1,0 0,0 0,0-1,1 0,-1 0,0-1,1 0,-1 0,0-1,1 0,-1-1,0 1,0-2,0 1,0-1,0 0,-1-1,1 0,-1 0,0-1,0 1,-1-2,5-3,11-18,-4 0</inkml:trace>
  <inkml:trace contextRef="#ctx0" brushRef="#br0" timeOffset="13233.731">3292 7038,'0'-3,"0"2,0 6,-2 9,-2 11,1 11,-2 8,-2 4,0 3,1-2,2-6,1-7,2-7,0-11,1-9</inkml:trace>
  <inkml:trace contextRef="#ctx0" brushRef="#br0" timeOffset="13620.708">3523 7038,'-6'13,"-1"0,-1 0,0 0,-1-1,0 0,-1 0,0-1,-1-1,0 0,0 0,-1-1,-1-1,1 0,-2 0,-9 3,6 0,15-11,1 1,0-1,-1 0,1 1,0 0,0-1,-1 1,1 0,0-1,0 1,0 0,0 0,0 0,0 0,0 0,0 0,0 0,1 0,-1 1,0-1,1 0,-1 0,1 1,-1-1,1 0,-1 1,1-1,0 0,0 1,0-1,0 1,0-1,0 0,0 1,0-1,1 0,-1 1,0-1,1 0,-1 1,1-1,0 0,-1 0,1 1,0-1,0 0,-1 0,1 0,0 0,1 1,18 13,1 0,0-1,0-1,2-1,0-1,12 4,9 5,83 30,-110-46</inkml:trace>
  <inkml:trace contextRef="#ctx0" brushRef="#br0" timeOffset="14101.115">3824 7119,'-1'24,"0"0,-2 0,-1-1,0 1,-2-1,0 0,-2 0,-1-1,0 0,-2-1,-11 18,57-139,-4-5,29-75,-41 149,-19 30,1 1,-1-1,0 1,1-1,-1 1,1-1,-1 1,1 0,-1-1,0 1,1 0,0-1,-1 1,1 0,-1 0,1-1,-1 1,1 0,-1 0,1 0,0 0,-1 0,1 0,-1 0,1 0,-1 0,1 0,0 0,-1 0,1 0,-1 1,1-1,-1 0,1 0,-1 1,1-1,-1 0,1 1,-1-1,1 0,-1 1,1-1,-1 1,0-1,1 1,-1-1,0 1,1-1,-1 1,0-1,0 1,1-1,-1 1,0-1,0 1,39 131,63 216,-93-321</inkml:trace>
  <inkml:trace contextRef="#ctx0" brushRef="#br0" timeOffset="14351.118">3797 7310,'16'0,"15"0,16-2,14-4,10-2,5 0,-3 1,-14 2</inkml:trace>
  <inkml:trace contextRef="#ctx0" brushRef="#br0" timeOffset="15250.709">3005 8280,'0'34,"0"-37,-1 1,0-1,0 0,0 0,0 1,0-1,0 1,0-1,-1 1,0-1,1 1,-1 0,0 0,0 0,0 0,0 0,0 0,-1 0,1 1,-1-1,1 1,-1 0,1 0,-1 0,0 0,1 0,-1 0,0 1,0-1,0 1,0 0,1 0,-1 0,0 0,0 0,0 1,0-1,1 1,-1 0,0 0,1 0,-1 0,0 0,-1 2,-4 4,0 1,1 0,0 1,0 0,1 0,0 0,0 1,1 0,1 0,-1 0,2 1,-1 0,1-1,1 1,0 0,1 3,-2-8,1 1,0-1,1 0,0 1,0-1,0 1,1 0,0-1,0 1,1-1,0 1,0-1,0 1,1-1,0 0,0 1,0-1,1 0,0-1,0 1,1 0,0-1,0 0,0 0,0 0,1 0,0-1,0 1,0-1,0 0,5 2,-2-4,1 0,-1 0,1-1,-1 0,1 0,-1-1,1 0,0 0,-1-1,1 0,-1-1,0 0,1 0,-1-1,0 0,0 0,4-3,10-6,-2 0,1-1,-2-1,0 0,13-13,-22 18,1 1,-1-1,-1-1,1 1,-2-2,1 1,-2-1,1 0,-1-1,-1 0,0 0,-1 0,0-1,-1 0,-1 0,2-7,-10 3,-4 28,0 51,3 0,3 1,2 11,1-56,-1-2,0-10,1 0,-1 0,1 1,1-1,-1 0,1 0,0 0,0 0,0 0,1 0,0 0,1-1,-1 1,3 3,3-1</inkml:trace>
  <inkml:trace contextRef="#ctx0" brushRef="#br0" timeOffset="15654.252">3496 8239,'0'15,"0"0,-1-1,-1 1,-1-1,0 1,-1-1,0 0,-1 0,-1 0,0-1,-1 0,0 0,-1-1,0 1,-1-2,-1 1,0-1,0-1,-1 0,0 0,-11 6,20-15,0 1,0-1,0 1,0-1,0 0,0 0,-1 0,1 0,0 0,-1 0,1-1,-1 1,1-1,-1 1,1-1,-1 0,1 0,-1 0,1-1,0 1,-1-1,1 1,-1-1,1 0,0 1,-1-1,1-1,0 1,0 0,0 0,0-1,0 1,0-1,0 0,0 0,1 1,-2-3,3 3,-1 1,1-1,0 0,0 0,0 0,-1 0,1 0,0 0,0 0,0 0,0 0,1 0,-1 0,0 0,0 0,1 0,-1 0,0 0,1 0,-1 0,1 0,-1 0,1 1,-1-1,1 0,0 0,-1 1,1-1,0 0,0 1,0-1,-1 1,1-1,0 1,0-1,0 1,0-1,0 1,0 0,0 0,0 0,0-1,0 1,0 0,0 0,0 0,0 1,49 5,94 85,-130-83,1 1,0-2,0 0,0-1,1 0,0-1,0-1,1-1,-1 0,1-1,-1-1,1 0,0-1,-1-1,8-2,1-6</inkml:trace>
  <inkml:trace contextRef="#ctx0" brushRef="#br0" timeOffset="16300.723">3865 8335,'-38'237,"37"-238,1 1,0 0,0 0,0 0,0 0,0 0,0 0,0 0,-1 0,1 0,0 0,0 0,0 0,0 0,0 0,0 0,-1 0,1 0,0 0,0 0,0 0,0 0,0 0,0 0,0 0,-1 0,1 0,0 0,0 0,0-17,22-186,-20 184,-2 7,0 0,2-1,-1 1,2 0,-1 1,2-1,-1 0,2 1,-1 0,2 0,-1 0,7-9,-9 17,0 1,1 0,-1 0,0 0,1 0,-1 0,1 1,-1-1,1 1,0 0,-1 0,1 0,0 1,0-1,0 1,0 0,0 0,-1 1,1-1,0 1,0 0,0-1,-1 2,1-1,0 0,-1 1,1 0,-1 0,0 0,1 0,1 2,-1-1,0-1,0 1,0 0,-1 0,0 0,1 0,-1 1,0-1,-1 1,1 0,-1 0,1 0,-1 0,0 0,-1 0,1 1,-1-1,0 1,0-1,0 1,0-1,-1 1,0 0,0-1,0 1,-1 2,-2-1,1 0,-1 0,-1-1,1 0,-1 1,0-1,0 0,-1-1,1 1,-1-1,0 0,0 0,-1 0,1-1,-1 0,0 0,6-2,-1 0,1 1,0-1,0 0,0 0,1 0,-1 0,0 0,0 0,1 0,-1 0,0 0,1 0,-1 0,1 0,-1 0,1 0,0 0,-1 0,1-1,0 1,-1 0,1 0,0-1,0 1,0-1,0 1,0 0,0-1,0 0,0 1,0-1,0 0,0 1,0-1,0 0,0 0,0 0,0 0,0 0,0 0,0 0,1 0,7 4,-1-1,0 0,-1 0,0 1,0 0,0 0,-1 1,1 0,-1 0,0 1,0-1,-1 1,0 0,0 1,0-1,-1 1,0 0,0 0,-1 1,0-1,0 1,0 0,-1-1,-1 1,1 0,-1 0,-1 0,1 7,-2-11,1-1,-1 0,0 0,0 0,0 1,-1-1,1 0,-1 0,0-1,1 1,-1 0,-1-1,1 1,0-1,0 1,-1-1,0 0,1 0,-1 0,0-1,0 1,0 0,0-1,0 0,0 0,0 0,-1 0,-1 0,-99 6,91-8,-35 0,31 0</inkml:trace>
  <inkml:trace contextRef="#ctx0" brushRef="#br1" timeOffset="29986.193">3755 11107,'0'5,"0"-3,-1-1,0 1,1 0,-1 0,1 0,0-1,-1 1,1 0,0 0,0 0,0 0,0 0,1 0,-1-1,0 1,1 0,-1 0,1 0,0-1,0 1,0 0,-1-1,2 1,-1-1,0 1,0-1,0 1,1-1,-1 0,0 0,1 1,-1-1,1 0,0 0,-1-1,1 1,0 0,0 0,-1-1,1 1,0-1,0 0,0 1,0-1,0-1,-1-1,1 1,-1 0,1-1,-1 1,0-1,0 1,0-1,0 0,0 1,0-1,0 0,0 0,-1 0,1 1,-1-1,1 0,-1 0,0 0,0 0,0 0,0 0,0 0,0 0,0 0,-1 0,1 0,-1 0,1 1,-1-1,0 0,0 0,0 0,0 1,0-1,0 0,-3-3,0 1,0 0,0-1,-1 2,1-1,-1 0,0 1,0 0,0 0,-1 0,1 1,-1 0,1 0,-1 0,0 1,0 0,1 0,-1 0,-3 1,8 0,-1 0,0 1,0-1,0 1,0 0,0-1,1 1,-1 0,0 0,1 0,-1 0,1 0,-1 1,1-1,-1 0,1 1,0-1,0 1,0-1,0 1,0 0,0-1,0 1,0 0,1 0,-1 0,1-1,-1 1,1 0,0 0,-1 0,1 0,0 0,8 67,-6-63,1-1,0 1,0 0,1-1,-1 0,1 0,0 0,1 0,-1-1,1 0,0 1,0-2,0 1,0-1,1 1,0-1,0 0,-3-2,0 0,0 1,1-1,-1 0,0 0,1-1,-1 1,1-1,-1 0,1 0,-1 0,1 0,-1 0,0-1,1 1,-1-1,1 0,-1 0,0-1,0 1,0-1,0 1,0-1,0 0,0 0,0 0,-1-1,1 1,-1 0,0-1,3-2,-2 0,0-1,0 1,-1 0,1-1,-1 1,0-1,-1 0,0 0,1 0,-2 0,1 0,-1 0,0 0,0 0,0 0,-1 0,0 1,0-1,-1 0,0 0,0 0,0 1,0-1,-1 1,0 0,0 0,-1 0,1 0,-1 0,0 1,0 0,-1 0,1 0,-1 0,-4-2,6 5,0 0,1 1,-1-1,1 1,-1 0,0-1,1 1,-1 1,0-1,1 0,-1 1,1-1,-1 1,0 0,1 0,-1 0,1 0,0 0,-1 0,1 1,0-1,0 1,0-1,0 1,0 0,0 0,0 0,1 0,-1 0,1 1,0-1,-1 0,1 2,-3 3,0 0,1 0,0 0,0 0,1 0,0 1,1-1,-1 1,1 0,1-1,-1 3,2-7,0 0,0 0,0 0,0 0,0 0,0 0,1 0,-1 0,1 0,0-1,0 1,0-1,0 1,1-1,-1 0,0 0,1 0,0 0,-1 0,1-1,0 1,0-1,0 1,0-1,0 0,0-1,0 1,1 0,-1-1,0 0,0 0,0 0,1 0,-1 0,0 0,0-1,0 0,1 0,-1 0,0 0,0 0,0 0,-1-1,1 1,0-1,0 0,-1 0,1 0,1-2,3-1,0 0,0 0,-1 0,1-1,-1 0,0-1,-1 1,0-1,0 0,0 0,-1-1,0 1,0-1,-1 0,0 0,0-1,-1 1,0 0,-1-1,0 1,0-2,-2 7,1 1,-1 0,0-1,0 1,0 0,0 0,0 0,-1 0,1 0,-1 0,1 0,-1 0,0 0,1 1,-1-1,0 1,0-1,0 1,-1 0,1 0,0 0,0 0,-1 0,1 1,0-1,-1 0,1 1,0 0,-1 0,1 0,-1 0,1 0,-1 0,1 0,0 1,-1-1,1 1,0 0,-1 0,1 0,0 0,0 0,0 0,0 0,0 1,0-1,0 1,0 0,0-1,1 1,-1 0,0 2,-5 1,1 1,0 0,0 0,1 0,0 1,0 0,0 0,1 0,0 0,1 1,0 0,0 0,0 0,1 0,0 2,2-8,0-1,0 0,0 1,1-1,-1 1,1-1,-1 0,1 0,-1 1,1-1,0 0,0 0,-1 1,1-1,0 0,0 0,0 0,0 0,0 0,0-1,1 1,-1 0,0 0,0-1,1 1,-1-1,0 1,1-1,-1 1,0-1,1 0,-1 0,1 0,-1 0,0 0,1 0,-1 0,2 0,56-7,-16-15,-44 21,1 1,-1-1,1 0,-1 1,0-1,0 1,1-1,-1 1,0-1,0 1,1-1,-1 1,0-1,0 1,0 0,0 0,0 0,0-1,0 1,1 0,-1 0,0 0,0 0,0 0,0 1,0-1,0 0,0 0,0 0,1 1,-1-1,0 1,0-1,0 1,1-1,-1 1,0-1,0 1,0 0,-15 5,-3 1,0 0,0-1,0-1,-1-1,1-1,-1-1,-3 0,-14-4,-1-2,1-2,-1-1,-24-8,-128-20,101 27,0-5,0-3,-10-7,-141-24,199 38,0 2,0 1,0 2,-1 2,0 2,-21-3,-68-21,-4 8,12 2,110 14,1-1,0 2,0 0,0 0,-1 1,1 0,0 1,1 1,-1 0,1 1,-10 4,9-2,10-4,-1-1,0 1,0-1,0 0,-1 0,1-1,0 1,-1-1,1 1,-1-1,0 0,1 0,-1-1,0 1,1-1,-1 0,0 0,0 0,1 0,-1 0,0-1,1 0,-2 0,3-3,-1 1,1-1,-1 0,1 0,0 0,0 0,1 0,-1-1,1 1,0 0,0-1,1 1,-1-1,1 1,-2-9,-27-227,2 136,-3 1,-13-18,-19-63,51 131,2 0,2-1,3 0,2 0,3 0,2 0,6-29,0-50,4-60,22-24,-25 170,14-117,-12-83,2 113,-14 132,-1 0,1 1,0-1,0 1,0-1,1 0,-1 1,0-1,0 1,1-1,-1 1,1-1,0 1,-1-1,1 1,0 0,0-1,0 1,0 0,0 0,0 0,0-1,0 1,1 0,-1 1,0-1,1 0,-1 0,0 0,1 1,-1-1,1 1,-1-1,1 1,-1 0,1-1,0 1,-1 0,1 0,-1 0,1 0,260 16,-49-2,13-14,-91 13,-119-13,-10-1,-1 1,1 0,0 0,0 0,-1 1,1-1,-1 2,1-1,0 0,-1 1,0 0,1 0,0 2,-6-4,1 1,-1 0,0 0,0 0,0 0,0 0,0 0,0 0,0 0,0 0,0-1,0 1,-1 0,1 0,0 0,0 0,-1 0,1 0,-1-1,1 1,-1 0,1 0,-1-1,1 1,-1 0,0-1,0 1,1-1,-1 1,0 0,0-1,1 0,-1 1,0-1,0 1,0-1,0 0,0 1,-8 4</inkml:trace>
  <inkml:trace contextRef="#ctx0" brushRef="#br1" timeOffset="31934.928">1475 9414,'-107'140,"0"20,148-173,-14 7,0 1,0 2,1 0,-1 2,1 1,-1 1,11 3,87 24,-124-28,-1 1,0-1,1 0,-1 1,1-1,-1 0,0 1,1-1,-1 0,1 0,-1 1,1-1,-1 0,1 0,-1 0,1 0,-1 0,1 0,-1 0,1 0,-1 0,1 0,0 0,-1 0,1 0,-1 0,1 0,-1 0,1-1,-1 1,1 0,-1 0,0-1,1 1,-1 0,1-1,-1 1,0 0,1-1,-1 1,0-1,1 1,-1 0,0-1,1 1,-1-1,0 1,0-1,0 1,1-1,-1 1,0-1,0 1,0-1,0 1,0-1,0 1,0-1,0 0,0 1,0-1,-1 1,1-1,0 1,0-1,0 1,-20-40,15 31,-12-26,2 0,1 0,2-1,-7-32,6 29,13 39,-1 0,1-1,0 1,0 0,-1 0,1-1,0 1,-1 0,1 0,0 0,-1 0,1-1,0 1,-1 0,1 0,0 0,-1 0,1 0,0 0,-1 0,1 0,-1 0,1 0,0 0,-1 0,1 0,0 0,-1 0,1 0,0 0,-1 1,1-1,0 0,-1 0,1 0,0 1,-1-1,1 0,0 0,0 1,-1-1,1 0,0 0,0 1,0-1,-1 0,1 1,0-1,0 0,0 1,0-1,0 1,0-1,0 0,0 1,0-1,0 0,0 1,0-1,0 1,-10 30,8-27,2-3,-10 39,-2-1,-1 0,-2-1,-2-1,-9 14,18-44,11-22,67-155,-64 160,-8 18,-6 19,-40 56,123-168,-75 85,0-1,1 1,-1-1,1 1,-1 0,1-1,-1 1,1-1,-1 1,1 0,-1-1,1 1,0 0,-1 0,1 0,0-1,-1 1,1 0,0 0,-1 0,1 0,-1 0,1 0,0 0,-1 0,1 0,0 1,-1-1,1 0,0 0,-1 1,1-1,-1 0,1 0,-1 1,1-1,-1 1,1-1,-1 1,1-1,-1 1,1-1,-1 1,0-1,1 1,-1-1,0 1,1-1,-1 2,6 35,-5-23,-1-13,0 1,0 0,0-1,1 1,-1 0,0-1,1 1,-1-1,1 1,0-1,0 1,-1-1,1 1,0-1,0 1,0-1,0 0,1 0,-1 0,0 0,0 1,1-2,-1 1,1 0,-1 0,1 0,-1-1,1 1,-1-1,1 1,0-1,-1 1,1-1,0 0,-1 0,1 0,0 0,-1 0,1 0,0-1,-1 1,1 0,0-1,-1 0,1 1,-1-1,1 0,-1 0,1 1,-1-1,0 0,1-1,-1 0,1-1,-1 0,0 1,0-1,-1 0,1 0,-1 0,1 1,-1-1,0 0,0 0,0 0,0 0,-1 1,1-1,-1 0,0 0,1 0,-1 1,-1-1,1 1,0-1,0 1,-1-1,0 1,1 0,-1-1,0 1,0 0,0 0,-1 1,1-1,0 0,-1 1,1-1,1 2,0 0,1 1,-1-1,1 0,-1 0,0 1,1-1,-1 0,1 1,-1-1,1 1,-1-1,1 1,0-1,-1 1,1-1,-1 1,1-1,0 1,0-1,-1 1,1 0,0-1,0 1,0 0,0-1,-1 1,1-1,0 1,0 0,0-1,0 1,1 0,-1-1,0 1,0 0,0-1,0 1,1-1,-1 1,0 0,1-1,-1 1,0-1,1 1,-1-1,34 79,-19-53</inkml:trace>
  <inkml:trace contextRef="#ctx0" brushRef="#br0" timeOffset="39187.19">0 7338,'421'8,"-25"-1,-246-9,265 2,-264 12,445-10,-414 13,-168-15,-19-1,-12-1,-3-2</inkml:trace>
  <inkml:trace contextRef="#ctx0" brushRef="#br0" timeOffset="39931.119">615 7202,'-27'-25,"42"26,264 104,-235-76,-43-28,0-1,0 1,-1 0,1 0,0 0,-1 0,1 0,0 0,-1 0,0 0,1 0,-1 0,1 0,-1 0,0 0,0 0,0 1,0-1,0 0,0 0,0 0,0 0,0 0,0 1,-1-1,1 0,0 0,-1 0,1 0,-1 0,1 0,-1 0,0 0,1 0,-1 0,0-1,0 1,0 0,1 0,-1-1,0 1,0 0,0-1,0 1,-17 10,1-1,-1 0,-1-1,0-1,0-1,0-1,-6 1,9-2,-236 71,251-76,-1 0,-1 1,1 0,0 0,-1 0,1 0,0 0,-1 0,1 1,0-1,0 1,0-1,0 1,0 0,1 0,-1 0,1 0,-1 0,1 0,-1 0,1 0,0 1,0-1,0 2,2 7</inkml:trace>
  <inkml:trace contextRef="#ctx0" brushRef="#br0" timeOffset="40801.818">274 5891,'-3'-3,"0"5,0 5,1 12,0 12,4 12,0 7,1 6,-1 2,0 0,-1-2,0-4,-1-6,0-11</inkml:trace>
  <inkml:trace contextRef="#ctx0" brushRef="#br0" timeOffset="41534.056">465 6108,'62'220,"-57"-201,-4-11,1-1,0 1,0-1,1 1,0-1,0 0,0 0,1 0,5 6,-8-12,0 0,0 0,0 0,1 0,-1 0,1 0,-1 0,1-1,-1 1,1-1,-1 1,1-1,-1 1,1-1,0 0,-1 0,1 0,-1 0,1 0,0 0,-1 0,1 0,0-1,-1 1,1-1,-1 1,1-1,-1 1,1-1,-1 0,0 0,1 0,-1 0,0 0,1 0,-1 0,0 0,0-1,42-50,-35 36,0 0,-2-1,1 0,-2 0,0-1,-2 1,3-19,1 23,2 33,-7-15,5 14,1 1,1-1,1-1,0 0,13 16,-20-30,0 1,1-1,-1 0,1 0,0-1,0 1,1-1,-1 0,0 0,1 0,0 0,0-1,0 0,0 0,0 0,0-1,0 0,1 0,-1 0,0 0,1-1,-1 0,1 0,-1-1,4 0,-4 0,0-1,1 0,-1-1,0 1,0-1,0 0,0 0,0 0,-1-1,0 0,1 0,-1 0,-1 0,1-1,-1 1,1-1,-1 0,-1 0,1 0,-1 0,0-1,31-118,-24 31,-4 0,-7-74,0 84,1 19,1 64,0 0,0 1,-1-1,1 0,0 0,0 0,0 0,0 0,0 0,-1 0,1 0,0 0,0 0,0 1,-1-1,1 0,0 0,0 0,0 0,0 0,-1 0,1 0,0-1,0 1,0 0,0 0,-1 0,1 0,0 0,0 0,0 0,0 0,-1 0,-4 23,-7 57,2 0,4 1,4 0,4 19,0-79,0 0,2 0,0 0,1-1,1 0,1 0,1 0,5 8,-9-19,1 0,1-1,-1 1,2-1,-1-1,1 1,0-1,0 0,1 0,0-1,0 0,1-1,-1 1,1-2,0 1,1-1,-1-1,4 2,15 0</inkml:trace>
  <inkml:trace contextRef="#ctx0" brushRef="#br0" timeOffset="41782.439">793 5849,'-16'-2,"1"-1,13 0,20 1,22 0,21 1,18 1,9-1,1 4,-10 4,-18 2</inkml:trace>
  <inkml:trace contextRef="#ctx0" brushRef="#br0" timeOffset="42256.214">1271 6437,'8'-10,"0"0,-1 0,0 0,0-1,-1 0,-1 0,0-1,0 0,-2 0,1 0,-1 0,-1 0,0-1,-1 1,0-1,-1 1,0-1,-1 1,0-1,-1 1,-1-1,0 1,-1 0,-4-11,7 20,0 1,0 0,-1 0,1 0,-1-1,1 1,-1 0,0 1,1-1,-1 0,0 0,0 1,0-1,-1 1,1 0,0 0,-1 0,1 0,0 0,-1 0,1 0,-1 1,1-1,-1 1,1 0,-1 0,0 0,1 0,-1 0,1 0,-1 1,-1 0,4 1,0-1,0 1,0 0,0-1,0 1,0-1,0 1,1 0,-1-1,0 1,1-1,0 1,-1-1,1 1,0-1,0 1,0-1,0 0,0 1,0-1,0 0,0 0,0 0,1 0,-1 0,0 0,1 0,-1 0,1-1,-1 1,1 0,-1-1,1 0,0 1,-1-1,1 0,0 1,18 5,0-1,1-1,0 0,0-2,0 0,21-2,36 4,-75-4,-1 0,1 0,0 0,-1 0,1 0,0 0,-1 1,1-1,0 1,-1 0,1 0,-1 0,1 0,-1 0,0 0,1 1,-1-1,0 1,0 0,0 0,0 0,0-1,-1 2,1-1,-1 0,1 0,-1 0,0 1,1-1,-1 1,0-1,-1 1,2 2,-31 73,13-43,13-31,1 1,-1-1,2 1,-1 0,0 0,1 0,0 0,0 0,0 0,1 0,0 0,0 1,0-1,0 0,1 0,0 0,0 0,1 0,-1 0,1 0,0 0,0-1,1 1,-1-1,1 1,0-1,0 0,0 0,1 0,0-1,2 3,4 0,1-1,0 0,1 0,-1-1,1-1,0 0,0 0,0-2,11 2,17 0</inkml:trace>
  <inkml:trace contextRef="#ctx0" brushRef="#br0" timeOffset="43772.562">5121 7706,'-1'1,"-1"-1,1 1,-1-1,1 1,0-1,-1 1,1 0,0 0,-1 0,1 0,0 0,0 0,0 0,0 0,0 0,0 0,0 1,0-1,1 0,-1 1,0-1,1 0,-1 1,1-1,0 1,-1-1,1 1,0-1,0 1,0-1,0 1,0-1,0 1,0-1,0 1,1-1,-1 1,1-1,-1 1,1-1,0 0,-1 1,1-1,8 3,-1-1,1 0,0-1,0 0,0-1,0 1,0-2,0 1,0-1,0-1,8-1,-10 2,141-15,-147 14,0 1,-1-1,1 1,0-1,0 1,0 0,0 0,0-1,0 1,0 0,0 0,0 0,0 0,0 0,0 0,0 0,0 0,0 1,0-1,0 0,0 1,0-1,0 1,0-1,0 1,0-1,-1 1,1-1,0 1,0 0,-1-1,1 1,0 0,-1 0,1 0,-1-1,1 1,-1 0,1 0,-1 0,0 0,1 0,-1 0,0 0,0 0,0 0,1 0,-1 0,0 0,0 0,-1 0,1 0,0 0,0 0,0 0,-1 0,1 0,-1 0,1 0,0 0,-1 0,-57 283,24-120,18-139,8-19</inkml:trace>
  <inkml:trace contextRef="#ctx0" brushRef="#br0" timeOffset="44017.887">5040 8062,'7'0,"11"-3,15-2,13-3,12-6,11-1,6-4,-2 0,-3 0,-10-1,-14 3</inkml:trace>
  <inkml:trace contextRef="#ctx0" brushRef="#br0" timeOffset="44266.306">5682 7775,'-15'-19,"5"35,15 180,-12-12,7-183,-1 1,1-1,0 0,0 0,0 1,0-1,0 0,0 0,0 1,1-1,-1 0,0 0,1 1,-1-1,1 0,-1 0,1 0,0 0,-1 0,1 1,0-2,0 1,0 0,0 0,0 0,0 0,0 0,0-1,0 1,0 0,0-1,0 1,1-1,-1 1,0-1,0 0,1 0,-1 1,0-1,0 0,1 0,-1 0,0 0,1-1,-1 1,0 0,0 0,10-3,0 0,-1-1,0 0,0-1,0 0,0-1,-1 0,0 0,0-1,0 0,-1 0,0-1,3-5,11-10</inkml:trace>
  <inkml:trace contextRef="#ctx0" brushRef="#br0" timeOffset="44433.392">5899 7980,'-4'16,"-4"13,-1 7,1 6,3 0,1-3,6-3,8-6,6-7,1-8</inkml:trace>
  <inkml:trace contextRef="#ctx0" brushRef="#br0" timeOffset="44856.89">6241 7802,'-15'-6,"8"2,0 0,0 1,-1 0,1 1,-1-1,1 1,-1 1,0 0,1 0,-1 0,-6 1,10 3,0 0,0 0,0 0,1 0,-1 1,1-1,0 1,0 0,0 0,0 1,1-1,0 0,0 1,0 0,0-1,1 1,-1 0,1 0,0 0,1 0,-1-1,1 1,0 0,1 0,-1 0,-1-1,0 0,0 1,1-1,-1 0,1 0,0 0,0 0,1 1,-1-1,1 0,0 0,0 0,0 0,0 0,1 0,0 0,0-1,0 1,0 0,0-1,1 0,0 1,-1-1,1 0,0 0,1-1,-1 1,0-1,1 1,-1-1,1 0,0-1,0 1,0-1,0 1,0-1,0 0,0 0,0-1,0 0,2 1,1-3,0 0,0-1,0 0,0 0,-1 0,1-1,-1 0,0 0,0 0,2-3,19-13,-26 20,-1-1,1 1,-1-1,1 1,-1 0,1-1,0 1,-1 0,1 0,0-1,-1 1,1 0,0 0,-1 0,1 0,0 0,-1 0,1 0,0 0,-1 0,1 0,0 0,0 0,-1 0,1 1,-1-1,1 0,0 1,-1-1,1 0,-1 1,1-1,0 1,-1-1,1 0,-1 1,0-1,1 1,-1 0,1-1,-1 1,0-1,1 1,-1 0,0-1,0 1,1 0,-1-1,0 1,0 0,0-1,0 1,0 0,3 44,-3-39,1 13,-1-1,0 1,-2-1,0 1,-1-1,-1 0,-1 0,-1-1,0 1,-1-1,-1 0,0-1,-1 0,-4 5,1-8</inkml:trace>
  <inkml:trace contextRef="#ctx0" brushRef="#br0" timeOffset="45307.992">6446 7912,'26'-9,"2"1,-1 1,1 1,0 2,28-1,-53 5,-1-1,1 1,0-1,-1 1,1 0,0 0,-1 0,1 1,0-1,-1 1,1-1,-1 1,1 0,-1 0,1 0,-1 0,1 1,-1-1,0 0,0 1,0 0,0-1,0 1,0 0,0 0,-1 0,1 1,0-1,-1 0,0 0,0 1,0-1,0 1,0-1,0 1,0-1,-1 1,1 1,-4 6,0 1,-1-1,0 0,-1 0,0-1,0 1,-1-1,0 0,0 0,-1-1,-1 0,1 0,-1-1,0 0,-1 0,-6 3,-44 29,95-48,-27 6,0 0,0 0,0 1,0 1,1-1,-1 1,1 1,-1 0,1 0,-1 1,0 0,1 1,-1-1,0 2,0 0,0 0,0 0,0 1,-1 1,0-1,0 1,0 1,0-1,-1 1,0 1,0-1,-1 1,0 0,0 1,0 0,3 7,-7-11,0 1,0-1,-1 0,0 1,1-1,-2 1,1 0,0-1,-1 1,0 0,0-1,-1 1,1-1,-1 1,0 0,0-1,0 1,-1-1,0 0,0 1,0-1,0 0,-1 0,1 0,-1-1,0 1,0-1,0 1,-1-1,1 0,-1 0,0 0,0-1,0 1,-2 0,-2 1,1-1,-1 0,1 0,-1-1,0 1,0-2,0 1,0-1,0-1,0 1,0-1,-1-1,-4 0,-21-6</inkml:trace>
  <inkml:trace contextRef="#ctx0" brushRef="#br0" timeOffset="46867.54">6269 6792,'-23'106,"16"-64,-3 0,-1-1,-13 31,24-72,0-1,-1 1,1 0,0 0,0 0,0 0,0 0,0 0,0-1,-1 1,1 0,0 0,0 0,0 0,0 0,-1 0,1 0,0 0,0 0,0 0,0 0,-1 0,1 0,0 0,0 0,0 0,-1 0,1 0,0 0,0 0,0 0,0 0,-1 0,1 0,0 0,0 1,0-1,0 0,0 0,-1 0,1 0,0 0,0-20,26-183,-25 198,0-9,1 0,1 0,0 0,1 1,0-1,1 1,1 0,7-12,-11 22,0 1,0 0,0-1,0 1,0 0,1 1,-1-1,1 0,-1 1,1-1,0 1,0 0,0 0,-1 0,1 0,0 1,0-1,0 1,0-1,0 1,0 0,0 0,0 1,0-1,0 1,0-1,0 1,0 0,0 0,0 0,-1 0,1 1,0-1,1 2,2 1,0-1,0 1,0 1,0-1,-1 1,0 0,0 0,0 1,0-1,-1 1,0 0,0 0,-1 1,1 0,-2-4,-1 1,1 0,-1-1,0 1,0 0,0 0,0 0,-1-1,0 1,0 0,0 0,0 0,0 0,-1 0,0 0,1-1,-1 1,-1 0,1-1,-1 1,1 0,-1-1,0 0,0 1,-1-1,1 0,-1 0,1 0,-1-1,0 1,0-1,0 1,0-1,-1 0,-8 4,0-1,-1-1,1 0,-1 0,0-2,0 1,0-2,-10 1,21-2,0 0,1 0,0 0,-1-1,1 1,0 1,-1-1,1 0,0 0,-1 0,1 1,0-1,-1 0,1 1,0 0,-1-1,1 1,0 0,0-1,0 1,0 0,0 0,0 0,0 0,0 0,0 0,0 0,1 0,-1 0,0 1,1-1,-1 0,1 0,-1 1,1-1,0 0,-1 1,1-1,0 0,0 1,0-1,0 0,0 1,0-1,0 0,1 1,-1-1,0 1,2 6,1 0,-1-1,1 1,0-1,1 0,0 0,0 0,0 0,1 0,0-1,0 0,1 0,0 0,0-1,0 0,1 0,-1-1,1 1,0-2,1 1,-1-1,0 0,1 0,0-1,0 0,0 0,0-1,0 0,0 0,0-1,0 0,0-1,0 0,0 0,0 0,0-1,6-3,65-45,-78 49,-1 0,1 0,0 0,0 1,-1-1,1 0,0 0,0 1,0-1,0 1,0-1,0 1,0-1,0 1,0 0,0-1,0 1,0 0,1 0,-1 0,0 0,0 0,0 0,0 0,0 0,0 0,0 0,0 1,0-1,1 0,-1 1,0-1,0 1,-1-1,1 1,0 0,0-1,0 1,0 0,0 0,-1 0,1-1,0 1,-1 0,1 0,0 0,-1 0,0 0,1 0,-1 0,1 1,1 3,1 0,-1 0,1 0,1 0,-1 0,1-1,-1 1,1-1,1 0,-1 0,1-1,-1 1,1-1,0 0,0 0,0 0,1-1,-1 0,0 0,1-1,0 1,-1-1,1 0,0 0,0-1,0 0,-2-3,0 1,-1-1,0 0,0-1,0 1,0 0,0-1,-1 0,1 1,-1-1,0 0,0 0,-1-1,1 1,-1 0,0-1,0 1,0 0,0-1,-1 1,0-1,0 1,0-1,-1 1,1-1,-1 1,0 0,-1-1,1 0,-1 1,0-1,0 1,0 0,-1 0,0-1,1 2,-1-1,-1 0,1 1,-1-1,1 1,-1 0,0 0,0 1,0-1,0 1,-1 0,1 0,-1 0,2 0,1 1,-1 0,0 0,1 1,-1-1,0 0,1 1,-1 0,0-1,1 1,-1 0,0 0,0 1,1-1,-1 1,0-1,1 1,-1 0,0 0,1 0,-1 0,1 0,0 1,-1-1,1 1,0 0,0-1,0 1,0 0,0 0,0 0,1 1,-1-1,1 0,-1 2,0 0,1 0,-1-1,1 1,0 0,1 0,-1 0,1 0,0 0,-1 0,2 0,-1 0,0 0,1 0,0 0,0 0,0-1,0 1,8 17</inkml:trace>
  <inkml:trace contextRef="#ctx0" brushRef="#br0" timeOffset="47138.812">6951 7106,'55'-211,"-59"228,1 1,0-1,2 1,0 0,0-1,2 1,0 0,1-1,1 1,1-1,0 0,1 0,1 0,1 1,9 5</inkml:trace>
  <inkml:trace contextRef="#ctx0" brushRef="#br0" timeOffset="48254.692">7811 6792,'-24'50,"2"1,2 1,-6 29,15-50,3-44,3-14,1-1,1 1,2-1,0 0,2 0,3-11,-5 34,1 1,0-1,0 0,0 1,1-1,0 0,-1 1,2-1,-1 1,1-1,-1 1,1 0,0-1,1 1,-1 0,1 0,-1 1,1-1,1 0,-1 1,0 0,1 0,0 0,-1 0,1 0,0 1,0 0,1 0,-1 0,0 0,1 1,-1-1,1 1,0 0,1 1,-1-1,0 1,-1 0,1 1,0-1,0 1,-1 0,1 0,-1 1,1-1,-1 1,1 0,-1 0,0 1,0-1,0 1,0 0,0 0,-1 0,1 0,-1 1,0 0,0-1,0 1,-1 0,1 0,-1 1,0-1,0 0,0 1,-1-1,0 1,0 0,0-1,0 1,-1 0,1-1,-1 1,-1 0,1 0,0 0,-1-1,-1 4,-3 1,-1-1,-1 0,1 0,-1 0,0-1,-1 0,0 0,0-1,0 0,-1-1,0 0,0 0,0 0,-1-1,1-1,-2 0,-31 6,41-8,1-1,-1 1,0 0,0 0,1 0,-1 0,1 0,-1 0,1 0,-1 1,1-1,0 0,-1 0,1 0,0 0,0 0,0 1,0-1,0 0,0 0,0 0,0 1,0-1,1 0,-1 0,0 0,1 0,-1 0,1 0,0 0,-1 0,1 0,0 0,-1 0,1 0,6 8,0 0,1 0,-1-1,2 0,-1-1,1 0,0 0,1-1,-1 0,1-1,1 0,-1 0,1-1,-1-1,1 0,0 0,0-1,7 1,-8-2,0 1,1-2,0 1,-1-1,1-1,-1 0,1-1,-1 0,1 0,4-2,-13 2,1 1,-1 1,0-1,1 0,-1 1,1-1,0 1,-1 0,1 0,-1 0,1 0,0 0,-1 0,1 1,-1-1,1 1,-1 0,1 0,-1 0,0 0,1 0,-1 0,0 1,0-1,0 1,0 0,0-1,0 1,0 0,-1 0,1 0,1 2,-2-1,1 0,0 0,0 0,0-1,0 1,0-1,0 1,1-1,-1 0,1 0,0 0,0 0,0-1,0 1,0-1,0 0,0 0,0 0,0 0,0 0,1 0,-1-1,0 0,1 0,-1 0,0 0,1 0,-1-1,0 1,0-1,1 0,-1 0,0 0,0 0,0-1,0 1,0-1,0 0,-1 0,3-1,-1-3,0 0,0 0,0 0,-1 0,1-1,-2 0,1 1,-1-1,0 0,0 0,-1 0,0 0,0-1,0-3,-1 7,0 1,0-1,0 0,-1 1,1-1,-1 0,0 1,0-1,0 1,0-1,-1 1,1-1,-1 1,0 0,0 0,0 0,-1 0,1 0,-1 0,1 1,-1-1,0 1,0 0,0 0,0 0,0 0,-1 0,-1 0,-1 0,0 1,0 0,0 0,0 0,0 1,0-1,0 1,-1 1,1 0,0-1,0 2,0-1,0 1,1 0,-1 0,0 0,1 1,-1 0,1 0,0 1,0-1,0 1,0 0,1 0,0 1,0-1,0 1,0 0,1 0,0 0,0 1,0-1,0 1,1-1,0 1,0 0,1 0,-1 2,2-5,0 0,0 0,1 0,-1-1,0 1,1 0,0 0,-1 0,1-1,0 1,1 0,-1-1,0 1,1-1,0 1,-1-1,1 0,0 1,0-1,0 0,0 0,1-1,-1 1,0 0,1-1,-1 1,1-1,0 0,-1 0,1 0,0 0,0-1,0 1,23 5</inkml:trace>
  <inkml:trace contextRef="#ctx0" brushRef="#br0" timeOffset="48638.802">8426 6928,'56'-12,"-53"12,1-1,0 0,0 1,-1 0,1 0,0 0,0 1,-1-1,1 1,0 0,-1 0,1 0,-1 0,1 1,-1-1,0 1,1 0,-1 0,0 0,0 0,0 1,-1-1,1 1,0 0,-1 0,0 0,0 0,0 0,0 0,0 0,-1 1,1-1,-1 1,0-1,0 1,0 0,0-1,-1 1,0 0,1 0,-2 0,-2 6,-1-1,0 1,-1-1,0 0,0 0,-1 0,0-1,-1 0,0 0,-3 2,-34 47,43-56,1 0,-1-1,1 1,-1 0,1 0,-1 0,1 0,0 0,0 0,-1 0,1-1,0 1,0 0,0 0,0 0,0 0,0 0,0 0,0 0,1 0,-1 0,0 0,0 0,1 0,-1 0,1 0,-1-1,1 1,-1 0,1 0,-1-1,1 1,0 0,-1 0,1-1,0 1,0-1,0 1,-1-1,1 1,0-1,0 1,0-1,0 0,0 0,0 1,0-1,0 0,0 0,53 7,-52-7,186-18,-146 13</inkml:trace>
  <inkml:trace contextRef="#ctx0" brushRef="#br2" timeOffset="72139.359">8112 10752,'-3'-2,"0"1,0 0,1 0,-1 0,0 1,0-1,0 1,0-1,0 1,0 0,0 0,0 0,0 1,0-1,0 1,1 0,-1-1,0 1,0 0,0 1,1-1,-1 0,1 1,-1 0,1-1,0 1,-1 0,1 0,0 1,0-1,0 0,1 0,-1 1,0 0,1-1,0 1,0 0,-1 0,3 1,0-1,0 0,1 0,-1 0,1 0,-1 0,1 0,0-1,0 1,0 0,1-1,-1 0,0 1,1-1,0 0,-1 0,1-1,0 1,0-1,0 1,0-1,0 0,1 0,-1 0,0 0,0-1,1 1,-1-1,0 0,1 0,-1 0,0-1,1 1,-1-1,0 1,0-1,1 0,-1 0,0-1,0 1,-1 0,1-1,-1 1,1-1,-1 0,1 1,-1-1,0 0,0-1,0 1,0 0,0-1,-1 1,1-1,-1 1,1-1,-1 1,0-1,0 0,0 0,0 0,-1 0,1 0,-1 0,0 0,0 0,0 1,0-1,0 0,-1 0,1 0,-1 0,0 0,0 0,0 0,0 1,0-1,-1 0,1 1,-1-1,0 1,0 0,0-1,0 1,0 0,0 0,0 0,-1 1,1-1,-1 0,1 1,-1 0,0-1,1 1,-3 0,2 0,0 0,1 0,-1 0,0 1,0-1,0 1,0 0,0 0,0 0,0 0,0 0,0 1,0-1,0 1,0 0,0 0,1 0,-1 0,0 0,1 1,-1-1,1 1,-1 0,1 0,0 0,-1 0,1 0,0 0,0 1,1-1,-1 0,1 1,-1 0,1-1,0 1,-1 0,2 0,-1 0,0-1,0 1,1 0,0 0,-1 0,1 0,0 0,1 0,-1 0,0 0,1 0,0 1,1 0,0 0,0 0,0 0,1 0,0 0,-1-1,1 0,1 1,-1-1,0 0,1-1,-1 1,1 0,0-1,0 0,0 0,0 0,0-1,0 1,1-1,-1 0,1 0,-1 0,0-1,1 1,-1-1,1-1,-1 1,1 0,-1-1,1 0,-1 0,0 0,1-1,-1 1,1-2,-3 1,0 1,0-1,0 0,0 0,-1 0,1 0,-1-1,0 1,0 0,0 0,0-1,0 1,0-1,0 1,-1-1,1 1,-1-1,0 1,0-1,0 0,0 1,0-1,-1 1,1-1,-1 1,1-1,-1 1,0-1,-1-1,-43-60,7 39,37 25,0-1,0 0,0 1,0 0,0-1,0 1,0-1,1 1,-1 0,0 0,-1 0,1-1,0 1,0 0,0 0,0 0,0 1,0-1,0 0,0 0,0 0,0 1,0-1,0 1,1-1,-1 1,0-1,0 1,0-1,0 1,0 0,1-1,-1 1,0 0,1 0,-1-1,1 1,-1 0,1 0,-1 0,1 0,-1 0,1 0,0 0,0 0,0 0,0 0,0 0,0 0,0 0,1-1,-1 1,0 0,0 0,1 0,-1 0,0 0,1-1,-1 1,1 0,-1 0,1-1,0 1,-1 0,1-1,0 1,-1-1,1 1,0-1,0 1,-1-1,1 1,0-1,0 0,0 1,0-1,-1 0,1 0,0 1,0-1,0 0,0 0,0 0,41 4,-42-4,145-15,176 15,-110 13,922-13,-918 14,-212-14,-1 1,1-1,0 0,-1 0,1 0,0 0,-1 0,1 0,0-1,-1 1,1-1,-1 0,1 0,-1 0,1 0,-1 0,0 0,1-1,-1 1,0-1,0 0,0 1,0-1,0 0,-1 0,1 0,0-1,-1 1,0 0,1-1,-1 1,0 0,0-1,0-1,9-145,14-426,-23 441,5 2,6-3,18-61,-9 69,3-96,-17-349,1 32,21 60,-22 206,-3 80,-13-87,16-85,4 6,-5 18,7 221,2-43,-16 162,0 0,-1 0,1 0,-1 0,1 0,-1 0,1 1,-1-1,0 0,0 1,0-1,0 1,0 0,0 0,0 0,-1 0,1 0,0 0,-1 1,1-1,0 1,-1-1,1 1,0 0,-1 0,1 0,-1 0,1 0,-1 1,1-1,0 1,-1 0,1-1,0 1,0 0,0 0,-1 1,1-1,0 0,0 1,-11 1,-39 5,1-2,-1-2,0-2,-21-4,9 1,-624-8,73-28,450 22,-61 6,94-4,127 15,0 1,0-1,0 0,1 1,-1 0,1 0,0 1,0-1,0 1,0 0,1 0,0 0,-1 0,1 1,1-1,-1 1,1 0,0 0,0 0,-1 2,-3 5,4-5,-1 1,2-1,-1 1,1-1,0 1,0-1,1 1,0-1,1 1,-1 0,1-1,1 1,0-1,0 0,0 1,1-1,1 3,11 47,-10-12,-2 1,-3 0,-1-1,-6 32,0 38,22 108,-15-198,-1-13,1 1,0-1,1 1,0-1,2 1,-1-1,1 0,2 3,2-4,-4-11</inkml:trace>
  <inkml:trace contextRef="#ctx0" brushRef="#br2" timeOffset="82603.345">5422 11148,'-1'-1,"0"0,0 0,1 1,-1-1,0 0,0 0,0 1,0-1,0 1,0-1,0 1,0-1,0 1,0-1,0 1,0 0,0 0,0 0,0-1,0 1,0 0,-1 0,1 0,0 1,0-1,0 0,0 0,0 1,0-1,0 0,0 1,-1 0,1-1,0 1,-1 0,1 0,0 0,0 0,0 0,0 0,0 0,0 0,0 1,0-1,1 0,-1 1,0-1,1 0,-1 1,1-1,-1 1,1-1,0 1,0-1,-1 1,1-1,0 1,0-1,1 1,-1-1,0 1,0-1,1 1,-1-1,1 0,-1 1,1-1,0 1,-1-1,1 0,0 0,0 1,0-1,0 0,0 0,0 0,0 0,1 0,-1 0,0 0,0-1,1 1,-1 0,0-1,2 1,-1 1,1 0,-1 0,0-1,1 1,-1-1,1 0,0 1,-1-1,1 0,0-1,0 1,0 0,0-1,-1 0,1 1,0-1,0 0,0-1,0 1,0 0,0-1,0 0,-1 1,1-1,0 0,0 0,-1-1,1 1,-1-1,1 1,-1-1,0 0,0 0,1 0,-1 0,-1 0,1 0,0-1,0 1,-1-1,1 1,-1-1,0 1,0-1,0 0,0 0,0 0,0-2,-2 2,0 0,0 1,0-1,0 0,-1 0,1 1,-1-1,1 1,-1-1,0 1,0 0,0 0,0 0,-1 0,1 0,0 0,-1 0,0 1,1-1,-1 1,0 0,1 0,-1 0,0 0,0 0,0 1,0-1,0 1,0 0,0 0,0 0,0 0,0 1,0-1,0 1,0-1,1 1,-1 0,0 0,0 1,0-1,-1 2,2-2,-1 0,1 0,0 0,0 1,0-1,0 1,1-1,-1 1,0 0,1-1,-1 1,1 0,-1 0,1 0,0 1,0-1,0 0,0 0,0 1,1-1,-1 0,0 1,1-1,0 0,0 1,0-1,0 1,0-1,0 1,1-1,-1 0,1 1,-1-1,1 0,0 1,0-1,0 0,0 0,1 0,-1 0,0 0,1 0,0 0,-1 0,1-1,0 1,0-1,0 1,0-1,1 1,4 0,-1 1,1-2,0 1,0-1,0 0,0 0,0-1,0 0,0 0,0-1,0 0,0 0,0-1,0 0,0 0,-1 0,1-1,-1 0,0 0,0-1,0 1,0-1,0-1,-1 1,0-1,0 0,0-1,-3 5,-1-1,0 0,0 0,1 1,-2-1,1 0,0 0,0 0,0-1,-1 1,1 0,-1 0,0 0,0 0,0 0,0-1,0 1,0 0,0 0,-1 0,1 0,-1 0,1 0,-1 0,0 0,0 0,0 0,0 0,0 0,0 0,-1 0,1 1,-1-1,1 1,-1-1,1 1,-1 0,0-1,0 1,0 0,0 0,0 0,0 0,0 1,0-1,0 0,0 1,0 0,0-1,0 1,-8-1,0 0,0 0,0 1,0 0,0 1,0 0,0 0,0 1,0 1,1-1,-1 2,1-1,0 1,-6 4,13-7,1 0,-1 0,1 0,-1 0,1 0,-1 0,1 1,0-1,0 0,-1 1,1-1,0 1,0-1,1 1,-1 0,0 0,0-1,1 1,-1 0,1 0,0-1,-1 1,1 0,0 0,0 0,0 0,0 0,1-1,-1 1,0 0,1 0,-1 0,1-1,0 1,-1 0,1 0,0-1,0 1,0-1,0 1,1-1,-1 1,0-1,1 0,-1 0,0 0,1 1,-1-1,1-1,0 1,-1 0,1 0,1 0,6 3,1-1,-1 0,1 0,0-1,-1 0,1 0,0-1,0-1,0 0,0 0,0-1,0 0,2-1,-11 2,0 0,0 0,0 0,0 0,1 0,-1 0,0 0,0-1,0 1,0 0,0-1,0 1,0 0,0-1,0 0,0 1,0-1,0 1,0-1,0 0,0 0,-1 0,1 1,0-1,-1 0,1 0,0 0,-1 0,1 0,-1 0,0 0,1 0,-1 0,0-1,1 1,-1 0,0 0,0 0,0 0,0 0,0 0,0-1,-1 1,1 0,0 0,0 0,-1 0,1 0,-1 0,1 0,-1 0,1 0,-1 0,0 0,1 0,-1 0,0 0,0 1,0-1,0 0,1 1,-1-1,0 0,0 1,0-1,-1 1,186 9,501-23,-504 27,186-26,-68 5,-65-5,-152 9,0 4,29 6,-52-3,276 1,-142 9,126-5,-118-3,-140-6,1 2,-1 4,15 4,4 0,0-3,0-3,38-6,-1 2,866 1,-876-14,-102 15,-1 0,0 0,1-1,-1 0,0 0,1 0,-1 0,0-1,0 1,1-1,-1 0,0 0,0-1,0 1,0-1,0 0,0 0,0 0,-1-1,1 1,-1-1,0 0,1 0,-2 0,1 0,0-1,0 1,-1-1,0 0,0 1,0-1,0 0,0 0,0-4,1-179,7-37,-17-187,2 17,19 93,-6-47,-3 149,8-74,2-14,-2 125,1-59,-6-39,10-23,9 47,2-7,25-97,-13 61,-30 135,0 19,-5-1,-7-6,-31-93,14 127,-25-149,33 208,-23-146,24 76,-20-95,23 173,-17-185,21 53,0 160,0 1,0 0,0-1,0 1,0 0,0 0,-1 0,1 0,-1 0,1 1,-1-1,0 1,1 0,-1 0,0 0,0 0,0 0,0 0,0 1,0-1,0 1,0 0,0 0,0 0,0 1,0-1,0 1,0-1,0 1,-2 1,-11-1,-165-5,-65-15,157 12,-323-29,-524-75,124-6,353 59,315 38,-79-3,-285 24,502-2,0 1,0 1,0-1,0 1,1 0,-1 0,0 0,1 1,-1 0,1 0,-1 1,1-1,0 1,0 0,0 0,1 1,-1 0,1 0,0 0,0 0,0 0,0 1,1 0,-3 4,-3 14,2 0,0 1,1 0,2 0,0 0,2 1,0-1,2 1,1-1,2 13,-2 26,-16 336,25-99,-4 68,-29-172,3-69,7 19,14 151,13-221,-6-80,-6-7</inkml:trace>
  <inkml:trace contextRef="#ctx0" brushRef="#br2" timeOffset="84000.691">10325 7447,'-1'6,"0"-1,-1 0,1 0,-1 0,0 0,-1-1,1 1,-1 0,0-1,0 0,0 1,-1-1,-2 5,-127 162,175-215,-16 15,-1-1,-2-1,-2-1,0-1,-2 0,8-24,-16 36,-10 21,-1 0,0 0,1-1,-1 1,0 0,1 0,-1 0,0 0,1-1,-1 1,0 0,1 0,-1 0,1 0,-1 0,0 0,1 0,-1 0,0 0,1 0,-1 1,1-1,-1 0,0 0,1 0,-1 0,0 0,1 1,-1-1,0 0,1 0,-1 1,0-1,0 0,1 0,-1 1,0-1,0 0,0 1,1-1,-1 0,0 1,0-1,0 0,0 1,0-1,0 0,1 1,-1-1,0 1,0-1,0 0,0 1,0-1,-1 1,76 151,-70-143,0-3,-1 0,0 1,-1-1,0 1,0 0,0 0,-1 0,0 0,0 0,-1 0,0 5,-1-11,-1 1,0-1,0 0,0 1,0-1,0 0,-1 1,1-1,0 0,0 0,-1 0,1 0,-1 0,1 0,-1-1,1 1,-1 0,0-1,1 1,-1-1,0 0,1 1,-1-1,0 0,0 0,1 0,-1 0,0 0,1-1,-1 1,0-1,-2 1,-58-1,49-1,0 0,0 1,0 1,0 0,0 1,0 0,0 1,0 1,0 0,0 0,1 1,0 1,0 0,0 1,0 0,-2 3,0 6,5 0</inkml:trace>
  <inkml:trace contextRef="#ctx0" brushRef="#br2" timeOffset="85817.409">11034 6641,'-1'0,"1"-1,-1 1,1-1,-1 1,1-1,-1 1,0 0,1-1,-1 1,0 0,1 0,-1-1,0 1,0 0,1 0,-1 0,0 0,0 0,1 0,-1 0,0 0,1 0,-1 0,0 1,0-1,1 0,-1 0,0 1,1-1,-1 0,0 1,1-1,-1 1,1-1,-1 1,1-1,-1 1,-117 91,100-77,-16 14,0 1,3 2,-16 20,37-24,10-27,1-1,-1 1,0-1,1 1,-1-1,1 1,-1-1,1 1,-1-1,1 0,-1 1,1-1,-1 0,1 0,0 1,-1-1,1 0,-1 0,1 0,0 0,-1 1,1-1,0 0,-1 0,1-1,0 1,-1 0,1 0,-1 0,1 0,0 0,-1-1,1 1,-1 0,1 0,-1-1,1 1,0-1,-1 1,1 0,-1-1,1 1,46-33,-43 29,1 0,-1 0,1 1,-1-1,1 1,0 0,0 1,1-1,-1 1,0 0,1 0,-1 1,1 0,0 0,-1 0,4 0,204 38,-58-15,-155-22,0 0,1 1,-1-1,0 0,0 0,1 0,-1 1,0-1,1 0,-1 0,0 0,0 0,1 1,-1-1,0 0,1 0,-1 0,0 0,1 0,-1 0,0 0,1 0,-1 0,0 0,1 0,-1 0,0 0,0 0,1-1,-1 1,0 0,1 0,-1 0,0 0,1 0,-1-1,0 1,0 0,0 0,1-1,-1 1,0 0,0 0,0-1,1 1,-1 0,0 0,0-1,0 1,0 0,0-1,0 1,1 0,-1-1,0 1,0 0,0-1,0 1,0 0,0-1,-1 1,1 0,0-1,0 1,0 0,0 0,0-1,0 1,0 0,-1-1,-19-11,2 5,14 6,1 0,-1 0,1 0,-1 0,1-1,-1 1,1-1,0 0,0 0,0 0,0-1,0 1,1-1,-1 1,1-1,-1 0,1 0,0 0,0 0,0-1,-1-2,-37-147,29 117,-32-65,42 101,0 0,1 0,-1 0,0 0,0 0,1 1,-1-1,0 0,0 0,1 0,-1 1,0-1,1 0,-1 1,0-1,1 1,-1-1,1 1,-1-1,0 1,1-1,-1 1,1-1,0 1,-1 0,1-1,-1 1,1 0,0-1,0 1,-1 0,1 0,0-1,0 1,0 0,0 0,0-1,0 1,0 0,0 0,0-1,0 1,0 0,0-1,1 1,-1 0,0 0,0-1,1 1,-1 0,1-1,-1 1,0 3,-3 19,-1 1,-1-1,-1 0,-1-1,-1 1,-1-2,0 1,-2-1,-3 3,6-16,18-31,14-21,-2-2,-2 0,-3-1,-1-1,-11 37,-4 19,-3 20,-3-6,0 0,-1 0,-2 0,0-1,-1 0,-1-1,-1 0,-1 0,-1-1,-4 3,5-8,22-45,65-107,-75 138,0-1,0 1,0-1,0 1,0 0,0-1,1 1,-1 0,0-1,0 1,0 0,1-1,-1 1,0 0,1-1,-1 1,0 0,0 0,1-1,-1 1,0 0,1 0,-1 0,1 0,-1-1,0 1,1 0,-1 0,0 0,1 0,-1 0,1 0,-1 0,0 0,1 0,-1 0,1 0,-1 0,0 0,1 0,-1 1,0-1,1 0,-1 0,1 0,-1 1,0-1,1 0,-1 0,0 1,0-1,1 0,-1 0,0 1,0-1,1 0,-1 1,0-1,0 1,8 29,-4-11,-4-17,1 0,-1 0,1 0,0-1,0 1,0 0,0-1,0 1,0-1,0 1,1-1,-1 0,0 0,1 1,-1-1,1 0,-1 0,1 0,0 0,-1-1,1 1,0 0,0-1,0 1,-1-1,1 0,0 1,0-1,0 0,0 0,0 0,0-1,-1-1,-3-1</inkml:trace>
  <inkml:trace contextRef="#ctx0" brushRef="#br3" timeOffset="-155572.813">2731 4812,'0'0</inkml:trace>
  <inkml:trace contextRef="#ctx0" brushRef="#br0" timeOffset="-40531.444">1543 987,'17'7,"14"3,13-1,12-2,9-4,8-6,1-1,-3-3,-13 0</inkml:trace>
  <inkml:trace contextRef="#ctx0" brushRef="#br0" timeOffset="-38597.041">1830 2313,'-215'48,"215"-47,0-1,0 0,0 0,0 1,0-1,0 0,1 1,-1-1,0 0,0 0,0 1,0-1,0 0,0 1,0-1,0 0,0 1,-1-1,1 0,0 0,0 1,0-1,0 0,0 1,0-1,-1 0,1 0,0 1,0-1,0 0,-1 0,1 0,0 1,0-1,-1 0,1 0,0 0,0 0,-1 1,1-1,0 0,-1 0,1 0,0 0,0 0,-1 0,1 0,0 0,-1 0,1 0,-1 0,32 5,48-3,1-3,59-10,0 1,-32 6,-69 3</inkml:trace>
  <inkml:trace contextRef="#ctx0" brushRef="#br0" timeOffset="-37531.117">3073 1998,'-28'14,"0"2,2 1,0 1,0 1,2 1,0 1,2 2,0 0,2 1,0 1,2 1,1 0,1 2,-4 10,15-26,0 1,1-1,0 0,1 1,1 0,0 0,1-1,0 14,1-22,0 0,0 0,0 0,1 0,0-1,0 1,0 0,0 0,1-1,-1 1,1-1,0 1,0-1,0 0,0 0,1 0,-1 0,1 0,0 0,0-1,0 0,0 1,0-1,1 0,-1 0,1-1,-1 1,1-1,-1 1,1-1,3 0,0 0,0 0,0-1,0 0,0 0,0-1,0 0,0 0,0-1,0 1,0-2,-1 1,1-1,-1 0,1 0,-1 0,0-1,1-1,91-83,-71 57,-2-1,-1-1,-1-1,-2 0,-2-2,-1-1,-2 0,-1-1,-2 0,-2-1,2-18,-11 46,0-1,-1 0,-1 0,0 0,-1 0,0 0,0 0,-2-3,2 12,0 0,0-1,0 1,0 0,0 0,-1-1,1 1,-1 0,0 0,0 1,0-1,0 0,-1 1,1-1,-1 1,1 0,-1 0,0 0,0 0,0 0,0 1,0-1,0 1,-1 0,1 0,0 0,-1 0,1 1,0-1,-3 1,-4 1,-1 1,0 1,1 0,0 0,0 1,0 0,0 1,0 0,1 0,0 1,0 0,0 1,1 0,0 0,1 1,-1 0,2 0,-1 1,1 0,0 0,1 0,0 1,-1 2,0 1,-1 0,2 1,0-1,1 1,0 0,1 0,0 0,1 1,1-1,0 1,1-1,1 1,0-1,1 0,1 1,0-1,1 0,0 0,1-1,1 1,0-1,0 0,2-1,0 0,0 0,8 8,4 1,1 0,1-2,1-1,0 0,1-2,1-1,1-1,0-1,1-1,1-1,4 0</inkml:trace>
  <inkml:trace contextRef="#ctx0" brushRef="#br0" timeOffset="-36884.979">3442 2244,'-11'35,"1"2,2-1,2 1,2 1,0 28,4-104,2 0,2 0,1 0,2 0,2 1,1 0,2 1,12-25,-23 57,0 0,0 0,0 1,1-1,-1 0,1 1,0-1,0 1,0 0,1-1,-1 1,1 0,0 0,-1 1,1-1,0 1,1-1,-1 1,0 0,1 0,-1 0,1 1,0-1,-1 1,1 0,0 0,0 0,0 1,0-1,0 1,0 0,0 0,0 0,0 1,0-1,-1 1,1 0,1 0,0 2,0 0,0-1,0 2,-1-1,1 0,-1 1,0 0,0 0,0 0,-1 1,1-1,-1 1,0 0,0 0,-1 0,0 0,1 0,-2 0,1 1,-1-1,0 1,0-1,0 1,-1 0,1-1,-2 1,1 0,0-1,-1 1,0-1,-1 1,1-1,-1 1,0-1,-1 2,-6 5,0-1,-1 0,0 0,0-1,-1-1,-1 0,1 0,-9 4,87-20,-58 6,1 1,0 0,-1 0,1 1,0 0,-1 0,1 1,-1 0,1 1,-1 0,0 1,0 0,-1 0,1 1,-1 0,0 0,0 1,0 0,-1 1,0 0,-1 0,1 0,-1 1,0-1,-1 1,0 1,0-1,3 10,-8-14,1 1,-1 0,1 0,-2 0,1-1,0 1,-1 0,0 0,0-1,0 1,-1 0,1-1,-1 0,0 1,-1-1,1 0,-1 0,1 0,-1 0,-1-1,1 1,0-1,-1 1,0-1,1-1,-1 1,0 0,-3 1,-2 1,-1 0,1-1,-1 0,0 0,0-1,0 0,0-1,0 0,-1-1,1 0,-1 0,-8-1,-25-13,31 3</inkml:trace>
  <inkml:trace contextRef="#ctx0" brushRef="#br0" timeOffset="-39682.709">3114 742,'-25'19,"1"1,0 1,2 1,0 1,2 0,0 2,2 1,0 0,2 1,1 1,2 1,0 0,9-22,0 0,0 0,1 1,0 0,1 0,-1-1,1 1,1 1,0-1,0 0,0 0,1 0,0 1,1-1,0 0,0 0,1 0,0 0,2 6,-2-11,0-1,0 0,0 0,0-1,1 1,-1 0,0-1,1 1,-1-1,1 0,-1 0,1 0,0 0,-1 0,1-1,0 1,0-1,-1 0,1 1,0-1,0-1,0 1,-1 0,1-1,0 1,0-1,-1 0,1 0,0 0,-1 0,1-1,76-48,-57 26,0-1,-2-2,-1 0,-1-1,-1 0,-2-2,-1 0,-1 0,-2-2,-1 1,-1-1,-2 0,-1-1,-2 0,0-6,-2 24,0 0,0 0,-1 0,-1 0,-1 0,0 1,-1-1,-1 0,0 0,-1 1,0-1,-1 1,-1 0,-3-5,6 16,0 0,1 0,-1 0,0 1,0-1,0 1,0 0,-1 0,1 0,-1 0,1 1,-1-1,0 1,1 0,-1 0,0 0,0 1,0-1,0 1,0 0,1 0,-1 0,0 1,0 0,0-1,0 1,1 0,-1 1,0-1,1 1,-1-1,1 1,-1 0,1 1,0-1,0 0,0 1,0 0,1-1,-1 1,1 0,-1 1,1-1,0 0,0 1,-1 2,-4 7,1-1,0 1,1 0,0 1,1-1,0 1,1 0,1 0,0 0,1 0,0 0,2 0,-1 0,3 11,2 6,1 0,2 0,1-1,1 0,1-1,4 3,26 55,-9-21,-3 2,10 40,8 45,-47-152,0 0,0 0,1 0,-1-1,0 1,1 0,-1 0,0-1,1 1,-1 0,1-1,0 1,-1-1,1 1,-1 0,1-1,0 1,-1-1,1 0,0 1,0-1,-1 0,1 1,0-1,0 0,-1 0,1 1,0-1,0 0,0 0,0 0,-1 0,1 0,0 0,0-1,0 1,-1 0,1 0,0 0,0-1,0 1,-1 0,1-1,0 1,-1-1,1 1,0-1,-1 1,1-1,-1 1,1-1,-1 0,1 1,-1-1,1 0,-1 0,12-15</inkml:trace>
  <inkml:trace contextRef="#ctx0" brushRef="#br0" timeOffset="-39210.971">3428 1015,'0'33,"-1"23,2 0,3-1,2 1,5 9,-2-42,-9-22,0-1,1 0,-1 0,0 0,1 0,-1 1,0-1,1 0,-1 0,0 0,1 0,-1 0,0 0,1 0,-1 0,0 0,1 0,-1 0,0 0,1 0,-1 0,0 0,1 0,-1 0,0-1,1 1,-1 0,0 0,1 0,-1-1,0 1,0 0,1 0,-1-1,0 1,0 0,1 0,-1-1,0 1,0 0,0-1,0 1,0 0,1-1,-1 1,0 0,0-1,0 1,0 0,0-1,0 1,0 0,0-1,0 1,0 0,0-1,0 1,0 0,-1-1,1 1,0 0,0-1,0 1,0 0,5-27,-1 0,-1 0,-2-1,0 1,-2 0,-1-4,-37-169,41 178,24 37,20 16,-20-15,-1 1,0 1,-2 1,0 1,-1 1,-1 1,-1 1,15 22,-31-40,0 1,-1 0,1 0,-1 0,-1 0,1 0,-1 1,0-1,0 1,-1-1,0 1,0 0,-1 0,0-1,0 1,0 0,-1 0,0 0,0-1,-1 1,0-1,0 1,0-1,-1 0,0 0,0 0,-1 0,1 0,-1-1,-1 1,-2 2,-11 6,-1 0,-1-1,0-1,-1-1,0 0,0-2,-1-1,-11 3,-19 6</inkml:trace>
  <inkml:trace contextRef="#ctx0" brushRef="#br3" timeOffset="-150360.666">4207 414,'-187'-49,"-62"3,-92-36,255 58,-2 4,0 4,-1 3,-41 2,-323 12,335 10,1 5,0 5,1 5,2 5,-42 20,31-11,3 6,-16 13,95-39,1 3,1 1,2 2,0 2,2 1,1 2,-20 23,16-6,2 2,2 1,2 1,3 2,2 2,3 0,2 2,2 1,4 0,1 1,4 1,2 1,3 0,2 0,3 4,-2 100,11 97,5-177,4 0,3-1,5-1,3-1,3-2,5 0,2-2,4-2,3-2,38 48,-43-58,4-2,2-2,3-2,2-1,3-3,44 35,-58-62,0-3,2-1,1-1,1-3,0-1,1-3,1-1,1-2,38 5,154 17,1-11,1-10,47-10,-267-4,50 1,41 4,1-5,0-5,0-5,-1-5,34-12,-40-4,-1-5,-2-4,-2-4,-2-5,-2-4,-3-4,-2-4,-3-4,47-48,-65 49,-4-2,-2-3,-4-3,-2-3,-4-1,-4-3,-3-3,-3-1,-5-1,-2-3,21-84,-32 55,-4 0,-5-2,-6 0,-4-20,-4 105,-1 1,-1 0,-2 0,-2 0,0 0,-2 0,-2 0,-1 1,-4-8,-160-281,-16-16,-9 36,187 285,-1 0,-1 1,0 1,-1 0,0 0,-1 2,-1 0,1 0,-2 2,1 0,-1 0,-1 2,1 0,-1 1,-5 0,-43-7,0 3,0 2,-1 4,0 2,-52 6,66 1,1 2,0 3,0 1,1 3,0 2,1 3,2 1,-41 24,33-14</inkml:trace>
  <inkml:trace contextRef="#ctx0" brushRef="#br3" timeOffset="-144344.82">11840 892,'-14'44,"1"0,3 1,1 0,3 1,0 10,4-39,-15 214,12-129,-5 0,-21 94,21-160,9-36,1 0,0-1,0 1,0 0,-1-1,1 1,0 0,0 0,-1 0,1-1,0 1,-1 0,1 0,0 0,0 0,-1-1,1 1,0 0,-1 0,1 0,-1 0,1 0,0 0,-1 0,1 0,0 0,-1 0,1 0,0 0,-1 0,1 1,0-1,-1 0,1 0,0 0,0 0,-1 0,1 1,0-1,-1 0,1 0,0 1,0-1,-1 0,1 0,0 1,0-1,-7-171,8 112,2-386,-3 422,-1 7,2-1,0 1,0 0,2 0,0 0,0 0,3-3,-5 17,-1 0,1 0,0 0,1 0,-1 0,0 0,0 0,1 1,-1-1,1 0,0 1,-1-1,1 1,0 0,0-1,0 1,0 0,0 0,0 0,0 1,0-1,1 0,-1 1,0-1,0 1,1 0,-1 0,0 0,0 0,1 0,-1 0,0 1,1-1,72 27,-70-25,3 1,-1 1,1-1,-1 1,0 1,0-1,0 1,-1 1,1-1,-1 1,-1 0,1 0,-1 1,0 0,0 0,1 3,-6-8,1 1,0 0,-1-1,0 1,0-1,0 1,0 0,0-1,0 1,-1 0,1-1,-1 1,0-1,1 1,-1-1,-1 1,1-1,0 0,0 1,-1-1,0 0,1 0,-1 0,0 0,0 0,0-1,0 1,0 0,-1 0,-69 38,62-35,-1 0,0-1,0-1,-1 0,1 0,-1-1,1 0,-1-1,-9 0,20-2,1 1,0 0,0 0,-1 0,1 0,0-1,0 1,0 0,-1 0,1-1,0 1,0 0,0 0,-1-1,1 1,0 0,0-1,0 1,0 0,0 0,0-1,0 1,0 0,0-1,0 1,0 0,0-1,0 1,0 0,0-1,0 1,0 0,0 0,0-1,0 1,1 0,-1-1,0 1,0 0,0 0,0-1,1 1,-1 0,0 0,0 0,1-1,-1 1,0 0,0 0,1 0,-1 0,0-1,0 1,1 0,-1 0,0 0,1 0,-1 0,0 0,1 0,-1 0,0 0,1 0,-1 0,0 0,0 0,1 0,-1 0,0 0,26-10,1 0,-1 1,2 2,-1 1,1 1,-1 1,1 2,23 0,-31 1,-6 0,1 0,-1 0,0 1,0 1,1 1,-1 0,11 3,55 65,-75-68,0-1,1-1,-1 1,1-1,-1 0,1 0,-1-1,1 1,-1-1,1-1,-1 1,0-1,1 0,-1 0,0 0,0-1,-1 1,1-1,0-1,-1 1,0 0,0-1,0 0,0 0,-1 0,1-1,-1 1,0-1,0 0,-1 0,0 0,1 0,-2 0,1 0,0-1,-1 1,0 0,-1-1,1 1,-1-1,0 0,0 1,-1-1,1 1,-1 0,-1-1,1 1,-1 0,-1-4,0 3,-1-1,0 1,0-1,-1 1,0 1,0-1,0 1,-1-1,1 1,-1 1,0-1,-1 1,1 1,-1-1,0 1,0 0,0 0,0 1,0 0,-1 0,1 1,-1 0,1 0,-1 1,1 0,-1 0,1 1,-1-1,-7 3,14-2,-1-1,1 0,-1 1,0-1,1 1,-1-1,1 1,-1 0,1 0,0 0,-1 0,1 0,0 0,-1 0,1 0,0 0,0 1,0-1,0 0,0 1,0-1,1 1,-1-1,0 1,1-1,-1 1,1-1,0 1,-1 0,1-1,0 1,0 0,0-1,0 1,0 0,0-1,1 1,-1-1,0 1,1 0,0-1,-1 1,1-1,0 1,0-1,-1 0,1 1,0-1,0 0,1 1,-1-1,0 0,0 0,1 0,-1 0,0 0,1 0,-1-1,1 1,14 5,0-2,0 0,1 0,-1-2,1 0,-1 0,1-2,16-1,-29 1,204-13,-207 12,0 1,1 0,-1-1,0 1,1 0,-1 0,0 0,1 0,-1 0,0 0,1 1,-1-1,0 0,1 1,-1-1,0 1,0-1,1 1,-1 0,0 0,0-1,0 1,0 0,0 0,0 0,0 0,0 0,0 0,-1 0,1 0,0 1,-1-1,1 0,0 0,-1 1,0-1,1 0,-1 1,0-1,0 0,0 1,0-1,0 1,6 115,-5-116,-1 1,1 0,-1-1,1 1,0-1,0 1,0-1,-1 1,1-1,1 1,-1-1,0 0,0 0,0 0,1 0,-1 0,1 0,-1 0,1 0,-1 0,1 0,-1-1,1 1,0-1,-1 1,1-1,0 0,-1 0,1 1,0-1,0-1,-1 1,1 0,0 0,-1 0,1-1,0 1,-1-1,1 0,0 1,-1-1,63-39,14-63,-68 87,-9 16,-1 0,1 0,-1 0,0 0,1 0,-1 0,0 0,1 0,-1 0,1 0,-1 0,0 0,1 0,-1 0,0 0,1 1,-1-1,0 0,1 0,-1 0,0 1,0-1,1 0,-1 0,0 1,0-1,1 0,-1 1,0-1,0 0,0 1,1-1,-1 0,0 1,0-1,0 0,0 1,0-1,0 1,0-1,0 0,0 1,0-1,0 0,0 1,0-1,0 1,0-1,0 0,-1 1,1-1,0 0,0 1,0-1,-1 0,1 1,0-1,0 0,-1 0,1 1,0-1,0 0,-1 0,1 1,0-1,-1 0,1 0,-1 3,0 3,1 0,-1 1,1-1,0 0,0 0,0 0,1 0,0 0,0 0,1 0,0 0,0 0,0-1,1 1,-1-1,1 1,1-1,-1 0,1 0,0 0,0-1,5 5,3-2,1-1,0 0,1 0,0-1,0-1,0 0,0-1,0-1,1 0,-1-1,1 0,0-1,-1-1,1 0,-1-1,0-1,1 0,-1-1,0-1,-1 0,10-5,-14 7,0 0,0-1,-1-1,1 1,-1-1,0 0,-1-1,1 0,-1 0,0-1,-1 0,1 0,-1-1,-1 1,1-1,-2 0,1-1,-1 1,0-1,-3 7,0-1,-1 1,1 0,-1 0,0 0,0-1,0 1,0 0,0 0,0-1,0 1,-1 0,1 0,-1 0,1 0,-1-1,0 1,0 0,0 0,0 1,-1-1,1 0,0 0,-1 0,1 1,-1-1,1 1,-1-1,0 1,0 0,0-1,0 1,0 0,0 0,0 1,0-1,0 0,0 1,-2-1,-5-1,0 1,1-1,-1 2,0-1,0 1,0 1,1 0,-1 0,-7 2,11-2,-1 0,1 0,-1 1,1 0,0 0,0 0,0 1,0 0,0-1,0 2,1-1,0 1,-1-1,1 1,1 0,-1 1,0-1,1 0,0 1,0 0,1 0,-1 0,1 0,0 0,0 1,1-1,-1 1,1-1,0 1,1-1,0 1,0-1,0 2,1-4,0 1,0-1,1 0,-1 0,1 0,0 0,0 0,0 0,1 0,-1-1,0 1,1-1,0 0,-1 0,1 0,0 0,0 0,0 0,1-1,-1 0,0 1,1-1,-1 0,0-1,3 1,4 1,-1-1,0 0,1 0,-1-1,1 0,-1-1,0 0,1-1,0 0,2-2,0 0,0 0,0-2,0 1,-1-1,0-1,-1 0,1-1,-1 0,-1 0,0-1,0 0,0-1,-1 0,-1 0,0-1,0 0,0-3,6-12,-2 0,-1 0,-1-1,-1 0,-2 0,0-1,0-23,2-38,-4 0,-5-32,-10 58,2 66,-23 73,9 2,3 1,3 0,-5 77,20-130,1-1,0 1,2 0,1-1,3 14,-4-32,1 0,0 1,0-1,0 0,1 0,0 0,0-1,0 1,1-1,0 1,1-1,-1 0,1-1,0 1,1-1,-1 0,1 0,0-1,0 0,6 3,-6-4,0-1,0 0,0 0,0-1,0 0,0 0,1 0,-1-1,0 0,0 0,1-1,-1 1,0-1,0-1,0 1,0-1,0 0,0 0,-1-1,1 0,0 0,-1 0,0-1,0 1,0-1,0 0,-1-1,2-1,6-7,0-1,0 0,-2-1,0 0,0 0,-2-1,0-1,-1 1,2-7,-5 14,-1-1,0 0,0 0,-1 0,-1 0,1 0,-2-1,1 1,-1-2,0 11,0 1,0-1,0 0,0 1,0-1,0 0,0 1,0-1,0 0,0 1,0-1,-1 1,1-1,0 0,0 1,-1-1,1 0,0 1,-1-1,1 1,0-1,-1 1,1-1,-1 1,1-1,-1 1,1 0,-1-1,1 1,-1 0,0-1,1 1,-1 0,0 0,1-1,-1 1,1 0,-1 0,0 0,1 0,-1 0,0 0,1 0,-1 0,0 0,1 0,-1 0,0 1,-27 21,21-13,-1 1,2 0,0 0,0 1,1 0,0 0,1 0,0 1,1 0,0-1,-1 9,3-13,0 0,1 0,-1-1,1 1,1 0,-1 0,1 0,0-1,1 1,0 0,0-1,0 1,1-1,-1 0,2 0,-1 0,1 0,0-1,0 1,0-1,2 2,-2-3,-1 0,1-1,0 1,0-1,1 1,-1-1,1-1,-1 1,1 0,0-1,0 0,0 0,0-1,0 0,1 1,-1-2,0 1,0-1,1 1,-1-1,1-1,-1 1,0-1,1 0,-1 0,0-1,0 1,0-1,0 0,0-1,0 1,-1-1,1 0,-1 0,0 0,0-1,0 1,0-1,0 0,1-3,2-11,0 1,-1-2,-1 1,-1 0,0-1,-2 0,0 0,-1 0,-1 0,-1-15,1-11,-1 44,1 0,-1 0,1 0,0-1,0 1,0 0,0 0,-1 0,1 0,1-1,-1 1,0 0,0 0,0 0,1-1,-1 1,0 0,1 0,-1 0,1 0,0 0,-1 0,1 0,0 0,-1 0,1 0,0 0,0 1,0-1,0 0,0 1,0-1,0 0,0 1,0-1,0 1,0-1,0 1,0 0,1 0,-1-1,0 1,0 0,0 0,0 0,1 0,-1 0,0 0,0 1,1-1,12 3,-1 1,0 0,0 1,0 1,-1 0,1 0,-1 1,-1 1,8 6,-16-10,0 0,0 1,-1 0,1-1,-1 1,-1 0,1 0,-1 0,1 0,-1 1,-1-1,1 0,-1 0,0 1,0-1,-1 0,1 0,-1 1,0-1,0 0,-1 0,0 0,0 1,-4 22,5-23,-6 93,7-95,0 1,1-1,-1 1,1-1,0 1,0-1,1 0,-1 0,0 1,1-1,0 0,0 0,0-1,0 1,0 0,1-1,-1 1,1-1,0 0,0 0,-1 0,1 0,1 0,-1 0,0-1,1 1,5 0,-1 0,1-1,0 0,0-1,0 1,0-2,-1 1,1-1,0 0,0-1,-1 0,1-1,-1 0,0 0,0 0,0-1,0-1,0 1,-1-1,0 0,0-1,0 0,-1 0,0 0,0-1,0 0,-1 0,0 0,-1-1,1 0,-2 0,1 0,-1 0,0 0,0-1,-1-2,0 5,0 0,-1 0,1 0,-1 0,-1 0,1 0,-1 0,0 0,0 0,-1 0,0 0,0 0,-1 0,1 0,-1 0,0 0,-1 0,1 1,-3-4,4 8,0 1,1-1,-1 0,0 1,0-1,0 1,1-1,-1 1,0-1,0 1,0 0,0-1,0 1,0 0,0 0,0-1,0 1,0 0,0 0,0 0,0 0,1 0,-1 1,0-1,0 0,0 0,0 1,0-1,0 0,0 1,0-1,0 1,1-1,-1 1,0 0,0-1,1 1,-1 0,0-1,1 1,-1 0,1 0,-1-1,0 2,-21 40,19-30,0 0,0 0,1 0,1 0,0 0,1 0,0 1,0-1,2 0,0 0,0 0,1 0,0 0,1-1,0 1,1-1,9 17,1 0,1-1,1-1,1-1,15 15,-9-11</inkml:trace>
  <inkml:trace contextRef="#ctx0" brushRef="#br3" timeOffset="-141141.509">11266 2012,'0'0,"0"-1,-1 0,1 1,0-1,0 0,0 0,0 1,-1-1,1 0,0 0,0 1,1-1,-1 0,0 1,0-1,0 0,0 0,1 1,-1-1,0 0,0 1,1-1,-1 0,1 1,-1-1,1 1,-1-1,1 1,-1-1,1 1,-1-1,1 1,0-1,-1 1,1 0,-1-1,1 1,0 0,0 0,-1-1,1 1,0 0,-1 0,1 0,0 0,0 0,-1 0,1 0,0 0,0 0,-1 0,1 0,0 1,-1-1,1 0,6 15,0-1,-2 1,0 0,0 1,-2-1,2 11,13 46,-15-62,1 0,0 0,1-1,0 0,0 1,1-2,0 1,8 7,-12-13,1-1,-1 1,1-1,0 0,0 0,0 0,0 0,0 0,0-1,0 0,1 1,-1-1,0 0,1-1,-1 1,1 0,-1-1,1 0,-1 0,1 0,0 0,-1-1,1 1,-1-1,0 0,1 0,-1 0,1-1,6-4,0-1,0 0,-1 0,0-1,0 0,-1-1,0 0,-1 0,0-1,0 1,-1-2,-1 1,1-1,-2 1,1-1,-1-1,-1 1,0-1,-1 1,0-1,-1 0,0 0,-1 0,-5-22,4 34,1 0,-1-1,1 1,-1 0,1 0,-1-1,1 1,-1 0,1 0,-1 0,0-1,1 1,-1 0,1 0,-1 0,1 0,-1 0,1 0,-1 0,0 0,1 1,-1-1,1 0,-1 0,1 0,-1 1,1-1,-1 0,1 0,-1 1,1-1,-1 0,1 1,0-1,-1 1,1-1,-1 1,1-1,0 0,0 1,-1-1,1 1,0-1,0 1,-1 0,1-1,0 1,0-1,0 1,0-1,0 1,0-1,0 1,0 0,-3 4,0 1,0 0,0 0,1 0,0 0,0 0,0 0,1 1,0-1,0 0,1 1,-1-1,2 1,-1-1,1 1,0-1,0 0,0 1,1-1,0 0,0 0,1 0,0 0,0-1,0 1,1-1,0 1,0-1,0-1,0 1,1 0,0-1,0 0,3 2,-2-2,1-1,1 0,-1 0,0 0,1-1,0 0,-1-1,1 1,0-2,0 1,0-1,-1 0,1-1,0 1,0-2,0 1,-1-1,1 0,-1-1,1 1,-1-2,0 1,0-1,-1 0,7-5,-5 3,0 0,0-1,-1 0,0 0,0-1,-1 1,1-2,-2 1,1-1,-2 0,1 0,-1 0,0-1,-1 1,0-1,-1 0,0 0,0 0,0-8,-3 2,-9 41,10-19,1 1,-1 0,1-1,1 1,-1-1,1 1,0-1,1 0,-1 0,1 0,1 0,-1 0,1 0,0-1,0 0,0 0,1 0,0 0,0-1,0 0,0 0,1 0,0-1,6 3,1 1,1 0,0-2,0 0,0 0,1-2,0 0,-1 0,1-1,0-1,12-1,-15 0,1-1,-1-1,0 0,0 0,0-1,-1-1,1 0,-1 0,1-2,0 0,-8 4,0-1,0 1,0-1,0 0,-1 0,1-1,-1 1,1-1,-1 1,0-1,-1 0,1 0,-1-1,0 1,0-1,0 1,0-1,-1 1,0-1,0 0,0 0,0 1,-1-1,0 0,0 0,0-3,-1 5,1-1,-1 1,0-1,0 1,0-1,0 1,-1-1,1 1,-1 0,0 0,0 0,0 0,0 0,0 0,-1 1,0-1,1 1,-1-1,0 1,0 0,0 0,0 1,0-1,-1 0,1 1,-1 0,1 0,-1 0,1 0,-1 1,1-1,-1 1,0 0,1 0,-1 0,1 0,-1 1,0 0,1 0,-1 0,1 0,0 0,-1 0,1 1,0 0,-2 0,-1 2,0 0,0 0,0 1,1 0,-1 0,1 0,0 0,1 1,-1 0,1 0,0 0,1 1,-1-1,1 1,1 0,-1 0,1 0,0 0,1 0,0 0,0 0,0 1,1-1,0 0,1 2,0-6,0 0,1-1,-1 1,1 0,0-1,0 1,0-1,0 0,1 0,-1 0,0 0,1 0,0 0,-1-1,1 1,0-1,0 0,0 1,0-1,0-1,0 1,0 0,0-1,0 0,0 1,0-1,1 0,85-11,58-57,-146 67,0 1,-1-1,1 1,0 0,-1-1,1 1,0 0,0-1,-1 1,1 0,0 0,0 0,-1-1,1 1,0 0,0 0,0 0,-1 0,1 0,0 1,0-1,0 0,-1 0,1 0,0 1,0-1,-1 0,1 1,0-1,-1 1,1-1,0 1,-1-1,1 1,-1-1,1 1,-1 0,1-1,-1 1,1 0,-1-1,0 1,1 0,2 37,-3-25,-1-10,1 0,0 0,0-1,1 1,-1 0,1 0,-1 0,1 0,0 0,0 0,0-1,0 1,1-1,-1 1,1 0,0-1,-1 0,1 0,0 1,0-1,1 0,-1 0,0-1,1 1,-1 0,1-1,-1 0,1 1,0-1,-1 0,1 0,0-1,0 1,0-1,0 1,0-1,0 0,0 0,0 0,-1 0,1-1,0 1,2-1,1-3,0 0,1 0,-1 0,-1-1,1 1,-1-2,1 1,-2 0,1-1,0 0,-1 0,0-1,-1 1,0-1,0 0,0 1,0-1,-1-1,0 1,-1 0,0 0,0-5,2-3,0 0,-2 0,0 0,0 1,-2-1,0 0,0 0,-2 0,0 0,0 1,-1 0,-6-13,-14-3,40 44,125 19,-116-30,-1 1,1 1,-1 2,-1 0,6 3,-25-8,0 0,0 0,0 0,0 1,-1 0,1-1,-1 1,0 0,0 1,0-1,0 0,0 1,-1 0,1 0,-1 0,0 0,0 0,-1 0,1 0,-1 0,0 1,0-1,0 1,-1-1,1 0,-1 1,0-1,-1 4,1 5,-1-9,0 1,0-1,1 0,0 1,-1-1,1 0,1 1,-1-1,1 0,0 1,0-1,0 0,0 0,1 0,-1 0,1 0,0 0,1 0,-1 0,1-1,-1 1,1-1,0 0,0 0,0 0,1 0,-1-1,1 1,0-1,1 1,6-2,0 0,0 0,0-1,0-1,0 0,-1 0,1-1,0 0,-1-1,1-1,-1 1,0-1,0-1,0 0,-1-1,1 0,-1 0,-1-1,1 0,-1 0,3-5,-1 4,-1-1,0-1,0 1,-1-2,-1 1,0-1,0 0,-1 0,0-1,-1 0,-1 0,1 0,-2-1,0 1,-1-1,0 0,0 0,-2 0,0-8,0 19,0 0,0 0,0 0,0 1,-1-1,1 0,-1 0,0 0,1 1,-1-1,0 0,0 1,0-1,0 1,0-1,-1 1,1 0,0-1,-1 1,1 0,0 0,-1 0,0 0,1 0,-1 0,0 0,1 1,-1-1,0 0,0 1,1 0,-1-1,0 1,0 0,0 0,0 0,0 0,1 0,-1 1,0-1,0 0,0 1,1-1,-1 1,0 0,0 0,1 0,-1 0,0 0,-4 2,1 1,0-1,0 1,1 0,-1 0,1 1,0-1,0 1,0 0,1 0,-1 0,1 0,1 1,-1 0,1-1,0 1,0 0,0 0,1 0,0 0,0 0,1 0,0 0,0 0,0 1,1-1,-1 0,2 0,-1 0,1 0,-1 0,2-1,-1 1,1 0,0-1,0 0,0 0,1 1,8 5,1 0,0-1,1-1,0 0,0-1,1-1,0 0,0-1,0 0,1-1,0-1,0-1,1 0,12 0,37 6</inkml:trace>
  <inkml:trace contextRef="#ctx0" brushRef="#br3" timeOffset="-146646.298">9054 1070,'-51'-67,"49"65,1 1,-1-1,0 1,1-1,-1 1,0 0,0 0,0 0,0 0,0 0,0 0,0 1,-1-1,1 1,0-1,0 1,0 0,-1 0,1 0,0 0,0 0,-1 0,1 1,0-1,0 1,0-1,0 1,0 0,0 0,0 0,0 0,0 0,0 1,0-1,0 1,-5 7,0 0,0 0,1 0,1 1,0 0,0 0,1 0,0 1,1 0,0-1,0 1,1 0,1 0,0 0,0 1,1 0,0-9,-1 1,1-1,0 1,0-1,0 1,0-1,0 1,1-1,0 1,0-1,0 1,0-1,0 0,0 0,1 1,0-1,0 0,0 0,0-1,0 1,0 0,1-1,-1 1,1-1,0 0,0 0,-1 0,2 0,-1 0,0-1,0 1,0-1,1 0,-1 0,0 0,1-1,-1 1,1-1,-1 0,1 0,-1 0,1 0,-1 0,1-1,-1 0,2 0,5-5,0 0,-1-1,0-1,0 0,-1 0,0 0,0-1,-1 0,0-1,0 1,-1-1,-1-1,0 1,0-1,-1 0,0 0,-1 0,0-1,-1 1,0-5,4 15,-2 16,-3-11,5 24,1 1,2-1,1-1,1 0,1 0,2-1,0 0,4 2,-17-26,0 0,1 1,-1-1,0 0,1 0,0 0,-1 0,1 0,0 0,0-1,0 1,0 0,0-1,0 0,1 1,-1-1,0 0,1 0,-1 0,1-1,-1 1,1-1,-1 1,1-1,-1 0,1 0,0 0,-1 0,1 0,-1-1,1 1,-1-1,1 1,-1-1,1 0,-1 0,1 0,-1-1,0 1,0 0,0-1,0 0,0 1,1-2,7-13,-1-2,0 1,-2-1,0 0,0 0,-2-1,-1 0,0 0,-1 0,-1-7,19-164,-21 190,1 0,-1 0,0 0,0 0,0 0,0 0,0 0,1 0,-1 1,0-1,0 0,0 0,0 0,1 0,-1 0,0 0,0 0,0 0,0 0,1 0,-1 0,0 0,0 0,0 0,0-1,1 1,-1 0,0 0,0 0,0 0,0 0,0 0,1 0,-1 0,0 0,0-1,0 1,0 0,0 0,0 0,0 0,0 0,1-1,-1 1,0 0,0 0,0 0,0 0,0-1,0 1,7 21,-5-16,2 3,-1-1,2 0,-1-1,1 1,0-1,0 1,1-2,-1 1,1 0,1-1,-1 0,1-1,0 0,0 0,0 0,1-1,-1 0,1 0,0-1,-1 0,1 0,0-1,0 0,0 0,1-1,0 0,9 0,-15 0,-1-1,1 1,-1-1,1 1,0 0,-1 0,1 0,-1 0,1 0,0 0,-1 1,1 0,-1-1,1 1,-1 0,0 0,1 0,-1 0,0 1,0-1,1 1,-1-1,0 1,-1 0,1 0,0 0,0 0,-1 0,1 0,-1 0,1 2,-27 124,23-122,0 1,0 0,0 0,1 0,0 0,0 0,1 0,0 0,0 0,1 0,0 0,0 0,0-1,1 1,0 0,0 0,1-1,0 1,0-1,1 0,-1 0,1 0,1-1,-1 1,1-1,0 0,0 0,0-1,1 1,0-1,3 0,-1-1,1-1,0 0,0 0,0 0,0-1,0 0,0-1,0 0,0-1,0 1,0-2,0 1,0-1,0-1,0 0,-1 0,1-1,-1 1,0-2,0 1,3-4,3-2,0 0,-1 0,-1-2,0 1,0-2,-1 1,-1-2,0 1,-1-1,0-1,5-13,-6 9,-1 0,-1 0,-1 0,-1-1,0 1,-2-1,0 0,-1-5,-10-16,8 41,1 0,-1 0,0 0,0 1,0-1,1 0,-1 0,0 1,0-1,0 0,1 1,-1-1,0 1,1-1,-1 1,0-1,1 1,-1 0,1-1,-1 1,1 0,-1-1,1 1,-1 0,1 0,0-1,-1 1,1 0,0 0,0 0,0 0,0-1,-1 2,-2 6,0 0,0 0,1 0,0 1,1-1,0 1,0-1,0 1,1-1,1 1,-1-1,1 1,1-1,-1 1,2-1,-1 0,1 0,0 0,1 0,0 0,0-1,0 1,1-1,1-1,-1 1,1-1,0 1,2 0,11 4,1-2,1 0,0-1,0-1,0-1,1-1,-1-1,1-1,0-1,1-1,-1 0,17-3,64-2,-6-4</inkml:trace>
  <inkml:trace contextRef="#ctx0" brushRef="#br3" timeOffset="-142724.787">8836 1984,'4'-8,"0"-1,0 0,1 1,0 0,0 0,1 0,0 1,0 0,1 0,0 1,0-1,0 1,1 1,0 0,0 0,0 0,1 1,0 0,0 1,0 0,3 0,-9 1,1 1,0 0,1 0,-1 1,0-1,0 1,0 0,0 0,0 1,0-1,0 1,0 0,0 0,0 0,0 0,0 1,0-1,-1 1,1 0,0 0,-1 1,0-1,0 1,1 0,-1-1,-1 1,1 1,0-1,-1 0,0 1,0-1,0 1,0-1,0 1,3 11,-1-1,-1 1,0 0,-1 0,0 0,-2 0,1 0,-2 3,9 83,-8-100,0 1,1 0,-1-1,0 1,1 0,-1-1,1 1,0-1,-1 1,1-1,0 1,0-1,0 0,0 1,0-1,1 0,-1 0,0 0,0 0,1 0,-1 0,1 0,-1 0,1 0,-1-1,1 1,-1 0,1-1,0 0,-1 1,1-1,0 0,-1 0,1 0,0 0,-1 0,1 0,0 0,-1-1,1 1,0-1,-1 1,1-1,-1 0,1 0,12-6,-1 0,0-1,-1-1,0 0,0 0,-1-1,-1-1,1 0,-2-1,1 1,-2-2,0 1,0-1,-1-1,4-11,-7 17,0 1,-1-1,0 0,-1 0,0-1,0 1,-1 0,0-1,0-7,-1 16,0 0,0 1,0-1,0 0,0 0,0 0,-1 0,1 1,0-1,0 0,0 0,0 0,-1 0,1 0,0 1,0-1,0 0,0 0,-1 0,1 0,0 0,0 0,-1 0,1 0,0 0,0 0,0 0,-1 0,1 0,0 0,0 0,-1 0,1 0,0 0,0 0,0 0,-1 0,1 0,0 0,0-1,0 1,0 0,-1 0,1 0,0 0,0 0,0-1,0 1,-1 0,1 0,0 0,0 0,0-1,0 1,0 0,0 0,-10 20,7-10,0 1,1 0,0 0,0-1,1 1,1 0,0 0,1 0,0 0,0 0,1 0,0 0,2 3,-2-9,0 1,0 0,1 0,0-1,0 0,0 1,0-1,1 0,0 0,0-1,1 1,-1-1,1 0,0 0,0-1,0 1,0-1,0 0,1-1,0 1,-1-1,1 0,0-1,3 1,-5-1,1-1,-1 1,0-1,0 0,1-1,-1 1,0-1,0 0,0 0,0 0,0 0,0-1,0 1,0-1,0 0,-1-1,1 1,-1 0,1-1,-1 0,0 0,0 0,0 0,-1-1,1 1,-1 0,0-1,1-2,5-8,-1-1,-1 0,0 0,-1 0,0-1,1-15,4-62,-11 104,1 0,0-1,0 1,1 0,1-1,0 1,0-1,1 1,0-1,1 0,0 0,1 0,0-1,0 0,1 1,0-2,1 1,0-1,0 0,1-1,0 1,0-2,1 1,0-1,1 1,5-1,1 0,0-1,0-1,0 0,0-1,0-1,1 0,-1-1,1-1,-1-1,1 0,-1-1,1-1,-1-1,0 0,0-1,-1 0,0-1,0-1,14-9,-23 12,0 0,0 0,-1-1,1 0,-1 0,0-1,-1 1,1-1,-1 0,1-3,-3 7,-1 0,0-1,0 1,0 0,0-1,0 1,0-1,-1 1,1-1,-1 1,0-1,0 1,0-1,0 0,0 1,0-1,-1 1,1-1,-1 1,0-1,0 1,0-1,0 1,0 0,0 0,-1-1,1 1,-1 0,1 0,-2 0,-2-2,0 1,-1 0,0 1,1-1,-1 1,0 0,0 1,0 0,-1-1,1 2,0-1,0 1,-1 0,1 0,0 1,0 0,0 0,0 0,-1 1,2 0,-1 0,0 0,0 1,1 0,-1 0,0 2,-1-2,1 1,0 1,0-1,1 1,-1 0,1 1,0-1,0 1,1 0,0 0,-1 2,4-6,0 0,0-1,0 1,0 0,0 0,1 0,-1 0,1 0,-1 0,1 0,0 0,0 1,0-1,0 0,0 0,0 0,1 0,-1 0,0 0,1 0,0 0,0 0,-1 0,1 0,0-1,0 1,1 0,-1 0,0-1,1 1,-1-1,1 1,-1-1,1 0,0 1,-1-1,1 0,0 0,0 0,1 0,9 3,0 0,1-1,-1-1,0 0,1-1,0 0,-1-1,1 0,0-1,-1-1,1 0,-1 0,0-1,0-1,0 0,0-1,0 0,-1 0,3-3,-6 3,1 0,-1 0,0 0,0-1,-1 0,0-1,0 0,0 0,-1 0,0-1,-1 0,1 0,-2 0,1-1,-1 0,0 0,-1 0,0 0,-1 0,2-9,-6 35,0 0,1 0,1 0,1 1,0-1,2 0,0 0,1 4,-2-16,-1 1,1-1,0 1,0-1,1 0,0 0,0 0,0 0,0-1,1 1,0-1,0 0,0 0,0 0,1-1,0 1,-1-1,1 0,0 0,0-1,1 0,-1 1,1-2,-1 1,1-1,2 1,1-1,0-1,0 0,-1 0,1-1,0 0,-1 0,1-1,-1 0,1-1,-1 0,0 0,0 0,0-1,-1-1,1 1,-1-1,0-1,0 1,-1-1,0 0,5-6,-1 1,-1 0,0-1,-1 0,-1 0,1-1,-2 0,0 0,-1-1,0 0,-1 0,0 0,1-10,-10 17,-5 25,6-7,0 0,0 0,1 0,0 1,1 0,0-1,1 1,0 0,1-1,1 1,0 0,0 0,2 3,-3-12,1-1,0 0,1 1,-1-1,0 0,1 1,-1-1,1 0,0 0,-1 0,1 0,0-1,0 1,0 0,1-1,-1 1,0-1,1 0,-1 0,0 0,1 0,0 0,-1-1,1 1,-1-1,1 1,1-1,18-1</inkml:trace>
  <inkml:trace contextRef="#ctx0" brushRef="#br3" timeOffset="-142479.367">10720 1603,'-18'0,"-16"2,-5 3,5 8,11 9,22 7,26 6,9-3</inkml:trace>
  <inkml:trace contextRef="#ctx0" brushRef="#br3" timeOffset="-148942.651">7265 892,'-25'17,"1"0,1 1,0 2,2 0,0 1,1 1,1 1,1 1,2 1,0 0,1 1,-9 26,14-28,1 0,1 1,1 1,1-1,2 1,0 0,2 0,0 21,2-44,0 0,0 1,0-1,0 0,0 0,1 0,0 1,-1-1,1 0,0 0,0 0,1 0,-1 0,1 0,-1-1,1 1,0 0,0-1,0 1,1-1,-1 0,0 0,1 0,0 0,-1 0,1 0,0-1,0 1,0-1,0 0,0 0,0 0,0 0,0 0,0-1,1 0,-1 1,0-1,0 0,1-1,1 1,12-6,-1-1,1 0,-1-1,0-1,-1-1,0 0,-1-1,0 0,0-1,-1-1,-1 0,0 0,7-13,29-33,-4-3,-2-1,-3-2,-2-1,-4-2,2-14,-18 43,-2 0,-2-2,-2 1,-1-2,-2 1,-2-1,0-31,-5 67,0 0,-1 0,0 0,0 0,-1 0,0-1,0 1,0 0,0 0,-1 1,0-1,0 0,-1 0,0 1,0-1,0 1,-1 0,1 0,-1 0,0 1,-1-1,1 1,-1 0,0 0,0 1,0-1,0 1,-1 0,1 1,-1-1,0 1,-1 0,-2 1,-1 0,1 1,-1 0,0 0,1 1,-1 0,1 1,0 0,0 1,-1-1,1 2,1-1,-1 2,1-1,-1 1,1 0,1 1,-3 1,-3 3,1 1,0 1,0 0,1 0,1 1,0 0,1 1,0 0,1 1,-1 3,2 3,0 1,2-1,0 1,1 0,2 1,0-1,1 0,1 1,2-1,0 1,1-1,1 0,1 0,1-1,1 1,1-1,8 14,20 54,-7-21,-3 1,16 69,-33-88,-1 1,-3-1,-2 1,-2 0,-3 0,-2 0,-8 40,4-43,2-12</inkml:trace>
  <inkml:trace contextRef="#ctx0" brushRef="#br3" timeOffset="-148528.75">7593 1274,'0'12,"0"15,0 15,0 14,0 11,0 9,0 5,0 0,0-6,-2-12,-1-11,0-18,1-18,0-13</inkml:trace>
  <inkml:trace contextRef="#ctx0" brushRef="#br3" timeOffset="-148191.285">7566 1342,'1'0,"1"-1,-1 0,1 1,0-1,-1 1,1-1,0 1,0 0,-1 0,1 0,0 0,0 0,0 0,-1 0,1 0,0 1,0-1,-1 1,1-1,-1 1,1 0,0 0,-1 0,1 0,-1 0,22 13,0 0,-2 2,0 1,-1 0,0 2,-2 0,5 6,-5-5,0 1,-1 1,-1 0,-1 1,-1 0,-1 1,-1 1,-2 0,0 1,-1 0,-2 0,-1 1,2 16,-7-37,-1 1,0 0,0-1,0 1,-1 0,0-1,0 1,-1-1,1 1,-1-1,-1 0,1 0,-1 0,0 0,-1 0,0-1,1 1,-2-1,1 0,0 0,-1 0,0-1,0 0,-1 0,1 0,-1 0,0-1,0 0,-2 1,-17 3,0 0,-1-1,1-2,-1-1,0 0,0-2,0-1,0-2,-10-1,33 3,-12-2,23 1,10 1</inkml:trace>
  <inkml:trace contextRef="#ctx0" brushRef="#br3" timeOffset="-138756.007">8126 2776,'19'0,"12"0,9 0,6 0,5 0,6-2,4-3,3-1,1 0,-2 3,-7 0,-8 1,-15 4,-18 3,-11 1</inkml:trace>
  <inkml:trace contextRef="#ctx0" brushRef="#br3" timeOffset="-138507.778">8112 2995,'18'2,"21"-1,19-3,17-4,9-1,4-1,-1 0,-6 0,-10 0,-17 3</inkml:trace>
  <inkml:trace contextRef="#ctx0" brushRef="#br3" timeOffset="-138180.01">8699 2449,'-1'-1,"-1"1,1-1,-1 1,1-1,0 1,-1 0,1 0,-1-1,1 1,-1 0,1 0,-1 0,1 1,-1-1,1 0,-1 1,1-1,0 1,-1-1,1 1,-1-1,1 1,0 0,0 0,0 0,-1 0,1 0,0 0,0 0,0 0,0 0,0 0,1 0,-1 1,0-1,0 0,1 1,-1-1,1 1,0-1,-1 0,1 1,0-1,0 1,-1 1,4 4,-1 0,1 0,1 0,-1 0,1 0,0-1,0 0,1 0,0 0,0 0,1-1,-1 0,1 0,0 0,3 1,-6-4,37 28,2-2,1-1,1-2,2-2,102 60,-142-80,-1-1,0 1,0 0,0 0,0 1,-1 0,1-1,-1 2,0-1,0 0,-1 1,1 0,-1 0,0 0,0 0,0 0,-1 0,0 1,0-1,0 1,-1 0,0 0,0-1,0 1,-1 0,0 0,0 0,-1 1,-6 9,-1-1,0-1,-2 1,1-1,-2-1,0 0,0-1,-1 0,-1 0,0-1,0-1,-1-1,-8 5,11-6,-236 169,208-132,40-35</inkml:trace>
  <inkml:trace contextRef="#ctx0" brushRef="#br3" timeOffset="-133913.297">12796 3842,'-11'-7,"0"1,0 1,0 0,-1 0,0 2,1-1,-2 1,1 1,0 0,0 1,-1 0,1 1,-1 0,1 1,0 0,-1 1,1 1,0 0,0 0,-2 2,9-1,0 0,1-1,-1 2,1-1,0 0,0 1,0 0,0 0,1 0,0 0,0 1,1-1,-1 1,1 0,0 0,1 0,-1 0,1 0,0 0,1 0,0 0,-1-2,1 0,0 0,0 0,1 0,-1 0,1 0,0 0,0-1,0 1,0 0,1-1,-1 1,1-1,0 1,0-1,1 0,-1 0,0 0,1 0,0 0,0 0,0-1,0 1,0-1,0 0,1 0,-1 0,1-1,-1 1,1-1,0 0,3 1,0-1,0 0,0-1,-1 0,1 0,0-1,0 0,-1 0,1 0,-1-1,1 0,-1 0,1-1,-1 0,0 0,0 0,-1-1,1 1,-1-2,5-3,3-4,0 0,-1-1,0-1,-1 0,0 0,-2-1,1-1,1-5,-1 0,-1 0,-1-1,-1-1,0 1,-2-1,-1 0,-1 0,0 0,-2-11,-8-26,7 59,0 1,0-1,0 1,0 0,0-1,0 1,0 0,0-1,0 1,0 0,0-1,-1 1,1-1,0 1,0 0,0-1,0 1,-1 0,1 0,0-1,0 1,-1 0,1-1,0 1,0 0,-1 0,1 0,0-1,-1 1,1 0,0 0,-1 0,1 0,0 0,-1 0,1-1,0 1,-1 0,1 0,-1 0,1 0,0 0,-1 0,1 0,0 1,-1-1,1 0,0 0,-1 0,1 0,0 0,-1 1,1-1,0 0,-1 0,1 1,-11 20,3 12,1 0,2 1,1-1,2 1,1 0,3 17,-1-29,1 0,0 0,2 0,1-1,3 11,-6-26,0 0,0 0,1 0,-1 0,2-1,-1 1,0-1,1 1,0-1,0 0,0-1,1 1,0-1,0 0,0 0,0 0,1-1,-1 0,1 0,4 1,-5-2,1-1,0 0,-1-1,1 1,-1-1,1 0,0-1,-1 1,1-1,0 0,-1 0,0-1,1 0,-1 0,0 0,0-1,0 1,0-1,0 0,1-2,6-4,-1 0,0-1,-1 0,0 0,0-1,-1-1,2-4,-1 0,-1 0,0-1,-2 0,0-1,-1 0,-1 0,2-11,-16 133,8-99,-1 1,2-1,-1 1,1-1,-1 1,1-1,1 1,-1-1,1 1,0-1,0 1,1-1,0 0,0 0,0 1,0-1,1-1,0 1,0 0,0-1,0 1,1-1,0 0,0 0,0-1,0 1,1-1,-1 0,1 0,0 0,0-1,0 1,0-1,0 0,4 0,17-2</inkml:trace>
  <inkml:trace contextRef="#ctx0" brushRef="#br3" timeOffset="-133650.943">13165 3624,'14'11,"4"5</inkml:trace>
  <inkml:trace contextRef="#ctx0" brushRef="#br3" timeOffset="-133408.591">13438 3924,'2'11,"0"1,0-1,1-1,1 1,0 0,0-1,1 1,0-1,1-1,0 1,1-1,0 0,0 0,1-1,0 0,0 0,1-1,0 0,0-1,3 1,-8-5,0-1,1-1,-1 1,0 0,0-1,1 0,-1 0,0 0,1-1,-1 1,0-1,0 0,1-1,-1 1,0 0,0-1,0 0,-1 0,1 0,0-1,-1 1,0-1,1 0,-1 0,0 0,0 0,1-3,5-5,-1 0,0-1,-1 0,-1 0,1-1,-2 0,0 0,0-1,16-63,-15 49,2 1,1-1,1 2,11-21,-6 20</inkml:trace>
  <inkml:trace contextRef="#ctx0" brushRef="#br3" timeOffset="-135141.637">13165 3023,'-9'-2,"0"0,0 1,-1 0,1 1,0 0,0 0,0 1,0 0,0 1,0 0,0 0,0 1,1 0,-1 1,1-1,0 2,0-1,0 1,1 0,0 1,0 0,0 0,0 0,1 1,0 0,1 0,-1 1,1-1,-2 6,6-11,0 1,0-1,0 1,0-1,0 1,1-1,-1 1,1 0,-1-1,1 1,0 0,0-1,0 1,0 0,1-1,-1 1,1-1,0 1,0 0,-1-1,2 1,-1-1,0 0,0 1,1-1,-1 0,1 0,0 0,0 0,0 0,0 0,0-1,0 1,0-1,0 1,1-1,-1 0,0 0,1 0,-1 0,1 0,0 0,-1-1,1 1,-1-1,1 0,0 0,2 0,6-3,0 0,0 0,0-1,0-1,-1 0,1-1,-1 1,-1-2,1 0,-1 0,0 0,-1-1,0-1,0 1,-1-1,0-1,0 1,-1-1,4-9,1-5,0-1,-2 0,0 0,-2-1,-1-1,-1 1,-1-1,-2 0,0 0,-2 1,-1-1,-4-24,-15-25,19 75,0 0,0 1,0-1,0 0,0 0,0 1,0-1,0 1,0-1,0 1,0-1,-1 1,1 0,0 0,0-1,0 1,-1 0,1 0,0 0,0 0,0 1,-1-1,1 0,0 0,0 1,0-1,0 1,0-1,-1 1,1-1,0 1,0 0,0-1,0 1,1 0,-1 0,0 0,0-1,0 1,1 0,-1 0,0 0,1 1,-1-1,1 0,-1 0,1 0,0 0,-1 0,1 1,0-1,0 0,0 0,0 0,0 1,-11 22,1 0,1 1,1 0,2 1,0-1,2 1,0 0,2 1,1 15,1-32,-1 0,1 0,1 0,0 0,1 0,0 0,0 0,1-1,0 1,1-1,0 1,0-1,1-1,0 1,1-1,0 1,0-2,0 1,1-1,1 0,-1 0,1-1,0 0,0 0,3 0,1-1,1-1,-1 0,1 0,0-1,1-1,-1-1,0 0,1 0,-1-1,0-1,1 0,-1-1,0 0,4-3,-7 3,-1 0,0-1,0 0,-1-1,1 0,-1-1,1 0,-1 0,-1 0,1-1,-1 0,0-1,0 1,-1-1,0-1,0 1,-1-1,0 0,0 0,1-5,2-25,-26 60,15-18,1 0,-1 1,1-1,1 0,-1 1,0-1,1 1,0 0,0-1,1 1,-1 0,1-1,0 1,0 0,0 0,1 0,0-1,0 1,0 0,0-1,1 1,0-1,0 0,0 1,0-1,1 0,-1 0,1 0,0-1,1 1,-1-1,0 0,1 1,0-2,0 1,0 0,0-1,3 2,30 4,-1-5</inkml:trace>
  <inkml:trace contextRef="#ctx0" brushRef="#br3" timeOffset="-134692.966">13574 2695,'11'10,"0"0,1-1,0 0,0-1,1 0,0-1,0 0,1-1,14 4,31 16,-48-21,-1 0,0 0,0 1,-1 0,1 1,-1 0,-1 1,1 0,-1 0,-1 1,0 0,0 0,0 0,-1 1,-1 0,0 1,0-1,-1 1,0 1,3 25,-7-31,0 0,1 0,0 0,0 0,1-1,-1 1,1 0,0-1,1 1,0-1,0 0,0 1,0-1,1-1,0 2,-2-5,1 1,-1-1,1 0,0 0,-1 0,1 0,0 0,-1 0,1-1,0 0,0 1,0-1,-1 0,1 0,0 0,0-1,0 1,0-1,-1 0,1 0,0 1,-1-2,1 1,-1 0,1 0,-1-1,1 0,-1 0,61-55,4-60,-65 112,-8 20,3-5,0 0,1 1,1-1,-1 0,2 0,-1 1,1-1,1 0,0 1,0-1,1 0,1 0,-1 0,2 0,-1 0,1-1,1 1,0-1,0 0,1-1,6 9,63 41,-37-39</inkml:trace>
  <inkml:trace contextRef="#ctx0" brushRef="#br3" timeOffset="-137557.559">9928 2886,'-2'18,"-3"16,-2 9,2 7,1 1,1-1,1-4,4-5,3-10,2-10</inkml:trace>
  <inkml:trace contextRef="#ctx0" brushRef="#br3" timeOffset="-137387.014">9928 2627,'-16'-12,"-10"-3,-3 0,3 5,7 10,8 8,13 11,16 6,12 6,0-2</inkml:trace>
  <inkml:trace contextRef="#ctx0" brushRef="#br3" timeOffset="-137044.931">10119 3214,'14'-3,"0"-1,-1-1,0 0,0-1,0 0,-1-1,0 0,0-1,-1 0,0-1,0 0,-1-1,0 0,-1-1,0 0,-1 0,0-1,-1 0,0-1,2-5,-8 16,0 0,0 1,0-1,0 0,-1 0,1 0,-1 1,1-1,-1 0,0 0,1 0,-1 0,0 0,0 0,0 0,-1 0,1 0,0 0,-1 0,1 0,-1 1,0-1,0 0,0 0,0 1,0-1,0 0,0 1,0-1,0 1,-1-1,1 1,-1 0,1 0,-1-1,1 1,-1 0,0 1,0-1,1 0,-1 0,0 1,0-1,0 1,-7 0,1 2,0-1,0 1,0 0,0 1,0 0,1 0,-1 0,1 1,0 0,0 1,0 0,1 0,-1 0,1 1,0 0,1 0,0 0,0 1,0 0,0 0,1 0,1 0,-1 1,1 0,0-2,0 0,0 0,0 0,1 1,0-1,0 1,1-1,0 1,0 0,0 0,1-1,0 1,1 0,-1 0,1-1,1 1,-1 0,1-1,0 1,0-1,1 0,0 0,0 0,1 0,-1 0,1-1,1 1,-1-1,1 0,-1 0,2-1,-1 1,1-1,81 24,-41-23</inkml:trace>
  <inkml:trace contextRef="#ctx0" brushRef="#br3" timeOffset="-136575.335">10734 2995,'-13'0,"0"0,0 1,0 1,0 0,1 0,-1 2,1-1,0 2,0-1,0 2,1 0,-1 0,1 1,1 0,-1 1,1 0,8-6,1-1,-1 1,1-1,-1 1,1 0,0 0,0-1,0 1,0 0,0 0,0 0,1 0,-1 0,1 0,-1 0,1 0,0 0,0 0,0 0,0 1,0-1,0 0,0 0,1 0,-1 0,1 0,0 0,-1 0,1 0,0 0,0 0,0-1,1 1,-1 0,0-1,1 1,-1-1,1 1,-1-1,1 1,1 0,78 45,-77-46,129 63,-132-63,0 0,1 0,-1 0,0 0,0 0,0 0,0 0,0 0,0 1,0-1,0 0,0 1,-1-1,1 0,-1 1,1-1,-1 1,1-1,-1 1,0-1,1 1,-1-1,0 1,0-1,0 1,-1-1,1 1,0-1,0 1,-1-1,1 1,-1-1,1 1,-1-1,0 0,0 1,1-1,-1 0,0 0,0 0,0 1,0-1,-1 0,1 0,0 0,0-1,-1 1,1 0,0 0,-1-1,1 1,0-1,-1 1,0-1,0 2,1-1,0 0,-1 0,1 0,0 0,-1 0,1 0,-1 0,0 0,1 0,-1-1,0 1,1-1,-1 1,0-1,0 0,1 0,-1 1,0-1,0-1,0 1,1 0,-1 0,0-1,0 1,1-1,-1 1,0-1,1 0,-1 1,1-1,-1 0,1 0,-1 0,1 0,-1-1,1 1,0 0,0-1,0 1,0 0,0-1,0 1,0-1,0 0,0 1,1-1,-1 0,1-1,1-4,1-1,0 1,0 0,1-1,0 1,0 0,1 1,0-1,0 0,1 1,0 0,0 0,0 1,3-3,-7 7,16-19,1 2,1 0,0 0,1 2,1 1,1 0,0 2,1 0,0 2,1 0,0 2,3-1,-25 9,0 0,0 1,0-1,0 0,0 1,0-1,0 1,1-1,-1 1,0 0,0 0,0 0,1 0,-1 1,0-1,0 0,0 1,0 0,1-1,-1 1,0 0,0 0,0 0,-1 0,1 1,0-1,0 1,-1-1,1 1,-1-1,1 1,0 1,1 8,0-1,-1 0,0 1,-1 0,-1-1,1 1,-2 0,1 0,-2 5,0 9,0 4,0-19,1 1,1-1,0 0,0 1,1-1,0 0,0 0,1 0,3 7,-4-15,0 0,1 0,-1 0,1 0,-1 0,1-1,0 1,0-1,0 1,0-1,0 0,0 1,0-1,0 0,0 0,0-1,1 1,-1 0,0-1,1 1,-1-1,0 0,1 0,-1 0,0 0,1 0,-1-1,0 1,1-1,-1 1,0-1,0 0,1 0,-1 0,0 0,0 0,0 0,0-1,0 1,0-1,-1 1,1-1,27-18</inkml:trace>
  <inkml:trace contextRef="#ctx0" brushRef="#br3" timeOffset="-136405.826">11171 2558,'-16'10,"-6"9,2 9,3 4,12 4,14 2,5-4</inkml:trace>
  <inkml:trace contextRef="#ctx0" brushRef="#br3" timeOffset="-135787.885">11376 3269,'10'-35,"-1"0,-1 0,-2 0,-2-1,-1 0,-1 0,-3-1,2 32,-1 1,0 0,1 0,-2 0,1 0,0 0,-1 0,1 0,-1 0,0 1,0-1,-1 0,1 1,-1-1,0 0,0 0,1 5,0-1,0 1,0-1,0 1,0-1,1 1,-1 0,0 0,0-1,1 1,-1 0,1 0,-1 0,1 0,-1 0,1 0,-1 0,1-1,0 1,-1 0,1 1,0-1,0 0,0 0,0 0,0 0,0 0,0 0,0 3,-1-1,1 0,0 0,0 1,0-1,1 0,-1 0,1 1,0-1,0 0,0 0,0 0,0 0,1 0,-1 0,1 0,0-1,0 1,0 0,0-1,0 0,1 1,-1-1,1 0,0 0,-1 0,1-1,0 1,0-1,2 1,100 25,-89-24,-11-3,-1 0,1 0,0 0,-1 1,1 0,-1 0,1 0,-1 1,1-1,-1 1,0 0,0 0,0 1,0-1,0 1,0 0,-1 0,1 0,-1 0,0 1,0-1,0 1,-1 0,1 0,-1 0,0 0,1 2,2 49,-5-50,-1 1,1-1,0 1,0-1,1 1,0-1,0 1,0-1,0 1,1-1,0 0,0 0,1 0,-1 0,1 0,0-1,0 1,1-1,-1 0,1 0,0 0,1 1,3-2,0 0,1-1,-1 1,1-2,0 1,-1-1,1 0,0-1,0 0,-1 0,1-1,0 0,-1-1,1 0,-1 0,1-1,-1 0,0-1,0 1,0-1,-1-1,1 0,-1 0,0 0,0-1,-1 0,0 0,0-1,0 1,-1-1,0-1,0 1,-1-1,0 1,0-3,0-3,0 0,-1 0,0 0,-1-1,-1 1,0-1,-1 1,-1-9,1 21,1 1,-1-1,0 1,0-1,1 0,-1 1,0-1,0 0,0 1,0-1,0 0,0 1,0-1,0 0,0 1,0-1,0 0,0 1,-1-1,1 0,0 1,0-1,-1 1,1-1,0 0,-1 1,1-1,0 1,-1-1,1 1,-1-1,1 1,-1 0,1-1,-1 1,0-1,1 1,-1 0,1 0,-1-1,0 1,1 0,-1 0,0 0,1 0,-1-1,0 1,1 0,-1 0,0 0,1 1,-1-1,0 0,1 0,-1 0,0 0,0 1,-3 6,-1 0,1 1,0-1,1 1,0 0,0 0,1 1,0-1,0 0,1 1,0-1,0 8,0-11,1 0,0 0,0 0,1 0,-1 1,1-1,0 0,0 0,1-1,-1 1,1 0,0 0,1-1,-1 1,1-1,0 0,0 1,0-1,0-1,1 1,-1 0,1-1,0 0,0 0,1 0,-1 0,2 0,12 3,0 0,0-1,1-1,0-1,0 0,0-1,0-2,0 0,0 0,0-2,0-1,6-1,48-7</inkml:trace>
  <inkml:trace contextRef="#ctx0" brushRef="#br3" timeOffset="-129439.411">8112 11667,'33'12,"107"-5,398 33,683 15,-590-45,-182 0,177-21,-140-4,-75 16,-406-1,-3 0,-1 1,1-1,0 1,-1-1,1 0,0 0,-1 0,1 0,0 0,0 0,-1 0,1 0,0-1,-1 1,1-1,0 1,-1-1,1 0,-1 0,1 0,-1 1,1-1,-1 0,0-1,0 1,1 0,-1 0,0-1,0 1,0-1,-4-6</inkml:trace>
  <inkml:trace contextRef="#ctx0" brushRef="#br3" timeOffset="-127435.679">11430 11503,'-14'0,"10"-1,0 0,1 1,-1 0,1 0,-1 0,0 0,1 1,-1-1,1 1,-1 0,1 0,-1 0,1 0,0 1,0 0,-3 1,6-2,-1 0,1 0,0 0,0 0,0 0,0 0,0 0,0-1,0 1,0 0,0 0,0 0,1 0,-1 0,0 0,1 0,-1 0,1 0,-1 0,1-1,-1 1,1 0,-1 0,1-1,0 1,0 0,-1-1,1 1,0 0,0-1,0 1,0-1,20 16,1-2,0 0,1-2,1 0,0-2,9 3,-21-8,126 47,-73-30,0 4,-2 2,5 6,-33-6,-35-27,1 0,-1 0,1-1,-1 1,0 0,1 0,-1 0,0 0,0 0,1 0,-1 0,0 0,0 0,0 0,0 0,0-1,0 1,-1 0,1 0,0 0,0 0,-1 0,1 0,0 0,-1 0,1-1,-1 1,1 0,-1 0,0 0,1-1,-1 1,0 0,1-1,-1 1,0-1,0 1,0-1,1 1,-1-1,0 0,0 1,0-1,-24 13,-1-2,0-1,-1-1,1-1,-11 1,4 0,-318 77,345-85,6 0,-1-1,1 1,0-1,-1 1,1-1,-1 1,1-1,-1 1,1-1,-1 1,1-1,-1 0,1 1,-1-1,1 0,-1 0,1 1,-1-1,0 0,1 0,-1 0,0 0,1 0,-1 0,1 0,-1 0,0 0,1 0,-1 0,0 0,1 0,-1-1,1 1,-1 0,0 0,1-1,-1 1,1 0,-1-1,1 1,-1-1,1 1,-1 0,1-1,0 1,-1-1,1 1,0-1,-1 0,1 1,0-1,-1 1,1-1,0 1,0-1,0 0,0 1,0-1,0 0,0 1,0-1,0 1,0-2,6-12,0 0,-1-1,-1 0,0 0,-1-1,0 1,-1-1,-1 1,-1-1,0 0,-1 1,-1-2,-4-26,-1 0,-3 0,-11-29,15 50,-1 0,-1 0,-1 1,-1 0,-1 1,-6-8,17 28,0 1,0-1,0 0,-1 1,1-1,0 1,0-1,0 1,0-1,0 1,-1-1,1 0,0 1,0-1,0 1,-1-1,1 0,0 1,-1-1,1 0,0 1,-1-1,1 0,-1 0,1 1,0-1,-1 0,1 0,-1 0,1 1,-1-1,1 0,-1 0,1 0,0 0,-1 0,1 0,-1 0,1 0,-1 0,1 0,-1 0,1 0,-1-1,1 1,0 0,-1 0,1 0,-1-1,1 1,0 0,-1 0,1-1,-1 1,1 0,0-1,-1 1,1 0,0-1,0 1,-1-1,1 1,0 0,0-1,0 1,0-1,-1 1,0 39,5-14,1 0,1 0,1 0,1-1,1 0,1-1,6 8,16 43,-17 0,-9-88,-4 5,-1-1,0 1,0-1,-1 1,0-1,0 1,-1-1,-1 1,1-1,-1 1,-1 0,0 0,-1-3,4 12,0 0,0-1,0 1,0-1,-1 1,1-1,0 1,0 0,0-1,0 1,0-1,0 1,-1 0,1-1,0 1,0 0,-1-1,1 1,0 0,-1-1,1 1,0 0,-1-1,1 1,0 0,-1 0,1 0,0-1,-1 1,1 0,-1 0,1 0,0 0,-1 0,1 0,-1 0,1 0,-1 0,1 0,0 0,-1 0,1 0,-1 0,1 0,-1 0,1 0,0 1,-1-1,1 0,0 0,-1 0,1 1,-1-1,1 0,0 0,0 1,-1-1,1 0,0 1,-1-1,1 0,0 1,0-1,0 1,0-1,-1 0,1 1,0-1,0 1,-3 30,7-25,-1 0,1-1,0 0,0 1,1-1,0-1,0 1,0-1,0 0,1 0,-1 0,1-1,0 0,0 0,0-1,0 1,1-1,4 1,-5-1,359 113,-300-81,-65-34,1 1,-1-1,1 1,-1 0,0-1,1 1,-1 0,0-1,1 1,-1 0,0-1,0 1,1 0,-1 0,0 0,0-1,0 1,0 0,0 0,0-1,-1 1,1 0,0 0,0-1,0 1,-1 0,1-1,0 1,-1 0,1-1,-1 1,1 0,0-1,-1 1,0-1,1 1,-1-1,1 1,-1-1,0 1,1-1,-1 1,0-1,1 0,-1 0,0 1,1-1,-1 0,0 0,0 0,-16 7,0 0,0-2,0 0,0-1,-1 0,0-2,-4 0,1 1,13-2,-126 18,-101-1,205-19</inkml:trace>
  <inkml:trace contextRef="#ctx0" brushRef="#br3" timeOffset="-126763.815">11567 10519,'-5'-2,"-1"8,-2 15,0 18,2 16,-1 16,2 8,-2 6,1-1,1-5,1-8,2-11,1-12,1-14</inkml:trace>
  <inkml:trace contextRef="#ctx0" brushRef="#br3" timeOffset="-126409.316">11676 11107,'22'-5,"-1"-1,1-1,-1-1,-1-1,0 0,0-2,-1 0,0-1,9-9,-25 20,-1 0,0 0,-1-1,1 1,0-1,0 0,-1 1,1-1,0 0,-1 0,0 0,1 0,-1 0,0 0,0 0,-1-1,1 1,0 0,-1-1,1 1,-1 0,1-1,-1 1,0 0,0-1,-1 1,1-1,0 1,-1 0,1-1,-1 1,0 0,0 0,0-1,0 1,0 0,0 0,0 0,-1 0,1 0,-1 1,1-1,-1 0,0 1,-1-2,-1 1,-1 0,1 0,-1 1,1-1,-1 1,0 0,0 0,0 0,1 1,-1 0,0 0,0 0,0 0,0 1,1 0,-1 0,0 0,1 1,-1-1,1 1,-1 0,1 0,0 1,0-1,0 1,0 0,0 0,0 1,1-1,0 1,0-1,0 1,0 0,-2 3,0-1,0 1,1-1,0 1,0 0,1 1,0-1,0 1,1-1,0 1,0 0,1 0,0 0,0 0,1 0,0 0,0 0,1 0,1 8,1-10,0-1,1 1,-1 0,1-1,0 0,0 0,1 0,0 0,0-1,0 1,0-1,1-1,-1 1,1-1,0 0,0 0,0-1,0 1,1-1,-1-1,1 1,-1-1,7 0,33 7</inkml:trace>
  <inkml:trace contextRef="#ctx0" brushRef="#br3" timeOffset="-125910.466">12277 10820,'-9'1,"0"1,1 1,0 0,-1 0,1 0,0 1,0 0,1 1,-1-1,1 2,0-1,0 1,1 0,0 0,3-3,0 1,0-1,0 0,1 1,-1 0,1 0,0 0,1 0,-1 0,0 0,1 0,0 0,0 0,0 1,1-1,0 0,-1 1,2-1,-1 1,0-1,1 0,0 1,0-1,0 0,0 0,1 0,-1 0,3 3,4 5,1-1,0 0,0-1,1 0,0-1,1 0,0 0,1-1,0 0,0-1,0-1,4 1,59 39,-74-46,0 0,0 0,-1 1,1-1,0 0,0 1,0-1,0 1,0-1,-1 1,1-1,0 1,0-1,-1 1,1 0,0 0,-1-1,1 1,-1 0,1 0,-1-1,1 1,-1 0,1 0,-1 0,0 0,0 0,1 0,-1 0,0 0,0 0,0 0,0 0,0-1,0 1,0 0,-1 0,1 0,0 0,0 0,-1 0,1 0,-1 0,1 0,0-1,-1 1,0 0,1 0,-1-1,1 1,-1 0,0-1,0 1,1 0,-1-1,0 1,0-1,0 1,0-1,1 0,-1 1,0-1,0 0,0 0,0 0,0 1,0-1,-9 3,1-1,-1 0,0 0,0-1,0 0,0-1,0 0,0 0,0-1,0 0,-7-3,15 3,1-1,-1 0,1 1,0-1,0 0,0 1,0-1,0 0,0 0,0 0,1 0,-1 0,1 0,-1 0,1 0,0 0,0 0,0 0,0 0,0 0,0-1,1 1,-1 0,1 0,-1 0,1 0,0 1,0-1,0 0,0 0,0 0,0 1,0-1,0 0,1 1,-1-1,1 1,-1 0,1-1,0 1,0 0,17-20,1 2,1 0,1 1,0 1,2 1,-1 1,2 2,0 0,2 1,-26 10,1 1,-1 0,1 0,-1-1,1 1,0 0,-1 0,1 1,0-1,0 0,0 1,0-1,-1 1,1-1,0 1,0 0,0 0,0 0,0 0,0 0,0 0,0 0,0 1,0-1,0 1,0 0,-1-1,1 1,0 0,0 0,-1 0,1 0,0 0,-1 1,0-1,1 0,-1 1,1-1,-1 1,0-1,0 1,1 1,10 46,-11-40,0-1,1 1,-1-1,2 0,-1 1,1-1,0 0,1 0,0-1,0 1,1-1,0 0,0 0,0 0,1-1,0 0,1 0,-1 0,1-1,7 4,37-4,-27-11</inkml:trace>
  <inkml:trace contextRef="#ctx0" brushRef="#br3" timeOffset="-125658.139">12605 10561,'12'18,"10"16,2 2</inkml:trace>
  <inkml:trace contextRef="#ctx0" brushRef="#br3" timeOffset="-125159.476">12919 11161,'19'-183,"-9"10,-10 173,1 1,-1 0,1-1,-1 1,1-1,0 1,-1-1,1 0,0 1,-1-1,1 0,0 1,-1-1,1 0,0 0,-1 1,1-1,0 0,0 0,-1 0,1 0,0 0,0 0,-1 0,1 0,0-1,-1 1,1 0,0 0,0-1,-1 1,1 0,0-1,-1 1,1 0,-1-1,1 1,-1-1,1 1,0-1,-1 1,0-1,1 0,-1 1,1-1,-1 1,0-1,1 0,-1 0,0 1,0-1,0 0,1 1,-1-1,0 0,0 0,0 1,0-1,0 0,0 0,0 1,-1-1,1 0,0 1,0-1,-1 0,1 0,29 25,2-2,0-1,1-1,35 15,-58-31,61 40,-68-43,0 1,0 0,0 0,-1 0,1 0,-1 0,1 1,-1-1,0 0,0 1,0-1,0 0,0 1,-1 0,1-1,-1 1,0-1,1 1,-1-1,0 1,-1 0,1-1,0 1,-1-1,1 1,-1-1,0 1,0-1,0 2,-62 121,63-123,-1 0,1 0,0 0,0 1,0-1,0 0,1 0,-1 0,0 0,1 0,-1 0,1 0,0 0,0 0,0 0,0-1,0 1,0 0,0 0,1-1,-1 1,1-1,-1 1,1-1,-1 0,1 1,0-1,0 0,-1 0,1 0,0 0,0-1,0 1,0-1,0 1,2 0,79 6,-73-8,0 0,0-1,-1 0,1-1,0 0,-1 0,0-1,1 0,-2-1,1 0,0 0,-1-1,0 0,0-1,-1 0,0 0,0 0,-1-1,0 0,0 0,-1-1,0 1,0-1,-1 0,0-1,0 1,-1-1,-1 0,0 1,0-1,-1 0,0 0,0 0,-2-8,-14-45,14 62,0-1,0 1,0 0,1 0,-1-1,0 1,-1 0,1 0,0 0,0 0,0 0,-1 1,1-1,0 0,-1 0,1 1,-1-1,1 1,-1 0,1-1,-1 1,1 0,-1 0,1 0,-1 0,1 0,-1 0,1 0,-1 0,1 1,-1-1,1 1,-1-1,1 1,0-1,-1 1,1 0,0 0,-1 0,0 0,-4 4,0 1,1-1,-1 1,1 0,0 1,0-1,1 1,0 0,0 0,1 1,0-1,0 1,0-1,1 1,1 0,-1 0,1 0,0 0,1 0,0 0,0 0,1 0,0 0,0 0,3 6,1-4,0 0,1-1,0 0,1 0,0 0,0-1,1 0,0 0,1-1,-1 0,1-1,1 0,-1 0,1-1,0 0,0-1,1 0,-1 0,1-1,0-1,0 0,7 1,59 13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13.58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3502 751,'-5'-4,"0"1,-1 0,1 0,0 1,-1 0,0 0,1 0,-1 0,0 1,0 0,0 0,0 1,0 0,0 0,0 0,0 0,0 1,0 0,0 1,0-1,0 1,1 0,-1 1,1-1,-1 1,1 0,0 0,-3 3,0-1,1 0,0 1,1 0,-1 0,1 0,0 1,1 0,0 0,0 0,0 1,1-1,0 1,0 0,-1 6,5-12,1 1,-1-1,1 0,-1 1,1-1,0 1,0-1,0 0,0 0,0 0,0 1,1-1,-1 0,1-1,-1 1,1 0,0 0,0-1,0 1,0-1,0 1,0-1,0 0,0 0,0 0,1 0,-1 0,0-1,1 1,-1-1,1 1,-1-1,1 0,-1 0,1 0,-1 0,0 0,1-1,-1 1,1-1,-1 0,1 0,12-1,1-1,-1 0,-1-1,1-1,-1 0,1-1,-2-1,1 0,-1-1,0 0,0-1,-1 0,0-1,-1-1,0 0,-1 0,0-1,-1 0,0-1,-1 0,-1 0,0-1,0 0,-1 0,-1 0,-1-1,0 0,1-7,-1-2,0 1,-1-1,-2 0,0-1,-2 1,0 0,-2 0,-1 1,0-1,-7-16,-17-2,27 41,0 1,0-1,0 0,0 1,-1-1,1 1,0-1,0 1,0 0,0 0,-1-1,1 1,0 0,0 0,-1 0,1 0,0 0,0 1,-1-1,1 0,0 0,0 1,0-1,0 1,-1-1,1 1,0 0,0-1,0 1,0 0,0 0,0-1,1 1,-1 0,0 0,0 0,1 0,-1 0,-8 13,2 0,0 0,0 1,1 0,1 0,1 0,0 0,1 1,0 0,1-1,1 14,-1-4,1 1,1 0,1-1,2 1,0-1,2 0,1 0,8 24,-10-39,0 1,0 0,1-1,1 0,0 0,0-1,1 1,0-1,0-1,1 1,0-1,1-1,0 1,0-1,0-1,1 0,0 0,0-1,1 0,-1-1,2 0,-4-2,-1 0,1-1,-1 0,1 0,0-1,0 0,-1 0,1-1,0 0,-1 0,1-1,-1 0,0-1,1 1,-1-1,0 0,0-1,-1 0,1 0,-1 0,0-1,0 0,0 0,-1-1,0 1,0-1,0-1,3-5,1-3,-1 1,0-1,-1-1,-1 1,0-1,-2 0,0-1,0 1,-2-1,0 0,0-14,-2 30,1 0,-1 1,1-1,-1 0,0 0,0 1,0-1,1 0,-1 0,0 0,0 1,0-1,0 0,0 0,0 0,0 1,-1-1,1 0,0 0,0 1,-1-1,1 0,0 0,-1 1,1-1,0 0,-1 1,1-1,-1 1,1-1,-1 0,0 1,1-1,-1 1,0-1,1 1,-1 0,0-1,1 1,-1 0,0-1,0 1,1 0,-1 0,0 0,0 0,0 0,1 0,-1 0,0 0,0 0,-3 5,1-1,-1 1,1 1,0-1,1 0,0 1,-1-1,2 1,-1 0,1 0,0-1,0 1,0 0,1 0,0 0,0 0,0 0,1 0,1 3,2 1,2 0,-1 0,1-1,1 1,-1-1,2-1,-1 0,1 0,0 0,1-1,0 0,0 0,0-1,1-1,0 1,0-2,1 1,-1-1,1-1,0 0,0 0,1-1,87 22,-1-7</inkml:trace>
  <inkml:trace contextRef="#ctx0" brushRef="#br0" timeOffset="-2332.884">170 356,'-1'-1,"1"1,0 0,0-1,-1 1,1 0,0 0,-1-1,1 1,0 0,0 0,-1 0,1 0,0-1,-1 1,1 0,-1 0,1 0,0 0,-1 0,1 0,0 0,-1 0,1 0,0 0,-1 0,1 0,-1 0,1 0,0 0,-1 1,1-1,0 0,-1 0,1 0,0 0,0 1,-1-1,1 0,0 0,-1 1,1-1,0 0,0 1,0-1,-1 0,1 1,0-1,0 0,0 1,0-1,0 0,-1 1,1-1,0 0,0 1,0-1,0 0,0 1,0-1,0 1,0-1,0 0,1 1,-1-1,0 0,0 1,0-1,0 0,5 31,69 164,-43-123,-20-44,46 85,-57-113,0-1,0 1,0 0,0-1,0 1,0 0,0-1,0 1,1 0,-1-1,0 1,0 0,0-1,0 1,0 0,1 0,-1-1,0 1,0 0,0 0,1-1,-1 1,0 0,0 0,1-1,-1 1,0 0,1 0,-1 0,0 0,0-1,1 1,-1 0,0 0,1 0,-1 0,0 0,1 0,-1 0,0 0,1 0,-1 0,1 0,-1 0,0 0,0 0,1 1,-1-1,0 0,1 0,-1 0,0 0,1 0,-1 1,0-1,0 0,1 0,-1 1,0-1,0 0,1 0,-1 1,0-1,0 0,0 1,0-1,0 0,1 1,1-34,-2 29,2-53,2 0,3 0,3 1,2 0,2 0,3 1,4-4,-18 52,0-2,0 0,0 0,1 1,0 0,1 0,0 0,0 0,1 1,0 0,4-4,-9 10,1 1,-1-1,1 0,0 1,-1-1,1 1,0 0,-1 0,1 0,0-1,-1 2,1-1,0 0,-1 0,1 0,0 1,-1-1,1 1,-1-1,1 1,-1 0,1 0,-1-1,1 1,-1 0,1 0,-1 0,0 1,0-1,0 0,0 0,0 1,0-1,0 1,1 0,16 20</inkml:trace>
  <inkml:trace contextRef="#ctx0" brushRef="#br0" timeOffset="-1400.372">852 588,'-6'-6,"0"1,-1 0,1 1,-1-1,0 1,-1 1,1-1,0 1,-1 1,0-1,0 1,1 1,-1-1,0 1,-1 1,1-1,0 1,0 1,0 0,0 0,0 0,0 1,1 0,-1 1,0-1,1 2,0-1,-1 1,1 0,1 0,-1 1,1 0,0 0,0 1,-4 3,5-2,0 0,0 0,0 1,1 0,0-1,1 1,0 0,0 1,0-1,1 1,1-1,-1 4,1-8,1 0,0 0,0-1,0 1,0 0,1 0,-1 0,1 0,0 0,0 0,0-1,1 1,0 0,-1-1,1 1,0-1,1 0,-1 1,1-1,-1 0,1-1,0 1,0 0,0-1,0 0,1 1,2 0,-1-1,1 0,0 0,-1 0,1-1,0 0,0 0,0 0,0-1,0 0,0 0,0-1,0 0,-1 0,1 0,0 0,0-1,-1 0,1 0,-1-1,5-2,2-2,1 0,-1-1,-1 0,0-1,0-1,0 0,-1 0,1-3,-5 7,-1-1,1 0,-2 0,1-1,-1 1,0-1,0 0,-1 0,0-1,-1 1,1-1,-2 1,1-4,-7 6,-3 24,5-8,1 0,1 0,0 1,0-1,1 1,0-1,1 0,0 1,1-1,0 0,0 1,1-1,2 3,-3-8,0 0,0 0,1 0,-1 0,1-1,0 1,1-1,-1 1,1-1,0-1,0 1,0 0,0-1,1 0,-1 0,1 0,0-1,0 1,0-1,0 0,0-1,1 1,-1-1,0 0,1 0,1-1,1 0,0-1,0 1,0-2,0 1,0-1,-1-1,1 1,-1-1,1-1,-1 1,0-1,0 0,-1-1,1 0,-1 0,0 0,0-1,-1 1,4-5,5-8,0 0,-1-1,-1 0,-1-1,0-1,1-8,3-11,-3-2,-1 1,-3-2,-1 1,-2-1,-1 0,-3 0,-2 0,-2-14,-16-49,19 104,-1 1,1-1,-1 0,1 1,-1-1,0 1,0 0,1-1,-1 1,0-1,0 1,0 0,0 0,-1 0,1 0,0 0,0 0,-1 0,1 0,-1 0,1 0,0 1,-1-1,0 1,1-1,-1 1,1-1,-1 1,1 0,-1 0,0 0,1 0,-1 0,0 0,1 0,-1 1,1-1,-1 0,0 1,1-1,-1 1,1 0,0 0,-1-1,0 2,-53 57,38-31,2 1,1 0,2 1,1 0,1 1,1 1,2-1,1 1,2 0,1 1,1 21,2-40,1-1,0 0,0 1,2-1,-1 0,2 0,0 0,0 0,1-1,1 1,0-1,1-1,0 1,0-1,2 0,-1-1,1 0,1 0,-1-1,2 0,-1-1,1 0,1-1,-1 0,1-1,0 0,1-1,-1 0,1-1,9 2,-14-6,-1 1,1-1,-1-1,1 1,-1-2,1 1,-1-1,0 0,0 0,0-1,0 1,0-2,0 1,-1-1,1 0,-1-1,0 1,-1-1,1 0,-1-1,0 1,0-1,0 0,-1 0,0-1,0 1,-1-1,0 0,1-1,6-8,-11 32,-1-5,0 1,-1 0,2 0,0 1,0-1,1 0,0 1,1-1,1 1,0-1,-2-10,1-1,-1 1,0-1,1 0,0 1,-1-1,1 0,0 1,-1-1,1 0,0 0,0 0,0 0,0 0,0 0,0 0,1 0,-1 0,0 0,0 0,1-1,-1 1,0-1,1 1,-1-1,0 1,1-1,-1 0,1 0,-1 1,1-1,-1 0,1-1,-1 1,1 0,-1 0,0 0,1-1,-1 1,1-1,-1 1,0-1,1 0,51-41,-48 35,0-1,-1 0,0-1,0 1,-1-1,0 0,0 0,-1 0,0 0,-1 0,0 0,0-3,-1 9,1-1,-1 1,0-1,-1 1,1-1,0 1,-1 0,0-1,0 1,0-1,0 1,-1 0,1 0,-1 0,0 0,0 0,0 0,0 0,0 1,-1-1,1 1,-1-1,1 1,-1 0,0 0,0 0,0 1,0-1,0 1,-1-1,1 1,0 0,-2 0,0 1,0-1,0 1,0 0,0 1,0-1,0 1,0 0,0 0,0 1,0-1,1 1,-1 0,1 0,-1 1,1-1,0 1,0 0,0 0,0 1,1-1,-1 1,1 0,0 0,0 0,0 0,1 0,-1 0,1 1,0 0,0-1,1 1,-1 0,1 0,0 0,0-1,1 1,0 0,-1 0,2 0,-1 0,0 0,1 0,0 0,0 0,1 1,18 26,5-5</inkml:trace>
  <inkml:trace contextRef="#ctx0" brushRef="#br0" timeOffset="-833.311">1794 888,'0'-261,"0"254,0 0,0-1,-1 1,0 0,0 0,-1-1,0 1,0 0,-1 1,1-1,-2 0,-1-3,119 44,-66-25,-31-7,0 0,-1 2,1 0,-1 1,1 1,-1 0,9 6,-22-9,0 0,0 0,-1 0,1 1,-1-1,1 1,-1 0,0 0,0-1,-1 1,1 0,-1 1,0-1,0 0,0 0,-1 0,1 1,-1-1,0 0,-1 0,1 1,0-1,-1 0,0 0,2 41,-1-40,1-1,0 0,0 0,1 0,-1 0,1 0,0 0,0 0,0 0,0-1,1 1,0-1,-1 1,1-1,0 0,1 0,-1-1,0 1,1-1,0 1,-1-1,1 0,0-1,0 1,0-1,0 1,1-1,-1 0,0-1,0 1,1-1,-1 0,0 0,3 0,4-2,0-1,0 0,0 0,-1-1,0-1,1 0,-2 0,1-1,-1 0,0 0,0-1,0-1,-1 1,0-1,-1-1,0 1,0-1,-1-1,0 1,0-1,-1 0,-1 0,0 0,0-1,-1 0,0 0,-1 0,0 0,-1 0,0-4,-17 64,13-40,1 0,-1 0,2 0,-1 0,1 0,0 0,1 0,0 0,1 0,-1 0,2 1,-1-1,2-1,-1 1,1 0,0 0,1-1,0 0,0 0,1 0,0 0,0-1,1 0,0 0,0 0,4 3,-1-5,-1-1,1 0,0 0,0-1,1 0,-1-1,1 0,-1 0,1-1,0-1,-1 1,1-1,0-1,0 0,37-5</inkml:trace>
  <inkml:trace contextRef="#ctx0" brushRef="#br0" timeOffset="-587.43">2573 356,'-16'0,"-8"2,0 5,5 7,9 5,19 6,21 4,20 2,1-5</inkml:trace>
  <inkml:trace contextRef="#ctx0" brushRef="#br0" timeOffset="2003.451">5072 642,'5'-17,"1"0,1 0,0 1,1 0,1 0,4-5,18-34,-8 14,-22 41,0 0,0 0,0 0,-1 0,1 1,0-1,0 0,-1 1,1-1,0 0,0 1,-1-1,1 1,0-1,-1 1,1-1,-1 1,1 0,-1-1,1 1,-1 0,1-1,-1 1,0 0,1 0,-1-1,0 1,1 0,-1 0,0 0,0-1,0 1,0 0,0 0,0 0,0-1,0 1,0 0,0 0,-1 0,1 0,0-1,0 1,-1 0,1 0,-1-1,2 3,19 358,-19-352,0 0,-1 0,-1 1,1-1,-2 0,1 0,-1 0,0 0,-3 4,-3 2</inkml:trace>
  <inkml:trace contextRef="#ctx0" brushRef="#br0" timeOffset="2254.865">4826 0,'-4'5,"2"8,7 11,9 9,8 6,5 3,5-2,0-1,-5-9</inkml:trace>
  <inkml:trace contextRef="#ctx0" brushRef="#br0" timeOffset="2497.216">5427 110,'0'7,"2"9,6 11,8 11,9 5,8 5,5 1,-5-1,-8-8</inkml:trace>
  <inkml:trace contextRef="#ctx0" brushRef="#br0" timeOffset="4596.532">716 2281,'18'0,"21"0,17 0,15 0,10 0,5 2,0 1,-7 0,-8 2,-13-1,-13 0,-12-1,-12-3,-11-2,-8-1</inkml:trace>
  <inkml:trace contextRef="#ctx0" brushRef="#br0" timeOffset="5184.918">2259 1884,'-10'-2,"0"1,0 0,1 0,-1 1,0 0,0 1,0 0,0 0,0 1,1 1,-1 0,1 0,0 0,0 1,0 1,0 0,1 0,-1 0,1 1,1 0,-4 4,0 3,1 0,1 0,0 1,0 1,2 0,0 0,0 0,2 0,0 1,1 0,0 1,1-1,1 0,0 1,2 15,-1-27,1 0,-1 1,1-1,1 1,-1-1,1 1,0-1,0 0,1 1,-1-1,1 0,0 0,0 0,1 0,0 0,0-1,0 1,0-1,1 0,-1 0,1 0,0 0,1-1,-1 0,0 1,1-2,0 1,0 0,0-1,0 0,0 0,0 0,0-1,1 0,2 0,6-3,0-1,-1-1,1 0,-1-1,0-1,0 0,-1 0,0-1,0-1,0 0,-1-1,0 0,-1-1,0 0,-1 0,0-1,0 0,-1-1,1-3,11-13,-1-1,-2-1,-1-1,-1 0,-2-1,-1-1,-2 1,-1-2,-1 0,-2 0,-1 0,-2 0,-2-5,-1 29,0 1,-1-1,-1 1,0 0,0 0,-1 0,0 0,0 0,-5-8,6 14,0 0,0-1,0 1,0 0,0 1,-1-1,1 0,-1 1,0-1,0 1,0 0,0 0,0 0,-1 0,1 1,0-1,-1 1,1 0,-1 0,0 0,1 0,-1 1,0 0,1-1,-1 1,-1 1,0-1,-1 1,1 0,0 0,0 1,-1-1,1 1,1 0,-1 1,0-1,0 1,1 0,0 0,-1 0,1 1,0 0,1-1,-1 1,1 1,-1-1,1 0,1 1,-1 0,1-1,-1 1,1 0,1 0,-1 3,-3 6,2 1,0 0,0 1,2-1,0 0,0 1,2-1,0 0,1 3,7 35,4 1,1-2,3 0,1 0,3-2,20 33,-37-76,1 4,0 1,0-2,1 1,1-1,0 0,0 0,1-1,0 0,1 0,0-1,0 0,5 3,2-4</inkml:trace>
  <inkml:trace contextRef="#ctx0" brushRef="#br0" timeOffset="6260.651">2928 2185,'-1'-3,"1"0,-1 0,1 0,-1 1,0-1,0 0,0 1,-1-1,1 1,-1-1,1 1,-1 0,0-1,0 1,0 0,0 0,0 0,0 0,0 1,-1-1,1 1,-1-1,1 1,-1 0,0 0,1 0,-1 0,0 1,-1-1,-3-1,1 1,-1-1,0 2,1-1,-1 1,0 0,0 0,0 1,1-1,-1 2,0-1,1 1,-2 0,2 1,1 0,-1 0,1 0,0 0,0 1,0 0,0 0,1 0,-1 1,1-1,0 1,1 0,-1 1,1-1,0 0,0 1,0 0,1-1,0 1,0 0,1 0,0 1,0-1,0 0,1 0,0 0,0 1,0-1,1 0,0 0,0 0,0 0,1 0,0 0,0 0,1 0,0 0,0-1,0 0,0 1,4 2,7 3,1 0,0-1,1-1,0 0,0-1,1-1,0-1,0 0,0-1,1-1,0-1,0 0,0-1,0-1,0-1,14-2,-6 2,1-2,-1-1,0-1,0-1,0-2,2-1,10-6</inkml:trace>
  <inkml:trace contextRef="#ctx0" brushRef="#br0" timeOffset="7184.547">976 3333,'2'6,"3"4,4-2,6-1,13-4,15-5,17-7,14-7,11-2,5-1,1 3,-3 4,-8 4,-10 4,-17 2</inkml:trace>
  <inkml:trace contextRef="#ctx0" brushRef="#br0" timeOffset="7776.96">2532 2963,'-40'0,"0"1,0 2,0 2,-20 6,47-8,1 0,0 1,0 0,0 1,0 1,1-1,0 2,0 0,1 0,0 1,0 0,1 0,0 1,0 1,1 0,-2 3,5-4,0 0,1 0,0 0,1 0,0 1,1-1,-1 1,2 0,-1 0,2 0,-1 0,1 0,1 0,0 0,0 0,1 0,0-1,1 1,0 0,0-1,1 0,0 0,1 0,0 0,0-1,1 0,0 0,1 0,0-1,0 0,0 0,1-1,0 1,0-2,0 1,1-1,0-1,0 0,0 0,1-1,-1 0,1 0,0-1,0 0,2-1,0 0,1-1,-1-1,0 0,1 0,-1-1,0-1,0 0,0-1,-1 0,1 0,-1-2,0 1,0-1,7-6,0 0,-2-1,1 0,-2-1,0-1,-1-1,0 0,-1 0,10-19,-13 19,-1-1,-1 0,-1 0,0-1,-1 0,-1 0,-1-1,0 1,-2-1,0 0,-1 0,-1 0,0 1,-2-1,0 0,-1 0,-1 1,-1-1,0 1,-2 0,0 1,-1 0,-3-6,9 19,-1-1,1 1,-1 0,1 0,-1 0,0 0,-1 1,1-1,-1 1,1 0,-1 0,0 0,0 1,0-1,-1 1,1 0,-1 0,1 0,-1 1,1 0,-1 0,0 0,0 0,0 1,1-1,-1 1,0 1,0-1,0 1,1-1,-1 1,0 1,1-1,-1 1,-3 1,0 6,1-1,0 1,0 1,1-1,0 1,0 0,2 1,-1-1,1 1,1 0,-1 0,2 0,0 1,0-1,1 0,1 1,-1-1,2 1,0 19,1 1,2-1,1 0,2 0,0 0,3-1,0 0,2-1,1 0,1-1,1 0,2-1,1-1,1-1,1 0,1-2,1 0,16 12,-26-24,1 0,0 0,0-2,1 1,0-2,0 0,1 0,15 4,-11-7</inkml:trace>
  <inkml:trace contextRef="#ctx0" brushRef="#br0" timeOffset="9777.999">3160 3237,'-9'23,"2"2,0-1,1 1,2 0,1 0,0 0,2 1,1-1,1 1,1-1,2 1,-4-26,0 0,1-1,-1 1,0 0,1-1,-1 1,1 0,-1 0,0-1,1 1,-1 0,1 0,-1 0,1-1,-1 1,1 0,-1 0,1 0,-1 0,1 0,-1 0,1 0,-1 0,1 0,-1 0,1 0,-1 0,1 1,-1-1,1 0,-1 0,0 0,1 1,-1-1,1 0,-1 1,0-1,1 0,-1 1,0-1,1 0,-1 1,0-1,1 1,-1-1,0 0,0 1,0-1,1 1,-1-1,0 1,0-1,0 1,0-1,0 1,0-1,0 1,0-1,0 1,0-1,0 1,0-1,0 1,0-1,-1 1,1-1,19-129,-7-172,-11 293,-2 4,1 1,0-1,0 1,0 0,0-1,1 1,-1 0,1-1,0 1,0 0,0 0,0-1,1 1,-1 0,1 0,0 1,0-1,0 0,0 1,1-1,1-1,-1 4,0 0,0 1,0-1,0 1,-1 0,1 0,0 0,0 0,-1 1,1-1,0 1,-1-1,0 1,1 0,-1 0,0 0,0 0,0 0,0 1,0-1,0 2,6 4,99 94,-106-100,1 0,0 0,-1 1,1-1,-1 1,1-1,-1 1,0 0,0-1,-1 1,1 0,0 0,-1-1,0 1,1 0,-1 0,0 0,-1 0,1-1,0 1,-1 0,0 0,1 0,-1-1,0 1,0-1,-1 1,1 0,-1-1,1 0,-1 1,0-1,0 0,1 0,-2 0,1 0,0 0,-1 0,-12 9,-2 0,1-1,-2-1,1 0,-1-1,-13 3,11-3,110-13,-81 5,-1 0,1 1,-1 1,0-1,0 1,1 1,-2-1,1 1,0 1,0-1,-1 2,0-1,0 1,0 0,0 0,-1 0,0 1,0 0,-1 1,1-1,-1 1,-1 0,1 0,-1 1,-1-1,1 1,-1 0,0 0,0 4,-2-9,-1 1,1 0,-1 0,0 0,0 0,-1 0,1 0,-1-1,0 1,0 0,0 0,0-1,-1 1,1-1,-1 1,0-1,0 0,0 1,-1-1,1 0,-1 0,1-1,-1 1,0-1,0 1,0-1,-1 0,1 0,-1 0,1 0,-1-1,0 1,-12 4,0 0,-1-1,0-1,0 0,0-1,-10 0,25-3,-73 0,73 0,0 0,0 0,0-1,0 1,-1-1,1 1,0-1,0 0,0 0,1 0,-1 0,0 0,0 0,0 0,1-1,-1 1,1-1,-1 1,1-1,0 0,-1 1,1-1,0 0,0 0,0 0,0 0,1 0,-1 0,1 0,-1 0,1 0,-1-1,2-20</inkml:trace>
  <inkml:trace contextRef="#ctx0" brushRef="#br0" timeOffset="143479.134">5222 5872,'11'142,"-15"347,-3-158,-3 25,7 217,14-468,-11-105,0 0,1 0,-1-1,0 1,0 0,1 0,-1-1,0 1,0 0,1 0,-1 0,0 0,1 0,-1 0,0 0,1-1,-1 1,0 0,1 0,-1 0,0 0,1 0,-1 0,0 1,1-1,-1 0,0 0,1 0,-1 0,0 0,1 0,-1 0,0 1,0-1,1 0,-1 0,0 0,1 1,-1-1,0 0,0 1,0-1,1 0,-1 0,0 1,0-1,0 0,0 1,0-1,0 0,1 1,-1-1,0 0,0 1,0-1,0 0,0 1,0-1,0 0,0 1,-1-1,1 0,6-12</inkml:trace>
  <inkml:trace contextRef="#ctx0" brushRef="#br0" timeOffset="145983.057">5345 6077,'-5'-7,"0"0,0-1,1 0,0 0,0 0,1 0,0 0,1-1,0 0,0 1,0-1,1 0,1-3,-28-271,27 282,-4-26,2 1,0 0,1-1,2 0,1 1,1-1,1 0,2-2,-3 25,0 1,1 0,0 0,-1 0,1 0,0 0,0 1,1-1,-1 1,0 0,1 0,0 0,-1 0,1 0,0 1,0 0,0 0,0 0,0 0,0 1,0-1,0 1,0 0,0 0,0 1,0-1,0 1,0 0,0 0,0 0,0 1,1 0,10 0,221 17,232-13,-57-3,382 5,-285-7,334 26,506-28,-898-13,1011 15,-1171 13,-33-15,-241-1,-15 1,0 1,0-1,0 1,0 0,0-1,0 1,0 0,0 0,0 0,0 0,1 0,-1 0,0 0,0 0,0 0,0 0,0 0,0 1,0-1,0 1,0-1,0 0,0 1,0 0,0-1,0 1,0 0,-1-1,1 1,0 0,0 0,-1 0,1-1,0 1,-1 0,1 0,-1 0,1 0,-1 0,0 0,1 0,-1 0,0 1,0-1,8 108,20 359,6-251,18 36,-17-61,4 128,27 157,-28-221,-9 22,-11 137,10 110,-28-306,-1-214,1 1,0-1,0 1,1-1,0 1,0-1,0 0,0 0,1 1,0-1,0 0,0 0,1-1,-1 1,1 0,1-1,-1 1,0-1,1 0,0-1,0 1,3 2,2-4</inkml:trace>
  <inkml:trace contextRef="#ctx0" brushRef="#br0" timeOffset="148180.219">5236 7744,'14'438,"80"323,-34-308,-36-352,-22-100,-1 1,1-1,0 0,0 0,0 0,-1 0,1 0,0 0,0 0,1-1,-1 1,0-1,0 1,0-1,0 0,0 0,1 0,-1 0,0 0,0 0,0-1,0 1,0-1,0 1,0-1,0 0,2-1,10-1,50-4,0 2,0 4,13 3,2-1,1715-1,-1490-6,164 3,202 13,-156 3,932-13,-955-14,711 14,-1077 14,-93-14,-33 0,1 0,0 0,0 0,0 0,0 0,-1-1,1 1,0 0,0 0,0 0,0 0,-1 0,1 0,0 0,0 0,0-1,0 1,0 0,-1 0,1 0,0 0,0-1,0 1,0 0,0 0,0 0,0 0,0-1,0 1,0 0,0 0,0 0,0-1,0 1,0 0,0 0,0 0,0-1,0 1,0 0,0 0,0 0,0 0,0-1,0 1,0 0,0 0,1 0,-1 0,0-1,-15-5</inkml:trace>
  <inkml:trace contextRef="#ctx0" brushRef="#br0" timeOffset="149065.979">6751 8522,'-28'35,"2"1,1 1,2 2,2 0,1 1,2 1,2 1,2 0,-7 35,20-73,0 1,-1-1,2 0,-1 1,0-1,1 1,0-1,0 1,0-1,0 1,1-1,0 1,0-1,0 0,0 1,1-1,0 0,0 0,0 0,0 0,0 0,1-1,0 1,0-1,0 0,0 1,0-1,1-1,-1 1,2 1,1-2,0-1,0 1,0-1,0 0,1-1,-1 0,0 0,0 0,0 0,0-1,0 0,1 0,-2-1,1 0,0 0,0 0,4-3,89-59,-81 49,-1-1,-1-1,-1 0,0-1,-1-1,-1 0,-1-1,0 0,-2-1,0 0,-1-1,-2 0,0 0,-1-1,-2 0,0 0,-1 0,-1 0,-2-5,1 23,0-1,-1 1,0 0,0 0,0-1,0 1,-1 0,0-1,0 1,-1 0,0 0,1 0,-2 0,1 0,0 1,-1-1,0 1,0-1,0 1,-1 0,1 0,-1 1,0-1,0 1,-1-1,1 1,-1 1,1-1,-1 1,0-1,0 1,0 1,0-1,0 1,0 0,-1 0,1 0,-5 1,3 1,0 1,0 0,0 0,0 1,1-1,-1 2,1-1,0 1,0 0,0 0,0 0,1 1,0 0,0 0,0 0,1 1,-1 0,1 0,0 0,1 0,0 0,0 1,-1 4,-4 9,2 0,0 1,1 0,2 0,0 1,1-1,1 8,0-6,2 0,1 0,0 0,2 0,1 0,0-1,2 0,1 0,0 0,2-1,0-1,1 0,6 7,100 123,-105-135</inkml:trace>
  <inkml:trace contextRef="#ctx0" brushRef="#br0" timeOffset="149478.883">7134 8986,'-126'234,"168"-300,107-185,-148 250,-1 0,0 0,1 0,-1 0,0 0,0 0,1 0,-1 0,0 0,1 1,-1-1,1 0,-1 0,1 1,-1-1,1 0,0 0,-1 1,1-1,0 1,0-1,-1 1,1-1,0 1,0-1,0 1,-1 0,1-1,0 1,0 0,0 0,0 0,0 0,0 0,0 0,0 0,0 0,0 0,-1 0,1 0,0 0,0 1,0-1,0 0,0 1,3 90,-5-53,1-11,2 0,1 0,1-1,1 1,1-1,1 0,2 0,9 18,-7-19</inkml:trace>
  <inkml:trace contextRef="#ctx0" brushRef="#br0" timeOffset="149665.909">7066 9068,'16'-2,"15"-1,16 0,14-2,13-2,12 0,8-2,2 0,-16 0</inkml:trace>
  <inkml:trace contextRef="#ctx0" brushRef="#br0" timeOffset="150167.628">8226 8577,'-22'9,"-1"0,2 2,-1 1,1 1,1 0,1 2,0 0,0 1,2 1,0 1,1 0,1 1,0 1,2 0,0 1,2 1,-7 15,-15 65,32-98,1-1,-1 1,1 0,0 0,0-1,0 1,0 0,1 0,-1-1,1 1,0 0,1-1,-1 1,0-1,1 1,0-1,0 0,0 0,0 1,0-1,1-1,-1 1,1 0,0-1,0 1,2 1,2-1,0 0,0 0,0-1,0 0,0 0,1 0,-1-1,1 0,-1-1,1 0,-1 0,1 0,0-1,-1 0,0 0,6-3,6-1,-1-1,0 0,0-2,0 0,16-10,-15 4,-1 0,0-1,-1 0,-1-2,0 0,-2-1,0 0,0-1,-2 0,-1-1,0-1,-1 0,-2 0,0-1,-1 0,-1 0,-1-1,-1 0,-1 0,-1 0,-1 0,-1 0,-1 0,-4-19,4 29,-1 1,-1 0,0 0,0 0,-1 0,-1 1,0-1,-1 0,4 8,0 1,0 0,0-1,0 1,0 0,-1 0,1 1,-1-1,0 1,0-1,0 1,0 0,0 0,-1 0,1 0,-1 1,1-1,-1 1,1 0,-1 0,0 0,0 1,1-1,-1 1,0 0,0 0,1 0,-2 1,-1 0,1 0,-1 1,1 0,0 0,0 1,0-1,0 1,0 0,0 0,1 1,0 0,-1-1,1 1,1 1,-1-1,0 0,1 1,0 0,0 0,-1 4,-3 6,0 1,1-1,1 1,1 0,0 0,0 11,3 6,1 1,1 0,2 0,2-1,1 0,1 0,2 0,2-1,0 0,2-1,2-1,0 0,2 0,2-2,0 0,4 1,17 19,-26-36</inkml:trace>
  <inkml:trace contextRef="#ctx0" brushRef="#br0" timeOffset="150768.077">8581 8904,'-32'69,"21"-46,0 0,1 0,1 1,2 0,-3 15,9-2,1-37,0 1,0 0,0-1,-1 1,1-1,0 1,0 0,0-1,0 1,1-1,-1 1,0-1,0 1,0 0,0-1,1 1,-1-1,0 1,0-1,1 1,-1-1,1 1,-1-1,0 1,1-1,-1 1,1-1,-1 0,1 1,-1-1,1 0,-1 0,1 1,-1-1,1 0,0 0,-1 0,1 1,-1-1,1 0,-1 0,1 0,0 0,-1 0,1 0,-1 0,1 0,0-1,-1 1,1 0,-1 0,1 0,-1-1,1 1,3-4,-1 1,1-1,-1 0,0 0,0 0,0-1,-1 1,1-1,-1 1,0-1,-1 0,1 0,-1 0,1-2,-1 1,65-252,-66 255,1 1,0 0,-1 0,1-1,0 1,0 0,0 0,0 0,0 0,0 0,1 0,-1 0,1 1,-1-1,1 0,0 1,0-1,0 1,0 0,0 0,0-1,0 1,0 1,0-1,0 0,0 0,1 1,-1-1,0 1,1 0,-1 0,0 0,1 0,-1 0,0 0,0 0,1 1,-1-1,0 1,0 0,1 0,-1 0,1 0,4 2,-1 1,1 0,0 0,-1 1,0-1,0 1,0 1,-1-1,0 1,0 0,0 0,0 0,-1 1,0-1,-1 1,0 0,0 1,0-1,-1 0,1 6,-3-8,-2 0,1 0,0 0,-1 0,0-1,0 1,0 0,-1-1,0 0,0 1,0-1,0 0,0-1,-1 1,0 0,0-1,0 0,0 0,0 0,-1-1,1 1,-1-1,0 0,1 0,-1-1,-30 19,64-13,-7-8,-16 0,-1 0,1 0,-1 0,1 1,0 0,0 0,-1 0,1 1,0 0,-1 0,1 0,-1 1,1 0,-1 0,0 0,0 1,0 0,0 0,0 0,0 0,-1 1,0 0,0-1,4 5,-8-6,1 0,-1 1,1-1,-1 0,0 0,1 0,-1 0,0 1,0-1,-1 0,1 0,0 0,-1 0,0 1,1-1,-1 0,0 0,0 0,0 0,0 0,0-1,-1 1,1 0,0-1,-1 1,1 0,-1-1,0 0,-52 38,53-39,-14 10,-1-2,0 0,-1 0,1-2,-2 0,1-1,-1 0,-8 0,10-5</inkml:trace>
  <inkml:trace contextRef="#ctx0" brushRef="#br0" timeOffset="151368.472">9647 8603,'-4'-5,"3"1,0 1,0-1,-1 1,1 0,-1 0,0 0,0 0,0 0,0 0,-1 0,1 1,-1-1,1 1,-1 0,0-1,0 1,0 1,0-1,0 0,0 1,-1-1,1 1,-1 0,1 0,-1 1,1-1,-1 1,1-1,-1 1,1 0,-1 0,0 1,1-1,-1 1,1 0,-1 0,0 0,-12 12,1-1,1 2,0 0,1 0,1 2,0-1,1 1,1 1,0 0,2 1,0 0,0 0,-1 9,-18 91,26-112,1-1,0 0,0 0,0 0,1 0,0 0,0 0,0 0,1 0,-1 0,1 0,0-1,1 1,-1-1,1 1,0-1,0 0,0 0,0 0,1-1,0 1,2 1,3 0,0-1,1 0,-1-1,1 0,0 0,-1-1,1-1,0 1,1-1,-1-1,0 0,0-1,0 0,0 0,0-1,0 0,-1-1,1 0,0 0,-1-1,0-1,0 1,0-1,-1-1,0 0,0 0,0-1,0 1,2-5,4-8,0-1,-1-1,-2 0,0 0,-1-1,-1 0,-1-1,-1 0,-1 0,-1-1,-1 0,-2 1,0-1,-1 0,-1 0,-4-22,5 22,-2 0,-1 1,-1-1,0 1,-2 0,-1 0,-1 0,0 1,-11-21,16 40,0 0,1 0,-1 0,0 1,0-1,-1 0,1 1,0 0,-1 0,1-1,-1 2,0-1,0 0,0 0,0 1,0 0,0-1,0 1,0 1,-1-1,1 0,0 1,-1-1,1 1,0 0,-1 0,1 0,0 1,-1-1,1 1,0 0,0 0,0 0,-1 0,1 1,0-1,1 1,-2 0,-7 8,0 1,0 0,1 1,1 0,0 1,0 0,1 0,1 1,1 0,0 0,0 1,1-1,1 1,1 0,0 0,1 1,0-1,2 8,-4-1,2 1,1-1,1 1,0 0,2 0,1-1,1 1,0-1,2 0,1 0,0-1,2 0,0 0,2-1,0 0,1 0,1-2,0 1,2-2,0 0,5 3,-13-12,1-1,0 0,0 0,1 0,0-1,0-1,0 1,1-2,0 1,0-1,0-1,0 0,1 0,-1-1,1 0,0-1,-1 0,1-1,8 0,1-7</inkml:trace>
  <inkml:trace contextRef="#ctx0" brushRef="#br0" timeOffset="151753.437">10275 8945,'-30'-28,"26"24,1 1,-1 0,-1 0,1 1,0-1,-1 1,1 0,-1 0,1 0,-1 1,0 0,0-1,0 2,0-1,0 1,0-1,1 1,-1 1,0-1,0 1,0 0,0 0,0 0,0 1,1-1,-1 1,1 0,-1 1,1-1,0 1,0 0,0 0,0 0,0 1,1-1,0 1,-1 0,1 0,1 0,-1 0,0 2,1-2,1 1,-1-1,1 1,0 0,1 0,-1 0,1-1,0 1,0 0,1 0,-1 0,1 0,0-1,1 1,-1 0,1-1,0 1,0-1,0 0,0 1,1-1,0 0,0 0,0-1,3 4,2 0,0 1,1-2,0 1,0-1,0 0,1-1,0 0,0-1,0 0,1-1,1 1,16 2,1-1,0-1,0-1,0-2,0-1,0-1,23-4,8-5</inkml:trace>
  <inkml:trace contextRef="#ctx0" brushRef="#br0" timeOffset="152349.258">11122 8562,'-17'6,"1"1,1 1,-1 0,1 1,0 1,1 0,0 1,1 0,0 1,1 1,0 0,1 0,1 1,0 1,0 0,2 0,0 1,1 0,0 0,1 1,1 1,2-13,1 1,0-1,1 1,-1 0,1-1,0 1,0 0,1 0,0 0,0 0,0-1,1 1,0 0,0 0,0-1,1 1,-1 0,2-1,-1 0,0 1,1-1,0 0,0 0,1 0,-1-1,1 1,0-1,0 0,1 0,-1 0,1-1,0 0,0 0,4 2,0-1,0-2,0 1,0-1,0-1,1 0,-1 0,0 0,1-1,-1-1,0 0,1 0,-1-1,0 0,0 0,0-1,0 0,-1-1,1 0,-1 0,0-1,0 0,0-1,7-5,0 0,-1-1,0-1,-1 0,0-1,-1-1,-1 0,0 0,-1-1,5-12,-3-1,0 0,-2-1,-1-1,-2 0,-1 0,-1 0,-2-1,-1 0,-1 1,-3-22,1 40,-1 1,0 0,0 0,-1 0,-1 1,0-1,0 1,-1 0,-7-11,10 19,0-1,-1 1,1-1,-1 1,0 0,0 0,0 0,0 1,0-1,-1 1,1-1,-1 1,0 0,0 0,0 1,0-1,0 1,0 0,0 0,0 0,0 1,0 0,-1-1,1 1,0 1,0-1,0 1,-1-1,1 1,0 0,-2 1,-1 0,1 1,0 0,0 0,0 0,1 0,-1 1,1 0,0 0,0 0,0 1,0 0,1 0,0 0,0 0,0 1,1-1,0 1,0 0,0 0,1 1,0-1,-1 3,0 6,-1 0,2 1,0-1,1 0,1 1,0-1,1 1,1-1,2 10,10 25,2 1,2-2,3-1,1 0,3-2,2 0,23 29,-19-26,11 37,-39-82,0-6</inkml:trace>
  <inkml:trace contextRef="#ctx0" brushRef="#br0" timeOffset="152831.073">11613 8822,'-6'16,"0"1,1-1,0 1,2 0,0 1,0-1,2 0,0 1,1-1,1 1,1-1,0 0,5 17,1-17,1-24,-3-122,-7 88,1-117,0 156,-1 1,1 1,0-1,-1 1,1-1,0 0,0 1,-1-1,1 1,0-1,0 0,0 1,0-1,0 1,0-1,0 0,0 1,0-1,0 0,0 1,0-1,0 1,0-1,1 0,-1 1,0-1,0 1,1-1,-1 1,0-1,1 1,-1-1,1 1,-1-1,0 1,1-1,-1 1,1 0,-1-1,1 1,0 0,-1-1,1 1,-1 0,1 0,0-1,-1 1,1 0,-1 0,1 0,0 0,-1 0,1 0,0 0,-1 0,1 0,-1 0,1 1,0-1,0 0,94 103,-54-64,-24-24,-1 0,0 1,-2 1,0 0,-1 0,10 18,-22-32,1-1,-1 0,0 1,0-1,0 1,0 0,0-1,-1 1,1 0,-1 0,0-1,0 1,0 0,0 0,0-1,-1 1,1 0,-1-1,1 1,-1 0,0-1,0 1,-1-1,1 1,0-1,-1 0,1 1,-1-1,0 0,0 0,0 0,0 0,-2 1,-9 5,0-1,-1 0,1-1,-1-1,-1 0,1-1,-1 0,1-1,-1-1,-9 0,11 0,-63 8</inkml:trace>
  <inkml:trace contextRef="#ctx0" brushRef="#br0" timeOffset="154112.038">5345 6433,'26'19,"1"-2,-3-3,0 0,-2 2,0 0,-1 2,-1 0,0 2,12 15,-30-33,0 0,-1 1,1-1,-1 1,1-1,-1 1,0 0,1-1,-1 1,-1 0,1 0,0-1,-1 1,1 0,-1 0,0 0,0 0,0 0,-1 0,1 0,-1 0,1-1,-1 1,0 0,0 0,0 0,0-1,-1 1,1-1,-1 1,1-1,-1 0,0 1,0-1,-2 1,-11 9,-1-1,0-1,-1-1,0 0,-1-1,0-1,0 0,-11 1,-12 6,18-5</inkml:trace>
  <inkml:trace contextRef="#ctx0" brushRef="#br0" timeOffset="154570.817">6069 6501,'-1'-5,"0"1,-1 0,1-1,-1 1,0 0,0 0,0 0,-1 0,1 1,-1-1,0 1,0-1,0 1,-1 0,1 0,-1 0,1 1,-1-1,0 1,0 0,0 0,0 0,-1 1,1 0,0-1,-1 1,1 1,-1-1,1 1,-1 0,1 0,-1 0,1 0,-5 1,4 1,-1 0,0-1,1 2,0-1,-1 1,1 0,0 0,0 0,0 1,1-1,-1 1,1 0,0 1,0-1,0 1,1 0,0 0,0 0,0 0,0 0,1 1,0-1,0 1,0-1,0 6,0-3,0 1,1 0,0 0,0-1,1 1,0 0,1 0,0 0,0 0,1-1,0 1,0 0,1-1,0 0,1 0,0 0,0 0,4 2,0-1,0-1,1 1,0-2,1 1,-1-1,1-1,1 0,-1 0,1-1,0 0,1-1,-1 0,1-1,-1 0,1-1,0 0,0-1,0 0,0-1,0 0,0-1,0-1,0 0,0 0,-1-1,1-1,5-2,-10 2,1 0,-2 0,1 0,0-1,-1 0,0-1,0 1,0-1,-1 0,0 0,0-1,-1 0,2-2,9-21</inkml:trace>
  <inkml:trace contextRef="#ctx0" brushRef="#br0" timeOffset="154814.157">6315 6405,'0'4,"0"10,0 10,0 9,0 5,0 7,2 1,1-2,2-1,1-6,1-7,2-6,1-8,5-6,-2-4</inkml:trace>
  <inkml:trace contextRef="#ctx0" brushRef="#br0" timeOffset="155065.485">6656 6459,'-27'7,"0"1,0 1,1 1,0 2,0 0,-12 10,34-21,1 0,-1 0,1 0,-1 1,1-1,-1 1,1 0,0 0,0 0,0 1,0-1,0 1,1-1,-1 1,1 0,-1 0,1 0,0 0,0 1,1-1,-1 1,1-1,0 1,-1-1,2 1,-1 0,0-1,1 1,-1 0,1 0,0-1,1 1,-1 0,0 0,1-1,0 1,1 3,7 5,1 0,0-1,0 0,2-1,-1 0,1 0,0-1,1-1,0 0,1-1,-1 0,1-1,1-1,-1 0,1-1,0 0,0-2,0 1,0-2,9 0,-13 0,1 0,-1-1,1 0,-1-1,0-1,1 0,-1 0,0-1,2-1,15-8</inkml:trace>
  <inkml:trace contextRef="#ctx0" brushRef="#br0" timeOffset="155500.32">6998 6528,'-149'164,"131"-133,26-32,76-66,-59 39,-1 0,-1-2,-1-1,-2 0,-1-1,-2-2,-1 1,-1-2,4-19,-16 85,-5-1,0 0,3 0,0 0,2 0,1 0,1 0,2-1,1 0,1-1,2 1,0-2,12 19,26 19,-29-44</inkml:trace>
  <inkml:trace contextRef="#ctx0" brushRef="#br0" timeOffset="155749.893">7038 6555,'12'5,"15"3,17 6,18 2,14 3,5 1,-1 2,-14-3</inkml:trace>
  <inkml:trace contextRef="#ctx0" brushRef="#br0" timeOffset="156302.927">5195 7429,'15'16,"1"-1,1-1,1 0,0-1,0-1,2-1,4 2,-5-3,-1 1,0 0,0 1,-1 1,-1 1,0 0,10 13,-23-24,-1 0,1 1,-1-1,0 0,0 1,-1 0,1 0,-1-1,1 1,-1 0,0 0,-1 0,1 0,-1 0,1 0,-1 1,-1-1,1 0,0 0,-1 0,0 0,0 0,0 0,-1 0,1-1,-1 1,0 0,0-1,0 1,0-1,-1 0,-1 2,-3 3,0 0,-1 0,0-1,0 0,-1 0,0-1,0 0,0-1,-1 0,0 0,0-1,0 0,-3-1,-7 0,8-5</inkml:trace>
  <inkml:trace contextRef="#ctx0" brushRef="#br0" timeOffset="156629.057">6056 7525,'-8'-7,"0"1,1 1,-2-1,1 1,0 1,-1 0,0 0,0 1,-1 0,1 0,0 1,-1 0,1 1,-1 0,0 0,0 1,1 0,-1 1,0 0,1 1,-1 0,1 0,0 1,-1 0,1 1,1 0,-1 0,0 2,5-4,1 0,-1 1,1-1,0 1,-1 0,2 0,-1 1,0-1,1 0,-1 1,1 0,0-1,0 1,0 0,1 0,-1 0,1 0,0 1,0-1,1 0,-1 0,1 1,0-1,0 0,0 0,1 1,0-1,-1 0,2 0,-1 0,1 3,2 2,0 0,1 0,0 0,0 0,1-1,0 0,0 0,1 0,0-1,1 0,-1-1,1 0,1 1,9 3,0 0,1-1,0-1,0-1,1 0,0-2,0 0,1-1,-1-1,1-1,0-1,-1-1,8-1,-18 0,0 0,0-1,-1 0,1 0,-1-1,1 0,-1-1,0 0,0 0,0-1,-1 0,1-1,16-14</inkml:trace>
  <inkml:trace contextRef="#ctx0" brushRef="#br0" timeOffset="156962.713">6383 7498,'-32'121,"30"-105,1 1,1 0,0 0,1 0,1 0,3 10,-3-13,16 56,-11-63</inkml:trace>
  <inkml:trace contextRef="#ctx0" brushRef="#br0" timeOffset="157300.078">6711 7470,'-45'30,"-126"73,67-62,104-41,-1 0,0 0,1 0,-1 0,1-1,-1 1,0 0,1 0,-1 0,1 0,-1 1,0-1,1 0,-1 0,1 0,-1 0,0 1,1-1,-1 0,1 1,-1-1,1 0,-1 1,1-1,-1 0,1 1,-1-1,1 1,0-1,-1 1,1-1,0 1,-1 0,1-1,0 1,0-1,0 1,-1-1,1 1,0 0,0-1,0 1,0 0,0-1,0 1,0-1,0 1,0 0,0-1,1 1,-1-1,0 1,0 0,1-1,-1 1,0-1,1 1,-1-1,0 1,1-1,-1 1,1-1,-1 1,1-1,-1 0,1 1,-1-1,150 50,-142-48,27 7,-1 0,2-3,-1-1,1-1,0-2,31-2,-41-5,-5-2</inkml:trace>
  <inkml:trace contextRef="#ctx0" brushRef="#br0" timeOffset="157914.279">7038 7538,'-10'15,"0"0,0 0,2 1,0 0,1 0,0 1,1 0,1 1,1-1,1 1,0-1,1 1,1 11,0-28,1-1,0 0,0 1,-1-1,1 1,0-1,0 1,-1 0,1-1,0 1,0-1,0 1,0-1,0 1,0-1,0 1,0-1,0 1,0 0,0-1,0 1,1-1,-1 1,0-1,0 1,0-1,1 1,-1-1,0 1,1-1,-1 0,0 1,1-1,-1 1,1-1,-1 0,0 1,1-1,-1 0,1 1,-1-1,1 0,-1 0,1 0,0 1,-1-1,1 0,-1 0,1 0,-1 0,1 0,-1 0,1 0,-1 0,1 0,0 0,-1-1,1 1,-1 0,1 0,-1 0,1-1,-1 1,23-30,-12-5,-1 0,-2-1,-2 0,-1 0,-1 0,-2-1,-3-20,6-49,-6 103,0 0,1 0,-1 0,1 1,0-1,0 0,0 0,0 0,1 0,-1 1,1-1,-1 0,1 0,0 1,0-1,1 0,-1 1,0-1,1 1,0 0,-1-1,1 1,0 0,0 0,0 0,0 0,1 0,-1 1,0-1,1 1,-1-1,1 1,0 0,-1 0,1 0,0 1,0-1,2 0,6 4,0 0,-1 1,1 0,-1 1,0 0,0 1,-1 0,0 0,0 1,0 0,-1 1,0 0,0 0,-1 0,1 2,-6-7,0 0,0 0,0 0,0 0,-1 0,1 0,-1 0,0 1,0-1,0 0,0 1,0-1,-1 1,0-1,1 1,-2-1,1 1,0-1,-1 1,1-1,-1 1,0-1,0 1,0-1,-1 0,1 0,-1 0,0 1,1-2,-1 1,-1 0,1 0,0-1,-3 3,-104 67,109-71,0 0,0-1,1 1,-1 0,0-1,0 1,1 0,-1-1,0 1,1 0,-1-1,1 1,-1-1,1 1,-1 0,1-1,-1 1,1-1,-1 0,1 1,0-1,-1 1,1-1,0 0,-1 0,1 1,0-1,0 0,-1 0,1 0,0 0,0 0,-1 0,1 0,0 0,-1 0,1 0,0 0,0 0,-1-1,1 1,0 0,0-1,3 2,23 2,-1 0,0 2,0 1,-1 2,0 0,0 1,-1 2,0 0,-1 2,0 1,14 10,-33-20,0 0,0 0,0 1,0-1,0 1,-1 0,0 0,0 0,0 1,-1-1,2 4,-4-7,1 1,-1-1,1 0,-1 0,0 1,0-1,0 0,0 0,-1 1,1-1,0 0,-1 0,0 0,1 1,-1-1,0 0,0 0,0 0,0 0,-1-1,1 1,-1 0,1 0,-1-1,1 1,-1-1,0 1,0-1,0 0,1 0,-3 1,-10 4,1-1,-1-1,-1 0,1-1,0 0,-1-1,1-1,-1 0,0-1,1-1,-1 0,-10-3,-34-4</inkml:trace>
  <inkml:trace contextRef="#ctx0" brushRef="#br0" timeOffset="159485.255">907 6391,'347'28,"427"-14,-377-6,124 28,-254-12,58-9,-236-15,18-1,-1 5,18 7,138 13,-109-10,-63-11,54 8,-111-6,0 0,0-2,1-2,9-1,97 14,-81-1,-63-12,-5-1</inkml:trace>
  <inkml:trace contextRef="#ctx0" brushRef="#br0" timeOffset="160316.592">2287 6241,'-12'-3,"24"12,340 135,-295-105,-56-38,0 0,1 1,-1-1,0 0,0 1,0-1,0 1,0 0,0-1,-1 1,1 0,0-1,-1 1,0 0,1 0,-1 0,0-1,0 1,0 0,0 0,0 0,0-1,0 1,-1 0,1 0,-1 0,1-1,-1 1,0 0,1-1,-1 1,0-1,0 1,0-1,-1 1,-8 8,-1 0,0 0,0-2,-1 1,0-1,-1-1,0 0,0-1,0-1,-7 2,4 0,-326 114,272-100</inkml:trace>
  <inkml:trace contextRef="#ctx0" brushRef="#br0" timeOffset="160831.518">934 5231,'3'21,"0"18,0 15,-1 11,0 7,-1 2,-1 1,3-3,2-10,4-10,-1-15</inkml:trace>
  <inkml:trace contextRef="#ctx0" brushRef="#br0" timeOffset="161534.648">1207 5585,'14'95,"21"19,-34-111,1 1,0-1,0 0,0 0,0 0,1 0,-1 0,1 0,0-1,-1 1,1-1,1 0,-1 0,0 0,0 0,1 0,-1-1,1 1,-1-1,1 0,0 0,-1-1,1 1,0-1,0 0,0 0,-1 0,1 0,3-1,2-1,-1-1,1 0,0-1,-1 0,0 0,0-1,0 0,0 0,-1-1,0 0,0 0,-1-1,1 1,-1-2,-1 1,0 0,0-1,0 0,-1-1,0 1,0 0,-1-1,0 0,-1 0,0 0,0 0,-1 0,0-5,-1 21,1 0,0 1,1-1,0 0,0 0,0 0,1 0,0 0,0-1,1 1,-1-1,2 0,-1 0,1 0,0-1,0 1,0-1,1 0,-1-1,1 0,2 1,1 2,1-1,0-1,0 0,0 0,1-1,0 0,0-1,0 0,0-1,0 0,0 0,1-2,6 1,-12-2,0 1,1-1,-1 0,0-1,0 0,-1 0,1 0,0 0,-1-1,1 0,-1 0,0-1,0 1,0-1,0 0,-1-1,1 1,-1-1,0 0,-1 0,1 0,-1 0,0 0,0-1,-1 0,0 1,1-3,4-15,-1 0,-1-1,-1 0,0 0,-2-1,-1-8,2-72,-4 0,-5 1,-14-74,4 112,5 60,6 27,2 30,3 0,2 0,2 0,2 0,2-1,3 0,2 0,2-1,7 13,-12-33,2 0,0-1,2-1,2 0,0-1,1 0,2-2,0 0,2-1,5 3,19 2,-31-25</inkml:trace>
  <inkml:trace contextRef="#ctx0" brushRef="#br0" timeOffset="161783.98">1822 5381,'-18'-7,"-14"-5,-6 0,9 2,18 3,25 2,26 2,25 2,21 1,13 5,6 4,-2 7,-20 2</inkml:trace>
  <inkml:trace contextRef="#ctx0" brushRef="#br0" timeOffset="162197.63">2355 5790,'5'-26,"-2"0,0-1,-2 1,-1-1,-1 1,-1-1,-1 1,-2-1,-7-23,10 44,2 6,-1-1,1 1,-1 0,1 0,0-1,-1 1,1 0,0-1,-1 1,1 0,0-1,0 1,-1 0,1-1,0 1,0-1,-1 1,1 0,0-1,0 1,0-1,0 1,0-1,0 1,0-1,0 1,0 0,0-1,0 1,0-1,0 1,0-1,0 1,0-1,1 1,-1 0,0-1,0 1,0-1,1 1,-1 0,0-1,1 1,-1 0,0-1,1 1,-1 0,0 0,1-1,-1 1,1 0,-1 0,0-1,1 1,-1 0,1 0,-1 0,1 0,-1 0,1 0,226 58,-225-58,0 0,0 1,1-1,-1 0,0 1,0-1,1 1,-1 0,0 0,0 0,0 0,0 0,0 0,0 1,-1-1,1 0,0 1,-1 0,1-1,-1 1,1 0,-1 0,0 0,0 0,0 0,0 0,0 0,0 0,0 0,-1 0,1 1,-1-1,0 0,-48 102,24-39,23-62,0-1,1 0,0 1,-1-1,1 1,0-1,0 0,0 1,1-1,-1 1,1-1,-1 0,1 1,0-1,0 0,0 0,0 0,0 0,0 1,1-1,-1-1,0 1,1 0,0 0,0-1,-1 1,2 0,6 3,0-2,1 1,-1-1,1 0,-1-1,1 0,0-1,0 0,-1-1,1 1,5-2,-7 1,63-3,1-3,-2-2,22-9,-79 15,64-12</inkml:trace>
  <inkml:trace contextRef="#ctx0" brushRef="#br0" timeOffset="164066.889">8459 6856,'14'9,"1"-1,0 0,0-1,1 0,0-1,0-1,0-1,1 0,0-1,0-1,0-1,9 0,-24-1,0 0,0 0,0 0,0 0,0 0,0 1,-1-1,1 1,0-1,0 1,0 0,-1 0,1 0,0 0,-1 0,1 0,-1 0,1 0,-1 1,0-1,1 0,-1 1,0-1,0 1,0 0,0-1,0 1,-1 0,1-1,0 1,-1 0,1 0,-1 0,0 0,1 0,-1 0,0-1,0 2,1 43,-2 1,-2-1,-8 40,3-25,-16 193,27-214,0-37</inkml:trace>
  <inkml:trace contextRef="#ctx0" brushRef="#br0" timeOffset="164319.214">8487 7224,'18'-2,"18"-1,17-2,11-3,8-2,2-2,-3-1,-7-1,-6 0,-10 0,-12 2</inkml:trace>
  <inkml:trace contextRef="#ctx0" brushRef="#br0" timeOffset="164650.328">9142 6979,'-1'0,"-1"0,1 1,-1-1,1 0,0 1,-1 0,1-1,0 1,0 0,-1 0,1 0,0-1,0 1,0 0,0 1,0-1,0 0,0 0,1 0,-1 1,0-1,1 0,-1 0,0 1,1-1,0 1,-12 26,2 0,1 1,1 0,1 0,2 1,1 6,1-21,0-1,0 1,1 1,0-1,1 0,1 0,0 1,1-1,1 0,0 0,1 0,1 0,4 11,-7-24,1 1,-1-1,1 0,-1 1,1-1,0 0,-1 0,1-1,0 1,1 0,-1 0,0-1,0 0,1 1,-1-1,1 0,-1 0,1 0,-1 0,1-1,0 1,-1-1,1 1,0-1,-1 0,1 0,0 0,-1-1,1 1,0-1,1 0,4-1,0-1,0 0,0-1,-1 1,1-2,-1 1,0-1,0 0,4-4,2-4,0 0,0 0,-1-2,-1 1,0-1,-1-1,-1 0,4-10,-31 54,6-3,2 0,0 1,2 0,1 1,1-1,1 1,2 0,1 1,0 9,2-31,0-1,1 1,-1 0,1-1,0 1,0-1,1 1,0-1,0 0,0 0,1 0,-1 0,1 0,0 0,1-1,-1 1,1-1,1 1,17 11</inkml:trace>
  <inkml:trace contextRef="#ctx0" brushRef="#br0" timeOffset="165078.835">9824 7047,'-8'-12,"-1"0,-1 0,0 2,0-1,-1 1,-1 0,-8-4,16 11,0 0,-1 1,1-1,-1 1,0 0,0 0,0 1,0 0,0 0,0 0,0 0,0 1,0 0,0 0,0 0,0 0,0 1,0 0,0 0,0 0,0 1,0 0,-2 1,-1 1,0 1,0 0,1 0,0 1,0 0,1 0,0 1,0 0,0 0,1 0,0 0,0 1,1 0,0 0,-1 3,4-8,-1 1,1 0,0 0,0 0,0 0,0 0,1 0,0 0,0 0,0 0,0 0,1 0,-1-1,1 1,0 0,0 0,0 0,1 0,-1-1,1 1,0-1,0 1,0-1,1 0,-1 0,1 0,0 0,0 0,0 0,0-1,0 0,0 1,1-1,2 1,9 3,-1-2,1 0,0 0,0-2,0 0,0 0,1-2,-1 1,0-2,0 0,0-1,0-1,0 0,0-1,0-1,-1 0,0 0,1-2,7 0,-18 5,-3 1,0 1,0-1,0 0,1 0,-1 1,0-1,1 1,-1-1,0 1,1-1,-1 1,1 0,-1 0,0 0,1 0,-1 0,1 0,-1 0,1 0,-1 0,0 1,1-1,-1 1,0-1,1 1,-1-1,0 1,1 0,-1-1,0 1,0 0,0 0,0 0,0 0,0 0,0 0,0 0,0 1,-1-1,1 0,0 0,-1 1,1 14,-1 0,0 1,-2-1,0 0,-1 0,0 0,-1 0,-1-1,-1 1,0-1,-7 11,13-25,-87 172,76-150,6-8</inkml:trace>
  <inkml:trace contextRef="#ctx0" brushRef="#br0" timeOffset="165545.114">10111 7074,'17'-2,"-1"1,1 1,0 1,-1 0,1 1,-1 1,0 0,0 1,0 1,0 1,-1 0,9 5,-22-10,1 0,-1 0,1 0,-1 0,0 1,1-1,-1 1,0 0,0-1,0 1,-1 0,1 0,0 0,-1 1,1-1,-1 0,0 0,1 1,-1-1,0 1,-1-1,1 1,0 0,-1-1,1 1,-1-1,0 1,0 0,0 0,0-1,-1 1,1-1,-1 1,1 0,-1-1,0 1,0-1,0 1,0-1,-1 0,1 1,0-1,-2 2,-20 21,19-21,0-1,0 1,1 0,-1 0,1 0,0 1,0-1,1 1,-1 0,1 0,0-1,0 2,2-4,1 0,-1 0,1 0,0 0,0 0,0 0,0-1,0 1,0 0,0-1,0 1,1-1,-1 1,0-1,1 1,0-1,-1 0,1 0,0 0,-1 0,1 0,0 0,0-1,0 1,0 0,0-1,0 1,0-1,0 0,0 0,1 0,4 2,132 49,-130-47,0 0,-1 1,0 1,0-1,0 1,-1 0,0 1,0 0,-1 0,1 1,-2-1,1 1,-1 0,1 3,-4-8,-1 0,0 1,0-1,0 0,0 1,-1-1,1 0,-1 1,0-1,0 1,0-1,0 1,0-1,-1 0,0 1,0-1,0 0,0 1,0-1,0 0,-1 0,0 0,0 0,1 0,-2 0,1-1,0 1,0-1,-1 1,0-1,1 0,-1 0,0 0,0-1,0 1,0 0,-2-1,-4 5,-1-1,-1 0,1-1,-1-1,1 1,-1-2,0 1,0-1,0-1,-1 0,1-1,0 0,0-1,0 0,0 0,-1-1,2-1,-1 0,0-1,1 0,-1 0,-17-13</inkml:trace>
  <inkml:trace contextRef="#ctx0" brushRef="#br0" timeOffset="166131.129">9592 5900,'-7'23,"-5"17,0 9,2 5,1 1,1-5,2-9,3-10</inkml:trace>
  <inkml:trace contextRef="#ctx0" brushRef="#br0" timeOffset="166797.007">9551 5790,'0'-4,"0"-1,1 1,0-1,0 1,0 0,1-1,-1 1,1 0,0 0,0 0,0 0,1 0,0 0,-1 1,1-1,0 1,1 0,-1 0,1 0,-1 0,1 1,0-1,0 1,0 0,0 0,0 0,2 0,3 1,-1-1,1 1,-1 1,1-1,0 2,-1-1,1 1,-1 0,1 1,-1 0,1 0,-1 1,0 0,0 1,0 0,-1 0,1 0,-1 1,0 0,0 1,-1-1,1 1,-1 0,-1 1,1 0,-1 0,0 0,-1 0,2 4,-5-7,0 0,0-1,0 1,-1 0,1 0,-1 0,0-1,-1 1,1 0,0 0,-1 0,0-1,0 1,0 0,-1-1,1 1,-1-1,1 0,-1 1,0-1,-1 0,1 0,0 0,-1 0,0-1,0 1,0-1,0 1,0-1,-1 1,-9 5,0 0,-1 0,0-1,0-1,0 0,-15 3,4-3,21-7,0 1,0 0,1 0,-1 1,0-1,1 1,-1 0,0 0,1 0,-1 0,1 1,-1-1,1 1,0 0,0 0,0 0,0 0,0 1,0-1,0 1,1 0,-1 0,1 0,0 0,0 0,0 0,1 1,-1-1,1 0,-1 1,1-1,0 4,4 4,1 0,0 0,0-1,2 1,-1-1,1 0,1-1,-1 0,2 0,-1 0,1-1,1 0,-1 0,2-1,1 3,0-1,1 0,0-1,0-1,1 0,0 0,1-1,0-1,-1 0,1-1,1-1,-1 0,0-1,1 0,0-1,-1-1,14-1,-21 0,0-1,-1 0,1 0,-1 0,0-1,0 0,0 0,0-1,-1 0,1 0,-1 0,2-2,12-9,-4 37,-12-17,1 0,-1 0,1 0,0 0,0-1,0 1,1-1,0 0,-1 0,1-1,1 0,-1 1,0-2,1 1,0-1,-1 0,1 0,0 0,0-1,0 0,0 0,0 0,5-1,-8-2,0 0,0 0,1 0,-2-1,1 1,0-1,0 0,-1 0,1 0,-1 0,0 0,0 0,0 0,-1-1,1 1,-1-1,0 0,0 1,0-1,0 0,-1 1,1-1,-1 0,0 0,0 0,0 1,-1-1,1 0,-1 0,0 1,-1-3,2 1,0 1,-1 0,1 0,-1 0,0 0,0 0,-1 0,1 0,-1 1,0-1,0 0,0 1,0-1,0 1,-1 0,0 0,0 0,0 0,0 0,0 0,0 1,-1 0,1 0,-1 0,1 0,-1 0,0 1,0-1,0 1,0 0,0 0,0 1,0-1,0 1,0 0,-1 0,1 0,0 1,0-1,0 1,0 0,0 0,-1 1,2 0,0 0,0 0,1 0,-1 0,1 1,-1-1,1 1,0-1,0 1,0 0,0 0,1 0,-1 0,1 0,0 0,0 0,0 1,0-1,0 0,1 1,-1-1,1 0,0 1,0-1,0 1,1-1,-1 0,1 1,0-1,0 0,0 1,0-1,0 0,1 0,-1 0,1 0,0 0,2 2,16 17</inkml:trace>
  <inkml:trace contextRef="#ctx0" brushRef="#br0" timeOffset="167082.282">10412 6282,'0'-19,"2"-10,1-5,2-2,1 3,-2 6,-1 8,0 11,-2 13,-3 11,-1 9,0 8,1 4,5 4,4-1,8-2,7-6,-2-8</inkml:trace>
  <inkml:trace contextRef="#ctx0" brushRef="#br0" timeOffset="168078.717">11122 5859,'-77'282,"73"-264,0-44,7-63,3 0,11-43,-16 129,21-84,-21 84,0 0,0 1,1-1,-1 1,1-1,-1 1,1 0,0 0,0 0,0 0,0 0,0 0,0 0,1 0,-1 1,0-1,1 1,-1 0,1 0,0 0,-1 0,1 0,0 1,0-1,-1 1,1 0,0-1,0 1,2 1,5 1,1 1,-1 0,0 1,0 1,0-1,0 1,-1 1,0 0,0 0,-1 1,1 0,-1 1,-1-1,0 1,0 1,1 1,-6-8,0 0,0 0,-1 1,1-1,-1 0,1 0,-1 1,0-1,0 1,0-1,0 1,-1-1,1 1,0 0,-1-1,0 1,0 0,0 0,0-1,0 1,0 0,-1-1,0 1,1 0,-1-1,0 1,0-1,0 1,0-1,-1 0,1 1,-1-1,1 0,-1 0,0 0,0 0,0 0,0 0,0-1,-2 2,-113 47,43-23,72-27,1 0,-1 1,1-1,-1 1,1-1,-1 1,1 0,-1-1,1 1,0 0,-1 0,1 0,0 0,0 0,0 0,-1 0,1 1,0-1,1 0,-1 1,0-1,0 0,1 1,-1-1,0 1,1-1,-1 1,1 0,0-1,0 1,0-1,0 1,0 0,0-1,0 1,0-1,0 1,1-1,-1 1,1 0,-1-1,1 1,-1-1,1 0,1 2,6 5,0 0,1 0,0-1,0 0,1-1,0 0,0 0,1-1,8 3,4 3,117 53,-136-62,0 1,0 0,-1-1,1 1,-1 1,0-1,0 0,0 1,0 0,-1-1,1 1,-1 0,0 0,0 1,0 1,2 0,2 3,1 0,0-1,1 0,0 0,0-1,1 0,-1-1,1 0,1 0,-1-1,1 0,0 0,0-1,9 1,-17-3,0-1,0 0,1-1,-1 1,1 0,-1-1,1 1,-1-1,1 0,-1 1,1-1,-1-1,1 1,0 0,-1-1,1 1,-1-1,0 1,1-1,-1 0,0 0,1-1,-1 1,0 0,0-1,0 1,0-1,0 0,0 1,0-1,-1 0,1 0,-1 0,1 0,-1-1,0 1,0 0,0-1,0 1,0-1,2-6,0 0,-1 0,-1-1,1 1,-1 0,-1-1,0 1,0 0,-1-1,0 1,0 0,-1 0,0 0,-1 0,-2-6,2 12,0-1,-1 1,1 1,0-1,-1 0,0 1,1 0,-1 0,0 0,0 0,0 0,0 1,-1 0,1 0,0 0,-1 0,1 1,0 0,-1 0,1 0,0 0,-1 0,1 1,0 0,-1 0,1 0,0 1,0-1,0 1,0 0,0 0,0 1,1-1,-1 1,1 0,0-1,-1 2,1-1,0 0,1 0,-1 1,1 0,0-1,-1 1,2 0,-1 0,-1 3,3-2,0 0,0 1,0-1,0 0,1 0,0 0,0 0,1 0,-1 0,1 0,0 0,0-1,1 1,-1-1,1 1,0-1,0 0,1 0,-1-1,1 1,0 0,-1-1,2 0,-1 0,0 0,1-1,-1 0,1 1,0-1,0-1,-1 1,1-1,1 0,-1 0,4 0,25 7</inkml:trace>
  <inkml:trace contextRef="#ctx0" brushRef="#br0" timeOffset="168400.86">11846 6009,'7'0,"0"0,0 0,1 0,-1 1,0 0,1 0,-1 1,0 0,0 0,0 1,-1 0,1 0,-1 0,1 1,-1 0,0 0,5 5,-8-7,0 1,0-1,1 0,-2 1,1 0,0-1,0 1,-1 0,1 1,-1-1,0 0,0 1,-1-1,1 1,0 0,-1-1,0 1,0 0,0 0,-1 0,1 0,-1 0,0 0,0-1,0 1,-1 0,1 0,-1 0,0 0,0 0,0-1,-1 1,1 0,-1 0,-148 151,150-154,-1-1,0 1,1 0,-1 0,1 0,-1 0,1 0,0-1,-1 1,1 0,0 0,-1 0,1 0,0 0,0 0,0 0,0 0,0 0,0 0,0 0,0 0,1 0,-1 0,0 0,1 0,-1 0,0 0,1 0,-1 0,1 0,-1 0,1-1,0 1,-1 0,1 0,0-1,0 1,-1 0,1-1,0 1,0-1,0 1,0-1,0 1,0-1,0 0,0 0,0 1,0-1,56 9,-54-9,150-2,-70-4</inkml:trace>
  <inkml:trace contextRef="#ctx0" brushRef="#br0" timeOffset="172966.389">6970 9491,'-9'18,"0"1,1 0,1 0,1 0,1 1,1 0,0 0,1 0,2 1,0 0,-8 153,9 1,6 0,10 11,4 95,-13-112,-1 0,7-1,18 69,-17-170</inkml:trace>
  <inkml:trace contextRef="#ctx0" brushRef="#br0" timeOffset="173631.653">8581 9546,'-9'16,"-5"20,-4 24,3 25,3 24,6 21,9 17,6 12,4 11,-1 3,3 1,4-6,2-11,7-14,7-19,-4-31</inkml:trace>
  <inkml:trace contextRef="#ctx0" brushRef="#br0" timeOffset="174215.52">9879 9614,'0'-2,"0"3,0 12,-2 19,-4 28,1 29,-3 29,1 28,3 19,8 13,7 8,9-3,11-7,8-13,-1-33</inkml:trace>
  <inkml:trace contextRef="#ctx0" brushRef="#br0" timeOffset="174928.13">11586 9642,'-4'25,"-3"30,-1 33,0 32,4 25,7 22,11 13,9 8,10 1,7-6,0-8,-3-11,-8-33</inkml:trace>
  <inkml:trace contextRef="#ctx0" brushRef="#br1" timeOffset="187322.602">6889 10761,'-2'0,"0"0,0 1,1-1,-1 1,0 0,1-1,-1 1,1 0,-1 0,1 0,-1 0,1 0,-1 0,1 0,0 1,0-1,0 0,-1 1,1-1,1 1,-1-1,0 1,0-1,1 1,-1 0,0 0,1-1,0 1,-1 0,1-1,0 1,0 0,0 0,0 0,0-1,1 1,-1 0,0 0,1-1,-1 1,1 0,0-1,0 1,-1-1,1 1,0-1,0 1,0-1,1 1,-1-1,0 0,0 0,1 0,-1 0,1 0,-1 0,2 1,1-1,0 1,0-1,0 0,1-1,-1 1,0-1,1 1,-1-1,0 0,1-1,-1 1,0-1,1 0,-1 0,0 0,0-1,0 1,0-1,0 0,0 0,0-1,-1 1,1-1,-1 0,0 1,0-2,0 1,0 0,0-1,-1 1,1-1,-1 0,0 1,0-1,0 0,-1 0,1-1,-1 1,0 0,-1 0,1-1,-1 1,1 0,-1-1,0 0,-1 3,0-1,0 1,-1-1,1 1,0 0,-1-1,1 1,-1 0,0 0,0 0,1 0,-1 0,-1 1,1-1,0 1,0-1,-1 1,1 0,0 0,-1 0,1 0,-1 0,0 0,1 1,-1-1,0 1,0 0,-73 3,73-2,-1 0,1 0,-1 0,1 0,-1 0,1 1,0 0,-1 0,1-1,0 2,0-1,0 0,1 1,-1-1,0 1,1 0,0 0,0 0,0 0,0 0,0 0,1 1,-1-1,1 0,0 1,0 0,0-1,0 1,1-1,-1 1,1 0,0 0,0-1,1 1,-1 0,1-1,-1 1,1-1,1 1,-1-1,0 1,1-1,-1 0,1 1,0-1,0 0,1 0,-1 0,0-1,1 1,0 0,-1-1,1 0,2 1,0 1,1-1,-1 0,1-1,0 1,0-1,0 0,0-1,0 1,0-1,0 0,1-1,-1 1,0-1,0-1,1 1,-1-1,0 0,0-1,0 1,0-1,0 0,0-1,-1 1,1-1,-1 0,1-1,-1 1,0-1,-1 0,1 0,-1-1,1 1,-1-1,0 0,-1 0,0-1,1 1,-2-1,1 1,0-1,-1 0,0 0,-1 0,1-2,-2 6,0-1,0 0,0 1,0-1,0 1,0-1,-1 0,0 1,1-1,-1 1,0-1,0 1,0 0,-1-1,1 1,0 0,-1 0,0 0,1 0,-1 0,0 0,0 0,0 1,0-1,0 1,0-1,-1 1,1 0,-1 0,1 0,0 0,-1 0,0 0,1 1,-1-1,1 1,-1 0,-2 0,1 0,0 0,-1 0,1 0,-1 1,1 0,-1-1,1 2,0-1,0 0,0 1,0 0,0 0,0 0,0 1,0-1,1 1,-1 0,1 0,0 0,0 0,0 0,-2 4,3-4,0-1,1 1,0 0,0-1,-1 1,2 0,-1 0,0 0,0 0,1 0,0-1,0 1,0 0,0 0,0 0,0 0,1 0,-1 0,1 0,0 0,0 0,0-1,0 1,0 0,1-1,-1 1,1-1,0 1,0-1,0 0,0 0,0 0,0 0,0 0,1 0,-1-1,1 1,-1-1,1 1,0-1,-1 0,1 0,0 0,0-1,0 1,2 0,0 1,0-1,0 0,0-1,0 1,0-1,1 0,-1 0,0 0,0-1,0 0,0 0,0 0,0-1,-1 0,1 0,0 0,-1 0,1-1,-1 1,0-1,0 0,0-1,0 1,0-1,-1 1,1-3,-4 5,1 0,-1 0,0 0,0 0,0 0,0-1,0 1,-1 0,1 0,0 0,0 0,-1 0,1 0,-1 0,1 0,-1 0,1 0,-1 0,0 0,1 0,-1 0,0 0,0 0,0 1,0-1,0 0,1 1,-1-1,0 1,0-1,-1 1,1-1,0 1,0 0,0-1,0 1,0 0,0 0,-46-10,44 9,1 1,-1-1,0 1,0 0,0 0,1 0,-1 0,0 0,0 1,0-1,1 1,-1 0,0-1,1 1,-1 1,1-1,-1 0,1 1,0-1,-1 1,-1 1,0 0,-1-1,1 1,-1-1,0 0,0 0,0 0,0-1,0 0,-1 0,1 0,0-1,0 0,-1 0,1 0,0 0,-1-1,1 0,0 0,0 0,0-1,0 0,-3-1,-10-1,-435-106,268 66,-3 8,-129-7,133 20,-364-55,251 51,221 27,0-2,-64-11,-109-1,88 1,55 14,105-1,-1-1,1 1,0 0,0 0,0 0,0 0,0-1,0 1,0 0,0-1,0 1,0-1,0 1,0-1,0 0,1 1,-1-1,0 0,0 0,0 0,1 1,-1-1,1 0,-1 0,0 0,1 0,0 0,-1 0,1 0,0 0,-1 0,1 0,0 0,0 0,0-1,0 1,0 0,0 0,0 0,0-1,14-45,-12 41,40-118,19-101,-27 94,-16 64,-2-1,-4 0,-2-1,-4-1,-2 1,-4-8,-2 36,-7-164,14-141,28-34,-33 167,14 100,13-147,-27 253,0 6,-1-1,1 1,0-1,-1 1,1-1,0 1,0-1,0 1,0-1,1 1,-1-1,0 1,1-1,-1 1,1-1,-1 1,1 0,0-1,-1 1,1 0,0-1,0 1,0 0,0 0,0 0,0 0,0 0,1 0,-1 0,0 0,1 1,-1-1,0 0,1 1,-1-1,2 0,124-4,-84 7,867 0,-856 8,-64-7,-2-3</inkml:trace>
  <inkml:trace contextRef="#ctx0" brushRef="#br1" timeOffset="188383.993">4006 8603,'-35'73,"-18"3,-3-2,-3-3,-30 25,220-250,-94 98,-3-1,-3-2,14-36,-23 57,-21 38,0 0,0 0,0 0,0 0,0 1,0-1,1 0,-1 1,0-1,0 1,0-1,0 1,0-1,0 1,0 0,0-1,-1 1,1 0,0 0,0 0,-1 0,1 0,0 0,-1 0,1 0,-1 0,1 0,-1 0,0 0,1 1,2 2,14 18,2-1,0-1,1 0,1-2,1 0,1-2,1 0,66 54,-45-18,-44-51,0 1,0-1,0 0,0 1,-1-1,1 1,-1-1,1 1,-1-1,1 1,-1-1,0 1,0-1,0 1,0 0,0-1,0 1,0-1,0 1,-1-1,1 1,-1 0,1-1,-1 0,0 1,1-1,-1 1,0-1,0 0,0 1,0-1,0 0,0 0,0 0,0 0,-1 0,1 0,0 0,-1 0,0 0,-11 3,-1 0,0 0,0-2,0 0,0 0,0-1,-1-1,1 0,0-1,0-1,0 0,0 0,-4-3,-30-3,-1 2,0 2,0 2,0 3,-3 1,-1 12,49-9</inkml:trace>
  <inkml:trace contextRef="#ctx0" brushRef="#br2" timeOffset="213753.192">9797 10256,'-1'0,"0"0,-1 0,1 0,-1 0,1 0,-1 0,1 0,-1 0,1 1,0-1,-1 1,1-1,-1 1,1-1,0 1,0 0,-1 0,1-1,0 1,0 0,0 0,0 0,0 1,0-1,0 0,0 0,0 0,1 1,-1-1,0 0,1 1,-1-1,1 0,0 1,-1-1,1 1,0-1,0 1,0-1,0 1,0-1,0 1,0-1,1 0,-1 1,0-1,1 1,0 0,2 1,0-1,0 1,0-1,0 0,0 0,1 0,-1-1,1 1,0-1,-1 0,1 0,0 0,0 0,-1-1,1 1,0-1,0 0,0 0,0-1,0 1,-1-1,1 0,0 0,0 0,-1 0,-1 0,1-1,0 0,-1 1,1-1,-1 0,0 0,0 0,1-1,-1 1,-1 0,1-1,0 1,-1-1,1 0,-1 0,0 1,1-1,-1 0,-1 0,1 0,0 0,-1 0,0 0,0 0,1 0,-2 0,1-1,0 1,-1 0,1 0,-1 0,0 0,0 1,0-1,0 0,-1 0,1 0,-1 1,0-1,0 1,1-1,-2 1,1 0,0 0,-1-1,1 1,0 1,0-1,-1 0,1 1,0 0,-1-1,1 1,-1 0,1 0,-1 0,1 1,-1-1,0 1,1-1,-1 1,0 0,0 0,1 0,-1 0,0 1,1-1,-1 1,0-1,1 1,-1 0,1 0,-1 0,1 0,-1 1,1-1,0 1,0-1,0 1,0 0,0 0,0 0,0 0,0 0,1 0,-1 1,2 2,0 1,0-1,0 0,0 0,1 0,0 0,0 1,1-1,-1 0,1-1,0 1,1 0,-1 0,1-1,0 0,0 1,0-1,0 0,1-1,0 1,-1 0,2-1,-1 0,0 0,0 0,1-1,0 1,-1-1,1 0,0-1,0 1,0-1,0 0,0 0,5 0,-7 0,-1-1,1 0,0 1,-1-1,1 0,0 0,-1 0,1-1,0 1,-1-1,1 1,-1-1,1 0,0 0,-1 0,0 0,1-1,-1 1,0-1,0 1,0-1,0 0,0 0,0 0,0 0,0 0,-1 0,1 0,-1-1,0 1,0 0,1-1,-2 1,1-1,0 0,0 1,-1-1,1-2,0-1,-1 0,1 0,-1 0,0 0,0 1,-1-1,0 0,0 0,0 0,-1 0,0 1,0-1,0 1,-1-1,1 1,-1 0,-3-3,4 5,-1 1,0-1,0 1,-1-1,1 1,0 0,-1 0,1 1,-1-1,1 1,-1 0,0-1,0 2,0-1,1 0,-1 1,0 0,0-1,0 2,0-1,0 0,0 1,0 0,0 0,1 0,-1 0,0 1,1-1,-1 1,1 0,-1 0,1 0,0 0,0 1,0-1,0 1,1 0,-1 0,1 0,-1 0,1 1,0-1,0 0,1 1,-2 2,1-4,0 0,1 1,-1-1,0 0,1 1,0 0,-1-1,1 1,0 0,1-1,-1 1,0 0,1 0,-1 0,1 0,0-1,0 1,0 0,1 0,-1 0,1 0,-1 0,1-1,0 1,0 0,0 0,0-1,1 1,-1-1,1 1,-1-1,1 0,0 0,0 0,0 1,0-2,0 1,1 0,-1 0,1-1,-1 1,1-1,0 0,2-1,0 0,-1 0,1-1,0 0,-1 0,1 0,0 0,-1-1,0 0,1 0,-1 0,0-1,0 1,0-1,0 0,-1 0,1 0,-1 0,0-1,0 0,0 1,0-1,-1 0,1 0,-1-1,0 1,0 0,-1-1,1 1,-1-1,0 0,0 1,-1-1,1-4,-1 7,-1 1,1-1,-1 1,0-1,1 0,-1 1,0-1,0 1,0-1,0 1,0 0,0-1,0 1,-1 0,1 0,0 0,-1 0,1 0,-1 0,1 0,-1 1,0-1,1 0,-1 1,-1-1,71 2,504 8,93 24,-251-19,-5 0,-81 8,-194-9,-43-8,-1-4,89-10,-41 1,110 10,52 13,38-2,-115-3,-217-9,-4 0,0 0,0-1,0 1,0-1,0 1,-1-1,1 0,0 1,0-1,0 0,0 0,0 0,0-1,0 1,0 0,0-1,0 0,0 1,0-1,0 0,-1 0,1 0,0 0,-1 0,1 0,-1 0,1-1,-1 1,1 0,-1-1,0 0,0 1,0-1,0 0,0 1,0-1,0 0,0 0,-1 0,1 0,-1-17,0-1,-2 1,0 0,-1 0,-1 0,-1 0,0 1,-1-1,-1 1,-6-9,-18-57,17 34,2-1,3-1,1 0,2-13,-7-485,13-562,5 1014,3 1,7-12,13-182,-17 81,16-60,-22 222,6-110,-10-145,-2 144,-7-374,1 370,9-64,11-26,-5 59,-5 179,-1 0,-1 0,0 0,-1 0,0 0,-1 0,-2-5,2 17,-1 0,0 1,0-1,0 1,0 0,0-1,0 1,0 0,-1 0,1 0,-1 1,0-1,1 1,-1-1,0 1,0 0,0 0,0 0,0 1,0-1,0 1,0-1,0 1,0 0,-1 0,1 0,-1 1,-14-3,-265-32,55 8,-24-15,-164-37,218 32,-90-15,114 43,50 4,-111 15,97 25,55-11,-68-1,-48-14,196 1,-1 1,0-1,1 1,-1-1,1 1,-1 0,1 1,0-1,0 1,0-1,0 1,0 0,1 0,-1 0,1 0,0 1,0-1,0 0,0 1,0 0,1-1,0 1,0 0,0 0,0 0,0 0,1 0,0 0,0 0,0-1,0 1,1 0,-1 1,-1 6,-2 30,1 1,3 1,1-1,2-1,2 1,1-1,13 39,-12-50,-1 0,-2 1,-1 0,-1 0,-2 0,-2 10,1-25,0-8,0 1,0-1,-1 1,0-1,0 0,-1 1,0-1,-1 0,-2 6,1-9,1-3</inkml:trace>
  <inkml:trace contextRef="#ctx0" brushRef="#br2" timeOffset="-212678.681">14044 6842,'16'-3,"-18"26,-92 148,47-95,41-66,-12 20,0 0,2 2,2 0,1 0,-8 32,21-63,1-1,-1 0,0 1,1-1,-1 1,1-1,-1 0,0 1,1-1,-1 0,1 1,-1-1,1 0,-1 0,1 0,0 0,-1 1,1-1,-1 0,1 0,-1 0,1 0,0 0,-1 0,1 0,-1 0,1 0,-1-1,1 1,-1 0,1 0,-1 0,1-1,-1 1,1 0,-1-1,1 1,-1 0,1-1,-1 1,0 0,1-1,-1 1,0-1,1 1,-1-1,0 1,1-1,-1 1,0-1,0 1,0-1,17-8,-2 7,0 0,-1 1,1 1,0 0,-1 1,1 1,0 0,-1 1,0 0,1 2,2 0,12 3,115 28,-166-59,-2 6,19 15,0-1,0 0,0 0,1 0,0 0,-1-1,1 0,1 0,-1 0,0 0,1 0,0-1,0 0,0 1,1-1,-1 0,1 0,1-1,-1 1,0-4,-3-215,0 170,-3 0,-1 1,-5-7,8 41,6 20,0-1,0 0,0 0,0 0,0 0,0 0,0 0,0 1,-1-1,1 0,0 0,0 0,0 0,0 0,0 0,0 0,-1 0,1 1,0-1,0 0,0 0,0 0,0 0,-1 0,1 0,0 0,0 0,0 0,0 0,-1 0,1 0,0 0,0 0,0 0,0 0,0 0,-1 0,1-1,0 1,0 0,0 0,0 0,0 0,-1 0,1 0,0 0,-1 18,40 362,-22-292,-17-88,0 0,0 1,0-1,0 0,0 1,0-1,1 0,-1 0,0 1,0-1,0 0,0 0,1 1,-1-1,0 0,0 0,1 0,-1 1,0-1,0 0,1 0,-1 0,0 0,1 0,-1 1,0-1,0 0,1 0,-1 0,0 0,1 0,-1 0,0 0,1 0,-1 0,0 0,1 0,-1-1,0 1,0 0,1 0,-1 0,0 0,1 0,-1-1,0 1,0 0,1 0,-1 0,0-1,0 1,0 0,1 0,-1-1,0 1,0 0,0 0,0-1,0 1,1 0,-1-1,0 1,0 0,0 0,0-1,0 1,0 0,0-1,0 1,9-25,-3-5,-1 0,-2-1,-1 1,-1-1,-2 0,-1 1,-1-1,-2 1,-6-23,8 44,2 15,2 15,13 69,4-1,10 21,-4-18,12 37,-28-110,-1-34,-9-280,-3 208,-4-1,-3 1,-4 1,-19-57,14 101,6 71,12 14,1 1,3 0,1-1,2 0,2 1,2-2,2 1,2-1,9 21,-4-4,-13-44,9 27,-2 0,-2 1,-1 0,-3 1,0 24,-7-51,-6-30,-39-237,15 122,-6 2,-10-11,38 116,11 21,-1 0,0 1,0-1,0 0,0 0,0 1,0-1,-1 0,1 0,0 1,0-1,0 0,0 0,0 1,0-1,0 0,0 0,-1 1,1-1,0 0,0 0,0 1,-1-1,1 0,0 0,0 0,0 0,-1 1,1-1,0 0,0 0,-1 0,1 0,0 0,0 0,-1 0,1 0,0 0,-1 0,1 0,0 0,0 0,-1 0,1 0,0 0,0 0,-1 0,1 0,0 0,-1 0,1 0,0-1,0 1,0 0,-1 0,1 0,0 0,0-1,0 1,-1 0,1 0,0 0,0-1,0 1,0 0,-1-1,-4 29,5-26,-17 107,-5-1,-5-1,-4-1,-34 75,54-159,11-23,0 1,1 0,-1 0,0-1,0 1,0 0,0 0,0-1,0 1,0 0,0-1,1 1,-1 0,0 0,0-1,0 1,0 0,-1-1,1 1,0 0,0-1,0 1,0 0,0 0,0-1,0 1,-1 0,1 0,0-1,0 1,0 0,0 0,-1-1,1 1,0 0,0 0,-1 0,1 0,0-1,0 1,-1 0,1 0,0 0,-1 0,1 0,0 0,0 0,-1 0,1 0,0 0,-1 0,1 0,0 0,0 0,-1 0,1 0,0 0,-1 0,1 0,0 0,-1 0,5-27,1 0,1 1,1-1,1 1,3-4,-5 15,24-61,4 2,2 2,23-30,-32 54,-1 5,-96 173,27-48,3 2,5 1,-11 41,35-77,11-49,0 1,0-1,1 0,-1 0,0 1,0-1,1 0,-1 0,0 0,0 1,1-1,-1 0,0 0,0 0,1 0,-1 0,0 1,1-1,-1 0,0 0,0 0,1 0,-1 0,0 0,1 0,-1 0,0 0,1 0,-1 0,0 0,0-1,1 1,-1 0,0 0,1 0,-1 0,0 0,0-1,1 1,-1 0,0 0,0 0,1-1,-1 1,0 0,0 0,0-1,0 1,1 0,-1 0,0-1,0 1,0 0,0-1,0 1,0 0,0 0,0-1,0 1,0 0,0-1,0 1,0 0,0-1,13-18,-2-1,0 0,-1-1,-2 0,0 0,1-7,-8 27,-1 1,1 0,-1-1,1 1,-1-1,1 1,-1-1,0 1,1-1,-1 1,0-1,1 1,-1-1,0 1,0-1,0 1,0-1,1 0,-1 1,0-1,0 1,0-1,0 0,0 1,0-1,0 1,0-1,-1 0,1 1,0-1,0 1,0-1,-1 1,1-1,0 1,-1-1,1 1,0-1,-1 1,1-1,-1 1,1 0,0-1,-1 1,1-1,-1 1,1 0,-1 0,0-1,1 1,-1 0,-3 4,1 0,-1 1,1-1,0 1,0 0,1-1,-1 2,1-1,0 0,1 0,-1 1,1-1,0 0,0 1,1-1,0 6,1-8,0-1,1 0,-1 1,1-1,0 0,0 0,0 0,0 0,0-1,0 1,1 0,-1-1,0 1,1-1,-1 0,1 0,-1 0,1 0,0-1,-1 1,1-1,0 1,0-1,0 0,1 0,-3 0,56 6,1-3,0-3,27-3,-74 2,-14 0,0 0,1 0,-1 1,1-1,-1 0,1-1,-1 1,1 0,0-1,0 1,0-1,-1 0,2 0,-1 1,0-1,0-1,1 1,-1 0,1 0,-1-1,-4-100,7 73,-1 18,1-47,-2 1,-2 0,-9-39,6 76,6 21,0 0,0 0,0 1,0-1,0 0,0 0,0 1,-1-1,1 0,0 0,0 0,0 1,0-1,0 0,0 0,-1 0,1 0,0 1,0-1,0 0,0 0,-1 0,1 0,0 0,0 0,0 0,-1 1,1-1,0 0,0 0,-1 0,1 0,0 0,0 0,0 0,-1 0,1 0,0 0,0 0,-1 0,1 0,0-1,0 1,0 0,-1 0,1 0,0 0,0 0,0 0,-1 0,1-1,0 1,0 0,0 0,0 0,-1 0,1-1,-3 19,1-1,1 0,1 1,0-1,1 1,1-1,0 1,3 3,3 30</inkml:trace>
  <inkml:trace contextRef="#ctx0" brushRef="#br2" timeOffset="-205266.407">8472 10938,'0'3,"1"0,-1-1,1 1,0 0,-1-1,1 1,0-1,1 1,-1-1,0 0,1 0,-1 1,1-1,0 0,-1 0,1 0,0-1,0 1,1 0,-1-1,0 1,0-1,1 0,-1 0,1 0,-1 0,1 0,-1 0,1-1,0 1,-1-1,1 0,0 0,-1 0,1 0,0 0,-1-1,1 1,0-1,-1 1,1-1,-1 0,1 0,-1 0,1-1,-1 1,0 0,0-1,0 0,1 0,-1 0,0 0,0 0,0 0,-1 0,1-1,-1 1,1 0,-1-1,0 1,0-1,0 0,0 1,-1-1,1 0,-1 1,1-1,-1 0,0 1,0-1,0 0,0 0,-1 1,1-1,-1 0,0 1,0-1,0 0,0 1,0-1,0 1,-1 0,1-1,-1 1,1 0,-1 0,0 0,0 0,0 0,0 0,0 1,-1-1,1 1,0-1,-1 1,1 0,-2-1,2 2,-1 0,1 0,0 0,0 1,0-1,0 0,-1 1,1-1,0 1,0 0,0 0,0 0,0 0,0 0,1 0,-1 0,0 1,0-1,1 0,-1 1,1 0,-1-1,1 1,0 0,0 0,0 0,0 0,0 0,0 0,0 0,1 0,-1 0,-1 2,1 1,-1-1,1 1,0 0,1-1,-1 1,1 0,0-1,0 1,0 0,0-1,1 1,0 0,1 2,1-2,1-1,-1 0,1 0,0 0,0 0,1 0,-1-1,1 0,-1 0,1 0,0-1,0 0,1 0,-1 0,0 0,1-1,-1 0,1 0,-1 0,1-1,-1 0,1 0,-1 0,1-1,0 0,-1 0,0 0,1-1,-1 1,0-1,0 0,0-1,0 0,0 1,0-2,-1 0,0 0,0 0,0 0,-1-1,1 0,-1 1,0-1,0-1,-1 1,0 0,0 0,0-1,-1 0,1 1,-1-1,0 0,-1 1,0-1,0 0,0 0,0 1,-1-1,0 0,0 1,-1-1,1 0,-1 1,-1 0,0-3,1 5,0 1,1 0,-1 0,0 0,0 0,-1 0,1 0,0 0,-1 1,1-1,-1 1,1-1,-1 1,0 0,1 0,-1 0,0 1,0-1,0 1,1-1,-1 1,0 0,0 0,0 0,0 1,0-1,0 1,1 0,-1-1,0 1,0 0,1 0,-1 1,1-1,-2 1,-3 2,-1 0,1 1,0 0,1 0,-1 0,1 1,0 0,0 0,1 0,0 1,-3 5,5-9,1 1,0-1,0 1,0-1,0 1,1-1,-1 1,1 0,0 0,0 0,1 0,-1 0,1 0,0 0,0 0,0 0,0 0,1 0,0 0,0 0,0 0,0-1,0 1,1 0,0-1,-1 1,1-1,1 1,-1-1,0 0,1 0,0 0,0 0,0 0,0-1,0 1,0-1,1 0,-1 0,2 0,6 3,0-2,1 0,-1 0,1-1,0 0,0-1,0-1,0 1,0-2,-1 0,1 0,0-1,3-2,-12 4,-1-1,1 1,0-1,-1 0,1 0,0 0,-1 0,1-1,-1 1,0-1,1 1,-1-1,0 0,0 0,0 0,0 0,0 0,-1 0,1 0,-1-1,1 1,-1-1,0 1,0-1,0 0,0 1,0-1,-1 0,1 1,-1-1,0 0,0 0,0 0,0 1,0-1,-1 0,1 0,-1 1,0-1,0 0,1 1,-2-1,1 1,0-1,-1 1,1-1,-1 1,1 0,-1 0,0 0,0 0,0 0,0 0,-1 0,-9-3,0 1,-1 1,1 0,-1 0,1 1,-1 1,0 0,0 1,1 0,-1 1,-8 2,19-3,0 0,-1-1,0 1,0 0,1 1,-1-1,0 0,1 1,-1-1,0 1,1 0,-1 0,1 0,-1 0,1 1,0-1,-1 1,1-1,0 1,0 0,0 0,0 0,0 0,1 0,-1 0,3-1,-1 0,1 0,0 1,0-1,-1 0,1-1,0 1,0 0,0 0,0 0,0 0,0-1,0 1,1-1,-1 1,0-1,0 1,0-1,1 1,-1-1,0 0,0 0,1 0,-1 0,0 0,0 0,1 0,0 0,0 0,49 3,0-2,-1-3,17-3,-18 0,-1 3,1 2,44 5,215 27,599-31,-853-1,604 18,-380-6,30-13,-105 0,2853 1,-3053 0,-1 0,0 1,1-1,-1-1,1 1,-1 0,0-1,1 1,-1-1,0 0,1 0,-1 1,0-2,0 1,0 0,0 0,0-1,0 1,0-1,0 1,-1-1,1 0,0 0,-1 0,0 0,1 0,-1 0,0 0,0 0,0-1,0-1,9-18,2-1,-1-1,-2 0,0-1,-1 0,-2 0,-1-1,2-23,7-358,-25 125,-5 153,6 1,6-17,5-1268,-16 1188,15-729,15 740,-15 170,0-2,2 0,1 0,10-39,-1 30,-2-1,-2 0,-3-7,-5-488,9 330,-3-172,-21 170,1 18,14-147,-13 230,-1-62,1 52,-2-1,16 130,-1 1,0 0,1-1,-1 1,0-1,-1 1,1 0,0-1,-1 1,0 0,1-1,-1 1,0 0,0 0,0-1,0 1,-1 0,1 0,0 0,-1 1,1-1,-1 0,0 0,0 1,0-1,0 1,0 0,0-1,0 1,0 0,0 0,-1 0,1 1,0-1,-3 0,-251-49,-442-8,568 41,-1 5,-57 4,-378 18,62 10,162-7,-1043-13,1261 13,-48 16,-18-6,-79-20,176 12,91-16,0 1,0 0,0 0,0 0,0 0,0 0,0 1,0-1,0 0,0 1,0 0,0-1,0 1,1 0,-1 0,0 0,0 0,1 0,-1 1,1-1,-1 0,1 1,-1-1,1 1,0 0,0-1,0 1,0 0,0 0,0 0,0 0,0-1,1 1,-1 0,1 0,-1 2,-4 124,-11 183,14-235,3 0,4 0,3 0,2 63,-6 0,-6 2,0 5,2 13,0-156</inkml:trace>
  <inkml:trace contextRef="#ctx0" brushRef="#br2" timeOffset="-202396.03">14987 5832,'-17'20,"-92"214,-32-29,124-172,17-33,0 1,-1-1,1 1,0-1,0 1,0-1,0 1,0-1,0 1,0-1,0 1,0 0,0-1,0 1,0-1,0 1,0-1,1 1,-1-1,0 1,0-1,0 1,1-1,-1 1,0-1,1 0,-1 1,1-1,-1 1,0-1,1 0,-1 1,1-1,-1 0,1 1,-1-1,1 0,-1 0,1 0,-1 0,1 1,-1-1,1 0,-1 0,1 0,0 0,-1 0,1 0,-1 0,1 0,-1 0,1-1,-1 1,1 0,-1 0,1 0,-1-1,1 1,-1 0,93-26,-14 21,0 3,1 3,45 9,-100-8,6-3,-31 1,1 0,-1 0,0-1,1 1,-1 0,0-1,1 1,-1 0,0-1,0 1,0 0,1-1,-1 1,0-1,0 1,0 0,0-1,0 1,0-1,0 1,0-1,0 1,0 0,0-1,0 1,0-1,0 1,0 0,0-1,0 1,0-1,-1 1,1 0,0-1,0 1,-1 0,1-1,0 1,0 0,-1-1,1 1,0 0,-1-1,1 1,0 0,-1 0,1 0,0-1,-1 1,1 0,-1 0,1 0,-1 0,1 0,0 0,-1 0,1 0,-1 0,1 0,0 0,-1 0,1 0,-5-4,0 0,1 0,-1 0,1-1,0 1,1-1,-1 0,1 0,0 0,0-1,1 1,-1-1,1 1,1-1,-1 0,1 0,0 0,0-2,-33-144,-33-89,36 157,30 84,1 0,-1 0,1 0,-1 1,1-1,-1 0,1 0,-1 0,1 0,-1 0,1 1,0-1,-1 0,1 0,-1 1,1-1,0 0,-1 1,1-1,0 0,-1 1,1-1,0 0,-1 1,1-1,0 1,0-1,0 1,-1-1,1 1,0-1,0 1,0-1,0 1,0-1,0 0,0 1,0-1,0 1,0-1,0 1,0-1,0 1,1-1,-1 1,0-1,0 1,0-1,1 1,-1-1,0 0,0 1,1-1,-1 0,0 1,1-1,-1 0,1 1,-1-1,1 1,66 246,-59-210,-2 0,-2 1,-1-1,-2 1,-2-1,-1 1,-2-1,-6 26,6-46,10-97,-4 44,-1-1,-2 1,-2-1,-1 1,-1 0,-2 0,-2 1,-11-30,-8 15,26 50,1 0,0 0,-1 1,1-1,0 0,0 1,-1-1,1 1,0 0,0-1,0 1,0 0,0 0,0 0,0-1,0 1,0 0,0 1,0-1,0 0,1 0,-1 0,0 0,1 0,-1 1,1-1,-1 0,1 1,0-1,0 0,0 1,-1-1,1 0,0 1,1-1,-1 0,0 1,0-1,1 1,-2 0,-15 114,-19 77,31-184,8-22,63-228,-61 214,-6 27,0 1,0-1,-1 0,1 0,0 0,0 1,0-1,-1 0,1 0,0 0,0 0,-1 0,1 0,0 1,0-1,-1 0,1 0,0 0,0 0,-1 0,1 0,0 0,-1 0,1 0,0 0,0 0,-1 0,1 0,0 0,0 0,-1-1,1 1,0 0,0 0,-1 0,1 0,0 0,0-1,0 1,-1 0,1 0,0 0,0-1,0 1,0 0,-79 136,29-32,45-86,5-17,0-1,0 0,1 0,-1 1,0-1,0 0,0 0,1 0,-1 1,0-1,0 0,1 0,-1 0,0 1,0-1,1 0,-1 0,0 0,0 0,1 0,-1 0,0 0,1 0,-1 0,0 0,1 0,-1 0,0 0,1 0,-1 0,0 0,0 0,1 0,-1 0,0 0,1-1,-1 1,0 0,0 0,1 0,-1 0,0-1,0 1,1 0,-1 0,0 0,0-1,0 1,0 0,1-1,-1 1,0 0,0 0,0-1,0 1,0 0,0-1,0 1,0 0,0 0,0-1,0 1,12-16,-1-1,-1 0,-1 0,0-1,-1 0,-2-1,1 1,-2-1,1-6,13-78,-18 103,-1-1,0 1,0-1,0 0,0 1,1-1,-1 1,0-1,0 1,0-1,0 1,0-1,-1 1,1-1,0 1,0-1,0 0,0 1,-1-1,1 1,0-1,0 1,-1 0,1-1,0 1,-1-1,1 1,0-1,-1 1,1 0,-1-1,1 1,-1 0,1 0,-1-1,1 1,-1 0,1 0,-1 0,1-1,-1 1,1 0,-1 0,1 0,-1 0,1 0,-1 0,0 0,1 0,-1 0,1 1,-1-1,1 0,-1 0,1 0,-1 1,1-1,-1 0,1 0,-1 1,1-1,0 0,-1 1,1-1,-1 1,-26 27,13-8,1 1,1 0,1 1,1 1,1-1,1 1,0 1,2 0,1 0,-1 18,12-2,-6-39,0-1,1 1,-1 0,1-1,0 1,-1 0,1-1,-1 1,1-1,0 1,-1-1,1 1,0-1,0 1,-1-1,1 0,0 1,0-1,0 0,0 0,-1 0,1 1,0-1,0 0,0 0,0 0,0 0,-1-1,1 1,0 0,0 0,0 0,0-1,-1 1,1 0,0-1,0 1,-1-1,1 1,0-1,-1 1,1-1,0 0,-1 1,1-1,7-7,0-1,-1 0,1 0,-2 0,0-1,0 0,0 0,-1-1,-1 1,0-1,0 0,-1 0,1-7,-2-2,-2 20,0 0,0 0,-1 1,1-1,0 0,0 0,0 0,0 0,-1 0,1 0,0 0,0 0,0 0,-1 0,1 0,0 0,0 1,0-1,-1 0,1 0,0-1,0 1,0 0,-1 0,1 0,0 0,0 0,0 0,0 0,-1 0,1 0,0 0,0 0,0-1,0 1,-1 0,1 0,0 0,0 0,0 0,0-1,0 1,0 0,-1 0,1 0,0 0,0-1,0 1,0 0,0 0,0 0,0-1,0 1,0 0,0 0,0 0,0-1,0 1,-4 6,-1 1,1 0,1-1,0 1,0 1,0-1,0 0,1 1,1-1,-1 1,1 0,0 2,1-9,0 0,0 1,0-1,0 0,0 0,0 0,0 0,1 0,-1 1,0-1,1 0,-1 0,1 0,-1 0,1 0,-1 0,1 0,0 0,-1 0,1 0,0 0,0-1,0 1,-1 0,1 0,0-1,0 1,0-1,0 1,0-1,1 1,-1-1,0 0,0 1,0-1,0 0,0 0,1 0,-1 0,0 0,0 0,0 0,0 0,0 0,1-1,47-23,-40 14,-1-1,0-1,0 1,-1-1,-1-1,0 1,0-1,-1 0,2-12,-24 52,10-7,0 0,1 0,2 1,0-1,1 1,1 0,1 0,1 7,-1-26,1 1,-1-1,1 1,0-1,0 0,0 1,0-1,1 1,-1-1,1 1,-1-1,1 1,0-1,0 0,0 1,0-1,0 0,1 0,-1 0,0 0,1 0,0 0,0 0,-1-1,1 1,0-1,0 1,0-1,1 0,-1 1,0-1,0 0,1-1,-1 1,0 0,1-1,-1 1,1-1,-1 0,1 0,-1 0,1 0,0 0,3-3,-1 0,0 0,0 0,-1 0,1-1,-1 0,0 0,0 0,0-1,0 1,-1-1,1 0,-1 0,-1 0,1 0,-1-1,0 1,0-1,0 1,-1-1,0 0,0 0,0 1,-1-1,0-3,1 7,-1 1,0-1,0 0,0 0,0 1,-1-1,1 0,0 1,-1-1,1 0,-1 1,1-1,-1 0,0 1,0-1,0 1,0-1,0 1,0 0,0-1,0 1,0 0,-1 0,1 0,0 0,-1 0,1 0,-1 0,0 0,1 0,-1 1,1-1,-1 1,0-1,0 1,1 0,-1 0,0 0,1 0,-1 0,0 0,0 0,1 0,-1 1,-115 37,99-30,-36 16</inkml:trace>
  <inkml:trace contextRef="#ctx0" brushRef="#br3" timeOffset="-88230.585">3829 1680,'50'3,"1"2,-1 3,-1 2,1 1,-2 3,40 17,-60-22,1 0,-1 2,-1 1,0 2,-1 0,0 2,-1 0,-1 2,0 1,-2 0,0 2,-1 1,12 17,-19-14,-1 0,-1 0,-1 2,-1-1,-1 1,-2 1,-1-1,2 23,9 229,-21-49,-10-1,-10-1,-32 117,23-183,-7-3,-13 16,23-98,30-76,0 0,-1 0,1-1,0 1,-1 0,1 0,-1 0,1-1,-1 1,1 0,-1-1,0 1,1 0,-1-1,0 1,0-1,1 1,-1-1,0 1,0-1,0 0,1 1,-1-1,0 0,0 0,0 1,0-1,0 0,0 0,0 0,1 0,-1 0,0 0,0-1,0 1,0 0,0 0,0-1,1 1,-1 0,0-1,0 1,0-1,1 1,-1-1,0 1,1-1,-13-4,-4 0,0 2,-1 0,0 1,1 1,-1 0,-16 2,3 0,-200 1,-217 32,135 5,-1-15,-121-12,-39-56,186 46,116 19,132-14,0-1,-1-2,0-2,1-2,-35-4,-84-44,122 34,-12-5,2-1,0-3,2-2,0-2,2-2,1-1,1-2,-3-7,14 11,-17-12,2-2,2-2,1-2,3-1,2-2,2-2,-12-27,13-4,3-2,4 0,4-2,-9-71,-26-97,43 200,-5-15,2-1,4 0,-5-65,14 51,4 0,4 1,7-36,-5 82,1 0,2 0,2 1,1 0,2 1,2 0,1 1,16-26,-20 44,-1 0,2 1,0 1,1 0,0 1,1 0,1 1,0 1,0 0,1 1,1 1,-1 1,15-4,32-10,2 3,0 2,19 1,-81 15,222-30,2 9,0 10,91 13,-84 2,0 10,182 37,498 126,-362-65,-522-103,-25-6,-1 0,1 0,-1-1,1 1,-1-1,1-1,0 1,-1-1,1 0,0 0,0 0,-1-1,1 0,0 0,-1-1,1 0,-1 0,1 0,8-7</inkml:trace>
  <inkml:trace contextRef="#ctx0" brushRef="#br3" timeOffset="-85447.15">6014 1707,'-46'26,"1"2,2 2,0 1,-10 14,37-30,0 0,1 1,1 1,1 0,1 1,0 0,1 1,1 1,1-1,0 1,-3 17,9-32,1 0,0 1,0-1,1 1,0-1,0 1,0 0,1-1,-1 1,1 0,1 0,-1-1,1 1,0 0,0-1,1 1,-1-1,1 1,1-1,-1 0,1 0,0 0,0 0,0 0,1-1,-1 1,1-1,0 0,0 0,1-1,-1 1,1-1,0 0,0 0,0 0,0-1,2 1,0-2,1 0,-1-1,1 0,-1 0,1 0,0-1,-1 0,0-1,1 1,-1-1,0-1,0 1,0-2,0 1,0 0,-1-1,1-1,3-2,101-97,-66 56,-2-3,-3-2,-2-1,-2-2,-2-1,-3-2,21-59,-45 99,-1-1,-1 0,0 0,-2 0,0 0,-2-1,0 1,-2-17,1 30,-1 1,0-1,0 1,-1-1,1 1,-1 0,-1-1,1 1,-1 1,0-1,-1 0,1 1,-1-1,0 1,0 0,-1 0,1 1,-1-1,0 1,-1 0,1 1,-1-1,1 1,-1 0,0 0,0 1,0 0,-6-2,-1 3,1 0,-1 0,0 1,0 1,0 0,0 0,0 2,1 0,-1 0,1 1,0 0,0 1,0 1,1 0,0 0,0 1,0 1,1-1,0 2,1-1,-1 2,2-1,-1 1,2 0,-1 1,1 0,1 0,-4 9,5-9,1 0,1 0,0 0,1 0,0 1,0-1,1 1,1-1,0 1,1-1,0 1,0-1,1 1,1-1,0 0,0 0,1 0,1-1,0 1,3 4,15 23,2-1,1-1,2-1,24 23,0 0,-35-38,-1 0,0 1,-2 1,0 0,-2 1,0 1,-1 0,-2 0,-1 1,0 0,-2 0,-1 1,-1 0,-1 0,-1 1,2 42,0-63</inkml:trace>
  <inkml:trace contextRef="#ctx0" brushRef="#br3" timeOffset="-85065.185">6628 2117,'2'-2,"-1"1,0-1,0 1,0-1,0 1,0-1,0 1,0-1,0 0,-1 0,1 1,-1-1,1 0,-1 0,0 0,0 1,0-1,0 0,0 0,0 0,0 0,0 1,-1-1,1 0,-1 0,0 0,1 1,-1-1,0 0,0 1,0-1,0 1,0-1,0 1,-1 0,1-1,0 1,-1 0,1 0,-1 0,1 0,-1 0,1 0,-1 0,0 0,0 1,-6-3,-1 1,1 1,-1 0,1 0,-1 0,1 1,-1 1,1-1,-1 2,1-1,0 1,-1 0,1 0,0 1,0 1,1-1,-1 1,1 0,-1 1,1 0,1 0,-1 0,1 1,0 0,0 0,0 1,1-1,0 1,1 0,-1 1,1-1,1 1,-1 0,1 0,1 0,0 0,0 1,0-1,1 0,0 1,1-1,0 1,0-1,1 1,0-1,0 1,1-1,1 3,1-4,0 0,0-1,0 1,1-1,0 0,1-1,-1 1,1-1,0 0,0-1,1 1,-1-1,1 0,0-1,0 0,0 0,4 1,9 2,1 0,0-2,0 0,1-1,15 0,-5-3,1 0,0-2,0-2,-1 0,0-3,0 0,-1-2,1-2,-2-1,10-5,0-5</inkml:trace>
  <inkml:trace contextRef="#ctx0" brushRef="#br3" timeOffset="-74797.725">8226 1761,'-127'-2,"121"3,0 0,0 1,0-1,0 1,0 1,1-1,-1 1,1 0,0 0,-1 0,2 1,-1 0,0 0,1 0,0 1,-1-1,2 1,-1 0,-1 4,-14 55,19-62,0-1,0 1,0-1,0 1,1-1,-1 0,0 1,1-1,-1 1,1-1,0 0,-1 1,1-1,0 0,0 0,-1 0,1 0,0 1,0-1,0 0,1 0,-1-1,0 1,0 0,0 0,1-1,-1 1,0 0,1-1,-1 1,1-1,-1 0,0 0,1 1,-1-1,1 0,-1 0,1 0,-1 0,1-1,-1 1,1 0,0-1,8-2,0-1,0 0,0 0,-1-1,1-1,-1 1,-1-1,1-1,-1 0,0 0,0-1,-1 0,0 0,-1 0,0-1,0 0,0-1,28-53,-36 69,0 0,0 1,1-1,0 0,0 1,1 0,0-1,0 1,0-1,1 1,0-1,0 1,1-1,0 0,0 0,0 1,1-1,0-1,0 1,0 0,1-1,0 0,0 1,0-2,1 1,0 0,0-1,1 1,-1-2,0 0,0 0,0 0,0-1,0 0,1 0,-1 0,1-1,-1 0,1 0,0 0,-1-1,1 0,0 0,0 0,-1-1,1 0,0 0,-1 0,1-1,-1 0,0 0,1 0,-1 0,0-1,0 0,0 0,-1-1,1 1,-1-1,0 0,0 0,0 0,0-1,-1 1,0-1,1 0,2-9,0-1,-1 1,-1-1,0 0,-1 0,0 0,-1 0,-1 0,-1 0,0-1,-2-14,2-13,-1 41,1 1,0-1,0 1,0 0,0-1,0 1,0-1,0 1,1-1,-1 1,0 0,1-1,-1 1,1 0,0 0,-1-1,1 1,0 0,0 0,0 0,0 0,0 0,0 0,0 0,0 0,0 0,0 0,0 0,1 1,-1-1,0 1,1-1,-1 1,0-1,1 1,-1 0,0-1,1 1,-1 0,1 0,-1 0,1 0,-1 1,0-1,1 0,-1 0,0 1,1-1,-1 1,1 0,15 3,0 1,0 1,-1 1,0 0,0 1,-1 1,0 0,0 1,-1 0,9 10,23 57,-37-55,-7-19,1 1,-1-1,0 1,1-1,0 0,0 0,0 0,0 0,0-1,1 1,-1-1,1 0,-1 0,1 0,0 0,0 0,0-1,0 0,0 0,0 0,0-1,0 1,1-1,1 0,103-13,-100 10,1 0,-1 0,1-1,-1 0,0-1,0 0,-1 0,0-1,0 0,0 0,0-1,-1 0,0-1,-1 1,0-1,0 0,0-1,-1 1,3-9,-8 17,1-1,0 0,-1 1,1-1,-1 0,1 0,-1 1,0-1,1 0,-1 0,0 0,1 0,-1 1,0-1,0 0,0 0,0 0,0 0,0 0,0 0,0 0,0 0,-1 1,1-1,0 0,0 0,-1 0,1 0,-1 0,1 1,0-1,-1 0,0 0,1 1,-1-1,1 1,-1-1,0 0,1 1,-1-1,0 1,0-1,0 1,1 0,-1-1,0 1,0 0,0-1,0 1,0 0,0 0,1 0,-1 0,0 0,0 0,0 0,0 0,0 0,0 0,0 1,1-1,-1 0,0 1,0-1,0 0,0 1,0 0,0 2,-1 0,1 0,-1 0,1 0,0 1,0-1,1 0,-1 0,1 1,-1-1,1 1,0-1,1 0,-1 1,0-1,1 1,0-1,0 0,0 0,0 0,0 1,1-1,-1 0,1 0,0-1,0 1,0 0,0-1,1 1,-1-1,1 1,-1-1,1 0,0 0,0-1,0 1,0 0,1-1,14 9,0-1,1 0,0-2,1 0,0-2,0 0,0-1,0-1,11 0,55 7</inkml:trace>
  <inkml:trace contextRef="#ctx0" brushRef="#br3" timeOffset="-74548.443">10699 1448,'-3'21,"0"16,2 15,4 12,4 7,0 7,0 3,-2 3,-7-5,-7-8,-2-16</inkml:trace>
  <inkml:trace contextRef="#ctx0" brushRef="#br3" timeOffset="-73613.383">10576 1667,'0'-180,"0"178,-1 0,1 0,0 0,0 0,-1 0,1 0,1 0,-1 0,0 0,0 0,1 0,-1 0,1 0,0 0,-1 1,1-1,0 0,0 0,0 1,1-1,-1 0,0 1,0-1,1 1,-1 0,1-1,0 1,-1 0,1 0,0 0,-1 0,1 0,0 0,0 1,0-1,0 1,0-1,0 1,1 0,16 1,1 2,0 1,-1 0,1 2,-1 0,-1 1,9 4,-21-8,6 1,1 1,-1 1,0 0,0 1,0 0,-1 1,0 0,-1 1,1 0,-10-8,0 0,0 1,0-1,0 0,0 1,0-1,0 1,0-1,0 1,0 0,-1-1,1 1,-1 0,0-1,1 1,-1 0,0 0,0-1,0 1,0 0,0 0,0 0,-1-1,1 1,0 0,-1-1,0 1,1 0,-1-1,0 1,0-1,0 1,0-1,0 1,0-1,0 0,0 1,-1-1,1 0,0 0,-1 0,1 0,-1 0,1 0,-2 0,-14 8,0-1,0 0,-1-1,1-1,-2-1,1-1,0 0,-1-1,0-1,-16 0,13-3,35-8,14 3,1 1,0 1,0 1,0 2,0 1,4 1,32 11,-55-9,0-1,0 0,0 0,1-1,-1 0,0-1,1 0,-1-1,0 1,1-2,2 0,-8 2,0-1,-1 0,1 0,0-1,0 1,-1-1,1 1,-1-1,1 0,-1 0,0-1,0 1,0-1,0 0,0 1,0-1,-1-1,1 1,-1 0,0 0,0-1,-1 1,1-1,0 0,-1 0,0 1,0-1,0 0,-1 0,1 0,-1 0,0 0,0 0,0 0,-1 0,1 0,-2-2,0 0,-1 1,0 0,1 0,-2 0,1 0,0 0,-1 0,0 1,0 0,0 0,-1 0,0 0,1 1,-1 0,0 0,-1 0,1 0,0 1,-1 0,1 0,-6-1,11 4,1-1,-1 0,0 1,0-1,0 0,0 1,0-1,0 1,0-1,0 1,0-1,0 0,0 1,0-1,0 1,0-1,0 0,0 1,0-1,0 1,-1-1,1 0,0 1,0-1,0 0,-1 1,1-1,0 0,-1 1,1-1,0 0,-1 0,1 1,0-1,-1 0,1 0,0 1,-1-1,1 0,0 0,-1 0,1 0,-1 0,1 0,-1 0,1 0,0 0,-1 0,1 0,-1 0,1 0,0 0,-1 0,1 0,-1 0,1-1,0 1,-1 0,1 0,0 0,-1-1,1 1,-1 0,11 4,0 1,0-2,0 1,0-1,0-1,1 0,-1 0,1-1,-1-1,1 0,15 3,168 10,-192-13,0-1,0 1,0-1,0 1,0 0,0 0,0 0,0 0,0 0,0 0,0 0,0 1,0-1,0 1,0-1,-1 1,1 0,0 0,0 0,0 0,-1 0,1 0,-1 0,1 1,-1-1,1 1,-1-1,0 1,1-1,-1 1,0 0,0-1,0 1,-1 0,1 0,0 0,-1 0,1 0,-1 0,1 0,-1 0,0 0,-8 18,6-19,1 0,0 0,0 0,0 0,0 0,0 0,1 1,-1-1,0 0,0 0,1 1,-1-1,1 0,-1 1,1-1,0 1,-1-1,1 0,0 1,0-1,0 1,0-1,0 1,0-1,1 0,-1 1,0-1,1 1,-1-1,1 0,-1 1,1-1,0 0,0 0,-1 1,1-1,0 0,0 0,0 0,0 0,0 0,1 0,-1 0,0-1,0 1,0 0,1-1,0 1,7-1,0-1,0 0,0 0,0-1,0 0,-1 0,1-1,-1-1,1 1,-1-1,0-1,-1 1,1-1,-1-1,0 1,0-1,0 0,-1-1,2-3,55-70,-62 80,-1-1,1 1,0 0,-1-1,1 1,0 0,-1-1,1 1,0 0,0 0,-1 0,1 0,0 0,0 0,-1 0,1 0,0 0,-1 0,1 0,0 0,0 0,-1 1,1-1,0 0,-1 0,1 1,0-1,-1 1,1-1,-1 0,1 1,0-1,-1 1,1 0,-1-1,0 1,1-1,-1 1,1 0,-1-1,0 1,1 0,-1-1,0 1,0 0,0-1,0 1,1 0,-1 0,0-1,0 1,0 0,-1 0,1-1,0 2,3 4,1 2,0-1,1 1,0-1,1 1,-1-2,1 1,1-1,-1 1,1-2,0 1,1-1,-1 0,1-1,0 0,0 0,1 0,-1-1,1-1,-1 1,3-1,23 6</inkml:trace>
  <inkml:trace contextRef="#ctx0" brushRef="#br3" timeOffset="-72576.394">12119 1448,'-10'-3,"-1"1,0 0,0 1,0 0,1 0,-1 1,0 1,0 0,0 0,0 1,1 1,-1 0,1 0,0 1,0 0,0 1,-7 4,16-8,-1 0,1 0,0 0,-1 0,1 0,0 1,0-1,0 0,0 1,0-1,0 1,0-1,1 1,-1 0,0-1,1 1,-1-1,1 1,0 0,0 0,-1-1,1 1,0 0,0-1,1 1,-1 0,0 0,0-1,1 1,-1 0,1-1,0 1,-1-1,1 1,0-1,0 1,0-1,0 1,0-1,0 0,1 0,-1 0,0 1,1-1,-1 0,8 3,0 0,1 0,-1-1,1 0,-1 0,1-1,0-1,0 0,0 0,0-1,0 0,0 0,0-1,0-1,-1 0,1 0,0-1,-1 0,0-1,1 0,6-4,-7 3,1-1,-1 0,-1-1,1 0,-1-1,0 1,-1-1,0-1,0 0,-1 0,0 0,0 0,-1-1,-1 0,1 0,-1-1,6-22,0 0,-2-1,-2 1,1-19,0-5,-2-1,-3 0,-3-9,-5 35,6 32,0-1,0 1,0 0,-1-1,1 1,0-1,-1 1,1-1,0 1,-1 0,1-1,0 1,-1 0,1-1,-1 1,1 0,-1 0,1-1,-1 1,1 0,0 0,-1 0,0 0,1-1,-1 1,1 0,-1 0,1 0,-1 0,1 0,-1 0,1 1,-1-1,1 0,-1 0,1 0,-1 0,1 1,-1-1,1 0,0 0,-1 1,1-1,-1 0,1 1,0-1,-1 0,1 1,0-1,-1 1,1-1,0 0,-1 1,1-1,0 1,-11 15,1-1,0 1,1 1,1 0,0 0,2 1,0-1,1 1,-2 14,1-7,0 0,3 1,0-1,1 1,1 0,2 0,1-1,1 4,-2-18,1 1,1-1,0 0,0 1,1-1,0-1,1 1,1-1,-1 1,1-2,1 1,0-1,1 0,-1 0,2-1,-1 0,1 0,9 5,-12-9,0-1,0 0,0 0,0-1,0 1,1-1,-1-1,1 1,0-1,-1 0,1-1,0 0,-1 0,1 0,0-1,-1 0,1 0,-1 0,1-1,-1 0,1 0,-1-1,0 0,0 0,0-1,-1 1,1-1,-1 0,0-1,0 1,0-1,0 0,5-7,-1 1,1-1,-2-1,0 0,0 0,-1-1,-1 0,0 0,-1 0,-1-1,0 1,-1-2,-3-16,-1 32,1-1,0 1,0 0,0-1,0 1,-1-1,1 1,0 0,0-1,-1 1,1 0,0-1,-1 1,1 0,0-1,-1 1,1 0,0 0,-1 0,1-1,-1 1,1 0,0 0,-1 0,1 0,-1 0,1 0,0-1,-1 1,1 0,-1 0,1 1,-1-1,1 0,-1 0,1 0,0 0,-1 0,1 0,-1 0,1 1,0-1,-1 0,1 0,0 1,-1-1,1 0,0 0,-1 1,1-1,0 0,-1 1,1-1,0 1,0-1,0 0,-1 1,1-1,0 1,0-1,0 0,0 1,0-1,0 1,-4 5,0 0,1 1,0-1,0 1,1-1,-1 1,1 0,1 0,0 0,0 0,0 1,1-1,0 0,0 0,1 0,-1 0,2 0,-1 0,1 0,0 0,1 0,-1 0,1-1,2 3,-2-4,0 0,1 0,-1-1,1 1,0-1,0 0,1 0,-1 0,1-1,-1 0,1 1,1-2,-1 1,0-1,0 1,1-2,-1 1,1 0,0-1,0 0,-1-1,1 1,0-1,0 0,0 0,-1-1,1 0,0 0,0 0,-1-1,1 1,-1-2,0 1,1 0,-1-1,0 0,0 0,-1-1,1 1,-1-1,1 0,-1 0,0 0,-1-1,1 0,-1 1,1-3,1-8,-1 0,0-1,-1 1,-1-1,0 1,-1-1,-1 0,-1-2,1-1,0 17,0 0,0 0,0 0,0 0,0 0,0 1,0-1,1 0,-1 0,1 0,-1 0,1 1,0-1,-1 0,1 1,0-1,0 0,0 1,1-1,-1 1,0 0,1-1,-1 1,0 0,1 0,-1 0,1 0,0 0,-1 0,1 0,0 1,0-1,-1 0,1 1,0 0,0-1,0 1,0 0,0 0,4-1,1 0,-1 0,1 1,0 0,-1 0,1 0,0 1,-1 0,1 1,-1-1,1 1,-1 0,0 1,0 0,0 0,0 0,0 0,-1 1,0 0,1 0,-2 1,1-1,0 1,-1 0,0 1,0-1,0 1,-1-1,0 1,2 4,0 53,-6-58,1 0,-1 0,1 0,0 0,0 0,0 0,1 0,-1 0,1 0,0 0,1-1,-1 1,1 0,0-1,0 1,1-1,-1 1,1-1,0 0,0 0,0-1,1 1,-1 0,1-1,0 0,0 0,0 0,0-1,1 1,0 0,3-2,0 1,0-1,1 0,-1-1,0 0,0 0,0-1,0 0,1 0,-2-1,1 0,0-1,0 0,-1 0,1 0,-1-1,0 0,0 0,0-1,-1 0,1 0,-1-1,0 0,-1 0,0 0,0 0,0-1,-1 0,1 0,-2 0,1-1,-1 1,0-1,-1 0,0 0,0 0,0 0,-1 0,0-7,-1 13,0-1,-1 1,1 0,0-1,-1 1,0 0,1-1,-1 1,0 0,0 0,0 0,-1 0,1 0,0 0,-1 0,1 0,-1 0,0 1,1-1,-1 1,0-1,0 1,0 0,0 0,0 0,-1 0,1 0,0 0,0 0,-1 1,1-1,0 1,-1 0,1-1,0 1,-1 0,1 1,0-1,-1 0,1 1,0-1,-1 1,1 0,0-1,0 1,-1 0,1 1,-1 0,-1 0,1 0,-1 0,1 0,0 1,0-1,0 1,0 0,0 0,0 0,1 0,0 0,-1 1,1-1,1 1,-1 0,0-1,1 1,0 0,0 0,0 0,0 0,1 0,-1 0,1 0,0 0,0 0,1 0,-1 0,1 0,0 0,0 0,0-1,1 3,7 7,0 0,1-1,0-1,1 1,0-2,1 1,0-2,0 1,1-2,1 0,-1 0,1-1,13 4,-14-5,86 42</inkml:trace>
  <inkml:trace contextRef="#ctx0" brushRef="#br3" timeOffset="-71049.736">14522 1257,'2'16,"0"-1,2 1,0 0,0-1,1 0,1 0,1 0,1 2,-2-6,-1-1,2 0,-1 0,1 0,1-1,0 0,0 0,1-1,0 0,9 6,-13-11,-1 0,1 0,0 0,0-1,0 0,0 0,0 0,0 0,0-1,1 0,-1 0,1-1,-1 0,1 1,-1-2,0 1,1-1,-1 0,1 0,-1 0,0-1,0 1,0-1,0-1,0 1,1-2,-1-1,1 0,-1 0,-1 0,1 0,-1-1,0 0,0 0,0 0,-1 0,0-1,0 1,-1-1,0 0,0 1,0-1,-1 0,0 0,0-1,-1 1,0 0,0 0,-1-4,0 12,1-1,0 0,-1 0,1 0,0 0,-1 1,1-1,-1 0,1 0,0 0,-1 0,1 0,-1 0,1 0,0 0,-1 0,1 0,0 0,-1 0,1-1,0 1,-1 0,1 0,-1 0,1 0,0-1,-1 1,1 0,0 0,0-1,-1 1,1 0,0 0,0-1,-1 1,1 0,0-1,0 1,0 0,0-1,-1 1,1-1,0 1,0 0,0-1,0 1,0 0,0-1,0 1,0-1,0 1,0 0,0-1,0 1,0 0,0-1,1 1,-1-1,0 1,0 0,0-1,1 1,-1 0,0-1,0 1,0 0,1-1,-3 9,1 0,0-1,0 1,1 0,0 0,1 0,-1-1,1 1,1 0,0-1,0 1,0-1,1 1,0-1,0 0,1 0,0-1,0 1,1-1,-1 0,1 0,1 0,-1-1,1 1,0-1,0-1,1 1,-1-1,1 0,0-1,0 0,0 0,1 0,-1-1,1 0,-1 0,1-1,0 0,-1 0,-1-1,-1 0,0-1,1 1,-1-1,0 0,0-1,0 1,1-1,-2 0,1 0,0-1,0 1,-1-1,1 0,-1 0,0-1,0 1,0-1,0 0,-1 0,0 0,0-1,0 1,0-1,0 1,0-4,5-10,0-1,-2 0,0 0,-1 0,-1-1,0-6,-23 89,19-58,-1 0,1 0,-1 0,1 0,1 0,-1 0,1 0,-1 0,2 0,-1 0,0-1,1 1,0 0,0-1,1 1,-1-1,1 0,0 1,0-1,0-1,0 1,1 0,0-1,0 0,0 1,0-2,0 1,0 0,2 0,4 1,-1 0,1 0,1-1,-1 0,0-1,1 0,-1-1,1 0,0 0,-1-1,1-1,0 0,-1 0,1-1,-1 0,0-1,4-2,5-2,-1 0,1-2,-2 0,1-1,-1-1,-1 0,0-1,11-12,-23 20,-4 3,0 1,0-1,0 1,1-1,-1 1,0-1,0 1,0-1,0 1,0-1,1 1,-1-1,0 1,1 0,-1-1,0 1,1-1,-1 1,0 0,1-1,-1 1,1 0,-1-1,0 1,1 0,-1 0,1-1,-1 1,1 0,-1 0,1 0,-1 0,1 0,-1 0,1 0,-1 0,1 0,-1 0,1 0,-1 0,1 0,-1 0,1 0,-1 0,1 1,-1-1,1 0,-1 0,1 1,-1-1,1 0,-1 1,0-1,1 0,-1 1,0-1,1 0,-1 1,0-1,1 1,-1-1,0 1,0-1,1 6,0 0,1 0,0-1,0 1,0 0,0-1,1 0,0 0,0 0,0 0,1 0,-1 0,1-1,0 0,1 0,-1 0,1 0,0-1,0 1,0-1,0-1,0 1,1-1,4 2,2 0,0 0,0-1,1 0,-1-1,1-1,-1 0,1 0,0-1,0-1,-1 0,5-2,-13 3,0-1,1 0,-1 0,0 0,0-1,0 0,0 0,0 0,0 0,-1 0,1-1,-1 1,1-1,-1 0,0 0,0 0,0-1,-1 1,1-1,-1 0,0 1,0-1,0 0,0 0,-1 0,1-1,-1 1,0 0,0 0,-1-1,0 1,1 0,-1-1,-1 1,1-1,-1 1,0-4,-1 5,1 0,-1-1,0 1,0 0,0 0,0 0,0 1,-1-1,1 0,-1 1,0 0,0-1,0 1,0 0,0 1,0-1,-1 0,1 1,0 0,-1 0,1 0,-1 0,-2 0,-86-1,86 3,0 0,0 1,0 0,0 0,0 0,0 1,1-1,-1 1,1 1,0-1,0 1,0 0,-3 4,6-6,0 0,0 0,1 0,-1 0,1 1,-1-1,1 1,0-1,0 1,0-1,0 1,1-1,-1 1,1 0,-1-1,1 1,0 0,0 0,0-1,0 1,1 0,-1-1,1 1,0 0,0-1,0 1,0-1,0 1,0-1,1 1,-1-1,1 1,4 3,0-1,0 0,0 0,1 0,-1-1,1 0,0 0,1-1,-1 0,0 0,1-1,0 1,-1-2,1 1,0-1,0 0,0-1,0 0,0 0,0-1,0 0,0 0,0-1,-1 0,1 0,0-1,-1 0,0 0,0-1,-1 1,-1 0,-1 0,1 0,0-1,-1 0,0 0,0 0,0 0,0-1,-1 1,0-1,0 0,0 0,0 0,-1 0,0-1,0 1,0-1,-1 1,1-1,-2 0,1 1,0-2,-1 14,1 0,0 0,1 0,0 0,0 0,0 0,1-1,0 1,1-1,-1 1,1-1,0 0,1-1,-1 1,1-1,0 0,0 0,1 0,0-1,0 0,0 0,0 0,0-1,1 0,-1 0,1-1,0 1,0-1,6 0,-3 1,-1-1,1 0,0-1,-1 0,1 0,0-1,0-1,-1 1,1-2,0 1,-1-1,1-1,-1 0,0 0,0-1,0 0,0 0,0-1,-1 0,0-1,0 1,3-5,-1-2,-1 0,0 0,-1-1,0 0,-1 0,0-1,-1 0,-1 0,0 0,1-11,-19 42,9-8,0 1,1-1,0 1,0-1,1 1,0 0,1 0,0 0,1 0,0 3,0-8,1-1,-1 0,1 0,0 0,0 0,0 0,0 0,1 0,0 0,0 0,0 0,0-1,0 1,1-1,0 0,-1 0,1 0,0 0,1 0,-1 0,0-1,1 0,-1 0,1 0,3 2,20 4,0-4</inkml:trace>
  <inkml:trace contextRef="#ctx0" brushRef="#br3" timeOffset="-70796.817">16611 1011,'-13'-9,"-11"-4,-4 2,-3 6,-1 11,-1 12,-5 7,4 0</inkml:trace>
  <inkml:trace contextRef="#ctx0" brushRef="#br3" timeOffset="-68947.767">7844 2609,'-1'-8,"1"1,-1-1,1 1,1-1,-1 1,1-1,0 1,1-1,0 1,0 0,1 0,0 0,0 0,0 0,1 1,0-1,0 1,1 0,0 0,0 0,0 1,1 0,0 0,1-1,-4 5,-1 0,0 0,1 0,-1 1,1-1,-1 1,1-1,-1 1,1 0,-1 0,1 0,-1 0,1 1,-1-1,1 1,-1-1,1 1,-1 0,0 0,1 0,-1 0,0 0,0 1,0-1,0 1,0-1,0 1,0 0,0 0,-1 0,1 0,-1 0,1 0,-1 0,1 2,32 86,-28-51,-6-29,1 0,1-1,0 1,0 0,1-1,0 1,1-1,2 5,-5-12,1-1,-1 0,0 1,0-1,1 0,-1 0,0 0,1 0,-1 0,1 0,-1 0,1-1,0 1,-1-1,1 1,0-1,-1 1,1-1,0 0,0 0,-1 0,1 0,0 0,0 0,-1-1,1 1,0 0,-1-1,1 1,0-1,-1 0,1 0,-1 1,1-1,-1 0,1 0,0-1,51-43,-41 33,-1-1,-1-1,0 1,-1-2,0 1,-1-1,-1-1,-1 1,0-1,-1 0,1-3,-7 19,1 0,0 0,0 0,0 0,-1 0,1 0,0 0,0-1,-1 1,1 0,0 0,0 0,0 0,0 0,-1 0,1 0,0-1,0 1,0 0,0 0,0 0,-1 0,1-1,0 1,0 0,0 0,0 0,0-1,0 1,0 0,-11 22,10-19,0-1,0 1,0 0,0-1,1 1,0 0,-1-1,1 1,0 0,0 0,0-1,1 1,-1 0,1-1,-1 1,1 0,0-1,0 1,0-1,1 1,-1-1,0 0,1 0,-1 1,1-1,0 0,0 0,0 0,0-1,0 1,0 0,1-1,-1 1,0-1,1 0,-1 0,1 0,-1 0,1 0,0-1,-1 1,1-1,2 0,3 2,1 0,-1-1,0 0,1-1,-1 0,1 0,-1-1,1 0,-1 0,0-1,1 0,-1-1,0 0,0 0,-1 0,1-1,-1 0,0-1,0 0,0 0,0 0,-1-1,0 0,0 0,-1-1,0 1,0-1,0 0,-1-1,1-2,4-10,-4 9,-8 27,2-11,1 1,0-1,0 0,0 0,1 0,-1 0,1 0,0 0,1 0,-1 0,1-1,0 1,0 0,1-1,-1 1,1-1,0 0,0 0,1 0,-1 0,1-1,0 1,-1-1,2 0,-1 0,0 0,0-1,1 0,0 0,-1 0,1 0,0 0,0-1,0 0,5 0,9 5,1-2,0 0,-1-2,1 0,0-1,1-1,-1-1,0-1,-1 0,1-2,0 0,-1-1,11-5,-28 10,1-1,-1 0,1 0,-1 0,1 0,-1-1,0 1,0-1,1 1,-1-1,0 0,0 0,-1 0,1 0,0 0,-1 0,1 0,-1-1,0 1,0-1,0 1,0-1,0 1,0-1,-1 1,1-1,-1 0,1 1,-1-1,0 0,0 1,-1-1,1 0,-1 1,1-1,-1 0,0 1,0-1,0 1,0-1,0 1,0 0,-1-1,1 1,-2-1,-2-3,0 0,0 1,-1 0,1 0,-1 0,-1 1,1-1,-1 2,1-1,-1 1,0 0,-1 0,-6-1,11 3,0 0,0 1,0-1,0 1,0 0,0 0,0 0,0 0,0 0,0 1,-1-1,1 1,1 0,-1 0,0 0,0 0,0 1,0-1,1 1,-1-1,1 1,-1 0,1 0,0 0,0 1,0-1,0 0,0 1,0-1,1 1,-1 0,1 0,-1-1,0 4,1-3,0 0,0 0,0 0,0 0,1 0,-1 1,1-1,0 0,0 0,0 1,0-1,1 0,-1 0,1 1,0-1,0 0,0 0,0 0,0 0,1 0,-1 0,1-1,0 1,0 0,0-1,0 0,0 1,1-1,-1 0,1 0,-1 0,1 0,2 1,3 1,0 0,0 0,0-1,1 0,-1 0,1-1,0 0,0-1,-1 0,1 0,0-1,0 0,-3 0,0-1,0 1,0-1,0 0,-1-1,1 1,0-1,-1 0,1 0,-1-1,0 0,0 0,0 0,0 0,0-1,-1 0,0 0,0 0,0 0,0-1,0 0,-1 0,0 0,0 0,0 0,4 72,-5-65,-1 1,1-1,-1 0,1 0,0 0,-1 0,1-1,0 1,0 0,1-1,-1 1,0-1,0 0,1 0,-1 0,1 0,-1 0,1-1,-1 1,1-1,-1 1,1-1,0 0,-1 0,1 0,-1 0,1-1,0 1,-1-1,1 1,-1-1,1 0,-1 0,0 0,1 0,-1-1,0 1,0-1,0 1,0-1,0 0,0 0,0 1,-1-2,1 1,0 0,-1 0,0 0,0-1,1 0,5-12,0 0,-1 0,-1-1,0 1,-1-1,-1 0,0 0,-1-1,-1-4,7-41,-8 60,0 0,0 0,0 0,0 0,1 0,-1 0,0 0,1 0,0 0,-1 0,1 0,0 1,0-1,0 0,0 0,0 1,0-1,1 1,-1-1,0 1,1-1,-1 1,1 0,0 0,-1 0,1 0,0 0,0 0,-1 0,1 1,0-1,0 1,0-1,0 1,0 0,0-1,0 1,0 0,1 1,6 4,0 0,0 2,-1-1,0 1,0 0,0 0,-1 1,0 0,-1 1,1 0,-2 0,1 0,-1 0,-1 1,0 0,61 142,-64-149,1-1,0 1,0-1,1 0,-1 0,0 0,1 0,-1 0,1 0,0-1,0 1,-1-1,1 0,0 0,0 0,0 0,0 0,0-1,1 0,-1 1,0-1,0 0,0 0,0-1,0 1,0-1,0 1,0-1,3-1,82-40,-80 36,1 0,-1 0,-1-1,1 0,-1 0,0-1,-1 0,0 0,0-1,-1 0,0 0,0 0,-1 0,0-1,-1 1,0-1,1-7,-4 15,0 0,0 0,-1 1,1-1,-1 0,1 0,-1 1,0-1,1 1,-1-1,0 1,0-1,0 1,0-1,0 1,0 0,-1-1,1 1,0 0,-1 0,1 0,-1 0,1 0,-1 1,1-1,-1 0,0 1,1-1,-1 1,0-1,0 1,1 0,-1 0,0 0,0 0,1 0,-1 0,0 0,0 0,1 1,-1-1,0 1,1-1,-1 1,1 0,-1 0,0 0,1 0,0 0,-1 0,1 0,0 0,-1 0,1 1,0-1,-1 1,-1 1,1 0,-1 0,0 0,1 0,-1 0,1 0,0 1,0-1,0 1,1-1,-1 1,1 0,0 0,0 0,0 0,1 0,-1 0,1 0,0 0,0 0,0 0,1 0,0-1,-1 1,1 0,0 0,1 0,-1 0,1-1,0 1,0-1,0 1,0-1,0 0,1 0,-1 0,1 0,0 0,0 0,0-1,0 0,1 1,0-1,18 10,1-1,1-1,0-1,0-1,1-1,0-1,0-1,1-2,-1 0,9-2,54 7</inkml:trace>
  <inkml:trace contextRef="#ctx0" brushRef="#br3" timeOffset="-68482.011">10835 2226,'19'3,"1"-1,-1-1,0 0,1-1,-1-2,1 0,-1-1,0 0,0-2,0 0,-1-2,0 0,0 0,0-2,-1 0,9-8,-17 10,0-1,-1 0,0-1,0 0,-1 0,0-1,-1 1,0-1,0-1,-1 1,-1-1,0 0,0 0,-1-1,0 1,-1-1,0-1,-2 12,1-1,-1 1,1-1,-1 1,0-1,1 1,-1-1,0 1,0-1,0 1,0-1,-1 1,1-1,0 1,-1-1,1 1,-1-1,1 1,-1 0,1-1,-1 1,0 0,0-1,0 1,0 0,0 0,0 0,0 0,0 0,0 0,-1 0,1 0,0 0,0 1,-1-1,1 0,-1 1,1-1,-1 1,1 0,0-1,-1 1,0 0,1 0,-1 0,1 0,-1 0,1 0,-1 1,1-1,-1 0,-6 6,1 1,-1 0,1 0,0 0,1 1,0 0,0 0,0 0,1 1,1 0,-1 0,1 0,1 1,0-1,-2 10,-12 53,3 1,3 0,3 0,4 1,2 1,4-1,9 50,-10-113,1 63,-4-53</inkml:trace>
  <inkml:trace contextRef="#ctx0" brushRef="#br3" timeOffset="-67746.915">10903 2308,'584'-40,"-679"47,42 23,52-29,0 0,0 0,0 0,0 1,0-1,0 0,0 1,0-1,1 0,-1 1,1-1,-1 1,1-1,-1 1,1-1,0 1,0 0,0-1,0 1,0-1,0 1,0-1,0 1,1 0,-1-1,0 1,1-1,0 1,-1-1,1 0,0 1,0-1,-1 0,1 1,0-1,1 0,-1 1,6 3,1 0,0 0,-1 0,2-1,-1 0,0-1,1 0,-1 0,1-1,0 0,0 0,0-1,0 0,0-1,0 0,0-1,5 0,-8 1,0 0,1-1,-1 0,1 0,-1 0,0-1,0 0,0 0,0 0,0-1,0 0,-1 0,1-1,-1 1,0-1,0 0,0-1,-1 1,1-1,-1 0,0 0,-1 0,1-1,-1 1,0-1,0 0,-1 0,0 0,0 0,0 0,-2 6,0 0,0 0,-1 0,1 0,0 0,0 0,0 0,0 0,-1 0,1 0,0 0,0 0,0 0,0 0,-1 0,1 0,0-1,0 1,0 0,0 0,0 0,-1 0,1 0,0 0,0 0,0 0,0-1,0 1,0 0,0 0,-1 0,1 0,-5 18,5-16,-1 1,1-1,0 0,1 1,-1-1,0 0,1 0,-1 1,1-1,0 0,0 0,0 0,0 0,0 0,0 0,0 0,1 0,-1 0,1-1,-1 1,1 0,0-1,-1 1,1-1,0 0,0 0,0 0,0 0,0 0,1 0,-1 0,0-1,1 1,3 1,0-1,0 0,0-1,-1 1,1-1,0 0,0-1,0 1,0-1,0 0,0-1,3 0,1-2,-1-1,1 0,-1 0,0-1,0 0,-1-1,1 0,-1 0,-1-1,0 1,0-2,0 1,-1-1,0 0,-1 0,0-1,-1 0,0 0,2-6,5-18,-3 0,0-1,-2 0,-2 0,-1-12,2-1,-3 0,-2-1,-2 1,-5-29,6 73,1 1,-1-1,1 0,-1 0,0 1,0-1,-1 1,1-1,-1 1,0 0,0-1,0 1,0 0,0 0,-2-1,3 4,0 0,0 0,0-1,-1 1,1 0,0 0,0 0,0 0,-1 0,1 0,0 1,0-1,0 0,-1 1,1-1,0 0,0 1,0-1,0 1,0 0,0-1,0 1,0 0,0 0,0 0,1-1,-1 1,0 0,0 0,1 0,-1 0,1 0,-1 1,1-1,-1 1,-8 16,0 0,2 0,0 1,1 1,1-1,1 1,0 0,2-1,0 1,2 10,-2-6,1 1,1 0,2-1,0 1,2 0,0-1,2 0,1 0,0-1,2 0,1 0,1-1,0 0,2-1,0 0,2-1,3 3,5-1,-5-9</inkml:trace>
  <inkml:trace contextRef="#ctx0" brushRef="#br3" timeOffset="-67261.614">11750 2007,'174'38,"-108"-26,0 3,-1 3,14 8,-74-25,0 0,0 1,-1-1,1 1,-1 0,1 0,-1 1,0-1,0 1,0 0,0 0,0 0,-1 0,0 1,1 0,-1 0,0 0,-1 0,1 0,-1 0,0 1,0-1,0 1,-1-1,2 5,-35 125,31-133,1 0,0 1,0-1,1 0,-1 0,0 0,0 0,0 1,1-1,-1 0,1 0,-1 0,1 0,-1 0,1 0,0 0,-1 0,1 0,0 0,0 0,0-1,0 1,-1 0,1 0,0-1,0 1,1-1,-1 1,0-1,0 1,0-1,0 0,0 1,0-1,1 0,-1 0,0 0,0 0,0 0,1 0,-1 0,1-1,51-9,-47 7,0 0,-1 0,0-1,0 1,0-1,0 0,0-1,-1 1,0-1,0 0,0 0,0 0,-1-1,0 1,0-1,-1 0,1 1,-1-1,0-1,-1 1,1 0,-2 2,1 0,0-1,-1 1,0 0,0 0,0 0,-1 0,1 0,-1 0,0 0,0 0,-1 0,1 1,-1-1,1 0,-1 1,0-1,-1 1,1-1,-1 1,1 0,-1 0,0 0,0 1,0-1,-1 1,1-1,0 1,-1 0,0 1,1-1,-5-1,1 1,0 1,0-1,-1 1,1 0,-1 1,1 0,0 0,-1 1,1 0,-1 0,1 0,0 1,0 0,0 1,0-1,0 2,0-1,1 1,-1-1,1 2,0-1,1 1,-1 0,1 0,0 0,0 1,0 0,1 0,0 0,0 1,0-1,1 1,0 0,3-3,0 0,0 1,0-1,0 0,1 0,0 1,0-1,0 0,0 0,1 0,-1 0,1 0,0-1,0 1,1 0,-1-1,1 0,-1 1,1-1,0 0,1 0,-1-1,0 1,1-1,-1 1,1-1,0 0,0-1,0 1,0-1,0 1,0-1,0-1,0 1,1 0,-1-1,0 0,2 0,33 6</inkml:trace>
  <inkml:trace contextRef="#ctx0" brushRef="#br3" timeOffset="-66945.461">12488 1857,'-6'-1,"0"0,0 1,0-1,1 1,-1 0,0 1,0 0,0-1,1 2,-1-1,1 1,-1-1,1 2,-1-1,1 1,0-1,0 1,0 1,0-1,1 1,0 0,-1 0,1 0,0 0,1 1,-1-1,1 1,0 0,0 0,1 1,-1-1,1 0,0 1,1 0,-1-1,1 1,0 0,1-1,-1 1,1 0,1 2,3 10,0-1,2 1,0-1,1 0,1 0,0 0,1-1,1-1,3 3,25 46,11 47,-47-107,0-1,0 1,0-1,0 0,1 0,-1 0,1 0,0-1,0 1,0-1,0 0,0 1,0-1,1-1,-1 1,1 0,0-1,-1 0,1 0,0 0,0 0,2 0,92 0,-74-3,116-7,-72 2</inkml:trace>
  <inkml:trace contextRef="#ctx0" brushRef="#br3" timeOffset="-66285.497">13484 2144,'-9'-1,"0"0,0 0,0 1,0 0,0 1,0 0,1 0,-1 1,0 0,0 0,1 1,0 0,-1 1,1-1,1 2,-1-1,0 1,1 0,0 1,0 0,1 0,-5 5,10-10,0 0,0 1,0-1,1 0,-1 0,0 0,1 0,-1 1,1-1,-1 0,1 1,0-1,-1 0,1 1,0-1,0 0,0 1,0-1,0 0,0 1,0-1,1 0,-1 1,0-1,1 0,-1 1,1-1,0 0,-1 0,1 0,0 1,0-1,-1 0,1 0,0 0,0 0,0 0,0-1,0 1,1 0,-1 0,0-1,0 1,0-1,1 1,-1-1,0 1,1-1,-1 0,0 0,1 1,-1-1,0 0,1 0,12 0,-1 0,0-1,1 0,-1-1,0-1,0 0,0 0,0-1,-1-1,0 0,0-1,0-1,0 1,-1-2,1 0,3-7,0 0,-1 0,-1-1,0-1,-1 0,-1-1,0-1,-2 1,0-2,-1 1,-1-1,-1 0,-1 0,0-1,-2 0,0 0,-1 0,-2 0,0-8,0 25,1-5,0 1,-1-1,0 0,-1 0,1 1,-2-1,1 0,-1 1,-1-1,0 1,-3-7,5 13,-1 1,1 0,-1-1,0 1,0 0,1 0,-1 0,0 1,0-1,0 0,0 1,0-1,0 1,0 0,0-1,0 1,0 0,0 0,0 0,-1 1,1-1,0 0,0 1,0 0,0-1,1 1,-1 0,0 0,0 0,0 0,1 0,-1 0,0 1,1-1,-1 1,1-1,0 1,-1-1,1 1,0 0,0-1,0 1,0 0,0 0,0 0,-6 11,0 0,1 0,1 1,0 0,0 0,2 0,0 1,0-1,1 1,1-1,0 1,2 0,-1-1,2 1,2 12,-1-7,1 1,1-1,1 0,1-1,1 1,0-1,1-1,2 1,0 0,-5-10,0-1,0 0,0 0,1 0,0-1,1 0,-1 0,1-1,1 0,-1 0,1-1,0 0,0 0,1-1,-1-1,1 1,0-2,0 1,3-1,-5-1,-1-1,0-1,0 1,1-1,-1 0,0-1,0 0,0 0,0-1,0 1,-1-1,1-1,-1 1,0-1,0 0,0-1,0 0,-1 1,0-2,0 1,0-1,-1 1,1-3,2-2,0 0,-1 0,-1 0,0-1,0 0,-1 0,0 0,-1-1,0 0,-1 1,-1-1,1 0,-2-11,1 21,-1-1,0 1,0 0,0 0,0 0,-1 0,1-1,0 1,-1 0,1 0,-1 0,0 0,0 0,0 0,0 0,0 0,0 1,-1-1,1 0,0 1,-1-1,1 0,-1 1,0 0,0-1,1 1,-1 0,0 0,0 0,0 0,0 1,0-1,0 0,0 1,-1-1,1 1,0 0,0 0,0 0,0 0,-1 0,1 0,-2 1,-1 2,0 1,0 0,0 0,0 0,0 1,1-1,0 1,0 0,0 0,1 1,0-1,0 1,0 0,0 0,1 0,0 0,1 0,-1 0,1 0,0 1,0-1,1 0,0 1,0-1,1 1,0-1,0 1,0-1,1 1,0-1,0 0,1 0,0 0,0 0,0 0,1-1,0 1,0-1,0 0,0 0,1 0,0-1,0 0,0 0,1 0,-1 0,5 1,122 48,-61-33</inkml:trace>
  <inkml:trace contextRef="#ctx0" brushRef="#br3" timeOffset="-65701.47">15205 1953,'-13'4,"0"-1,0 1,1 1,0 0,0 1,0 0,1 1,0 0,0 1,1 0,0 1,0 0,1 0,0 1,1 0,0 1,1 0,0 0,0 1,-1 6,7-15,0 0,0 1,0 0,1-1,0 1,0-1,0 1,0 0,0-1,1 1,0-1,0 1,0-1,0 1,0-1,1 0,-1 1,1-1,0 0,0 0,0 0,0 0,1-1,-1 1,1-1,-1 1,1-1,0 0,0 0,0 0,0 0,1-1,-1 1,0-1,1 0,-1 0,1 0,-1 0,1-1,0 1,-1-1,9 0,0 0,0-1,0 0,0-1,0 0,-1-1,1 0,-1-1,0 0,0-1,0 0,0-1,-1 0,0 0,-1-1,1-1,-1 0,0 0,-1 0,0-1,-1-1,0 1,0-1,-1 0,0-1,0 0,-2 1,4-10,0 1,-1-1,0 1,-1-2,-2 1,0 0,-1-1,-1 0,-1 0,0 0,-2 1,-1-1,-2-13,2 30,1 0,-1 0,0 1,0-1,0 0,0 1,-1-1,1 1,-1 0,0 0,0 0,0 0,-1 1,1-1,-1 1,1 0,-1 0,0 0,0 0,1 1,-1-1,0 1,-1 0,1 0,0 1,0-1,0 1,-1 0,1 0,0 0,0 1,0-1,0 1,-1 0,1 0,0 1,1-1,-1 1,0 0,0 0,1 0,-1 0,1 1,-1 0,1-1,-1 3,-5 4,0 1,1 0,1 1,-1 0,2 0,0 0,0 1,1-1,0 1,1 1,1-1,0 1,0-1,1 1,1 0,0 0,1 0,0 0,1 0,1-1,0 3,1 11,1-1,1 1,1-1,1 0,1 0,2 0,0-1,1-1,2 0,0-1,2 0,0-1,1 0,1-2,7 6,-22-22,1 0,-1 0,0 0,1 0,0 0,0-1,0 1,0-1,0 0,0 0,1 0,-1 0,0-1,1 1,0-1,-1 0,1 0,0 0,0-1,-1 1,1-1,0 0,0 0,0 0,-1-1,1 1,1-1,7-10</inkml:trace>
  <inkml:trace contextRef="#ctx0" brushRef="#br3" timeOffset="-64993.821">15546 2076,'9'222,"2"-188,-9-35,-1 0,0 1,0-1,0 0,0 1,0-1,0 0,0 0,0 0,0 0,-1 0,1 0,0 0,0 0,-1-1,1 1,-1 0,1 0,-1-1,0 1,1 0,-1 0,0-1,0 1,0 0,0-1,0 1,0 0,0-1,10-130,-9 91,2 0,2 0,2 1,1 0,2 0,-10 39,19-44,-18 44,-1 0,1 0,-1 0,1-1,0 1,0 0,-1 0,1 1,0-1,0 0,0 0,0 0,0 1,0-1,0 0,0 1,0-1,0 1,1-1,-1 1,0-1,0 1,0 0,1 0,-1 0,0 0,0-1,1 2,-1-1,0 0,0 0,0 0,1 1,-1-1,1 1,4 4,1 1,-1 0,-1 0,1 0,-1 1,0 0,-1 0,1 0,-1 1,-1-1,1 1,1 8,-1-11,-1 0,0 0,-1 0,1 1,-1-1,0 1,-1 0,1 0,-1-1,0 1,0 0,-1 0,0 0,0 0,0 0,-1 0,0 0,0 0,0 0,-1-1,0 1,0 0,0-1,-1 0,0 1,0-1,-2 3,-4-2,1-1,-1 0,0-1,0 0,0 0,-1 0,1-2,-1 1,0-1,0 0,0-1,0 0,-5-1,14 0,25 1,0 0,0 2,0 0,0 2,0 1,-1 1,8 3,-22-8,1 0,-1 1,0 0,0 1,0 0,0 0,-1 1,0 0,0 0,0 1,0 0,-1 0,0 1,0 0,-1 0,0 1,0 0,-1 0,4 7,-8-12,-1 0,1 1,-1-1,0 0,0 1,0-1,0 1,0-1,-1 0,1 1,-1-1,0 0,0 1,-1-1,1 0,0 0,-1 0,0 0,0 0,0-1,0 1,0-1,0 1,-1-1,1 1,-1-1,0 0,0 0,0-1,-1 2,-97 39,78-36,-1-2,0-1,-1 0,1-2,-7-1,8-8,25 2</inkml:trace>
  <inkml:trace contextRef="#ctx0" brushRef="#br3" timeOffset="-59492.951">10002 11212,'-1'39,"3"0,1 0,1 0,4 7,-1-16,13 50,-5 1,3 47,-12 283,-6-138,28 0,-56-140,27 32,1-162,0 0,0-1,0 1,1 0,-1 0,1-1,-1 1,1 0,0 0,0-1,0 1,0-1,1 1,-1-1,1 1,-1-1,1 0,0 0,0 0,0 0,0 0,0 0,0-1,1 1,-1-1,0 1,1-1,0 0,-1 0,1 0,-1 0,1 0,0-1,0 1,-1-1,1 0,0 0,0 0,0 0,279-2,451-27,476 53,-352 4,-533-21,549 36,-508-21,288 19,-582-40,-82-7,-7 3</inkml:trace>
  <inkml:trace contextRef="#ctx0" brushRef="#br3" timeOffset="-58665.435">12938 12755,'-1'1,"0"0,0 0,1-1,-1 1,0 0,1 0,-1 0,1 0,-1 0,1 0,-1 0,1 0,0 0,-1 0,1 0,0 0,0 0,0 0,0 1,0-1,0 0,0 0,0 0,0 0,1 0,-1 0,0 0,1 0,-1 0,1 0,-1 0,1 0,-1 0,1 0,0 0,0-1,-1 1,1 0,0 0,0-1,0 1,0 0,0-1,44 26,77 23,-71-31,0 2,-2 3,-1 1,0 3,29 23,-4 28,-70-75,-1 0,-1 1,1-1,0 0,-1 1,0-1,0 1,0 0,0-1,0 1,-1 0,0-1,0 1,0 0,0 0,0-1,-1 1,0 0,1-1,-1 1,-1 0,1-1,0 1,-1-1,0 0,0 0,-1 2,-7 7,-2-1,1 0,-2-1,1 0,-1-1,-1 0,0-1,0-1,0 0,-7 1,8-1,-285 114,171-73,-86 47,146-52,61-31,10-5</inkml:trace>
  <inkml:trace contextRef="#ctx0" brushRef="#br3" timeOffset="-57969.232">9961 11144,'-5'28,"-3"30,-1 28,1 28,3 24,1 19,2 16,1 10,1-26</inkml:trace>
  <inkml:trace contextRef="#ctx0" brushRef="#br3" timeOffset="-57083.201">14441 12004,'-10'4,"-5"14,-2 18,-1 16,-2 15,3 11,1 9,2 0,3-3,3-4,3-8,3-12,3-17,2-14</inkml:trace>
  <inkml:trace contextRef="#ctx0" brushRef="#br3" timeOffset="-56729.152">14536 12591,'25'-5,"0"-1,-1-1,0-1,0-2,0 0,-2-1,1-2,20-14,-39 24,1 0,-1 0,0 0,0 0,-1-1,1 0,-1 0,0 0,0 0,0 0,0 0,-1-1,1 0,0-2,-3 5,-1 1,0 0,1-1,-1 1,0 0,1 0,-1 0,0-1,0 1,0 0,0 0,0 1,0-1,-1 0,1 0,0 0,0 1,-1-1,1 1,0-1,-1 1,1-1,0 1,-1 0,1-1,0 1,-1 0,1 0,-1 0,1 0,-1 1,1-1,0 0,-1 0,1 1,-1 0,-7 0,-1 0,1 1,0 0,0 1,0 0,0 0,1 1,-1 0,1 0,0 1,0 0,1 1,-1 0,1 0,1 0,-1 1,1 0,0 0,0 1,1 0,0 0,1 0,0 0,0 1,0 0,1 0,1 0,0 0,0 0,0 0,1 0,1 1,-1 0,2-4,0-1,1 1,-1-1,1 1,0-1,1 0,-1 0,1 0,0 0,0-1,1 1,-1-1,1 0,0 0,0 0,0 0,1-1,-1 0,1 0,0 0,3 2,7 2,1-1,0 0,0 0,0-2,0 0,10 0,33 4</inkml:trace>
  <inkml:trace contextRef="#ctx0" brushRef="#br3" timeOffset="-56213">15259 12427,'-12'-2,"0"0,0 1,0 1,0 0,0 1,0 0,0 0,1 1,-1 1,0 0,1 1,-1 0,1 1,0 0,1 0,-1 1,-3 4,12-8,0 0,0 0,0 1,1-1,-1 1,1-1,0 1,-1-1,1 1,0 0,0-1,1 1,-1 0,1 0,-1 0,1 0,0 0,0 0,0-1,0 1,1 0,-1 0,1 0,0 0,0-1,0 1,0 0,0-1,0 1,1 0,57 68,96 44,-154-115,0 1,0-1,0 1,0-1,0 1,-1 0,1-1,0 1,0 0,-1 0,1-1,0 1,-1 0,1 0,-1 0,1 0,-1 0,1 0,-1 0,0 0,1 0,-1 0,0 0,0 0,0 0,0 0,0 0,0 0,0 0,0 0,0 0,0 0,-1 0,1 0,0 0,-1 0,1 0,-1 0,1 0,-1 0,0 0,1 0,-1 0,0-1,1 1,-1 0,0-1,0 1,0 0,0-1,1 1,-1-1,0 1,0-1,0 0,0 1,0-1,0 0,0 0,-1 0,1 1,0-1,-1 0,-12 3,-1 0,0-1,0-1,0 0,0-1,0-1,-7-1,21 2,-1 0,1 0,0 0,-1 0,1 0,0 0,-1 0,1-1,0 1,-1 0,1-1,0 1,0-1,-1 1,1-1,0 0,0 0,0 0,0 1,0-1,0 0,0 0,0 0,0 0,1 0,-1-1,0 1,1 0,-1 0,0 0,1-1,0 1,-1 0,1-1,0 1,0 0,-1-1,1 1,0 0,0-1,1 1,-1 0,0-1,0 1,1 0,-1-1,1 1,-1 0,1 0,-1-1,1 1,0 0,-1 0,1 0,0 0,0 0,0 0,0 0,0 0,0 0,1 0,19-20,2 2,-1 0,2 2,1 0,0 2,19-9,-38 21,203-101,-208 103,0 0,0 1,0-1,0 0,0 0,1 1,-1-1,0 1,0-1,0 1,1-1,-1 1,0 0,0-1,1 1,-1 0,0 0,0 0,1 0,-1 0,0 1,1-1,-1 0,0 0,0 1,1-1,-1 1,0-1,0 1,0 0,0-1,0 1,0 0,0 0,0-1,0 1,0 0,0 0,0 0,-1 0,1 1,0-1,-1 0,1 0,-1 0,1 0,-1 2,-27 142,35-56,-7-86,0-1,-1 1,1-1,0 0,1 1,-1-1,0 0,1 0,-1 1,1-1,0 0,-1-1,1 1,0 0,0 0,1-1,-1 1,0-1,0 0,1 0,-1 0,0 0,1 0,-1 0,1-1,0 1,-1-1,1 1,-1-1,1 0,0 0,2-1,19-6,-2-4</inkml:trace>
  <inkml:trace contextRef="#ctx0" brushRef="#br3" timeOffset="-55967.298">15697 12113,'-14'21,"-5"16,4 14,3-3</inkml:trace>
  <inkml:trace contextRef="#ctx0" brushRef="#br3" timeOffset="-55515.319">15778 12796,'-1'-54,"2"1,3 0,2 0,2 0,2 1,10-26,-20 76,0 1,0-1,0 1,0-1,0 0,1 1,-1-1,1 1,-1-1,1 1,-1-1,1 1,0-1,0 1,0 0,0-1,0 1,0 0,0 0,0-1,0 1,1 0,-1 0,0 1,1-1,-1 0,1 0,-1 1,1-1,-1 1,1-1,-1 1,1-1,-1 1,1 0,0 0,-1 0,1 0,0 0,-1 0,1 1,-1-1,1 0,-1 1,1-1,0 1,106 85,-101-81,81 83,-84-84,-1 1,0-1,-1 1,1 0,-1 0,0 0,0 0,0 1,-1-1,0 0,0 1,0-1,-1 0,0 1,0-1,0 1,0-1,-1 1,0-1,0 1,-1 0,-3 9,3-12,0 0,0 0,1 0,-1 1,1-1,0 0,0 1,0-1,1 1,-1-1,1 1,0-1,0 1,0-1,0 1,1-1,-1 1,1-1,0 1,0-1,0 0,1 1,-1-1,1 0,-1 0,1 0,0 0,0 0,2 1,4 0,0-1,0 0,0 0,0-1,0 0,1-1,-1 1,1-2,-1 1,1-1,-1 0,1-1,-1 0,1 0,-1-1,0 0,1-1,-1 0,0 0,-1 0,1-1,-1 0,1-1,1-1,6-5,-1-1,-1 0,1 0,-2-2,0 1,0-2,-1 0,-1 0,-1 0,0-1,-1-1,-1 0,0 0,-1 0,-1-1,-1 1,0-1,-1-3,-2 19,-1 1,1-1,0 0,-1 0,1 0,-1 0,1 0,-1 0,0 0,0 0,0 0,0 1,0-1,-1 0,1 0,0 0,-1 0,1 0,-1 0,0 0,0 1,0-1,0 0,0 1,0-1,0 0,0 1,-1 0,1-1,-1 1,1 0,-1-1,1 1,-1 0,0 0,1 0,-1 1,0-1,0 0,0 1,0-1,0 1,0 0,1-1,-1 1,0 0,0 0,0 0,0 0,0 1,0-1,0 1,0-1,0 1,0-1,-5 6,-1 1,1 0,0 0,0 0,1 1,0-1,0 2,1-1,0 1,0-1,1 1,0 1,1-1,0 0,1 1,0 0,0-1,0 9,0-7,1 1,1-1,0 0,0 0,1 1,0-1,1 0,1 0,0 0,0-1,1 1,0-1,1 1,0-1,0-1,1 1,1-1,0 0,0 0,0-1,1 0,6 4,46 34,1-10</inkml:trace>
  <inkml:trace contextRef="#ctx0" brushRef="#br3" timeOffset="-54585.579">14604 13656,'-17'-2,"1"1,-1 0,1 1,-1 0,0 2,1 0,0 0,-5 3,14-4,1 1,-1 1,1-1,0 1,-1 0,1 1,0-1,1 1,-1 0,1 1,-1-1,2 1,-1 0,0 0,1 1,0 0,0-1,0 1,1 0,-2 5,4-8,0-1,0 0,0 1,1-1,-1 1,1-1,-1 1,1-1,0 1,0-1,0 1,0-1,1 1,-1-1,1 1,-1-1,1 0,0 1,0-1,0 0,0 1,0-1,1 0,-1 0,1 0,-1 0,1 0,0 0,0-1,0 1,0 0,0-1,0 0,0 1,0-1,1 0,-1 0,0 0,1 0,-1-1,2 1,7 0,0-1,-1 0,1-1,0 0,0-1,0 0,-1 0,1-1,-1-1,0 0,0 0,0-1,0 0,-1-1,0 0,0 0,0-1,-1 0,3-4,2-3,-1-1,-1 0,0-1,-1 0,0-1,-2 0,0-1,-1 1,0-2,-2 1,0 0,-1-1,-1 0,-1 0,0 0,-2-14,1 26,-1 1,1-1,-2 0,1 0,-1 0,0 0,-1 1,1-1,-1 0,-1 1,1 0,-1-1,0 1,-2-3,4 8,1 0,-1 0,1 0,-1 1,1-1,-1 0,0 0,1 1,-1-1,0 1,0-1,1 0,-1 1,0-1,0 1,0 0,0-1,0 1,0 0,0-1,1 1,-1 0,0 0,0 0,0 0,0 0,0 0,0 0,0 0,0 0,0 0,0 1,0-1,0 0,0 1,0-1,1 1,-1-1,0 1,0-1,0 1,1-1,-1 1,0 0,1-1,-1 1,0 0,1 0,-1 0,1-1,-1 1,1 1,-18 48,15-33,1 0,1-1,1 1,0 0,1 0,1 0,0-1,2 1,0-1,0 0,2 0,0 0,1-1,0 0,1 0,1-1,0 0,1 0,1-1,0 0,0-1,1 0,1-1,0-1,1 0,0 0,0-2,1 0,0 0,0-1,1-1,0-1,10 2,-20-5,1-1,0 0,0-1,0 0,0 0,0 0,0-1,0 0,0-1,0 1,-1-1,1-1,-1 1,1-1,-1 0,0 0,0-1,0 0,0 0,-1 0,0-1,0 0,0 0,0 0,-1-1,0 1,0-1,0 0,-1 0,0 0,1-2,-1 2,-1-1,1 1,-1 0,0-1,0 0,-1 1,0-1,0 0,-1 0,0-5,0 12,0 0,-1-1,1 1,-1-1,1 1,-1 0,1 0,-1-1,1 1,-1 0,1 0,-1 0,0-1,1 1,-1 0,1 0,-1 0,1 0,-1 0,0 0,1 0,-1 0,1 0,-1 1,1-1,-1 0,1 0,-1 0,1 1,-1-1,1 0,-1 1,1-1,-1 0,1 1,-1-1,1 0,0 1,-1-1,1 1,0-1,-1 1,1-1,0 1,-1-1,1 1,0-1,0 1,0 0,0-1,0 1,0-1,0 1,-1-1,2 1,-1 0,0-1,0 1,0-1,0 1,-5 10,1 0,0 0,0 1,1-1,1 1,0-1,1 1,0 0,0 0,1 0,1-1,0 1,1 0,5 12</inkml:trace>
  <inkml:trace contextRef="#ctx0" brushRef="#br3" timeOffset="-54097.836">15068 13411,'17'18,"0"0,2-2,-1 0,2 0,0-2,1-1,0 0,1-2,8 3,77 47,-101-58,0 1,-1 0,1 1,-1-1,0 1,-1 0,1 0,-1 1,0-1,0 1,-1 0,1 0,-1 0,-1 0,1 1,-1-1,0 1,-1-1,1 2,0 8,-2-13,-1 0,1 0,1 0,-1 0,0 0,1 0,-1 0,1 0,0-1,0 1,0 0,0 0,1-1,-1 1,1 0,0-1,-1 0,1 1,0-1,1 0,-1 0,0 0,0 0,1-1,1 2,6-1,0-1,1 0,-1-1,0 0,0 0,0-1,0 0,0-1,0 0,0-1,0 0,-1-1,1 0,-1 0,0-1,0 0,-1 0,1-1,-1 0,4-5,-2 2,-1 1,0-1,-1-1,0 0,-1 0,0 0,0-1,-1 0,0 0,2-10,-10 28,0-1,1 1,-1 0,1 0,0 0,1 0,0 0,0 0,0 0,1 0,0 0,0 0,1 0,0 0,0-1,1 1,0-1,0 1,0-1,1 0,0 0,4 5,6-1,0 0,0-1,1 0,0-2,0 1,1-2,0 0,0-1,1-1,-1 0,1-1,4-1,37 7</inkml:trace>
  <inkml:trace contextRef="#ctx0" brushRef="#br3" timeOffset="-53241.124">14331 14435,'-10'-9,"-1"1,-1 0,1 1,-1 0,0 1,-1 0,1 1,-1 0,-5 0,13 4,1 0,-1 0,1 0,-1 1,0 0,1 0,-1 0,1 0,-1 1,0 0,1 0,-1 0,1 0,0 1,-1 0,1 0,0 0,0 0,0 1,0-1,1 1,-1 0,1 0,-1 0,1 1,0-1,0 1,-2 4,4-7,-1 1,1 0,-1 0,1 0,0 0,0 0,0 0,0 0,0 1,1-1,-1 0,0 0,1 1,0-1,-1 0,1 1,0-1,0 1,1-1,-1 0,0 1,1-1,0 0,-1 0,1 1,0-1,0 0,0 0,0 0,1 0,-1 0,0 0,1 0,-1-1,1 1,0 0,0-1,-1 1,1-1,0 0,1 1,8 1,0-1,0 0,1-1,-1 0,0-1,0 0,1 0,-1-1,0-1,0 0,0-1,0 0,0 0,-1-1,1-1,-1 0,0 0,0-1,-1 0,0-1,7-4,-2 0,0-2,0 0,-1 0,-1-2,0 1,-1-2,0 1,-1-1,-1-1,-1 0,0 0,-2 0,0-1,0 0,-2-1,0 1,-1-1,-1 1,-1-9,-4-40,3 66,0 1,0-1,0 1,-1-1,1 1,0 0,0-1,0 1,0-1,0 1,-1 0,1-1,0 1,0 0,-1-1,1 1,0 0,-1-1,1 1,0 0,-1 0,1-1,0 1,-1 0,1 0,0 0,-1-1,1 1,-1 0,1 0,-1 0,1 0,0 0,-1 0,1 0,-1 0,1 0,-1 0,1 0,0 0,-1 0,1 0,-1 1,1-1,0 0,-1 0,1 0,-1 0,1 1,0-1,-1 0,1 1,0-1,0 0,-1 0,1 1,0-1,0 1,-1-1,1 0,-15 25,3 6,2 0,1 1,2 0,0 0,3 1,-1 23,3-48,1 0,0 0,0 1,1-1,0 1,0-1,1 0,0 1,1-1,0 0,0 0,0 0,1 0,1 0,-1-1,1 1,0-1,1 0,0 0,0 0,0-1,1 0,0 0,0 0,1-1,-1 0,1 0,0-1,5 3,1-4,0-1,1 0,-1 0,1-1,-1-1,1 0,-1-1,1-1,-1 0,1-1,-1 0,0-1,0 0,0-1,-1-1,0 0,0 0,0-1,-1-1,0 0,-1 0,1-1,-2-1,4-3,-9 9,1 0,-1-1,0 1,0-1,-1 0,0 0,1-1,-2 1,1 0,-1-1,1 0,-2 0,1 0,-1 0,1 0,-2 0,1 0,-1-4,0 9,0 0,0 1,0-1,-1 0,1 0,-1 1,1-1,0 0,-1 0,1 1,-1-1,1 0,-1 1,0-1,1 1,-1-1,0 1,1-1,-1 1,0-1,0 1,1 0,-1 0,0-1,0 1,0 0,1 0,-1 0,0 0,0-1,0 1,0 0,1 1,-1-1,0 0,0 0,0 0,1 0,-1 1,0-1,0 0,0 1,1-1,-1 1,0-1,-33 26,28-19,0 0,1 0,0 1,0-1,1 1,0 0,0 1,0-1,1 1,1-1,-2 9,3-14,1 1,-1-1,1 1,0 0,0-1,0 1,0-1,1 1,0 0,-1-1,1 1,0-1,1 0,-1 1,1-1,-1 0,1 0,0 0,0 0,1 0,-1 0,0 0,1-1,0 0,-1 1,1-1,0 0,0 0,1 0,1 0,28 10,0-5</inkml:trace>
  <inkml:trace contextRef="#ctx0" brushRef="#br3" timeOffset="-52994.783">14904 14053,'-16'-3,"-6"5,2 6,6 6,10 6,15 1,12 2,3-2</inkml:trace>
  <inkml:trace contextRef="#ctx0" brushRef="#br3" timeOffset="-52793.356">15150 14367,'2'6,"0"0,0 0,1 0,0 0,0 0,0 0,1-1,0 1,0-1,0 0,1-1,-1 1,1-1,0 1,1-2,-1 1,1 0,0-1,-1 0,1-1,1 1,-1-1,0 0,1-1,-1 1,0-1,1-1,0 1,-1-1,1 0,-1 0,4-2,-6 1,-1-1,1 1,-1-1,1 0,-1 0,0-1,0 1,0-1,0 1,-1-1,1 0,-1 0,1 0,-1-1,0 1,0 0,-1-1,1 1,-1-1,1 0,-1 0,0 1,-1-1,1 0,-1 0,1 0,-1 0,0 0,-1 1,1-1,-1 0,1 0,-1 0,0 1,-2-5,1-20,2 27,0 0,0 0,0 0,0 1,0-1,1 0,-1 0,0 0,0 1,0-1,1 0,-1 0,0 1,1-1,-1 0,1 0,-1 1,1-1,-1 0,1 1,-1-1,1 1,0-1,-1 1,1-1,0 1,0 0,-1-1,1 1,0 0,0-1,-1 1,1 0,0 0,0 0,0-1,11 0</inkml:trace>
  <inkml:trace contextRef="#ctx0" brushRef="#br3" timeOffset="-52552.683">15752 14435,'0'0</inkml:trace>
  <inkml:trace contextRef="#ctx0" brushRef="#br3" timeOffset="-52065.987">15136 14176,'0'4,"0"7,0 8,0 8,3 8,2 6,6 2,5 2,3-3,2-4,2-6,0-8,1-9,-2-6,-2-10,-5-4</inkml:trace>
  <inkml:trace contextRef="#ctx0" brushRef="#br3" timeOffset="-51818.647">15396 14148,'5'-14,"1"0,0 7,-4 12,-6 14,-6 13,-2 13,-2 8,-2 4,1 0,-2-3,1-11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00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1,'2'2,"3"1,1-2,-1-2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2.5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203 631,'-17'12,"1"0,1 1,1 0,0 2,0-1,1 2,1-1,1 2,0 0,1 0,1 1,1 0,0 0,1 1,1 0,1 0,1 1,1 0,0-1,2 1,0 16,2-28,1 1,-1-1,2 0,-1 0,2 0,-1 0,1 0,0-1,0 1,1-1,1 1,-4-5,0-1,0 1,0-1,0 1,0-1,1 0,-1 0,1 0,-1 0,1-1,0 1,0-1,0 0,0 1,0-1,0-1,0 1,0 0,0-1,0 1,0-1,1 0,-1 0,0 0,0-1,0 1,0-1,1 0,-1 1,3-3,2-2,0 0,0-1,0 0,-1-1,0 0,0 0,-1 0,0-1,0 0,-1 0,0-1,0 1,-1-2,0 4,39-75,-3-1,-4-3,3-20,-16 43,-3 0,-3 0,-3-2,-2 0,2-60,-13 105,-1 0,-1 0,0 0,-2 0,0 1,-2-4,4 16,-1 1,0-1,0 0,0 0,-1 1,0 0,0-1,0 1,-1 0,0 1,0-1,0 1,0-1,-1 1,0 0,0 1,0-1,0 1,0 0,-3-1,0 2,1 0,-1 0,0 1,0 0,0 0,1 1,-1 0,0 0,0 1,0 0,0 0,1 1,-1 0,1 0,-1 1,1 0,0 0,-7 5,0 0,0 1,1 0,0 1,0 0,1 1,1 1,0 0,-8 10,10-10,0 1,1 0,1 0,0 1,1 0,0 0,1 1,1-1,0 1,1 0,1 0,0 0,1 0,0 1,2-1,-1 0,2 0,0 1,1-1,1-1,0 1,1 0,0-1,1 0,6 10,11 13,1-1,2-1,25 25,-24-29,-1 2,-1 1,-2 1,3 7,-8 1,-2 1,-1 0,-3 0,-1 1,-3 1,-2 0,-1 8,9 47,5-13,-9-61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3.0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108 216,'-13'38,"1"-1,2 1,1 1,1 11,-2 2,-19 90,21-120,0-40,9-34,2 0,3 1,2-1,2 1,4-3,-6 17,2 0,1 0,2 1,1 1,19-32,2 23,-34 43,0 0,-1 0,1 0,0 1,0-1,0 0,0 1,0-1,0 0,0 1,0-1,0 1,0 0,1-1,-1 1,0 0,0 0,0 0,0 0,1 0,-1 0,0 0,0 0,0 0,0 0,1 1,-1-1,0 0,0 1,0-1,0 1,0-1,0 1,0 0,0-1,0 1,0 0,-1 0,1 0,0-1,0 1,-1 0,1 1,5 7,-1 1,-1 1,1-1,-2 1,1-1,-1 1,-1 0,0 3,2 4,104 685,-102-677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3.2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99,'19'-2,"19"-6,18-5,18-4,14-3,12-1,-12 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3.6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1,'23'0,"22"0,17 0,16 0,16 0,14 0,10 2,5 1,1 3,-3 2,-6 2,-9-1,-13-2,-23-1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3.9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1,'11'14,"0"-1,1 0,0-1,1 0,1-1,0 0,0-1,1-1,0 0,1-1,15 6,-22-10,76 37,116 66,-193-102,-1-1,1 1,-1 0,1 1,-1 0,-1 0,1 1,-1-1,0 1,-1 1,0-1,0 1,-1 0,1 0,-2 0,1 1,-1-1,0 1,-1 0,0 0,-1 0,0 0,0 0,-1 0,0 0,-1 5,-7 10,-1 0,-2-1,0 0,-2-1,0 0,-1-1,-1-1,-1 0,-1-1,-1-1,-1-1,-15 12,-43 38,-87 55,138-103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4.6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583 119,'0'-4,"0"0,-1 0,0 0,0 0,0 0,0 0,-1 0,1 1,-1-1,0 1,0-1,-1 1,1-1,-1 1,1 0,-1 0,0 0,0 1,0-1,-1 1,1 0,-1 0,1 0,-3-1,-95-28,86 28,-1 1,0 1,0 0,0 1,0 1,1 1,-1 0,0 1,1 0,-1 1,1 1,0 1,1 0,-1 1,1 0,0 1,1 1,0 0,1 1,-1 0,2 1,0 0,0 1,1 0,0 1,1 0,-7 14,9-11,1 1,0 0,1 0,1 0,1 1,0-1,1 1,1 0,1-1,1 1,0 0,1-1,1 1,0-1,2 1,0-1,0-1,2 1,0-1,1 0,1-1,0 1,1-2,1 0,0 0,1 0,0-2,1 0,0 0,1-1,1 0,0-2,0 0,0 0,1-1,6 1,13 0,2-1,-1-2,1-1,0-2,0-2,1-1,-1-2,0-1,-1-2,1-2,-1-1,0-2,-1-1,30-15,19-6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4.8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0,'0'5,"4"10,5 13,2 15,0 14,-2 11,-3 11,-2 5,-2 3,-1-2,-1-4,-1-8,5-15,7-17,5-16,0-11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5.2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542 1,'-93'133,"46"-75,-2-1,-3-3,-2-2,-2-2,-3-3,-4-1,48-36,-31 28,45-36,0-1,0 0,0 1,1-1,-1 1,0-1,1 1,-1-1,1 1,0-1,-1 1,1-1,0 1,0 0,0-1,0 1,0-1,1 1,-1-1,0 1,1 0,-1-1,1 0,-1 1,1-1,0 1,0-1,0 0,-1 1,1-1,0 0,1 0,-1 0,1 1,13 12,1-1,1 0,0-2,1 0,0-1,1 0,7 1,-12-5,37 19,2-3,1-2,1-2,0-3,20 1,45 1,0-5,89-4,-152-7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26.4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58 297,'0'142,"-10"440,7-566,2-41,-13-442,-12 43,26 416,-1 4,0 0,0 0,1 0,-1-1,1 1,0 0,0 0,1 0,-1-1,1 1,0 0,0 0,0 0,1 0,-1 0,1 0,0 0,0 1,0-1,1 1,-1-1,1 1,0 0,0 0,0 0,0 0,0 1,1-1,2-1,9 4,-1 0,1 1,0 0,-1 1,1 1,-1 0,0 1,0 0,0 1,12 7,-20-10,13 4,0 1,0 0,-1 2,-1 0,1 1,-1 0,-1 2,0 0,-1 0,0 2,-1 0,0 0,-2 1,8 11,-17-20,-1 0,1 0,-1 0,-1 0,1 0,-1 1,0-1,0 1,-1-1,0 1,0-1,0 0,-1 1,0-1,0 1,-1-1,0 0,0 0,0 0,-1 0,0 0,0 0,0-1,-1 1,0-1,0 0,0 0,-2 0,-9 11,-1-1,0-1,-1-1,-1 0,0-1,0-1,-18 8,-75 32,111-50,0-1,-1 0,1 1,0-1,0 0,-1 1,1-1,0 1,0-1,0 1,-1-1,1 1,0-1,0 1,0-1,0 0,0 1,0-1,0 1,0-1,0 1,0-1,0 1,0-1,1 1,-1-1,0 1,0-1,0 0,1 1,-1-1,0 1,1-1,-1 0,0 1,0-1,1 0,-1 1,1-1,-1 0,0 1,1-1,-1 0,1 0,-1 0,1 1,-1-1,1 0,-1 0,0 0,1 0,-1 0,1 0,-1 0,1 0,-1 0,1 0,-1 0,1 0,0 0,199 49,-159-39,-2 2,1 1,-2 3,0 1,0 1,-2 2,8 8,-40-26,-1 0,1 0,-1 1,1-1,-1 1,0 0,0 0,0 0,0 0,-1 1,1-1,-1 1,0 0,0-1,0 1,-1 0,1 0,-1 0,0 0,0 0,0 1,-1-1,1 0,-1 0,0 1,0 0,-4 3,-1 0,0-1,0 1,0-1,-1 0,0-1,0 1,-1-1,0 0,0-1,0 0,-1 0,0 0,1-1,-2 0,0 0,1 1,-93 45,-1-4,-91 27,98-46,66-23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8:46.6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7966,'233'0,"-111"-14,616 14,-615 14,-14 8,-88-18,1-2,-1 0,1-1,-1-1,11-2,20 1,8 8,-58-8,0 0,-1 0,1 0,0 0,0 0,-1-1,1 1,-1-1,1 1,-1-1,0 0,1 1,-1-1,0 0,0 0,0 0,-1 0,1 0,0 0,-1 0,1 0,-1 0,0 0,0 0,0 0,0 0,0-1,0 1,0 0,-1 0,1 0,-1 0,1 0,-1 0,0-1,0-7,-9-152,-4 24,0-13,7-1,8-66,0 73,-15-61,11 155,-3 0,-1 0,-15-46,-3-26,-32-151,11 28,-22-203,46 333,5 0,4-27,-47-529,15-125,2 319,13 74,16 93,-14-193,23 318,-20-105,17 178,7-95,0-12,-26 13,24 174,3 0,1 0,1 0,1 0,2 1,2-1,8-25,87-217,-99 266,-3 6,0 0,0 0,1 0,-1 0,1 0,0-1,0 1,0 0,0 1,1-1,-1 0,1 0,0 1,0-1,0 0,0 1,0 0,0 0,1 0,-1 0,1 0,-1 0,1 0,0 1,0-1,0 1,0 0,0 0,0 0,3 0,68-1,1 4,72 10,226 56,91-20,-341-39,1-4,31-7,-22 0,818 2,-585-14,-48 6,-219 17,167 4,-273-13,-4 0</inkml:trace>
  <inkml:trace contextRef="#ctx0" brushRef="#br0" timeOffset="1484.502">1025 2149,'-2'0,"1"0,0 0,0 0,-1 0,1 1,0-1,0 0,-1 1,1-1,0 1,0 0,0-1,0 1,0 0,0-1,0 1,0 0,0 0,0 0,0 0,0 0,1 0,-1 0,0 0,1 0,-1 1,1-1,-1 0,1 0,0 0,-1 1,1-1,0 0,0 1,0-1,0 1,-2 1,-47 124,-77 163,122-281,-35 64,-3-1,-30 38,105-176,12-38,-5-2,21-89,-10 31,6-24,-56 185,-1 2,0-1,0 0,0 1,0-1,0 1,0-1,1 1,-1-1,0 1,1-1,0 1,-1-1,1 1,0 0,0-1,-1 1,1 0,0 0,0-1,1 1,-1 0,0 0,0 0,0 0,1 0,-1 1,0-1,1 0,-1 1,1-1,-1 1,1-1,-1 1,1 0,-1-1,1 1,0 0,-1 0,1 0,77 63,-71-57,53 40,-2 3,-2 2,-2 3,5 10,-12-16,-3 3,-2 1,8 18,-15 12,-36-80,1 0,-1 1,1-1,-1 1,0-1,0 0,0 1,0-1,0 1,-1-1,1 0,-1 1,0-1,1 0,-1 0,0 1,0-1,0 0,-1 0,1 0,-1 0,1 0,-1 0,1-1,-1 1,0 0,0-1,0 0,0 1,0-1,0 0,0 0,0 0,-2 1,-17 3,0 0,-1-1,1-1,-1-1,0-1,-4-2,-37 4,-133 21,0 9,-168 51,304-68,84-32,79-35,-73 34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8:50.3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10 615,'-7'117,"4"-1,6 0,13 83,67 544,14 174,-78 220,-21-833,2-267,-9 90,9-127,0 0,0 0,0 0,0-1,0 1,0 0,-1 0,1 0,0 0,0-1,0 1,0 0,0 0,-1 0,1 0,0 0,0 0,0-1,0 1,-1 0,1 0,0 0,0 0,0 0,-1 0,1 0,0 0,0 0,0 0,0 0,-1 0,1 0,0 0,0 0,0 0,-1 0,1 0,0 0,0 0,0 0,-1 1,1-1,0 0,0 0,0 0,0 0,0 0,-1 0,1 1,0-1,0 0,0 0,0 0,-5-20,0-49,3 31</inkml:trace>
  <inkml:trace contextRef="#ctx0" brushRef="#br0" timeOffset="2694.241">216 2063,'25'-8,"345"11,-114-22,114-27,-281 31,310-49,292-6,-449 62,30-1,163-30,-168-5,172-21,310 16,828-11,-595 62,38 53,-906-46,894 39,-444-28,991-1,-1055-21,527-38,-354 6,1453-78,-186 80,-767 40,54 17,-186 22,120 12,-119-10,-81 9,84 11,-144 8,-712-58,-45-4,89-3,-10 1,-182-8,-56 1,-8-17,13 2</inkml:trace>
  <inkml:trace contextRef="#ctx0" brushRef="#br0" timeOffset="3078.889">27268 861,'-8'-51,"6"90,66 803,-38-663,8 0,7-3,55 142,-74-255,0-4,-3 0,-3 2,-2 0,-1 11,-18-18,-5-45</inkml:trace>
  <inkml:trace contextRef="#ctx0" brushRef="#br0" timeOffset="3685.285">26831 1475,'0'1,"0"-1,0 0,0 0,0 1,0-1,0 0,0 1,0-1,0 0,0 0,0 1,0-1,0 0,0 1,0-1,0 0,0 1,0-1,0 0,0 0,0 1,-1-1,1 0,0 0,0 1,0-1,0 0,-1 0,1 1,0-1,0 0,-1 0,1 0,0 0,0 1,-1-1,1 0,0 0,0 0,-1 0,1 0,0 0,-1 0,1 0,0 0,0 0,-1 0,1 0,0 0,-1 0,1 0,0 0,-1 0,1 0,0 0,0 0,-1 0,1-1,0 1,0 0,-1 0,1 0,0 0,0-1,-1 1,13 24,15 12,1-2,2-1,31 26,-47-46,203 195,-214-205,0-1,1 1,-1 1,0-1,-1 0,1 1,-1-1,1 1,-1 0,0 0,0 0,-1 0,1 0,-1 0,0 0,0 0,0 1,0-1,-1 0,0 1,0-1,0 0,0 1,-1-1,0 0,0 1,0-1,0 0,-1 0,1 0,-3 3,-4 1,0-1,0 0,-1 0,0-1,0 0,-1-1,0 1,0-2,0 0,-2 1,-76 24,0-4,-1-4,-2-4,-90 6,19-6</inkml:trace>
  <inkml:trace contextRef="#ctx0" brushRef="#br0" timeOffset="5393.823">1090 1681,'-288'259,"255"-231,-2-1,-1-1,0-2,-2-2,-1-1,0-2,-2-2,-23 6,49-20,8-2,13-1,64-1,-1 2,1 4,-1 3,-1 3,0 3,0 3,-2 3,52 22,-69-25,-48-17,0 1,0 0,0 0,1-1,-1 1,0-1,0 1,0-1,1 1,-1-1,0 0,0 1,1-1,-1 0,0 0,1 0,-1 0,0 0,1 0,-1-1,0 1,0 0,1-1,-1 1,0-1,0 1,0-1,0 1,1-1,-1 0,0 0,0 0,0 1,0-1,-1 0,1 0,0 0,0 0,-1 0,1-1,0 1,-1 0,1 0,-1 0,1-1,-1 1,0 0,0 0,1-1,-1 1,0 0,0-1,1-28,-2 0,-1 0,-1 0,-2 0,-6-21,2 2,-83-558,88 531,5 53</inkml:trace>
  <inkml:trace contextRef="#ctx0" brushRef="#br0" timeOffset="6481.966">10908 0,'0'24,"0"20,0 21,0 14,0 11,0 3,-2-2,-4-3,0-6,-1-9,0-12,1-13,2-16</inkml:trace>
  <inkml:trace contextRef="#ctx0" brushRef="#br0" timeOffset="6911.815">11386 28,'-297'285,"262"-252,10-8,-1-1,-1-1,-1-2,-21 12,49-33,0 1,0 0,-1-1,1 1,0-1,-1 1,1-1,-1 1,1-1,-1 1,1-1,-1 1,1-1,-1 1,1-1,-1 0,1 1,-1-1,0 0,1 0,-1 1,1-1,-1 0,0 0,1 0,-1 0,0 0,1 0,-1 0,0 0,1 0,-1 0,0 0,1 0,-1-1,0 1,1 0,-1 0,1-1,-1 1,1 0,-1-1,0 1,1-1,0 1,-1-1,1 1,-1-1,1 1,-1-1,1 1,0-1,-1 1,1-1,0 0,0 1,-1-1,1 1,0-1,0 0,0 1,0-1,0 0,0 0,2-1,-1-1,1 0,0 1,0-1,1 1,-1 0,0 0,1 0,-1 0,1 0,0 0,0 1,0-1,-1 1,1 0,1 0,-1 0,0 0,0 0,0 1,0-1,1 1,-1 0,0 0,0 0,0 1,1-1,-1 1,0 0,0-1,0 1,0 1,0-1,0 0,2 2,5 8,-1 0,0 0,-1 1,0 0,-1 0,0 1,-1-1,0 2,-1-1,-1 1,1 5,1 0,2 4,2 7,1-1,1 0,1 0,9 11,-17-33,-1 1,2-1,-1 0,1 0,0-1,1 0,0 0,0 0,0-1,0 0,1 0,0-1,0 0,0-1,0 1,0-2,1 1,0-1,5 0,1-1,0 0,-1-2,1 1,0-2,-1 0,1 0,-1-2,0 0,0 0,0-1,-1-1,1 0,-1-1,-1-1,1 0,-1 0,-1-1,0-1,0 0,0 0,-2-1,1-1,-1 1,1-5,8-26,-12 5</inkml:trace>
  <inkml:trace contextRef="#ctx0" brushRef="#br0" timeOffset="7997.792">11837 984,'23'1,"0"0,1-2,-1-1,0 0,0-2,0-1,-1-1,0 0,0-2,0 0,-1-2,9-6,-20 12,-1-1,0-1,0 1,0-1,-1-1,0 0,0 0,-1-1,0 1,6-9,-12 14,-1 0,1 0,-1 0,0 0,0 0,1 0,-1 0,0 0,-1 0,1 1,0-1,0 0,-1 0,1 0,-1 0,0 0,0 0,1 1,-1-1,0 0,0 1,-1-1,1 1,0-1,0 1,-1-1,1 1,-1 0,1 0,-1 0,0 0,1 0,-1 0,0 0,0 0,0 1,1-1,-1 1,0-1,0 1,0 0,0 0,0 0,0 0,0 0,0 0,0 0,0 1,1-1,-1 1,-2 0,-4-1,-1 1,1 0,-1 0,1 1,0 0,0 1,-1 0,2 0,-1 0,0 1,1 0,-1 1,1 0,0 0,1 0,-1 1,1 0,1 0,-1 1,1-1,0 1,0 0,1 1,0-1,0 1,1 0,0 0,0 0,1 0,0 1,0-1,1 1,0-1,0 1,2 6,0-10,0 0,1 0,0 0,0 0,1 0,-1-1,1 1,0-1,0 1,1-1,-1 0,1 0,0-1,0 1,0-1,0 0,1 0,-1 0,1-1,2 2,6 1,0 1,1-2,-1 0,1 0,0-1,0-1,3 0,112-8,-70-6</inkml:trace>
  <inkml:trace contextRef="#ctx0" brushRef="#br0" timeOffset="8732.855">12711 765,'-12'5,"0"0,0 1,1 1,0-1,0 2,0 0,1 0,0 1,1 0,0 0,0 1,1 1,1-1,-1 1,2 0,0 1,-5 10,10-19,1-1,-1 0,1 0,0 1,-1-1,1 0,0 0,0 1,0-1,1 0,-1 1,1-1,-1 0,1 0,0 1,-1-1,1 0,0 0,1 0,-1 0,0 0,0 0,1-1,-1 1,1 0,0-1,0 1,-1-1,1 1,0-1,0 0,0 0,0 0,0 0,1 0,-1 0,0-1,2 1,5 1,0 0,-1-1,1 0,0 0,0-1,0-1,-1 1,1-1,7-2,5-5,0 0,0-2,-1 0,0-1,-1-1,0-1,-1-1,-1 0,0-2,-1 0,-1 0,0-2,-1 1,-1-2,-1 0,0-1,-1 0,-2 0,0-1,-1 0,-1-1,-1 0,0-4,3-22,-2 0,-2-1,-2 0,-2 1,-2-1,-7-38,8 84,-1-8,0 0,0-1,-1 1,-1 0,0 0,0 0,-1 1,0-1,-1 1,0 0,-3-4,7 13,1 0,-1 0,0 1,1-1,-1 0,0 0,1 1,-1-1,0 0,0 1,0-1,1 1,-1-1,0 1,0-1,0 1,0 0,0-1,0 1,0 0,0 0,0 0,0 0,0 0,0 0,0 0,0 0,0 0,0 0,0 1,0-1,0 0,0 1,0-1,0 0,0 1,0-1,1 1,-1 0,0-1,0 1,0 0,1-1,-1 1,0 0,1 0,-1 0,0 0,-23 48,15-14,2-1,2 1,1 0,1 1,2-1,1 0,2 1,2-1,7 33,1-17,1 0,3-2,1 0,3 0,2-2,5 5,-23-44,-2-4,0 0,0 1,1-1,-1 0,1-1,0 1,0 0,0-1,0 0,1 1,-1-1,1-1,0 1,1 1,-3-4,0 0,0 0,0 0,0-1,0 1,0 0,0-1,0 1,0-1,0 0,0 0,0 0,-1 0,1 0,0 0,-1 0,1 0,-1-1,1 1,-1 0,0-1,1 1,-1-1,0 0,0 1,0-1,0-1,3-2,154-220,-158 224,0 1,0-1,0 0,0 0,0 1,1-1,-1 0,0 0,1 1,-1-1,0 0,1 0,-1 1,1-1,-1 1,1-1,-1 0,1 1,0-1,-1 1,1-1,-1 1,1 0,0-1,0 1,-1 0,1-1,0 1,0 0,-1 0,1-1,0 1,0 0,0 0,-1 0,1 0,0 0,0 0,0 1,-1-1,1 0,0 0,0 0,-1 1,1-1,0 0,0 1,-1-1,1 1,0-1,-1 1,1-1,-1 1,1-1,-1 1,1 0,-1-1,1 1,-1 0,1-1,-1 1,0 0,0 0,1-1,-1 1,0 0,-3 100,1-89,0-1,1 0,0 1,1-1,0 1,1-1,0 1,1-1,0 1,4 10,-2-17,0 1,1-1,-1 0,1-1,1 1,-1-1,1 0,-1 0,1-1,0 0,0 0,1 0,-1-1,1 1,-1-2,1 1,0-1,-1 0,1 0,0-1,0 0,0 0,0-1,-1 1,1-1,6-2,17-2,0 0,-1-2,0-1,0-2,-1-1,0 0,-1-3,19-11,1-5</inkml:trace>
  <inkml:trace contextRef="#ctx0" brushRef="#br0" timeOffset="10013.949">14514 370,'-5'0,"1"0,8-3,11 0,11-2,11-3,9-2,3 0,2 3,3 2,-2 1,-2 3,-6 0,-5 3,-6 2,-10-1</inkml:trace>
  <inkml:trace contextRef="#ctx0" brushRef="#br0" timeOffset="10382.961">14650 642,'19'7,"17"3,14-6,11-6,4-4,-5-1,-7-3,-11 2,-12 3,-12 4</inkml:trace>
  <inkml:trace contextRef="#ctx0" brushRef="#br0" timeOffset="12076.514">15797 506,'0'-425,"16"619,-3 101,-14-283,1-9,-1 1,1-1,-1 1,1-1,0 1,1-1,-1 1,0-1,1 0,0 1,0-1,0 1,0-1,0 0,1 0,-1 0,1 0,0 0,0 0,0 0,1-1,-1 1,0-1,2 1,9 1</inkml:trace>
  <inkml:trace contextRef="#ctx0" brushRef="#br0" timeOffset="12495.391">16097 315,'-5'15,"1"1,0-1,1 1,1 0,0 0,1 0,1 0,1 4,-1-14,1 0,0 0,0 1,0-1,1 0,0 0,0 0,1-1,0 1,0-1,0 1,0-1,1 0,0 0,0 0,1-1,-1 1,1-1,0 0,0-1,0 1,1 0,1-1,-1 0,1 0,0-1,-1 0,1 0,0 0,0-1,0 0,1 0,-1-1,0 0,0 0,0-1,0 0,0 0,0 0,0-1,0 0,0-1,-1 1,1-1,-1-1,0 1,0-1,0 0,0 0,0-1,-1 0,0 0,0 0,-1-1,1 1,-1-1,0 0,-1 0,1-1,-1 1,-1-1,1 1,1-7,-1 1,-1 1,0-1,0 0,-1 0,-1 1,0-1,-1 0,0 0,0 0,-1 1,-1-1,0 1,-1 0,0-1,-1 2,0-1,0 0,-1 1,-1 0,1 1,-2-1,1 1,-1 1,-7-6,12 11,0 1,0 0,-1 0,1 0,-1 1,1-1,-1 1,0 0,0 0,1 0,-1 0,0 1,0-1,0 1,0 0,1 0,-1 1,0-1,0 1,0 0,0 0,1 0,-1 0,0 1,1 0,0-1,-1 1,1 0,-1 1,-4 3,1 1,0 0,0 0,0 0,1 1,0-1,1 2,-1-1,2 0,-1 1,0 2,1-1,-1 1,2 0,-1-1,2 1,-1 0,2 1,-1-1,1 0,1 0,0 1,1 0,5 22</inkml:trace>
  <inkml:trace contextRef="#ctx0" brushRef="#br0" timeOffset="12880.137">16753 397,'-8'48,"8"-47,0 0,-1 0,1 0,0 0,0 1,0-1,0 0,0 0,1 0,-1 0,0 0,0-1,1 1,-1 0,0 0,1 0,-1 0,1 0,-1 0,1 0,0-1,-1 1,1 0,0 0,0-1,-1 1,1 0,0-1,0 1,0-1,0 1,0-1,0 0,-1 1,1-1,0 0,0 0,0 1,0-1,0 0,0 0,0 0,0 0,1 0,-1-1,1 0,0 0,-1-1,1 1,0-1,-1 0,0 1,1-1,-1 0,0 0,0 0,0 0,0 0,0 0,0 0,-1 0,1 0,-1 0,1 0,-1-1,0 1,0 0,0 0,0 0,0-1,-1 1,1 0,-1 0,1 0,-1 0,0 0,1 0,-1 0,0 0,-1 0,1 0,0 0,0 0,-1 1,0-1,0 1,0 0,0 0,0 0,0 0,0 1,0-1,0 1,0-1,0 1,0 0,0 0,-1 0,1 0,0 0,0 0,0 1,0-1,0 1,0-1,0 1,0 0,0 0,0 0,0 0,0 0,0 0,0 0,1 1,-1-1,1 1,-1-1,1 1,-1 0,1 0,0-1,0 1,0 0,0 0,0 0,1 0,-1 0,0 0,1 0,-1 1,1-1,0 0,0 0,0 0,0 0,0 1,0-1,1 0,-1 0,1 0,0 0,-1 0,1 0,0 0,1 1,14 14,4-3</inkml:trace>
  <inkml:trace contextRef="#ctx0" brushRef="#br0" timeOffset="13362.847">17572 55,'-8'-4,"-1"1,0 0,0 0,0 1,-1 0,1 1,0 0,-1 0,1 1,0 0,-1 1,1 0,0 0,-1 1,1 0,0 1,0 0,1 1,-1-1,0 2,1-1,-4 4,-4 10,0 1,1 0,1 1,0 1,2 0,1 1,0 0,2 1,0 0,2 0,1 1,-3 16,4-19,1-1,1 1,1 0,1 0,1 0,1 1,0-1,2 4,-1-15,0 0,1 0,0 0,1 0,0 0,0 0,1-1,0 0,1 0,0 0,0-1,1 0,0 0,0-1,1 1,0-2,3 3,0-2,2 0,-1 0,1-2,0 1,0-2,0 1,1-2,-1 0,1 0,0-2,0 1,0-2,10 0,-17 0,1-1,0 1,-1-2,1 1,0-1,-1 0,0 0,1-1,-1 0,0 0,0-1,-1 0,1 0,-1 0,0-1,0 0,0-1,-1 1,1-1,-2 0,1 0,0 0,-1-1,-1 0,2-1,-3 3,0 0,-1 0,1 0,-1 0,0 0,0-1,-1 1,0 0,0-1,0 1,0 0,-1 0,0-1,0 1,0 0,-1 0,1 0,-1 0,-1 0,1 0,-1 1,1-1,-1 1,-1-1,1 1,-1 0,1 0,-1 1,0-1,0 1,-1 0,1 0,-1 0,1 1,-1-1,0 1,0 0,0 1,-3-1,-1-1,0 1,-1 0,1 0,0 1,-1 0,1 1,-1 0,1 1,0 0,-1 0,1 1,0 0,0 0,0 1,0 1,0-1,1 2,-1-1,1 1,0 0,1 1,-1-1,1 2,0-1,1 1,-1 0,0 2,5-6,0-1,1 1,0-1,-1 1,1-1,0 1,1 0,-1 0,0-1,1 1,-1 0,1 0,0 0,0 0,0-1,0 1,1 0,-1 0,1 0,-1-1,1 1,0 0,0-1,1 1,-1 0,0-1,1 1,-1-1,1 0,0 0,0 0,0 0,0 0,1 1,6 3,0 0,0-1,0-1,1 1,0-1,0-1,0 0,10 2,39 7</inkml:trace>
  <inkml:trace contextRef="#ctx0" brushRef="#br0" timeOffset="13633.643">18611 370,'23'0,"22"0,16-3,13-2,5-4,-4 1,-12 1,-18 2</inkml:trace>
  <inkml:trace contextRef="#ctx0" brushRef="#br0" timeOffset="13888.961">18706 588,'18'4,"21"3,22-1,21-4,18-4,10-6,-13-3</inkml:trace>
  <inkml:trace contextRef="#ctx0" brushRef="#br0" timeOffset="14342.747">20508 110,'-6'-7,"0"1,0-1,0 2,-1-1,0 1,0 0,-1 0,1 1,-1 0,0 0,0 1,0 0,-1 1,1 0,0 0,-1 0,0 1,1 1,-1-1,0 1,0 1,1 0,-1 0,1 0,-1 1,1 1,-1-1,1 2,-8 3,-2 9,-1 1,2 0,1 2,0 0,1 1,1 0,1 1,1 1,1 0,0 0,2 1,1 0,1 1,-3 17,2-13,0 0,3 1,0 0,2 0,0 26,3-46,0 0,1 1,0-1,0 0,1 0,1-1,-1 1,1 0,1-1,-1 1,1-1,1 0,0 0,0-1,0 1,1-1,0 0,1-1,-1 0,6 4,-2-3,1 0,1 0,-1-1,1-1,0 0,0-1,0 0,1-1,-1 0,1-1,0-1,-1 0,1 0,0-1,0-1,0 0,-1-1,1 0,0-1,-1 0,0-1,4-2,-11 2,0 1,0-1,-1 0,1 0,-1-1,0 1,0-1,-1 0,1 0,-1 0,0-1,0 1,-1-1,0 1,0-1,0 0,-1 0,1 0,-2 0,1 0,0 0,-1 0,0 0,-1 0,1 0,-1 0,-1 0,1 0,-1 0,0 0,0 1,0-1,-1 1,0-1,0 1,-1 0,1 0,-1 0,0 1,0-1,-1 1,1 0,-1 0,-3-2,1 1,-1 0,0 0,1 1,-2 0,1 0,0 1,-1 0,1 0,-1 1,0 0,0 1,0 0,0 0,0 1,0 0,0 0,0 1,0 1,0-1,0 1,1 1,-1 0,1 0,-1 0,1 1,0 1,1-1,-1 1,1 1,0-1,0 1,0 0,1 1,0 0,0 0,1 0,0 0,0 1,1 0,-3 6,5-11,1 1,0 0,0 0,1 0,-1 0,1 0,0 0,0 0,0 0,0 0,1 0,0-1,-1 1,2 0,-1 0,0 0,1-1,-1 1,1-1,0 1,0-1,1 0,-1 0,1 0,-1 0,1 0,0 0,0-1,0 1,7 4,0-1,0 0,1 0,0-1,0 0,0-1,0-1,1 1,1-1,16 2,-1-1,1-1,0-2,1-1,-1-1,28-4,12-7</inkml:trace>
  <inkml:trace contextRef="#ctx0" brushRef="#br0" timeOffset="14710.289">20836 410,'-9'2,"0"0,0 0,0 1,1 0,-1 1,1 0,0 0,0 1,0 0,0 0,1 1,0 0,0 0,0 1,0 1,3-4,1 1,-1-1,1 1,1 0,-1 0,0 0,1 0,0 0,0 1,1-1,0 1,0-1,0 1,0-1,1 1,0 0,0-1,0 1,1-1,0 1,0 0,1-1,-1 0,1 1,1 1,1 1,1 0,0 0,1 0,-1-1,1 0,1 0,-1 0,1-1,1 0,-1 0,1-1,0 0,0 0,0-1,1 0,-1-1,9 3,-2-1,0-1,1-1,0 0,-1-1,1 0,0-1,0-1,0-1,0 0,2-2,-11 3,0-1,0 0,-1 0,1-1,0 0,-1 0,1 0,-1-1,0 0,0 0,0-1,0 1,-1-1,1-1,-1 1,0-1,0 0,-1 0,1 0,-1-1,0 1,-1-1,1 0,-1 0,-1 0,1-1,-1 1,0-1,0 1,-1-1,0 0,0 0,0 0,-1 1,0-1,-1-2,-2-3,-1 0,-1 1,0-1,-1 1,0 0,0 0,-1 1,-1 0,0 0,0 1,-1 0,0 0,0 1,-1 0,0 1,-1 0,1 1,-1 0,-1 0,1 1,-1 1,0 0,0 0,0 1,-4 0,5 2,0 1,0 0,0 0,0 1,0 0,0 1,0 0,0 1,1 0,0 1,-1 0,1 1,0 0,1 0,-1 1,1 0,0 1,1 0,0 0,0 1,0 0,1 0,0 1,1 0,0 0,0 1,1-1,0 1,1 1,0-1,-1 4,-18 112,22-70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8:11.4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0 822,'211'-23,"0"9,0 9,73 14,-259-8,65-7,-44 13,-35-5</inkml:trace>
  <inkml:trace contextRef="#ctx0" brushRef="#br0" timeOffset="765.465">1161 180,'27'183,"112"757,-108-740,25 73,-54-265,-2-8,1 0,-1 0,0-1,0 1,1 0,-1 0,0 0,0 0,1 0,-1 0,0 0,0 0,1 0,-1 0,0 0,0 0,1 0,-1 0,0 0,0 0,1 0,-1 0,0 0,0 0,1 0,-1 1,0-1,0 0,0 0,1 0,-1 0,0 1,0-1,0 0,0 0,1 0,-1 1,0-1,0 0,0 0,0 0,0 1,0-1,1 0,-1 0,0 1,0-1,0 0,0 0,0 1,3-4,0 0,0 1,0 0,0 0,1 0,-1 0,1 0,-1 0,1 1,0 0,-1 0,1 0,0 0,0 1,0-1,0 1,0 0,0 0,0 0,3 1,8-1,1382-72,-789 33,-642 37,-1-1,1-2,0-2,-10-3,-8-3</inkml:trace>
  <inkml:trace contextRef="#ctx0" brushRef="#br0" timeOffset="1820.072">1393 166,'-88'-116,"89"116,-1-1,0 0,0 1,0-1,0 0,1 1,-1-1,0 1,1-1,-1 1,1-1,-1 1,0-1,1 1,-1-1,1 1,-1-1,1 1,-1 0,1-1,0 1,-1 0,1-1,-1 1,1 0,0 0,-1 0,1-1,0 1,-1 0,1 0,0 0,-1 0,1 0,0 0,-1 1,1-1,0 0,-1 0,1 0,-1 1,1-1,0 0,-1 0,1 1,0 0,2-2,283 17,-16 4,896 31,-1143-52,-19 0,-1 0,1 0,-1 0,1 1,-1-1,1 1,0 0,-1 0,1 1,-1-1,1 1,-1-1,1 1,-1 0,1 1,-1-1,0 1,0-1,1 1,-1 0,0 0,-1 0,1 0,0 1,-1-1,1 1,-1 0,2 2,2 16,0 1,-2 0,0 0,-1 0,-1 14,1 6,28 168,9-1,13 9,-47-190,113 440,-106-432,-9-33</inkml:trace>
  <inkml:trace contextRef="#ctx0" brushRef="#br0" timeOffset="2784.187">1926 972,'13'-350,"4"621,-14-233,24 131,0-123,-13-35</inkml:trace>
  <inkml:trace contextRef="#ctx0" brushRef="#br0" timeOffset="3102.336">2322 904,'-1'5,"-1"-2,0 0,0 0,1 1,-1-1,1 0,0 0,0 1,0-1,1 0,-1 1,1-1,0 1,0-1,0 1,0-1,0 1,1-1,0 1,-1-1,1 0,1 0,-1 1,0-1,1 0,0 0,-1 0,1 0,0 0,1-1,-1 1,0-1,1 1,0-1,-1 0,2 1,6-2,1 1,-1-2,0 1,1-1,-1-1,1 0,-1 0,0-1,0-1,0 0,0 0,0-1,-1 0,1 0,-1-1,0 0,0-1,-1 0,0-1,0 1,6-8,-9 10,0-1,-1 0,0 0,0 0,0-1,0 1,-1-1,0 0,0 0,-1 0,1 0,-1-1,-1 1,1-1,-1 1,0-1,-1 1,1-1,-1 1,-1-1,1 0,-1 1,0-1,-1 1,0-1,0 1,0 0,0 0,-1 0,0 0,-1 0,1 0,-1 1,0 0,0 0,-1 0,1 0,-1 1,0-1,-1 1,1 1,-1-1,0 1,1 0,-4-1,2 2,0 0,0 1,0 0,-1 0,1 0,0 1,0 0,-1 1,1 0,0 0,0 0,0 1,0 0,0 0,0 1,0 0,1 0,0 1,-5 3,-5 4,1 0,0 1,1 1,0 1,1 0,-10 14,-8 14</inkml:trace>
  <inkml:trace contextRef="#ctx0" brushRef="#br0" timeOffset="3631.918">1557 918,'2'0,"4"0,2 0,5 0,5 0,4-3,3 0,1-2,2-1,-4-1,-7 1</inkml:trace>
  <inkml:trace contextRef="#ctx0" brushRef="#br0" timeOffset="3880.267">1598 740,'-11'-2,"0"1,5 4,5 5,3 2</inkml:trace>
  <inkml:trace contextRef="#ctx0" brushRef="#br0" timeOffset="4130.6">1639 1190,'4'5,"3"1</inkml:trace>
  <inkml:trace contextRef="#ctx0" brushRef="#br0" timeOffset="5186.555">3291 850,'3'2,"7"3,13 1,18-1,20-1,18-1,14-1,10-4,1-3,-2-1,-13 1,-13-2,-19 1,-15 1,-18 1,-11 2,-3 1,-2 1</inkml:trace>
  <inkml:trace contextRef="#ctx0" brushRef="#br0" timeOffset="6054.946">4357 180,'16'73,"62"293,-17 4,0 175,-48-352,-13-190,0 0,0 0,1 0,-1 0,1-1,0 1,0 0,0 0,0-1,0 1,1-1,-1 1,1-1,0 1,0-1,-1 0,2 0,-1 0,0 0,0 0,1 0,-1-1,0 1,1-1,0 0,-1 1,1-1,0 0,1 0,19 1,0 0,-1-2,1 0,0-1,0-2,-1 0,11-4,-6 3,545-90,601-27,-244 25,-892 92,-37 4,0 0,0-1,0 1,0 0,0 0,-1-1,1 1,0 0,0-1,0 1,0 0,0 0,0-1,0 1,0 0,0 0,0-1,0 1,0 0,1 0,-1-1,0 1,0 0,0 0,0-1,0 1,0 0,1 0,-130-24,75 12</inkml:trace>
  <inkml:trace contextRef="#ctx0" brushRef="#br0" timeOffset="6833.492">4425 221,'0'-1,"0"-1,0 1,0 0,1-1,-1 1,1 0,-1 0,1-1,-1 1,1 0,-1 0,1 0,0 0,0 0,0 0,0 0,0 0,0 0,0 0,0 0,0 0,0 1,0-1,0 1,0-1,1 0,-1 1,0 0,1-1,-1 1,0 0,0 0,1 0,179-41,172-4,267 3,-399 31,4-2,716-27,-875 43,-63-1,-1-1,0 1,0 0,0 0,0 0,-1 0,1 0,-1 0,1 0,-1 0,0 1,1-1,-1 1,0-1,-1 1,1-1,0 1,-1-1,1 1,-1 0,0-1,0 1,0-1,0 1,-1 0,3 12,122 588,-91-388,-12-65,38 132,-48-245</inkml:trace>
  <inkml:trace contextRef="#ctx0" brushRef="#br0" timeOffset="7365.576">5381 918,'18'4,"19"2,13-2,11-5,6-4,-1-3,-7-6,-14 0</inkml:trace>
  <inkml:trace contextRef="#ctx0" brushRef="#br0" timeOffset="7568.59">5463 740,'0'2,"3"4,0 4,-1 2</inkml:trace>
  <inkml:trace contextRef="#ctx0" brushRef="#br0" timeOffset="7750.105">5586 1190,'2'0,"4"-2,4-3,2-1</inkml:trace>
  <inkml:trace contextRef="#ctx0" brushRef="#br0" timeOffset="8183.561">6282 658,'1'-5,"-1"0,1 1,-1-1,0 0,0 1,0-1,-1 0,0 1,0-1,0 1,0-1,-1 1,1-1,-1 1,-1 0,1 0,0 0,-1 0,0 0,0 1,0-1,0 1,-1 0,1 0,-1 0,0 0,1 1,-1-1,-1 1,1 0,0 0,-2 0,-4 1,-1 0,1 1,0 1,-1 0,1 0,0 1,0 0,0 1,0 0,0 0,1 1,-1 1,1-1,0 1,0 1,1 0,-1 0,2 1,-1 0,1 0,0 1,0 0,1 0,0 0,0 1,1 0,0 0,1 0,-2 5,2-1,0 1,1 0,0 0,1 0,1 0,0 0,1 0,0 0,1 0,1 0,0 0,1 0,0 0,2 0,-1-1,1 0,1 0,1 0,0-1,0 0,1 0,1-1,0 0,0 0,1-1,0 0,1-1,0 0,1-1,4 2,1 3,1-2,1 0,0-1,0-1,1-1,0 0,0-2,1 0,0-2,0 0,0-1,0-1,0-1,1-1,0-1,-17 1,0 0,1-1,-1 0,0 0,0 0,0-1,0 1,0-1,-1 0,1-1,0 1,-1-1,0 0,1 0,-1 0,0-1,-1 1,1-1,-1 0,0 0,1 0,-2-1,1 1,0-1,-1 1,0-1,0 0,-1 0,1 0,-1 0,0 0,0 0,-1 0,1-1,-1 1,0 0,-1-5,-1 2,-1-1,1 0,-1 1,-1 0,1-1,-2 1,1 1,-1-1,0 1,-1 0,1 0,-1 0,-1 1,1 0,-1 0,-7-4,10 7,0 0,0 0,0 1,0-1,-1 1,1 0,-1 0,0 1,0 0,1-1,-1 1,0 1,0-1,0 1,0 0,0 0,0 0,0 1,0 0,0 0,0 0,1 0,-1 1,0 0,1 0,-1 0,1 0,0 1,0 0,-3 2,-2 5,0 0,1 0,1 0,0 1,0 0,1 1,1-1,0 1,0 0,1 1,0-1,1 5,-11 41</inkml:trace>
  <inkml:trace contextRef="#ctx0" brushRef="#br0" timeOffset="8895.574">7224 658,'17'7,"25"4,37 1,46-2,55-7,58-11,48-16,-24-4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9:28.5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0,'-8'157,"6"1,8 0,24 144,-5-52,61 677,9-336,56 125,-11 78,-123-701,-17-93</inkml:trace>
  <inkml:trace contextRef="#ctx0" brushRef="#br0" timeOffset="5530.336">474 2908,'173'-7,"104"-20,-27 1,559-48,161-27,-773 77,293-10,22-3,-247 2,764-74,-476 54,-189 14,-15 22,143 18,-223 4,-165-4,56 0,0 7,41 12,599 103,315 38,-818-109,-17-2,3-11,33-11,78-26,40-21,-202 9,927-50,-878 50,658-17,310 6,101 5,-1077 19,379 23,7 29,-551-43,624 21,-328-20,121-2,-174 16,-215-11,-129-16,-5-1</inkml:trace>
  <inkml:trace contextRef="#ctx0" brushRef="#br0" timeOffset="6029.759">21150 1802,'4'21,"5"21,4 19,3 18,4 19,2 16,0 14,-1 13,-5 11,-2 7,-3 2,-4-3,-4-10,-1-18,-1-20,-2-24,-2-29,-1-24</inkml:trace>
  <inkml:trace contextRef="#ctx0" brushRef="#br0" timeOffset="6518.449">20562 2526,'19'0,"0"0,0 1,0 1,0 1,0 1,-1 1,1 0,-1 1,0 1,-1 1,0 0,0 2,-1-1,0 2,-1 0,0 1,0 1,-2 0,0 1,0 0,9 14,-20-24,1 1,-1-1,1 0,-1 1,-1 0,1-1,-1 1,1 0,-1 0,-1 0,1 0,-1-1,0 1,0 0,0 0,0 0,-1 0,0 0,0 0,-1 0,1-1,-1 1,0-1,0 1,-2 1,-12 13,-1-1,-1-1,0 0,-1-1,-1-1,0-2,-2 1,1-2,-1-1,-11 3,-64 31,-2-5,-2-4,-71 14,-21 2</inkml:trace>
  <inkml:trace contextRef="#ctx0" brushRef="#br0" timeOffset="7996.101">1184 2390,'-265'245,"214"-201,-2-2,-1-3,-2-2,-39 18,69-43,23-15,15-6,5 0,1 0,0 2,1 0,-1 0,1 2,0 0,1 2,-1 0,1 1,0 1,0 0,-1 2,1 0,18 5,-16 1,0 1,0 1,0 1,-1 1,-1 0,0 2,0 0,13 14,49 30,-70-49,0-1,1-1,0 0,0-1,0 0,1-1,0-1,3 1,-11-3,0 0,0-1,0 1,-1-1,1-1,0 1,0-1,0 0,-1 0,1-1,-1 0,1 0,-1 0,1 0,-1-1,0 0,0 0,0 0,-1-1,1 0,0 0,1-4,1 0,-1-1,0 0,-1 1,0-2,-1 1,1 0,-2-1,1 0,-2 0,1 0,-1 0,-1-1,0 1,0-10,-1-3,-1 0,-1 0,0 0,-2 0,-1 1,-6-17,-3 1,-2 0,-1 1,-2 1,-22-30,26 41,16 26,-1-1,0 0,0 0,0 1,0-1,0 0,1 0,-1 1,0-1,0 0,0 0,1 1,-1-1,0 0,0 0,1 0,-1 0,0 0,0 1,1-1,-1 0,0 0,0 0,1 0,-1 0,0 0,1 0,-1 0,0 0,1 0,-1 0,0 0,0 0,1 0,-1 0,0 0,1 0,-1 0,0-1,0 1,1 0,-1 0,0 0,0 0,1-1,-1 1,0 0,0 0,0 0,1-1,-1 1,0 0,0 0,0-1,0 1,0 0,1 0,20 15</inkml:trace>
  <inkml:trace contextRef="#ctx0" brushRef="#br0" timeOffset="8714.324">9446 3059,'-2'23,"-1"19,0 17,3 14,3 9,5 7,2 4,2-2,1-2,2-8,-1-12,-2-18</inkml:trace>
  <inkml:trace contextRef="#ctx0" brushRef="#br0" timeOffset="9097.828">9910 3154,'-31'37,"-1"-1,-2-2,-2-1,-1-1,-1-2,-1-2,-2-2,-1-1,-1-3,-1-1,-4-1,43-18,4-2,0 0,0 0,-1 0,1 0,0 1,0-1,0 0,-1 1,1-1,0 0,0 1,0-1,0 1,0 0,0-1,0 1,0 0,0 0,0 0,0 0,0-1,1 1,-1 0,0 0,1 1,-1-1,1 0,-1 0,1 0,-1 0,1 0,0 1,-1-1,1 0,0 0,0 0,0 1,0-1,0 0,0 0,1 1,71 54,190 130,-249-178,0-1,0 0,0-1,0-1,1 0,0-1,0 0,0-1,1-1,-1 0,1-1,-1 0,1-1,0-1,-1-1,0 0,1 0,-1-2,7-2,32-15,-5-1</inkml:trace>
  <inkml:trace contextRef="#ctx0" brushRef="#br0" timeOffset="9351.697">10430 3454,'20'-2,"20"-1,13-2,13-1,6 2,2 0,-1 4,-5 4,-9 6,-10 4,-13-1</inkml:trace>
  <inkml:trace contextRef="#ctx0" brushRef="#br0" timeOffset="9534.211">10702 3673,'21'5,"18"1,17 0,13-1,10-2,7-1,4-3,-13-2</inkml:trace>
  <inkml:trace contextRef="#ctx0" brushRef="#br0" timeOffset="9978.021">11836 3291,'-11'-1,"0"0,0 1,0 1,0 0,1 0,-1 1,0 0,1 1,-1 0,1 1,0 0,0 0,0 1,1 0,0 1,0 0,0 1,1 0,0 0,0 1,1 0,-1 0,2 1,-3 3,3 4,1 0,1 1,1-1,0 1,1 0,1 0,0 0,1 0,1 0,1 0,0-1,1 1,1-1,1 1,0-1,1 0,1-1,0 1,1-1,1-1,0 0,6 7,-5-7,0-1,0 0,2-1,-1 0,2-1,-1 0,1-1,1 0,0-1,0-1,1 0,0-1,0-1,1 0,0-1,0-1,0 0,0-1,8 0,-21-3,1 0,0 0,0 0,0-1,-1 1,1-1,0 0,-1 0,1 0,0-1,-1 1,1-1,-1 0,0 0,0 0,0 0,0-1,0 1,0-1,0 0,-1 1,0-1,1 0,-1-1,0 1,0 0,-1-1,1 1,-1-1,0 1,0-1,0 0,0 1,0-1,-1 0,0 0,0 0,0 1,0-1,-1-2,0-1,0 1,0 0,-1 0,0 0,-1 0,1 0,-1 1,0-1,0 1,-1 0,1-1,-1 1,-1 1,1-1,0 1,-1 0,0 0,0 0,0 0,-1 1,1 0,-1 0,0 1,0-1,0 1,0 1,0-1,0 1,0 0,-5 0,5 0,0 0,0 0,0 1,0 0,0 0,0 1,0 0,0 0,0 0,0 0,1 1,-1 0,0 0,1 1,0 0,-1 0,1 0,0 0,1 1,-1 0,1 0,-1 0,1 0,0 1,1 0,-1-1,1 1,0 1,0-1,1 0,-1 1,0 1,2-2,0-1,0 0,1 1,-1-1,1 1,0-1,0 0,1 1,-1-1,1 1,0-1,0 0,0 0,1 1,-1-1,1 0,0 0,0 0,1-1,-1 1,1-1,0 1,-1-1,2 0,-1 0,0 0,2 1,4 3,1-1,0 0,0 0,1-1,-1 0,1-1,0 0,1-1,10 2,51 5,-2-7</inkml:trace>
  <inkml:trace contextRef="#ctx0" brushRef="#br0" timeOffset="10282.207">12532 3728,'-4'4,"1"1,-1 0,1 1,0-1,0 0,0 1,1 0,0 0,0-1,1 1,-1 0,1 1,0-1,1 0,0 0,0 0,0 0,1 1,-1-1,1 0,1 0,-1 0,1 0,1-1,-1 1,1 0,-1-1,2 0,-1 1,0-1,3 2,-2-2,1 0,0-1,0 1,1-1,-1 0,1 0,0 0,0-1,0 0,0 0,0-1,1 0,-1 0,1 0,0-1,-1 0,1 0,0 0,0-1,0 0,0-1,-1 0,1 0,0 0,-1 0,1-1,-1-1,1 1,-1-1,0 0,0 0,0-1,0 1,-1-1,1-1,-1 1,0-1,-1 0,1 0,-1 0,2-3,-2-3,0 0,0 0,-2-1,1 1,-1-1,-1 1,0-1,-1 1,0-1,-1 0,0 1,-1-1,0 1,0-1,-2 1,1 0,-1 0,-1 1,0-1,-1 1,0 0,0 0,-1 1,0-1,-1 2,0-1,0 1,-1 0,0 1,-3-2,7 6,0-1,0 1,0 0,0 1,-1-1,0 1,1 0,-1 1,0-1,0 1,0 0,0 1,0-1,0 1,0 1,0-1,0 1,0 0,1 0,-1 0,0 1,0 0,1 0,-1 1,1-1,0 1,0 1,0-1,0 0,0 1,-3 3,-11 13,1 1,0 0,2 1,0 1,2 0,-12 25,-9 20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9:44.9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562 564,'0'18,"0"21,2 19,2 15,-1 10,-1 7,0 6,-3 1,-4-3,-4-6,1-19</inkml:trace>
  <inkml:trace contextRef="#ctx0" brushRef="#br0" timeOffset="381.191">822 1274,'25'-14,"-13"9,-1 0,0-1,0 0,0 0,-1-1,0-1,0 0,-1 0,0-1,0 0,-1-1,0 1,-1-2,0 1,-1-1,0 0,4-9,-10 18,0 0,1 1,-1-1,0 0,0 1,0-1,0 0,0 1,-1-1,1 0,0 1,-1-1,1 1,-1-1,0 0,1 1,-1-1,0 1,0 0,0-1,0 1,0 0,0-1,-1 1,1 0,0 0,0 0,-1 0,1 0,-1 0,1 1,-1-1,1 0,-1 1,0-1,1 1,-1 0,-63-2,57 3,0 1,0 0,0 0,1 1,-1 0,1 1,0 0,0 0,0 0,0 1,1 0,-1 0,1 1,1 0,-1 0,1 0,0 0,0 1,1 0,0 0,0 0,1 1,0-1,0 1,1 0,-1 0,2 0,-1 0,1 0,1 0,-1 0,1 0,1 0,0 6,1-8,0 0,0 0,1 0,0 0,0-1,0 1,1-1,0 0,0 0,0 0,0-1,1 1,0-1,0 0,0 0,0-1,1 0,-1 0,5 2,6 2,0-1,0 0,1-1,0-1,0-1,11 1,112-4,-78-9</inkml:trace>
  <inkml:trace contextRef="#ctx0" brushRef="#br0" timeOffset="840.196">1477 1055,'-109'-15,"105"15,0 0,0 0,0 0,-1 1,1 0,0 0,0 0,1 1,-1-1,0 1,0 0,1 0,-1 0,1 0,-1 1,1-1,0 1,0 0,0 0,1 0,-1 0,1 1,-1-1,1 1,0 1,1-3,0 1,0 0,0 0,1 0,-1 0,1 0,0 0,0 0,0 0,0 0,1 0,-1 0,1 0,0 0,0 0,0-1,0 1,0 0,0 0,1-1,-1 1,1-1,0 1,2 1,53 50,3-13,-44-32,0 1,-1 1,-1 0,1 1,-2 1,2 2,-14-14,0 0,1 0,-1 0,0 0,0 0,0 0,0 0,0 1,0-1,0 0,0 1,0-1,-1 1,1-1,0 1,-1-1,1 1,-1-1,0 1,0 0,1-1,-1 1,0 0,0-1,0 1,-1-1,1 1,0 0,-1-1,1 1,-1-1,1 1,-1-1,0 1,0-1,1 1,-1-1,0 0,0 0,-1 1,1-1,0 0,0 0,0 0,-1 0,1 0,-1 0,1-1,0 1,-1 0,0-1,1 1,-2 0,1-1,-1 0,1 0,-1 1,1-1,0-1,-1 1,1 0,-1 0,1-1,0 0,-1 1,1-1,0 0,0 0,0 0,0 0,-1-1,2 1,-1-1,0 1,0-1,0 0,1 1,-1-1,1 0,-1 0,1 0,0 0,0 0,0-1,0 1,0 0,0 0,0-1,1 1,0 0,-1-1,1 1,0-1,0 1,0 0,0-1,1 1,-1-1,0 1,1 0,0-1,5-12,1 1,1-1,0 1,0 0,2 1,0 0,0 1,1 0,1 0,0 2,0-1,1 1,0 1,15-8,-17 10,1 0,0 0,0 1,1 0,0 1,0 1,0 0,0 1,1 0,8 0,-20 3,0 0,0 1,0-1,0 0,0 1,0-1,0 1,0 0,-1 0,1 0,0 0,-1 0,1 0,0 0,-1 0,1 1,-1-1,0 0,1 1,-1-1,0 1,0 0,0-1,0 1,0 0,-1 0,1 0,0-1,-1 2,12 63,-9-47,21 76,-23-92,1-1,-1 1,1-1,-1 1,1-1,0 1,0-1,0 0,0 0,0 0,0 0,0 0,1-1,-1 1,1 0,0-1,-1 0,1 0,0 0,0 0,-1 0,1-1,0 1,0-1,0 1,0-1,0 0,0 0,0-1,0 1,0-1,22-5</inkml:trace>
  <inkml:trace contextRef="#ctx0" brushRef="#br0" timeOffset="1084.542">1846 604,'-9'14,"-4"14,4 12,7 7,14 6,14 3,2-8</inkml:trace>
  <inkml:trace contextRef="#ctx0" brushRef="#br0" timeOffset="1549.843">2146 1369,'-6'-68,"3"-1,3 0,8-52,-9 119,1 0,-1 0,1 0,0 0,0-1,-1 1,1 0,1 0,-1 0,0 0,0 0,1 0,-1 0,1 0,0 0,0 0,0 0,-1 0,2 1,-1-1,0 0,0 0,1 1,-1-1,0 1,1-1,0 1,-1 0,1 0,0 0,0 0,-1 0,1 0,0 0,0 0,0 1,0-1,0 1,0-1,0 1,1 0,98 44,-83-37,1 1,-1 1,-1 0,1 2,-2 0,0 1,0 0,-1 1,0 1,-1 1,-1 0,2 4,-12-12,0-1,-1 1,0 0,0-1,0 1,-1 0,0 0,-1 0,1 0,-1 0,-1 0,1 0,-1 0,-1 0,1 0,-3 6,-3 27,6-37,1 0,0-1,0 1,0 0,0 0,0-1,0 1,1 0,0-1,-1 1,1-1,0 1,0 0,0-1,1 0,-1 1,0-1,1 0,0 0,-1 0,1 0,0 0,0 0,0 0,1 0,-1-1,0 0,0 1,1-1,-1 0,1 0,-1 0,3 1,92 8,-78-10,-1 0,1-2,-1 0,1-1,-1-1,0 0,-1-2,1 0,-1-1,0 0,0-2,-1 0,0-1,-1 0,0-1,-1-1,10-10,-21 18,1 1,-1-1,0 1,0-1,-1 0,1 0,-1-1,0 1,0 0,0-1,-1 1,0-1,1 0,-2 1,1-1,0 0,-1 0,0 1,0-1,-1 0,1 0,-1 1,0-1,0 0,0 1,-1-1,0 1,0-1,0 1,0 0,-1 0,1 0,-1 0,0 0,0 1,-1-1,1 1,-1 0,0 0,1 0,-1 1,-1-1,1 1,0 0,-2-1,1 3,1-1,-1 1,0 0,0 0,0 0,0 1,0 0,1 0,-1 0,0 0,1 1,-1 0,0 0,1 0,0 0,0 1,0 0,0 0,0 0,0 0,1 1,-1-1,1 1,0 0,0 0,1 0,-1 0,1 0,0 1,0-1,0 1,1-1,-1 1,1 0,0 0,1 0,-1-1,1 1,0 0,0 0,0 0,1 0,0 0,0-1,0 1,0 0,1 0,0-1,0 1,0-1,1 1,2 4,0-1,1 0,0-1,1 1,-1-1,2-1,-1 1,1-1,-1 0,2-1,-1 0,0 0,1-1,0 0,0 0,1-1,6 1,162 26,-84-23</inkml:trace>
  <inkml:trace contextRef="#ctx0" brushRef="#br0" timeOffset="2203.347">4619 796,'-13'-5,"1"1,-1 1,0 0,0 0,0 1,0 1,0 0,-1 1,1 0,0 1,0 1,0 0,0 1,0 0,0 1,1 0,-1 1,1 0,1 1,-1 1,1 0,0 0,0 1,-4 5,3 0,0 0,1 1,1 0,0 1,1 0,0 0,1 1,1 0,1 1,0 0,1 0,1 0,1 0,0 1,0 6,2-13,1 0,-1-1,2 1,-1 0,1 0,1 0,0-1,1 1,0-1,0 0,1 1,1-2,0 1,0 0,0-1,1 0,1 0,0-1,0 0,0 0,1 0,0-1,1 0,0-1,3 2,-2-3,1 1,0-2,0 0,0 0,0-1,1-1,-1 1,1-2,-1 0,1 0,0-1,4-1,-10 1,-1 0,1-1,-1 0,0 0,1 0,-1-1,0 0,0 0,0 0,0 0,0-1,-1 0,1 0,-1 0,0-1,0 1,0-1,0 0,0 0,-1-1,0 1,0-1,0 1,-1-1,1 0,-1 0,0-2,0 3,-1 0,-1 0,1-1,0 1,-1 0,0-1,0 1,-1 0,1-1,-1 1,0 0,0 0,0 0,0-1,-1 1,0 0,1 1,-2-1,1 0,0 1,-1-1,0 1,1-1,-1 1,0 0,-1 1,1-1,-1 0,1 1,-2-1,-2-1,1 0,-1 0,0 1,-1 0,1 0,-1 1,1 0,-1 0,0 1,1 0,-1 0,0 1,0 0,0 0,0 1,-3 1,6-1,0 0,0 0,1 1,-1 0,1 0,-1 0,1 0,0 1,-1-1,1 1,1 0,-1 1,0-1,1 1,0-1,-1 1,2 0,-1 0,0 1,1-1,0 0,0 1,0 0,0-1,1 1,0 0,0 0,0 0,0-1,1 1,0 0,0 0,0 0,1 0,0 0,0 0,0 0,0-1,1 1,-1 0,1-1,1 1,-1-1,1 0,-1 0,4 4,6 1,1 0,0 0,0-1,1-1,0 0,0-1,1-1,0 0,0-1,0 0,0-1,1-1,-1 0,1-2,11 0,46 3</inkml:trace>
  <inkml:trace contextRef="#ctx0" brushRef="#br0" timeOffset="2519.567">5055 1151,'-5'2,"-1"0,1-1,0 2,-1-1,1 1,0 0,1 0,-1 0,0 1,1-1,0 1,0 0,0 1,0-1,1 1,-1-1,1 1,1 0,-1 0,1 0,-1 1,1-1,1 1,-1-1,1 1,0 0,0-1,1 1,0 0,0-1,0 1,1 0,-1 0,1-1,1 1,-1-1,1 1,0-1,0 0,1 1,-1-1,1 0,0-1,1 1,-1 0,1-1,0 0,1 2,2-2,0 1,-1-1,2-1,-1 1,0-1,1-1,-1 1,1-1,0 0,0-1,0 0,0 0,0-1,0 0,0 0,0-1,0 0,0 0,0-1,-1 0,1 0,0-1,-1 0,0-1,0 1,0-1,0-1,0 1,-1-1,0 0,0-1,0 1,-1-1,0 0,0-1,1 0,-2-1,1 0,-2 0,1-1,-1 1,0-1,-1 0,1 0,-2 1,0-2,0 1,0 0,-1 0,0 0,-1 0,0 0,-1 0,0 0,0 0,-1 1,0-1,0 1,-1-1,0 1,0 0,-1 1,0-1,-1 1,0 0,0 0,0 1,-1-1,0 1,0 1,0-1,-1 2,0-1,0 1,0 0,0 0,-1 1,1 0,-1 1,0 0,-2 0,1 2,-1 0,1 1,-1 0,1 0,-1 2,1-1,0 1,0 1,0 0,0 0,1 1,0 0,0 0,0 1,1 1,-1-1,1 1,1 1,0-1,0 1,0 1,1-1,0 1,1 0,0 0,-2 5,6-10,-1 0,1 0,0-1,1 1,-1 0,0 0,1 0,0 0,0 0,0 0,1 0,0 0,-1 0,1 0,0 0,1 0,-1 0,1-1,0 1,1 1,20 26</inkml:trace>
  <inkml:trace contextRef="#ctx0" brushRef="#br0" timeOffset="4236.714">5915 536,'-15'140,"-48"569,61-641,3-20,-2 0,-2 0,-2 0,-3-1,-1 1,-3-2,-1 0,-17 36,25-70,-1 0,-1-1,0 0,-1-1,0 1,0-1,-1-1,-1 0,1 0,-1-1,-1 0,0-1,0 0,0 0,-1-1,1-1,-2 0,-7 2,-27 2,0-2,0-2,-1-2,0-2,1-3,-39-5,17 2,-664-32,-123 66,351-5,383-20,-1027 64,946-46,-136-4,-3-11,73-1,203-1,59-3,-1 0,0-1,1 0,-1 0,0-1,0 0,0 0,1-1,-1 0,0 0,1-1,-1 0,1-1,-1 1,1-1,0-1,0 1,0-1,1 0,-1-1,1 0,-1-1,-3-7,1 0,1 0,0-1,0 0,2-1,0 1,0-1,-2-15,-2 1,-82-254,-22-143,83 279,6-1,7-2,2-136,16 228,3-1,2 0,3 1,2 0,5-7,-12 55,0 0,1 0,0 0,1 1,0 0,0 0,1 0,1 0,-1 1,1 0,0 1,1-1,0 1,0 1,1-1,-1 2,1-1,1 1,-1 0,1 1,0 0,0 1,1 0,46-13,1 3,1 2,0 3,1 2,-1 3,6 3,125 7,44 13,-194-16,1303 87,112-80,-962-8,352 52,-439-7,-359-52,-40-6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9:40.8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395 660,'5'20,"1"17,2 14,2 9,2 9,1 9,1 5,-3 0,-2-3,-3-5,-3-11,-2-16</inkml:trace>
  <inkml:trace contextRef="#ctx0" brushRef="#br0" timeOffset="664.703">614 1069,'3'27,"1"-1,1 0,2-1,0 1,2-1,0-1,2 0,1 0,8 11,-19-32,0-1,0 0,0 0,0 0,0 0,0 0,0 0,1 0,-1 0,1 0,0 0,-1-1,1 1,0-1,0 1,0-1,0 0,0 0,0 0,0 0,1 0,-1 0,0-1,1 1,-1-1,0 1,1-1,-1 0,0 0,1 0,-1 0,0-1,1 1,-1 0,0-1,1 0,-1 0,0 1,0-1,0 0,0-1,2 0,2-5,-1-1,1 0,-1-1,-1 1,0-1,0 0,-1 0,0 0,0 0,-1-1,0 1,-1-1,0 1,0-1,-1-2,7-40,-7 53,0-1,0 0,1 0,-1 1,0-1,0 0,1 0,-1 1,1-1,-1 0,0 0,1 0,-1 0,0 0,1 1,-1-1,0 0,1 0,-1 0,1 0,-1 0,0 0,1 0,-1 0,1 0,-1-1,0 1,1 0,-1 0,0 0,1 0,-1 0,0-1,1 1,-1 0,0 0,1-1,-1 1,0 0,1 0,-1-1,0 1,0 0,0-1,1 1,-1 0,0-1,0 1,0-1,0 1,0 0,1-1,-1 1,0 0,0-1,0 1,0-1,0 1,0 0,0-1,-1 1,1-1,0 1,0 0,0-1,0 1,15 31,-13-27,1 2,2 10,0 0,2-1,0 1,0-2,2 1,0-1,0 0,2-1,-1 0,2-1,-1 0,2-1,-1 0,11 6,-20-16,0 0,-1 0,1 0,0 0,0-1,0 1,-1-1,1 0,0 0,0 0,0 0,0 0,0-1,-1 1,1-1,0 0,0 0,-1 0,1 0,-1 0,1 0,-1-1,1 0,-1 1,0-1,0 0,1 0,-2 0,1 0,0 0,0-1,0 0,40-87,-32 41,-3 1,-1-1,-3 0,-2 0,-4-27,3 68,-1-58,-3 0,-3 1,-3-1,-18-61,19 103,9 24,1 0,-1 0,0 1,0-1,1 0,-1 1,0-1,0 0,1 1,-1-1,0 0,0 1,0-1,0 0,0 1,0-1,1 1,-1-1,0 0,0 1,0-1,0 1,0-1,-1 0,1 1,0-1,0 0,0 1,0-1,0 1,0-1,-1 0,1 1,0-1,0 0,-1 1,1-1,0 0,0 0,-1 1,1-1,0 0,-1 0,1 1,0-1,-1 0,1 0,0 0,-1 0,1 1,-1-1,1 0,0 0,-1 0,1 0,0 0,-1 0,1 0,-1 0,1 0,0 0,-1-1,1 1,-1 0,1 0,0 0,-1 0,1 0,0-1,-1 1,-1 55,3 0,1 0,4-1,1 1,5 9,-8-44,9 58,4 0,3-1,4-1,17 36,-38-103,0 0,1 0,0 0,1 0,0 0,0-1,0 0,1 0,1-1,-1 0,1 0,1 0,-1-1,1 0,0 0,1 0,10-4,-6-7</inkml:trace>
  <inkml:trace contextRef="#ctx0" brushRef="#br0" timeOffset="917.984">928 878,'-17'-2,"-9"-1,-3 0,6 1,11 0,20 1,22 1,22-1,21 1,17 0,9 3,1 5,-6 10,-20 3</inkml:trace>
  <inkml:trace contextRef="#ctx0" brushRef="#br0" timeOffset="1318.91">1474 1424,'0'-66,"-8"-142,7 202,0 1,0-1,0 0,-1 1,1-1,-1 1,0 0,-1-1,0 1,0 0,0 0,0 1,-2-3,5 7,-1-1,1 1,0 0,-1-1,1 1,-1-1,1 1,-1 0,1-1,-1 1,1 0,-1-1,1 1,-1 0,1 0,-1 0,1 0,-1-1,0 1,1 0,-1 0,1 0,-1 0,0 0,1 0,-1 0,1 1,-1-1,1 0,-1 0,0 0,1 1,-1-1,1 0,-1 0,1 1,-1-1,1 1,0-1,-1 0,1 1,-1-1,1 1,0-1,-1 1,1-1,0 1,-1-1,1 1,0-1,0 1,0-1,0 1,-1 0,1-1,0 1,0-1,0 1,-3 37,4-35,0 1,1-1,-1 0,1 1,0-1,-1 0,2 0,-1 0,0 0,0-1,1 1,-1 0,1-1,0 0,0 0,0 0,0 0,0 0,1 0,-1-1,0 0,1 1,3 0,85 12,-68-13,-18-2,1 1,-1 0,0 1,1-1,-1 1,1 0,-1 1,0 0,0 0,0 0,0 0,3 3,-7-2,0 0,0 0,-1 1,1-1,-1 1,0-1,0 1,0 0,0-1,-1 1,1 0,-1-1,0 1,0 0,-1 0,1 0,-1-1,1 1,-1 0,0-1,-1 1,1-1,-1 1,1-1,-1 0,-1 6,-5 13,5-16,1-1,0 1,0 0,0-1,1 1,0 0,0 0,0 0,1 0,0 0,0 3,2-6,0-1,1 1,-1-1,1 1,-1-1,1 0,0 0,0 0,0 0,0-1,0 1,0-1,0 1,1-1,-1 0,0-1,1 1,-1-1,1 1,-1-1,1 0,-1 0,1 0,-1-1,1 1,-1-1,0 0,1 0,-1 0,95-25,-48 8</inkml:trace>
  <inkml:trace contextRef="#ctx0" brushRef="#br0" timeOffset="2418.038">2894 769,'-9'3,"1"1,0 0,0 0,0 0,0 1,0 1,1-1,0 1,0 0,1 1,0 0,0 0,0 0,1 0,0 1,0 0,1 0,0 1,1-1,0 1,0 0,0 2,-3 8,0 0,1 0,1 1,1 0,1 0,0 0,2 0,0 0,2 0,0 0,1 0,1 0,0-1,2 1,0-1,8 15,-9-27,-1-1,1 1,0-1,1 0,-1 0,1 0,0-1,1 0,-1 0,1-1,0 0,0 0,1-1,-1 1,2-1,-6-2,0 0,1 0,-1 0,1-1,0 1,-1-1,1 0,-1 0,1 0,0 0,-1-1,1 1,-1-1,1 0,-1 0,1 0,-1-1,0 1,0-1,1 0,-1 0,0 0,-1 0,1 0,0-1,-1 1,1-1,-1 0,0 0,0 0,0 0,0 0,0 0,0-1,0-1,-1 0,1-1,-1 1,0 0,0-1,-1 1,1-1,-1 1,0-1,-1 0,1 1,-1 0,0-1,-1 1,1-1,-1 1,0 0,0 0,-1 0,0 0,0 1,0-1,0 1,-1-1,1 1,-1 0,0 0,0 1,-1-1,1 1,-1 0,1 0,-1 1,0-1,0 1,-1 0,1 0,0 1,-1 0,1 0,0 0,-1 0,1 1,-1 0,0 0,1 0,-1 1,1 0,0 0,-1 0,1 1,0 0,0 0,0 0,0 1,0-1,0 1,0 0,1 1,0-1,0 1,0 0,0 0,0 0,1 0,0 0,1-1,0 1,0-1,0 1,0 0,1-1,-1 1,1 0,0 0,0 0,1 0,-1 0,1 0,0 0,0 0,0 1,1-1,-1 0,1 0,0 0,0 0,0-1,1 1,-1 0,1 0,0-1,0 1,0-1,1 1,-1-1,1 0,0 0,2 2,6 0,1 0,0-1,0 0,0-1,1 0,-1-1,0-1,1 0,0 0,-1-1,1-1,-1 0,1-1,-1 0,1-1,-1 0,3-2,50-12</inkml:trace>
  <inkml:trace contextRef="#ctx0" brushRef="#br0" timeOffset="2713.311">3317 1111,'-7'8,"1"0,-1 1,2 0,-1 1,1-1,1 1,-1 0,2 0,-1 0,1 1,1-1,0 1,1 0,-1 8,4-16,-1 1,1 0,0-1,0 0,1 1,-1-1,1 0,-1 0,1 0,0 0,0-1,0 1,0-1,1 0,-1 0,1 0,-1 0,1 0,0-1,0 0,0 0,0 0,-1 0,1 0,0-1,0 0,0 0,1 0,-1 0,0-1,-1 1,1-1,0 0,3-1,6-1,0 0,-1-1,1 0,-1-1,0 0,0-1,0 0,-1-1,0 0,0-1,-1-1,0 1,0-2,-1 1,0-1,-1 0,4-7,-7 10,-1 1,0-1,0 0,-1 0,0 0,0 0,0-1,-1 1,0-1,-1 0,0 1,0-1,0 0,-1 0,0 0,-1 1,0-1,0 0,-1 0,0 1,0-1,0 1,-1 0,0-1,-1 1,0 1,0-1,0 0,-1 1,0 0,-4-3,0 0,0 0,-1 1,0 1,0 0,-1 0,0 1,0 0,-1 1,0 0,0 1,0 0,-2 1,7 1,-1 0,1 1,-1 0,0 0,1 0,-1 1,1 1,-1-1,0 1,1 0,-1 1,1 0,0 0,-1 1,1 0,0 0,0 0,1 1,-1 0,1 0,0 1,-1 1,-1 5,0 0,1 0,0 1,1 0,0 1,1-1,1 1,0 0,0 0,1 1,1-1,0 1,1-1,1 1,0-1,1 1,0-1,1 1,0-1,2 3,12 56</inkml:trace>
  <inkml:trace contextRef="#ctx0" brushRef="#br0" timeOffset="11384.107">191 523,'-70'-42,"68"42,0-1,-1 0,1 1,0-1,-1 1,1 0,0-1,-1 1,1 0,-1 1,1-1,-1 0,1 1,0-1,-1 1,1 0,0 0,0 0,0 0,-1 0,1 0,0 1,0-1,1 1,-1-1,0 1,0 0,1-1,-1 1,1 0,-1 2,-7 14,1 0,1 0,1 1,1 0,0 0,1 1,2 0,0-1,0 18,0 34,2-1,4 1,3-1,3 0,6 15,69 339,-83-414,0-1,0 0,1 0,0 0,1 0,0-1,0 1,1-1,0 0,0 0,1-1,0 0,0 0,1 0,0-1,0 0,0 0,1 0,0-1,0 0,0-1,1 0,0 0,-1-1,6 1,26 2,0-3,0 0,0-3,31-4,-3 1,69 2,-24 0,-1-4,15-7,369-60,-2 1,-262 41,1 10,44 10,-126 4,91 4,-109 11,1-6,34-8,-116 2,1-2,0-3,-1-1,-1-3,20-9,-60 19,0-2,0 1,0-1,-1-1,0 0,0-1,0 0,0 0,-1-1,0 0,-1-1,1 0,-1 0,-1 0,0-1,0-1,-1 1,0-1,0 0,-1 0,2-6,-4-14,-1 0,-2-1,-1 1,-1 0,-1 0,-2 0,-4-11,-1-22,-42-266,48 295,-3 1,-1-1,-1 2,-2-1,-1 1,-1 1,-10-14,-8-6,-3 1,-1 1,-3 2,-26-23,53 58,-1 0,0 1,-1 1,-1 0,0 1,0 0,0 1,-1 1,-1 0,1 1,-1 0,0 2,0 0,0 0,-1 2,-8-1,-54 0,0 3,0 4,0 3,-45 12,-495 75,464-70,-140 40,66 7,176-59,0-2,-1-3,0-2,0-3,0-2,0-2,-23-6,3 2,-80-16,114 9,8 1,-1 3,0 0,0 3,-25-3,-156-14,199 21,1 0,-1 0,1 2,-1-1,1 2,-1 0,1 1,0 0,-1 1,1 1,0 0,1 1,-4 2,-13 7,2 1,0 1,0 2,2 1,-23 20,-74 81,51-48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04.8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71,'-14'-11,"-7"-5,-2 1,5 4,12 2,18 4,19 2,5 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01.9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99,'0'388,"0"-375,0 1,1 0,0-1,1 1,1-1,0 0,0 1,2-1,5 12,-9-23,0 0,0 0,1-1,-1 1,0 0,1 0,-1-1,1 1,0-1,0 1,0-1,-1 0,1 0,0 0,0 0,1 0,-1 0,0 0,0-1,0 1,0-1,1 0,-1 0,0 1,0-1,1-1,-1 1,0 0,0 0,1-1,-1 0,0 1,0-1,1 0,63-46,-42 22</inkml:trace>
  <inkml:trace contextRef="#ctx0" brushRef="#br0" timeOffset="251.324">275 71,'-5'-2,"-1"3,-1 10,3 8,0 12,2 11,1 11,-2 7,0 3,-2 3,0-4,1-4,1-8,1-13</inkml:trace>
  <inkml:trace contextRef="#ctx0" brushRef="#br0" timeOffset="500.658">424 208,'0'16,"0"13,-2 8,-1 4,-2 1,-1-3,2-3,0-8</inkml:trace>
  <inkml:trace contextRef="#ctx0" brushRef="#br0" timeOffset="857.701">479 167,'27'55,"2"0,3-3,22 30,-50-75,1 0,-1 0,1 0,1 0,-1-1,1 0,0 0,0 0,1-1,0 0,0 0,0-1,0 0,1 0,0-1,0 1,-1-2,2 1,-7-3,0 0,1-1,-1 1,1 0,-1-1,0 0,1 1,-1-1,0 0,1 0,-1 0,0-1,0 1,0 0,0-1,0 1,-1-1,1 0,0 0,-1 0,1 1,-1-1,0-1,1 1,-1 0,0 0,0 0,-1-1,1 1,0-2,11-75,-22-158,15 190,3 34</inkml:trace>
  <inkml:trace contextRef="#ctx0" brushRef="#br0" timeOffset="1101.049">1094 57,'0'17,"-2"11,-2 9,-1 5,-1 2,2 3,0-2,2-2,3-3,4-4,3-8,3-6,0-8</inkml:trace>
  <inkml:trace contextRef="#ctx0" brushRef="#br0" timeOffset="1350.038">1408 153,'5'19,"1"15,-3 11,-4 7,-6 5,-5-2,0-2,0-5,2-10,2-12,3-17,2-8</inkml:trace>
  <inkml:trace contextRef="#ctx0" brushRef="#br0" timeOffset="1919.516">1217 153,'36'9,"9"-8,1-1,-1-2,23-5,100-3,-162 10,0-1,-1 1,1 0,0 0,-1 1,1 0,0 0,-1 0,1 1,-1-1,1 1,-1 1,0-1,0 1,0 0,0 0,0 0,-1 1,0 0,1-1,-1 2,-1-1,1 0,0 1,-1 0,2 3,-1 11,0 0,-1 1,-1-1,-1 1,-1-1,0 1,-2-1,0 1,-1-1,-1 0,-2 3,1 6,-9 56,30-137,3 2,2 0,2 1,3 1,14-19,-33 57,9-18,2 0,1 1,2 0,8-7,-28 34,-1 0,0 0,1 0,-1 0,1 0,-1 0,1 0,-1 1,1-1,0 0,-1 0,1 1,0-1,0 1,0-1,-1 0,1 1,0-1,0 1,0 0,0-1,0 1,0 0,0 0,0-1,0 1,0 0,0 0,0 0,0 0,0 0,0 0,0 1,0-1,0 0,-1 0,1 1,0-1,0 0,0 1,0-1,0 1,0-1,-1 1,1 0,0-1,0 1,-1 0,1 0,7 100,-9-53,-1-5,1 0,1 1,3-1,2 0,1 0,3-1,1 0,2 0,17 37,-20-63,-1-10</inkml:trace>
  <inkml:trace contextRef="#ctx0" brushRef="#br0" timeOffset="2301.492">1804 371,'47'-2,"0"-3,0-2,-1-2,42-14,-57 15,465-126,-416 120,-79 14,0 0,0 0,0 0,0 0,0 0,0 0,1 0,-1 0,0 0,0 0,0 1,0-1,0 0,0 1,0-1,0 1,0-1,0 1,0 0,0-1,0 1,0 0,-1 0,1-1,0 1,0 0,-1 0,1 0,-1 0,1 0,-1 0,1 0,-1 0,1 0,-1 0,0 1,0-1,0 0,0 0,0 0,0 0,0 1,-12 48,9-42,-13 33,3 1,1 0,3 0,1 1,1 5,7 38,0-86,0 0,0 0,1 0,-1-1,0 1,0 0,0 0,0 0,1 0,-1 0,0 0,0 0,0 0,1-1,-1 1,0 0,0 0,0 0,1 0,-1 0,0 0,0 0,0 0,1 0,-1 1,0-1,0 0,0 0,1 0,-1 0,0 0,0 0,0 0,1 0,-1 0,0 1,0-1,0 0,0 0,0 0,1 0,-1 1,0-1,0 0,0 0,0 0,0 0,0 1,0-1,0 0,0 0,0 0,0 1,1-1,-1 0,0 0,6-19,3-50,-7 31</inkml:trace>
  <inkml:trace contextRef="#ctx0" brushRef="#br0" timeOffset="2669.247">2391 44,'-4'0,"0"1,1-1,-1 1,1-1,-1 1,1 0,-1 1,1-1,0 1,-1-1,1 1,0 0,0 0,0 0,0 1,1-1,-2 2,4-3,0 0,-1-1,1 1,0 0,0 0,0-1,0 1,0 0,0 0,1 0,-1-1,0 1,0 0,0-1,1 1,-1 0,0 0,1-1,-1 1,1-1,-1 1,1 0,-1-1,1 1,-1-1,1 1,0-1,-1 1,1-1,0 0,-1 1,1-1,0 0,-1 1,1-1,0 0,0 0,-1 0,1 0,0 1,13 2,-1-1,1 0,-1-1,1-1,0 0,-1 0,1-2,-1 1,9-3,-10 2,456-76,-447 76,19-4,1 2,-1 2,1 2,-1 1,38 7,-73-7,1 0,-1 0,0 0,0 0,0 1,0 0,0 0,0 0,0 1,-1-1,1 1,-1 1,0-1,0 0,0 1,0 0,0 0,-1 0,0 0,0 1,0-1,0 1,-1 0,0-1,0 1,0 0,0 3,0 11,-1-1,-1 1,0-1,-2 1,0-1,-1 1,-1-1,0 0,-6 11,-10 57,15-16,5-70,1 1,-1-1,0 1,1-1,-1 0,1 1,-1-1,0 1,1-1,-1 0,1 1,-1-1,1 0,-1 0,1 1,-1-1,1 0,0 0,-1 0,1 0,-1 0,1 0,-1 0,1 0,0 0,-1 0,1 0,-1 0,1 0,-1 0,1 0,-1-1,1 1,-1 0,1 0,-1-1,1 1,-1 0,1-1,-1 1,1 0,-1-1,0 1,1-1,-1 1,0-1,1 1,-1-1,0 1,1-1,-1 1,0-1,0 1,0-1,0 1,0-1,1 0,-1 1,0-1,10-15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05.9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0 301,'24'-11,"0"1,0 2,1 0,-1 1,2 1,-1 2,1 1,-1 0,25 2,-37 1,0 0,0 1,0 0,0 1,-1 0,1 1,-1 1,1 0,1 1,-10-3,0 0,-1 0,1 0,0 0,-1 1,1 0,-1-1,0 1,0 0,0 0,-1 1,1-1,-1 1,1-1,-1 1,0 0,-1-1,1 1,0 0,-1 0,0 1,0-1,-1 0,1 0,-1 0,0 1,0-1,0 0,0 3,-5 12,0-1,-1 0,-1 1,0-2,-2 1,0-1,-1-1,0 1,-1-2,-7 7,-20 34,35-54,0 1,0 0,1 0,-1 0,1 1,-1-1,1 1,0-1,0 1,1 0,-1-1,1 1,0 0,0 0,0 0,0 0,1 0,0 0,0 1,0-1,0 0,0 0,1 0,0 0,0 0,0 0,0 0,1-1,0 1,-1 0,1-1,0 1,1-1,0 2,9 1,0 0,0 0,1-1,0-1,0 0,0-1,0 0,1-1,-1 0,1-1,3-1,2 3,1-2,-1 0,1-1,0 0,-1-2,1-1,-1 0,0-1,0-1,0-1,-1-1,0 0,0-1,1-2,-4-2</inkml:trace>
  <inkml:trace contextRef="#ctx0" brushRef="#br0" timeOffset="252.328">137 479,'-5'0,"6"0,12 0,15 0,16 0,16-2,11-4,5 0,1-2,-3 1,-14 1</inkml:trace>
  <inkml:trace contextRef="#ctx0" brushRef="#br0" timeOffset="508.195">928 273,'-7'9,"0"1,0-1,1 1,0 0,0 0,1 1,1-1,0 1,0 1,1-1,0 0,1 1,1-1,0 1,0-1,1 1,0 0,1-1,1 1,0-1,0 1,1-1,1 0,3 8,0-6,1-1,1-1,0 0,0 0,1 0,1-1,-1-1,2 0,-1 0,1-1,1-1,-1 0,1-1,0 0,1-1,8 3,-3-2,1-1,-1-1,1-1,0-1,0 0,0-2,0 0,1-1,-1-1,-1-1,13-3,2-4</inkml:trace>
  <inkml:trace contextRef="#ctx0" brushRef="#br0" timeOffset="703.672">875 438,'16'7,"17"2,17-2,14-8,7-5,4-5,-5-4,-9-3,-14 2</inkml:trace>
  <inkml:trace contextRef="#ctx0" brushRef="#br0" timeOffset="954.002">875 247,'16'0,"22"0,23 0,21-3,19-2,12-4,6-1,-17 0</inkml:trace>
  <inkml:trace contextRef="#ctx0" brushRef="#br0" timeOffset="1358.933">2090 288,'-36'4,"1"1,-1 2,1 1,1 2,0 1,0 2,-11 7,39-18,0 1,0-1,0 2,1-1,-1 1,1 0,0 0,0 0,0 1,0-1,1 1,0 0,0 1,0-1,1 1,-1 0,1-1,1 1,-1 1,1-1,0 0,1 1,-1-1,1 1,1-1,-1 1,1-1,0 1,1-1,-1 1,1 0,1-1,-1 0,1 1,0-1,2 4,2-2,0-1,0 0,1 0,0-1,0 0,1 0,-1-1,1 0,0 0,1 0,-1-1,1-1,0 0,0 0,6 1,142 16,-126-19,0-2,0-1,0-2,-1-1,1-1,4-4,-20 6,0-1,-1 0,0-1,-1-1,1 0,-1-1,0 0,-1-1,0-1,0 1,-1-2,-1 0,5-6,-11 13,-1-1,1 1,-1 0,0-1,-1 0,1 0,-1 0,0 0,0 0,-1 0,1 0,-1-1,0 1,-1 0,1-1,-1 1,0-1,0 1,-1-1,0 1,0 0,0-1,-1 0,1 5,0 1,0 0,0-1,0 1,-1 0,1 0,0-1,0 1,0 0,0 0,-1 0,1 1,0-1,0 0,0 0,0 1,0-1,-1 1,1-1,0 1,0-1,0 1,0-1,0 1,0 0,1 0,-1-1,0 1,0 0,0 0,1 0,-1 0,0 0,1 0,-1 0,1 0,0 0,-1 0,1 1,0-1,-1 0,1 0,0 0,0 0,0 1,0-1,-3 6,1 0,0 0,0 1,0-1,1 0,0 1,1-1,-1 1,1-1,1 1,0-1,0 1,0-1,1 0,0 1,0-1,1 0,0 0,0-1,0 1,1-1,0 1,1-1,-1 0,1-1,0 1,1-1,-1 0,1 0,0-1,0 1,1-1,2 1,21 6,-3-3</inkml:trace>
  <inkml:trace contextRef="#ctx0" brushRef="#br0" timeOffset="1606.257">2335 1,'-16'0,"-10"2,-5 6,0 3,3 3,4-2,1-4,5-4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24.5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153 39,'-19'28,"2"2,1 0,1 0,2 2,1 0,0 6,10-24,7-16,10-22,-7 5,-1 0,0 0,-1-1,-1 1,-1-2,-1 1,0 0,-2-7,0 26,-1 1,0-1,0 1,0-1,1 1,-1 0,0-1,0 1,0-1,0 1,0-1,0 1,0-1,0 1,0-1,0 1,0-1,0 1,0-1,-1 1,1-1,0 1,0-1,0 1,-1-1,1 1,0 0,-1-1,1 1,0-1,-1 1,1 0,0 0,-1-1,1 1,-1 0,1-1,0 1,-1 0,1 0,-1 0,1 0,-1-1,1 1,-1 0,1 0,-1 0,1 0,-1 0,1 0,-1 0,1 0,-1 0,1 1,-1-1,1 0,-1 0,1 0,-1 0,1 1,0-1,-1 0,1 0,-1 1,-23 25,13-8,2-1,0 1,1 1,1 0,1 0,1 0,0 1,2 0,-1 11,3-30,1 0,-1 0,1 0,0 1,0-1,0 0,0 0,0 1,0-1,0 0,0 0,0 1,0-1,1 0,-1 0,1 0,-1 1,1-1,-1 0,1 0,-1 0,1 0,0 0,0 0,0 0,-1 0,1 0,0-1,0 1,0 0,0 0,0-1,1 1,-1-1,0 1,0-1,0 1,0-1,1 0,-1 0,0 1,0-1,1 0,-1 0,0 0,0 0,1-1,-1 1,0 0,1-1,7-4,0 0,-1 0,0-1,0-1,-1 0,1 0,-1 0,-1-1,1 1,-1-2,-1 1,0-1,0 0,0 0,-1 0,1-6,23-83,-27 128,-14 217,13-246,-1 0,1 0,0 0,-1 0,1 1,0-1,0 0,0 0,0 0,0 0,0 0,1 1,-1-1,0 0,0 0,1 0,-1 0,1 0,-1 0,1 0,-1 0,1 0,0 0,0 0,-1 0,1 0,0-1,0 1,0 0,0-1,0 1,0 0,0-1,0 1,0-1,0 1,0-1,0 0,0 1,0-1,0 0,1 0,-1 0,0 0,1 0,4-5,1 0,-1-1,-1 0,1 0,-1 0,0-1,-1 0,1 0,-2 0,1 0,-1 0,1-3,0 3,6-14,-1-1,0 0,-2-1,0 0,-2 0,0 0,-2-1,0-3,-19 54,6 8,0 1,3 1,1 0,1 0,2 0,2 7,1-43,-1 1,1-1,-1 0,1 1,0-1,-1 1,1-1,0 1,0-1,0 1,0-1,0 1,1-1,-1 1,0-1,1 0,-1 1,1-1,0 1,-1-1,1 0,0 1,0-1,-1 0,1 0,0 0,0 0,1 0,-1 0,0 0,0 0,0 0,1 0,-1-1,0 1,1-1,-1 1,0-1,1 1,-1-1,1 0,-1 1,1-1,-1 0,1 0,-1 0,1 0,-1 0,1-1,-1 1,1 0,0-1,6-7,0 0,0-1,-1 0,0 0,0-1,-1 0,-1 0,0 0,0-1,-1 0,0 0,-1 0,0 0,-2 9,5-14,-1 1,-1-1,0 0,-1 0,-1-1,0 1,-1-15,-1 32,-1-1,1 0,0 0,0 1,0-1,-1 0,1 0,0 1,0-1,0 0,-1 0,1 0,0 1,0-1,-1 0,1 0,0 0,-1 0,1 0,0 0,-1 0,1 1,0-1,0 0,-1 0,1 0,0 0,-1 0,1 0,0-1,-1 1,1 0,0 0,-1 0,1 0,0 0,0 0,-1 0,1-1,0 1,-1 0,1 0,0 0,0-1,0 1,-1 0,1 0,0-1,0 1,0 0,0 0,-1-1,1 1,0 0,0-1,0 1,0 0,0-1,0 1,0 0,0-1,0 1,0 0,0 0,0-1,0 1,0 0,0-1,0 1,-15 21,6-5,2 1,-1 0,2 0,0 0,2 1,0 0,0 0,1 12,2-29,1-1,-1 1,1-1,-1 1,1-1,0 1,-1-1,1 1,0 0,0-1,0 1,-1 0,1-1,0 1,0 0,0-1,0 1,0 0,0-1,0 1,0 0,0-1,0 1,1 0,-1-1,0 1,0-1,1 1,-1 0,0-1,1 1,-1-1,0 1,1-1,-1 1,1-1,-1 1,1-1,-1 1,1-1,0 0,-1 1,1-1,-1 0,1 1,0-1,-1 0,1 0,0 0,-1 0,1 0,0 0,-1 0,1 0,0 0,-1 0,1 0,0 0,-1 0,1 0,0 0,-1-1,1 1,-1 0,1-1,0 1,-1 0,1-1,0 1,7-10,-1 0,0 0,0-1,-1 0,0 0,-1-1,0 1,-1-1,0 0,-1 0,0-1,-1 1,-1-1,0-3,2 4,-2 0,1 0,-2-1,1 1,-2-1,0 1,0 0,-1-1,-1 1,0 0,-2-6,4 17,1-1,0 1,-1 0,1 0,-1 0,0-1,1 1,-1 0,0 0,0 0,0 0,0 0,0 0,0 1,0-1,0 0,0 0,0 1,0-1,0 0,-1 1,1-1,0 1,0 0,-1-1,1 1,0 0,0 0,-1 0,1 0,0 0,-1 0,1 0,0 0,-1 1,1-1,0 0,0 1,-1-1,1 1,0-1,0 1,0 0,0-1,0 1,0 0,0 0,0 0,-42 52,24-10,1 0,2 1,2 1,-1 13,1-1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25.2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1,'-15'49,"2"0,3 1,1 0,3 0,2 1,2 0,4 37,-2-78,0 9,5 73,-4-88,-1 0,1-1,0 1,0 0,0-1,1 1,0-1,-1 1,1-1,0 0,0 0,1 0,-1 0,1 0,-1 0,1-1,0 1,0-1,0 0,0 0,3 1,-2-1,-1-1,1-1,-1 1,1-1,-1 1,1-1,-1 0,1 0,-1 0,1-1,-1 1,1-1,-1 0,1 0,-1 0,0-1,1 1,-1-1,0 1,0-1,0 0,0 0,0-1,-1 1,1-1,57-71,-44 39,-2-1,-1 0,-2 0,-2-1,-1-1,-2 1,-2-1,-1-1,-2 1,-2 0,-4-32,5 70,0 0,1 0,-1 0,0 0,0 0,1 0,-1 0,0 0,0 0,0 0,1 0,-1 0,0 0,0 0,0 0,1 0,-1 0,0 0,0-1,0 1,1 0,-1 0,0 0,0 0,1 2,5 13</inkml:trace>
  <inkml:trace contextRef="#ctx0" brushRef="#br0" timeOffset="449.142">346 575,'-1'-2,"1"0,-1-1,1 1,0 0,0 0,0 0,0-1,0 1,0 0,0 0,1 0,0 0,-1-1,1 1,0 0,0 0,0 0,0 0,0 1,0-1,0 0,1 0,-1 1,1-1,0 1,-1-1,1 1,0-1,0 1,-1 0,1 0,0 0,0 0,1 0,-1 1,0-1,0 1,2-1,-1 0,1 0,0 1,0-1,-1 1,1 0,0 0,0 0,-1 0,1 1,0 0,-1-1,1 1,0 1,-1-1,1 0,-1 1,0 0,1 0,-1 0,0 0,0 0,0 1,0-1,-1 2,1 0,-1 0,0 0,0 0,0 0,0 0,-1 1,0-1,1 1,-2-1,1 0,-1 1,1 0,-1-1,0 1,-1-1,1 1,-1-1,0 1,0-1,0 0,-1 1,1-1,-3 3,-57 94,-18-7,79-93,0 0,-1-1,1 1,0 0,-1 0,1-1,0 1,0 0,0 0,0 0,0 0,0-1,0 1,0 0,0 0,0 0,1-1,-1 1,0 0,0 0,1 0,-1-1,1 1,-1 0,0-1,1 1,-1 0,1-1,0 1,-1-1,1 1,-1 0,1-1,0 0,0 1,-1-1,1 1,0-1,0 0,-1 1,1-1,0 0,0 0,0 0,41 8,-40-8,247 4,-209-5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10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0 382,'3'2,"7"1,9 3,11 1,9 3,10 0,8-3,6-1,4-3,2-1,-1-2,-6 0,-5 0,-12-3,-9 0,-15-1,-14 4,-10 1</inkml:trace>
  <inkml:trace contextRef="#ctx0" brushRef="#br0" timeOffset="331.719">178 710,'2'0,"8"0,12 0,13 0,12-2,13-2,8-1,3 0,-1 0,-3 1,-6 0,-6-1,-10 2,-11 0,-11-1,-9-2,-7 0</inkml:trace>
  <inkml:trace contextRef="#ctx0" brushRef="#br0" timeOffset="748.602">738 54,'-93'-54,"102"65,45 26,1-3,2-2,12 3,-16-10,-2 3,-1 2,-2 2,14 13,-52-37,-1 0,0 0,0 1,-1 0,0 1,-1 0,0 0,-1 0,0 1,0 0,-1 0,0 1,-1-1,-1 1,0 0,0 0,-1 0,-1 0,0 1,0-1,-1 0,-1 1,0-1,-1 0,0 0,-1 1,-7 11,-1 0,0-1,-2 0,-1-1,0-1,-2 0,0-1,-2 0,0-2,-1 0,-1-1,0-1,-8 4,12-6,15-14,0 0,-1 0,1 1,0-1,0 1,0-1,0 1,0 0,0-1,0 1,0 0,0 0,0 0,0-1,1 1,-1 0,0 0,0 0,1 0,-1 1,1-1,-1 0,1 0,-1 0,1 0,0 0,0 1,-1-1,1 0,0 0,0 1,0-1,0 0,0 0,1 0,-1 1,0-1,1 0,-1 0,0 0,1 0,0 0,-1 1,1-1,0 0,-1 0,1-1,0 1,0 0,0 0,0 0,0 0,0 0,17 6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22.0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 59,'-5'31,"-9"67,3 0,4 89,7-158,2 0,1 0,1 0,2-1,0 1,2-1,2-1,0 0,2 0,0-1,2 0,2 0,-13-20,0 0,1 0,0 0,0-1,0 1,1-1,-1 0,1 0,1-1,-1 0,1 0,-1 0,1 0,0-1,0 0,1 0,-1-1,1 0,-1 0,1 0,0-1,-1 0,1 0,0 0,0-1,0-1,0 1,0-1,-1 0,1 0,0-1,-1 0,2 0,2-4,-1 0,1-1,-1 0,-1-1,1 0,-1 0,0 0,-1-1,0-1,-1 1,0-1,0 0,-1 0,0-1,-1 1,0-1,-1 0,0 0,0-1,-1 1,-1 0,0-1,-1 1,-1-12,-15-34,16 56,-1 0,1 0,-1 0,0 0,0 0,1 0,-1 0,0 0,0 1,0-1,0 0,0 1,0-1,0 1,0-1,0 1,0-1,-1 1,1 0,0 0,0-1,0 1,0 0,-1 0,1 0,0 0,0 0,0 1,0-1,-1 0,1 0,0 1,0-1,0 1,0-1,0 1,0-1,0 1,0 0,0 0,0-1,0 1,0 0,1 0,-1 0,0 0,0 0,-5 7,0-1,1 1,0 1,0-1,0 0,1 1,1 0,0 0,0 1,0-1,1 0,1 1,-1-1,2 1,-1 0,1-1,1 1,0 0,0-1,2 6,1-5,1 0,0 0,1 0,0-1,0 0,1 0,0 0,1-1,-1 0,2-1,-1 1,1-2,0 1,1-1,-1-1,1 1,0-2,1 1,-1-2,1 1,0-1,0-1,0 0,0 0,0-1,6-1,28 5</inkml:trace>
  <inkml:trace contextRef="#ctx0" brushRef="#br0" timeOffset="249.331">1 318,'18'0,"26"3,25 2,24 3,18 1,11 0,-16-1</inkml:trace>
  <inkml:trace contextRef="#ctx0" brushRef="#br0" timeOffset="847.793">1026 523,'-145'3,"143"-3,0 0,0 0,0 0,0 1,0-1,0 1,0 0,0-1,0 1,0 0,0 0,0 0,0 0,1 1,-1-1,0 0,1 1,-1-1,1 1,-1 0,1-1,0 1,0 0,0 0,0 0,0 0,0 0,1 0,-1 0,0 0,1 0,0 0,-1 0,1 0,0 1,0-1,0 0,1 1,3 10,0 0,1-1,0 1,1-1,1 0,0 0,1-1,0 0,0-1,1 1,3 1,184 197,-174-171,-21-38,-1 1,0 0,1 0,-1 0,0-1,1 1,-1 0,0 0,0 0,1 0,-1 0,0-1,0 1,0 0,0 0,0 0,-1 0,1 0,0 0,0 0,-1-1,1 1,0 0,-1 0,1 0,-1-1,1 1,-1 0,1-1,-1 1,1 0,-1-1,0 1,1 0,-1-1,0 1,0-1,1 0,-1 1,0-1,0 1,0-1,0 0,0 0,-2 2,-1-1,0 0,1 0,-1-1,1 1,-1-1,0 0,0 0,1 0,-1 0,0 0,1-1,-1 0,0 0,1 0,-1 0,1 0,-1-1,1 0,0 1,0-1,0-1,0 1,0 0,0-1,0 1,1-1,-1 0,1 0,0 0,0 0,0 0,0 0,1-1,-1 1,1-1,0 1,0-1,0 1,0-1,1 0,-1 1,1-1,0 0,0 0,0 1,1-1,0-2,57-95,-44 81,56-77,-24 39,-3-2,-2-2,-4-1,-2-2,-2-1,-4-2,12-47,-39 108,1 0,-1-1,0-1,0 1,-1 0,0 0,-1-1,1 1,-2-1,1 1,-1 0,-2-7,3 14,0 0,0 0,0 0,-1 1,1-1,0 0,-1 0,1 1,0-1,-1 0,1 0,-1 1,1-1,-1 0,1 1,-1-1,0 1,1-1,-1 1,0-1,1 1,-1-1,0 1,0 0,1-1,-1 1,0 0,0 0,0 0,1 0,-1-1,0 1,0 0,0 0,0 0,1 1,-1-1,0 0,0 0,0 0,1 1,-1-1,0 0,0 1,1-1,-1 0,0 1,0-1,1 1,-1 0,-31 34,22-11,1 1,1-1,1 1,1 0,1 1,1-1,2 1,0 0,2 0,1 0,1 0,4 22,1-3,1 0,2-1,2 0,2-1,2 0,1-2,3 0,1 0,2-2,1-1,3-1,2 1,-22-30,-2-2,0 0,0 0,0 0,0-1,1 0,0 0,0-1,1 1,-1-1,1-1,5 3,1-7,-5-6</inkml:trace>
  <inkml:trace contextRef="#ctx0" brushRef="#br0" timeOffset="1099.107">1094 332,'16'-3,"20"0,21 1,21 4,17 5,11 5,5 6,-18 0</inkml:trace>
  <inkml:trace contextRef="#ctx0" brushRef="#br0" timeOffset="1937.497">1940 742,'-15'-9,"-1"2,-1 0,1 1,-1 1,0 1,0 0,-1 1,1 0,-1 2,-3 0,16 1,0 1,0-1,1 1,-1 0,0 0,1 1,-1-1,1 1,0 0,0 0,-1 1,1-1,1 1,-1 0,0 0,1 0,-1 0,1 1,0-1,0 1,0 0,1 0,-1 0,1 0,0 0,0 1,1-1,-1 1,1-1,0 1,0 1,0 0,0 1,0-1,1 0,0 1,0-1,0 0,1 1,0-1,0 0,1 0,0 0,0 0,0 0,1 0,0-1,0 1,0-1,1 0,0 0,0 0,0 0,0 0,3 1,-1-2,0 0,1 0,-1 0,1-1,0 0,0 0,1 0,-1-1,0 0,1-1,-1 0,1 0,0 0,-1-1,1 0,0-1,-1 0,1 0,-1 0,1-1,-1 0,0-1,0 0,0 0,0 0,0-1,0 0,-1 0,0-1,0 1,0-1,-1-1,1 1,-1-1,3-5,11-17,-17 51,-3-14,1 0,0 1,0-1,1 1,0-1,1 1,0-1,1 0,0 0,0 0,0 0,2 0,-3-6,0 1,0 0,0-1,1 1,0-1,-1 0,1 0,0 0,1 0,-1 0,1-1,-1 0,1 1,0-1,-1 0,1-1,0 1,0-1,1 0,-1 0,0 0,0 0,0-1,1 0,-1 0,0 0,5-1,-5 1,1-1,-1 0,1-1,-1 1,1-1,-1 0,0 0,0 0,0-1,0 1,0-1,-1 0,1 0,-1-1,0 1,0-1,0 1,0-1,0 0,-1 0,0 0,0 0,0-1,0 1,-1 0,1-1,-1 1,0-1,12-133,-13 138,-2-149,1 149,1-1,0 0,0 0,-1 0,1 0,0 1,0-1,0 0,0 0,0 0,0 0,0 0,0 0,0 1,0-1,1 0,-1 0,0 0,0 0,1 1,-1-1,1 0,-1 0,1 1,-1-1,1 0,-1 1,1-1,0 0,-1 1,1-1,0 1,-1-1,1 1,0 0,0-1,-1 1,1 0,0-1,0 1,0 0,0 0,0 0,-1-1,1 1,0 0,0 0,0 1,0-1,0 0,0 0,14 8,0 1,-1 0,0 1,-1 1,0 0,-1 0,0 1,2 4,-1-3,-5-6,0 1,0 0,-1 0,0 1,0 0,-1 0,0 1,-1-1,0 1,0 1,-1-1,0 1,-1-1,-1 1,1 0,-2 0,1 3,-3 11,0-23,0 1,1 0,-1 0,1 0,-1 0,1 0,0 0,0 0,0 0,1 0,-1-1,1 1,-1 0,1 0,0 0,0 0,0-1,1 1,-1-1,1 1,-1-1,1 1,0-1,0 0,0 0,0 0,0 0,1 0,-1 0,1-1,-1 1,1-1,-1 1,3-1,8 2,0-1,0 0,0-1,1-1,-1 0,0 0,0-2,0 0,0 0,0-1,0-1,0 0,-1 0,0-2,0 1,0-2,0 1,-1-2,0 1,-1-2,6-5,-9 7,0-1,-1 0,0 0,-1 0,0-1,0 0,-1 0,0 0,0 0,-1-1,-1 1,1-1,-2 0,1 0,-1 0,-1 0,0-3,1 10,-2 0,1 0,0 0,0 1,-1-1,0 0,1 1,-1-1,0 0,0 1,-1-1,1 1,0-1,-1 1,0 0,1-1,-1 1,0 0,0 0,0 0,-1 1,1-1,0 0,-1 1,1 0,0-1,-1 1,0 0,1 0,-1 0,0 1,0-1,1 1,-1-1,0 1,0 0,0 0,1 0,-1 1,0-1,0 1,1-1,-1 1,0 0,1 0,-1 0,0 0,1 1,0-1,-1 1,-3 2,1 1,0 0,0 0,0 0,1 1,0-1,0 1,0 0,1 0,-1 1,2-1,-1 1,1-1,0 1,0 0,1 0,0 0,0 0,0 0,1 0,0 0,1 0,-1 0,1 0,1 0,-1 0,1 0,1-1,-1 1,1 0,0-1,1 0,-1 0,1 0,0 0,1-1,-1 1,2-1,8 10,0 0,2-1,0-1,0-1,1 0,1-1,0-1,0 0,1-2,0 0,1-1,0-1,16 3,10 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20.4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184 643,'9'796,"-7"-596,-6-168,4-32,0 0,-1-1,1 1,0 0,0 0,0-1,-1 1,1 0,0 0,0 0,-1-1,1 1,0 0,-1 0,1 0,0 0,0 0,-1 0,1-1,0 1,-1 0,1 0,0 0,-1 0,1 0,0 0,-1 0,1 0,0 0,0 1,-1-1,1 0,0 0,-1 0,1 0,0 0,-1 0,1 1,0-1,0 0,-1 0,1 0,0 1,0-1,0 0,-1 0,1 1,0-1,0 0,0 1,0-1,0 0,-26-134,-90-407,92 438,13 22,11 79,1 0,-1 1,1 0,-1-1,1 1,0-1,-1 1,1 0,0-1,0 1,0 0,0 0,0 0,0 0,1 0,-1 0,0 0,0 0,1 0,-1 1,1-1,-1 0,1 1,-1-1,1 1,-1 0,1-1,-1 1,1 0,-1 0,1 0,-1 0,1 0,1 1,58 9,-53-8,15 3,-1 2,0 0,0 1,-1 1,0 1,0 1,2 3,-20-13,-1 0,0 0,0 0,0 1,0-1,0 0,0 1,-1-1,1 1,0 0,-1 0,1-1,-1 1,0 0,0 0,1 0,-1 1,-1-1,1 0,0 0,0 0,-1 1,1-1,-1 0,0 1,0-1,0 0,0 1,0-1,0 0,-1 1,1-1,-1 2,-5 3,-1 0,0-1,0 1,0-1,-1-1,1 1,-1-1,-1-1,1 1,-1-1,1-1,-1 0,0 0,-8 1,11-2,-5 2,2-1,1 1,-1-1,1-1,-1 0,0 0,0 0,0-1,0-1,0 0,0 0,0 0,-3-2,12 2,-1-1,0 1,1-1,-1 0,1 0,-1 1,1-1,-1 0,1 0,-1 0,1 1,0-1,-1 0,1 0,0 0,0 0,0 0,0 0,0 0,0 0,0 1,0-1,0 0,0 0,0 0,1 0,-1 0,0 0,0 0,1 1,-1-1,1 0,-1 0,1 0,-1 1,1-1,0 0,-1 1,1-1,0 1,-1-1,1 0,0 1,0-1,0 1,-1 0,1-1,0 1,1 0,20-15,0 1,1 1,1 1,0 1,1 1,0 1,3 1,8-4,3-2,-2 3,-2-3,1 0,-2-3,29-17,-20-17,-42 50,-1-1,1 1,-1 0,1-1,-1 1,1-1,-1 1,0-1,0 1,0 0,0-1,0 1,0-1,0 1,0-1,0 1,-1-1,1 1,-1-1,1 1,-1 0,1-1,-1 1,0 0,0 0,1-1,-1 1,0 0,0 0,0 0,0 0,-1 0,1 0,0 0,0 1,-1-1,1 0,0 1,-1-1,1 1,0-1,-2 1,0-1,1 0,-1 0,0 1,0-1,0 1,0 0,0 0,0 0,1 0,-1 0,0 1,0 0,0-1,0 1,1 0,-1 0,0 0,1 1,-1-1,1 1,-1-1,1 1,0 0,-1 0,1 0,0 0,0 0,1 0,-1 1,0-1,0 3,-3 3,0 1,1 0,0 0,1 0,0 1,0-1,1 1,-1 9,2-10,1 0,0-1,0 1,1-1,0 1,0-1,1 1,0-1,1 0,0 0,0 0,1 0,0-1,0 1,1-1,0 0,0 0,1-1,-1 1,1-1,1-1,-1 1,1-1,0 0,0 0,1-1,-1 0,1 0,0-1,2 0,-1 2,0-1,0-1,0 0,0 0,1-1,0 0,-1 0,1-1,0-1,0 1,-1-2,1 1,0-1,0-1,-1 0,1 0,-1-1,1 0,-1-1,0 1,0-2,-1 0,1 0,-1 0,0-1,-1 0,1-1,-1 1,0-1,4-7,-3 1,-1 0,-1-1,0 0,-1 0,0 0,-1-1,-1 0,0 0,-1 0,0-8,-14 90,11-56,1 0,0 0,1 0,1 0,-1 0,2 0,-1 0,2-1,-1 1,1-1,1 0,-3-6,0 0,0 0,1 0,-1-1,1 1,0-1,0 0,0 1,1-1,-1-1,1 1,-1 0,1-1,0 0,0 0,0 0,0 0,0-1,1 1,-1-1,0 0,1 0,-1-1,1 1,-1-1,1 0,-1-1,3 1,2-2,0 0,0-1,-1 1,1-2,-1 1,1-1,-1-1,0 1,-1-1,1-1,-1 0,0 0,0 0,4-7,75-105,-46 47,-36 84,-6 12,6 117,-2-136,-1 0,1 0,0 1,0-1,1-1,-1 1,1 0,1-1,-1 1,1-1,0 0,0 0,0-1,1 1,0-1,0 0,0 0,0 0,0-1,1 0,0 0,5 1,0-1,0 0,0 0,0-1,0-1,0 0,0-1,1 0,-1 0,0-1,0-1,0 0,0 0,0-1,0-1,-1 0,1 0,-1-1,0 0,-1-1,1 0,-1 0,0-1,-1 0,1-1,-1 0,-1 0,0-1,0 0,0 0,-1-1,-1 1,0-1,0-1,0-1,14-43,-2 0,-3-1,-3 0,-1-1,-4-1,0-54,0 49,-4 0,-2-1,-3 1,-11-54,14 114,0-3,-1 0,0 0,0 0,0 0,-1 1,1-1,-1 1,-1-1,1 1,-1-1,0 1,0 0,-1 0,1 1,-1-1,0 1,0 0,-1 0,-2-2,3 5,1 1,-1 0,1 0,-1 1,1-1,-1 1,1-1,-1 1,1 0,0 1,-1-1,1 1,0-1,0 1,0 0,0 0,0 0,1 0,-1 1,0-1,1 1,0 0,0-1,0 1,0 0,0 0,0 0,0 2,-10 17,0 1,1 1,1 0,2 1,0 0,2 0,0 0,2 1,1 0,1 0,1 0,1 0,4 25,1-4,2 0,2-1,2 0,2-1,2 0,2-1,2-1,1-1,3 0,16 22,-31-52,0 0,1 0,0-1,1 0,0-1,1 0,0-1,2 2,-12-11,0 1,0 0,0 0,0-1,0 1,0-1,0 1,0-1,0 1,0-1,0 1,0-1,0 0,1 0,-1 0,0 1,0-1,0 0,0 0,0-1,1 1,-1 0,0 0,0 0,0-1,0 1,0-1,0 1,0-1,0 1,0-1,0 0,0 1,0-1,0 0,0 0,-1 1,1-1,0 0,-1 0,1 0,0 0,-1 0,1 0,-1 0,0 0,1-1,-1 1,0 0,1 0,-1 0,0 0,0-1,4-63,-6 25</inkml:trace>
  <inkml:trace contextRef="#ctx0" brushRef="#br0" timeOffset="257.037">1605 438,'-21'-14,"-14"-9,-3-1,5 2,10 4,16 3,23 4,28 4,27 3,24 2,16 2,6 0,-2 6,-21 1</inkml:trace>
  <inkml:trace contextRef="#ctx0" brushRef="#br0" timeOffset="951.21">2056 1039,'12'-23,"-1"0,0-1,-2-1,-1 0,-1 0,-1 0,-1-1,-2 0,0 0,-2 0,-1 0,0 0,-3 0,-3-23,11 44,9 17,-9-7,17 12,1-1,1-1,0-1,1-1,2 0,84 49,-106-60,-1 1,0 1,-1-1,1 1,0-1,-1 1,0 0,0 1,0-1,-1 0,1 1,-1-1,0 1,0 0,-1 0,1 0,-1 0,0 0,0 0,-1 0,0 0,0 0,0 0,0 0,-1 0,0 3,-3 23,2-26,0 0,0 1,1-1,0 1,0 0,0-1,1 1,0 0,0-1,0 1,1 0,0 0,0-1,0 1,1-1,0 1,0-1,0 0,1 0,0 0,0 0,0 0,0 0,1-1,-1 0,1 0,1 0,-1 0,1 0,-1-2,1 0,-1 0,1-1,-1 0,1 0,0 0,0 0,0-1,-1 0,1 0,0 0,0 0,0-1,-1 0,1 0,0 0,-1-1,1 1,-1-1,1 0,-1 0,0-1,0 1,0-1,0 0,-1 0,1-1,5-3,-1-2,0 1,0-1,-1 0,-1 0,1-1,-1 0,-1 0,0-1,3-9,12-62,-21 91,1-1,0 0,0 1,1-1,1 0,-1 0,1 1,1-1,-1 0,1-1,1 1,-1-1,1 1,1-1,-1 0,1 0,1 0,-2-2,-1-1,1 1,0-1,0 0,1 0,-1-1,1 1,0-1,0 0,0 0,0 0,0-1,1 0,-1 0,1 0,-1-1,1 0,0 0,0 0,-1-1,1 0,0 0,0 0,0-1,-1 0,7-1,-4-2,0 0,0-1,0 1,-1-2,0 1,0-1,0 0,0 0,-1-1,0 0,-1 0,1-1,-1 1,-1-1,0 0,0 0,0-1,-1 1,0-1,-1 1,0-1,0 0,-1 0,0 0,-1 0,1 0,-2-1,0 1,0 0,0 0,-1 1,-1-5,3 12,0 0,-1 0,1 0,0 0,0 0,0 0,-1 0,1 0,-1 0,1 0,-1 0,1 0,-1 0,1 0,-1 0,0 1,1-1,-1 0,0 0,0 1,1-1,-1 1,0-1,0 0,0 1,0 0,0-1,0 1,0 0,0-1,0 1,0 0,0 0,0 0,0 0,0 0,0 0,0 0,0 0,0 0,0 0,0 1,0-1,0 0,0 1,0-1,0 1,0-1,0 1,0-1,0 1,0 0,1-1,-1 1,0 1,-1 3,0 0,1 0,0 0,0 0,0 0,0 0,1 0,0 1,0-1,1 0,-1 0,1 0,0 1,1-1,-1 0,1 0,0-1,0 1,0 0,1-1,0 1,0-1,0 0,0 0,1 0,-1 0,1-1,0 1,0-1,0 0,3 1,10 8,0-2,0 0,1-1,1-1,-1 0,1-1,0-2,1 0,6 1,47 8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16.0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0 628,'14'7,"0"-1,0-1,0 0,1-1,0-1,-1 0,1-1,1 0,-1-1,0-1,0-1,0 0,0 0,0-2,0 0,5-2,11-4,-1-2,1 0,-2-2,0-2,0 0,-2-2,3-3,-20 14,0 0,0-1,0 0,-1 0,0-1,-1-1,0 1,0-1,-1-1,0 1,0-1,-1 0,-1-1,1 0,-2 1,0-2,0 1,1-9,-5 16,0 0,-1 1,0-1,0 0,0 1,-1-1,1 1,-1-1,0 1,0 0,0-1,0 1,0 0,-1 0,1 1,-1-1,0 1,0-1,0 1,0 0,0 0,0 0,-1 0,1 1,-1-1,1 1,-1 0,0 0,1 0,-1 0,0 1,0 0,0 0,1 0,-1 0,0 0,0 1,0-1,1 1,-1 0,1 1,-1-1,0 0,1 1,0 0,-1 0,1 0,0 0,-8 7,0 1,0 0,1 0,1 1,0 0,0 1,1 0,1 0,0 1,0 0,1 0,1 1,0 0,1-1,1 2,0-1,1 0,0 5,-10 81,4 0,4 0,5 0,11 78,-3-33,-6-122,-1-1,-1 1,-1 0,-1-1,-1 1,-1 0,-1-1,0 0,-2 0,-1 0,-1-1,-1 0,-10 19,-7-12,2-12</inkml:trace>
  <inkml:trace contextRef="#ctx0" brushRef="#br0" timeOffset="1010.814">69 970,'31'-17,"0"1,1 1,0 2,1 1,0 2,1 1,1 1,-1 3,23-2,95-3,-148 10,0 1,0 0,0 0,-1 0,1 0,-1 1,1-1,-1 1,1 0,-1 0,0 1,0-1,0 1,0-1,0 1,-1 0,1 0,-1 0,0 0,0 0,0 1,0-1,0 1,-1-1,0 1,0 0,0-1,0 1,0 0,-1 0,1 0,-1 3,2 5,1 0,0 0,1-1,0 0,1 0,0 0,5 7,-8-14,0-1,1 0,-1 0,1 0,-1 0,1-1,0 1,0-1,0 1,0-1,0 0,1 0,-1-1,0 1,1-1,0 0,-1 1,1-1,0-1,0 1,-1-1,1 1,0-1,0 0,0-1,1 1,-3-1,1 1,0-1,0 0,-1 0,1-1,-1 1,1 0,-1-1,1 0,-1 1,0-1,0 0,0 0,0 0,0 0,0-1,-1 1,1 0,-1-1,1 1,-1-1,0 0,0 1,0-1,0 0,-1 0,1 0,-1 0,1-4,1-1,-2 1,1-1,-1 0,0 1,-1-1,0 1,0-1,-1 1,0-3,-1 2,0 0,-1 0,0 1,-1-1,1 1,-1 0,-1 0,1 0,-1 1,0 0,-1 0,1 1,-1 0,0 0,-1 0,1 1,-1 0,0 0,0 1,0 0,0 1,-1-1,1 2,-1-1,1 1,-1 0,0 1,1 0,-1 0,1 1,-9 2,16-3,0 0,-1 0,1 0,0 0,0 0,-1 1,1-1,0 0,0 1,-1-1,1 1,0-1,0 1,0 0,0-1,0 1,0 0,0 0,0 0,0 0,0 0,0 0,1 0,-1 0,0 0,1 0,-1 0,0 0,1 0,0 1,-1-1,1 0,0 0,0 1,-1-1,1 0,0 1,0-1,0 0,1 0,-1 1,0-1,0 0,1 0,-1 1,1-1,-1 0,1 0,-1 0,1 1,8 2,-1-1,0 0,1-1,0 0,-1 0,1-1,0 0,0 0,0-1,0 0,-1-1,1 0,0 0,0-1,3-1,11-2,-1 0,1-2,-1-1,0 0,-1-2,0 0,0-1,-1-2,-1 0,0-1,-1 0,0-2,-2 0,1-1,-2-1,0 0,-2-1,0 0,-1-1,0-1,-2 0,3-9,-4 7,-1 0,0-1,-2 1,-1-1,-1-1,-1 1,-1 0,-1-1,-1 1,-1-1,-3-17,3 40,1-1,0 0,-1 0,1 1,-1-1,0 0,0 1,0-1,0 1,0-1,0 1,-1 0,1-1,-1 1,0 0,0 0,1 0,-1 0,-1 0,1 1,0-1,0 1,-1-1,1 1,-1 0,1 0,-1 0,1 0,-1 0,0 0,1 1,-1 0,0-1,0 1,1 0,-1 0,0 1,1-1,-1 0,0 1,0 0,1-1,-1 1,1 0,-2 1,-5 5,0 0,0 1,1 0,0 1,0 0,1 0,0 0,1 1,0 0,1 0,0 1,0 0,1-1,-1 7,-8 18,2 0,1 1,2 0,1 1,2 0,2 0,1 0,2 0,2 0,1 1,1-2,3 1,10 35,-11-53,1-1,1-1,1 1,0-1,1-1,1 0,1 0,12 13,-18-22,0-1,1 0,0 0,0 0,0-1,1 0,0 0,0-1,0 0,0-1,0 0,1 0,0 0,-1-1,1-1,0 1,0-2,0 1,0-1,1 0,0-3,0 0,0-1,0 0,-1-1,0 0,0 0,0-1,0 0,-1 0,0-1,-1 0,1-1,-1 1,-1-2,1 1,-1 0,-1-1,0 0,0-1,-1 1,2-4,-5 10,8-2,-6 23,-2-8,0-6,0 1,1-1,-1 0,1 0,0 0,0-1,1 1,-1 0,1-1,0 0,0 1,0-1,0 0,0-1,1 1,-1 0,1-1,0 0,-1 0,1 0,0 0,1-1,-1 1,0-1,0 0,0-1,2 1,5 1,-1-1,0-1,1 0,-1 0,0-1,0 0,1-1,-1 0,0 0,0-1,2-2,-6 2,1 0,0 0,-1-1,0 0,0 0,0-1,-1 1,1-1,-1-1,0 1,2-4,-5 6,0 1,0-1,-1 0,0 1,1-1,-1 0,0 0,0 0,0 0,-1 0,1 0,-1 0,0 0,1 0,-1 0,-1 0,1 0,0 0,-1 0,1 0,-1 0,0 0,0 0,0 1,-1-1,1 0,-1 1,-1-3,-4-1,1 0,-1 1,-1 0,1 0,-1 1,0 0,0 1,0-1,-1 1,1 1,-1 0,1 0,-1 1,0-1,1 2,-1 0,0 0,0 0,0 1,1 0,-1 1,0 0,-4 2,5-3,0 1,1 0,-1 1,0 0,1 0,0 0,0 1,0 0,0 1,0-1,1 1,0 0,0 1,0 0,-1 1,6-5,0-1,0 1,0-1,0 0,1 1,-1 0,0-1,1 1,-1-1,1 1,-1 0,1-1,0 1,0 0,0-1,0 1,0 0,0 0,0-1,0 1,1 0,-1-1,1 1,-1 0,1-1,0 1,-1-1,1 1,0-1,0 1,0-1,0 0,0 0,1 1,-1-1,0 0,1 0,-1 0,1 0,64 27,-17-18</inkml:trace>
  <inkml:trace contextRef="#ctx0" brushRef="#br0" timeOffset="1513.071">2089 711,'-5'-5,"0"0,0 1,0 0,-1 0,0 1,0-1,0 1,0 1,0-1,-1 1,1 0,-1 0,0 1,1 0,-1 0,0 1,0-1,0 2,1-1,-1 1,0 0,0 0,-4 2,9-2,0 0,0 1,0 0,0-1,0 1,0 0,0 0,1-1,-1 1,1 1,0-1,-1 0,1 0,0 0,0 1,0-1,1 1,-1-1,0 0,1 1,0-1,-1 1,1-1,0 1,1 0,-1-1,0 1,1-1,-1 0,1 1,0-1,-1 1,1-1,1 0,-1 0,0 1,1 0,60 77,112 83,-140-108,-33-54,0 0,-1 1,1-1,-1 1,0-1,1 1,-1-1,0 1,0-1,0 1,0-1,0 1,0-1,0 1,-1-1,1 1,-1-1,1 1,-1-1,1 0,-1 1,0-1,1 0,-1 1,0-1,0 0,0 0,0 0,0 0,-1 0,1 0,0 0,0 0,-1 0,1 0,0-1,-1 1,1-1,-1 1,0 0,0 0,0 0,-1-1,1 1,0-1,0 1,-1-1,1 0,0 0,0 0,-1 0,1 0,0 0,-1-1,1 1,0-1,0 1,0-1,-1 0,1 0,0 0,0 0,0 0,0-1,1 1,-1-1,0 1,1-1,-1 1,0-1,1 0,0 0,0 0,-1 0,0-3,-1 0,1 0,0 0,1 0,-1 0,1 0,0-1,0 1,1 0,0-1,0 1,0 0,0-1,1-2,2-3,1 0,0 1,0-1,1 1,0 0,0 0,1 1,1 0,0 0,0 0,1 1,-1 0,2 0,-1 1,1 0,1 1,-1 0,1 0,0 1,0 0,0 1,1 0,0 1,2-1,-9 3,-1 0,1 1,0-1,-1 1,1-1,0 1,-1 1,1-1,0 0,-1 1,1 0,-1-1,1 1,-1 1,1-1,-1 1,1-1,-1 1,0 0,0 0,0 0,0 1,0-1,-1 1,1-1,-1 1,0 0,1 0,-1 0,0 0,-1 0,1 1,-1-1,1 3,38 206,-40-210,1 0,-1-1,1 1,0-1,0 1,-1-1,1 1,0-1,0 0,0 1,1-1,-1 0,0 0,0 0,1 0,-1 0,0 0,1 0,-1 0,1-1,0 1,-1 0,1-1,-1 1,1-1,0 0,-1 0,1 1,0-1,-1 0,1 0,0-1,-1 1,1 0,0-1,-1 1,2-1,14-4</inkml:trace>
  <inkml:trace contextRef="#ctx0" brushRef="#br0" timeOffset="1762.396">2391 492,'-7'-7,"4"-5,4 0</inkml:trace>
  <inkml:trace contextRef="#ctx0" brushRef="#br0" timeOffset="2017.713">2691 1,'14'88,"6"79,-7 2,-6 72,1 28,8-110,-16-158,0 0,0 0,0 0,0 0,0 0,0 0,0 0,0 0,0 0,0 0,1 0,-1 0,0 0,1 0,-1 0,1 0,-1 0,1 0,0-1,-1 1,1 0,0 0,-1 0,1-1,0 1,0 0,0-1,0 1,-1-1,1 1,0-1,0 0,0 1,0-1,0 0,0 1,0-1,0 0,1 0,-1 0,0 0,0 0,0 0,0 0,0-1,0 1,0 0,11-17,0-6</inkml:trace>
  <inkml:trace contextRef="#ctx0" brushRef="#br0" timeOffset="2270.037">2499 588,'19'0,"20"2,19 1,17 0,8 2,3 4,-4 6,-17 0</inkml:trace>
  <inkml:trace contextRef="#ctx0" brushRef="#br0" timeOffset="2515.893">3183 956,'-1'6,"1"0,0 0,0 0,1-1,0 1,0 0,0 0,1-1,0 1,0-1,0 0,1 1,-1-1,1 0,1 0,-1-1,1 1,0-1,0 1,0-1,0-1,1 1,-1 0,1-1,0 0,0 0,0-1,1 1,-1-1,1 0,0-1,-1 1,1-1,0 0,0 0,0-1,0 0,-1 0,1 0,0-1,0 0,0 0,0-1,-1 1,1-1,-1 0,1-1,-1 1,0-1,0 0,0 0,0-1,0 0,-1 1,0-1,0-1,0 1,0-1,-1 0,1 1,-1-1,0-1,-1 1,1 0,-1-1,0 1,-1-1,1 0,-1 0,0 1,-1-1,1 0,-1 0,0 0,-1 0,1 0,-1 0,0 1,-1-1,0-3,-1 2,0 1,-1-1,1 1,-1 0,-1 0,1 0,-1 0,0 1,0 0,-1 0,1 0,-1 1,0 0,0 0,-1 0,1 1,-1 0,1 0,-1 1,0 0,0 0,-1 0,1 1,0 0,0 1,-1-1,1 1,0 1,0 0,-5 0,5 0,0-1,0 1,0 1,0-1,0 1,1 0,-1 1,1 0,-1 0,1 0,0 1,0-1,0 2,1-1,-1 1,1-1,0 1,0 1,1-1,0 1,0 0,0 0,1 0,-1 0,1 1,1-1,-1 1,1 0,1-1,-1 1,0 4,3-5,-1 0,1 0,0 0,0-1,1 1,-1 0,1-1,0 0,1 1,-1-1,1 0,0 0,1 0,-1-1,1 1,0-1,0 0,0 0,1 0,-1 0,1-1,0 0,0 0,0 0,0-1,1 1,-1-1,1-1,-1 1,1-1,0 0,-1 0,1 0,0-1,0 0,0 0,3-1,29 1</inkml:trace>
  <inkml:trace contextRef="#ctx0" brushRef="#br0" timeOffset="2678.46">3524 424,'-21'-5,"-16"-1,-11 4,-5 8,3 8,7 7,10 9,12 7,16 5,16 4,6-5</inkml:trace>
  <inkml:trace contextRef="#ctx0" brushRef="#br0" timeOffset="2865.971">3538 1051,'13'19,"13"8,10 2,13-4,15-6,17-6,14-11,-10-4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13.2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434 385,'-35'8,"1"2,1 2,-1 1,2 1,0 2,1 1,1 2,0 0,-15 15,37-28,-1 0,1 0,0 1,1 0,0 1,0 0,0 0,1 0,0 1,1 0,0 0,0 0,1 0,-1 6,5-10,1 0,0 0,0 0,1-1,0 1,-1 0,1-1,1 1,-1-1,1 0,0 0,0 0,0 0,0 0,1-1,-1 1,1-1,0 0,0 0,0-1,0 1,1-1,-1 0,1 0,-1 0,2 0,128 53,-107-46,-1 0,-1 1,0 2,0 1,-1 0,-1 2,-1 1,12 9,-30-21,1 0,-1-1,0 2,0-1,0 0,-1 1,1-1,-1 1,0 0,-1 0,1 1,-1-1,0 0,0 1,-1-1,1 1,-1 0,-1-1,1 1,-1 0,0 0,0 0,0-1,-1 1,0 0,0-1,-1 1,1-1,-1 1,-1-1,1 1,-1-1,0 0,-3 4,-5 0,0 0,-1-1,0-1,-1 0,0-1,0 0,0 0,0-2,-1 0,0 0,0-1,0-1,0 0,-1-1,1-1,0 0,-2-1,-48-6,79 1,4 4</inkml:trace>
  <inkml:trace contextRef="#ctx0" brushRef="#br0" timeOffset="771.553">967 849,'-9'-4,"1"0,-1 0,0 1,0 0,0 1,0 0,-1 0,1 1,0 0,-1 0,1 1,-1 1,1 0,-1 0,1 0,0 1,0 1,0 0,0 0,0 0,0 1,1 1,0-1,0 2,0-1,1 1,-1 0,1 0,1 1,-1 0,1 0,0 1,1-1,0 1,0 0,1 1,0-1,0 1,1 0,0 0,0 0,0 6,3-10,0 0,0 0,0 1,1-1,0 0,0 0,0 0,0 0,1 0,0 0,0 0,0-1,1 1,-1-1,1 1,0-1,0 0,1 0,-1 0,1-1,0 1,0-1,0 0,1 0,-1 0,3 1,5 1,0 0,0 0,0-1,0-1,1 0,-1 0,1-1,0-1,0 0,5-1,1-1,0-1,0-1,0-1,-1 0,1-1,-1-1,0-1,-1-1,0 0,0-1,-1-1,0 0,0-1,-1-1,-1-1,0 0,2-4,8-8,-2-2,0-1,-2-1,-2 0,0-2,-2 0,-2-1,0 0,-2-1,7-30,-2-1,-3-1,-3 0,-2 0,-4-1,-2-17,-2 69,0 1,-1-1,0 0,-1 0,-1 0,0 1,-1-1,-1 1,0-1,0 1,-1 1,-1-1,0 1,-1-1,-6-6,11 17,-1 0,1-1,-1 2,1-1,-1 0,0 1,0-1,1 1,-1 0,0 0,-1 0,1 0,0 0,0 1,0-1,0 1,0 0,-1 0,1 0,0 1,0-1,0 1,0 0,0-1,0 2,0-1,0 0,0 0,0 1,0-1,1 1,-1 0,0 0,1 0,0 0,0 1,-1-1,1 1,1-1,-1 1,0 0,-1 2,-5 12,1 1,1 0,0 0,1 0,1 0,1 1,1 0,0 0,2 0,0-1,1 1,0 0,2 0,0-1,2 1,0-1,7 17,20 55,4-2,39 68,11 25,-4 48,-82-229,0-1,1 1,-1 0,0 0,0-1,1 1,-1 0,0 0,0 0,1 0,-1-1,0 1,1 0,-1 0,0 0,1 0,-1 0,0 0,0 0,1 0,-1 0,0 0,1 0,-1 0,0 0,1 0,-1 0,0 0,1 0,-1 0,0 0,1 0,-1 0,3-29,0-1,3 1,0-1,2 2,1-1,1 1,2 0,0 1,2 1,1 0,5-5,-19 29,-1 0,1 0,0 1,0-1,0 0,0 1,0-1,0 1,0-1,1 1,-1 0,0-1,1 1,-1 0,1 0,-1 0,1 0,0 0,-1 0,1 1,0-1,0 0,0 1,0-1,-1 1,1 0,0 0,0 0,0 0,0 0,0 0,0 0,-1 1,1-1,0 1,0-1,0 1,-1 0,1-1,0 1,-1 0,1 0,0 0,0 2,34 95,-27-63,39 83,-45-114,1 1,-1 0,1-1,0 0,0 0,0 0,0 0,1-1,0 1,-1-1,1 0,1-1,-1 1,0-1,0 0,1 0,-1-1,1 0,0 0,-1 0,1 0,69-10,-40-1</inkml:trace>
  <inkml:trace contextRef="#ctx0" brushRef="#br0" timeOffset="1133.758">2196 904,'10'0,"0"-1,0 0,0-1,0 1,-1-2,1 0,-1 0,1-1,-1 0,0 0,0-1,-1 0,0-1,0 1,0-2,0 1,-1-1,0 0,-1-1,1 0,-1 0,-1 0,0-1,1-2,-4 7,0 0,-1 0,1 0,-1 0,0 0,0 0,-1-1,1 1,-1 0,0 0,0-1,-1 1,1 0,-1 0,0 0,0-1,0 1,-1 0,1 0,-1 0,0 1,0-1,0 0,-1 1,1-1,-1 1,0 0,0 0,0 0,0 0,-1 1,1-1,-1 1,1 0,-1 0,0 0,0 0,0 1,-3-2,3 3,-1 1,1-1,0 1,0-1,0 1,0 0,0 1,0-1,0 1,0-1,0 1,1 1,-1-1,1 0,0 1,-1 0,1-1,0 1,1 0,-1 1,-2 2,-41 79,42-79,0 1,1 1,1-1,-1 0,1 1,0-1,0 1,1 0,0-1,1 1,0 0,0 0,1 0,-1-1,2 1,-1 0,1-1,0 1,1-1,0 0,0 1,0-1,1-1,0 1,0-1,1 1,0-1,0 0,0-1,1 1,0-1,0 0,4 2,9-1,0-1,1-1,-1-1,1-1,0-1,0 0,-1-1,1-1,0-1,-1-1,1-1,-1-1,0 0,0-1,-1-1,1-1,-1-1,30-12</inkml:trace>
  <inkml:trace contextRef="#ctx0" brushRef="#br0" timeOffset="2122.701">2769 808,'-5'10,"0"0,1 0,1 0,-1 1,2-1,-1 1,2 0,-1 0,1 1,1-8,0 0,1 1,-1-1,1 0,0 1,0-1,0 0,1 0,-1 0,1 0,0 0,0 0,1 0,-1-1,1 1,0-1,-1 1,2-1,-1 0,0 0,0-1,1 1,3 1,3 2,0-1,0 0,1-1,-1 0,1 0,0-1,1-1,-1 0,0 0,0-1,1-1,-1 0,1 0,-1-1,0-1,1 0,-1 0,0-1,0-1,0 1,-1-2,1 0,-1 0,0-1,-1 0,3-2,-7 3,-1 0,0 0,0 0,0-1,0 1,-1-1,0 0,0 0,-1 0,1 0,-2-1,1 1,0-1,-1 1,0-1,-1 0,0 1,0-1,0 0,-1 1,0-1,0-1,1 9,-1-1,1 1,-1 0,1-1,0 1,-1-1,1 1,-1 0,0-1,1 0,-1 1,1-1,-1 1,0-1,1 0,-1 1,0-1,1 0,-1 0,0 1,0-1,1 0,-1 0,0 0,0 0,1 0,-1 0,0 0,0 0,1 0,-1-1,0 1,0 0,1 0,-1-1,0 1,1 0,-1-1,0 1,1 0,-1-1,1 1,-1-1,1 1,-1-1,1 0,-1 1,1-1,-1 0,1 1,0-1,-1 0,1 1,0-1,0 0,0 1,-1-1,1 0,0 0,0 1,0-1,0 0,0 0,0 1,0-1,0 0,1 0,-1 1,0-1,-1 5,-1 1,1 0,0 0,0-1,1 1,-1 0,1 0,0 0,0 0,1 0,0 0,0-1,0 1,0 0,1 0,-1-1,1 1,0-1,1 0,-1 1,1-1,0 0,2 2,1 2,1 0,1 0,-1-1,1 0,0 0,1-1,0 0,0 0,0-1,7 2,-11-4,1 0,0 0,0-1,1 0,-1 0,0-1,0 0,1 0,-1 0,1-1,-1 0,1 0,-1-1,1 0,-1 0,0 0,1-1,-1 0,0 0,0 0,0-1,0 0,-1 0,1-1,-1 1,0-1,0 0,0-1,-1 1,1-1,-1 0,0-1,5-8,-1-1,-1 0,-1-1,0 0,-1 0,0 0,1-11,-7 35,1-1,0 0,1 1,0-1,0 0,0 0,1 1,0-1,0-1,1 1,0 0,0 0,1-1,0 0,0 0,0 0,1 0,0-1,0 1,4 2,5-1,1 0,1 0,-1-2,1 0,0-1,0 0,0-1,0-1,1-1,-1 0,1-1,10-2,-20 2,23 1,1-2,-1-1,0-1,0-2,0-1,10-4,-37 9,1 0,-1 0,0-1,0 0,1 1,-1-1,-1 0,1 0,0-1,0 1,-1-1,1 1,-1-1,0 0,0 0,0 0,0 0,0 0,-1 0,1-1,-1 1,0 0,0-1,0 1,-1-1,1 1,-1-1,0 0,0 1,0-1,0 1,-1-1,1-9,1 10,0 0,-1 0,0 0,1 0,-1 0,0 0,-1 0,1 0,0 0,-1 0,0 0,0 0,0 1,0-1,0 0,0 0,-1 1,1-1,-1 1,0-1,0 1,0 0,0 0,0 0,0 0,-1 0,1 0,-2-1,-4 3,0-1,0 1,0 0,0 1,0 0,0 0,1 1,-1 0,0 0,1 1,-1 0,1 0,0 1,0 0,0 0,1 0,-1 1,1 0,0 0,0 1,1 0,0 0,0 0,0 1,1-1,0 1,0 0,1 0,-1 1,-1 6,4-10,0-1,1 1,-1-1,1 1,-1 0,1-1,0 1,1 0,-1-1,0 1,1-1,0 1,0-1,0 1,0-1,1 1,-1-1,1 0,0 0,0 0,0 0,0 0,1 0,-1-1,1 1,0-1,-1 1,1-1,0 0,1 0,-1-1,0 1,0 0,1-1,-1 0,1 0,-1 0,1 0,3 0,1 1,0 0,0 0,1-1,-1 0,1 0,-1-1,1 0,-1-1,1 1,-1-2,1 1,-1-1,0-1,0 1,0-1,0-1,0 0,-1 0,1 0,-1-1,0 0,-1 0,1-1,-1 1,0-2,0 1,-1-1,0 1,0-2,3-5,-8 13,1-1,-1 0,0 1,1-1,-1 0,0 0,1 1,-1-1,0 0,0 0,0 0,0 1,0-1,0 0,0 0,0 0,0 1,0-1,0 0,0 0,-1 1,1-1,0 0,0 0,-1 1,1-1,-1 0,1 1,-1-1,1 0,-1 1,1-1,-1 1,1-1,-1 0,0 1,1 0,-15 41,15-36,0 0,0-1,0 1,1 0,0-1,0 1,0-1,1 1,-1-1,1 1,0-1,1 0,-1 0,1 0,-1 0,1-1,0 1,1 0,-1-1,0 0,1 0,0 0,0-1,0 1,0-1,3 2,10 4,0 0,1-1,0-1,0-1,0-1,4 0,147 11,-90-17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2:53.0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4 349,'-3'-2,"2"-1,8 0,12 0,13 2,13 0,12 0,10 1,3 0,-2 0,-7 0,-12 0,-14 0</inkml:trace>
  <inkml:trace contextRef="#ctx0" brushRef="#br0" timeOffset="238.881">99 595,'7'0,"9"-3,14-2,13-1,11-2,8-1,5 0,-2 0,-5 1,-13 2</inkml:trace>
  <inkml:trace contextRef="#ctx0" brushRef="#br0" timeOffset="569.444">536 35,'-118'-35,"118"35,0 1,1-1,-1 0,0 0,0 0,0 0,0 1,0-1,1 0,-1 0,0 1,0-1,0 0,0 0,0 0,0 1,0-1,0 0,0 0,0 1,0-1,0 0,0 0,0 1,0-1,0 0,0 0,0 1,0-1,0 0,0 0,0 1,0-1,-1 0,1 0,0 0,0 1,0-1,0 0,-1 0,1 0,0 0,0 0,0 1,-1-1,1 0,0 0,0 0,23 17,1-1,1-1,1-1,0-2,0 0,4-1,-27-10,85 34,-49-22,-1 2,0 1,-2 2,0 2,22 17,-51-33,-1 1,0 1,0-1,0 1,-1 0,0 1,0-1,0 1,-1 0,0 0,0 0,-1 1,0-1,0 1,-1 0,0 0,-1 0,1 0,-1 0,-1 0,0 0,0 0,0 0,-1 1,0 0,-9 19,0 0,-1-1,-2 0,-1-1,-1 0,-1-1,-1-1,-1 0,-2-1,-19 17,24-22,-126 141,111-123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3:02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13206 713,'44'302,"-5"-47,4 226,-43-467,-3-25,-82-366,72 320,3-1,2 0,0-43,8 95,-1 1,0-1,1 0,0 1,0-1,1 0,0 1,0-1,0 1,0-1,1 1,0 0,0 0,1-1,-1 1,1 1,0-1,1 0,-1 1,1-1,0 1,0 0,0 1,4-4,-1 4,0 1,1 0,-1 0,1 1,-1 0,1 0,-1 1,1 0,0 0,-1 1,1 0,-1 0,1 1,-1 0,1 0,-1 0,0 1,0 0,0 1,-1 0,1 0,-1 0,0 1,0 0,0 0,-1 0,0 1,0-1,3 6,-7-9,1 1,-1 0,0 0,0-1,0 1,-1 0,1 0,-1 0,1 0,-1 0,0 0,0 0,0-1,-1 1,1 0,-1 0,0 0,1 0,-1 0,0-1,-1 1,1 0,0-1,-1 1,0-1,1 1,-1-1,0 0,0 0,0 0,-1 0,1 0,0 0,-1-1,1 1,-3 0,-101 43,104-45,-12 4,1 0,-1-1,0-1,0 0,0-1,0-1,-3 0,17-1,0 1,-1 0,1-1,0 1,0-1,0 1,0-1,0 1,0 0,0-1,0 1,0-1,0 1,0-1,0 1,0-1,1 1,-1 0,0-1,0 1,0-1,0 1,1 0,-1-1,0 1,1 0,-1-1,0 1,1 0,-1-1,0 1,1 0,-1 0,0-1,1 1,-1 0,1 0,-1 0,0 0,1 0,-1-1,1 1,-1 0,1 0,-1 0,1 0,-1 0,0 0,1 0,-1 0,1 1,-1-1,1 0,-1 0,0 0,1 1,306-81,-282 75,-1-1,0-1,-1-1,0-1,0-2,-1 0,0-1,-1-1,0-1,-1-1,4-5,-23 19,1 0,-1 0,1 0,-1 0,0-1,0 1,0 0,0-1,0 1,0-1,0 1,0-1,0 1,-1-1,1 0,0 1,-1-1,0 0,1 1,-1-1,0 0,0 0,0 1,0-1,0 0,0 0,-1 1,1-1,-1 0,1 1,-1-1,1 0,-1 1,0-1,0 1,0-1,0 1,-1-2,-5 0,0 0,0 0,-1 1,1 0,0 0,-1 1,0 0,1 0,-1 0,0 1,1 1,-1-1,0 1,1 0,-1 1,1 0,-8 3,10-4,0 0,-1 0,1 1,0 0,0 0,0 0,0 1,0 0,1 0,-1 0,1 0,0 1,0 0,0 0,0 0,0 0,1 0,0 1,0 0,0-1,1 1,0 0,0 1,0-1,0 0,1 0,0 1,0-1,0 1,0-1,1 1,0-1,1 1,-1-1,1 1,0-1,1 3,5 5,1-1,1-1,0 1,0-1,1-1,0 0,1 0,0-1,1 0,0-1,0-1,1 1,0-2,0 0,1-1,-1 0,1-1,0 0,0-1,2-1,-1 3,1-1,-1-1,1 0,-1-1,1-1,0-1,0 0,0 0,-1-2,1 0,-1-1,1-1,-1 0,0-1,13-6,-21 4,0-1,0 0,-1-1,0 1,0-1,-1 0,-1-1,1 1,-1-1,-1 0,0 0,0 0,-1 0,-1 0,1-1,-2 1,1-1,-2 1,1-1,-1 1,-1 0,-1-5,-2 62,5-43,-1 18,1 0,1 0,1 0,0 0,6 15,-7-32,0-1,0 1,1 0,0-1,0 0,0 1,0-1,1 0,0 0,0 0,0-1,0 1,0-1,1 0,0 1,0-2,-1 1,2 0,-1-1,0 0,0 0,1 0,-1 0,1-1,-1 1,1-1,0-1,0 1,1 0,4-1,1-1,-1 1,1-2,-1 1,1-1,-1-1,0 0,0-1,0 0,0 0,-1-1,0 0,0 0,0-1,0-1,-1 1,0-2,0 0,8-7,-2-1,0 0,-1-1,0-1,-2 0,0-1,-1 0,3-8,-6 9,-22 45,12-17,1 0,0 0,0 0,1 0,0 1,1-1,0 0,0 1,1-1,1 0,1 5,-2-11,0 0,0 0,1 0,0 0,0 0,0 0,0 0,0-1,1 1,0-1,0 1,0-1,0 0,0 0,0-1,1 1,-1-1,1 0,0 1,0-1,0-1,0 1,0-1,0 0,0 0,1 0,-1 0,2 0,-1-1,1 0,-1 0,0 0,0 0,0-1,0 0,0 0,0 0,0-1,0 0,-1 0,1 0,0 0,-1-1,0 0,1 1,-1-2,-1 1,1 0,0-1,-1 0,1 0,-1 0,0 0,-1 0,1-1,-1 1,1-1,-1 0,7-17,-1-1,0 0,-2 0,-1-1,2-15,30-209,-10-1,-8-128,-25 261,6 115,0 0,0 0,-1 0,1 0,0 0,0-1,0 1,-1 0,1 0,-1 0,1 0,-1 0,1 0,-1 0,1 0,-1 0,0 0,0 1,1-1,-1 0,0 0,0 1,0-1,0 0,0 1,0-1,0 1,0-1,0 1,0 0,0-1,0 1,-1 0,1 0,0 0,0 0,0 0,0 0,0 0,0 0,-1 0,1 0,0 1,0-1,0 0,0 1,0-1,0 1,0 0,0-1,0 1,0-1,0 1,1 0,-1 0,0 0,0-1,1 1,-1 0,0 0,1 0,-1 0,1 0,-1 0,1 0,0 1,-1-1,1 0,-17 24,2 1,1 0,0 0,2 2,1 0,2 0,0 0,2 1,-1 18,-3 4,3 1,2-1,3 1,2 0,2 0,2 0,2 0,3 0,2-1,2 0,3-1,2-1,1 0,24 41,-38-81,0 0,1-1,0 0,0 0,1 0,0 0,1-1,-1 0,1 0,1-1,-1 0,1 0,0-1,1 0,-1 0,1-1,3 1,11-7,-5-6</inkml:trace>
  <inkml:trace contextRef="#ctx0" brushRef="#br0" timeOffset="253.326">14408 590,'28'-9,"32"-6,32 1,21 1,12 6,-1 7,-22 2</inkml:trace>
  <inkml:trace contextRef="#ctx0" brushRef="#br0" timeOffset="997.858">15078 1232,'6'-42,"-2"0,-2-1,-1 1,-4-21,-20-80,21 137,1 4,1 1,-1-1,0 1,0-1,1 1,-1-1,1 1,-1-1,1 1,0-1,-1 0,1 1,0-1,0 0,0 1,0-1,1 0,-1 1,0-1,1 1,-1-1,1 0,0 1,-1-1,1 1,0-1,0 1,0 0,0-1,0 1,0 0,0 0,0 0,1 0,-1 0,1-1,7 1,-1 1,1 0,-1 0,0 1,1 0,-1 0,0 1,1 0,-1 1,0-1,14 5,-3-3,123 44,-136-45,0 0,0 0,-1 1,1 0,-1 0,0 0,0 1,-1 0,1-1,-1 2,0-1,0 0,-1 1,1 0,-1 0,0 0,-1 0,0 1,0-1,0 0,-1 1,-5 95,2-89,0 0,1 0,0 1,1-1,1 0,0 1,1 3,-1-15,-1 1,1 0,0-1,1 1,-1-1,0 0,1 1,-1-1,1 0,0 0,-1 0,1 0,0 0,0-1,1 1,-1 0,0-1,0 0,1 1,-1-1,1 0,-1 0,1 0,-1-1,1 1,0-1,-1 1,1-1,2 0,79-14,-73 8,0 0,0-1,-1 0,0-1,-1 0,1-1,-1 1,-1-2,0 1,0-1,-1-1,0 1,-1-1,0 0,-1-1,0 1,-1-1,0 0,0 0,-2 0,1-8,-2-4,-1 24,0 0,0-1,0 1,0 0,0-1,0 1,0 0,0 0,0-1,0 1,0 0,0-1,0 1,0 0,0 0,0-1,0 1,0 0,0-1,0 1,0 0,-1 0,1-1,0 1,0 0,0 0,0-1,-1 1,1 0,0 0,0 0,0 0,-1-1,1 1,0 0,0 0,-1 0,1 0,0 0,-1 0,1 0,0-1,0 1,-1 0,1 0,0 0,-1 0,1 0,0 0,0 1,-1-1,1 0,0 0,-1 0,1 0,0 0,0 0,-1 0,1 0,0 1,0-1,-1 0,1 0,0 0,0 1,0-1,-1 0,1 0,0 1,0-1,-5 7,1 1,0 0,0 0,1 0,0 0,0 0,1 1,0-1,1 1,0 0,0-1,1 5,-1-6,0 0,1-1,0 1,1 0,-1 0,1 0,1 0,-1-1,1 1,0-1,0 1,1-1,0 0,0 0,1 0,0 0,0 0,0-1,0 0,1 0,0 0,0 0,0-1,1 0,0 0,-1 0,1-1,0 0,1 0,-1 0,5 0,-6-1,1 0,0 0,0-1,1 1,-1-2,0 1,0-1,1 0,-1 0,0 0,0-1,0 0,1 0,-1-1,0 0,0 0,-1 0,1-1,0 0,-1 0,0 0,1-1,-1 1,-1-1,1-1,-1 1,1-1,-1 1,0-1,-1 0,1-1,-1 1,0-1,0 0,4-17,-1 0,0 0,-2-1,-1 0,-1 0,-1 0,0 0,-2 1,-3-12,0 12,4 23,0 1,0-1,-1 0,1 0,0 1,0-1,0 0,0 0,0 0,-1 1,1-1,0 0,0 0,-1 0,1 0,0 1,0-1,0 0,-1 0,1 0,0 0,0 0,-1 0,1 0,0 0,-1 0,1 0,0 0,0 0,-1 0,1 0,0 0,0 0,-1 0,1 0,0 0,0 0,-1 0,1 0,0-1,0 1,-1 0,1 0,0 0,0 0,0-1,-1 1,1 0,0 0,0 0,0-1,0 1,0 0,-1 0,1-1,0 1,0 0,0 0,0-1,0 1,0 0,0 0,0-1,0 1,0 0,0-1,0 1,-5 15,0-1,1 1,1 0,0 1,1-1,0 0,2 1,0 3,0-16,-1 6,0 1,1-1,0 0,1 0,0 1,0-1,1 0,0 0,0 0,1-1,1 1,-1 0,2-1,-1 0,1 0,0 0,0-1,1 0,0 0,1 0,-1-1,1 1,1-2,-1 1,1-1,0 0,2 0,8 3,1-1,0-1,1-1,-1-1,1-1,0 0,0-1,12-2,25 0</inkml:trace>
  <inkml:trace contextRef="#ctx0" brushRef="#br0" timeOffset="-5223.923">6870 604,'-5'23,"-1"22,0 19,1 15,7 8,4 6,4 1,3-2,-1-3,-3-2,-2-7,-8-9,-3-18</inkml:trace>
  <inkml:trace contextRef="#ctx0" brushRef="#br0" timeOffset="-4906.253">6706 1014,'-16'-54,"4"19,2 0,1-1,2-1,-1-17,8 50,0 1,0-1,0 0,1 0,-1 1,1-1,0 1,0-1,0 0,1 1,-1 0,1-1,0 1,0 0,0 0,0 0,0 0,1 0,-1 0,1 1,0-1,0 1,0 0,0 0,0 0,0 0,1 0,-1 1,1 0,-1-1,1 1,11-3,0 0,0 1,0 1,0 0,0 1,1 1,0 1,100 14,-110-14,0 1,0 0,-1 0,1 0,0 1,-1 0,0 0,1 1,-1-1,-1 1,1 0,-1 0,1 1,-1-1,0 1,-1 0,4 5,-6-7,0 0,0 0,0 0,0 0,0 0,-1 1,1-1,-1 0,0 0,0 1,0-1,-1 0,1 1,-1-1,0 0,0 0,0 0,0 0,0 0,-1 0,1 0,-1 0,0 0,0-1,0 1,0-1,-1 2,-73 53,-23-15,99-42,0 0,0 0,0 1,0-1,1 0,-1 0,0 0,0 0,0 1,0-1,0 0,0 0,0 0,0 1,0-1,0 0,0 0,0 0,0 1,0-1,0 0,0 0,17-1</inkml:trace>
  <inkml:trace contextRef="#ctx0" brushRef="#br0" timeOffset="-3543.12">7197 959,'-7'-12,"-1"-1,2 0,-1 0,2 0,0-1,0 0,2 0,-1 0,2 0,0 0,0-1,2 1,0-1,0 1,2-1,-1 1,2-1,2-7,-4 11,-1 6,0 0,1 0,-1 0,1 0,0 0,0 0,1 0,-1 0,1 0,0 1,0-1,1 1,-1-1,1 1,0 0,0 0,3-2,-3 6,1-1,0 1,0 0,-1 0,1 1,0-1,-1 1,1 0,-1 0,1 0,-1 0,1 1,-1-1,0 1,1 0,-1 0,0 0,0 1,-1-1,3 3,4 1,5 2,-1 0,0 1,-1 0,0 1,0 0,-1 1,0 0,-1 1,-1 0,1 0,-2 1,0 1,-1-1,0 1,-1 0,0 1,-1 0,0 5,-4 82,-1-100,0-1,0 0,0 1,0-1,0 1,1-1,-1 0,0 1,1-1,-1 0,1 1,-1-1,1 0,0 1,-1-1,1 0,0 0,0 0,0 0,0 0,0 0,0 0,0 0,0 0,1-1,-1 1,0 0,0-1,1 1,-1-1,0 1,1-1,-1 1,0-1,1 0,-1 0,1 0,-1 0,1 0,-1 0,0 0,1 0,-1-1,1 1,16-3,0 0,0-1,0-1,0-1,-1 0,0-1,0-1,-1-1,0 0,-1-1,0-1,-6 6,-1 0,0-1,0 0,-1-1,0 0,0 0,0 0,-1-1,0 0,-1 0,0 0,0-1,-1 0,0 0,0 0,-1-1,0 1,-1-1,0 1,0-1,-1 0,-1 0,0 9,0-1,0 0,0 1,-1-1,1 1,-1-1,1 1,-1-1,0 1,1 0,-1-1,0 1,0 0,0 0,0-1,0 1,0 0,0 0,-1 0,1 0,0 0,0 0,-1 1,1-1,-1 0,1 1,-1-1,1 1,-1-1,1 1,-1 0,1 0,-1 0,1 0,-1 0,1 0,-1 0,0 0,1 0,-1 1,1-1,-1 1,1-1,-1 1,1 0,0-1,-1 1,1 0,0 0,-1 0,1 0,0 0,0 0,0 0,0 1,0-1,0 0,0 0,0 1,-3 3,0-1,0 1,1 0,-1 0,1 0,0 0,1 1,-1-1,1 1,0-1,0 1,1 0,-1 0,2 0,-1 0,0 0,1 0,0 0,1 0,-1 0,1 0,0 0,1 0,-1-1,1 1,0 0,1-1,-1 1,1-1,0 0,1 0,-1 0,1 0,0-1,0 1,0-1,1 0,15 8,0-2,1 0,0-1,0-1,1-2,0 0,0-1,0-1,1-1,0-1,-1-1,1-1,0-1,-1-1,9-2,-2 2,1-1,-1-1,0-2,0-1,-1-1,0-2,0-1,-1 0,0-2,-1-2,17-12,-37 23,-1-1,0 0,0 0,0-1,-1 1,1-1,-1 0,-1-1,1 1,1-5,-4 9,-1 0,1 0,0 0,-1 0,0 0,1 0,-1 0,0-1,0 1,0 0,0 0,-1 0,1 0,0 0,-1-1,0 1,1 0,-1 0,0 0,0 0,0 0,0 1,-1-1,1 0,0 0,-1 1,1-1,-1 1,0-1,1 1,-1 0,0 0,0 0,0 0,0 0,0 0,-10-3,0 0,0 2,0-1,0 1,0 1,0 1,-1-1,1 2,0 0,0 0,0 1,0 1,0 0,0 0,0 1,1 1,0 0,0 0,0 1,-7 6,13-9,0-1,0 1,1 0,-1 0,1 1,0 0,0-1,1 1,-1 0,1 1,-1-1,1 1,1-1,-1 1,1 0,0 0,0 0,0 0,1 1,-1-1,1 1,3-3,0 0,-1 0,2-1,-1 1,0-1,0 1,1-1,-1 0,1 0,0 0,-1 0,1 0,0-1,0 1,0-1,1 0,-1 0,0 0,0 0,1 0,-1-1,0 0,1 1,1-2,17 2,0 0,-1-2,1-1,-1-1,1-1,-1 0,0-2,0 0,-1-2,0 0,5-3,-24 10,0 0,0 1,0-1,1 0,-1 1,0-1,0 1,0 0,0-1,1 1,-1 0,0 0,0 0,1 0,-1 0,0 0,0 0,1 0,-1 0,0 1,0-1,0 0,1 1,-1-1,0 1,0-1,0 1,0 0,0 0,0-1,0 1,0 0,0 0,0 0,-1 0,1 0,0 0,-1 0,1 0,0 0,-1 0,1 0,-1 1,0-1,1 0,-1 0,0 2,45 203,6-39,-28-96,-2 0,-3 2,6 70,-25-81,1-61,-1 1,1-1,0 1,-1-1,1 0,-1 1,0-1,1 0,-1 1,0-1,0 0,0 0,0 0,0 0,0 0,0 0,0 0,0 0,0 0,0 0,-1 0,1-1,0 1,-1-1,1 1,0-1,-1 1,1-1,-1 0,1 0,-1 1,1-1,-1 0,1-1,-1 1,1 0,0 0,-2-1,-6-2,1-1,-1-1,0 1,1-1,0-1,0 0,1 0,0 0,0-1,0 0,1-1,0 1,0-1,1 0,0-1,-3-5,0 1,1-1,0 1,0-1,2 0,0-1,0 1,1-1,1 0,1 0,0 0,1 0,0-1,1 1,1 0,1 0,0 0,1 0,0 0,1 0,1 1,4-9,13-15,2 0,2 2,1 1,1 1,2 1,2 2,20-16,-37 33,52-44,-67 58,0-1,0 1,1 0,-1-1,0 1,0 0,0-1,0 1,1 0,-1-1,0 1,0 0,1-1,-1 1,0 0,1 0,-1-1,0 1,1 0,-1 0,0 0,1-1,-1 1,0 0,1 0,-1 0,0 0,1 0,-1 0,1 0,-1 0,0 0,1 0,-1 0,1 0,-1 0,0 0,1 0,-1 0,0 0,1 1,-1-1,0 0,1 0,-1 0,0 1,1-1,-1 0,0 0,1 1,-1-1,0 0,0 1,1-1,-1 0,0 1,0-1,0 0,0 1,1-1,-1 0,0 1,0-1,0 1,0-1,-8 29,5-20,0-5,1 1,0-1,0 1,0-1,0 1,1 0,0-1,0 1,0 0,1 0,0 0,0 0,0 0,0 0,1 0,0-1,0 1,0 0,0 0,1-1,0 1,0-1,0 1,0-1,1 0,0 0,0 0,0 0,0 0,1-1,0 1,4 0,-1-1,1 0,0-1,0 1,0-2,0 1,0-1,0 0,0-1,1 0,-1 0,0-1,0 0,0 0,0-1,6-2,-9 3,-1 0,1-1,-1 0,1 0,-1 0,0 0,0-1,0 1,0-1,0 0,-1 0,1-1,-1 1,0-1,0 0,0 1,-1-1,1-1,-1 1,0 0,0 0,-1-1,1 1,-1-1,0 0,0 1,0-1,-1 0,1-1,-2 0,0 0,0 0,0 1,-1-1,0 0,0 1,0-1,-1 1,1-1,-1 1,-1 0,1 0,-1 1,0-1,0 1,0-1,0 1,-1 1,0-1,0 1,0 0,0 0,0 0,-1 0,1 1,-1 0,0 0,1 1,-1 0,0 0,0 0,0 0,0 1,0 0,0 1,0-1,0 1,0 0,0 0,1 1,-1 0,0 0,1 0,0 1,-1 0,1 0,0 0,0 0,1 1,-1 0,1 0,-1 0,1 1,1-1,-1 1,1 0,-1 0,2 0,-1 1,-1 2,3-3,1 1,0-1,0 0,0 0,0 0,1 0,0 0,0 0,1 0,-1 0,1 0,0 0,0-1,1 1,-1-1,1 1,0-1,0 0,0 0,1 0,0-1,-1 1,1-1,1 0,-1 0,0 0,1-1,-1 1,1-1,0 0,0 0,-1-1,1 0,0 0,1 0,-1 0,0-1,0 1,0-2,1 1,32 3</inkml:trace>
  <inkml:trace contextRef="#ctx0" brushRef="#br0" timeOffset="-2813.076">9219 345,'-5'-3,"1"0,0 1,-1-1,1 1,-1 0,0 0,0 1,0 0,0 0,0 0,0 0,0 1,0 0,0 0,0 0,0 0,0 1,0 0,0 0,0 0,0 1,0 0,1 0,-1 0,1 0,-1 1,1 0,0 0,0 0,0 0,-1 1,0 7,-1 1,1-1,1 1,0 0,0 0,2 0,-1 1,2-1,-1 0,2 1,0 0,0-1,1 1,0-1,1 0,1 1,0-1,1 0,0 0,4 6,11 31,2-2,2-1,3-1,1 0,2-3,2 0,2-2,5 3,-35-39,0 0,0 0,0 0,0-1,1 1,-1-1,1 0,0 0,0 0,0 0,1-1,-1 0,0 0,1 0,0 0,-1-1,1 1,0-1,0 0,0-1,-1 1,1-1,0 0,0 0,0-1,0 0,0 1,0-1,-1-1,4 0,1-3,-1 0,1-1,-1 1,-1-1,1-1,-1 1,-1-1,1-1,-1 1,0-1,-1 0,1-1,-2 1,1-1,0-4,43-143,-32 60,-5 0,-4 0,-4-1,-9-75,-8 74,14 97,0 0,0 0,0 0,0 0,-1 1,1-1,0 0,-1 0,1 0,0 0,-1 0,1 0,-1 1,1-1,-1 0,0 0,1 1,-1-1,0 0,0 1,1-1,-1 1,0-1,0 1,0-1,0 1,0-1,1 1,-1 0,0 0,0-1,0 1,0 0,0 0,0 0,0 0,0 0,0 0,0 1,0-1,0 0,0 0,0 1,0-1,1 0,-1 1,0-1,0 1,0-1,0 1,1-1,-1 1,0 0,1-1,-1 1,0 0,1 0,-1-1,1 1,-1 0,1 0,-1 0,1 0,0 0,0 0,-1 0,1 0,0-1,0 1,0 1,-12 23,2 0,0 2,2-1,1 1,1 0,1 0,1 1,2-1,1 6,-3 1,2 0,2 1,1-1,2 0,1 0,1 0,2 0,2-1,1 0,1-1,2 0,1-1,2 0,1-1,1-1,1-1,2 0,1-2,17 17,-30-35,0 0,1-1,0 0,0 0,0-1,1-1,0 0,0 0,0-1,1 0,-1-1,1 0,0-1,1-1,-9-1,1 0,-1-1,1 0,-1 0,0 0,1 0,-1-1,0 0,0 1,0-2,0 1,0 0,0-1,0 0,-1 0,0 0,1 0,-1 0,0-1,-1 0,2-1,43-85,-18 3,-35 233,6-142,0 1,1-1,0 1,0-1,0 0,1 0,-1 1,1-1,0 0,0 0,1-1,-1 1,1 0,0-1,0 1,0-1,0 0,0 0,1 0,0-1,-1 1,1-1,0 0,0 0,0 0,0 0,1-1,-1 0,0 0,1 0,-1 0,1-1,3 1,24-1</inkml:trace>
  <inkml:trace contextRef="#ctx0" brushRef="#br0" timeOffset="-2570.722">10216 727,'-17'-7,"-11"-3,-7-1,-1 1,-2 0,-1 1,-3-2,-5-2,7 2</inkml:trace>
  <inkml:trace contextRef="#ctx0" brushRef="#br0" timeOffset="-2417.134">9479 494,'14'-2,"18"-3,23-3,20-1,16 0,13-2,9 0,-3 0,-19 4</inkml:trace>
  <inkml:trace contextRef="#ctx0" brushRef="#br0" timeOffset="-2229.636">10544 303,'5'17,"3"14,5 16,4 16,0 13,-1 11,-2 7,-1 0,-1-1,-3-5,0-10,-1-12,-1-12,0-13,0-16,-1-19,-1-11</inkml:trace>
  <inkml:trace contextRef="#ctx0" brushRef="#br0" timeOffset="-2047.122">10448 713,'21'0,"21"2,19 4,16 2,11 3,2 4,-5 1,-17-1</inkml:trace>
  <inkml:trace contextRef="#ctx0" brushRef="#br0" timeOffset="-1731.968">11077 1040,'-1'4,"0"0,1 0,0-1,0 1,0 0,0 0,1 0,-1-1,1 1,0 0,0 0,0-1,1 1,-1-1,1 0,0 1,0-1,0 0,0 0,1 0,-1 0,1 0,0-1,0 1,0-1,0 0,2 1,-1 0,1-1,0-1,0 1,1-1,-1 0,0 0,0 0,1-1,-1 0,0 0,1 0,-1-1,0 1,0-1,1 0,-1-1,0 0,0 1,0-2,-1 1,1 0,0-1,-1 0,0 0,1 0,-1-1,-1 1,1-1,0 0,-1 0,0-1,1 1,-1-1,1 0,-1 0,0 0,0-1,0 1,-1-1,0 0,0 1,0-1,-1 0,0 0,0 0,0 0,-1 0,0 0,0 0,-1-1,1 1,-1 0,-1 0,1 1,-1-1,0 0,0 0,-1 1,1-1,-1 1,-1-1,0 2,0 0,1 0,-2 0,1 0,0 1,-1 0,1 0,-1 0,0 1,0-1,0 1,0 0,-1 0,1 1,0 0,-1 0,1 0,-1 1,1-1,-1 1,0 1,1-1,-1 1,1 0,-2 0,-4 1,0 1,1 0,-1 1,0 0,1 1,0 0,0 0,0 1,1 0,0 1,-8 7,13-11,0 0,0 1,1-1,0 1,-1-1,1 1,0 0,1 0,-1 1,1-1,0 1,0-1,0 1,0-1,1 1,0 0,0 0,0 0,1 0,0 0,0 0,0 0,0 0,1-1,0 1,0 0,0 0,0 0,1-1,0 1,0-1,0 1,1-1,-1 0,1 0,3 4,2-3,0 0,0 0,1-1,0 0,0 0,0-1,0-1,1 1,-1-1,1-1,-1 0,1 0,-1-1,1 0,0-1,-1 0,9-2,27-4</inkml:trace>
  <inkml:trace contextRef="#ctx0" brushRef="#br0" timeOffset="-1569.398">11281 494,'-21'-2,"-11"4,-8 3,1 6,5 9,8 4,8 6,13 5,13 3,6-5</inkml:trace>
  <inkml:trace contextRef="#ctx0" brushRef="#br0" timeOffset="-1318.07">11294 1000,'17'14,"14"7,11 2,15-3,14-4,11-6,10-4,-10-3</inkml:trace>
  <inkml:trace contextRef="#ctx0" brushRef="#br0" timeOffset="-8017.462">465 481,'-1'-2,"-1"0,0 0,1 0,-1 0,0 0,0 0,0 1,0-1,0 1,0-1,0 1,-1 0,1 0,0 0,-1 0,1 0,-1 1,1-1,-1 1,1-1,-2 1,3 0,-17-4,1 1,0 1,-1 0,1 1,-1 2,0-1,1 2,-1 0,1 1,0 1,0 1,0 0,-6 4,12-5,1 1,0 1,0-1,0 1,0 1,1 0,0 0,1 1,0 0,0 0,1 1,0 0,0 1,1-1,0 1,1 0,0 1,0-1,1 1,1 0,0 1,1-6,1 1,0-1,0 1,0-1,1 1,0 0,0-1,1 1,0 0,0-1,1 1,-1-1,2 0,-1 1,1-1,-1 0,2 0,-1-1,1 1,-1-1,2 1,-1-1,0 0,1-1,0 1,0-1,1 0,-1 0,5 2,13 4,-1 0,1-2,1-1,0 0,0-2,0-1,0-1,1 0,108 20,-125-20,-1 0,1 0,-1 0,1 1,-1 0,0 1,-1 0,1 0,-1 0,0 0,0 1,2 4,-5-8,-1 1,0 0,0 0,0 0,0 0,-1 0,1 1,-1-1,0 0,0 1,0-1,0 1,0-1,-1 1,0 0,0-1,0 1,0-1,0 1,-1-1,0 1,1-1,-1 1,0-1,-1 1,1-1,-1 0,1 0,-2 1,-4 4,-1-1,0 0,0-1,0 0,-1 0,0-1,0 0,-1 0,1-1,-1 0,0-1,0 0,0-1,0 0,-1 0,-7-1,5 1,-126 16,131-12,13-3</inkml:trace>
  <inkml:trace contextRef="#ctx0" brushRef="#br0" timeOffset="-6065.673">998 823,'-14'-4,"0"1,-1 0,1 1,0 1,-1 0,1 1,-1 1,1 0,-1 1,1 0,0 1,0 1,0 0,0 1,1 1,0 0,0 1,1 0,-1 1,1 0,1 1,0 0,0 1,1 0,-5 6,12-13,1 0,-1 0,1 0,0 0,0 1,0-1,0 1,0-1,1 1,-1 0,1-1,0 1,1 0,-1 0,0 0,1-1,0 1,0 0,0 0,1 0,-1 0,1 0,0 0,0-1,0 1,0 0,1-1,0 1,-1-1,1 1,1-1,-1 0,0 0,1 0,-1 0,2 0,9 5,0-2,1 1,0-2,0 1,0-2,1 0,0-1,-1 0,1-1,0-1,1-1,-1 0,0 0,13-4,-4 3,0-1,0-1,-1-1,1-1,-1-1,0-2,0 0,-1-1,0-1,-1-1,0-2,-1 1,0-2,-1-1,-1 0,0-2,-1 0,-1 0,0-2,-1 0,-2-1,0 0,-1-1,4-9,-4-12,-1 0,-2-1,-2 0,-1 0,-3-1,-2 0,-1 1,-5-25,6 46,-2 0,-1 1,0-1,-1 1,-2 0,0 0,-1 0,-1 1,-1-1,-1 2,-1-1,0 1,-8-8,17 25,-1-1,1 1,-1 0,0 0,0 0,0 0,0 0,0 0,-1 1,1-1,0 1,-1-1,1 1,-1 0,0 0,1 0,-1 1,0-1,0 0,1 1,-1 0,0 0,0 0,0 0,1 0,-1 0,0 1,0-1,1 1,-1 0,0 0,1 0,-1 0,1 0,-1 1,1-1,-1 1,1-1,0 1,0 0,-1 1,-3 8,1 0,0 0,1 0,0 1,0 0,2-1,-1 1,1 0,1 0,0 0,1 1,1-1,-1 0,2 0,1 5,7 44,3-2,3 0,3-1,1 0,4-2,4 4,3 8,3-2,3-2,3-1,47 56,-41-75,-45-44,1 0,-1 0,0 0,1 0,-1-1,1 1,-1 0,1-1,-1 1,0-1,1 1,-1-1,0 0,1 0,-1 0,0 1,0-1,0 0,0 0,0 0,0-1,0 1,0 0,0 0,0 0,-1-1,1 1,0 0,-1-1,1 1,-1-1,0 1,1-1,-1 1,0 0,0-1,0-1,1 0,3-10,-1-2,0 1,1-1,1 1,0 0,1 0,0 1,1 0,1 0,0 1,0 0,2 0,-1 0,1 2,1-1,0 1,0 1,1 0,0 0,8-3,-17 11,0 0,0 0,0 1,0-1,0 1,0-1,0 1,0 0,0 0,0 0,0 1,0-1,0 1,0 0,0 0,0 0,-1 0,1 0,0 0,0 1,-1-1,1 1,-1 0,0 0,1 0,-1 0,0 0,0 0,0 1,-1-1,1 1,0-1,-1 1,0 0,1 0,-1-1,0 3,19 46,-18-45,-1 0,1 1,0-1,0 0,1 0,0 0,0-1,0 1,1 0,-1-1,1 0,1 0,-1 0,1-1,0 0,0 1,0-2,0 1,1 0,0-1,2 1,5-3,0 0,0 0,0-1,0-1,0 0,0-1,0 0,0-1,-1 0,1-1,-1-1,0 0,0 0,0-2,-1 1,0-1,0-1,6-6,-10 10,0-1,0 0,-1 0,0-1,0 0,0 0,-1 0,0-1,0 0,0 0,-1 0,0 0,-1-1,1 1,-1-1,-1 0,0 0,0 0,0-1,-1 1,0 0,-1-1,0 1,0-2,0 8,0 1,-1-1,1 1,0 0,0-1,-1 1,1-1,-1 1,1 0,-1-1,1 1,-1 0,0-1,0 1,0 0,0 0,0 0,0 0,0 0,0 0,0 0,0 0,0 0,-1 0,1 1,0-1,-1 1,1-1,0 1,-1-1,1 1,-1 0,1-1,-1 1,1 0,-1 0,1 0,0 0,-1 0,1 1,-1-1,1 0,-1 1,1-1,0 1,-1-1,1 1,0 0,-1 0,1-1,0 1,0 0,0 0,-5 8,1-1,0 0,1 1,-1 0,2 0,-1 1,2-1,-1 1,1-1,0 1,1 0,0 0,1-1,0 1,1 0,0 0,1 4,-1-7,1 1,0 0,1 0,0-1,0 1,0-1,1 0,0 0,1 0,0 0,0-1,0 0,1 0,-1 0,1-1,1 0,-1 0,1 0,0-1,0 0,0 0,1-1,-1 0,1 0,0-1,0 0,0 0,3 0,1 0,0 0,0-1,0 0,0-1,0 0,-1-1,1-1,0 0,0 0,-1-1,1 0,-1-1,0-1,0 0,0 0,-1-1,4-3,-5 1,-1 0,1 0,-2-1,1-1,-1 1,0-1,-1 0,0-1,-1 1,0-1,-1 0,0-1,0 1,-2-1,1 1,-1-1,-1 0,0 0,-1 0,0 0,-1 0,-1-7,-2 3,3 16,1 0,-1 1,0-1,0 1,1-1,-1 1,0 0,0-1,1 1,-1 0,1-1,-1 1,1 0,-1 0,1 0,-1-1,1 1,0 0,-1 0,1 0,0 0,0 0,-1 0,1-1,0 1,0 0,0 0,0 0,0 0,1 0,-1 0,0 0,0 6,0 0,0-1,1 1,-1 0,1 0,1-1,0 1,0-1,0 1,0-1,1 0,0 0,1 0,-1 0,1-1,0 1,1-1,-1 0,1 0,0-1,0 1,0-1,1 0,-1-1,1 1,4 1,0 0,0-1,1 1,0-2,-1 0,1 0,0-1,1 0,-1-1,0 0,0 0,1-2,-1 1,0-2,0 1,9-4,-12 4,-1-2,1 1,-1-1,0 0,0 0,-1-1,1 0,-1 0,0-1,0 0,0 0,0 0,-1 0,0-1,0 0,-1 0,1-1,-1 1,-1-1,1 0,-1 0,0 0,-1 0,0-1,0 1,0-1,-1 1,0-4,-2 12,1 0,-1 0,1-1,-1 1,1 0,-1-1,1 1,-1-1,0 1,0 0,1-1,-1 1,0-1,0 0,1 1,-1-1,0 0,0 1,0-1,0 0,0 0,1 0,-1 0,0 0,0 0,0 0,0 0,0 0,0 0,1 0,-1-1,0 1,0 0,0-1,0 1,1 0,-1-1,0 1,0-1,1 1,-1-1,0 0,1 1,-1-1,1 0,-1 1,1-1,-1 0,1 1,-1-1,1 0,0 0,-1 0,1 0,0 1,0-1,0 0,-1 0,1 0,0 0,0 0,0 0,1 0,-1 1,0-1,0 0,-2 4,0 0,0 0,0 0,1 1,-1-1,1 0,0 1,0 0,0-1,1 1,-1-1,1 1,0 0,0-1,0 1,0 0,1-1,-1 1,1-1,0 1,0 0,0-1,1 0,-1 1,1-1,0 0,0 0,0 0,0 0,0 0,1 0,-1-1,1 1,0-1,0 0,0 0,0 0,0 0,0 0,1 0,-1-1,0 0,1 0,-1 0,3 1,5-1,1 0,-1-1,1 0,-1-1,0 0,1 0,-1-1,0-1,0 0,0 0,0-1,-1-1,0 0,0 0,0-1,0 0,-1-1,0 0,0 0,-1-1,0 0,0-1,-1 1,0-2,-1 1,0-1,0 0,-1 0,0 0,-1-1,0 1,-1-1,1-4,-2-16,-17 40,11-1,0 0,1 0,0 1,0-1,1 1,0 0,0 0,1 0,0 0,0 0,1 0,1-1,-1 1,1 0,1 0,0 0,0 0,3 7,-2-12,0 0,1 1,-1-1,1 0,-1-1,1 1,0-1,1 0,-1 0,0 0,1 0,0-1,0 1,0-1,0-1,0 1,0-1,0 0,0 0,0 0,5 0,6-1,1 1,-1-2,0 0,0-1,0-1,9-3,-10 3,0-1,-1-1,0-1,0 0,0 0,-1-2,0 1,0-2,-1 0,0 0,2-4,-6 61,-4-43,1 0,0-1,0 1,0-1,1 0,-1 0,1-1,0 1,0-1,1-1,-1 1,0-1,1 0,0 0,-1-1,1 0,0 0,0-1,-1 0,1 0,0-1,0 1,-1-1,3-1,1 1,0 0,0-1,0 0,-1-1,1 0,-1-1,1 1,-1-2,0 1,3-4,-9 7,-1-1,1 0,-1 0,0 0,1 0,-1 0,0-1,0 1,-1-1,1 1,0-1,-1 1,0-1,1 0,-1 0,0 0,0 0,-1 0,1 0,-1 0,1 0,-1 0,0 0,0 0,0 0,-1 0,1 0,-1 0,0 0,1 0,-1 0,-1 0,1 0,0 1,-1-2,-1 0,1-1,-1 1,0 0,0 0,0 0,0 1,-1-1,1 1,-1 0,0 0,0 0,0 0,-1 1,1-1,0 1,-1 0,0 1,1-1,-1 1,0 0,0 0,0 1,0-1,0 1,0 0,0 0,0 1,1-1,-1 1,0 0,0 0,0 1,1 0,-1 0,1 0,-1 0,1 0,0 1,0 0,-4 3,1-1,0 0,1 0,-1 0,1 1,0 0,1 1,-1-1,1 1,0 0,1 0,0 1,0-1,0 1,1 0,1 0,-1 0,1 0,0 1,1-1,0 1,0-1,1 1,0-1,2 8,-1-12,1-1,-1 1,1-1,0 0,0 1,0-1,1 0,-1 0,1-1,0 1,0-1,0 1,0-1,0 0,0 0,1 0,-1 0,1-1,-1 1,1-1,-1 0,1 0,0 0,0-1,-1 1,1-1,0 0,1 0,7 0,-1-1,1 0,-1-1,1 0,-1-1,1 0,-1 0,7-5,18-9</inkml:trace>
  <inkml:trace contextRef="#ctx0" brushRef="#br0" timeOffset="-5816.33">4194 330,'-19'-2,"-13"-1,-5 2,-4 4,3 6,5 9,9 5,8 7,10 4,12 6,12 3,3-5</inkml:trace>
  <inkml:trace contextRef="#ctx0" brushRef="#br0" timeOffset="-5662.752">4207 904,'16'14,"13"7,10 4,11 1,10-5,11-5,10-6,10-7,6-8,-14-3</inkml:trace>
  <inkml:trace contextRef="#ctx0" brushRef="#br0" timeOffset="1999.915">342 2038,'-4'16,"-2"10,0 8,1 2,2 3,1-2,1-1,-2-3,0-5,0-4,-1-7,-1-5</inkml:trace>
  <inkml:trace contextRef="#ctx0" brushRef="#br0" timeOffset="2384.901">83 1860,'17'-16,"-3"7,-1-1,0 0,0 0,0-2,-2 1,1-2,-2 1,0-1,0-1,-1 0,-1 0,0-1,0-1,-2-6,0 1,-1-1,-1 0,-1 0,-1 0,-1 0,-1-15,-2 27,1 26,-1 4,2 0,0 0,1 0,1 0,0 0,2-1,1 1,0-1,1 0,1 0,1-1,1 0,4 6,15 16,0-7</inkml:trace>
  <inkml:trace contextRef="#ctx0" brushRef="#br0" timeOffset="3487.086">616 2038,'0'31,"2"1,2-1,0 0,3 0,0 0,2-1,1 0,3 3,-13-32,0 1,0-1,0 0,0 0,1 0,-1 0,0 1,1-1,-1 0,1 0,-1 0,1 0,-1 0,1 0,0 0,0 0,-1 0,1 0,0-1,0 1,0 0,0 0,0-1,0 1,0-1,0 1,0-1,1 1,-1-1,0 0,0 1,0-1,0 0,1 0,-1 0,0 0,0 0,0 0,1 0,-1 0,0-1,0 1,0 0,0-1,1 1,-1-1,0 1,46-70,-35 47,71-108,-83 131,0 1,1-1,-1 1,0-1,0 0,0 1,0-1,0 0,0 1,0-1,1 0,-1 1,0-1,0 0,1 0,-1 1,0-1,0 0,1 0,-1 1,0-1,1 0,-1 0,0 0,1 1,-1-1,0 0,1 0,-1 0,0 0,1 0,-1 0,1 0,-1 0,0 0,1 0,-1 0,0 0,1 0,-1 0,0 0,1 0,-1 0,1 0,-1-1,0 1,1 0,-1 0,0 0,0-1,1 1,-1 0,0 0,0-1,1 1,-1 0,0-1,0 1,1 0,-1-1,0 1,0 0,0-1,0 1,0 0,0-1,0 1,1 0,-1-1,0 1,-3 32,2-26,0 0,0 0,0 0,0 0,1-1,0 1,0 0,0 0,1 0,0 0,0 0,0-1,1 1,0 0,0-1,0 1,1-1,0 0,0 0,0 0,1 0,-1 0,1-1,0 0,0 1,1-2,0 1,-1 0,1-1,0 0,0 0,1 0,2-1,-1 0,1-1,-1 0,1 0,-1-1,1 0,-1 0,1-1,0 1,-1-2,1 1,-1-1,0 0,0-1,0 0,0 0,0 0,0-1,-1 0,0-1,1 1,-2-1,1 0,0 0,-1-1,0 0,-1 0,1 0,-1 0,0-1,-1 0,1 1,-1-1,-1-1,1 1,-1 0,-1-1,2-5,-5-59,18 95,-4 0,0-1,2 0,1-1,0-1,1-1,9 8,-18-20,0 0,1-1,0 0,0 0,1 0,0-1,0 0,0-1,0 0,1-1,-1 0,1 0,0-1,0 0,0 0,0-2,6 1,-8-2,-1 0,0 0,1-1,-1 0,0 0,0-1,0 0,-1 0,1-1,-1 0,0 0,1 0,-2-1,1 0,-1 0,1 0,-1-1,-1 1,1-1,-1-1,0 1,-1-1,1 1,-1-1,-1 0,1 0,-1 0,0 0,-1-1,0 1,0 0,0-1,-1-2,0-157,-2 198,2 262,29 206,-10-379,-62-312,25 87,5 0,4-1,5-44,4 140,-1-1,1-1,1 1,0 0,0 0,1 0,1 0,0 0,0 0,1 0,4-8,-6 17,-1 0,1-1,0 1,0 1,-1-1,1 0,0 0,1 1,-1-1,0 1,0-1,1 1,-1 0,0 0,1 0,-1 1,1-1,0 0,-1 1,1 0,-1-1,1 1,0 0,-1 0,1 1,0-1,-1 1,1-1,-1 1,1 0,-1 0,1 0,0 0,76 49,-72-44,0-1,-1 1,0 1,0-1,0 1,-1 0,0 1,-1-1,1 1,-1 0,-1 0,1 0,-1 3,-3-6,-1 0,-1-1,1 1,-1-1,0 1,0-1,0 0,0 0,-1 0,1 0,-1 0,0 0,-1-1,1 1,-1-1,1 0,-1 0,0 0,0-1,0 1,0-1,-1 0,1 0,-1-1,1 1,-1-1,-3 1,0 1,-77 30,73-31</inkml:trace>
  <inkml:trace contextRef="#ctx0" brushRef="#br0" timeOffset="3883.367">2214 2174,'-14'-8,"0"1,0 1,0 0,-1 1,1 1,-1 0,0 1,-7 0,17 2,0 0,0 1,0 0,0 0,0 0,0 1,0 0,0 0,0 0,1 0,-1 1,0 0,1 0,-1 0,1 0,-1 1,1 0,0 0,0 0,0 0,1 0,-1 1,1 0,0 0,0 0,0 0,0 1,0-1,1 1,0-1,0 1,0-1,0 1,0 0,1 0,0 0,0 0,1 0,-1 0,1 0,0 0,0 0,1 0,0 0,0 0,0 0,0 0,1 0,-1 0,1-1,1 1,-1-1,0 1,1-1,0 0,0 0,1 0,-1-1,1 1,-1-1,1 1,0-1,0 0,1-1,-1 1,1-1,-1 0,1 0,4 1,1-2,0-1,0 0,-1 0,1-1,0-1,0 1,-1-2,1 1,-1-1,0-1,0 0,0 0,0 0,-1-1,1-1,-1 1,-1-1,1-1,-1 1,0-1,-1-1,1 1,-1-1,-1 0,0-1,0 1,0-1,2-7,-5 12,0 1,-1 0,1-1,-1 1,0-1,0 1,0-1,0 1,-1-1,0 0,1 1,-1-1,0 0,-1 1,1-1,-11 15,10-7,0 1,0 0,0 0,1 0,-1 0,1 0,1 0,-1 0,1 0,-1 0,1 0,1 0,-1 0,1 0,0-1,0 1,0-1,1 1,-1-1,1 0,0 0,1 0,-1 0,0-1,1 1,0-1,0 0,0 0,0 0,1-1,-1 1,1-1,-1 0,1 0,0-1,0 0,0 1,45 11,-1-4</inkml:trace>
  <inkml:trace contextRef="#ctx0" brushRef="#br0" timeOffset="5084.185">3033 2051,'-10'-2,"-1"0,1 1,-1 1,0 0,0 0,1 1,-1 0,1 1,-1 0,1 1,0 0,-1 0,2 1,-1 1,0 0,1 0,0 1,0 0,0 0,1 1,0 0,1 0,-1 1,1 0,1 1,-1-1,2 1,-4 7,7-14,0 0,1 1,0-1,-1 1,1-1,0 1,0-1,0 1,1-1,-1 1,1 0,-1 0,1-1,0 1,0 0,0 0,0-1,1 1,-1 0,1-1,0 1,-1 0,1-1,0 1,1-1,-1 1,0-1,1 1,-1-1,1 0,0 0,0 0,0 0,0 0,0 0,0-1,0 1,1-1,-1 1,0-1,1 0,0 0,15 2,0-1,-1-1,1-1,0-1,0 0,-1-1,1-1,-1 0,1-2,-1 0,-1-1,1 0,-1-2,0 0,2-2,9-2,-1-2,0 0,-1-2,-1-1,-1 0,0-2,-1-1,-1 0,-1-2,-1 0,-1-2,-1 0,-1 0,6-15,-7 9,-1-1,-2-1,-1 0,-2-1,-1 0,-1-1,-2 1,-2-1,0 0,-3-21,-1 40,-1 0,0 1,-1-1,0 1,-1-1,-6-12,9 22,-1 1,0 0,0 0,0 0,-1 0,1 0,-1 1,0-1,0 1,0 0,0 0,-1 0,1 0,-1 0,0 1,0-1,0 1,0 0,0 1,0-1,0 1,-1-1,1 1,-5 0,2 2,1 1,-1-1,0 1,0 1,1 0,-1-1,1 2,0-1,0 1,0 0,0 0,1 1,-1 0,1 0,1 0,-1 0,1 1,0 0,0 0,0 0,1 0,0 0,0 1,-1 6,-5 8,2 0,0 1,1 0,2 0,0 0,1 1,2-1,0 1,1 0,1-1,2 1,0-1,1 0,1 1,1-2,1 1,1-1,1 0,2 1,14 28,3-1,2-1,1-1,3-2,2-2,2-1,7 5,-35-37,-4-4,0 1,0-1,0 0,1-1,0 1,0-2,1 1,-1-1,1 0,5 2,-10-6,-1-1,1 1,0-1,0 1,0-1,-1 0,1 0,0-1,-1 1,1 0,-1-1,0 1,1-1,-1 0,0 0,0 0,0 0,0 0,-1 0,1-1,0 1,-1-1,0 1,1-1,-1 1,0-1,-1 0,1 0,0 1,-1-1,1-2,4-8,7-15,1 0,0 1,3 1,0 0,1 2,19-22,-3 20,-33 26,1 0,-1-1,1 1,0 0,0-1,-1 1,1 0,0 0,0-1,-1 1,1 0,0 0,0 0,-1 0,1 0,0 0,0 0,-1 1,1-1,0 0,0 0,-1 1,1-1,0 0,-1 1,1-1,0 0,-1 1,1-1,0 1,-1-1,1 1,-1 0,1-1,-1 1,0-1,1 1,-1 0,1-1,-1 1,0 0,0 0,1-1,-1 1,0 0,0 0,0-1,0 1,4 92,-5-84,0-1,0 0,1 1,0-1,0 1,1-1,0 0,1 1,-1-1,2 0,-1 0,1 0,0 0,1-1,0 1,2 2,1-5,0 0,0 0,1-1,-1-1,1 1,0-1,0-1,0 1,0-1,0-1,1 1,-1-1,1-1,-1 0,0 0,1 0,-1-1,1-1,-1 1,0-1,0-1,0 1,2-2,3 0,-1-1,1 0,-1 0,0-1,0-1,-1 0,0-1,0 0,-1-1,0 0,8-9,-13 12,0 1,-1-1,0 0,0-1,0 1,-1-1,0 0,0 0,-1 0,0 0,0 0,0 0,-1-1,0 1,-1 0,0-1,0 1,0-1,-1 1,0 0,-1-1,0 0,2 6,0-1,0 1,-1 0,1 0,-1 0,0 0,1 0,-1 1,0-1,0 0,0 0,0 0,-1 1,1-1,0 0,-1 1,1 0,-1-1,1 1,-1 0,0 0,0-1,1 1,-1 1,0-1,0 0,0 0,0 1,0-1,0 1,0-1,0 1,0 0,0 0,0 0,-1 0,1 0,0 1,0-1,0 1,0-1,0 1,0 0,-3 3,1 1,-1-1,1 1,0 0,0 0,1 1,0-1,0 1,0-1,0 1,1 0,0 0,0 0,1 1,0-1,0 0,0 0,1 1,-1-1,2 1,-1-1,1 0,0 1,0-1,2 6,0-5,0-1,0 0,0 0,0 0,1 0,0-1,1 1,-1-1,1 0,0 0,0 0,0-1,1 0,0 0,-1-1,1 1,1-1,-1 0,4 1,11 3,0 0,0-2,1 0,-1-2,13 1,-6-1,1-1,0-1,0-1,0-2,0-1,-1-2,1 0,-1-2,0-1,-1-1,0-2,0 0,-1-2,-1-1,0-1,10-8,-24 12,0 0,0 0,-1-1,0 0,-1-1,0 0,-1-1,-1 1,0-2,-1 1,0-1,-2 1,1-2,-2 1,0 0,1-11,-1-19,-1 1,-3-1,-1 1,-2 0,-4-12,6 44,-2-20,0 0,-3 0,0 1,-2-1,-2 2,-5-12,16 42,0-1,0 0,0 0,-1 0,1 0,0 1,0-1,0 0,-1 0,1 0,-1 1,1-1,0 0,-1 1,1-1,-1 0,0 1,1-1,-1 0,1 1,-1-1,0 1,0-1,1 1,-1 0,0-1,0 1,1 0,-1-1,0 1,0 0,0 0,0 0,1 0,-1 0,0 0,0 0,0 0,0 0,1 0,-1 0,0 0,0 1,0-1,0 0,1 1,-1-1,0 1,1-1,-1 0,0 1,0 0,1-1,-1 1,1-1,-1 1,1 0,-1-1,1 1,-1 0,-20 52,10 1,3 0,2 0,3 1,2 0,6 53,-3-67,3 0,1-1,3 1,0-2,9 18,-13-41,1-1,1 1,1-2,0 1,0-1,2 0,-1-1,2 0,0-1,0 0,1 0,1-1,0-1,12 7,-22-14,1 0,-1 0,1-1,0 0,0 0,0 0,0 0,0-1,0 1,0-1,1 0,-1 0,0-1,1 1,-1-1,0 0,1 0,-1 0,1-1,-1 0,0 0,1 0,-1 0,0-1,0 1,0-1,0 0,0 0,-1-1,1 1,0-1,-1 1,3-4,-3 1,-1 0,0 1,0-1,0 0,0 0,-1 0,0-1,0 1,0 0,-1 0,0-1,0 1,0-5,-5-31</inkml:trace>
  <inkml:trace contextRef="#ctx0" brushRef="#br0" timeOffset="6051.96">4822 1833,'-152'-45,"146"46,20 4,47 5,1-2,55-1,-67-4,432 23,-408-9,-73-15,-1-1,1 0,-1 0,1 1,-1-1,0 0,0 0,0 1,1-1,-1 0,-1 1,1-1,0 0,0 0,0 1,-1-1,1 0,0 0,-1 1,0-1,1 0,-1 0,1 0,-1 0,0 0,0 0,0 0,0 0,0 0,0 0,0 0,0-1,0 1,0 0,0-1,0 1,0-1,-1 1,1-1,0 1,0-1,-1 0,1 0,-1 0,0 1,-56 30,43-25,0 0,0 2,0 0,1 0,0 2,1-1,0 2,0 0,1 0,0 1,1 1,1 0,0 0,-5 11,14-22,0 0,0 0,0 0,0 1,0-1,1 1,-1-1,1 0,-1 1,1-1,0 1,0-1,0 1,1-1,-1 0,0 1,1-1,0 1,-1-1,1 0,0 0,0 1,0-1,1 0,-1 0,0 0,1 0,-1 0,1-1,0 1,0 0,0-1,0 1,0-1,0 0,0 1,0-1,0 0,1 0,-1-1,0 1,1 0,-1-1,0 1,1-1,-1 0,2 0,6 1,1-1,0 0,-1-1,1 0,0 0,-1-1,0-1,1 0,-1 0,0-1,-1 0,1-1,-1 0,1 0,-2-1,1-1,-1 1,0-1,0-1,0 1,-1-1,-1-1,1 1,-1-1,2-5,-3-3,-1 3,-3 21,-3 3,1-1,0 1,1 0,0-1,0 1,1 0,1-1,-1 1,2-1,-1 0,1 1,1-1,-1 0,2-1,-1 1,1-1,0 1,1-2,0 1,0-1,1 1,0-2,0 1,4 2,-5-5,-1-1,1 0,0 0,0 0,0 0,1-1,-1 0,1-1,-1 1,1-1,-1-1,1 1,0-1,-1 0,1 0,0-1,-1 0,1 0,0-1,-1 0,0 0,1 0,-1-1,0 0,0 0,-1 0,1-1,-1 0,1 0,-1-1,-1 1,1-1,0 0,-1 0,0-1,0 1,-1-1,0 0,0 0,1-1,-2-7,0 1,-1-1,0 0,-1 1,0-1,-1 0,-1 1,0-1,-1 1,-1 0,0 0,0 0,-1 0,-1 1,0-1,-6-6,-10-32,21 51,1-1,-1 1,0-1,1 1,-1-1,1 1,-1-1,1 1,-1-1,1 0,0 1,-1-1,1 0,0 1,-1-1,1 0,0 0,0 1,-1-1,1 0,0 0,0 1,0-1,0 0,0 0,0 0,1 1,-1-1,0 0,0 0,0 1,1-1,-1 0,0 1,1-1,-1 0,1 1,-1-1,1 0,-1 1,1-1,-1 1,1-1,-1 1,1-1,0 1,-1 0,1-1,0 1,-1 0,1-1,0 1,0 0,-1 0,1 0,0-1,0 1,-1 0,1 0,0 0,0 0,0 0,143 64,-117-51,-14-8,0 0,0 2,-1-1,0 2,0-1,-1 2,1 0,-2 0,1 1,-2 0,3 3,-9-7,-1 0,0 1,0-1,-1 0,0 1,0-1,0 1,-1-1,0 1,0-1,0 1,-1-1,0 1,-1-1,1 0,-1 1,0-1,-3 4,-9 60,14-68,0 0,0 0,1 1,-1-1,0 0,1 0,0 0,0 0,-1 0,1 1,0-2,1 1,-1 0,0 0,0 0,1 0,-1-1,1 1,0-1,-1 1,1-1,0 0,0 1,0-1,0 0,0 0,0-1,0 1,0 0,1-1,-1 1,0-1,0 1,78 1,-66-3,-1-1,1 0,-1-1,0-1,0 0,0-1,0 0,-1-1,1 0,-2-1,1 0,-1-1,0 0,0-1,-1 0,-1-1,1 0,-2 0,1-1,-1 0,-1-1,2-3,-7 11,-1 0,1-1,-1 1,0-1,0 1,0-1,-1 1,0-1,0 1,0-1,0 0,-1 1,1-1,-1 1,0-1,-1 1,1-1,-1 1,0 0,0 0,0 0,0 0,-1 0,0 0,0 1,0-1,0 1,0 0,-1 0,1 0,-1 0,0 1,0-1,0 1,0 0,0 0,-1 1,1-1,0 1,-3-1,3 3,1-1,-1 1,0 0,1 0,-1 1,1-1,0 0,-1 1,1 0,0 0,0 0,0 0,0 1,0-1,1 1,-1-1,1 1,0 0,-1 0,1 0,1 1,-1-1,0 0,1 1,-1-1,1 1,0-1,1 1,-1-1,0 1,1 0,0-1,0 1,0 0,0 0,1-1,-1 1,1-1,0 1,0 0,0-1,1 1,-1-1,1 0,2 3,4 4,0-1,1-1,1 0,-1 0,1 0,0-1,1-1,0 0,0 0,0-1,1-1,-1 0,1 0,0-1,0-1,1 0,-1 0,13-1,168 11,-101-13</inkml:trace>
  <inkml:trace contextRef="#ctx0" brushRef="#br0" timeOffset="6316.259">8030 2011,'0'18,"0"14,0 7,0 3,0-2,0-2,3-9,0-8</inkml:trace>
  <inkml:trace contextRef="#ctx0" brushRef="#br0" timeOffset="6749.348">7881 1819,'15'-1,"0"0,0 1,0 1,0 1,0 0,0 1,0 0,-1 2,0-1,1 2,-2 0,1 0,-1 1,0 1,0 1,-1-1,9 10,-4-3,-1 1,-1 0,-1 2,0 0,-1 0,-1 1,-1 1,-1-1,0 2,-2 0,4 13,21 74,-32-106,0-1,0 0,0 0,0 0,0 0,1 0,-1 0,0-1,0 1,1 0,-1-1,0 1,1-1,-1 1,1-1,-1 1,1-1,-1 0,0 0,1 0,-1 0,1 0,-1 0,1 0,-1 0,1-1,-1 1,1 0,-1-1,0 0,1 1,-1-1,0 0,1 1,-1-1,1-1,45-35,-46 36,12-12,-1 0,0 0,-1-1,-1-1,0 0,-1 0,-1-1,0 0,-1-1,-1 0,1-6,-25 81,17-55,1 1,0 0,0 0,0 0,1 0,-1 0,1 0,0 0,0-1,0 1,1 0,-1-1,1 1,0-1,0 1,0-1,1 0,-1 0,1 0,-1 0,1 0,0-1,0 1,0-1,1 0,2 2,7 3,-1-1,1-1,0 0,0-1,0 0,1-1,3 0,163 9,-88-15</inkml:trace>
  <inkml:trace contextRef="#ctx0" brushRef="#br0" timeOffset="7487.372">10339 1873,'0'376,"5"-326,2-75,-6-514,5 492,0 53,50 180,-14-115,-41-69,1 0,0 0,0-1,0 1,0 0,0-1,0 1,1-1,-1 0,0 0,1 0,-1 0,1 0,-1-1,1 1,-1-1,1 1,0-1,-1 0,1 0,0 0,-1 0,1-1,-1 1,1-1,-1 0,1 1,-1-1,1 0,-1-1,7-5,0 0,0-1,-1-1,0 1,-1-1,0-1,0 1,-1-1,-1 0,1-1,-2 1,1-1,-1 0,-1 0,0-1,1-7,17-64,-14 97,-5 124,-4-106,1 0,2-1,1 1,2-1,1 0,1 1,1-2,2 1,5 8,31 25,-22-46</inkml:trace>
  <inkml:trace contextRef="#ctx0" brushRef="#br0" timeOffset="7917.933">11377 2160,'-25'-22,"11"9,0 0,0 1,-1 0,-1 1,0 1,0 1,-1 0,0 1,-5-1,18 8,0 0,0 1,0-1,0 1,0 0,-1 0,1 0,0 1,0-1,0 1,0 0,0 0,1 0,-1 1,0-1,0 1,1 0,-1 0,1 0,0 1,0-1,-1 1,1 0,1 0,-1 0,0 0,1 0,0 0,-1 2,-4 6,1-1,1 1,0 0,0 0,1 1,0 0,1-1,1 1,-1 5,2-11,1 0,-1 0,1-1,0 1,0 0,1 0,0 0,0-1,0 1,1 0,-1-1,1 1,1-1,-1 0,1 0,0 0,0 0,0 0,1 0,0-1,0 0,0 0,0 0,1 0,-1-1,1 1,0-1,0 0,0-1,1 1,-1-1,1 0,-1 0,1-1,0 0,-1 0,1 0,1-1,3 1,0-2,0 1,1-2,-1 1,0-1,0-1,0 0,-1 0,1-1,-1 0,0-1,0 1,0-2,0 0,-1 0,0 0,-1-1,1 0,-1-1,0 1,-1-1,0-1,0 1,-1-1,0 0,-1 0,0-1,0 1,-1-1,0 0,1-6,-2-61,-2 77,-1 0,1-1,0 1,0 0,0-1,0 1,0-1,0 1,-1 0,1-1,0 1,0 0,-1-1,1 1,0 0,0 0,-1-1,1 1,0 0,-1 0,1-1,0 1,-1 0,1 0,-1 0,1 0,0 0,-1-1,1 1,-1 0,1 0,0 0,-1 0,1 0,-1 0,1 0,0 0,-1 1,1-1,0 0,-1 0,1 0,-1 0,1 0,0 1,-1-1,1 0,0 0,-1 1,1-1,0 0,0 0,-1 1,1-1,0 0,0 1,-1-1,1 0,0 1,0-1,0 1,0-1,0 0,0 1,-1-1,1 0,0 1,0-1,0 1,0-1,-12 30,10-24,1 0,-1 0,2 0,-1 0,1 0,-1 0,2 1,-1-1,1 0,0 0,0 0,1 0,-1 0,1 0,1 0,-1-1,1 1,0-1,0 1,1-1,0 0,0 0,0-1,0 1,1-1,-1 0,1 0,0-1,0 1,1-1,-1 0,1 0,3 0,34 11,0-5</inkml:trace>
  <inkml:trace contextRef="#ctx0" brushRef="#br0" timeOffset="8781.191">11895 2106,'-5'-1,"-1"1,0 0,0 0,1 1,-1 0,0 0,1 0,-1 1,1-1,-1 1,1 1,0-1,0 1,0 0,0 0,0 0,1 1,-1 0,1 0,0 0,0 0,1 0,-1 1,1 0,0 0,0 0,1 0,-1 0,1 0,0 1,0-1,1 1,0-1,0 1,0 0,1-1,0 4,0-2,1-1,0 0,1 0,-1 0,1 0,0 0,1 0,0 0,0-1,0 1,0-1,1 0,0 0,0 0,0 0,1-1,0 1,-1-1,1-1,1 1,-1-1,1 0,-1 0,1 0,0-1,1 1,12 4,0-1,1-1,0-1,0 0,0-1,0-2,13 0,-17 0,-1-2,1 0,-1-1,0-1,1 0,-1-1,-1 0,11-5,-18 6,-1 0,0 0,0-1,0 0,-1 0,1 0,-1-1,0 1,0-1,-1 0,1-1,-1 1,0-1,-1 0,1 0,-1 0,0 0,-1-1,0 1,1-5,-1 0,0 0,-1 0,-1-1,0 1,-1 0,0 0,0 0,-1-1,-1 1,1 1,-2-1,0 0,0 1,-1 0,0 0,-1 0,0 1,-2-3,8 12,-1 0,1 0,0 0,-1-1,1 1,0 0,-1 0,1-1,0 1,0 0,-1-1,1 1,0 0,0-1,-1 1,1 0,0-1,0 1,0 0,0-1,0 1,0-1,0 1,-1 0,1-1,0 1,0-1,0 1,1 0,-1-1,0 1,0 0,0-1,0 1,0-1,0 1,0 0,1-1,-1 1,0 0,0-1,1 1,-1 0,0-1,0 1,1 0,-1 0,0-1,1 1,-1 0,0 0,1 0,-1-1,1 1,24 2,-18 0,28 3,7 1,0 2,-1 1,0 2,32 14,-68-23,1 0,-1 1,1 0,-1 0,0 1,0-1,-1 1,1 0,-1 0,0 1,0-1,0 1,0 0,-1 0,0 0,0 0,0 1,-1-1,0 1,0 0,0 0,-1 0,0-1,0 1,0 1,-1-1,0 0,0 0,0 0,-2 4,-3 23,4-29,-1 0,0 0,1 1,0-1,0 1,0-1,1 1,-1-1,1 1,0-1,0 1,1-1,-1 1,1-1,0 1,1-1,-1 1,1-1,-1 0,1 0,0 0,1 0,-1 0,1 0,0-1,0 1,0-1,0 0,0 0,1 0,0 0,9 1,0-1,0 0,0-1,0 0,1-1,-1-1,1 0,-1-1,0 0,1-1,-1-1,0 0,0 0,3-3,78-28,-92 34,1 0,0 0,0 1,0-1,-1 1,1-1,0 1,-1 0,1 0,0 0,-1 1,1-1,-1 0,0 1,0 0,1 0,-1-1,0 2,26 14,-20-14,0-1,0 0,0 0,1-1,-1 0,0-1,1 0,-1 0,0 0,0-1,1-1,3 0,-8 1,0 0,-1 0,1-1,0 0,-1 1,1-1,-1 0,0 0,1-1,-1 1,0-1,0 0,-1 0,1 0,-1 0,1 0,-1 0,0-1,0 1,0-1,-1 1,1-1,-1 0,0 0,0 1,0-5,-1 0,0 1,-1-1,0 0,0 0,-1 1,0-1,0 1,-1 0,0-1,0 1,-1 1,0-1,0 0,-1 1,1 0,-1 0,-1 0,1 1,-1-1,0 1,0 1,-1-1,1 1,-1 0,0 1,0 0,0 0,0 0,-1 1,1 0,-1 0,0 1,1 0,-1 0,0 1,0 0,0 0,-3 1,-1 1,0 1,0 0,0 1,0 0,0 1,1 0,0 1,0 0,0 0,1 2,0-1,-8 9,-102 113,96-100,-19 22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06.8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168 1285,'-15'39,"2"1,2 0,1 0,2 1,2 0,2 1,2 0,1-1,3 6,-3-19,13 1095,20-735,32 98,13 117,-55-212,-21 173,-3-299,4 99,24 102,-7-272,90 709,-79-757,7-2,6-1,6-2,7 1,146 349,-173-426,3-2,2-1,4-1,2-3,2-1,3-2,22 20,-32-40,2-2,1-1,1-2,2-1,1-3,1-1,1-2,0-2,2-2,48 13,-35-14,0-2,2-2,-1-3,2-3,-1-2,1-3,-1-3,1-3,25-5,294-83,-287 70,-2-5,78-31,-80 22,1 4,2 4,1 4,0 4,5 4,524-41,-411 34,208 7,62 3,-170 0,120 19,-114 17,322 13,-390-37,81 0,89 22,714 95,-457-96,-337-4,169-20,-78-35,-331 26,84-1,84 9,-6 0,460-57,-534 42,174 7,556-29,-773 41,82 0,154-22,-189 8,1 7,37 11,72 9,315 15,-540-28,174 2,29 14,225 20,-205-17,162 4,-55-38,-136 2,-67 3,49-14,-18 1,-83 4,0-7,-2-6,-1-7,-2-7,54-28,-152 56,0-2,-2-2,-1-2,0-2,-2-2,-2-1,0-3,-2-2,17-19,123-168,-78 89,103-138,167-234,-305 398,-4-3,-4-3,13-47,-37 83,61-116,-41 84,-4-1,4-25,-32 55,-3-1,-4-1,-2-4,-8 50,101-486,-94 409,-5-1,-4-4,-4 62,0-35,-3 0,-4 1,-6-16,-2 20,-7-40,-5 1,-38-105,-58-104,0-70,49 193,73 207,-34-108,-5 1,-40-74,-91-89,147 233,-3-10,-2 1,-3 2,-1 1,-3 1,-1 2,-24-20,-317-280,262 242,-5 6,-125-76,64 56,-58-20,-167-91,-214-69,506 251,-2 5,-77-14,66 19,-52-11,-183-24,-392-11,122 18,616 61,-708-69,-500-44,723 77,-1091 10,1282 28,-206 16,-106 34,-849 28,1392-76,-881 22,-116-46,-114-30,585 43,-344 49,12 45,368-1,-1 27,-7-12,447-80,-523 111,40 26,444-109,-142 28,246-56,0 2,-48 25,-11 26,60-26,21-19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08.8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83 302,'-51'561,"31"-485,12-92,5-234,7 111,22-127,-20 236,-7 31,1-1,0 0,0 1,0-1,0 0,0 1,0-1,0 0,0 1,1-1,-1 0,0 0,0 1,0-1,0 0,0 1,0-1,1 0,-1 0,0 1,0-1,0 0,1 0,-1 1,0-1,0 0,1 0,-1 0,0 0,0 1,1-1,-1 0,0 0,1 0,-1 0,0 0,0 0,1 0,-1 0,0 0,1 0,-1 0,0 0,1 0,-1 0,0 0,1 0,-1 0,0 0,0 0,1 0,-1-1,0 1,1 0,-1 0,11 64,-10-50,1 1,1-1,0 0,1 0,0 0,1 0,3 3,-7-14,1-1,-1 0,1 0,-1 1,1-1,0 0,0 0,0-1,0 1,0 0,1-1,-1 1,0-1,1 0,-1 0,1 0,-1 0,1 0,0 0,-1-1,1 1,0-1,-1 0,1 0,0 0,0 0,-1 0,1 0,0-1,-1 0,1 1,0-1,-1 0,1 0,-1 0,1-1,-1 1,0-1,0 1,1-1,14-12,0 0,-1-2,-1 1,-1-2,0 0,-1-1,-1 0,0-1,-1 0,-2 0,0-1,-1-1,-1 0,3-14,34-115,-33 138,-7 41,-7 602,5-261,1-336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09.3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345 94,'-98'-76,"93"73,1 1,-1 0,0 0,0 0,0 0,0 1,0 0,0 0,0 0,0 1,0 0,-1 0,1 0,0 0,0 1,0 0,0 0,0 0,0 1,0 0,0 0,-2 1,-4 6,1 1,-1 0,1 0,1 1,0 0,1 1,0 0,0 1,2-1,-1 1,2 0,0 1,0 0,1-1,1 1,0 1,1-1,1 0,0 1,1 6,-1-16,0 0,0 0,1 0,0 0,0 0,0 0,1 0,-1 0,1 0,1 0,-1 0,1 0,-1-1,1 1,0-1,1 1,-1-1,1 0,0 0,0 0,0 0,1 0,0-1,-1 1,1-1,0 0,0 0,1-1,-1 1,0-1,1 0,0 0,-1-1,1 1,1-1,4-2,-1-1,1 0,-1-1,0 0,1-1,-2 0,1 0,0-1,-1 0,0 0,0-1,0 0,-1 0,0-1,0 0,-1-1,0 1,0-1,-1 0,0 0,4-10,3-3,-2-1,-1 0,0-1,-2 0,0 0,-2-1,0 0,-2 0,0-21,-4 67,-1 14,1 0,2 0,1 0,3 9,-4-35,1 0,0 0,0-1,1 1,0-1,1 0,0 0,1 0,0 0,0-1,0 0,1 0,1 0,-1-1,1 0,1 0,-1 0,1-1,3 2,32 11,-1-7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10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383 64,'-20'-3,"0"1,-1 0,1 2,0 0,-1 2,1 0,0 1,0 1,0 1,1 0,-1 2,1 0,-12 7,24-9,0-1,1 1,0 0,0 0,0 0,0 1,1 0,0 0,1 0,-1 1,1 0,0-1,1 2,-1-1,2 0,-1 1,1-1,0 1,0 0,1-1,0 1,1 0,-1 0,2 0,-1 0,1 0,0 0,1-1,-1 1,2 0,-1-1,1 0,3 6,1 0,0 0,0-1,1-1,1 1,0-1,1-1,0 0,0 0,1-1,1 0,-1-1,1 0,1-1,-1-1,6 3,9 2,0-1,0-2,1 0,0-2,0-1,0-1,7-1,-8-2,0-1,-1-1,1-1,-1-1,0-2,0-1,0 0,-1-2,6-4,-16 6,-1 0,1-1,-2 0,1-2,-1 1,-1-2,1 1,-2-2,1 0,-1 0,-1-1,0 0,-1-1,0 0,-1 0,1-5,-1-4,-2 0,-1-1,0 0,-2 0,0 0,-2 0,-1 0,0 0,-4-17,-4-41,9 80,0 1,-1-1,1 0,0 0,0 0,-1 0,1 0,0 1,0-1,0 0,0 1,0-1,0 1,0-1,0 1,0-1,0 1,0 0,0-1,0 1,1 0,-1 0,0 0,0 0,0 0,0 0,0 0,1 0,-1 0,0 1,0-1,0 0,0 1,0-1,1 1,4 0,269 36,-271-37,1 1,0-1,0 1,0 0,-1 0,1 1,0 0,-1 0,0 0,1 0,-1 0,0 1,0 0,0 0,0 0,-1 0,0 1,1-1,-1 1,0 0,0 0,-1 0,1 0,-1 0,0 2,-1 4,0 0,-1 0,0 0,-1 0,0 0,0 0,-1 0,-1 0,1 0,-2 1,-5 23,4-12,1 1,1-1,1 1,0 0,2 0,1 0,0-14,0-1,0 0,1 1,0-1,0 0,1 0,0 0,1-1,0 1,0-1,0 0,1 0,0 0,0-1,1 0,0 0,0 0,0 0,3 0,1 0,-1 0,1-1,0 0,0-1,0 0,0-1,1 0,0 0,0-1,-1-1,1 0,0 0,0-1,0 0,0-1,0 0,0-1,9-3,1 0,-1-2,0 0,0-1,0-1,-1-1,-1 0,0-2,0 0,11-11,-28 22,-1 0,1 1,-1-1,1 0,-1 1,1-1,-1 0,1 1,-1-1,1 1,0-1,-1 1,1-1,0 1,0-1,-1 1,1 0,0-1,0 1,0 0,-1 0,1 0,0-1,0 1,0 0,0 0,0 0,-1 0,1 1,0-1,0 0,0 0,0 0,-1 1,1-1,0 0,0 1,-1-1,1 1,0-1,-1 1,1-1,0 1,-1-1,1 1,-1 0,1-1,-1 1,1 0,-1-1,1 1,-1 0,0 0,1 0,-1-1,0 1,0 0,0 0,1 0,-1 0,0-1,0 1,0 0,0 0,1 6,1-1,0 0,0 0,0 1,1-2,0 1,0 0,1 0,-1-1,1 0,1 0,-1 0,1 0,-1-1,1 1,1-1,-1-1,0 1,1-1,0 0,0 0,0 0,3 0,2 0,0-1,0 0,0-1,1 0,-1-1,0 0,0 0,0-2,0 1,0-1,0-1,0 0,0 0,-1-1,1-1,-1 0,0 0,-1-1,1 0,-1 0,-1-1,1-1,-1 1,0-1,-1-1,0 1,0-1,-1-1,0 1,0-1,-1 0,-1 0,1-1,-1-3,1-2,0 1,-2-1,0-1,-1 1,0 0,-2-1,0 1,0-1,-2 1,0-1,-1 1,0 0,-2 0,0 1,0-1,-2 1,0 0,0 0,-1 1,-9-12,12 22,0-1,1 0,-2 1,1 0,0 0,-1 1,0-1,1 1,-1 1,-1-1,1 1,0 0,-1 0,1 1,-1-1,1 1,-1 1,1 0,-1 0,0 0,1 0,-1 1,1 0,-1 1,1 0,0 0,-1 0,1 0,0 1,0 0,-4 3,-11 10,1 0,0 1,1 1,1 1,1 1,1 0,0 2,2-1,0 2,1 0,2 0,0 1,2 0,0 1,2 0,1 1,1-1,-1 16,-3 24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24.9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1,'27'753,"-26"-590,-4-175,0-6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25.5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15,'1'-2,"0"1,0 0,0 0,0 0,0 0,1 1,-1-1,0 0,0 0,1 1,-1-1,1 1,-1-1,0 1,1 0,-1-1,1 1,-1 0,1 0,-1 0,1 0,-1 0,1 0,0 1,2-1,422-2,-331 2,145 1,51 14,-153-6,-126-12,-15 4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26.5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54,'667'8,"-625"-6,-1-2,1-2,0-1,-1-2,1-3,-1-1,-1-1,14-8,-35 9,-23 11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27.8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0,'30'15,"61"45,3-3,68 28,82 48,-110-41,-133-90,1-1,-1 1,1-1,-1 1,0 0,0-1,0 1,0 0,0 0,0 0,0 0,0 0,-1 0,1 0,-1 0,1 0,-1 0,0 0,0 0,0 0,0 0,0 1,-1-1,1 0,0 0,-1 0,0 0,1 0,-1 0,0 0,0-1,0 1,0 0,-1 0,1-1,0 1,-1 0,1-1,-1 0,0 1,1-1,-1 0,-1 1,-58 60,-3-3,-3-3,-67 43,73-53,-258 195,283-217,33-26,6-3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29.1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1,'62'9,"500"18,-105-22,-444-5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0.0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68 225,'-44'469,"39"-440,1-21,2-20,1-352,-10 55,12 485,0-160,1 0,1-1,0 1,1 0,1-1,0 0,6 9,-10-20,1 0,0 0,0-1,1 1,-1-1,1 1,-1-1,1 0,0 0,0 0,1-1,-1 1,0-1,1 0,0 0,0 0,-1 0,1 0,0-1,0 0,0 0,0 0,1 0,-1-1,0 1,0-1,0 0,1-1,-1 1,0-1,1 0,11-5,0-1,-1 0,0-1,-1-1,0-1,0 0,-1 0,0-1,-1-1,-1 0,1-1,-2 0,0-1,0 0,-2-1,2-2,7-12,-1-1,-2 0,-1-1,-1-1,4-18,-10 27,-1 42,3 148,-5-77,3 0,15 72,-20-151,0 1,1-1,0 0,1 0,0 0,1 0,0-1,1 1,0-1,1 0,0 0,0-1,1 0,0 0,1-1,0 1,0-2,1 1,-1-1,2 0,-1-1,1 0,0-1,0 0,9 3,32-3,-4-8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0.5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509 88,'-20'-13,"-2"2,1 0,-1 1,0 2,-1 0,0 1,-1 1,1 1,-1 2,0 0,0 1,0 2,-22 1,37 2,1-1,-1 1,0 0,1 1,-1 0,1 0,0 1,1 0,-1 1,1-1,0 1,0 1,1-1,0 1,0 0,1 1,-1-1,2 1,-1 0,1 1,0-1,1 1,0-1,0 1,1 0,0 0,1 0,-1 0,2 0,0 1,0-1,0 0,1 0,1 0,1 7,-1-10,-1 0,2-1,-1 1,1-1,-1 0,1 0,1 0,-1 0,1-1,0 1,0-1,0 0,0 0,1 0,0-1,0 1,0-1,0 0,0-1,1 1,-1-1,1 0,-1-1,1 1,0-1,0 0,0 0,0-1,-1 0,1 0,0 0,0-1,0 0,0 0,-1 0,1-1,5-2,3 0,1-1,-1 0,0-1,0-1,-1 0,0-1,0-1,-1 0,0 0,0-1,-1 0,-1-1,0-1,0 0,-1 0,0-1,-1 0,-1 0,0-1,-1 1,0-2,-1 1,-1-1,0 0,-1 1,1-15,-4-17,-5 84,3-23,1 1,1-1,0 1,1-1,1 1,0-1,1 1,1-1,0 0,1-1,1 1,0-1,1 0,1 0,0-1,0 0,1-1,1 1,2 0,-1-4,1 0,0 0,1-1,-1-1,2 0,-1-1,9 3,35 10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4.2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415 106,'-2'-3,"1"-1,-1 1,1 0,-1 0,0-1,0 1,-1 0,1 1,-1-1,1 0,-1 1,0-1,0 1,-2-1,5 2,-8-5,1 0,-1 0,0 0,-1 1,1 0,-1 1,0 0,0 0,-1 1,1 0,-1 1,0 0,1 0,-1 1,0 0,0 1,0 0,0 1,1 0,-1 0,0 1,1 0,-1 1,1 0,-1 1,1-1,1 2,-1-1,0 2,1-1,0 1,-4 3,2 5,1 1,1 0,0 0,0 0,2 1,0 0,1 1,0-1,2 1,0 0,1 0,0 0,1 0,1 0,1 0,1 0,0 0,4 15,-4-24,0 0,1-1,0 1,0-1,0 0,1 0,0 0,1 0,-1-1,1 1,1-1,-1-1,1 1,0-1,0 0,1 0,-1 0,1-1,0 0,0-1,1 0,-1 0,1 0,-1-1,1 0,0 0,0-1,0 0,7 0,28-4,0-1,-1-2,0-2,0-2,-1-1,0-3,-1-1,-1-2,0-1,0-3,-35 19,52-25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5.1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27 592,'15'-22,"-1"-1,-1-1,-1 0,-1 0,-1-1,-1 0,-2-1,0 0,-2 0,-1 0,-1-1,-1 0,-1 1,-1-1,-2-2,-23-83,24 107,-1 1,0 0,0 0,0-1,-1 1,1 0,-1 1,0-1,0 0,0 1,-1 0,1 0,-1 0,0 0,0 0,0 1,0 0,0 0,0 0,-1 0,1 0,-5 0,8 2,0 0,-1 0,1 0,0 0,-1 0,1 1,0-1,-1 0,1 1,0-1,-1 1,1 0,0-1,0 1,0 0,-1-1,1 1,0 0,0 0,0 0,1 0,-1 0,0 0,0 0,0 1,1-1,-1 0,1 0,-1 1,1-1,-1 0,1 1,0-1,-1 0,1 1,0-1,0 0,0 1,0-1,0 0,0 1,1-1,-1 1,0-1,1 0,-1 0,1 1,0-1,-1 0,1 0,0 0,-1 1,2-1,4 5,0-1,0 0,1-1,0 0,0 0,0 0,0 0,0-1,1-1,-1 1,1-1,0-1,0 1,5-1,4 3,24 5,142 44,-171-48,-1 1,1 0,-1 1,0 0,-1 1,0 0,0 0,-1 1,0 1,0-1,-1 2,0-1,4 8,-3 2,-1 0,0 0,-1 1,-2 0,0 0,-1 1,-1-1,-1 1,-1 8,3 13,-4-41,0 0,0 1,0-1,0 0,1 1,-1-1,1 0,-1 1,1-1,0 0,0 0,0 1,0-1,0 0,1 0,-1 0,0 0,1-1,0 1,-1 0,1-1,0 1,0-1,0 1,0-1,0 0,0 0,0 0,0 0,1 0,-1 0,0-1,0 1,1-1,-1 0,1 1,-1-1,0 0,1 0,-1-1,0 1,1 0,-1-1,0 0,1 0,14-4,-1-1,0-1,0 0,-1-2,0 1,0-2,-1 0,8-8,50-32,-71 49,0 0,0 0,0 1,0-1,0 0,1 0,-1 1,0-1,0 0,1 1,-1-1,1 1,-1 0,0 0,1-1,-1 1,1 0,-1 0,0 0,1 0,-1 0,1 1,-1-1,0 0,1 1,-1-1,0 1,1-1,-1 1,0 0,0-1,1 1,-1 0,0 0,0 0,0 0,0 0,0 0,0 0,0 0,-1 0,1 1,0-1,-1 0,1 1,-1-1,1 0,-1 1,1-1,-1 0,0 2,12 42,-11-35,0 0,1 0,1-1,0 1,0-1,0 1,1-1,1 0,0-1,0 1,1-1,-1 0,2 0,-1-1,1 1,0-2,1 1,2 1,-3-4,1 0,0 0,0-1,1 0,-1-1,1 0,-1 0,1 0,0-1,-1-1,1 1,0-1,0-1,-1 0,1 0,0-1,-1 0,1 0,-1-1,0 0,0 0,0-1,0 0,-1-1,1 1,-1-2,0 1,-1-1,1 0,-1 0,0-1,-1 1,1-1,3-7,-3 1,1 0,-1 0,-1 0,0-1,-1 0,-1 0,0 0,-1-1,0 1,-1-1,-1 1,0-1,-1 1,-1-1,0 1,-1 0,0 0,-1 0,-1 0,0 1,-1-1,-1 1,0 1,0-1,-1 1,-1 0,0 1,0 0,-1 1,-1 0,0 0,0 1,-1 0,-2 0,5 4,0-1,-1 2,0 0,1 0,-1 0,-1 1,1 1,0 0,-1 0,1 1,-1 1,1-1,-1 2,1-1,-1 2,1-1,-1 1,1 1,0 0,0 0,0 1,1 0,-1 1,1 0,0 1,0-1,1 2,-1-1,-4 6,5-4,0 1,1-1,0 1,0 0,1 1,0 0,0 0,1 0,1 0,0 1,0 0,1 0,0 0,1 0,1 0,-1 1,2-1,0 1,0-1,1 0,0 1,1-1,0 0,1 0,0 0,1 0,0-1,1 1,0-1,0 0,1 0,1-1,0 0,0 0,2 1,3 0,1 0,1-1,-1 0,1-1,1-1,0 0,0-1,12 3,48 13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5.5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1,'16'2,"15"1,14 2,12 1,12-2,7-1,7 2,4 0,0-2,-13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5.8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0,'-5'19,"-1"17,1 15,0 9,2 5,1 0,0-4,2-7,0-11,0-13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6.1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89,'6'-6,"-1"-1,1 1,1 1,-1-1,1 1,0 0,0 0,0 1,0 0,1 0,0 1,0 0,0 0,0 1,0 0,1 1,-1-1,3 1,24-5,-1 2,1 1,-1 1,1 2,0 2,-1 1,1 2,-1 1,0 1,0 2,-1 2,-1 1,22 11,-43-18,-1 1,0 1,0 0,0 0,-1 1,0 0,0 0,-1 1,6 7,-12-12,1 0,-1 0,0 0,0 0,0 0,0 0,-1 0,1 1,-1-1,-1 0,1 1,0-1,-1 1,0-1,0 1,0-1,-1 1,0-1,1 0,-1 1,-1-1,1 0,-1 1,0-1,0 0,0 0,-1 1,-12 13,0-2,-1 0,0-1,-2 0,1-2,-2 0,0-1,0 0,-1-2,0 0,-5 0,25-10,-188 84,139-52,48-22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6.4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1,'-5'14,"-1"11,0 9,1 3,2 2,1-1,3-4,4-6,3-8,3-7,0-6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6.6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1,'16'9,"6"3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7.0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0,'2'37,"1"0,2-1,1 0,2 0,2-1,6 15,4 21,-20-71,0 1,1-1,-1 1,0-1,0 0,0 1,0-1,0 1,0-1,0 0,1 1,-1-1,0 0,0 1,0-1,1 0,-1 1,0-1,1 0,-1 1,0-1,1 0,-1 0,0 0,1 1,-1-1,0 0,1 0,-1 0,1 0,-1 1,0-1,1 0,-1 0,1 0,-1 0,0 0,1 0,-1 0,1 0,-1-1,1 1,-1 0,0 0,1 0,-1 0,0 0,1-1,-1 1,0 0,1 0,-1-1,0 1,1 0,-1 0,0-1,17-22,-14 17,36-61,-23 37,2 0,0 1,2 1,1 0,2 2,0 0,12-7,-35 32,1 0,-1 0,1 0,0 0,-1 0,1 0,0 0,0 0,0 1,0-1,0 0,0 1,0-1,0 0,0 1,0-1,0 1,0 0,0-1,0 1,0 0,0 0,1 0,-1 0,0 0,0 0,0 0,0 0,0 0,1 0,-1 0,0 1,0-1,0 1,0-1,0 1,0-1,0 1,0-1,0 1,0 0,0 0,-1-1,1 1,0 0,0 0,-1 0,1 0,0 0,-1 0,1 0,-1 0,1 0,-1 0,0 0,1 0,-1 1,0-1,4 103,-6-95,1 0,0 0,0 1,1-1,0 1,0-1,1 0,1 1,0-1,0 0,0 0,1 0,1 0,-1-1,1 1,1-1,0 0,0 0,0-1,1 1,0-1,1 0,-1-1,3 2,1-4,0 0,1 0,0-1,0 0,-1-1,1 0,1-1,-1 0,0-1,0 0,0 0,0-1,0-1,0 0,0-1,0 0,0 0,-1-1,0-1,0 0,0 0,0-1,-1 0,0 0,2-3,15-14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4:37.7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0,'3'5,"4"4,7 0,8-1,9-3,8-3,10-5,6-5,2 0,-1 1,-6 1,-11 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2.2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1,'5'0,"6"0,5 0,8 2,7 1,6 2,5 1,4-2,2 0,1-2,0-1,-2-3,-4-3,-5-3,-8-1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2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4,'-4'-3,"-2"3,2 2,5 6,6 7,2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2.7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16,'-5'5,"1"-4,6-3,5-7,1-1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3.1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16 484,'27'-474,"-26"465,-2 20,-39 436,40-444,-1 2,0 1,0 0,1 0,0 0,0-1,1 1,0 0,0 0,0-1,0 1,1 0,0-1,0 0,1 1,-1-1,1 0,0 0,1 0,-1-1,3 3,10 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3.5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24 382,'-1'4,"1"0,-1 1,1-1,0 0,0 1,0-1,0 0,1 1,0-1,0 0,0 0,0 1,1-1,-1 0,1 0,0-1,0 1,1 0,-1-1,1 1,0-1,0 0,0 0,0 0,0 0,1 0,-1-1,4 2,3 1,0-1,1 0,-1-1,1 0,0 0,0-1,1-1,-1 0,0 0,0-1,0-1,1 0,-1 0,0-1,0-1,0 0,-1 0,1-1,-1 0,1-1,-1 0,-1-1,1 0,-1 0,0-1,0 0,-1-1,0 0,-1 0,1-1,-2 0,1 0,-1 0,0-1,-1 0,0 0,0-3,-2 0,-1-1,0 0,-1 0,0 0,-1 1,-1-1,0 0,-1 0,0 0,-1 1,-1-1,0 1,-1 0,0 0,-5-9,5 13,1 1,-1 0,-1 0,1 0,-1 1,-1 0,1 0,-1 0,-1 1,1 0,-1 0,0 1,0 0,-1 0,1 1,-1 0,0 1,0 0,0 0,-1 1,1 0,0 1,-2-1,3 2,0 1,0 0,0 0,0 0,0 1,1 0,-1 0,1 1,-1 0,1 1,0-1,0 1,1 1,-1-1,1 1,0 0,0 1,0-1,1 1,0 0,0 1,0-1,1 1,-1 1,-2 6,-1 0,2 0,0 1,0-1,1 1,1 1,1-1,0 0,1 1,0 0,2 13,7 32,7-10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4.4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28,'11'0,"14"0,12 0,10 0,10 0,6-2,5-1,1-3,-3 1,-9 1,-9 0,-10 2,-12 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4.7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3,'-4'0,"-3"-2,4 1,3 4,8 5,3 7,1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4.9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0,'-3'2,"3"1,2 0,4 0,0-2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5.9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549 9,'-33'-4,"0"1,0 2,-1 1,1 1,0 2,0 1,0 2,0 1,1 2,-14 6,36-12,0 1,1 1,-1 0,1 0,0 1,0 0,1 0,0 1,0 0,0 1,1-1,0 2,1-1,0 1,0-1,0 2,2-1,-1 1,1-1,0 1,1 1,0-1,-1 10,0 0,2 0,0 0,1 0,1 0,1 0,0 0,2-1,1 1,0 0,1-1,1 0,1 0,1 0,3 4,-4-9,0 0,2-1,-1 0,2 0,0-1,0-1,1 1,0-2,1 0,0 0,1-1,0 0,1-1,-1-1,1 0,1-1,-1 0,1-1,13 2,-20-5,0-1,0 0,1 0,-1-1,0 0,1-1,-1 1,0-2,0 1,0-1,0 0,0-1,0 0,0 0,-1-1,1 0,-1 0,0 0,0-1,-1 0,0-1,1 1,-2-1,1-1,-1 1,0-1,0 0,-1 0,0 0,0 0,0-1,-1 0,0-2,-1 6,0-1,0 0,0 0,-1 0,0 0,0 0,-1 0,1 0,-1 0,0-1,0 1,-1 0,1 0,-1 0,-1 0,1 0,0 0,-1 0,0 0,-1 1,1-1,-1 1,1-1,-1 1,-1 0,1 0,0 0,-1 1,0-1,0 1,0 0,0 0,-3-1,-1 1,-1 0,1 0,-1 1,0 0,0 1,1-1,-1 2,0 0,0 0,0 0,0 1,0 0,0 1,0 0,0 1,1-1,0 2,-1-1,-7 5,-2 2,1 1,0 0,0 1,1 1,1 0,0 1,1 1,-3 5,-15 20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07.1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1,'-9'7,"-4"4,4 1,5-2,6-5,4-3,2-5,-1-3,-4-2,-4 2,-3 3,-2 7,-3 8,-2 6,0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45.0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 55,'-11'36,"-4"68,5 0,5 1,4 20,1-115,0 10,-1 3,1 0,1 0,0 0,2 0,1 0,5 15,-6-32,1 1,-1-2,1 1,0 0,1-1,-1 0,1 0,0 0,1 0,-1-1,1 0,-1 0,1-1,1 1,-1-1,0-1,1 1,-1-1,1 0,0-1,0 1,0-1,-1-1,1 1,0-1,0 0,0-1,0 0,0 0,0 0,0-1,-1 0,1 0,-1-1,1 0,-1 0,0 0,2-2,3-1,0 1,0-1,0-1,-1 0,0 0,-1-1,0 0,0-1,-1 0,0 0,0-1,-1 0,0 0,-1-1,0 1,-1-2,0 1,-1 0,0-1,0-1,-6-195,2 138,3 0,9-45,0-16,-20 118,5 18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49.1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1,'12'0,"27"-1,1 3,-1 0,35 9,-64-9,0 0,0 1,0 0,0 0,-1 1,0 1,0-1,0 2,0-1,-1 1,0 0,0 1,-1 0,1 0,-2 1,1 0,2 4,-5-6,-1 1,1 0,-1 0,0 0,-1 0,0 0,0 1,0-1,-1 1,0-1,0 1,-1-1,0 1,-1 0,0-1,0 1,0-1,-1 1,0-1,-2 5,-7 14,-1-1,-2 0,0-1,-1 0,-2 0,-22 35,37-57,1-1,-1 1,1 0,0-1,-1 1,1 0,0 0,0 0,0 0,0 0,1 0,-1 0,0 0,1 0,-1 0,1 0,0 1,0-1,0 0,0 0,0 0,0 1,1-1,-1 0,1 0,-1 0,1 0,0 0,0 0,0 0,0 0,0 0,1 0,-1-1,0 1,6 1,0 0,0-1,0 0,0 0,0-1,0 0,1 0,-1-1,0 0,5-1,3 2,77-3,1-5,40-9,28-2,-138 16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5:49.4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1 181,'7'-5,"9"-4,14-4,13-6,13-1,9-2,7-2,4 0,-3 6,-7 4,-9 6,-10 3,-15 6,-16 2,-11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7:41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 2966,'-29'336,"24"-314,5-22,0-1,0 1,0 0,0 0,0-1,0 1,0 0,0 0,0-1,0 1,0 0,0 0,0-1,0 1,0 0,-1 0,1 0,0-1,0 1,0 0,0 0,-1 0,1 0,0-1,0 1,0 0,-1 0,1 0,0 0,0 0,-1 0,1-1,0 1,0 0,0 0,-1 0,1 0,0 0,0 0,-1 0,1 0,0 0,0 0,-1 0,1 0,0 1,0-1,-1 0,1 0,0 0,0 0,-1 0,1 0,0 1,0-1,0 0,-1 0,1 0,0 0,0 1,0-1,-4-16,1-1,0 0,1 1,1-1,1 0,1-11,-1-4,0-15,-2 5,2 0,2-1,2 1,2 0,2-2,-6 37,0 0,0 0,1 1,0-1,0 0,1 1,0 0,0 0,0 0,1 0,0 1,0-1,0 1,1 1,0-1,0 1,0 0,0 0,1 1,-1 0,1 0,0 0,0 1,0 0,0 0,0 1,0 0,1 0,-1 1,0 0,1 0,-1 0,1 1,-2 1,-1-1,1 1,-1 0,1 0,-1 1,0 0,0 0,0 0,0 0,0 1,-1 0,0 0,0 0,0 0,0 1,0 0,-1-1,0 1,0 0,-1 1,1-1,-1 0,0 1,0-1,-1 1,0 0,0 0,0-1,-1 1,1 0,-1 0,-1 0,1 0,-1-1,0 1,-1 0,1 0,-1-1,0 1,0-1,-1 0,0 0,0 0,0 0,-1 2,-7 5,0 1,0-2,-1 0,0 0,-1-1,0 0,-1-1,0-1,0 0,-1-1,0-1,0 0,0-1,-4 1,18-5,1 0,-1 0,1 0,0 0,-1 0,1 0,0 0,0 0,0 0,0 0,0 0,0 0,0 0,0 0,0 0,0 0,1 0,-1 0,0 0,1 0,-1 0,1 0,-1 0,1-1,-1 1,1 0,0 0,-1 0,1-1,0 1,0 0,-1-1,1 1,0-1,0 1,0-1,0 1,0-1,0 1,0-1,7 10,9 11,0-1,1 0,1-1,0-1,4 2,-16-15,1 0,-1 0,1-1,0 0,0 0,0-1,1 0,-1 0,1-1,-1 0,1 0,0-1,0 0,0-1,0 0,0-1,4 0,-6-1,1 0,-1 0,0-1,1 0,-1-1,-1 0,1 0,0 0,-1-1,0 0,0 0,0 0,-1-1,0 0,0 0,0 0,-1-1,0 1,0-1,-1 0,1 0,-2-1,1 1,-1-1,0 1,0-1,-1 0,0 0,-1 1,0-1,0 0,0 0,-1 0,-1-3,2 12,0 0,-1 0,1-1,0 1,-1 0,1 0,0 0,-1-1,1 1,-1 0,1-1,-1 1,0 0,1-1,-1 1,0-1,1 1,-1-1,0 1,0-1,1 1,-1-1,0 0,0 0,0 1,1-1,-1 0,0 0,0 0,0 0,0 0,0 0,0 0,1 0,-1 0,0 0,0 0,0-1,0 1,1 0,-1-1,0 1,0 0,0-1,1 1,-1-1,0 1,1-1,-1 0,1 1,-1-1,0 0,1 1,-1-1,1 0,0 0,-1 1,1-1,0 0,-1 0,1 0,0 1,0-1,0 0,-1 0,1 0,0 0,0 0,1 0,-7 10,1 0,1 0,0 1,0-1,1 1,0 0,0 0,1 0,1 0,0 1,0 2,1-8,0 1,0-1,0 0,1 0,0 0,0 0,0 0,1 0,0-1,0 1,0 0,0-1,1 1,-1-1,1 0,1 0,-1 0,0 0,1 0,0-1,0 0,0 0,2 2,2-1,0 0,1 0,-1-1,1 0,0 0,0-1,0-1,0 1,0-1,0-1,0 0,0 0,0-1,0 0,5-1,20-6</inkml:trace>
  <inkml:trace contextRef="#ctx0" brushRef="#br0" timeOffset="989.351">836 3034,'-18'55,"2"1,3 1,2 0,2 0,3 1,3 0,2 0,7 55,-5-37,0 50,-2-117,-1-16,-2-17,-4-171,10-37,-1 219,-1 11,-1-14,1-1,0 1,1 0,1 0,1 0,0 1,1-1,1 1,0 0,1 0,3-5,-7 17,0 0,0 0,0 1,1-1,-1 0,1 1,-1 0,1-1,0 1,0 0,0 1,0-1,0 0,0 1,0 0,1 0,-1 0,0 0,1 0,-1 1,1-1,-1 1,1 0,-1 0,1 0,-1 1,1-1,-1 1,1 0,-1 0,0 0,0 0,1 1,3 1,0 0,-1 1,1 0,-1 0,0 1,-1 0,1 0,-1 0,0 1,0-1,0 1,-1 1,0-1,3 7,-4-9,-1 0,0 0,0 0,-1 0,0 1,1-1,-1 1,0-1,-1 1,1-1,-1 1,0-1,0 1,-1-1,1 1,-1-1,0 1,0-1,0 0,-1 1,0-1,0 0,0 0,0 0,0 0,-1-1,0 1,0 0,0-1,0 0,0 0,-1 0,1 0,-1 0,0-1,0 0,0 1,-1-1,-51 14,54-16,1 1,-1-1,1 0,0 1,-1-1,1 0,-1 0,1 0,-1 0,1 0,0-1,-1 1,1 0,-1-1,1 1,0-1,-1 1,1-1,0 0,0 1,-1-1,1 0,0 0,0 0,0 0,0 0,0 0,0 0,0 0,1-1,-1 1,0 0,1 0,-1-1,1 1,-1 0,1-1,-1 0,2 0,0 0,1 0,-1 0,0 0,1 0,-1 1,1-1,0 0,-1 1,1-1,0 1,0 0,0 0,0 0,0 0,0 0,0 0,0 0,1 0,-1 1,0-1,1 1,-1 0,0 0,0 0,1 0,-1 0,0 0,1 1,0-2,57-3,-30 3,-1-1,0-1,1-2,19-6,-42 9,0-1,0 1,0-1,0-1,0 1,-1-1,0 0,1-1,-1 1,-1-1,1 0,-1-1,0 1,0-1,-1 0,1 0,-1-1,-1 1,1-1,0-4,-2 9,-1-1,0 1,1-1,-1 1,-1-1,1 0,0 1,-1-1,1 0,-1 0,0 0,0 1,0-1,0 0,0 0,-1 1,1-1,-1 0,0 0,0 1,0-1,0 1,0-1,-1-1,0 4,0 0,0 0,1 0,-1 0,0 1,0-1,1 0,-1 1,0-1,1 1,-1 0,1 0,-1-1,0 1,1 0,0 0,-1 0,1 1,0-1,-1 0,1 0,0 1,0-1,0 1,0-1,0 1,1-1,-1 1,0 0,0 0,-3 5,0-1,-1 1,2 0,-1 0,1 1,0-1,1 1,0-1,0 1,1 0,0 0,0 0,0 0,1-1,1 1,-1 0,1 0,0 0,1 0,0-1,0 1,1 0,0-1,0 0,1 0,0 0,0 0,1-1,-1 1,1-1,1 0,-1-1,1 1,0-1,0 0,2 0,-2-2,0 0,0-1,0 0,1 0,-1 0,0-1,1 0,-1-1,1 1,-1-1,1 0,-1-1,1 1,-1-1,1-1,-1 1,0-1,0 0,1-1,-1 1,-1-1,1 0,0-1,-1 0,0 1,0-1,0-1,0 1,-1-1,1 0,-1 0,1-3,15-22,-2-1,-1-1,-1-1,-2 0,-2-1,-1 0,-1-1,-2 0,-1 0,-1-12,24-227,-30 245,0 29,-1-1,1 1,-1 0,1 0,-1 0,1-1,-1 1,1 0,-1 0,1 0,-1 0,1 0,0 0,-1 0,1 0,-1 0,1 0,-1 0,1 0,-1 1,1-1,-1 0,1 0,-1 0,1 1,0-1,-1 0,1 0,-1 1,1-1,0 0,-1 1,1-1,0 0,-1 1,1-1,0 1,0-1,0 1,-1-1,1 0,0 1,0-1,0 1,0-1,0 1,0-1,0 1,0-1,0 1,0-1,0 1,0-1,0 1,0-1,0 1,0-1,1 1,-19 50,2 0,2 2,3-1,-1 18,4-20,2 0,2 0,3 1,3 26,-1-58,1 0,1 0,1 0,0 0,2-1,0 0,1 0,0 0,2-1,0 0,1-1,1 0,5 7,-15-21,0 0,1 0,-1 0,0-1,1 1,-1 0,1 0,0-1,0 1,-1-1,1 0,0 1,0-1,0 0,0 0,0 0,1-1,-1 1,0 0,0-1,0 1,1-1,-1 0,0 0,1 0,-1 0,0 0,2-1,8-8</inkml:trace>
  <inkml:trace contextRef="#ctx0" brushRef="#br0" timeOffset="1238.681">1382 2870,'-14'2,"-4"3,0 6,9 5,12 5,17 1,17-1,19-1,11 0,-6-4</inkml:trace>
  <inkml:trace contextRef="#ctx0" brushRef="#br0" timeOffset="1485.972">1819 3444,'2'89,"-2"-86,1 0,0 0,0-1,0 1,0 0,1-1,-1 1,1-1,-1 1,1-1,0 0,0 1,0-1,0 0,0 0,1-1,-1 1,1 0,-1-1,1 1,-1-1,1 0,0 0,0 0,0 0,-1-1,1 1,0-1,0 0,3 1,0-1,-1-1,1 1,-1-1,1 0,-1 0,1-1,-1 0,0 0,0 0,0 0,0-1,0 0,0 0,-1 0,1-1,-1 1,0-1,0 0,0 0,-1-1,1 1,0-2,2-3,0-1,-1 1,0-1,0 0,-1 0,0-1,-1 1,0-1,-1 0,0 0,0-5,-1 12,-1-1,1 0,-1 0,0 1,0-1,0 0,-1 1,0-1,0 0,0 1,0-1,-1 1,0-1,0 1,0 0,0 0,-1 0,1 0,-1 0,0 0,0 1,-1 0,1-1,-1 1,1 0,-1 1,0-1,0 1,-1-1,1 1,0 1,-1-1,1 0,-1 1,1 0,-6 0,4 2,-1 0,0 1,1 0,0 1,-1-1,1 1,0 0,0 1,0 0,1 0,-1 0,1 0,0 1,0 0,1 0,-1 0,1 0,0 1,1 0,-1 0,1 0,0 0,0 1,-13 31</inkml:trace>
  <inkml:trace contextRef="#ctx0" brushRef="#br0" timeOffset="1823.071">2106 3621,'9'-25,"-1"0,-1-1,-1 1,-1-2,-1 1,-1 0,-2-1,-1-19,-11-14,11 59,-1-1,1 0,-1 1,1-1,-1 1,0-1,0 1,0-1,1 1,-2-1,1 1,0 0,0 0,0 0,0-1,-1 1,1 0,-1 1,1-1,-1 0,1 0,-1 1,1-1,-1 0,0 1,1 0,-1-1,0 1,1 0,-1 0,0 0,1 0,-2 0,2 1,-1 0,1-1,-1 1,1 0,0 0,0 0,-1 0,1 0,0 0,0 0,0 0,0 0,0 1,0-1,1 0,-1 1,0-1,1 1,-1-1,1 1,-1-1,1 1,0-1,-1 1,1-1,0 1,0 0,0-1,0 1,1-1,-1 1,0-1,1 1,-1-1,1 1,-1-1,1 1,0-1,-1 0,1 1,0-1,0 0,0 0,0 1,0-1,0 0,1 0,-1 0,1 0,9 6,1 0,0-1,1-1,-1 0,1 0,0-1,0-1,0 0,0-1,1-1,2 0,12 3,-17-2,-2-1,-1-1,1 2,-1-1,1 1,-1 0,0 1,0 0,0 0,0 1,0 0,-1 0,0 1,0 0,3 3,-9-5,0 0,0 1,0-1,-1 1,1 0,-1-1,0 1,0-1,0 1,0 0,-1-1,1 1,-1-1,0 1,0-1,0 1,-1-1,1 0,-1 0,0 1,0-1,0 0,0-1,0 1,-1 0,-1 1,-2 5,-3 4,2-5,2 1,-1-1,1 1,0 0,0 1,1-1,1 1,0 0,0 0,0 2,3-10,0 0,0 0,0 0,1 0,-1 0,0 0,1 0,-1 0,1 0,0 0,0 0,0 0,0 0,0 0,0 0,0-1,1 1,-1-1,0 1,1-1,0 1,-1-1,1 0,0 1,-1-1,1 0,0 0,0-1,0 1,0 0,0-1,0 1,0-1,0 1,2-1,73 1,-34-8</inkml:trace>
  <inkml:trace contextRef="#ctx0" brushRef="#br0" timeOffset="3336.367">2270 2365,'41'19,"1"-1,1-2,1-2,0-2,0-2,1-2,0-2,1-2,-1-1,10-3,8 4,1-2,-1-3,0-2,0-4,0-2,-1-2,0-4,-1-2,-1-3,0-2,2-5,15-19,-1-4,-3-2,-2-4,-2-3,58-66,-100 100,-1-2,-1-1,-1 0,-2-2,-1-1,-1 0,-2-2,-1 0,-1-1,-2 0,-2-1,-1-1,3-23,-9 10,-3 0,-1 1,-3-1,-2 0,-2 1,-2 0,-3 0,-1 1,-2 1,-3 0,-1 1,-2 0,-3 2,-1 1,-2 0,-1 2,-3 1,-3-1,-8-5,-2 1,-2 3,-2 1,-2 3,-1 1,-2 3,-1 2,-1 3,-21-7,-73-24,-2 5,-154-32,241 69,0 2,-1 3,0 3,-1 2,0 4,0 2,0 3,-17 5,54-1,0 1,0 1,0 2,2 0,-1 2,1 1,1 1,0 1,1 2,1 0,1 1,0 2,-12 13,-13 20,1 2,3 1,3 2,2 3,2 1,-68 132,4 14,83-174,1 1,2 1,2 0,1 1,1 0,3 1,1 0,1 0,3 0,1 1,1-1,2 0,2 0,8 30,10 0,3 0,3-2,3 0,2-3,4 0,2-3,3-1,2-2,3-2,2-2,2-2,24 15,-18-17,2-2,2-3,2-2,1-3,3-3,0-3,3-3,0-3,2-3,0-4,1-2,39 2,31-6,-17-11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7:49.2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660 68,'-7'-2,"-1"-1,1 1,-1 0,0 1,0 0,1 0,-1 1,0 0,0 0,0 1,0 0,0 0,1 1,-1 0,0 1,1-1,0 1,0 1,0-1,-6 5,-109 65,94-49,0 0,2 2,1 1,2 1,0 1,-12 22,-17 20,32-41,1 1,1 0,2 2,1 0,2 0,-5 21,14-37,0 1,2 0,0 0,1 0,1 0,1 0,0 2,1 26,-2 355,15-212,9 253,-15-376,2 0,3 0,4-2,24 61,-37-112,0-1,1 0,0 0,1 0,1-1,0 0,0-1,1 1,0-2,1 1,0-1,0-1,1 0,0 0,1-1,-1-1,1 0,1 0,-1-1,1-1,0 0,0-1,0 0,0-1,1-1,-1 0,1 0,-1-2,0 1,1-2,-1 0,0 0,0-1,1-1,0-1,-1 0,0-1,0 0,0 0,-1-2,0 0,-1 0,1-1,-2 0,1-1,-1 0,-1-1,0 0,0 0,-1-1,0 0,2-8,4-17,-3 0,-1-1,-2 0,-1 0,-2-1,-2 1,-1-1,-2 0,-5-37,3-17,2-338,2 399,2-1,1 1,2 0,7-21,-13 51,40-170,-8 49,-22 91,-2-1,-1 0,-1-1,-2 0,0-24,-5 31,-1 1,0-1,-2 1,-2-1,-5-21,-60-227,63 256,-1 1,-1 0,-1 0,0 0,-1 1,-1 1,-1 0,-11-10,17 17,4 6,0-1,0 1,0 0,0 0,-1 0,1 0,-1 1,0-1,1 1,-1 0,-1 0,1 1,0-1,0 1,0 0,-1 0,1 0,-1 1,1-1,-1 1,1 0,0 0,-1 1,1-1,-1 1,1 0,0 0,-1 1,1-1,0 1,-32 11,-1 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6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0,'17'2,"14"4,13 0,17-1,10-1,8-1,2-2,-6 0,-11 4,-16 3,-16 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7.0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29,'23'2,"22"1,21-2,19-4,15-4,14-5,-12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3.8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37 248,'-3'-1,"1"-1,-1 0,1 0,-1-1,1 1,0 0,-1-1,1 0,1 1,-1-1,0 0,1 0,-1 0,1 0,0 0,0 0,0-1,0 1,1 0,-1 0,1-1,0 1,0 0,0-1,0 1,1 0,-1 0,1-1,0 1,0 0,0 0,0 0,1 0,0-2,7-6,0-1,1 1,1 1,0 0,0 0,1 1,0 0,0 1,1 1,0 0,0 1,1 0,0 1,0 0,0 1,1 1,1 0,-10 1,0 0,1 1,-1 0,0 0,1 0,-1 1,0 0,1 0,-1 0,1 1,-1 0,0 0,0 1,1 0,-1 0,0 0,0 1,-1 0,1 0,-1 0,1 1,-1 0,0 0,0 0,-1 1,1-1,-1 1,0 0,0 0,-1 1,0-1,0 1,2 3,-1 6,0-1,0 1,-2 1,0-1,0 0,-2 0,0 1,0-1,-2 1,0-1,0 0,-2 0,0 0,0-1,-2 1,-4 9,-8 13,-1-2,-1-1,-2 0,-1-2,-24 26,-74 60,117-115,0-1,1 1,-1 1,1-1,0 0,0 1,0 0,1-1,-1 1,1 0,0 0,0 1,1-1,-1 0,1 1,0-1,0 1,0-1,0 1,1-1,0 1,0 0,0-1,1 1,-1-1,1 1,0-1,1 3,1-4,-1-1,1 1,-1-1,1 0,0 0,0 0,0 0,0-1,0 1,1-1,-1 1,0-1,1 0,-1-1,0 1,1-1,-1 1,1-1,-1 0,1 0,2-1,-1 1,45 0,-1-2,0-2,31-8,113-7,-154 19</inkml:trace>
  <inkml:trace contextRef="#ctx0" brushRef="#br0" timeOffset="749.989">733 71,'-5'168,"-8"0,-8 3,16-137,-4 105,9-137,0 0,1 0,-1 1,0-1,1 0,-1 0,1 0,0 0,0 0,0 0,0 0,0 0,0-1,0 1,1 0,-1-1,1 1,-1 0,1-1,-1 0,1 1,0-1,0 0,0 0,0 0,0 0,0 0,0-1,0 1,0-1,0 1,0-1,0 0,0 1,2-1,28 0,0-1,0-1,-1-2,1-1,20-6,-12 3,-9 2,-15 4,0 0,-1-1,0-1,1-1,-1 0,-1-1,1 0,10-8,-21 9,0 0,-1 0,0 0,0 0,0-1,-1 0,0 1,0-1,0 0,-1 0,0 0,0 0,0 0,-1 0,0-1,0 1,-1 0,1 0,-2 0,1 0,-1-1,1-10,1 13,0 0,0 0,-1-1,1 1,-1 1,0-1,0 0,0 0,0 0,-1 0,0 1,1-1,-1 1,-1-1,1 1,0 0,-1 0,0 0,0 0,0 0,0 0,0 1,0 0,-1 0,1 0,-2-1,3 3,0 1,1-1,-1 1,0-1,1 1,-1 0,1 0,-1 0,1 0,0 0,-1 0,1 0,0 0,0 0,0 1,0-1,0 1,0-1,0 0,0 1,0-1,1 1,-1 0,1-1,-1 1,1 0,-1-1,1 1,0 0,0-1,0 2,-6 34,1 1,3 0,0-1,3 8,-1-8,4 113,18 109,-14-195</inkml:trace>
  <inkml:trace contextRef="#ctx0" brushRef="#br0" timeOffset="1755.331">1634 726,'-1'133,"-6"-1,-13 59,11-133,4-89,0-77,0-256,6 352,-1 7,0 0,0 0,0 0,1 0,0 0,0 0,0 0,1 0,-1 0,1 1,0-1,3-3,-3 7,-1 1,1-1,0 0,0 1,0 0,0-1,0 1,0 0,0 0,0 0,0 0,0 1,0-1,0 0,0 1,0 0,0-1,0 1,0 0,-1 0,1 0,0 0,-1 0,1 0,0 1,-1-1,1 0,-1 1,0-1,0 1,1 0,-1-1,0 1,12 10,-1 1,0 1,0-1,-2 2,0 0,0 0,-1 1,-7-12,0-1,0 1,0 1,-1-1,1 0,-1 0,0 0,0 1,-1-1,1 1,-1-1,0 0,0 1,-1-1,1 1,-1-1,0 0,0 1,0-1,-1 0,1 0,-1 0,0 0,-1 0,1 0,0-1,-1 1,0-1,0 1,-2 1,-40 24,44-29,1 0,0 1,-1-1,1 1,0-1,0 1,0-1,0 0,-1 1,1-1,0 1,0-1,0 1,0-1,0 1,0-1,0 1,0-1,0 1,1-1,-1 1,0-1,0 1,0-1,0 1,1-1,-1 0,0 1,0-1,1 1,-1-1,0 0,1 1,-1-1,0 0,1 1,-1-1,1 0,-1 0,1 1,-1-1,0 0,1 0,-1 0,1 0,-1 1,1-1,-1 0,1 0,-1 0,1 0,-1 0,1 0,-1 0,1-1,-1 1,1 0,-1 0,1 0,-1 0,1 0,109 21,-84-18,-1 1,0 1,-1 2,1 0,21 10,-43-16,-1 0,1 0,0 0,-1 0,1 0,-1 1,1-1,-1 1,0 0,1 0,-1 0,0 0,0 0,0 0,-1 0,1 1,0-1,-1 1,0-1,1 1,-1-1,0 1,0 0,-1 0,1-1,0 1,-1 0,0 0,0 0,0 0,0 0,0 0,0-1,-1 3,-6 3,0 0,0 0,-1-1,0 1,0-2,0 1,-1-2,0 1,0-1,-1 0,0-1,1 0,-2 0,1-1,0-1,0 0,-7 1,-14 4,-1-2,0-1,0-1,0-2,-29-2,102-4,-9 1</inkml:trace>
  <inkml:trace contextRef="#ctx0" brushRef="#br0" timeOffset="2096.837">2590 822,'-43'-9,"11"0,-1 2,0 2,-1 1,1 1,-24 2,52 1,0 0,0 0,0 1,0 0,0 0,0 0,0 1,0 0,1 0,-1 0,1 0,-1 1,1 0,0-1,0 2,0-1,0 0,0 1,1 0,0 0,-1 0,2 0,-1 0,0 1,1-1,0 1,0-1,0 1,1 0,-1 0,1 0,0 0,1 0,-1 5,1-1,0 0,0 0,1 0,0 0,1 0,0 0,1-1,-1 1,2-1,-1 1,1-1,0 0,1-1,0 1,0-1,1 0,0 0,0 0,0-1,1 0,2 1,5 5,1-2,0 1,1-2,0 0,1-1,0-1,0 0,0-2,1 0,1 0,120 4,-77-15</inkml:trace>
  <inkml:trace contextRef="#ctx0" brushRef="#br0" timeOffset="2618.036">2973 726,'-15'42,"1"1,3 0,1 1,3 0,1 0,1 25,10-24,-4-44,-1-1,0 1,0 0,0 0,1-1,-1 1,0 0,1 0,-1-1,1 1,-1 0,1-1,-1 1,1-1,-1 1,1 0,0-1,-1 0,1 1,0-1,-1 1,1-1,0 0,0 1,0-1,-1 0,1 0,0 0,0 1,0-1,-1 0,1 0,0 0,0 0,0 0,-1-1,1 1,0 0,0 0,-1-1,1 1,0 0,0-1,-1 1,1 0,0-1,-1 1,1-1,0 1,-1-1,1 0,4-4,0-1,0 0,0 0,-1-1,0 1,-1-1,1 0,-1 0,0 0,-1 0,0-1,0 1,0-3,0 1,15-60,-4 0,-2-1,-4-5,-1 49,13 35,118 153,50 23,-184-182,0-1,0 1,0 0,-1 0,1 0,-1 1,0-1,0 1,0-1,0 1,-1 0,1-1,-1 1,0 0,0 0,0 0,-1 0,1 0,-1 0,0 0,0 0,0 0,-1 0,0 0,0 0,0 0,0 0,0 0,-1 0,-1 2,-10 7,-1 0,0-1,0-1,-1-1,-1 0,0-1,0 0,-1-2,0 0,0 0,-1-2,-2 0,-95 24,114-29,-1 0,1 0,0 0,-1 0,1 0,0 0,-1 0,1 0,0 0,-1 0,1-1,0 1,0-1,-1 1,1-1,0 1,0-1,0 0,0 0,0 1,0-1,0 0,0 0,0 0,0 0,0 0,0-1,-4-13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6.1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 17,'-11'-17,"2"151,-6 6,5-59,3 1,4 46,3-126,0-1,0 1,0 0,0 0,0 0,0-1,1 1,-1 0,0 0,1-1,0 1,-1 0,1-1,0 1,0-1,0 1,0-1,0 1,0-1,1 0,-1 1,0-1,1 0,-1 0,1 0,-1 0,1 0,-1 0,1-1,0 1,-1-1,1 1,0-1,0 1,0-1,-1 0,1 0,0 0,0 0,-1 0,2 0,20-2,0-1,-1-1,1-1,-1-1,0-1,0-1,4-3,12-3,143-55,-152 56</inkml:trace>
  <inkml:trace contextRef="#ctx0" brushRef="#br0" timeOffset="449.302">316 250,'-14'54,"-3"37,5 0,3 1,5 0,4 0,3 0,10 41,20 5,-33-138,0 0,0 0,0-1,0 1,0 0,0 0,1 0,-1 0,0 0,0 0,0-1,0 1,0 0,1 0,-1 0,0 0,0 0,0 0,0 0,1 0,-1 0,0 0,0 0,0 0,1 0,-1 0,0 0,0 0,0 0,0 0,1 0,-1 0,0 0,0 0,0 0,0 0,1 0,-1 0,0 0,0 1,0-1,0 0,0 0,1 0,-1 0,0 0,0 1,0-1,0 0,0 0,0 0,1-18,-1 17,0-12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2.5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178 170,'-10'16,"1"0,1 1,0 0,1 0,1 0,1 1,0 0,1 0,1 0,1 1,0-1,2 1,0-1,3 18,-2-18,2-1,0 0,1 0,0 0,1-1,1 1,1-1,1-1,0 1,1-1,0 0,-3-6,0-1,1 1,0-1,0 0,0-1,1 0,0 0,1 0,0-1,0-1,0 1,0-1,1-1,0 0,0 0,0-1,0-1,7 2,-5-5,-1 0,0-1,1 0,-1-1,0 0,0 0,-1-2,1 1,-1-1,0-1,0 0,0 0,-1-1,0 0,-1 0,1-1,-1 0,-1-1,0 0,0 0,0-1,-2 1,1-1,-1-1,0 1,2-8,-2 0,-1 1,0-1,-1 0,-1 0,-1 0,0-1,-2 1,0 0,-1-4,1 8,-1-5,0 0,-2 1,0-1,-1 1,-1-1,0 1,-2 1,0-1,-1 1,0 1,-8-10,12 22,1 0,-1 0,0 1,0 0,0 0,-1 0,1 1,-1 0,1 0,-1 0,0 1,1 0,-1 0,0 0,0 0,0 1,0 0,0 1,0-1,0 1,0 0,1 1,-1-1,0 1,1 0,-1 1,1-1,-2 2,-37 8,33-9,0 0,0 2,1-1,-1 1,1 1,1 0,-1 0,1 1,0 0,0 1,1 0,0 0,1 1,0-1,0 2,1-1,0 1,0 0,1 0,-1 4,4-11,0 1,0 0,1 0,-1 0,1 0,0 0,0 1,0-1,1 0,0 0,-1 1,1-1,1 0,-1 1,1-1,-1 0,1 0,0 0,1 1,-1-1,1 0,0-1,0 1,0 0,0 0,3 2,13 11</inkml:trace>
  <inkml:trace contextRef="#ctx0" brushRef="#br0" timeOffset="532.091">1202 499,'-1'-30,"2"-1,0 1,2 0,2 0,0 1,2-1,9-22,-11 33,56-180,-52 180,-4 38,-23 296,15 152,6-420,2-41,1-8</inkml:trace>
  <inkml:trace contextRef="#ctx0" brushRef="#br0" timeOffset="1131.863">2063 225,'-8'-1,"0"-1,-1 2,1-1,0 1,-1 0,1 1,0 0,0 0,0 1,-1 0,2 0,-1 1,0 0,0 1,1-1,0 1,0 1,0-1,0 1,1 1,-1-1,1 1,-3 5,-3 2,0 1,2 0,0 1,0 0,1 1,1 0,1 0,0 1,1 0,-2 11,5-16,0 1,1-1,1 1,0-1,0 1,1-1,1 1,0-1,1 0,0 1,1-1,0 0,1 0,0 0,1-1,0 1,1-1,0 0,1-1,0 0,1 0,0 0,1-1,0 0,0-1,1 0,7 5,-6-6,0 0,1-1,0-1,0 0,1 0,-1-1,1-1,0 0,0-1,0 0,0-1,0 0,0-1,0-1,0 0,0 0,0-2,0 0,0 0,-1-1,1 0,-1-1,0-1,-1 0,1-1,-1 0,0 0,-1-1,0-1,0 0,-1 0,0-1,-1 0,0 0,0-1,-1 0,3-7,-2 1,-1-1,-1 1,-1-1,0 0,-2 0,0-1,-1 1,0-1,-2 1,0-1,-1 1,-1-1,-1 1,-1-1,0 1,-1 1,-1-1,-3-4,3 11,0 0,-1 1,0 1,-1-1,0 1,0 0,-1 1,-1 0,1 0,-1 1,0 0,-1 1,1 0,-1 1,-1 0,1 1,-1 0,1 1,-1 0,0 1,0 0,0 1,0 0,-1 1,1 0,0 1,0 0,0 1,0 1,0 0,-9 3,10-2,0 0,0 0,0 1,1 1,0 0,0 0,0 1,1 0,0 0,0 1,1 0,0 1,0 0,1 0,0 1,1 0,0 0,1 0,0 1,0 0,1 0,1 0,-1 1,2-1,0 1,0-1,1 1,1 0,0-1,0 1,1 0,1-1,0 1,0 0,1-1,1 0,0 0,0 0,1 0,3 4,5 0,0-1,1-1,0 0,1-1,0 0,1-1,1-1,-1-1,2 0,-1-1,1-1,0-1,1 0,-1-1,5-1,51 12</inkml:trace>
  <inkml:trace contextRef="#ctx0" brushRef="#br0" timeOffset="1748.641">2978 307,'-14'3,"1"1,1 0,-1 2,1-1,-1 1,2 1,-1 0,1 1,0 0,0 0,1 2,1-1,-1 1,1 0,1 1,0 0,1 0,0 1,0 0,1 0,1 1,0-1,1 1,0 0,1 1,1-1,0 0,0 1,1 5,3-9,0 0,1 0,0 0,0-1,1 1,0-1,1 0,0 0,0-1,1 1,0-1,1 0,-1-1,2 1,-1-2,1 1,0-1,9 7,0-1,1-1,0 0,1-1,0-2,0 0,17 5,-9-6,1 0,0-2,0-1,0-1,0-1,1-2,-1-1,0-1,0-1,4-2,-16 2,-1-1,0 0,0-1,0-1,-1 0,0-1,0 0,-1-1,0-1,0 0,-1-1,0 0,-1-1,0 0,0-1,-1 0,-1-1,8-13,-7 7,-1-1,0-1,-2 0,0 0,-1 0,-2-1,0 0,-1 0,-1 0,-1 0,-1 0,-1 0,-3-16,2 23,-1 0,0 1,-1-1,0 1,-2 0,1 0,-2 0,0 1,0 0,-1 0,-1 1,0 0,-1 0,0 1,-1 1,0 0,0 0,-1 1,-1 0,-6-3,0 3,1 1,-2 1,1 1,-1 0,0 2,-1 0,1 1,0 1,-1 1,0 1,1 0,-1 2,1 0,-1 2,1 0,0 1,1 1,-1 1,1 1,0 0,1 2,0 0,1 1,0 1,0 0,1 1,1 1,0 0,1 1,1 1,0 0,-8 15,17-24,0 0,1-1,-1 1,2 1,-1-1,1 0,0 1,1-1,-1 1,2 0,-1-1,1 1,0 0,0 0,1-1,0 1,1-1,0 1,0-1,0 1,1-1,0 0,1 0,-1 0,4 3,25 25,3-6</inkml:trace>
  <inkml:trace contextRef="#ctx0" brushRef="#br0" timeOffset="3067.444">1 1004,'18'35,"1"0,2-1,2 0,1-2,2-1,0-1,2-1,28 21,-6-13,1-2,2-2,2-2,1-3,1-2,27 7,46 11,3-7,54 7,12-8,2-7,0-10,74-7,-119-5,1-8,-1-6,0-7,-1-7,111-31,-229 41,0-1,-1-3,0 0,-1-3,-1-1,0-1,-2-2,-1-1,0-1,-2-2,-1-1,-1-2,-1 0,-2-1,20-33,-43 63,-1-1,1 0,0 1,0-1,-1 0,1 0,0 0,-1 0,1 1,-1-1,1 0,-1 0,0 0,1 0,-1 0,0 0,0 0,1 0,-1 0,0 0,0 0,0 0,0 0,-1-1,1 1,0 0,0 0,0 0,-1 0,1 0,-1 1,1-1,-1 0,1 0,-1 0,1 0,-1 0,0 1,1-1,-1 0,0 0,0 1,0-1,0 1,1-1,-1 1,0-1,0 1,-1-1,-11 9,5-1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9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20 181,'4'29,"-1"1,-1 1,-1-1,-2 0,-1 0,-1 0,-6 23,5-28,-1-14,5-41,2-24,3 0,2 1,3 0,10-31,-19 81,0-6,1 0,1-1,0 1,0 0,0 0,1 1,1-1,-1 1,1 0,1 0,0 0,0 1,0 0,1 0,0 1,0 0,1 0,-6 5,0 0,1 0,-1 0,0 1,1-1,-1 1,1 0,-1 0,0 0,1 0,-1 0,1 0,-1 1,0-1,1 1,-1-1,0 1,1 0,-1 0,0 0,0 0,0 1,0-1,0 1,0-1,0 1,-1-1,1 1,0 0,0 2,30 67,-32-62,1 1,-1 0,-1-1,1 1,-2-1,1 0,-1 1,-1-1,0 0,0 0,-1 0,0 0,0-1,-1 0,0 0,0 0,-1 0,0-1,-1 0,-4 4,7-7,3-4,1 1,-1-1,0 1,0-1,0 1,0-1,0 1,1 0,-1-1,0 1,0 0,1 0,-1 0,1 0,-1 0,1-1,-1 1,1 0,-1 0,1 0,0 0,0 0,-1 0,1 1,0-1,0 0,0 0,0 0,0 0,0 0,1 0,-1 0,0 0,0 0,1 0,-1 0,1 0,-1 0,1 0,77 20,-77-21,105 35,-102-33,-1-1,0 1,0 0,0 0,0 0,0 0,0 1,0-1,-1 1,0 0,1-1,-1 1,0 0,0 0,0 1,-1-1,1 0,-1 0,0 1,0-1,0 1,0 0,0-1,-1 1,0-1,0 1,0 0,0-1,0 2,-4 4,0-1,0 1,-1-1,0 0,-1 0,1-1,-1 0,-1 0,1 0,-1-1,-1 0,1 0,-1 0,0-1,0-1,0 1,-1-1,0-1,1 1,-6 0,-7 4,-1-1,0-1,0-1,0-1,0-1,-1-1,0-1,0-1,-19-2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0.3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321 7,'-11'-2,"-1"0,0 0,0 2,0-1,0 1,0 1,0 0,0 1,1 0,-1 1,1 0,-1 1,1 0,0 1,0 0,1 1,0 0,-7 6,9-8,1 2,0-1,0 1,1 0,0 0,0 1,0 0,1 0,-1 0,2 1,-1-1,1 1,1 1,-1-1,1 0,1 1,-1-1,1 1,1 0,0 0,0 0,1 0,0-1,0 1,1 1,1-3,0 1,0-1,1 0,0 0,0 0,1 0,-1-1,2 1,-1-1,1 0,-1 0,2-1,-1 1,1-1,0 0,0-1,0 1,0-1,1-1,0 1,0-1,3 1,10 4,-1-2,1 0,0-1,0-1,1-1,-1-1,17 0,33-6,-9-3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7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560 1262,'-22'13,"0"0,1 1,1 2,0 0,1 1,1 0,1 2,0 0,1 1,2 1,0 0,1 1,1 0,-1 5,8-18,0 0,0 1,1-1,1 1,0 0,0-1,1 2,0-1,0 0,1 0,1 0,0 1,0-1,1 0,0 0,1 1,0-1,1 0,0 0,0-1,1 1,0-1,1 0,0 0,1 0,0-1,5 7,5-4,0-1,1-1,0 0,0-2,1 0,-1 0,2-2,-1 0,1-2,-1 0,1 0,0-2,0 0,0-2,0 0,0-1,0-1,-1 0,1-2,10-3,-18 6,-1-1,0 0,0 0,0-1,0 0,-1-1,1 0,-1 0,0-1,-1 0,0 0,0-1,0-1,0 1,-1-1,-1 0,1-1,-1 0,-1 0,0 0,0 0,-1-1,0 0,0 0,-1 0,-1 0,1 0,-2-1,0 1,0-1,0-4,-5-4,0 0,-2 1,0 0,0 0,-2 1,0 0,-1 0,-1 1,0 0,-1 1,-1 0,-1 0,0 2,0-1,-1 2,-1 0,-8-5,14 10,0 1,0 0,-1 0,0 1,0 0,-1 1,1 0,-1 1,0 0,0 0,0 1,0 1,0 0,0 0,-1 1,1 1,0-1,0 2,0 0,0 0,0 1,0 0,1 1,-1 1,1-1,0 1,0 1,-8 6,6-2,0 0,1 1,1 1,0 0,0 0,1 0,1 1,0 1,1 0,0 0,1 0,1 0,0 1,1 0,-2 10,4-13,0-1,1 1,1 0,-1 0,2 0,0 0,0 0,1-1,0 1,1 0,1-1,0 0,0 0,1 0,0 0,1-1,0 0,1 0,0 0,6 4,-3-4,0-1,1 0,1 0,-1-2,2 1,-1-1,1-1,-1 0,4-1,47 16</inkml:trace>
  <inkml:trace contextRef="#ctx0" brushRef="#br0" timeOffset="503.724">1420 1289,'-10'-5,"0"0,0 0,-1 1,0 0,1 1,-1 1,-1-1,1 2,0-1,0 2,-1-1,1 2,0-1,0 2,-1-1,1 2,0-1,0 1,1 1,-1 0,-1 2,-2 1,0 2,1 0,0 0,1 1,0 1,0 0,1 0,0 1,1 1,1 0,0 0,1 1,0 0,-6 15,10-19,0 0,0 0,1 1,1 0,0 0,0 0,1 0,0 0,1 0,0 0,1 0,0 0,1 0,0-1,1 1,0 0,0-1,1 0,1 1,0-2,0 1,1 0,9 7,0-1,0-1,2 0,0-1,0-1,1-1,1 0,0-1,1-2,0 0,0 0,1-2,0-1,0 0,1-2,-1 0,1-2,0 0,0-1,4-2,-12 2,0-1,0 0,0-1,-1 0,1-1,-1-1,1 0,-1-1,0 0,0-1,-1-1,1 0,-1-1,0 0,-1 0,0-2,0 1,-1-1,0-1,0 0,-1 0,0-1,-1 0,-1 0,1-1,3-10,-6 5,-1 0,0 0,-1 0,-1 0,-1-1,-1 1,0 0,-1-1,-1 1,-1 0,0 0,-1 0,-1 0,0 1,-1-1,-1 1,-1 1,0-1,-1 2,-1-1,-3-3,5 9,0 1,-1 0,0 1,-1-1,1 2,-1-1,0 2,-1-1,0 1,1 1,-1 0,-1 0,1 1,-1 1,1 0,-1 0,0 1,1 1,-1 0,0 0,0 1,1 1,-1 0,-4 2,2-1,1 1,0 0,0 1,0 0,1 1,-1 1,1 0,1 1,0 0,0 0,0 1,1 1,0 0,1 0,0 1,1 0,0 0,1 1,0 0,-3 9,7-15,1 0,0 1,1-1,-1 0,1 1,1-1,-1 0,1 1,0-1,0 1,1-1,0 1,0-1,0 0,1 1,0-1,0 0,1 0,0 0,0-1,0 1,1-1,-1 0,2 1,28 31</inkml:trace>
  <inkml:trace contextRef="#ctx0" brushRef="#br0" timeOffset="898.666">2172 1671,'24'-39,"-1"-2,-2 0,-2-1,-2-1,-1-1,-3-1,-1 0,-2 0,-2-5,5-11,-4 36,-29 249,17-189,-4 30,3 0,3 0,3 1,2-1,10 47,-13-104,1 0,-1 0,1 0,1 0,-1 0,1 0,1-1,-1 1,1-1,1 0,-1 0,1 0,0-1,1 0,-1 0,1 0,1-1,3 3,14 2</inkml:trace>
  <inkml:trace contextRef="#ctx0" brushRef="#br0" timeOffset="1335.502">2814 1603,'-1'7,"1"0,0 0,0 0,1 0,0 0,0 0,1 0,0 0,0-1,1 1,0-1,0 1,0-1,0 0,1 0,0 0,1-1,-1 0,1 0,0 0,1 1,7 5,0-1,0 0,1 0,0-2,1 0,0 0,0-1,7 1,-4-2,-1-1,1-1,0 0,0-1,0-1,1-1,-1-1,0 0,1-1,-1-1,0-1,3-2,-10 3,0-1,0-1,-1 0,1-1,-1 0,0 0,-1-1,1-1,-1 1,0-2,-1 1,0-1,0 0,-1-1,1 0,-2 0,0 0,0-1,0 0,0-3,1-3,-1 0,-1-1,0 0,-1 0,-1-1,0 1,-2-1,0 1,-1-1,0 0,-2 1,0-1,-1 1,-1-1,0 1,-1 0,-1 1,-1-1,0 1,-1 1,-1-1,0 1,-1 1,-1 0,-3-3,6 10,0 0,-1 1,1 1,-1-1,0 1,-1 1,1 0,-1 0,0 1,0 0,0 1,0 0,0 0,-1 1,1 1,0-1,-1 2,1-1,0 2,-3 0,-10 2,1 2,-1 1,1 0,0 2,0 0,1 2,1 0,-9 7,-8 9,0 1,2 2,2 2,0 1,3 1,-22 32,10-10</inkml:trace>
  <inkml:trace contextRef="#ctx0" brushRef="#br0" timeOffset="2250.36">1 2149,'40'47,"13"15,2-2,34 26,-25-33,2-3,3-3,1-3,3-3,0-3,3-3,1-4,1-3,2-4,13 0,71 6,1-8,1-7,0-8,104-10,-107-1,0-8,-1-7,-1-7,16-10,-101 16,-2-2,0-4,-1-3,-2-3,-2-3,0-3,-3-3,-1-3,36-33,-82 62,-1-1,0-1,-1 0,-1-1,0-1,-2-1,0 0,-1 0,-1-1,-1-1,-10 20,1-1,-1 1,0 0,0 0,0-1,0 1,-1-1,1 1,-1-1,1 1,-1-1,0 1,0-1,0 1,0-1,0 1,-1-1,1 1,-1-1,0 1,0-1,0 1,0 0,0-1,0 1,0 0,-1 0,1 0,-1 0,1 0,-1 0,0 1,0-1,0 0,0 1,0-1,0 1,-1 0,1 0,0 0,-1 0,1 0,0 0,-1 1,-1-1,1 2,0 0,0 1,0-1,0 0,1 1,-1 0,0 0,1 0,0 0,-1 0,1 0,0 1,0-1,0 1,0-1,1 1,-1 0,1 0,-1 0,1 0,0 0,-3 5,-10 16</inkml:trace>
  <inkml:trace contextRef="#ctx0" brushRef="#br0" timeOffset="2782.107">2253 3201,'-1'-3,"-1"-1,1 1,0 0,0-1,1 1,-1-1,1 1,0-1,-1 1,1-1,1 1,-1-1,1 1,-1 0,1-1,0 1,0-1,0 1,1 0,-1 0,1 0,0 0,0 0,0 0,0 0,0 0,1 1,-1-1,1 1,0 0,-1 0,3-1,10-4,1 1,0 1,0 0,1 1,-1 0,1 2,0 0,0 1,0 0,13 2,-9 0,-1 0,0 1,0 1,0 1,-1 1,1 0,-1 2,12 5,-24-9,0 0,0 0,-1 1,0 0,1 0,-1 1,-1 0,1 0,-1 0,0 1,0-1,0 1,-1 0,0 1,0-1,0 1,-1 0,0 0,-1 0,1 0,-1 0,-1 0,1 1,-1 4,-1-1,-1 1,0-1,0 1,-2-1,1 0,-1 0,-1 0,0 0,-1-1,0 1,0-1,-1 0,0-1,-2 2,-12 15,0 0,-3-2,0-1,-9 7,-40 29,-4-3,-30 15,60-40,-1 6,47-36,0-1,-1 1,1-1,0 1,0-1,0 1,0 0,0-1,0 1,0-1,0 1,0-1,0 1,0 0,0-1,0 1,0-1,1 1,-1-1,0 1,0-1,1 1,-1-1,0 1,1-1,-1 1,1-1,-1 1,0-1,1 0,-1 1,1-1,-1 0,1 1,-1-1,1 0,-1 0,1 1,-1-1,1 0,0 0,-1 0,1 0,-1 0,1 0,0 0,-1 0,1 0,-1 0,1 0,-1 0,1 0,0 0,38 4,1 0,0-3,0-1,21-4,-35 2,465-45,-383 28,-91 13</inkml:trace>
  <inkml:trace contextRef="#ctx0" brushRef="#br0" timeOffset="14250.965">3224 197,'-37'39,"1"3,3 0,2 2,1 1,3 2,-1 5,7-3,101-241,56-139,-124 307,-12 23,0 1,0 0,0-1,0 1,0 0,0 0,0-1,0 1,0 0,0-1,0 1,0 0,0-1,0 1,0 0,0 0,0-1,1 1,-1 0,0-1,0 1,0 0,1 0,-1-1,0 1,0 0,1 0,-1 0,0 0,0-1,1 1,-1 0,0 0,0 0,1 0,-1 0,0 0,1 0,-1 0,0-1,1 1,-1 0,0 0,1 1,-1-1,0 0,1 0,-1 0,0 0,0 0,1 0,-1 0,0 0,1 1,-1-1,0 0,0 0,1 0,-1 0,0 1,0-1,0 0,1 0,-1 1,0-1,0 0,5 103,-6-60,3 1,2-1,1 0,2 0,3 0,1-1,1-1,3 0,1 0,14 21,-17-39,-4-7</inkml:trace>
  <inkml:trace contextRef="#ctx0" brushRef="#br0" timeOffset="14500.294">2991 306,'5'-2,"10"-4,17-2,20-3,14 1,8 0,0 1,-9 2,-17 3</inkml:trace>
  <inkml:trace contextRef="#ctx0" brushRef="#br0" timeOffset="15186.919">2253 197,'0'360,"0"-423,-2 5,2 1,4-1,1 1,3 0,6-17,15 12,-27 61,-1-1,0 1,1-1,-1 1,1 0,-1 0,1-1,-1 1,1 0,0 0,0 1,-1-1,1 0,0 1,0-1,0 1,0-1,0 1,0 0,0 0,0 0,-1 0,1 0,0 0,0 1,0-1,0 1,0-1,0 1,0 0,-1-1,1 1,0 1,4 2,0 1,0 0,-1 1,0-1,0 1,0 0,-1 0,0 1,0-1,-1 1,0 0,0 0,0 0,-1 0,0 0,0 0,-1 1,0-1,0 1,-1-1,0 1,0-1,-1 1,0-1,0 1,-1-1,0 0,0 1,-1-1,-1 2,-66 108,70-116,0 0,0 0,0 0,0 1,0-1,0 0,0 0,0 0,1 0,-1 0,0 0,1 0,-1 0,1 0,-1 0,1 0,0 0,-1 0,1-1,0 1,-1 0,1 0,0-1,0 1,0 0,0-1,0 1,0-1,0 1,0-1,0 1,0-1,0 0,0 0,0 1,0-1,0 0,0 0,0 0,0 0,0 0,1 0,-1-1,0 1,0 0,0 0,7 1,21 5,-12-3,0 0,0 1,0 1,-1 0,0 2,0-1,0 2,-1 0,0 1,4 4,-16-11,-1 0,0 0,0 0,0 0,0 0,-1 1,1-1,0 1,-1-1,0 1,0 0,1-1,-2 1,1 0,0 0,0 0,-1 0,0 0,0 0,1 0,-2 0,1 0,0 0,-1-1,1 1,-1 0,0 0,0 0,0 0,0-1,0 1,-1 0,0 0,-3 4,0 0,0 0,-1 0,0 0,-1-1,1 0,-1-1,0 1,-1-1,-4 2,-10 4,0 0,-1-2,0-1,-1 0,1-2,-2-1,1 0,-17-1,-12 0</inkml:trace>
  <inkml:trace contextRef="#ctx0" brushRef="#br0" timeOffset="15712.709">1325 388,'-6'-4,"-1"1,1-1,-1 1,0 1,0-1,0 1,-1 1,1-1,0 1,-1 1,1-1,0 1,-1 0,1 1,-1 0,1 0,0 0,0 1,0 0,0 1,0-1,0 1,0 1,1-1,0 1,-1 0,1 1,0 0,-2 2,0 0,0 1,0 0,1 1,0-1,1 2,0-1,0 0,1 1,0 0,1 1,0-1,0 1,0 8,2-13,1 1,0-1,0 1,1 0,0-1,0 1,1-1,0 1,0 0,0-1,1 1,0-1,0 0,0 0,1 0,0 0,0 0,1 0,0-1,0 0,0 1,0-2,1 1,0 0,1 0,8 3,0 0,0-1,1 0,0-1,0-1,0-1,1 0,0-1,0 0,0-1,0-1,0-1,0 0,0-1,0-1,0 0,4-2,31-10,-9-2</inkml:trace>
  <inkml:trace contextRef="#ctx0" brushRef="#br0" timeOffset="16065.311">464 320,'-2'16,"-1"15,0 11,3 8,1 5,4 2,2-2,1-3,-2-5,-1-9,-2-9,-1-9</inkml:trace>
  <inkml:trace contextRef="#ctx0" brushRef="#br0" timeOffset="16382.463">396 224,'76'74,"1"1,61 77,-131-145,-1 0,1 0,-1 1,-1-1,1 1,-1 1,-1-1,0 1,0-1,0 1,-1 0,0 1,-1-1,0 0,-1 1,0-1,0 1,-1-1,0 1,-1 0,0-1,-1 4,-7 4,-2 0,0-1,-1 0,0-1,-1 0,-1-1,0-1,-1 0,0-1,-1 0,-1-1,0-1,0-1,-1 0,0-2,-6 2,-91 30,72-29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0.8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27,'7'19,"2"13,0 10,-2 8,-3 4,0 2,-3-1,-2-3,-2-6,-1-8,2-9,0-11,3-13,3-13,2-11,-1-3</inkml:trace>
  <inkml:trace contextRef="#ctx0" brushRef="#br0" timeOffset="276.207">14 1,'8'0,"-1"2,0-1,0 1,0 0,0 0,0 1,0 0,0 0,-1 1,0 0,3 1,7 5,16 8,-1 1,0 2,-2 1,0 1,-2 2,-1 0,0 2,-2 1,-2 1,7 11,-24-34,-1 1,0-1,0 1,0 0,-1 1,0-1,0 1,-1-1,0 1,0 0,-1 0,0-1,0 1,-1 0,0 0,0 0,-1 0,0 0,-1 0,1 0,-1-1,-1 1,0-1,0 1,0-1,-1 0,0 0,0 0,-1-1,-3 4,-9 3,-1 0,-1-2,0 0,0-1,-1-1,0 0,-1-2,0 0,0-2,-1 0,1-1,-13 0,-48 7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8.7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151 231,'-17'24,"-63"140,105-247,71-213,-95 291,-1 4,0-1,0 1,-1 0,1 0,0 0,0 0,0 0,0 0,0 0,0-1,1 1,-1 0,0 0,0 0,1 0,-1 0,1 0,-1 0,1 0,-1 0,1 0,0 0,-1 0,1 1,0-1,0 0,0 0,0 1,-1-1,1 0,0 1,0-1,0 1,0-1,0 1,0 0,1-1,-1 1,0 0,0 0,0 0,0 0,0 0,0 0,0 0,1 0,-1 0,0 0,0 1,1-1,6 13,-1 0,-1 0,0 1,-1-1,0 1,-1 1,0-1,-1 0,-1 1,0 6,-1-15,27 355,-27-358,-1 0,0 0,1 0,-1 0,1 0,0 0,0 0,0 0,0 0,1 0,-1 0,1 0,0-1,-1 1,1-1,1 1,0 0,3-4,-1-5</inkml:trace>
  <inkml:trace contextRef="#ctx0" brushRef="#br0" timeOffset="254.32">1 299,'16'0,"17"0,22-2,17-4,13 0,6 0,-3 0,-12 0,-19 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7.3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2,'-12'16,"2"0,-1 0,2 1,0 0,1 1,1 0,1 0,0 0,1 1,1 0,1 0,1 0,0 0,2 0,0 1,0-16,-1 0,1-1,1 1,-1 0,0 0,1-1,0 1,0 0,0-1,0 1,0 0,1-1,0 0,-1 1,1-1,1 0,-1 0,0 0,1 0,-1 0,1-1,0 1,0-1,0 0,0 0,0 0,1 0,-1 0,1-1,3 2,4-3,0 0,0-1,0 0,0 0,0-1,0-1,0 0,0 0,-1-1,1 0,-1-1,-1 0,1-1,0 0,-1-1,-1 0,1 0,-1 0,0-1,-1-1,1 1,4-9,-6 8,1 0,-1 0,0-1,-1 0,0 0,-1-1,0 1,-1-1,0 0,0 0,-1 0,-1 0,0 0,0 0,-1-1,-1 1,0 0,0 0,-4-11,-19-18,23 39,0 1,1-1,-1 0,0 1,0-1,0 1,0-1,1 1,-1 0,0-1,0 1,0 0,0-1,0 1,0 0,0 0,0 0,0 0,0 0,0 0,0 0,0 0,0 0,0 1,0-1,0 0,0 1,0-1,0 1,0-1,1 1,-1-1,0 1,0-1,1 1,-1 0,0-1,0 1,1 0,-1 0,1 0,-1-1,1 1,-1 1,-5 11,1 0,0 0,1 1,0 0,1 0,1 0,0 0,1 0,0 1,2-1,-1 0,2 3,-2-3,1 0,1 0,0 0,0 0,2 0,0-1,0 1,1-1,1 0,5 9,4-2</inkml:trace>
  <inkml:trace contextRef="#ctx0" brushRef="#br0" timeOffset="248.335">560 71,'-5'18,"-4"14,-2 7,-2 6,1 0,3-4,3-4,5-10,2-8</inkml:trace>
  <inkml:trace contextRef="#ctx0" brushRef="#br0" timeOffset="500.797">614 125,'-4'19,"2"12,7 7,7 0,8-3,8-5,4-6,4-7,-1-6,-3-7,-7-5</inkml:trace>
  <inkml:trace contextRef="#ctx0" brushRef="#br0" timeOffset="667.35">915 57,'-7'2,"-5"8,-2 10,1 9,0 8,3 4,3 3,2 0,3-3,1-5,1-10</inkml:trace>
  <inkml:trace contextRef="#ctx0" brushRef="#br0" timeOffset="833.905">1092 112,'-4'14,"-2"11,-3 9,1 5,2 3,1 2,2-3,4-3,7-6,1-8</inkml:trace>
  <inkml:trace contextRef="#ctx0" brushRef="#br0" timeOffset="1081.008">1502 125,'0'19,"0"15,0 9,-2 4,-1 1,0-3,0-5,2-4,0-8</inkml:trace>
  <inkml:trace contextRef="#ctx0" brushRef="#br0" timeOffset="1335.322">1338 43,'2'-3,"6"0,10 0,12 1,13 0,9 1,7-1,1-2,-2 1,-8-1,-11-1,-9 2,-11 2,-7 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1.2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23,'-5'-5,"-3"-1,-6 0,0 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9.8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51,'10'0,"0"1,1 0,-1 0,1 1,-1 0,0 1,0 0,0 1,-1 0,3 2,-8-4,0 0,0 1,0-1,-1 1,1 0,-1 0,0 1,0-1,0 0,0 1,0 0,-1 0,0 0,1 0,-2 0,1 0,0 0,-1 1,0-1,0 1,0-1,0 1,-1-1,0 1,0 3,-3 12,-1 1,-1-1,-1 0,0-1,-2 0,0 0,-1 0,-1-1,-1 0,0-1,-4 3,-48 88,62-107,0 0,0 0,0 0,0 0,0 0,0 0,0 0,1 1,-1-1,0 0,1 1,-1-1,1 0,-1 1,1-1,0 1,0-1,0 1,0-1,0 0,0 1,0-1,0 1,0-1,0 1,1-1,-1 0,1 1,-1-1,1 0,0 1,-1-1,1 0,0 0,0 1,0-1,0 0,0 0,0 0,0 0,0 0,0 0,1-1,-1 1,0 0,0-1,1 1,-1-1,12 1,0-1,-1 0,1-1,0-1,-1 0,1-1,-1 0,0-1,0 0,0-1,0 0,-1-1,0 0,0-1,0 0,5-6,13-10</inkml:trace>
  <inkml:trace contextRef="#ctx0" brushRef="#br0" timeOffset="384.128">0 338,'447'-168,"-373"139,-59 31,-30 17,11-14,-4 5,0 0,1 1,1 0,0 0,0 0,1 1,1 0,0 0,0 0,1 1,0 6,2-14,0 1,0-1,1 1,0 0,0-1,1 1,-1 0,1-1,1 1,-1-1,1 1,0-1,0 0,0 1,1-1,0 0,0-1,0 1,0 0,1-1,0 0,0 0,0 0,0 0,1-1,3 3,0-2,1 0,0-1,0 1,0-2,0 1,0-2,1 1,-1-1,1 0,-1-1,1 0,-1-1,0 0,1 0,-1-1,0 0,0 0,7-4,17-5</inkml:trace>
  <inkml:trace contextRef="#ctx0" brushRef="#br0" timeOffset="631.633">465 283,'14'0,"14"0,13-2,10-3,7-6,4-3,-2-4,-12 2</inkml:trace>
  <inkml:trace contextRef="#ctx0" brushRef="#br0" timeOffset="817.454">546 92,'5'-4,"11"-5,16-2,17-2,17-2,10 3,7 1,-2 1,-14 4</inkml:trace>
  <inkml:trace contextRef="#ctx0" brushRef="#br0" timeOffset="1199.39">1175 92,'-11'4,"-1"0,1 1,1 0,-1 0,1 1,-1 1,2-1,-1 2,1 0,0 0,1 0,0 1,0 0,1 1,0-1,0 2,1-1,1 1,0-1,0 2,1-1,0 0,1 1,3-8,-1 0,1 0,0 0,0 0,0 0,1 0,0 0,-1 0,1 0,0 0,1 0,-1-1,1 1,0 0,0-1,0 1,0-1,0 0,1 0,0 0,0 0,-1 0,2 0,-1-1,0 1,0-1,1 0,-1 0,1-1,0 1,-1 0,3-1,8 4,1 0,-1-1,1-1,0-1,1 0,-1-1,0 0,2-1,0-1,0 0,0-1,-1-1,1-1,-1 0,0-1,0-1,0 0,-1-1,0-1,0 0,-1-1,0-1,4-4,-11 7,-1 1,0-1,0 0,-1-1,0 1,0-1,-1 0,0-1,0 1,-1 0,0-1,-1 0,0 0,0 0,0-9,-5 11,-2 19,3-4,0 0,1-1,0 1,0 0,1 0,0 0,0 0,0 0,1 0,1 0,-1-1,1 1,1 0,-1-1,1 1,0-1,1 0,0 0,0-1,1 1,-1-1,1 1,1-2,-1 1,1 0,6 3,7 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6.7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26,'-16'-5,"-1"-1,9 3,18 3,24 3,26 0,27 0,22-1,15-2,5-5,0 0,-12 0,-17 1,-27 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6.5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0,'0'2,"0"11,0 14,0 14,-2 12,-1 11,0 6,0 0,2-2,0-6,2-8,2-12,0-13</inkml:trace>
  <inkml:trace contextRef="#ctx0" brushRef="#br0" timeOffset="928.95">369 752,'0'-17,"2"-50,-4 0,-2 1,-3 0,-3 0,-3 0,12 64,1 1,-1 0,1 1,-1-1,1 0,-1 0,1 1,-1-1,1 0,0 0,0 0,-1 0,1 0,0 0,0 0,0 1,0-1,0 0,0 0,0 0,0 0,0 0,1 0,-1 0,0 0,1 1,-1-1,0 0,1 0,-1 0,1 1,-1-1,1 0,0 1,-1-1,1 0,0 1,-1-1,1 1,0-1,0 1,0-1,-1 1,1-1,0 1,0 0,0 0,0-1,0 1,10-1,-1 1,0 0,0 0,1 1,-1 0,0 1,0 0,0 1,0 0,-1 0,1 1,-1 0,0 1,0 0,0 0,-1 1,1 0,-2 1,1 0,-1 0,0 1,0-1,-1 1,0 1,0-1,3 8,-3 3,-1 1,0 0,-2 0,0 0,-1 1,-1 15,6 55,-6-87,-1-1,0 0,1 1,0-1,-1 0,1 1,1-1,-1 0,0 0,1 0,0 0,-1 0,1 0,0 0,1 0,-1-1,0 1,1-1,-1 0,1 0,0 0,0 0,0 0,0 0,0-1,0 0,0 1,1-1,0 0,11-2,0 1,0-2,-1 0,1-1,-1-1,1 0,-1-1,0 0,-1-1,1-1,-1 0,-1-1,1 0,8-8,-7 7,-1-1,0 0,-1-1,0-1,-1 1,0-2,6-9,-13 17,-1 0,0 0,0-1,0 1,-1-1,0 1,0-1,0 0,-1 0,0 0,0 0,0 0,-1 0,0 0,0-1,0 1,-1 0,0 0,0 0,-1 0,-2-5,4 9,0 0,-1 0,1 0,-1 0,1 0,-1 1,0-1,0 0,0 0,0 1,0-1,0 0,0 1,-1-1,1 1,-1 0,1-1,-1 1,1 0,-1 0,0 0,1 0,-1 0,0 1,0-1,0 0,0 1,0-1,1 1,-1 0,0 0,0-1,0 1,0 1,0-1,0 0,0 0,0 1,0-1,0 1,0-1,0 1,1 0,-1 0,0 0,1 0,-1 0,0 1,-3 5,0 1,0 0,1 0,1 1,-1-1,1 1,1 0,-1 0,1 0,1 0,0 0,0 0,1 0,0 1,1 2,-1-4,0 0,1-1,0 1,1-1,-1 1,1-1,1 1,0-1,0 0,0 0,0-1,1 1,0-1,1 1,0-1,0-1,0 1,0-1,1 0,0 0,0 0,0-1,1 0,1 1,14 4,-1-1,1-1,0-1,1-1,-1-1,1-1,0-1,1-1,43 3</inkml:trace>
  <inkml:trace contextRef="#ctx0" brushRef="#br0" timeOffset="1205.714">1653 465,'-9'-5,"-1"1,0 0,0 1,0 0,-1 1,1 0,0 1,-1 0,0 0,1 1,-1 1,1-1,-1 2,1 0,-1 0,1 1,0 0,0 0,0 1,1 1,-1-1,1 2,0-1,-3 4,3-1,1 0,-1 0,2 1,-1 1,1-1,1 1,0 0,0 0,1 1,0 0,-3 11,6-17,1 0,-1 0,1 0,0 1,1-1,-1 1,1-1,0 0,1 1,-1-1,1 1,0-1,0 0,1 0,0 0,0 1,0-1,0-1,1 1,-1 0,1-1,1 1,-1-1,1 0,-1 0,5 3,7 2,0-1,0-1,1-1,0 0,0 0,0-2,1 0,0-1,-1-1,1 0,0-1,0-1,0-1,0 0,0-1,7-3,170-32,-107 14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9.2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0,'26'5,"19"4,3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3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399 157,'-12'-8,"0"1,-1 1,1 0,-1 1,0 0,-1 1,1 0,-1 1,0 1,0 0,1 1,-1 0,0 1,-7 1,12 0,0 0,-1 1,1 0,0 0,0 1,0 0,1 1,-1 0,1 0,0 1,0 0,0 0,1 1,0 0,0 1,0-1,1 1,0 0,0 1,1 0,-4 6,6-10,1 1,-1-1,1 1,0 0,1 0,-1 0,1 0,0 0,0 0,0 0,1 0,0 1,0-1,0 0,0 0,1 0,0 0,0 1,1-1,-1 0,1-1,0 1,0 0,1-1,0 1,-1-1,1 1,1-1,-1 0,1-1,-1 1,1 0,0-1,0 0,3 1,6 4,1-1,0-1,0-1,1 0,0 0,0-2,0 0,0 0,0-1,0-1,1-1,-1 0,0-1,1-1,-1 0,0-1,0-1,0 0,-1-1,0 0,0-2,0 1,0-2,-1 0,1-1,-6 3,1-1,-2 0,1-1,-1 1,0-1,0-1,-1 1,0-1,-1-1,0 1,-1-1,1 1,-2-1,1 0,-2-1,1 1,-1 0,-1-1,0 1,0-1,-1 0,-1 1,1-1,-2 1,1-1,-2 1,1 0,-1-1,-2-1,4 9,1 0,-1 1,0-1,0 1,0-1,0 1,0 0,-1-1,1 1,-1 0,1 0,-1 0,0 0,0 0,0 0,0 1,0-1,0 1,0-1,-1 1,1 0,-1 0,1 0,-1 0,1 0,-1 0,1 1,-1-1,0 1,1 0,-1 0,0 0,1 0,-1 0,1 1,-1-1,0 1,1 0,-3 0,0 5,0 0,1 0,-1 0,1 0,1 1,-1 0,1-1,0 1,1 0,0 1,0-1,0 0,1 1,0-1,0 1,1-1,0 1,1-1,0 6,1-1,0-1,1-1,0 1,1 0,0-1,1 0,0 1,0-2,1 1,0-1,1 0,0 0,1-1,0 0,0 0,0-1,1 0,0 0,1-1,-1 0,1-1,0 0,1-1,-1 0,1 0,3 0,-4-1,2 0,-1 0,0-1,1 0,-1-1,1 0,-1-1,1 0,-1-1,1 0,-1-1,1 0,-1-1,0 0,0-1,0 0,-1 0,1-2,-1 1,0-1,-1-1,1 1,-1-2,0 1,4-6,-4 0,-1 0,0 0,-1 0,0-1,-1 0,0-1,-1 1,-1-1,0 0,-2 0,1-1,-2 1,0 0,-1-1,0 1,-1-4,1 18,0-1,0 1,1 0,-1 0,0 0,0 0,0 0,0 0,0 0,-1 0,1 0,0-1,0 1,-1 0,1 0,-1 0,1 0,-1 0,1 0,-1 1,1-1,-1 0,0 0,1 0,-1 0,0 1,0-1,0 0,0 1,0-1,0 1,0-1,0 1,0-1,0 1,0 0,0-1,0 1,0 0,0 0,0 0,0 0,0 0,0 0,0 0,-1 0,1 0,0 0,0 1,0-1,0 1,0-1,0 0,0 1,0 0,0-1,0 1,1-1,-1 1,0 0,0 0,0 0,-5 4,1 1,0 0,0 0,0 0,0 1,1 0,0 0,1 0,0 0,0 1,0-1,1 1,0-1,0 1,1 0,0 0,0 0,1 0,0 0,1 0,0 0,0 0,0-1,1 1,0 0,1-1,0 1,0-1,0 0,1 0,0 0,1 0,1 1,4 1,0 0,1-1,1-1,-1 0,1-1,0 0,0 0,1-1,0-1,0 0,0-1,0-1,0 0,1 0,-1-1,1-1,-1-1,1 1,-1-2,0 0,1-1,-1 0,0-1,5-2,-6 1,0-1,0 0,0-1,-1 0,0-1,-1 0,1 0,-1-1,-1-1,0 0,0 0,-1 0,-1-1,0-1,0 1,-1-1,0 0,-1 0,0-1,-1 0,-1 0,0 0,-1 0,1-6,-5-7,2 25,0 1,0 0,1-1,-1 1,0-1,0 1,0 0,0-1,-1 1,1 0,0-1,0 1,0 0,0-1,0 1,0 0,0-1,-1 1,1 0,0 0,0-1,0 1,-1 0,1 0,0-1,0 1,-1 0,1 0,0-1,-1 1,1 0,0 0,0 0,-1 0,1 0,0-1,-1 1,1 0,0 0,-1 0,1 0,-1 0,1 0,0 0,-1 0,1 0,0 0,-1 1,1-1,0 0,-1 0,1 0,0 0,0 0,-1 1,1-1,0 0,-1 0,1 0,0 1,0-1,-1 0,1 0,0 1,-4 5,-1 0,2 1,-1 0,1 0,0 0,0 0,1 0,0 0,0 1,1-1,0 1,0-1,1 6,0-7,1-1,0 1,0-1,0 1,1-1,0 1,0-1,0 0,0 0,1 0,0 0,0 0,0-1,1 1,0-1,-1 0,1 0,1 0,-1-1,1 1,-1-1,1 0,0 0,0-1,0 0,1 1,-1-2,0 1,1-1,-1 1,1-2,0 1,-1-1,1 1,0-1,-1-1,4 0,4 1,-1 0,1-1,0-1,-1 0,1 0,-1-2,0 1,0-2,0 1,-1-2,1 1,-1-2,0 1,-1-2,0 1,0-1,-1-1,1 0,-2 0,0-1,0 0,0 0,-1-1,-1 0,0 0,0 0,-2-1,1 0,-1 0,-1 0,0-1,-1 1,1-3,-3 14,0 0,0-1,0 1,0 0,1 0,-1 0,-1 0,1 0,0 0,0 0,0 0,-1 0,1-1,0 1,-1 0,1 0,-1 0,1 0,-1 1,1-1,-1 0,0 0,0 0,1 0,-1 1,0-1,0 0,0 1,0-1,0 0,0 1,0-1,0 1,0 0,0-1,0 1,0 0,0 0,0-1,0 1,0 0,0 0,-1 0,1 0,0 1,0-1,0 0,0 0,0 1,0-1,0 1,0-1,0 0,0 1,0 0,0-1,0 1,0 0,-5 4,0 0,1 1,-1-1,1 1,1 0,-1 1,1-1,0 1,1-1,-1 1,1 0,1 0,-1 1,1-1,1 1,-1-1,1 1,1-1,-1 1,1 0,0-1,1 1,0 0,0-1,1 1,0-1,0 0,1 1,0-1,0 0,3 3,0-1,1 1,0-2,1 1,-1-1,2 0,-1-1,1 0,0 0,0-1,1 0,0 0,0-1,1-1,9 4,8 1,1-1,0-1,0-2,0-1,16 0,27-2,-9-3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4.6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1272,'10'-82,"3"0,4 1,10-22,-27 99,1 0,0 0,-1 0,1 0,1 0,-1 1,0-1,1 0,0 0,0 1,0-1,0 1,1 0,-1 0,1-1,0 2,0-1,0 0,0 0,0 1,1 0,-1 0,1 0,-1 0,1 0,0 1,0 0,0-1,0 1,0 1,0-1,0 1,0-1,3 1,7 6,-1 0,0 0,-1 2,1-1,-1 1,-1 1,0 0,0 1,-1 0,0 1,0 0,4 8,-8-13,0 0,-1 0,0 0,0 1,-1-1,1 1,-2 1,1-1,-1 0,0 1,0 0,-1-1,0 1,-1 0,1 0,-1 0,-1 1,0-1,0 1,-1-7,0 0,1 0,-1 0,0 0,-1-1,1 1,0 0,0 0,-1-1,1 1,-1-1,1 1,-1-1,0 0,0 0,1 1,-1-1,0 0,0-1,0 1,0 0,0-1,0 1,-1-1,1 1,0-1,0 0,0 0,0 0,0 0,-1 0,1-1,0 1,0-1,0 1,0-1,0 0,0 0,0 0,0 0,0 0,1 0,-1 0,0-1,1 1,-1 0,1-1,-1 0,1 1,0-1,-1 0,1 0,0 0,0 1,0-2,0-5,1 0,0 0,0 0,0 0,1 0,1 1,-1-1,1 0,0 1,1-1,0 1,0 0,1-1,-1 2,2-1,-1 0,1 1,0 0,0 0,0 0,1 1,0 0,0 0,2-1,1-2,1 0,0 0,1 1,0 1,0 0,0 0,0 1,1 0,0 1,0 1,10-2,-20 5,-1-1,1 1,0 0,0 0,0 0,0 0,0 0,0 1,0-1,-1 0,1 1,0-1,0 1,0 0,-1 0,1 0,0 0,-1 0,1 0,-1 0,1 0,-1 1,0-1,1 0,-1 1,0-1,0 1,0 0,0-1,0 1,0 1,10 62,-9-44,14 58,-15-76,0-1,-1 1,1 0,1-1,-1 1,0-1,1 1,-1-1,1 0,0 1,0-1,0 0,0 0,0 0,0-1,0 1,1 0,-1-1,1 1,-1-1,1 0,-1 0,1 0,0 0,-1-1,2 1,13-2</inkml:trace>
  <inkml:trace contextRef="#ctx0" brushRef="#br0" timeOffset="2385.487">410 549,'53'5,"0"3,-1 3,-1 1,0 3,0 2,-2 2,29 16,-63-27,0 1,0 0,-1 1,0 0,0 1,-2 1,1 0,-1 1,-1 0,0 1,-1 0,-1 0,0 1,-1 0,-1 1,0 0,-1 0,0 1,10 61,18 45,-32-119,0 1,1-1,0 0,-1 0,2 0,-1 0,0 0,1-1,-1 1,1-1,0 0,0 0,1 0,-1-1,0 0,1 1,0-2,-1 1,1 0,0-1,0 0,0 0,0 0,0-1,3 0,2 0,0-1,1 0,-2-1,1 0,0 0,0-1,-1-1,1 1,-1-2,0 1,0-1,3-3,3-2,-1-1,0 0,-1-1,0-1,-1 0,0 0,-1-2,0 1,-2-1,1-1,-2 1,0-2,-1 1,-1-1,0 0,-1 0,-1-1,0-6,-7 13,-5 27,5-5,0 0,0 0,1 1,1-1,0 1,0-1,1 1,1-1,0 6,0-12,0 0,0 0,0 0,0 0,1 0,0 0,0-1,1 1,-1-1,1 1,0-1,0 0,0 0,0 0,1 0,0-1,0 1,0-1,0 0,0 0,1-1,1 2,8 0,0-1,0-1,1 1,-1-2,0 0,1-1,-1-1,0 0,1 0,-1-2,0 0,0 0,0-1,-1-1,1-1,-1 1,0-2,-1 0,0-1,0 0,0 0,-1-2,0 1,-1-1,4-6,-10 12,1 1,-2-1,1 0,0-1,-1 1,0-1,0 0,0 1,-1-1,1 0,-1-1,0 1,-1 0,1-1,-1 1,0 0,-1-1,0 5,0 1,0-1,0 1,0 0,0-1,-1 1,1-1,0 1,0 0,0-1,-1 1,1 0,0-1,-1 1,1 0,0-1,-1 1,1 0,0 0,-1-1,1 1,-1 0,1 0,0 0,-1 0,1 0,-1-1,1 1,-1 0,1 0,0 0,-1 0,1 0,-1 0,1 0,-1 1,1-1,0 0,-1 0,1 0,-1 0,1 0,0 1,-1-1,1 0,-1 0,1 1,0-1,-1 0,1 1,0-1,0 0,-1 1,1-1,0 0,0 1,-1-1,1 0,0 1,0-1,0 1,-20 23,15-17,1 1,1 0,-1 0,1 0,0 0,1 1,0-1,1 1,-1-1,2 1,-1 2,1-7,0 0,0 0,0 0,1 0,0 0,-1 0,1 0,1-1,-1 1,0 0,1-1,0 1,0-1,0 0,0 1,1-1,-1 0,1 0,0-1,0 1,0 0,0-1,0 0,0 0,3 2,9 0,-1 0,0 0,1-2,0 0,0 0,-1-2,1 1,0-2,0 0,0-1,-1 0,1-2,-1 1,0-2,1 0,-2 0,1-1,6-5,-9 6,0-1,0-1,-1 1,0-2,0 1,-1-1,0-1,-1 0,1 0,-2 0,1-1,-1 0,-1-1,0 0,0 0,1-4,7-1,-7 46,-7-25,1 3,0 1,0 0,1-1,0 1,1-1,0 1,0-1,1 0,-1 0,2-1,-1 1,1-1,1 0,-1 0,1 0,0-1,0 0,1 0,2 1,6 0,0-1,0 0,1-2,0 1,0-2,0 0,0-1,0 0,0-2,1 0,-1 0,0-2,0 0,0-1,0 0,0-2,-1 0,1 0,-1-1,-1-1,1-1,-1 0,0-1,-1 0,0-1,2-3,7-6,-2-1,0 0,-2-2,0 0,-1-1,-1-1,-2 0,0-1,10-26,0-12,-2 0,-3-2,7-42,-10 26,-3-1,-4-1,-1-55,-7 130,-1 0,0 0,-1 0,1 0,-2 0,1 0,-1 0,0 1,0-1,-4-6,5 13,1 0,-1 0,0 0,0 0,1 0,-1 0,0 0,0 0,0 1,0-1,0 0,0 1,0-1,-1 0,1 1,0 0,0-1,0 1,0 0,-1-1,1 1,0 0,0 0,-1 0,1 0,0 0,0 0,-1 1,1-1,0 0,0 0,0 1,-1-1,1 1,0-1,0 1,0 0,0-1,0 1,0 0,-40 37,18-6,1 1,1 2,3 0,0 1,2 0,2 2,2 0,-3 16,5-20,3 1,1 0,1 0,2 0,1 1,2-1,3 11,-1-26,1 0,1 1,0-1,2 0,0-1,2 0,0 0,1 0,1-1,0 0,2-1,0 0,3 2,-2-4,2 1,0-2,0 0,1-1,1 0,0-2,1 0,0 0,0-2,1 0,0-2,1 0,0-1,0-1,1 0,-1-2,7 0,-21-3,1 0,0 0,0 0,0-1,0 0,0-1,-1 0,1 0,-1 0,1-1,-1 0,0 0,0 0,0-1,0 0,-1 0,1 0,-1-1,0 0,-1 0,1 0,-1-1,0 1,0-1,-1 0,0 0,0-1,0 1,0-3,6-25,-3 0,-1-1,-1 1,-2-1,-1 0,-2 0,-3-13,4 29,-42-534,30 488,8 70,-11 150,9-67,4 1,5-1,3 0,13 61,-11-104,2-1,2-1,2 0,2 0,1-1,2-2,3 0,0 0,3-2,4 2,-27-37,5 7,0 0,0-1,1 0,0-1,0 1,1-2,0 1,1-1,0-1,0 1,8 2,-16-9,-1 0,1 0,0 0,-1 0,1 0,0 0,-1-1,1 1,0-1,-1 0,1 1,-1-1,1 0,-1 0,0 0,1 0,-1 0,0 0,1 0,-1 0,0 0,0-1,0 1,0-1,0 1,-1-1,1 1,0-1,-1 1,1-1,-1 1,1-1,-1 0,0 1,1-1,-1 0,0 1,0-1,0 0,-1 1,1-1,0 0,-1 1,1-1,-1 0,1 1,-2-2,-3-21,-1 0,-1 0,-1 1,-1 0,-1 0,-1 1,-1 0,-1 1,-1 1,-9-10,0-1,-2 0,-1 2,-1 1,-1 2,-2 0,-1 2,0 1,-27-13,27 18,20 10,22 7,267 39,305-2,-522-27,-63-3,-104 23,-33 18,131-43,1 0,-1 0,1 1,0-1,0 2,1-1,-1 1,1 0,1 0,-1 0,1 1,0 0,0 0,1 0,0 1,0 1,2-5,1 0,0-1,0 1,0 0,0 0,1-1,-1 1,1 0,0 0,0 0,1 0,-1 0,1-1,0 1,0 0,0 0,0-1,1 1,-1-1,1 1,0-1,0 0,0 0,1 0,-1 0,1 0,0 0,-1-1,2 2,3 1,0 0,0-1,1 0,-1 0,1-1,0 1,0-2,0 1,0-1,0 0,0-1,1 0,0 0,3-1,0-1,0 0,-1-1,1 0,-1-1,0 0,1-1,-1 0,-1 0,1-1,-1-1,0 0,0 0,0-1,-1 0,0-1,-1 0,1 0,-2-1,1 0,-1-1,-1 1,1-1,-2 0,1-1,-1 0,-1 1,0-2,-1 1,0 0,0-1,-1-2,1-68,-4 82,0 1,0-1,0 0,0 0,1 1,-1-1,0 0,0 1,0-1,1 1,-1-1,0 1,1-1,-1 1,0-1,1 1,-1 0,1-1,-1 1,1 0,-1 0,1-1,-1 1,1 0,0 0,-1 0,1 0,0-1,0 1,0 0,0 0,-1 0,1 0,1 0,-1 0,0-1,0 2,-3 6,0 0,1 1,0-1,0 1,1 0,0 0,1-1,0 1,0 0,1 0,0-1,1 1,0 0,0-1,1 1,0-1,0 0,1 0,0 0,0-1,1 1,0-1,0 0,1 0,0-1,0 1,1-1,-1-1,1 1,0-1,1-1,-1 1,3 0,-2-2,0-1,1 1,0-1,-1-1,1 0,0 0,0 0,0-1,0-1,-1 1,1-1,0-1,0 0,-1 0,1-1,-1 0,0 0,0-1,0 0,0 0,0-1,-1 0,0 0,0-1,-1 0,1 0,-1-1,4-6,3-4,-1 0,0-1,-2 0,0-1,-1 0,-1-1,0 0,-2 0,0-4,-5 23,-1 1,1-1,-1 1,1-1,-1 1,1-1,-1 1,0-1,0 0,1 1,-1-1,0 1,0-1,1 0,-1 1,0-1,0 0,0 1,0-1,0 0,0 1,0-1,0 0,0 1,0-1,-1 0,1 1,0-1,0 1,-1-1,1 0,0 1,-1-1,1 1,0-1,-1 1,1-1,-1 1,1-1,-1 1,1-1,-1 1,1 0,-1-1,0 1,1 0,-1 0,1-1,-1 1,0 0,1 0,-1 0,0 0,-4 6,1 0,0 0,0 1,0 0,1 0,0 0,0 0,1 1,0-1,0 1,1-1,0 1,0 0,1-1,0 1,1 6,-1-8,1 1,0-1,0 1,1-1,0 1,0-1,1 0,0 0,0 0,0 0,1-1,0 1,0-1,0 0,0 0,1 0,0-1,0 0,0 0,1 0,-1 0,1-1,0 0,0 0,0 0,0-1,1 0,-1 0,0-1,1 0,0 0,-1 0,1-1,0 0,5 0,0-1,0 0,1-1,-1 0,0-1,-1 0,1-1,0 0,-1-1,0 0,0-1,-1 0,1-1,-1 0,-1-1,1 0,-1 0,-1-1,0 0,3-4,0-2,0 0,-1 0,0-1,-1 0,-1-1,-1 0,0 0,-1-1,-1 0,-1 0,0 0,0-14,-7 45,1-1,1 0,0 0,1 1,0-1,0 0,2 1,0-1,0 0,1 0,0 0,1 0,0-1,1 1,1-1,0 0,0-1,1 1,0-1,1-1,6 8,-2-10,-1-1,1 0,1-1,-1 0,1 0,0-2,0 1,0-2,0 0,0 0,1-1,-1-1,1 0,-1-1,0 0,1-1,-1-1,0 0,0-1,0 0,-1-1,0 0,6-4,10-12,-24 13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1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295 547,'-12'-2,"1"1,-1 0,0 0,1 1,-1 0,1 1,-1 1,1-1,-1 2,1 0,0 0,0 1,0 0,1 1,-1 0,1 1,1 0,-1 1,1 0,0 0,0 1,1 0,0 0,0 1,1 0,-3 6,8-12,0-1,1 1,-1-1,1 1,-1-1,1 1,0 0,0 0,0 0,0 0,1 0,-1 0,1 0,0 0,0 0,0 0,0 0,0 0,1 0,0-1,-1 1,1 0,0 0,0 0,0 0,1-1,-1 1,1 0,-1-1,1 0,0 1,0-1,0 0,0 0,1 0,-1 0,0 0,1 0,-1-1,2 1,2 0,0-1,0 1,0-1,1-1,-1 1,0-1,1 0,-1 0,1-1,-1 0,0 0,0 0,1-1,-1 0,0 0,-1-1,1 1,2-3,6-2,0-1,-1-1,-1 0,0-1,0 0,0-1,-1-1,6-11,-1 0,-1-1,-1-1,-1 0,-1-1,-1 0,-2-1,-1 0,-1-1,-1 0,-1 0,-2 0,0 0,-3-1,0 1,-3-14,3 40,1-10,-2-1,0 1,0-1,-1 1,-1-1,0 1,0 0,-1 0,-6-10,10 21,-1 0,1 0,-1 0,1 0,-1 0,1 0,-1 1,1-1,-1 0,0 0,1 1,-1-1,0 0,0 1,0-1,1 1,-1-1,0 1,0 0,0-1,0 1,0 0,0-1,0 1,0 0,0 0,0 0,0 0,0 0,0 0,0 0,0 0,0 0,0 1,0-1,1 0,-1 1,0-1,0 0,0 1,0-1,0 1,1 0,-1-1,0 1,0 0,1-1,-1 1,0 0,1 0,-1-1,1 1,-1 0,1 1,-28 52,17-21,3 1,0 1,3-1,0 1,3 0,0 0,3 15,-1-34,0 0,1-1,1 1,0 0,1 0,1-1,0 1,1-1,1 0,0-1,1 1,0-1,2-1,-1 1,2-2,-1 1,2-1,0 0,0-1,1-1,0 0,1 0,12 6,-7-7,1-2,1 0,-1-1,1-1,0 0,8-1,40 4</inkml:trace>
  <inkml:trace contextRef="#ctx0" brushRef="#br0" timeOffset="412.618">963 521,'-13'-6,"-1"2,1-1,-1 2,-1 0,1 1,0 0,-1 1,1 1,0 0,-1 1,1 0,-1 1,1 1,0 1,0-1,1 2,-1 0,1 1,0 0,0 1,1 1,0 0,0 0,-1 3,7-6,0 1,1 0,0 1,0-1,1 1,0 0,0 0,1 0,-1 0,2 1,-1-1,0 3,2-7,1 0,-1 0,1 1,0-1,0 0,0 0,0 0,0 0,1 0,-1 0,1 0,0 0,0 0,0 0,0 0,1 0,-1 0,1 0,0-1,-1 1,1-1,1 0,-1 1,0-1,0 0,1 0,-1 0,1 0,0-1,-1 1,4 0,7 3,0-2,0 0,0-1,1 0,-1 0,1-2,-1 0,1 0,-1-1,0-1,1 0,-1-1,0-1,0 0,0 0,-1-1,0-1,0 0,11-8,-16 11,-1-1,0 0,0 0,0-1,0 0,-1 0,0 0,0-1,0 1,-1-1,0 0,0-1,0 1,-1-1,0 1,0-1,-1 0,0 0,0 0,0-2,-2 8,0 0,0 0,0 0,0 0,0 0,0 0,0 0,0 0,0 0,0 0,-1 0,1 0,0 0,-1 0,1 0,-1 0,1 1,-1-1,1 0,-1 0,1 0,-1 1,0-1,0 0,1 1,-1-1,0 0,0 1,0-1,0 1,1 0,-1-1,0 1,0 0,0-1,0 1,0 0,0 0,0 0,0 0,0 0,0 0,0 0,0 0,0 0,0 0,0 1,0-1,0 0,0 1,0-1,1 1,-1-1,0 1,0-1,0 1,1 0,-1-1,0 1,0 0,1-1,-1 1,1 0,-1 0,1 0,-1 0,1 0,-1-1,1 1,0 1,-4 3,0-1,0 1,1 1,-1-1,1 0,1 1,-1-1,1 1,0 0,0 0,1 0,-1 0,2 0,-1 0,0 1,1-1,0 0,1 0,0 0,-1 0,2 0,-1 0,1 0,0 0,0 0,1 0,-1-1,1 1,0-1,2 2,8 2,1 0,0-1,0 0,0-1,1-1,0 0,0-1,1-1,0 0,-1-1,1-1,0 0,1-2,7 0,-22 1,73 4</inkml:trace>
  <inkml:trace contextRef="#ctx0" brushRef="#br0" timeOffset="1037.679">1866 602,'-7'-6,"0"0,-1 0,1 1,-1-1,0 2,0-1,-1 1,1 1,-1-1,0 1,0 1,0 0,0 0,0 1,0 0,-1 0,1 1,0 0,-1 1,1 0,0 1,0 0,0 0,0 1,0 0,1 0,-1 1,1 0,0 1,0 0,0 0,1 0,-1 1,-3 4,7-6,-1 1,1-1,0 0,0 1,1 0,-1 0,1 0,0 0,1 1,-1-1,1 1,0 0,0 0,1-1,0 1,0 0,0 0,1 0,0 0,0 0,0 0,1 0,0 0,0 0,0 0,1 0,0 0,0-1,0 1,1-1,0 1,0-1,0 0,1 0,0-1,1 3,10 2,-1-1,1-1,1 0,-1 0,1-2,0 0,0-1,1 0,-1-2,1 0,0-1,0 0,0-1,7-2,-3 2,1-1,0-2,-1 0,0-1,0-1,0-1,0-1,-1-1,0 0,-1-2,0 0,0-1,-1-1,0-1,2-3,16-15,-36 31,1 1,-1-1,1 0,-1 1,1-1,-1 1,1-1,-1 1,1-1,-1 1,0-1,1 1,-1 0,0-1,1 1,-1-1,0 1,0 0,0-1,0 1,0 0,1-1,-1 1,0 0,0-1,-1 1,1 0,0-1,0 1,0-1,0 1,0 0,-1-1,1 1,0-1,-1 1,1 0,-1 0,1 1,-1 2,1-1,-1 0,1 0,-1 0,1 0,0 0,1 0,-1 0,1 1,-1-1,1 0,0 0,0 0,0 0,0 0,1-1,-1 1,1 0,-1-1,1 1,0-1,0 1,0-1,1 0,-1 0,1 0,-1 0,1 0,-1-1,1 1,0-1,0 1,0-1,0 0,0 0,0-1,0 1,2 0,3-1,0 0,0-1,0 1,0-2,0 1,-1-1,1 0,0-1,-1 1,1-2,-1 1,0-1,0 0,0 0,-1-1,0 0,0 0,0-1,0 1,-1-1,0-1,0 1,0-1,-1 1,0-1,-1-1,1 1,-1 0,-1-1,1 0,-1 1,-1-1,1 0,-2 0,1 0,-1 0,0 0,0 0,-2-7,1 9,-1 0,0 0,0 0,-1 0,1 1,-1-1,-1 0,1 1,-1 0,0 0,0 0,0 1,0-1,-1 1,0 0,0 0,0 0,-1 1,1 0,-1 0,1 0,-1 1,0 0,0 0,0 0,-2 1,-4-1,0 0,0 1,0 1,0 0,0 0,0 1,0 1,1 0,-1 0,0 2,1-1,0 1,-6 4,6-4,1 1,-1 0,1 1,1 0,-1 1,1 0,0 0,1 1,0 0,0 0,0 1,1 0,1 1,0-1,0 1,0 0,2 1,-1 0,1-1,1 1,-3 11,6-18,0 0,1 0,-1 0,1 0,-1 0,1 0,1 0,-1-1,0 1,1 0,0 0,0-1,0 1,0-1,0 0,1 0,0 1,-1-2,1 1,0 0,1 0,-1-1,0 0,1 0,-1 0,1 0,1 0,8 4,-1-2,1 0,0 0,0-1,0-1,1 0,9 0,36-3,-5-4</inkml:trace>
  <inkml:trace contextRef="#ctx0" brushRef="#br0" timeOffset="1287.217">2466 15,'-20'-5,"-18"-1,-10 3,-4 6,1 7,6 7,7 9,11 8,10 5,7-4</inkml:trace>
  <inkml:trace contextRef="#ctx0" brushRef="#br0" timeOffset="1451.668">2357 712,'14'11,"14"5,11 1,13-3,19-2,20-5,23-2,-8-3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0.1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23,'23'-6,"0"0,0 2,1 1,-1 1,1 0,0 2,0 1,-1 1,1 1,-1 1,1 1,-1 1,9 4,-27-7,0-1,0 1,0 0,0 0,-1 1,1-1,-1 1,0 0,0 0,-1 1,1-1,-1 1,0 0,0-1,0 1,-1 1,0-1,0 0,0 0,0 1,-1-1,0 1,0 0,-1-1,1 1,-1 0,-1-1,1 1,-1 0,0-1,0 1,0-1,-1 1,-9 16,-1-1,-1-1,-1 0,-1-1,0 0,-2-2,0 1,0-2,-2-1,0 0,-1-1,0-1,-11 5,-97 61,127-78,0-1,0 0,0 0,0 0,0 1,0-1,0 0,0 1,0-1,0 1,1-1,-1 1,0-1,0 1,0 0,1-1,-1 1,0 0,1 0,-1-1,0 1,1 0,-1 0,1 0,0 0,-1 0,1 0,0 0,-1 0,1 0,0 0,0 0,0 0,0 0,0 0,0 0,0 0,0 0,0 0,1 0,-1 0,0 0,1 0,-1 0,1 0,-1-1,1 1,-1 0,1 0,-1 0,1-1,0 1,0 0,9 2,1 0,0 0,0-1,0-1,0 0,0-1,0 0,7-1,1 1,90-3,-1-6,0-4,82-22,-112 16,-14 1</inkml:trace>
  <inkml:trace contextRef="#ctx0" brushRef="#br0" timeOffset="412.979">943 9,'-19'37,"-40"225,59-261,-10 141,11-136,-1-1,1 0,0 1,0-1,1 0,-1 0,1 0,0 0,1 0,-1-1,1 1,0-1,0 1,0-1,1 0,-1 0,1 0,0-1,0 0,0 1,1-1,-1 0,1-1,0 1,1-1,4 1,0 0,0-1,0 0,0-1,0 0,0-1,1 0,-1 0,0-1,0 0,0-1,0 0,0-1,-1 0,1-1,-1 0,0 0,1-1,-2 0,1 0,5-6,-3 3,-1 0,0 0,0-1,-1 0,-1-1,1 0,-2 0,1-1,-1 0,-1 0,0-1,-1 1,0-1,-1-1,0 1,2-13,-5 24,-1 0,1 0,0 0,-1 0,0 0,1-1,-1 1,1 0,-1 0,0 0,0 0,0-1,0 1,0 0,0 0,0 0,0-1,0 1,-1 0,1 0,0 0,-1 0,1-1,-1 1,1 0,-1 0,0 0,1 0,-1 0,0 0,0 1,1-1,-1 0,0 0,0 0,0 1,0-1,0 0,0 1,0-1,-1 1,1 0,0-1,0 1,0 0,0-1,-1 1,1 0,0 0,0 0,0 0,-1 0,1 1,0-1,0 0,0 0,0 1,-1-1,1 1,-8 7,0 1,1 1,0-1,1 1,0 0,0 1,1 0,1 0,0 0,0 1,1-1,0 1,1 0,1 0,0 1,0-1,2 0,-3 2,2 0,0-1,0 1,1 0,1-1,0 1,1 0,1-1,0 1,0-1,2 0,-1 0,2-1,0 1,0-1,1 0,1-1,5 8,43 38,2-10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8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166 162,'-3'25,"0"26,0 19,3 17,4 12,6 6,3 3,2-1,-1-1,-4-6,-5-10,-9-13,-3-21</inkml:trace>
  <inkml:trace contextRef="#ctx0" brushRef="#br0" timeOffset="300.512">29 422,'-28'-110,"28"108,-1 1,1-1,0 0,0 0,0 0,1 1,-1-1,0 0,1 0,-1 0,1 1,-1-1,1 0,0 1,0-1,0 0,0 1,0-1,0 1,0 0,1-1,-1 1,0 0,1 0,-1 0,1 0,-1 0,1 0,0 0,-1 0,1 1,1-1,61-9,-48 8,0 1,0 1,1 1,-1 0,0 1,0 1,0 0,-1 1,1 1,-1 0,0 1,0 1,-1 0,0 1,0 1,7 6,-19-13,1 0,-1 0,0 1,0 0,0-1,-1 1,1 0,-1 0,1 0,-1 0,0 0,0 0,0 0,-1 0,1 0,-1 0,1 1,-1-1,0 0,0 0,-1 0,1 1,-1-1,1 0,-1 0,0 0,0 0,-1 0,1 0,-1 0,1 0,-1 0,-1 0,-5 7,-1 0,0-1,-1-1,0 1,0-1,-1-1,0 0,0-1,-1 0,0 0,0-1,0-1,-7 1,-51 25,63-26</inkml:trace>
  <inkml:trace contextRef="#ctx0" brushRef="#br0" timeOffset="906.164">589 545,'-14'-62,"3"-1,2 0,4 0,2 0,4-27,-3-16,-2 71,-2 59,8-18,1 1,-1-1,1 0,1 0,-1-1,1 1,0-1,0 0,0 1,1-2,-1 1,1-1,1 1,-1-1,0-1,1 1,0-1,0 0,0 0,0-1,1 0,-1 0,0 0,7 0,26 8,1-2,-1-2,1-2,31 0,67 8,-134-12,-1 0,1 0,0 1,0-1,-1 1,1 0,0 0,-1 0,1 1,-1-1,1 1,-1 0,0 0,0 0,0 0,0 1,0-1,0 1,-1 0,1-1,-1 1,0 0,0 1,0-1,0 0,0 1,-1-1,1 1,-1-1,0 1,0 0,-11 167,10-168,1-1,-1 1,1 0,-1 0,1 0,0-1,0 1,0 0,1-1,-1 1,1-1,-1 0,1 1,0-1,0 0,0 0,0 0,0 0,1-1,-1 1,0 0,1-1,-1 0,1 1,0-1,-1 0,1 0,0-1,-1 1,1-1,0 1,0-1,0 0,0 0,0 0,1 0,12-2,0-1,0-1,-1 0,1-1,-1 0,0-1,0-1,-1 0,0-1,-1-1,1 0,-2-1,1 0,-1-1,-1-1,0 1,0-2,-1 0,-1 2,-1 0,0-1,-1 0,-1 0,1 0,-2-1,0 0,0 0,-1 0,-1-1,0-2,-5-5,-11 29,9 1,0 1,1-1,0 1,0 0,1 0,1 0,0 0,0 0,1 1,0-1,0 0,1 0,1 0,0 0,0 0,1 0,0 0,2 3,0-5,0 0,0-1,0 1,1-1,0-1,1 1,-1-1,1 0,0 0,1-1,-1 0,1-1,0 1,1-1,-1-1,0 0,1 0,0-1,0 0,3 1,31 4</inkml:trace>
  <inkml:trace contextRef="#ctx0" brushRef="#br0" timeOffset="1450.401">1872 12,'68'199,"-67"-197,-1-1,0 0,1 0,-1 0,0 0,1 0,0 0,-1 0,1 0,0 0,-1 0,1 0,0 0,0-1,0 1,0 0,-1 0,1-1,0 1,1-1,-1 1,0-1,0 1,0-1,0 0,0 1,0-1,0 0,1 0,-1 0,0 0,0 0,0 0,0 0,0 0,1-1,-1 1,0 0,0-1,0 1,0 0,0-1,0 0,0 1,0-1,0 0,0 1,0-1,0 0,-1 0,1 0,0 0,0 0,-1 1,1-1,-1-1,1 1,58-60,38-32,-97 93,1 0,-1-1,0 1,0 0,0-1,1 1,-1 0,0 0,1-1,-1 1,0 0,0 0,1-1,-1 1,1 0,-1 0,0 0,1 0,-1 0,0-1,1 1,-1 0,1 0,-1 0,0 0,1 0,-1 0,0 0,1 0,-1 1,1-1,-1 0,0 0,1 0,-1 0,0 0,1 1,-1-1,0 0,1 0,-1 0,0 1,1-1,-1 0,0 1,0-1,1 0,-1 0,0 1,0-1,0 0,0 1,1-1,-1 1,0-1,0 0,0 1,0-1,0 0,0 1,0-1,0 1,0-1,0 0,0 1,0-1,0 1,0-1,-1 0,-6 36,5-28,0 0,-11 99,13-102,0-1,1 1,-1-1,1 0,0 1,1-1,-1 0,1 0,0 0,0 0,0 0,0-1,1 1,-1 0,1-1,0 0,0 0,1 0,-1 0,0 0,1-1,0 1,1 0,12 4,1-1,-1 0,1-1,0-2,1 1,-1-2,0 0,1-2,-1 0,1 0,1-2,92-5,-3-4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7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0 548,'124'-379,"-74"217,-38 156,-9 28,-23 276,18-221,3 0,4 0,12 63,8 38,-25-176,0 1,0-1,0 0,-1 1,1-1,-1 0,0 0,0 1,0-1,0 0,0 0,0 0,-1 0,1 0,0 0,-1-1,0 1,1 0,-1-1,0 1,0-1,0 1,0-1,0 0,0 0,0 0,-1 0,1-1,0 1,0 0,-1-1,1 0,0 1,-1-1,1 0,0 0,-1 0,1-1,-1 1,1-1,0 1,-2-1,-4 0,1-1,-1 0,1 0,0 0,0-1,-1 0,2 0,-1-1,0 0,1 0,-4-3,10 6,0 1,0-1,0 1,0-1,0 1,0-1,1 1,-1-1,0 1,0-1,0 1,1 0,-1-1,0 1,1-1,-1 1,0 0,1-1,-1 1,0 0,1 0,-1-1,1 1,-1 0,0 0,1-1,-1 1,1 0,-1 0,1 0,-1 0,1 0,-1 0,1 0,-1 0,1 0,-1 0,1 0,-1 0,1 0,-1 0,1 0,-1 0,1 1,-1-1,1 0,1 0,366-34,-306 27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8.2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1,'3'0,"-3"0,-4 0,-3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9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492 767,'-23'5,"1"2,0 0,0 2,1 0,0 2,1 0,0 1,1 1,0 1,1 1,0 0,2 1,0 1,0 1,-8 14,3-8,2 1,2 0,0 2,1 0,2 1,1 0,1 1,1 1,2 0,1 0,1 1,-1 17,7-42,0-1,1 1,-1-1,1 1,0 0,0-1,1 1,0-1,0 1,0-1,1 1,0-1,0 0,0 1,0-1,1 0,0-1,0 1,0 0,1-1,0 0,-1 0,1 0,1 0,-1 0,1-1,-1 0,1 0,0 0,0-1,0 1,0-1,1 0,1 0,9-3,0 0,0-1,0 0,0-1,0-1,0-1,-1 0,0-1,0-1,-1 0,0-1,0 0,0-1,-1-1,-1 0,1-1,1-3,15-11,0-1,-2-2,-1-1,-1-1,-2-1,-1-1,-1-1,-2-1,-2 0,0-2,-3 0,-1 0,-2-1,-1-1,-2 0,2-22,-9 45,-1-1,0 1,0 0,-2-1,0 1,-1 0,0 0,-1 0,-4-8,5 16,1 1,-2 0,1 0,0 0,-1 0,0 0,-1 1,1 0,-1 0,0 0,0 0,-1 1,1 0,-1 0,0 1,0-1,0 1,0 0,-1 1,1 0,-1 0,-1 0,-2 0,1 1,-1 1,1-1,0 2,-1-1,1 1,-1 1,1 0,0 0,0 1,0 0,0 0,1 1,-1 0,1 1,0 0,0 0,0 1,1 0,0 0,-5 6,-1 1,1 1,0 0,1 1,0 1,1-1,1 2,1-1,0 1,1 1,-2 11,4-10,1 1,1-1,1 1,1 0,0 0,2-1,0 1,1 0,1-1,1 1,1-1,0 0,2-1,0 1,1-1,7 11,12 17,1-1,3-2,1-1,2-1,25 21,-44-46,16 15,-1 1,-2 2,-1 1,10 19,-18-19</inkml:trace>
  <inkml:trace contextRef="#ctx0" brushRef="#br0" timeOffset="1079.789">1311 1737,'0'0,"1"0,-1 0,0 0,0-1,0 1,0 0,0 0,1 0,-1 0,0 0,0 0,0 0,0 0,1 0,-1 0,0 0,0 0,0 0,1 0,-1 0,0 0,0 0,0 0,0 0,1 0,-1 0,0 0,0 0,5-23,-5 19,0 0,-1 0,1 0,-1 0,0 0,0 0,0 1,-1-1,0 0,1 1,-1-1,0 1,-1 0,1-1,-1 1,1 0,-1 1,0-1,0 0,0 1,0-1,-1 1,1 0,-1 0,0 0,-3-2,-1 1,0 0,0 0,0 0,0 1,0 0,0 1,-1-1,1 2,-1-1,-4 1,3 2,-1 0,1 1,1 0,-1 0,0 1,1 0,0 1,0 0,0 1,0 0,1 0,0 0,0 1,1 1,0-1,0 1,1 0,0 1,0-1,1 1,0 0,1 1,0-1,-3 9,4-10,0 0,0 1,1 0,-1-1,2 1,0 0,0 0,0 0,1 0,1 0,-1 0,1 0,1 0,0 0,0 0,1-1,0 1,0-1,1 0,0 0,0 0,1 0,0-1,1 0,-1 0,1 0,1-1,3 3,5 0,1-1,0 0,0-1,1-1,0-1,0 0,0-1,0-1,1-1,0 0,-1-2,1 0,0 0,-1-2,1 0,7-3,-2 1,-1-1,0-1,0-1,0-1,-1 0,0-2,17-11,-12 5</inkml:trace>
  <inkml:trace contextRef="#ctx0" brushRef="#br0" timeOffset="3780.106">1134 139,'-25'361,"29"-285,-4-74,1 0,-1 0,1 0,0 0,0 0,-1 0,1 0,1 0,-1-1,0 1,0 0,1-1,-1 1,1-1,-1 1,1-1,0 0,-1 0,1 0,0 0,0 0,0 0,0 0,0 0,0-1,0 1,0-1,0 0,0 1,0-1,0 0,0 0,0 0,1-1,10-2,-1 0,0-1,0-1,-1 0,0-1,1 0,-2 0,1-1,-1-1,0 1,-1-2,9-8,-8 8,0 0,0 0,-1-1,0 0,-1 0,0-1,-1 0,0-1,-1 0,0 0,-1 0,0-1,-1 1,0-1,-1 0,-1 0,0-1,0 1,-2 0,1-1,-2 1,0-1,0 1,-3-7,-15-44,28 100,-1 1,-2 1,-2-1,0 14,-3-38,6 207,-7-180</inkml:trace>
  <inkml:trace contextRef="#ctx0" brushRef="#br0" timeOffset="6478.847">1625 152,'-5'14,"-1"14,0 11,-1 7,0 4,2 3,2-1,1-4,1-6,0-5,1-11,1-11</inkml:trace>
  <inkml:trace contextRef="#ctx0" brushRef="#br0" timeOffset="6735.693">1638 234,'8'16,"8"13,9 6,7 1,8 0,3-5,0-2,-6-6,-6-5,-9-6</inkml:trace>
  <inkml:trace contextRef="#ctx0" brushRef="#br0" timeOffset="6981.413">1912 84,'-2'21,"-2"16,1 11,1 7,2 3,3-1,1-3,4-5,2-7,-1-11</inkml:trace>
  <inkml:trace contextRef="#ctx0" brushRef="#br0" timeOffset="7230.745">2198 152,'-2'21,"-1"14,0 10,0 5,2 0,0-1,0-4,3-8,6-7,6-9,0-9</inkml:trace>
  <inkml:trace contextRef="#ctx0" brushRef="#br0" timeOffset="7402.362">2526 207,'-9'21,"-3"16,0 9,0 3,2 1,3-4,3-7,1-8,2-10</inkml:trace>
  <inkml:trace contextRef="#ctx0" brushRef="#br0" timeOffset="7663.353">2267 30,'9'-5,"18"-1,19 0,21 1,18 1,13 2,8 1,-14 0</inkml:trace>
  <inkml:trace contextRef="#ctx0" brushRef="#br0" timeOffset="8182.014">3018 985,'18'10,"16"2,12 0,6-3,4-2,3-3,-6-1,-8 0,-13 0</inkml:trace>
  <inkml:trace contextRef="#ctx0" brushRef="#br0" timeOffset="8433.684">3059 1367,'14'7,"16"3,17-4,16-4,15-7,7-8,4-6,-14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0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11,'23'0,"22"0,14 0,12-3,5 0,1 0,-5 1,-11 3,-15 3,-16 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2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3,'21'7,"19"2,16 0,12-2,12-4,7-5,4-5,0-3,-6 0,-18 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6.0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41,'-4'-4,"-7"-5,-8-4,-1-1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7.0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416 0,'-13'6,"1"0,-1 0,1 1,1 0,-1 1,1 1,0-1,1 2,0 0,-6 7,15-15,-27 27,2 1,1 1,1 2,2 0,1 1,2 2,1 0,2 0,2 2,-6 23,12-33,2-1,1 1,1 1,2-1,0 0,2 1,1-1,2 0,0 1,2-1,1-1,1 1,2-1,0 0,6 9,12 12,2-1,2-1,2-2,1-1,13 10,1 1,-4 2,27 44,-61-86,-1 1,-1 0,0 1,-1 0,-1 0,0 1,-1 0,-1 0,0 0,-2 0,0 0,-1 1,0-1,-2 1,0-1,-1 1,-3 11,-1-9,-2 0,0 0,-1-1,-2-1,1 1,-2-2,0 1,-2-2,1 0,-2 0,0-2,-13 11,-2-2,-1 0,0-3,-2 0,0-2,-1-2,-27 10,-22 0,70-24,24-6,12-2,0 1,1 1,0 1,-1 1,1 2,0 0,0 1,0 1,-1 2,11 2,-21-2,0 1,-1 0,0 1,0 0,0 0,-1 2,0-1,-1 1,1 1,-1 0,-1 1,0-1,0 2,-1-1,0 1,-1 1,0-1,-1 1,-1 0,1 1,2 11,1 7,-2 0,0 1,-3-1,0 1,-2 0,-1 1,-2-1,-3 17,-6 32,-4 1,-19 58,-28 84,17-73,7 2,6 1,4 27,23-146,2 0,1 1,2-1,1 1,2-1,1 0,2 0,1 0,2-1,1 0,2-1,2-1,0 0,2 0,11 12,-14-23,2-1,0 0,1-1,2-1,-1-1,2 0,17 10,-8-11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5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0 470,'25'-61,"-2"-1,-4-1,3-19,21-119,-43 201,0 0,0 0,0 0,0 0,1 0,-1 1,0-1,0 0,0 0,0 0,0 0,1 0,-1 0,0 0,0 0,0 1,0-1,1 0,-1 0,0 0,0 0,0 0,0 0,1 0,-1 0,0 0,0 0,0 0,0 0,1 0,-1 0,0 0,0-1,0 1,0 0,1 0,-1 0,0 0,0 0,0 0,0 0,0 0,1 0,-1-1,0 1,0 0,0 0,0 0,0 0,5 21,-5-20,12 121,-4 1,-8 64,0-134,0-29,2-8,-1 1,-1-1,0 0,-1 0,-1 0,0 0,-1 0,-1 0,-1 0,0-1,-1 0,0 0,-1-1,-1 1,-2 0,-6 1</inkml:trace>
  <inkml:trace contextRef="#ctx0" brushRef="#br0" timeOffset="170.543">27 744,'11'2,"12"1,13 0,11 0,13-4,12-3,7-4,5-3,-12 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9.2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576 533,'-22'5,"-1"0,1 1,1 1,-1 2,1 0,0 1,1 1,0 0,1 2,-3 3,-7 5,2 0,1 2,1 1,1 1,1 1,1 1,1 1,2 0,0 2,2 0,2 1,1 1,1 0,2 1,1 0,1 1,2 0,2 0,-2 34,7-55,1 0,0 0,1 0,0 0,1-1,0 1,1-1,0 0,5 8,-8-16,2 0,-1 1,0-1,1-1,0 1,0 0,0-1,0 1,1-1,-1 0,1 0,0 0,0-1,0 0,0 1,0-1,0 0,1-1,-1 1,1-1,-1 0,1 0,0 0,-1-1,1 0,0 0,4 0,6-5,1 0,-1-1,-1 0,1-1,-1-1,0 0,-1-1,0-1,-1 0,0-1,0 0,-1 0,0-2,-1 1,-1-1,2-4,33-39,-2-3,-3-1,-3-2,-2-1,-4-2,-2-1,12-44,-34 93,-1 0,0-1,-1 1,-1-1,-1 0,0 0,-1 1,-1-1,-1 0,-1 0,0 0,-2-5,3 19,-1-1,1 1,-1-1,0 1,-1 0,1 0,0 0,-1 0,0 1,0-1,0 1,-1-1,1 1,-1 0,0 1,1-1,-1 0,-1 1,1 0,0 0,0 0,-1 1,1-1,-1 1,1 0,-1 1,0-1,1 1,-1 0,0 0,-2 0,-8 3,0 0,0 1,1 1,-1 0,1 1,0 1,1 0,0 1,0 0,0 1,1 1,1 0,0 0,0 1,1 0,0 1,1 0,0 1,1 0,0 0,1 1,1 0,0 0,1 0,1 1,-1 2,3-3,1 0,0 0,1 0,0 0,1 0,1 0,0-1,0 1,2 0,0-1,0 0,1 0,1 0,0-1,1 1,3 3,17 24,2 0,2-3,1 0,3-1,6 7,14 14,-2 2,27 42,-67-81,0 0,-1 0,-1 1,-1 1,-1 0,0 0,-2 0,-1 1,-1 1,3 21,-7-4,-4-10</inkml:trace>
  <inkml:trace contextRef="#ctx0" brushRef="#br0" timeOffset="2879.357">1095 1694,'-6'356,"-1"-326,6-276,0 209,8-87,-6 119,0 0,0 0,1 0,0 0,0 0,0 1,1-1,-1 0,1 1,0 0,0 0,1 0,-1 0,1 0,0 1,0-1,0 1,1 0,-1 0,1 1,2-2,5 0,0 1,0-1,0 2,0 0,1 1,-1 0,1 0,-1 2,1-1,-1 2,0-1,1 2,-1 0,0 0,-1 1,1 0,0 1,9 6,-17-9,0 1,-1-1,1 1,-1 0,1 0,-1 0,0 1,0-1,0 1,-1-1,1 1,-1 0,0 0,0 0,0 0,-1 1,1-1,-1 0,0 1,0-1,-1 1,1-1,-1 1,0-1,0 1,-1-1,1 1,-1-1,0 1,0-1,0 0,-1 1,0-1,0 0,-2 3,-3 5,-2 0,0-1,0 0,-1-1,0 0,-1-1,0 0,0 0,-1-1,0-1,-1 0,1 0,-8 1,19-7,-2 0,1 1,-1-1,0 0,0 0,0 0,0 0,0-1,0 1,0-1,0 1,0-1,0 0,0-1,0 1,-1 0,0-1,18-13,-6 10,1 0,-1 1,1 0,-1 1,1-1,0 2,0-1,0 1,0 1,0 0,0 0,0 0,0 1,0 1,0 0,0 0,0 0,-1 1,1 0,-1 1,0 0,0 1,0-1,0 1,-1 1,0-1,0 1,-1 1,1-1,-1 1,-1 0,1 1,-1-1,-1 1,1 0,-1 0,0 2,-2-4,0 1,-1 0,0 0,0 0,0 0,-1 0,0 1,0-1,-1 0,0 0,0 0,-1 0,0 0,0-1,0 1,-1-1,0 1,0-1,-1 0,0 0,0 0,0 0,-1-1,0 0,0 0,0 0,-1 0,1-1,-1 0,-4 2,1 0,0 0,-1-1,1-1,-1 1,0-1,0-1,0 0,-1 0,1-1,-1-1,0 1,1-2,-1 1,0-2,1 1,-1-1,0-1,1 0,0-1,-4-1,13 4,-1 0,1 0,0-1,0 1,0-1,0 1,0-1,0 1,0-1,0 1,1-1,-1 0,0 1,0-1,0 0,1 0,-1 0,0 0,1 0,-1 0,0 0,1 0,0 0,-1 0,1 0,0 0,-1 0,1 0,0 0,0 0,0 0,0 0,0 0,0-1,0 1,0 0,0 0,1 0,-1-1,6-12</inkml:trace>
  <inkml:trace contextRef="#ctx0" brushRef="#br0" timeOffset="3779.245">972 192,'19'0,"0"0,0 2,0 1,0 0,-1 1,1 1,6 3,-19-6,-1 0,1 1,-1-1,0 1,1 0,-1 1,-1-1,1 1,0 0,-1 0,0 0,0 1,0-1,-1 1,1 0,-1 0,0 0,0 1,-1-1,0 1,0 0,0-1,-1 1,1 0,-1 1,-1 2,0 1,-1 0,0 0,0 0,-1-1,0 1,-1-1,0 0,-1 1,0-1,0-1,-1 1,0-1,-2 4,-90 105,76-97,16-16,-1 1,0 1,1-1,0 1,1 0,-1 0,1 0,0 0,0 1,0 2,4-8,0 0,0 0,0 0,0 0,0 0,0 0,0 0,0 0,0 0,1 0,-1 0,0 0,1 0,-1 0,1 0,-1 0,1 0,0 0,-1-1,1 1,0 0,-1 0,1-1,0 1,0-1,0 1,0 0,-1-1,1 0,0 1,0-1,0 1,0-1,0 0,0 0,0 0,1 1,43 5,-40-5,22 0,0 0,0-2,0-1,0-1,-1-1,1-2,-1-1,0 0,4-4,-2-3,-8 2</inkml:trace>
  <inkml:trace contextRef="#ctx0" brushRef="#br0" timeOffset="4028.594">972 437,'11'0,"12"3,12 0,11-1,6 1,3-2,1 0,-4-2,-10-2</inkml:trace>
  <inkml:trace contextRef="#ctx0" brushRef="#br0" timeOffset="4302.956">1450 301,'-25'300,"24"-296,0-1,1 0,-1 1,1 0,0-1,0 1,1-1,-1 1,1-1,-1 0,1 1,0-1,0 1,1-1,-1 0,1 0,-1 0,1 0,0 0,0 0,0 0,1-1,-1 1,1-1,-1 1,1-1,0 0,0 0,2 1,7-1,0 0,0 0,0-1,0-1,0 0,0 0,1-1,-1-1,0 0,-1-1,1 0,0-1,-1 0,0-1,0 0,0-1,-1 0,1 0,-2-1,1-1,-1 0,1 0,11-16,-6 2</inkml:trace>
  <inkml:trace contextRef="#ctx0" brushRef="#br0" timeOffset="4550.296">1327 479,'16'-3,"13"-2,10-4,10-2,7-1,0-1,-5-2,-6 4,-11-1,-11 4</inkml:trace>
  <inkml:trace contextRef="#ctx0" brushRef="#br0" timeOffset="4799.338">1450 205,'14'0,"16"0,15 0,13-2,9-1,4 0,0 0,-13 2</inkml:trace>
  <inkml:trace contextRef="#ctx0" brushRef="#br0" timeOffset="5115.492">2078 287,'-13'2,"0"1,0 1,0 1,0 0,0 0,1 1,0 1,1 0,-1 0,1 1,1 1,-1 0,1 0,1 1,0 0,0 1,1 0,1 0,0 1,0 0,1 0,1 1,0 0,3-9,1 0,1 0,-1 0,1 0,-1 0,1 1,0-1,1 0,-1 0,1 0,0 0,0 1,0-1,0 0,1-1,0 1,-1 0,1 0,1-1,-1 1,1-1,-1 0,1 1,0-1,0 0,0-1,0 1,1-1,-1 1,1-1,0 0,-1 0,2 0,11 2,-1 0,1-1,-1 0,1-2,0 0,0 0,0-2,0 0,0 0,-1-2,1 0,-1-1,1 0,-1-1,0-1,-1-1,0 0,0 0,0-1,0-2,-6 6,0-1,-1 0,1 0,-1-1,0 0,0 0,-1-1,0 1,0-1,0-1,-1 1,0-1,-1 0,0 0,0-1,-1 1,0-1,0 0,-1 1,0-1,0 0,-1-1,0-2,-1 11,0 0,0 0,0 0,1 0,-1 1,0-1,0 0,0 0,-1 0,1 0,0 1,0-1,0 0,0 0,-1 0,1 1,-1-1,1 0,0 0,-1 1,1-1,-1 0,1 1,-1-1,0 0,1 1,-1-1,0 1,1-1,-1 1,0-1,1 1,-1 0,0-1,0 1,0 0,0 0,1-1,-1 1,0 0,0 0,0 0,0 0,1 0,-1 0,0 0,0 1,0-1,0 0,1 0,-1 1,0-1,0 0,1 1,-1-1,0 1,0-1,1 1,-1-1,0 1,1-1,-1 1,1 0,-4 9,1 1,0 0,1 0,0 0,1 0,0 0,1 0,0 1,0-1,2 0,0 2,-2-7,1 1,0-1,0 1,1-1,0 0,0 0,0 1,1-1,0-1,0 1,0 0,1-1,0 1,0-1,0 0,1-1,0 1,0-1,0 0,0 0,12 4</inkml:trace>
  <inkml:trace contextRef="#ctx0" brushRef="#br0" timeOffset="5301.175">2337 1,'-9'2,"-1"3,8 6,12 3,11 1,1-2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0.8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1219,'48'-273,"-40"41,-5 239,0 0,0 0,1-1,0 1,0-1,0 0,1-1,0 1,0-1,0 0,1 0,0 0,0-1,0 0,0 0,1 0,-1-1,1 0,0 0,1-1,36 17,-34-16,0-1,-1 2,1-1,-1 1,0 0,0 1,0 0,-1 1,1 0,-1 0,-1 1,1 0,-1 0,0 0,-1 1,0 0,0 1,-1-1,0 1,0 0,-1 0,3 9,-11 79,0-66,5-29,-1 0,1 0,0 0,0 0,0 0,0 0,0 0,0 0,0 0,1-1,-1 1,1 0,-1-1,1 1,-1-1,1 0,0 1,0-1,0 0,0 0,0 0,0 0,0-1,0 1,0 0,0-1,1 0,-1 1,0-1,0 0,0 0,1 0,-1 0,0-1,0 1,0-1,0 1,1-1,-1 0,0 0,0 0,1 0,14-2,0 1,-1-2,0 0,1-1,-1-1,-1 0,1-1,-1-1,-1-1,1 0,-1 0,-1-2,0 1,0-2,-1 0,-1 0,0-1,9-13,-17 19,0 0,0 0,-1 0,0 0,0 0,-1-1,0 1,0-1,0 1,-1-4,0 9,0-1,0 1,0 0,0 0,-1 0,1 0,-1 0,1 0,-1 0,0 0,0 0,1 0,-1 0,-1 1,1-1,0 0,0 1,-1-1,1 1,-1-1,1 1,-1-1,0 1,1 0,-1 0,0 0,0 0,0 0,0 1,0-1,0 0,0 1,0-1,0 1,0 0,0 0,0 0,-2 0,0 0,1 1,0 0,-1-1,1 1,0 1,0-1,0 0,0 1,0-1,0 1,0 0,0 0,0 0,1 1,-1-1,1 1,0-1,0 1,0 0,0 0,0 0,1 0,-1 0,1 0,-1 0,1 0,0 2,-2 4,0 0,1 1,0 0,1-1,0 1,0 0,1 0,0-1,1 3,1-3,1 0,0 1,1-1,0 0,0-1,1 1,0-1,0 0,1 0,0 0,0-1,1 0,0 0,1-1,-1 0,1 0,0-1,0 0,1 0,0-1,0 0,0 0,0-1,0-1,1 1,-1-1,1-1,0 0,-1 0,1-1,0 0,3-1,37 0</inkml:trace>
  <inkml:trace contextRef="#ctx0" brushRef="#br0" timeOffset="1013.92">1243 741,'-21'-1,"1"1,-1 2,0 0,1 1,-1 1,1 1,0 0,0 2,1 0,-9 6,25-13,1 1,0 0,0 0,-1 0,1 0,0 0,0 0,0 0,0 1,0-1,1 1,-1 0,0 0,1-1,-1 1,1 0,0 0,-1 0,1 0,0 1,0-1,0 0,1 0,-1 1,0-1,1 0,0 1,-1-1,1 1,0-1,0 0,1 1,-1-1,0 1,1-1,-1 0,1 1,0-1,0 0,0 0,0 0,0 1,0-1,1 0,-1 0,1 0,12 10,0 0,1-1,1 0,0-1,0-1,1-1,0 0,12 3,-4 0,3 1,-9-5,0 2,0 0,-1 1,0 1,0 0,12 12,-29-23,0 1,0 0,0 0,0 0,0 1,0-1,0 0,0 0,0 1,0-1,-1 0,1 1,0-1,-1 0,1 1,-1-1,0 1,1-1,-1 1,0-1,0 1,0 0,0-1,0 1,0-1,-1 1,1-1,-1 1,1-1,-1 0,1 1,-1-1,1 1,-1-1,0 0,0 0,0 1,0-1,0 0,0 0,0 0,0 0,-1 0,1 0,0 0,0-1,-1 1,1 0,-1-1,1 1,-1-1,1 1,-2-1,-4 3,0 0,0 0,0-1,-1 0,1-1,-1 0,1 0,-1 0,1-1,-1 0,1-1,-1 1,1-1,-1-1,1 0,-1 0,1 0,0-1,0 0,0 0,-3-3,9 6,0-1,0 0,0 0,0 1,0-1,0 0,1 0,-1 0,0 0,1 1,-1-1,0 0,1 0,-1-1,1 1,0 0,-1 0,1 0,0 0,0 0,-1 0,1 0,0-1,0 1,0 0,1 0,-1 0,0 0,0 0,0-1,1 1,-1 0,1 0,-1 0,1 0,-1 0,1 0,0 0,-1 0,1 1,0-1,0 0,0 0,-1 0,1 1,1-1,49-27,59-8,-83 29,-1 0,0-2,-1-1,0-1,0-1,-1-1,0-1,-2-1,15-12,-13-4,-24 30,0 1,1-1,-1 0,0 1,1-1,-1 0,0 0,0 1,0-1,0 0,0 1,0-1,0 0,0 0,0 1,0-1,0 0,0 0,0 1,0-1,-1 0,1 1,0-1,-1 0,1 1,0-1,-1 0,1 1,-1-1,1 1,-1-1,1 1,-1-1,1 1,-1-1,0 1,1 0,-1-1,0 1,1 0,-1-1,0 1,1 0,-1 0,0 0,0 0,0 0,-4 0,1 0,-1 0,0 1,0 0,1 0,-1 0,1 1,-1 0,1 0,0 0,-1 0,1 0,0 1,1 0,-1 0,0 0,1 0,-1 1,1-1,0 1,0 0,1 0,-1 0,1 0,0 0,0 1,0-1,1 1,-1-1,1 1,0-1,0 1,1 0,-1 2,1 0,0 1,0-1,1 0,0 1,0-1,0 0,1 0,0 1,1-1,-1-1,2 1,-1 0,0-1,1 0,1 1,-1-1,1-1,0 1,0-1,0 0,1 0,0 0,0-1,0 0,0 0,1-1,3 3,1 0,1-1,-1 0,1-1,-1 0,1-1,0 0,0-1,1 0,-1-1,0-1,1 0,-1 0,0-1,6-2,-7 0,0 0,0-1,-1 0,1-1,-1 0,0-1,0 0,-1 0,1-1,-1-1,-1 1,0-1,0-1,0 0,-1 0,0 0,-1-1,5-10,5-11,-2-1,-1-1,-2-1,-1 1,3-24,25-153,7-164,-41 330,4-89,-8 132,1 1,-1-1,0 0,1 1,-1-1,0 1,0-1,0 0,1 1,-1-1,0 0,0 1,0-1,0 0,0 1,0-1,0 1,0-1,-1 0,1 1,0-1,0 0,0 1,-1-1,1 1,0-1,-1 1,1-1,0 0,-1 1,1-1,-1 1,1 0,-1-1,1 1,-1-1,1 1,-1 0,1-1,-1 1,0 0,1 0,-1-1,1 1,-1 0,0 0,1 0,-1 0,0 0,1 0,-1 0,0 0,1 0,-1 0,0 0,1 0,-1 1,1-1,-1 0,-24 34,6 14,2 0,2 1,3 0,1 1,3 0,2 1,2 0,2 6,0-16,1 1,2-1,2 0,2 1,1-1,3-1,1 0,1 0,3-1,1 0,2-1,20 33,-32-62,1-1,-1 0,1 0,1 0,-1-1,1 0,1 0,-1 0,1-1,0-1,1 1,7 3,-15-9,0 1,0-1,0 1,0-1,0 1,0-1,0 1,0-1,0 0,0 0,0 0,0 0,0 0,1 0,-1 0,0 0,0 0,0 0,0 0,0-1,0 1,0 0,0-1,0 1,0-1,0 1,0-1,0 0,0 1,0-1,0 0,-1 0,1 0,0 1,-1-1,1 0,0 0,-1 0,1 0,-1 0,1 0,-1 0,0 0,1-1,-4-51,-8 26,-1 0,-1 1,-1 0,-2 1,-1 1,0 0,-2 1,-14-13,-41-41,-4 3,-2 4,-3 3,-78-46,130 90,30 22,1 1,-1 0,0 0,1-1,-1 1,1 0,-1 0,1-1,-1 1,1-1,-1 1,1 0,0-1,-1 1,1-1,0 1,-1-1,1 1,0-1,-1 1,1-1,0 0,0 1,0-1,0 1,0-1,-1 0,1 1,0-1,0 1,0-1,1 0,-1 1,0-1,0 1,0-1,0 1,1-1,-1 0,0 1,0-1,1 1,-1-1,0 1,1-1,-1 1,0-1,1 1,-1 0,1-1,-1 1,1 0,-1-1,1 1,-1 0,1-1,0 1,-1 0,1 0,-1 0,1 0,-1 0,1-1,0 1,-1 0,1 0,-1 0,1 1,0-1,124-11,436 10,-410 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49.0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1 271,'4'2,"9"1,9 0,11-1,10 0,15-1,11 0,8-1,5 0,-3 0,-5 0,-8 2,-13 3,-16 4,-14-1</inkml:trace>
  <inkml:trace contextRef="#ctx0" brushRef="#br0" timeOffset="286.232">42 462,'16'0,"15"0,16-2,14-1,12-3,9-1,4-1,-2-1,-3 2,-6-2,-8 2,-12 2,-12 1,-14 0,-12 0</inkml:trace>
  <inkml:trace contextRef="#ctx0" brushRef="#br0" timeOffset="660.23">752 12,'-134'-9,"134"8,0 1,-1 0,0 0,1-1,-1 1,1 0,-1 0,1 0,-1 0,1 0,-1 0,1 0,-1 0,0 0,1 0,-1 0,1 0,-1 1,1-1,-1 0,1 0,-1 1,1-1,-1 0,1 0,-1 1,1-1,0 1,-1-1,1 0,-1 1,1-1,0 1,0-1,-1 1,1-1,0 1,0-1,-1 1,1-1,0 1,0-1,0 1,0-1,0 1,0-1,0 1,0 0,0-1,0 1,0-1,0 1,0-1,0 1,1-1,-1 1,0-1,0 1,32 21,3-10,2-2,-1-1,1-2,31 1,-14 0,-6-1,-12-4,-1 1,0 2,-1 2,1 1,-2 2,1 1,-1 2,20 11,-49-22,1-1,-1 1,0 0,0 1,0-1,0 1,-1-1,0 1,1 0,-1 0,-1 0,1 1,0-1,-1 1,0 0,0-1,-1 1,1 0,-1 0,0 0,0 0,-1 0,0 0,1 0,-2 1,1-1,0 0,-1 0,0 0,-1 0,1 0,-1 0,1-1,-2 2,-11 16,-1 0,-1-1,0 0,-2-1,0-1,-2-1,0-1,-1 0,-15 8,29-20,-239 179,196-136,51-37,9-7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2.6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0 898,'45'-51,"-2"-2,-2-1,-3-3,-2-1,21-49,-32 50,-3-2,-2-1,-3 0,-2-1,5-52,-22 25,1 87,1 0,-1 0,0-1,0 1,1 0,-1 0,0 0,0 0,0 0,0 0,0 0,0 0,0 0,-1 1,1-1,0 0,0 1,-1-1,1 1,0-1,0 1,-1 0,1-1,-1 1,1 0,0 0,-1 0,1 0,-1 0,1 0,0 1,-1-1,1 0,0 1,-1-1,1 1,0-1,0 1,-1 0,1-1,0 1,0 0,0 0,0 0,0 0,0 0,0 0,0 0,1 0,-1 0,0 1,0-1,1 0,-1 0,1 1,-15 18,1 0,1 1,1 1,1 0,1 1,1 0,1 0,1 1,1 0,-1 10,0-1,1 0,2 1,1 0,2-1,1 1,2 0,4 25,-3-43,0-1,1 0,0 0,1-1,1 1,0-1,1 0,1-1,0 1,1-2,0 1,1-1,0-1,1 0,0 0,1-1,0 0,1-1,4 1,0-1,0 0,1-1,0-1,1-1,0 0,0-2,0 0,0-1,1-1,-1 0,16-2,-21-1,0 1,0-2,-1 0,1 0,-1-1,1-1,-1-1,0 1,-1-2,1 0,-1 0,0-2,-1 1,1-1,-1-1,-1 0,0 0,3-5,-8 8,0-1,0 0,0-1,-1 1,0-1,-1 0,0 0,0 0,0 0,-1 0,-1-1,0 6,0 0,-1 0,0 0,0 0,0 0,0 0,0 0,-1 0,1 0,-1 0,0 0,0 0,0 0,0 0,-1 1,1-1,-1 0,1 1,-1-1,0 1,0 0,0-1,0 1,-1 0,1 0,0 1,-1-1,0 0,1 1,-1-1,-1 0,-5-1,-1 0,1 0,0 1,-1 1,1-1,-1 1,1 1,-1 0,1 0,-1 1,1 0,-1 0,1 1,-1 1,1-1,0 1,0 1,0 0,1 0,0 1,-1 0,1 0,1 1,-1 0,1 1,0-1,1 1,0 1,0-1,-1 2,6-7,0 1,-1 0,1-1,0 1,1 0,-1-1,0 1,1 0,-1 0,1 0,0 0,0 0,0-1,1 1,-1 0,1 0,-1 0,1 0,0-1,0 1,0 0,0-1,1 1,-1-1,1 1,-1-1,1 0,0 0,0 1,0-1,0-1,0 1,1 0,0 0,4 3,0-1,0 0,1 0,-1-1,1 0,0 0,0-1,0 0,0 0,0-1,5 0,-3 0,0-1,-1 0,1 0,0-1,-1 0,1-1,-1 0,1-1,-1 0,0 0,0-1,0 0,-1-1,1 0,-1 0,0-1,0 0,-1 0,0-1,0 1,-1-2,5-5,-11 12,1 0,0 0,0 0,-1-1,1 1,-1-1,1 1,-1 0,0-1,1 1,-1-1,0 1,0 0,0-1,0 1,0-1,0 1,-1-1,1 1,0-1,-1 1,1 0,-1-1,1 1,-1 0,0 0,0-1,1 1,-1 0,0 0,0 0,0 0,0 0,0 0,-1 0,1 0,0 0,0 1,-1-1,1 0,0 1,-1-1,1 1,0 0,-1-1,1 1,-1 0,1 0,-1 0,1 0,0 0,-1 0,1 0,-1 0,1 1,-1-1,1 0,0 1,-1-1,1 1,0 0,-1-1,1 1,0 0,0 0,0 0,0 0,0 0,0 0,-2 1,2 0,-1-1,0 1,0 0,1 0,-1 0,1 1,-1-1,1 0,0 0,0 1,0-1,0 1,0-1,1 1,-1-1,1 1,0 0,-1-1,1 1,0-1,1 1,-1 0,0-1,1 1,-1-1,1 1,0-1,0 1,0-1,0 0,0 1,1-1,-1 0,1 0,-1 0,1 0,0 0,0 0,0-1,0 1,0 0,0-1,0 0,1 1,-1-1,0 0,1 0,-1 0,2 0,118 36,-51-25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4.8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315 1102,'-11'-4,"-1"1,0 0,-1 0,1 2,0-1,-1 2,1-1,0 2,-1 0,1 0,0 1,-1 1,1 0,1 0,-1 1,0 1,1 0,0 0,0 1,1 1,-1 0,1 0,-1 3,8-8,0 0,1 1,-1-1,1 1,-1-1,1 1,0 0,0 0,1 0,-1 0,1 0,-1 0,1 1,0-1,0 0,0 1,1-1,-1 0,1 1,0-1,0 1,0-1,0 1,1-1,-1 1,1-1,0 0,0 1,0-1,0 0,1 0,-1 1,1-1,0-1,0 1,0 0,2 2,5 1,0 0,0-1,1 0,-1 0,1-1,0 0,0-1,1 0,-1-1,1 0,-1-1,1 0,-1 0,1-1,0 0,-1-1,3-1,1 1,0-2,0 1,0-2,0 0,0 0,-1-2,0 1,0-2,0 0,-1 0,3-3,-9 5,0 1,0-1,-1 0,0 0,0 0,0-1,-1 0,1 1,-1-2,-1 1,1 0,-1-1,-1 0,1 0,-1 0,0 0,0 0,-1 0,0 0,0 0,-1-1,0-6,0 13,0-1,0 1,0-1,0 1,0-1,0 1,0-1,0 0,-1 1,1-1,-1 1,1-1,-1 1,0 0,1-1,-1 1,0-1,0 1,0 0,0 0,0 0,0 0,0-1,-1 1,1 1,0-1,0 0,-1 0,1 0,-1 1,1-1,-1 1,1-1,-1 1,1-1,-1 1,1 0,-1 0,1 0,-1 0,0 0,1 0,-1 0,1 1,-1-1,1 0,-1 1,0 0,-4 3,1 1,0 0,0 0,1 1,-1-1,1 1,0 0,1 0,-1 0,1 1,1-1,-1 1,1-1,0 1,1 0,-1 0,1 0,1 0,-1 0,1 0,0 0,1 0,0 0,0 0,1 0,1 6,0-6,0-1,1 0,-1 0,1 0,1-1,-1 1,1-1,0 0,0 0,0-1,1 0,-1 0,1 0,0 0,0-1,1 0,-1 0,1-1,2 1,6 2,0-1,0-1,-1 0,2-2,-1 1,0-2,0 0,8-1,-13 0,0 0,0-1,0 0,-1-1,1 0,-1-1,1 1,-1-2,-1 1,1-1,-1-1,1 0,-2 0,1 0,-1-1,0 0,0 0,0-1,-1 0,-1 0,1-1,-1 1,-1-1,0 0,0-1,0 1,-2-1,1 1,-1-1,0 0,-1 0,0-9,-9-20,8 39,0-1,0 0,0 1,-1-1,1 1,0-1,0 0,-1 1,1-1,0 1,-1-1,1 1,-1-1,1 1,-1 0,1-1,-1 1,1-1,-1 1,1 0,-1 0,1-1,-1 1,1 0,-1 0,0-1,1 1,-1 0,0 0,1 0,-1 0,1 0,-1 0,0 0,1 0,-1 0,0 0,1 1,-1-1,1 0,-1 0,1 1,-1-1,0 0,1 1,-1-1,1 0,-1 1,1-1,-1 1,1-1,0 1,-1-1,1 1,0-1,-1 1,1-1,0 1,-3 3,0 0,0 1,1-1,0 0,0 1,0 0,0-1,1 1,0 0,0 0,0 0,0 0,1 0,0 0,0 0,0 0,1 0,0 0,0 0,0 0,0-1,1 1,0 0,0-1,0 1,0-1,1 0,0 1,0-1,0 0,0-1,0 1,1-1,1 2,2 0,0-1,1 0,-1-1,1 0,-1 0,1 0,0-1,0 0,0-1,0 0,0 0,1 0,-1-1,0-1,0 1,0-1,1-1,-1 1,0-1,-1-1,1 0,0 0,-1 0,1-1,1-1,8-5,0-1,0 0,-1-2,-1 1,0-2,-1 0,-1-1,0 0,11-17,-2-5,-45 96,22-53,0 0,1 0,-1 0,1-1,1 1,-1 0,1 0,0 0,0 0,1-1,-1 1,1-1,1 1,-1-1,1 0,0 1,0-1,0-1,1 1,0 0,0-1,0 0,0 0,1 0,-1-1,1 1,0-1,0 0,0 0,1-1,-1 0,1 0,-1 0,1 0,0-1,0 0,-1 0,1-1,3 1,1-1,1 0,-1 0,0-1,0-1,0 1,-1-2,1 1,0-1,-1-1,1 0,-1 0,0-1,-1 0,1 0,-1-1,0 0,0 0,0-2,9-9,0-2,-2 0,0 0,-1-1,-1-1,9-19,-21 41,0-1,-1 0,1 1,0-1,0 1,0-1,-1 1,1 0,0-1,-1 1,1 0,-1-1,1 1,0 0,-1 0,0 0,1-1,-1 1,1 0,-1 0,0 0,0 0,1 0,-1 0,0 0,0 0,0 0,0 0,0 0,0-1,0 1,-1 0,1 0,0 0,0 0,-1 0,1 0,-1 0,4 20,0-13,1 1,-1-1,1 0,0 0,1-1,0 1,0-1,1 0,0 0,0-1,1 0,-1 0,1 0,0-1,1 0,0-1,-1 1,1-1,3 0,-5-1,1 0,-1-1,1 0,-1 0,1-1,0 0,0 0,0-1,0 1,0-1,-1-1,1 1,0-1,0-1,0 1,-1-1,1 0,-1-1,1 0,-1 1,0-2,0 1,0-1,-1 0,2-1,7-11,-1-1,0 0,-2-1,0-1,0 1,-2-2,0 1,-2-1,0-1,2-10,31-105,-5-1,-7-2,2-59,-22 45,-8 150,1 0,-1 0,0 0,0 0,-1-1,1 1,-1 0,1 0,-1 0,0 0,0 1,0-1,-1 0,1 0,-1 1,1-1,-1 1,0-1,0 1,0-1,0 1,-1 0,1 0,0 0,-1 1,0-1,1 1,-1-1,0 1,0 0,1 0,-1 0,0 0,0 0,0 1,-1-1,-3 3,0 1,-1-1,1 1,0 0,1 1,-1-1,1 2,-1-1,1 1,0-1,1 2,-1-1,1 0,0 1,1 0,-1 1,1-1,-3 6,-5 8,1 0,1 0,1 1,1 1,1 0,0 0,2 0,0 0,2 1,1 0,0 0,2 11,2 9,1 1,3-2,2 1,1-1,2 0,5 7,32 82,-48-131,1 1,-1 0,1 0,-1-1,1 1,-1-1,1 1,-1 0,1-1,0 1,-1-1,1 1,0-1,-1 0,1 1,0-1,0 0,-1 1,1-1,0 0,0 0,0 0,-1 1,1-1,0 0,0 0,0 0,0-1,-1 1,1 0,0 0,0 0,0-1,-1 1,1 0,0-1,0 1,-1 0,1-1,0 1,-1-1,1 1,0-1,-1 0,1 1,-1-1,1 0,-1 1,1-1,-1 0,0 1,1-1,-1 0,0 0,0 0,1 1,-1-1,0 0,0 0,0 0,0 0,0 1,0-2,8-9,-5 6,1 1,0 0,0 0,0 0,0 0,1 1,-1 0,1 0,0 0,0 0,0 1,0-1,0 2,1-1,-1 0,1 1,-1 0,1 0,0 1,-1-1,1 1,0 1,-1-1,1 1,-1 0,1 0,-1 0,1 1,-1 0,0 0,1 1,-1-1,0 1,-1 0,1 0,0 1,-1-1,0 1,0 0,0 0,1 2,-2-1,0 0,-1 0,1 1,-1-1,0 0,0 1,-1 0,0-1,0 1,0 0,-1-1,1 1,-1 0,-1 0,1 0,-1-1,0 1,0 0,-1-1,0 1,0-1,0 1,-1-1,1 0,-1 0,0 0,-1 0,1-1,-1 1,0-1,0 0,-1 0,1-1,-1 1,1-1,-1 0,0 0,-1 0,1-1,0 0,-1 0,-2 1,4-2,0 0,0 0,0 0,0 0,-1-1,1 0,0 1,0-2,0 1,-1 0,1-1,0 0,0 0,0 0,0 0,0-1,0 1,0-1,1 0,-1 0,1-1,-1 1,1-1,0 0,0 0,0 0,0 0,0 0,1 0,-1-1,1 0,0 1,-1-5,3 7,-1-1,2 0,-1 1,0-1,0 1,0-1,1 0,-1 1,1-1,-1 1,1-1,-1 1,1-1,0 1,0 0,0-1,0 1,0 0,0 0,0 0,0-1,0 1,1 0,-1 1,0-1,1 0,-1 0,1 1,-1-1,1 0,-1 1,1-1,-1 1,2 0,57-11,-57 11,77-4,-61 5,1 0,-1-2,0 0,0-1,0-1,0-1,-1 0,1-2,-1 0,0-1,-1-1,0 0,13-9,9-30,-38 46,-1 0,1 0,0-1,0 1,-1 0,1-1,-1 1,1 0,-1-1,0 1,1-1,-1 1,0 0,0-1,0 1,0-1,0 1,-1-1,1 1,0 0,-1-1,1 1,0-1,-1 1,0 0,1 0,-1-1,0 1,0 0,0 0,0 0,0 0,0 0,0 0,0 0,0 0,0 0,0 0,-1 0,-2 0,0 1,1-1,-1 0,0 1,0 0,0 0,0 0,0 1,0-1,0 1,1 0,-1 0,0 0,0 0,1 1,-1 0,1-1,-1 1,1 1,0-1,0 0,0 1,0 0,0-1,1 1,-1 0,1 0,-1 1,1-1,0 0,1 1,-1-1,1 1,-1 0,1-1,0 1,0 0,1 0,-1 0,1 2,-1 0,1-1,-1 0,1 0,1 0,-1 1,1-1,0 0,0 0,0 0,1 0,0 0,0 0,0-1,0 1,1-1,0 1,0-1,0 0,0 0,1 0,-1 0,1-1,0 1,3 1,5 3,1 0,0 0,0-1,1-1,0 0,0-1,0 0,2-1,-5 0,1-1,0-1,0 0,0 0,0-1,0-1,0 0,1 0,-1-2,0 1,0-1,-1-1,1 0,0-1,-1 0,0-1,0 0,0-1,-1 0,1-1,-1 0,-1 0,4-5,5-10,-1-2,-2 1,0-2,-2 0,0-1,-2 0,-1-1,-1 0,-1-1,3-25,18-79,-6-1,-5-1,-4-44,-17 24,3 152,0 0,1 0,-1 0,0 0,0 0,0 0,-1 0,1 0,0 0,-1 0,1 1,-1-1,0 0,1 0,-1 0,0 0,0 1,0-1,-1 1,1-1,0 0,-1 1,1 0,0-1,-1 1,0 0,1 0,-1 0,0 0,1 0,-1 0,0 0,0 1,0-1,0 1,0-1,0 1,0 0,0 0,0 0,0 0,0 0,0 0,0 0,1 1,-1-1,0 1,0-1,0 1,0 0,0 0,1 0,-2 0,-8 9,0 0,0 1,1 0,0 0,1 1,1 0,0 1,0 0,1 0,1 1,0-1,-1 9,-7 18,1 0,3 0,1 1,2 0,2 0,2 1,2 0,1 0,2-1,2 1,2-1,2 0,1 0,2-1,2 0,2-1,1-1,21 36,-30-60,0-1,0 1,2-2,-1 1,2-1,-1 0,2-1,0 0,0-1,0 0,1-1,1 0,0-1,0-1,0 0,2 0,-10-6,0 0,0 0,-1-1,1 1,0-1,0-1,0 1,0-1,-1 1,1-2,0 1,-1 0,1-1,-1 0,1 0,-1 0,0 0,0-1,0 0,0 0,0 0,-1 0,1 0,-1-1,0 0,0 1,0-1,-1 0,2-3,6-9,-1-1,-1 0,0-1,-2 0,0 0,3-17,11-113,-20 147,1-1,-1 1,0-1,1 1,-1 0,0-1,0 1,0-1,0 1,0-1,0 1,0 0,0-1,0 1,-1-1,1 1,-1 0,1-1,-1 1,0 0,1-1,-1 1,0 0,0 0,0 0,0 0,0 0,0 0,0 0,0 0,0 0,0 0,-1 0,1 1,0-1,0 1,-1-1,1 1,-1-1,-4 6,0 0,1 0,0 0,0 1,1 0,0 0,0 0,0 0,1 1,-1-1,2 1,-1 0,1 0,0 0,0 0,1 1,0 1,0-3,0 0,0 1,0-1,1 1,0-1,1 0,0 1,-1-1,2 1,-1-1,1 0,0 0,0 0,1 0,0 0,0-1,0 1,1-1,0 1,0-1,0-1,0 1,1 0,0-1,3 2,26 17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6.5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0,'7'31,"1"0,2-1,1 0,1 0,2-1,1-1,1 0,9 10,-20-29,-5-8,0 1,0-1,1 1,-1-1,1 1,-1 0,1-1,-1 1,1-1,0 0,0 1,0-1,0 0,0 1,0-1,0 0,0 0,0 0,0 0,1 0,-1 0,1 0,-1 0,0-1,1 1,-1-1,1 1,0-1,-1 1,1-1,-1 0,1 0,0 1,-1-1,1 0,-1-1,1 1,0 0,-1 0,1-1,-1 1,1-1,-1 1,1-1,0 0,63-116,3-11,-68 129,0-1,0 0,0 1,0-1,0 1,0-1,1 0,-1 1,0-1,0 0,0 1,0-1,0 0,1 1,-1-1,0 0,0 1,1-1,-1 0,0 0,1 1,-1-1,0 0,0 0,1 1,-1-1,0 0,1 0,-1 0,1 0,-1 0,0 0,1 1,-1-1,0 0,1 0,-1 0,1 0,-1 0,0-1,1 1,-1 0,0 0,1 0,-1 0,1 0,-1 0,0-1,1 1,-1 0,0 0,1 0,-1-1,0 1,0 0,1 0,-1-1,0 1,0 0,1-1,-1 1,0 0,0-1,0 1,0 0,0-1,1 1,-1-1,0 1,0-1,3 34,-3-30,0 3,13 103,-12-106,0 1,1 0,-1 0,1-1,0 1,0-1,0 0,0 1,1-1,-1 0,1 0,0-1,0 1,0-1,0 1,0-1,1 0,-1 0,1 0,0-1,-1 1,1-1,0 0,0 0,-1 0,3 0,2-1,0 0,0-1,0 0,0 0,0-1,0 0,-1 0,1-1,-1 0,1 0,-1-1,0 0,0 0,-1-1,1 1,-1-2,0 1,0-1,-1 1,1-2,-1 1,-1 0,1-1,-1 0,0 0,-1 0,0-1,0 1,0-1,-1 0,0 0,-1 0,0 0,0-3,-8 41,7-23,1-1,-1 1,1-1,0 1,1-1,0 0,0 0,0 0,0 0,1 0,0 0,1-1,-1 1,1-1,0 0,0 0,0 0,1-1,0 1,0-1,0 0,0-1,1 1,0-1,-1 0,1 0,0-1,0 0,0 0,1 0,-1-1,0 0,1 0,-1-1,1 1,-1-1,1-1,-1 1,1-1,-1-1,0 1,1-1,-1 0,0 0,0-1,0 1,-1-1,6-4,-2-5,0 0,0-1,-2 0,1 0,-2-1,0 0,0 0,-1 0,-1-1,-1 0,0 0,0 0,-2 0,0 0,-1 0,0-2,5 125,-4-101,0-1,0 0,1 0,0 0,1 0,-1 0,1-1,0 1,0-1,1 1,-1-1,1 0,0 0,1-1,-1 1,1-1,0 0,0-1,2 2,0-2,1 0,-1-1,1 0,0 0,0-1,0 0,0 0,0-1,-1 0,1 0,0-1,0 0,0 0,0-1,0 0,-1-1,1 1,-1-1,0-1,0 1,0-1,0-1,-1 1,1-1,-1 0,0-1,-1 1,0-1,1 0,-2-1,1 1,-1-1,0 0,0 0,-1 0,0 0,0-1,0-4,0-10,-4 22,1 0,0 0,0 0,0 1,0-1,0 0,-1 0,1 0,0 0,0 0,0 1,-1-1,1 0,0 0,0 0,0 0,-1 0,1 0,0 0,0 0,-1 0,1 0,0 0,0 0,0 0,-1 0,1 0,0 0,0 0,-1 0,1 0,0-1,0 1,0 0,-1 0,1 0,0 0,0 0,0 0,0-1,-1 1,1 0,0 0,0 0,0-1,0 1,0 0,0 0,0 0,-1-1,1 1,0 0,0 0,0 0,0-1,-1 4,-1 0,1-1,-1 1,1 0,0 0,0 0,0 0,1 0,-1 0,1 0,0 1,0-1,0 0,0 0,0 0,1 0,-1 0,1 0,0 0,0 0,0 0,0 0,0 0,1 0,0-1,-1 1,1-1,0 1,0-1,0 0,0 1,1-1,-1 0,1 0,-1-1,1 1,0 0,-1-1,1 0,0 0,0 0,3 1,9 3,1-1,0-1,0 0,0-1,1-1,-1 0,0-1,1-1,-1-1,0 0,0-1,9-3,11-11,-15 41,-18-19,1-1,1 1,-1-1,1 0,-1 0,1 0,0-1,0 1,1-1,-1-1,1 1,-1-1,1 0,0 0,0 0,0-1,0 0,1 0,-4-1,0 1,0-1,1 0,-1-1,0 1,0 0,0-1,1 0,-1 0,0 0,0 0,0 0,0 0,0-1,-1 0,1 1,0-1,-1 0,1 0,-1 0,0-1,0 1,1-1,-2 1,1-1,0 0,0 0,-1 1,0-1,1 0,-1 0,0-1,-1 1,1-1,1-1,-2 0,1 0,0 0,-1 0,0 0,0 0,-1 0,1 0,-1 0,0 0,-1 0,1 0,-1 1,0-1,0 0,0 1,0 0,-1-1,0 1,0 0,0 0,-1 1,1-1,-1 1,0-1,0 1,0 0,0 1,-2-2,-1 0,1 1,-1 0,0 0,0 1,0-1,0 2,0-1,-1 1,1 0,0 0,-1 1,1 0,-1 0,1 1,0 0,-1 0,1 1,0 0,-6 2,6-1,1 1,-1 0,1 0,-1 0,1 1,1 0,-1 0,1 0,0 1,0 0,0 0,1 0,0 1,0-1,1 1,-1 2,2-5,0 0,1 0,0 0,0 0,0 0,0 0,1 0,0 0,0 0,0 0,0 0,0 0,1 0,0 0,0 0,0 0,0 0,1 0,-1 0,1 0,0-1,0 1,0-1,1 0,-1 1,1-1,0 0,0 0,0-1,2 2,28 16,1-7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169 21,'-4'-3,"0"0,0 1,-1 0,1 0,-1 0,0 0,1 1,-1 0,0 0,0 0,0 1,0-1,0 1,0 0,0 1,0-1,0 1,0 0,1 0,-1 1,0-1,1 1,-1 0,1 0,-1 1,1-1,0 1,0 0,0 0,0 1,1-1,-1 1,1-1,0 1,-1 10,1-1,0 1,1 0,1 0,0 0,1-1,1 1,0 0,0 0,2 0,0-1,0 1,1-1,1 0,0 0,1 0,7 11,-12-19,143 372,-144-376,0 0,0 0,-1 0,1 0,0 0,0 0,0 0,1 0,-1 0,0 0,0 0,0 0,1 0,-1 0,1 0,-1-1,0 1,1 0,0 0,-1 0,1 0,-1-1,1 1,0 0,0-1,-1 1,1 0,0-1,0 1,0-1,0 1,0-1,0 0,0 1,-1-1,1 0,0 0,0 1,0-1,0 0,0 0,0 0,0 0,0 0,0-1,0 1,0 0,0 0,0-1,0 1,0 0,0-1,0 1,0-1,0 1,-1-1,2 0,5-11,1-1,-2 0,0 0,0-1,-1 0,-1 0,3-14,-6 22,7-23,-1-1,-1 0,-2 0,-2-1,0 1,-3-24,-10 12,8 40,12 14,183 105,-188-115,-1 0,0 0,0 0,0 0,0 0,-1 1,1-1,0 1,-1 0,0 0,0 0,0 0,0 0,0 1,0-1,-1 0,0 1,0-1,0 1,0 0,0-1,-1 1,1 0,-1-1,0 1,0 0,-1 0,1-1,-1 1,0 1,-12 19,11-23,1 1,-1 0,0-1,1 1,-1 0,1 0,0 0,-1 0,1 0,0 0,0 0,0 1,1-1,-1 0,0 0,1 1,0-1,-1 1,1-1,0 0,0 1,0-1,1 0,-1 1,1-1,-1 0,1 1,0-1,-1 0,1 0,1 0,-1 0,0 0,0 0,1 0,-1 0,1 0,1 1,8 1,1-1,0 0,0 0,0-1,1-1,-1 0,0-1,0 0,1-1,-1 0,0-1,9-2,-15 3,0 0,0 0,1-1,-1 0,-1 0,1 0,0-1,0 0,-1 0,0 0,1-1,-1 0,-1 0,1 0,2-3,-7 7,-1 0,1 0,0 0,-1 0,1 0,-1 0,1 0,-1 0,1 0,-1 0,1 0,0 0,-1 0,1 0,-1 0,1-1,-1 1,1 0,0 0,-1-1,1 1,0 0,-1 0,1-1,0 1,-1 0,1-1,0 1,0 0,-1-1,1 1,0-1,0 1,0 0,-1-1,1 1,0-1,0 1,0-1,0 1,0 0,0-1,0 1,0-1,0 1,0-1,0 1,0-1,0 1,0 0,1-1,-1 1,0-1,0 1,0 0,1-1,-1 1,0-1,-2 4,0-1,1 1,-1-1,0 1,1 0,-1 0,1 0,0 0,0 0,0 0,0 0,1 0,-1 0,1 0,0 0,0 0,0 1,0-1,0 0,1 0,-1 0,1 0,0 0,0 0,0 0,1 0,-1 0,1 0,-1-1,1 1,0 0,0-1,0 0,0 1,1-1,-1 0,0 0,1 0,0 0,-1-1,1 1,0-1,0 0,0 0,0 0,0 0,0 0,2 0,-2 0,-1 0,1 0,0 0,0 0,0-1,0 1,0-1,-1 1,1-1,0 0,0 0,0-1,0 1,0-1,0 1,0-1,-1 0,1 0,0 0,-1 0,1-1,0 1,-1-1,0 0,1 1,-1-1,0 0,0 0,0 0,0-1,0 1,-1 0,2-3,-1-1,0 1,0-1,-1 0,0 0,0 1,-1-1,0 0,0 0,0 0,0 0,-1 0,0 1,-1-1,1 0,-1 1,0-1,0 1,-1 0,-1-3,3 5,-1 0,0 0,0 0,0 0,-1 1,1-1,-1 1,1-1,-1 1,0 0,0 0,0 0,0 0,0 1,0-1,-1 1,1 0,-1 0,1 0,0 0,-1 1,1-1,-1 1,0 0,1 0,-1 0,1 1,-1-1,1 1,-1 0,1 0,-1 0,0 0,1 1,0-1,-1 1,1-1,0 1,0 0,0 1,0-1,0 0,1 1,-1 0,1-1,-1 1,1 0,0 0,0 0,0 1,1-1,-1 0,1 1,0-1,0 1,0-1,0 1,0 0,1-1,0 1,0 0,0-1,0 1,0 0,1-1,0 1,0 0,0-1,0 1,0-1,2 3,9 12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140 4,'-14'-2,"-9"1,-3 6,0 8,5 10,6 12,5 12,5-2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9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1055,'23'-37,"-2"-1,-2-1,-2-1,-1-1,-2 0,-2-1,6-41,18-99,6-131,-32 168,-10 143,1-1,-1 1,0 0,0 0,0 0,0 0,0 0,0-1,0 1,-1 0,1 0,-1 0,1 0,-1 0,0 0,0 0,0 0,0 0,0 0,0 1,-1-1,1 0,0 1,-1-1,0 1,0-1,0 3,-1 0,0 0,1 0,-1 1,1-1,0 1,0 0,-1 0,1-1,0 1,0 1,1-1,-1 0,0 0,1 1,-1-1,1 1,0-1,0 1,-1 1,1-1,-16 33,1 1,3 1,0 0,3 1,1 0,2 1,2-1,1 1,3 1,1-1,4 30,2-9,3-1,3 1,2-2,3 0,3-1,2 1,17 19,-24-57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8.1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18,'-5'-9,"11"1,17 7,22 11,17 8,9 10,5 8,-7 4,-9 5,-16-5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8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63 180,'-3'5,"-4"5,1 1,0 0,1 0,0 0,1 0,1 1,-1 0,0 7,4-18,0 1,0-1,-1 0,1 0,0 0,0 1,0-1,0 0,1 0,-1 1,0-1,1 0,-1 0,0 0,1 0,-1 1,1-1,0 0,-1 0,1 0,0 0,0 0,-1-1,1 1,0 0,0 0,0 0,0-1,0 1,0 0,0-1,1 1,-1-1,0 1,0-1,0 0,1 0,-1 1,0-1,0 0,0 0,1 0,-1 0,0 0,0-1,1 1,-1 0,0 0,0-1,1 0,58-29,-52 21,0-2,-1 1,0-1,0 0,-2-1,1 1,-1-1,-1 0,0 0,-1-1,0 1,-1-1,0 0,-1 0,-1-12,1 22,-1-1,1 1,-1 0,0-1,0 1,0-1,-1 1,1-1,-1 1,0 0,0-1,0 1,0 0,-1 0,1 0,-1 0,0 0,0 0,0 0,0 1,0-1,-1 1,1-1,-1 1,1 0,-1 0,0 0,0 0,0 1,0-1,0 1,-1-1,1 1,0 0,0 1,-1-1,1 1,-1-1,1 1,-1 0,1 0,0 0,-1 1,-2 1,0 0,0 1,1 0,-1 0,1 0,0 1,0-1,0 1,0 1,1-1,0 1,0-1,0 1,0 0,1 1,0-1,0 1,0-1,1 1,0 0,0 0,0 0,1 0,-1 0,2 0,-1 0,1 1,0-1,0 0,0 0,1 1,0-1,1 0,-1 0,3 5,0-2,0 1,1-1,0 0,1 0,0 0,0-1,1 0,0 0,1-1,0 0,0 0,8 5,22 13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9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112 219,'1'-42,"0"27,0 0,-1 0,-1 0,-1 0,0 0,0 0,-2-1,4 15,-1 0,1 0,0 0,0 0,-1-1,1 1,-1 0,1 0,-1 0,0 0,1 0,-1 0,0 1,0-1,1 0,-1 0,0 0,0 1,0-1,0 0,0 1,0-1,0 1,0-1,0 1,0 0,-1-1,1 1,0 0,0 0,0 0,0 0,-1 0,1 0,0 0,0 0,0 0,0 0,0 1,-1-1,1 1,0-1,0 1,0-1,0 1,0-1,0 1,0 0,0-1,1 1,-1 0,0 0,0 0,1 0,-1 0,0 0,-6 9,0 1,1-1,1 1,0 0,0 0,1 0,0 1,1 0,0-1,1 1,1 0,0 0,0 1,1-1,1 0,1 7,-3-16,1 1,0 0,0 0,0-1,1 1,-1 0,1-1,0 1,0-1,0 1,1-1,-1 1,1-1,-1 0,1 0,0 0,1 0,-1 0,0 0,1 0,0-1,-1 1,1-1,0 0,0 0,1 0,-1 0,0 0,1-1,-1 0,1 1,-1-1,1-1,-1 1,1 0,0-1,-1 0,1 0,0 0,-1 0,1 0,0-1,-1 0,1 0,-1 0,1 0,0-1,3-5,0 0,-1-1,0 0,-1 0,0-1,0 1,-1-1,0 0,0-1,-1 1,0-1,-1 1,0-1,-1 0,0 0,0 1,-1-1,0 0,-1 0,-1-6,2 6,-10-120,31 136,18 8,-32-12,-1-1,1 1,-1-1,0 2,0-1,0 1,0 0,-1 0,1 0,-1 1,1 0,-1 0,-1 0,1 1,0 0,-1 0,0 0,0 0,2 4,-6-3,0-1,1 0,-1 0,-1 0,1 0,-1 0,0 0,0 1,-1-2,1 1,-1 0,0 0,0 0,-1-1,1 1,-1-1,0 0,-2 2,-7 13,-21 57,32-73,1 0,-1 0,1-1,-1 1,1 0,0 0,0 0,0-1,1 1,-1 0,1 0,0-1,-1 1,1 0,0-1,0 1,1-1,-1 1,1-1,-1 0,1 1,0-1,-1 0,1 0,0 0,1 0,-1-1,1 2,6 1,1 1,0-2,0 1,0-1,1-1,-1 0,1 0,-1-1,1 0,-1-1,1 0,0-1,-1 0,1-1,-1 0,1 0,-1-1,0-1,0 0,-1 0,1-1,-1 0,0 0,1-2,-4 3,0-1,0 0,-1-1,1 1,-1-1,-1 0,1 0,-1 0,0-1,-1 0,1 0,-1 0,0 0,-1 0,0 0,0-1,-1 1,0-1,0-3,0 10,-1-1,0 1,1 0,-1-1,0 1,0 0,0 0,0-1,0 1,-1 0,1-1,0 1,0 0,-1-1,1 1,-1 0,1 0,-1 0,0-1,1 1,-1 0,0 0,0 0,0 0,0 0,0 0,0 0,0 1,0-1,0 0,0 1,0-1,0 0,-1 1,1-1,0 1,0 0,-1-1,1 1,0 0,-1 0,1 0,0 0,-1 0,1 0,0 0,-1 0,1 1,0-1,0 0,-1 1,1-1,0 1,0 0,0-1,-1 1,1 0,-2 3,0 1,0 0,1-1,0 1,-1 0,2 1,-1-1,1 0,-1 0,1 1,1-1,-1 0,1 1,0-1,0 1,1-1,-1 0,1 1,0-1,2 3,4 9,0-1,2 0,0-1,1 1,0-2,1 1,1-2,0 0,1 0,0-1,1 0,0-1,11 5,13 12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00.2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4177 1968,'21'-5,"23"-1,22-2,22-2,16-2,11-1,3 2,-8 3,-15 2,-19 5,-22 5,-21 1</inkml:trace>
  <inkml:trace contextRef="#ctx0" brushRef="#br0" timeOffset="6285.32">3985 2869,'-1'1,"1"0,0 0,0 0,-1 0,1 0,0 0,0 0,0 0,0 0,0 0,0 0,0 0,0 0,1 0,-1 0,0 0,0-1,1 1,-1 0,1 0,-1 0,1 0,-1 0,1-1,0 1,-1 0,1 0,0-1,-1 1,1 0,0-1,0 1,0-1,0 1,0-1,-1 0,1 1,0-1,1 0,42 13,28-6,0-3,0-3,0-4,29-5,-48 4,477-24,-492 30,-35-1,-5 0</inkml:trace>
  <inkml:trace contextRef="#ctx0" brushRef="#br0" timeOffset="6968.092">5091 1217,'-8'854,"7"-779,-5 86,7 0,8 0,28 154,-3-166,-18-89,-3 0,-2 1,-3 0,-2 0,-3 9,-3-61,-1 0,1 0,-1 0,-1 0,0 0,0 0,-1-1,0 1,0-1,-4 6,-6-3,12-24,32-39,-11 22</inkml:trace>
  <inkml:trace contextRef="#ctx0" brushRef="#br0" timeOffset="8252.571">4995 1299,'239'-10,"-99"6,0 8,0 5,-1 6,0 6,50 18,-86-12,-1 4,-2 5,-1 3,-2 5,-2 5,-3 3,64 48,-129-80,0 1,-2 1,0 1,-1 1,-2 2,0 0,-2 1,-1 1,-1 1,-1 0,-2 1,-1 1,-1 0,8 33,-13-26,-2 1,-1 1,-2-1,-1 1,-3-1,-1 1,-1-1,-3 0,-1 0,-7 19,-7 12,-3-2,-3 0,-3-1,-3-2,-12 14,29-52,-27 51,-4-1,-3-3,-3-2,-61 63,90-112,-2-2,0-1,-1-1,-1-1,-1-1,0-1,-1-2,-1-1,0-2,-1-1,0-1,-1-2,-25 3,-64 2,-102-2,136-7,-104 24,149-18,-1-1,-1-3,-35 0,-245-6,323 1,1 1,0-1,0 0,0 1,0-1,0 0,0 0,0 1,0-1,0 0,0 0,0 0,0 0,0 0,0 0,0 0,0-1,0 1,0 0,0-1,1 1,-1 0,0-1,0 1,0-1,0 1,0-1,1 0,-1 1,0-1,1 0,-1 1,0-1,1 0,-1 0,1 0,-1 0,1 0,0 1,-1-1,1 0,0 0,-1 0,1-1,30-28,-8 13</inkml:trace>
  <inkml:trace contextRef="#ctx0" brushRef="#br0" timeOffset="9016.737">7400 2569,'762'10,"1289"98,-1755-89,-35-1,-43-1,-49-2,22 1,-166-15,-36-5,-116-17,42 7</inkml:trace>
  <inkml:trace contextRef="#ctx0" brushRef="#br0" timeOffset="10582.461">4136 1913,'-31'1,"-55"-8,83 5,1-1,-1 0,1 1,0-1,0 0,0-1,1 1,-1 0,1 0,0-1,0 1,0-1,0 1,0-1,1 1,0-1,-1 1,1-1,1 0,-1 1,0-1,1 1,0-1,0 1,0-1,1-1,52-185,-33 103,-3-1,-5-1,-3-1,-4 1,-6-82,0 145,-2 0,-1-1,-1 1,-1 0,-1 1,-10-24,16 48,0 0,0 0,0-1,0 1,0 0,0 0,-1 0,1-1,0 1,-1 0,1 0,-1 0,1 0,-1 0,0 0,1 0,-1 0,0 0,0 0,0 0,0 0,0 1,1-1,-2 0,1 0,0 1,0-1,0 1,0-1,0 1,0 0,-1-1,1 1,0 0,0 0,0 0,-1 0,1 0,0 0,0 0,-1 0,1 0,0 1,0-1,0 0,0 1,-1-1,1 1,0-1,0 1,0 0,0-1,0 1,0 0,0 0,1 0,-2 0,0 3,1-1,-1 0,0 0,-1 0,1 0,0-1,-1 1,0-1,0 1,0-1,0 0,0 0,0 0,0 0,0-1,-1 1,1-1,-1 0,1 0,-4 0,-170-1,103-5,-855-3,603 9,143-6,173 0,18 3</inkml:trace>
  <inkml:trace contextRef="#ctx0" brushRef="#br0" timeOffset="11717.171">3945 2883,'-3'29,"1"0,2-1,0 1,2 0,2-1,5 24,3 25,0 53,-5 0,-9 87,1-195,1-7,0 0,-1 0,-1 0,-1 0,0 0,-4 10,6-22,0-1,0 0,0 0,0 0,0 0,-1 0,1 0,-1 0,1 0,-1-1,0 1,1-1,-1 1,0-1,0 0,0 1,0-1,0 0,-1 0,1-1,0 1,0 0,-1-1,1 1,0-1,0 0,-1 0,1 0,-1 0,-1 0,-75-22,50 12,-57-10,-1 4,0 4,-1 3,0 5,-47 4,117 0,-153-3,0 7,0 7,1 8,1 8,2 6,-43 20,112-16,122-37,-12-4</inkml:trace>
  <inkml:trace contextRef="#ctx0" brushRef="#br0" timeOffset="13016.241">394 712,'-25'9,"1"1,0 1,1 1,0 1,1 2,1 0,0 1,1 1,1 0,1 2,0 0,1 1,1 1,1 1,1 0,1 1,1 0,1 1,2 0,0 1,-1 6,7-19,1 0,0 1,1-1,0 0,1 0,0 1,1-1,0 0,1 1,2 5,-3-13,1 0,-1 0,1 0,1 0,-1-1,1 1,-1-1,1 1,1-1,-1 0,0 0,1 0,0-1,0 1,0-1,0 0,1 0,-1-1,1 1,0-1,0 0,-1 0,1 0,1-1,2 1,1-1,0 0,0-1,1 0,-1 0,0-1,0 0,1-1,-1 0,0 0,0-1,-1 0,1-1,-1 0,1 0,-1-1,-1 0,1 0,5-5,7-7,-1-1,0-1,-1 0,-1-1,-1-1,1-3,10-18,-2-2,-2 0,-1-2,-3 0,-1-1,-3-1,-2-1,1-13,-10 39,0-1,-2 1,0-1,-2 0,-1 0,0 0,-3-9,3 26,0 0,-1 0,0 0,0 1,0-1,-1 1,0-1,0 1,-1 0,1 0,-1 0,-1 1,1-1,-1 1,0 0,0 1,0-1,-1 1,0 0,0 0,0 0,0 1,0 0,-1 0,1 1,-7-2,4 3,-1 1,1 0,0 0,-1 1,1 0,0 0,0 1,0 0,0 1,0 0,1 0,-1 1,1 0,0 1,0 0,0 0,0 0,1 1,0 0,1 1,-1 0,1 0,0 0,1 1,0-1,0 1,1 0,-1 1,2-1,-1 1,1 0,1 0,0 0,0 0,0 3,0 6,0 1,1 0,1 0,0 0,2 0,0 0,1 0,1-1,1 1,0-1,7 13,14 29,2-1,29 43,-16-30,-16-32,-3 1,-1 1,-2 1,-2 0,-2 2,-2-1,-2 2,-1 0,-3 1,-6-15</inkml:trace>
  <inkml:trace contextRef="#ctx0" brushRef="#br0" timeOffset="13402.374">967 1299,'1'1,"0"-1,0 1,0-1,-1 1,1-1,0 0,0 1,0-1,0 0,0 0,-1 1,1-1,0 0,0 0,0 0,0 0,0 0,0 0,0 0,0-1,0 1,0 0,-1 0,1-1,0 1,0-1,0 1,0 0,-1-1,1 0,0 1,0-1,-1 1,1-1,-1 0,1 1,0-1,-1 0,1 0,-1 0,0 1,1-1,-1 0,0 0,1 0,-1 0,0 0,0 0,0 0,0 1,0-1,0 0,0 0,0 0,0 0,0 0,0 0,-1 0,1 0,0 0,-1 0,-3-4,-1 1,1-1,-1 1,0 0,0 0,-1 1,1 0,-1 0,1 0,-1 0,0 1,0 0,-1 0,1 1,0-1,0 1,-1 1,1-1,-1 1,1 0,0 1,-6 0,1 1,1 1,-1 0,1 1,0 0,0 0,0 1,1 0,0 1,-1 0,2 0,-1 1,1 0,0 1,1 0,0 0,0 0,0 1,1 0,1 1,0-1,0 1,0 0,1 0,1 0,0 1,0-1,1 1,1 0,-1 9,2-13,0 0,1 0,0 0,0 0,1 0,0 0,0-1,0 1,1-1,0 1,0-1,1 0,0 0,0-1,0 1,1-1,0 0,0 0,0 0,0-1,1 1,0-1,0-1,0 1,0-1,0 0,1-1,-1 1,6 0,20 4,0-1,0-1,1-2,0-1,-1-2,1-1,0-2,-1-1,0-1,0-2,0-1,22-10,20-7</inkml:trace>
  <inkml:trace contextRef="#ctx0" brushRef="#br0" timeOffset="14454.964">790 207,'-9'25,"-20"215,28-237,0 0,0 0,0 0,1 0,0 0,-1 0,1 0,0 0,1 0,-1 0,0 0,1 0,0 0,0 0,0 0,0 0,0 0,0-1,1 1,-1 0,1-1,0 1,0-1,0 1,0-1,0 0,1 0,-1 0,1 0,-1-1,1 1,-1 0,1-1,0 0,0 0,0 0,0 0,0 0,0-1,5-3,-1 0,0-1,1 0,-1 0,-1-1,1 0,-1 0,0-1,0 1,0-1,-1-1,0 1,0-1,0 0,-1 0,0 0,-1-1,1 1,1-8,2-1,-1 0,0-1,-1 0,-1 0,0 0,-2-1,0 0,-1 1,0-1,-2-11,-5 25,1 22,-1 165,6-178,0 1,1 0,0 0,0-1,0 1,1 0,-1-1,2 1,-1-1,0 0,1 0,0 0,0 0,1 0,1 1,12 9</inkml:trace>
  <inkml:trace contextRef="#ctx0" brushRef="#br0" timeOffset="14633.467">1253 288,'-11'21,"-7"14,-2 5,2 4,5-2,3-6,5-6,5-8,2-8</inkml:trace>
  <inkml:trace contextRef="#ctx0" brushRef="#br0" timeOffset="14835.927">1227 315,'7'19,"7"8,5 2,5-2,5-5,0-6,-6-7</inkml:trace>
  <inkml:trace contextRef="#ctx0" brushRef="#br0" timeOffset="15082.981">1514 207,'-5'-3,"-4"5,-2 8,-2 10,1 8,1 9,-1 4,2 4,3-1,2-4,3-4,3-9,2-9</inkml:trace>
  <inkml:trace contextRef="#ctx0" brushRef="#br0" timeOffset="15337.824">1731 234,'-4'18,"-2"14,0 8,1 4,2 2,1-3,1-4,0-5,1-10</inkml:trace>
  <inkml:trace contextRef="#ctx0" brushRef="#br0" timeOffset="15587.154">2018 166,'-7'18,"-4"14,-1 10,2 3,2 0,3-2,3-7,1-6,3-7,4-7,0-6</inkml:trace>
  <inkml:trace contextRef="#ctx0" brushRef="#br0" timeOffset="15919.453">1855 97,'21'-7,"21"-4,17-6,14-2,7 3,0 3,-11 5,-16 3</inkml:trace>
  <inkml:trace contextRef="#ctx0" brushRef="#br0" timeOffset="17116.774">462 3129,'-16'7,"0"0,1 1,-1 0,2 1,0 1,0 0,0 1,2 1,-1 0,1 1,1 0,1 1,-1 0,2 0,0 1,1 0,1 1,0 0,1 0,1 0,0 1,1 0,1 0,0 0,1 8,1-21,1 0,-1 0,0-1,1 1,0 0,0 0,0 0,1 0,-1 0,1-1,0 1,0 0,0 0,0-1,1 1,0-1,-1 1,1-1,0 0,1 1,-1-1,1 0,-1-1,1 1,0 0,0-1,0 0,0 1,1-1,-1 0,0-1,1 1,0-1,-1 1,1-1,0 0,-1 0,1-1,0 1,4-1,5-4,0-1,0 0,-1-1,1 0,-2-1,1 0,-1-1,0-1,0 1,-1-2,0 1,-1-2,0 1,7-11,20-19,-2-2,-2-1,-2-2,-2-1,-1-1,-3-1,-2-2,6-22,-24 58,0 1,-2-1,1 0,-2 0,1 0,-2 0,0-5,0 15,-1 0,1 1,0-1,-1 1,0-1,0 1,0-1,0 1,0 0,-1-1,0 1,1 0,-1 0,0 0,-1 0,1 0,0 1,-1-1,0 1,1-1,-1 1,0 0,0 0,0 1,-1-1,1 0,0 1,-1 0,1 0,-3-1,-1 1,0 0,0 1,0 0,0 0,0 1,0 0,0 0,0 0,1 1,-1 0,0 0,1 1,-1 0,1 0,0 0,0 1,0 0,1 0,-1 1,-2 2,-2 3,0 0,0 1,1 0,0 1,1 0,1 0,0 1,0 0,-2 8,2 7,1-1,1 0,1 1,2 0,0 0,2 0,1 0,2 0,0 0,2 0,1-1,1 0,2 0,0-1,2 0,1 0,1-1,11 16,-14-23,0-1,1-1,1 0,0 0,1-1,1-1,13 11,-6-9</inkml:trace>
  <inkml:trace contextRef="#ctx0" brushRef="#br0" timeOffset="17738.117">899 3470,'-11'162,"-6"27,11-182,4-27,5-11,1 0,1 1,2 0,1 0,2 1,0 0,2 0,1 1,1 1,15-20,-25 40,1 1,0 0,0 0,1 1,0-1,0 1,0 0,1 1,-1-1,3 0,-7 4,0 0,0 1,0-1,1 0,-1 0,0 1,1 0,-1-1,0 1,1 0,-1 0,0 0,1 0,-1 1,0-1,0 0,1 1,-1 0,0 0,0-1,0 1,0 1,0-1,0 0,0 0,0 1,0-1,0 1,-1-1,1 1,-1 0,1 0,-1 0,1 0,0 2,2 4,1 1,-2-1,1 1,-1 0,0 0,-1 1,0-1,-1 0,0 1,0-1,-1 1,0-1,-1 1,0-1,0 1,-1-1,0 0,-1 0,0 0,0 0,-1 0,0-1,-1 1,0-1,0 0,-1 0,-3 3,0-1,-1 0,0-1,0 0,-1 0,0-1,-1-1,0 0,0 0,0-1,-1-1,-3 1,3-8,27-8,1 4,1 1,-1 1,1 0,0 1,0 0,0 2,1 0,-1 1,0 0,0 1,4 2,-13-2,-1 0,0 0,0 0,0 1,0 0,0 0,0 1,0-1,-1 1,1 1,-1-1,0 1,0 0,0 0,-1 0,1 1,-1-1,0 1,0 0,-1 1,1-1,-1 0,0 1,-1 0,1 0,-1 0,0 0,-1 0,0 0,0 1,0 0,-1-1,0 1,-1 0,1-1,-1 1,-1 0,1-1,-1 1,0-1,-1 0,0 0,0 0,0 0,0 0,-1-1,0 1,0-1,-1 0,1 0,-4 2,-4 4,0-1,-1 0,0-1,0 0,-1-1,-1-1,1 0,-3-1,10-2,0 0,-1 0,1-1,-1-1,0 1,0-1,0-1,0 1,0-1,-1-1,1 0,0 0,0 0,0-1,-1 0,1-1,0 0,0 0,1 0,-1-1,0-1,1 1,-4-3,-4-12</inkml:trace>
  <inkml:trace contextRef="#ctx0" brushRef="#br0" timeOffset="19187.02">994 2528,'79'-8,"-56"6,-13 0,1 0,0 1,-1 0,1 1,0 0,0 1,0 0,-1 1,1 0,-1 0,1 1,-1 1,0 0,0 0,1 2,-8-4,0 1,-1 0,1-1,-1 1,0 0,0 0,0 0,0 1,-1-1,1 0,-1 1,0-1,0 1,0-1,0 1,-1 0,1-1,-1 1,0 0,0-1,-1 1,1 0,-1-1,1 1,-1-1,0 1,-1-1,1 1,-1-1,-55 94,-47 9,103-105,0-1,0 0,1 0,-1 1,0-1,0 0,0 1,1-1,-1 1,0-1,0 1,1 0,-1-1,0 1,1 0,-1-1,1 1,-1 0,1 0,-1-1,1 1,0 0,-1 0,1 0,0 0,0 0,0-1,-1 1,1 0,0 0,0 0,0 0,0 0,1 0,-1 0,0 0,0-1,0 1,1 0,-1 0,0 0,1 0,-1-1,1 1,-1 0,1 0,-1-1,1 1,0 0,-1-1,1 1,0-1,0 1,-1-1,1 1,0-1,0 1,0-1,-1 0,2 1,192-1,-182 0,7 0,0 0,-1-1,1-1,0-1,-1-1,14-4,-12-1</inkml:trace>
  <inkml:trace contextRef="#ctx0" brushRef="#br0" timeOffset="19437.888">1076 2719,'2'-2,"8"-1,12-2,13-3,13-2,9-2,8 1,3 1,0-1,-12 1</inkml:trace>
  <inkml:trace contextRef="#ctx0" brushRef="#br0" timeOffset="19660.322">1678 2501,'-20'155,"18"-137,-1 84,4-98,0 0,-1 0,1 0,1 0,-1 0,0 0,1 0,0-1,0 1,0-1,1 1,-1-1,1 0,-1 0,1 0,0 0,0 0,1-1,-1 1,0-1,1 0,0 0,0 0,12 3,0-1,0-1,0 0,1-1,-1-1,1-1,-1 0,1-1,-1 0,1-2,-1 0,0-1,8-3,21-5</inkml:trace>
  <inkml:trace contextRef="#ctx0" brushRef="#br0" timeOffset="19855.178">1609 2678,'18'0,"18"-2,15-4,10-2,4 0,0-2,-6 0,-11-2,-14 2</inkml:trace>
  <inkml:trace contextRef="#ctx0" brushRef="#br0" timeOffset="20098.529">1678 2474,'21'0,"20"0,20-3,14 0,7 0,-9 0</inkml:trace>
  <inkml:trace contextRef="#ctx0" brushRef="#br0" timeOffset="20468.538">2496 2542,'-34'0,"15"-2,1 1,-1 1,0 1,1 0,-1 1,1 2,-1 0,1 0,0 2,1 0,0 1,-4 3,17-8,0 1,1 0,-1 1,0-1,1 0,0 1,0 0,0 0,0 0,1 0,-1 0,1 1,0-1,1 0,-1 1,1 0,-1-1,1 1,1 0,-1 0,1 0,0 0,0-1,0 1,1 0,-1 0,1 0,0-1,1 1,-1 0,1-1,0 1,0-1,1 0,-1 0,1 0,0 0,0 0,0 0,0-1,1 1,-1-1,1 0,1 0,10 6,0 0,0-2,1 0,1 0,-1-2,1 0,0-1,0 0,0-1,0-2,0 1,1-2,-1 0,1-1,-1-1,0-1,0 0,0-1,8-4,-14 5,0-1,-1-1,1 0,-1 0,0-1,0 0,-1-1,0 0,0 0,0-1,-1 0,0 0,-1-1,0 0,0-1,-1 0,0 1,-1-2,0 1,-1-1,0 0,0 0,0-6,-7 32,0-8,1 1,1 0,-1-1,1 1,1 0,-1-1,1 1,0 0,1 0,0 0,0-1,1 1,0-1,0 1,2 2,0-4,1 0,0-1,0 0,0 1,0-2,1 1,0-1,0 1,0-2,0 1,1-1,-1 0,1 0,0-1,0 1,0-2,0 1,0-1,1 0,-1 0,1-1,20 0</inkml:trace>
  <inkml:trace contextRef="#ctx0" brushRef="#br0" timeOffset="20707.956">2783 2228,'-4'-5,"2"1,12 4,13 3,2 2</inkml:trace>
  <inkml:trace contextRef="#ctx0" brushRef="#br0" timeOffset="21998.507">10485 1217,'-11'-1,"0"1,1 0,-1 0,0 1,0 1,1 0,-1 0,1 1,0 0,-1 1,1 0,1 1,-1 0,1 0,0 1,0 0,0 1,1-1,0 2,0-1,1 1,0 1,1-1,-1 1,2 0,-1 1,1-1,1 1,0 0,-2 6,5-10,0 0,0 0,1-1,-1 1,2 0,-1 0,0 0,1 0,0 0,1 0,-1 0,1-1,0 1,1-1,-1 1,1-1,0 0,0 0,1 0,0 0,-1-1,1 0,4 4,11 9,1-1,1 0,0-2,20 11,-38-23,37 21,-19-13,-2 2,0 0,0 1,-1 1,5 6,-22-19,1 0,-1 0,0 0,0 0,0 0,0 0,0 0,0 0,0 0,0 1,-1-1,1 0,0 1,-1-1,1 1,-1-1,1 1,-1-1,0 1,0-1,1 1,-1-1,0 1,-1-1,1 1,0-1,0 1,-1-1,1 1,0-1,-1 0,0 1,1-1,-1 1,0-1,0 0,1 0,-1 1,0-1,0 0,0 0,-1 0,1 0,-11 6,0-1,0 0,-1-1,0 0,0-1,0-1,0 0,-1 0,1-1,-1-1,0-1,-12 0,-21-8,47 8,0-1,-1 1,1-1,0 0,-1 1,1-1,0 0,0 0,0 1,-1-1,1 0,0 1,0-1,0 0,0 0,0 1,0-1,1 0,-1 0,0 1,0-1,0 0,1 1,-1-1,0 0,1 1,-1-1,1 0,-1 1,1-1,-1 1,1-1,-1 1,1-1,-1 1,1-1,0 1,-1 0,1-1,0 1,-1 0,1-1,145-92,-93 63,35-14,-87 45,1-1,-1 1,0-1,1 1,-1 0,0-1,1 1,-1 0,0 0,0 0,0 0,0 0,0 0,0 0,0 0,0 0,0 1,-1-1,1 0,0 1,-1-1,1 0,-1 1,1-1,-1 1,0-1,0 0,0 1,1-1,-2 1,1-1,0 1,0-1,0 1,0-1,-1 1,1-1,0 4,-2 220,6-110,-6 168,-2-249,-1-11</inkml:trace>
  <inkml:trace contextRef="#ctx0" brushRef="#br0" timeOffset="22300.216">10704 1626,'10'4,"0"0,0 1,0 1,-1-1,0 1,0 1,0 0,-1 0,0 0,-1 1,1 0,-1 1,-1 0,0 0,0 0,-1 1,1 0,-5-7,1-1,0 0,-1 1,0-1,1 1,-1 0,0-1,0 1,-1 0,1 0,-1-1,1 1,-1 0,0 0,0 0,0 0,0 0,0-1,-1 1,0 0,1 0,-1 0,0-1,0 1,0-1,-1 1,1-1,-1 1,1-1,-1 1,0-1,0 0,0 0,0 0,0 0,-6 2,1 0,-1-1,0 0,1 0,-1-1,-1 1,1-2,0 1,0-1,-1-1,1 0,0 0,-1 0,1-1,0 0,-1-1,1 0,-4-1,10 2,0 0,-1 0,1 0,0 0,0-1,0 1,0-1,0 1,0-1,1 1,-1-1,0 0,1 0,0 0,-1 0,1 0,0 0,0-1,0 1,0 0,0 0,1-1,-1 1,1-1,-1 1,1 0,0-1,0 1,0-1,0 1,1 0,-1-1,1 1,-1-1,1 1,0 0,0-1,9-15</inkml:trace>
  <inkml:trace contextRef="#ctx0" brushRef="#br0" timeOffset="23266.288">11004 1804,'-1'-1,"1"-1,-1 1,0 0,1 0,-1 0,1-1,-1 1,1 0,-1-1,1 1,0 0,0-1,0 1,0-1,0 1,0 0,0-1,0 1,0 0,1-1,-1 1,1 0,-1-1,1 1,0-1,0-2,0 0,1-9,0-1,1 1,1 0,0 0,1 0,1 0,0 1,0 0,2-1,-3 10,0 1,-1 0,1 0,1 0,-1 0,0 1,0 0,1 0,-1 0,0 1,1 0,-1 0,0 0,1 0,-1 1,0 0,1 0,-1 1,0 0,0-1,0 2,0-1,4 3,-1-2,-1-1,0 1,0-1,0 2,0-1,0 1,-1 0,0 1,1-1,-1 1,-1 0,1 1,-1-1,0 1,0 0,0 2,2 1,-13-13,0 21,6-13,0-1,1 1,-1-1,1 0,-1 1,1-1,0 1,1-1,-1 0,0 0,1 0,0 0,0 0,0 0,0 0,0 0,0-1,1 1,0-1,-1 0,1 0,0 0,0 0,0 0,0 0,0-1,0 0,1 1,-1-1,3 0,4 2,0-1,0-1,0 1,1-2,-1 1,0-2,1 1,-1-1,0-1,0 0,82-31,-69 21</inkml:trace>
  <inkml:trace contextRef="#ctx0" brushRef="#br0" timeOffset="23637.195">11578 1722,'38'-15,"-1"-2,-1-1,0-2,-2-1,6-6,-39 26,1 1,-1 0,0 0,0-1,1 1,-1-1,0 1,0-1,0 1,1-1,-1 0,0 0,0 1,0-1,0 0,-1 0,1 0,0 0,0 0,0 0,-1-1,1 1,-1 0,1 0,-1 0,1-1,-1 1,1 0,-1 0,0-1,0 1,0 0,0-1,0 1,0 0,0-1,0 1,-1 0,1-1,0 1,-1 0,1 0,-1 0,1-1,-1 1,0 0,1 0,-1 0,0 0,0 0,0 0,0 0,-10-1,0 1,0 1,0 0,0 0,0 1,0 0,0 1,1 1,-1-1,1 2,-1-1,1 2,0-1,1 1,-4 3,-53 39,64-45,0 0,0 0,0 0,1 0,-1 0,1 1,0-1,0 0,0 1,0-1,0 0,0 1,0-1,1 1,-1 0,1-1,0 1,0-1,0 1,0 0,0-1,1 1,-1-1,1 1,-1-1,1 1,0-1,0 1,0-1,1 0,6 7,1-1,0 0,1-1,0 0,0 0,0-1,1 0,0-1,0 0,1-1,-1-1,1 1,0-2,0 0,0 0,0-1,5 0,242 14,-181-15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24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102 410,'-3'19,"-2"13,-1 10,-1 5,-3 2,1-1,0-4,-1-7,-2-10,0-9,1-13,3-7</inkml:trace>
  <inkml:trace contextRef="#ctx0" brushRef="#br0" timeOffset="513.222">75 316,'4'-14,"33"-86,-35 97,0-1,0 1,0 0,1-1,-1 1,1 0,0 1,0-1,0 0,0 1,0 0,1-1,-1 1,1 1,-1-1,1 0,0 1,-1 0,1 0,0 0,0 0,0 1,0 0,4-1,2 3,0-1,0 2,0-1,0 2,0-1,-1 1,0 0,0 1,0 0,0 1,0 0,-1 0,0 1,-1 0,0 0,0 0,0 1,-1 0,0 1,0 0,0 2,-4-7,0 1,0-1,-1 0,1 1,-1-1,0 1,-1-1,1 1,-1-1,0 1,0-1,0 1,-1-1,1 1,-1 0,0-1,-1 0,1 1,-1-1,0 0,0 0,0 0,0 0,-1 0,1 0,-1-1,0 1,0-1,-1 0,-1 1,-10 9,0-1,-1-1,-1-1,0 0,0-1,-10 2,-116 58,141-68,1 0,-1 1,0-1,1 0,-1 0,1 1,0-1,-1 1,1-1,0 1,0 0,0 0,0-1,0 1,1 0,-1 0,1 0,-1 0,1 0,-1 0,1 0,0 0,0 0,0 0,0 0,0 0,1-1,-1 1,0 0,1 0,0 0,-1 0,1 0,0 0,0-1,0 1,1 1,57 49,-37-43,1 0,-1-2,1-1,1-1,-1-1,1-1,0 0,-1-2,1-1,1-1,-10 2,-1-1,1 0,-1-1,0 0,1-1,-1-1,0 0,0-1,0 0,-1-1,0-1,0 0,0-1,0 0,-1-1,-1-1,1 0,-1 0,2-3,-12 10,1 1,0-1,-1 1,1-1,0 0,-1 0,0 0,0 0,1 0,-1 0,-1 0,1-1,0 1,0 0,-1 0,1-1,-1 1,0 0,0-1,0 1,0-1,0 1,0 0,0-1,-1 1,0 0,1 0,-1-1,0 1,0 0,0 0,0 0,0 0,-1 0,1 0,0 0,-1 0,0 1,1-1,-1 1,0-1,0 1,0-1,0 1,0 0,0 0,-3-1,-2 1,0 1,0 0,0 0,0 0,0 1,0 0,0 0,0 1,1-1,-1 2,0-1,1 1,-1 0,1 0,0 1,0 0,0 0,1 0,-1 1,1-1,0 1,0 1,1-1,0 1,0 0,0 0,0 0,1 0,0 1,1-1,-1 1,1 1,2-4,-1 1,1-1,1 1,-1-1,0 0,1 1,0-1,0 1,1-1,-1 0,1 0,0 0,0 0,0 0,1 0,-1 0,1-1,0 1,0-1,0 0,0 1,1-2,0 1,-1 0,1-1,0 0,0 1,0-2,0 1,0 0,4 0,34 14</inkml:trace>
  <inkml:trace contextRef="#ctx0" brushRef="#br0" timeOffset="1318.357">1194 479,'-38'-1,"16"0,0 1,0 0,0 2,0 1,1 0,-1 1,-11 5,30-8,0 0,0-1,1 1,-1 0,0 1,1-1,-1 0,0 1,1-1,0 1,-1 0,1 0,0 0,0 0,0 0,0 1,0-1,1 1,-1-1,1 1,0-1,-1 1,1 0,0-1,1 1,-1 0,0 0,1 0,0 0,-1 0,1 0,0 0,1 0,-1 0,0-1,1 1,0 0,0 0,7 11,0-2,2 1,0-1,0 0,1-1,0 0,1-1,0 0,1-1,7 4,-5-2,53 47,-68-57,0-1,1 1,-1-1,0 1,0 0,1-1,-1 1,0 0,0-1,0 1,0 0,0-1,0 1,0 0,0-1,0 1,0 0,0-1,-1 1,1 0,0-1,0 1,-1-1,1 1,0 0,-1-1,1 1,-1-1,1 1,0-1,-1 1,1-1,-1 1,1-1,-1 0,0 1,1-1,-1 0,1 1,-1-1,0 0,1 0,-1 0,0 1,1-1,-1 0,0 0,-37 5,34-5,4 0,-8 1,0 0,0-1,0 0,0 0,0-1,0 0,0 0,0-1,0 0,0-1,1 1,-1-1,-1-2,8 4,1 0,0-1,0 1,0 0,0-1,0 1,0 0,0-1,0 1,0 0,1 0,-1-1,0 1,1 0,-1 0,1-1,0 1,-1 0,1 0,0 0,0 0,0 0,-1 0,1 0,0 0,0 0,0 1,1-1,-1 0,0 1,0-1,0 0,0 1,1 0,-1-1,0 1,0 0,1-1,-1 1,0 0,1 0,0 0,279-77,-280 77,24-6,0-2,0-1,-1-1,0-1,-1-1,5-5,-7-6,-20 22,-1 1,0-1,0 1,0-1,0 1,1-1,-1 0,0 1,0-1,0 1,0-1,-1 1,1-1,0 0,0 1,0-1,0 1,0-1,-1 1,1-1,0 1,0-1,-1 1,1-1,0 1,-1-1,1 1,-1 0,1-1,-1 1,1 0,0-1,-1 1,1 0,-1-1,0 1,1 0,-1 0,1 0,-1-1,1 1,-1 0,1 0,-1 0,0 0,1 0,-1 0,1 0,-1 0,1 0,-6 0,1 1,0-1,0 1,0 0,0 0,0 0,0 1,1-1,-1 1,0 1,1-1,-1 0,1 1,0 0,0 0,0 1,0-1,0 1,1-1,0 1,0 0,0 1,0-1,0 0,1 1,0-1,0 1,0 0,1 0,-1 0,1 0,0 0,1 0,-1 0,1 0,0 0,0 0,1 0,-1 0,1 0,0 0,0 0,1 0,0 0,0 0,0-1,0 1,1-1,1 2,3 2,0 0,0-1,1 1,0-2,0 1,1-2,0 1,0-1,0 0,1-1,-1 0,1 0,0-1,0 0,0-1,1 0,-1-1,1 0,-1-1,0 0,1 0,-1-1,1-1,-1 0,0 0,0-1,0 0,0-1,0 0,-1 0,8-5,-1-7,-1 0,0-1,-1-1,-1 0,0 0,-2-1,0-1,-1 0,-2-1,1 0,-2 0,0-6,21-65,-3-1,-5-1,-4 0,-3-14,-12 41,-11 70,-32 75,27-48,1 0,2 1,1 1,1 0,2 0,1 1,2 0,1 0,1 0,2 0,2 1,0-1,3 0,0 0,3 0,0 0,7 14,-4-25,0 0,2 0,0-1,1-1,1 0,1-1,1 0,1-1,0-1,13 9,26 2,-39-29</inkml:trace>
  <inkml:trace contextRef="#ctx0" brushRef="#br0" timeOffset="1568.513">1522 301,'16'-2,"27"1,29 4,27 3,23 3,9 0,-17-2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2:16.5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3569 3129,'16'122,"23"482,-32-438,105 1288,-85-1185,-28-240,1-29,0 0,-1 0,1 0,0-1,0 1,0 0,-1 0,1 0,0 0,0-1,-1 1,1 0,0 0,0 0,-1 0,1 0,0 0,0 0,-1 0,1 0,0 0,-1 0,1 0,0 0,0 0,-1 0,1 0,0 0,0 0,-1 0,1 0,0 0,0 1,-1-1,1 0,0 0,0 0,-1 0,1 1,0-1,0 0,0 0,-6-27,1-8</inkml:trace>
  <inkml:trace contextRef="#ctx0" brushRef="#br0" timeOffset="1">3623 3169,'-15'-153,"9"121,2 0,1 0,2-1,1 1,3-23,-3 53,0-1,0 0,1 1,-1-1,1 1,-1-1,1 1,0-1,0 1,0-1,0 1,0 0,1 0,-1-1,1 1,-1 0,1 0,0 0,0 1,0-1,0 0,0 1,0-1,0 1,1 0,-1 0,0 0,1 0,-1 0,1 0,-1 0,1 1,-1 0,1-1,1 1,209 6,-97 2,1022 5,204 31,-36 8,-413-43,-605-1,854 40,-165-30,-676-20,370 2,-611 2,-1 2,0 2,-1 3,1 3,49 17,-106-28,-1-1,1 1,0 0,-1 1,1-1,-1 0,1 0,-1 1,0-1,0 0,1 1,-1 0,0-1,0 1,-1-1,1 1,0 0,0 0,-1 0,1-1,-1 1,0 0,1 0,-1 0,0 0,0 0,0 0,0-1,-1 1,1 0,-1 0,1 0,-1 0,1 0,-1-1,0 1,0 0,0-1,0 1,0-1,0 1,0-1,0 1,-1-1,1 0,-1 1,1-1,-1 0,-6 13,-6 17,3 1,0 0,2 0,2 1,0 1,3-1,0 1,3-1,0 1,3 0,1 2,51 450,-44-201,-22 211,9-417,-2 74,5 0,21 137,24 14,23 211,-59-382,1 29,7 0,23 85,-20-144,-5 2,-4 0,-5 0,-4 29,-12 203,-8 66,18-401,1-1,-1 0,0 0,0 0,1 1,-1-1,0 0,0 0,0 0,-1 1,1-1,0 0,0 0,-1 0,1 1,0-1,-1 0,1 0,-1 0,0 0,1 0,-1 0,0 0,0 0,1 0,-1 0,0 0,0-1,0 1,0 0,0-1,0 1,0 0,0-1,-1 1,1-1,0 0,0 1,0-1,0 0,-1 0,1 0,0 0,0 0,-1 0,1 0,0 0,0 0,0-1,-1 1,-247-31,-869-16,-1250 34,1201-19,-262 11,167 62,521-28,497-13,238 0,0 1,1 0,-1 0,0 1,1-1,-1 1,1 0,0 1,0 0,0-1,-4 4,-26 12,34-18,-1 1,1-1,0 1,-1-1,1 0,0 0,-1 0,1 0,0 0,-1 0,1 0,0 0,-1 0,1 0,0-1,0 1,-1-1,1 1,0-1,0 1,-1-1,1 0,0 0,0 1,0-1,0 0,0 0,0 0,0 0,1 0,-1 0,0-1,1 1,-1 0,0 0,1-1,-16-49,15 46,-38-234,-4-180,20 170,-47-603,39 497,28-90,3 451</inkml:trace>
  <inkml:trace contextRef="#ctx0" brushRef="#br0" timeOffset="2">5748 4893,'18'11,"0"-2,1 0,-1-1,2-1,-1 0,1-2,0 0,0-1,1-1,-1-2,1 1,-1-2,1-1,-1-1,1 0,17-5,48-15,-86 23,-1 0,0-1,1 1,-1-1,1 1,0 0,-1-1,1 1,-1 0,1 0,0-1,0 1,-1 0,1 0,0 0,0-1,0 1,0 0,0 0,0 0,0-1,0 1,0 0,0 0,0 0,1-1,-1 1,0 0,1 0,-1-1,0 1,1 0,-1 0,1-1,-1 1,1-1,-1 1,1 0,0-1,-1 1,1-1,0 1,-1-1,1 0,0 1,0-1,-1 0,1 1,0-1,0 0,-1 0,1 0,0 0,0 0,0 0,0 0,-1 0,1 0,0 0,0 0,0 0,-1-1,1 1,0 0,0-1,-1 1,2-1,-92 269,68-174,4 1,5 0,4 1,4 0,5 64,1-144,14 67,-10-76</inkml:trace>
  <inkml:trace contextRef="#ctx0" brushRef="#br0" timeOffset="3">5709 5361,'82'-6,"0"-3,-1-4,0-4,-1-3,43-18,-114 35,75-21,0-4,-2-3,53-30,-129 59,0-1,0 0,0 0,0 0,0-1,-1 0,1 0,-1 0,0-1,0 0,-1 1,1-2,-1 1,0-1,-1 1,1-1,-1 0,0 0,-1 0,0-1,1 1,-2-1,1 1,-1-1,0 0,-1 0,1 1,-19-61,18 68,0-1,-1 0,1 1,0-1,0 0,0 0,0 1,0-1,0 0,0 0,0 1,0-1,-1 0,1 0,0 1,0-1,0 0,-1 0,1 0,0 0,0 1,0-1,-1 0,1 0,0 0,0 0,-1 0,1 0,0 1,0-1,-1 0,1 0,0 0,-1 0,1 0,0 0,0 0,-1 0,1 0,0 0,0-1,-1 1,1 0,0 0,-1 0,1 0,0 0,0 0,0 0,-1-1,1 1,0 0,0 0,0 0,-1-1,1 1,0 0,0 0,0-1,0 1,-1 0,1 0,0-1,0 1,0 0,0 0,0-1,0 1,0 0,-5 24,-8 220,-34 144,53-304,-6-81,1 0,0-1,0 1,0-1,1 0,-1 1,1-1,-1 0,1 0,0 0,-1 0,1 0,0 0,0-1,1 1,-1 0,0-1,0 0,1 1,-1-1,1 0,-1 0,1-1,-1 1,1 0,0-1,-1 0,1 0,2 1,4-2,-1 0,0 0,0-1,0 0,0 0,0-1,0 0,-1 0,1 0,-1-1,0-1,0 1,0-1,-1 0,0-1,0 1,0-1,0-1,-1 1,1-3,6-7,-1-1,0 0,-2-1,0 0,-1-1,-1 1,5-18,9-114,-32 204,-23 177,3 93,29-293,1-1,2 0,1 1,1-1,1 0,2 0,3 8,10 10</inkml:trace>
  <inkml:trace contextRef="#ctx0" brushRef="#br0" timeOffset="4">7941 5014,'-8'-11,"0"1,-1 1,0-1,-1 1,0 1,0 0,0 0,-1 1,-1 1,1 0,-1 0,0 1,0 1,0 0,-1 0,1 1,-1 1,0 0,0 1,0 0,0 1,0 0,0 2,-4 0,0 0,0 0,0 2,1 0,-1 1,1 0,1 1,-1 1,1 1,0 0,0 1,1 0,1 1,-1 1,2 0,-1 1,2 0,-1 1,-2 6,11-17,1 1,0 0,0 0,0 0,0 0,0 0,1 0,-1 0,1 1,0-1,0 1,0-1,0 1,1-1,-1 1,1-1,0 1,0-1,1 1,-1-1,0 1,1-1,0 1,0-1,0 1,1-1,-1 0,1 0,-1 1,1-1,0 0,0-1,1 1,0 1,6 1,1 1,0-2,0 1,0-1,1-1,0 1,0-2,-1 0,1 0,1-1,-1 0,0-1,0 0,0-1,4-1,17-1,0-1,-1-1,0-2,0-1,-1-1,0-2,0-1,-1-1,-1-1,0-2,-1-1,18-15,0 0,-36 41,6 135,0-10,-3-43,-4 1,-5 61,-3-142,0 0,-1 0,-1 0,0 0,0-1,-1 1,-1 0,0-1,0 0,-1 0,0 0,-1 0,0-1,0 0,-1 0,0-1,-1 0,0 0,0-1,-1 1,-6 2,-1 0,0-1,0-1,0 0,-1-1,0-1,-1-1,0 0,1-1,-1-1,-1-1,1 0,0-2,0 0,0-1,-12-2,28 3,-1 0,0 0,1 0,-1 0,1-1,-1 1,1-1,-1 0,1 0,0 0,-1 0,1 0,0 0,-1-1,1 1,0-1,0 1,0-1,1 0,-1 0,0 0,1 0,-1 0,1 0,-1 0,1 0,0-1,0 1,0-1,1 1,-1 0,0-1,1 0,0 1,-1-1,1 1,0-1,0 1,1-1,-1 1,0-2,14-27</inkml:trace>
  <inkml:trace contextRef="#ctx0" brushRef="#br0" timeOffset="5">8315 5562,'1'9,"1"-1,0 0,0 0,1 0,0 0,1 0,-1-1,1 1,1-1,0 0,0 0,0-1,1 1,-1-1,2-1,-1 1,1-1,-1 0,1 0,1-1,-1 0,1 0,-1-1,1 0,0 0,0-1,1 0,4 2,1-1,0 0,-1-1,1 0,0-1,0-1,0-1,0 1,0-2,0 0,0-1,-1 0,1-1,-1-1,0 0,0-1,-1 0,1 0,-2-2,1 0,-1 0,0-1,0 0,-1-1,0 0,-1 0,-1-1,1 0,-2-1,1 0,-2 0,1-1,-2 0,1-1,-3 3,0-1,0 1,-1-1,-1 1,0-1,0 0,-1 0,-1 1,0-1,0 0,-1 1,-1-1,0 1,-1 0,0 0,0 0,-1 1,-1-1,1 1,-2 0,0 1,0-1,0 1,-1 1,0-1,-1 2,0-1,0 1,-1 0,0 1,0 0,-1 1,1 0,-1 0,0 1,0 1,-1 0,-1 0,-1 2,0 1,0 0,0 1,1 1,-1 0,0 0,1 2,0 0,-1 0,2 1,-1 1,0 0,1 1,0 0,1 0,0 2,-8 6,-7 9,1 0,1 1,2 1,0 2,2 0,-8 16,-12 23</inkml:trace>
  <inkml:trace contextRef="#ctx0" brushRef="#br0" timeOffset="6">9839 3410,'-9'21,"1"1,2 0,0 1,1-1,2 1,-1 8,-2 12,-2 13,1-3,-3 0,-1-1,-13 30,13-58,11-24,0 0,-1 0,1 1,-1-1,1 0,-1 0,1 0,-1 0,1 0,-1 0,1 1,-1-1,1 0,-1 0,1-1,-1 1,1 0,-1 0,1 0,0 0,-1 0,1 0,-1-1,1 1,-1 0,1 0,-1-1,1 1,0 0,-1-1,1 1,0 0,-1-1,1 1,0 0,-1-1,1 1,0-1,0 1,0-1,-1 1,1-1,0 1,0-1,0 1,0 0,0-1,0 1,0-1,0 1,0-1,0 1,0-1,0 1,0-1,0 1,1-1,-1 1,0-1,0 1,-6-37,2 1,1-1,2 0,1-5,0 0,0 2,9-208,-10 243,1 0,1 0,-1 0,1 0,0 0,0 1,0-1,1 0,0 1,-1-1,2 1,-1-1,0 1,1 0,0 0,0 0,0 1,1-1,-1 1,1-1,0 1,-1 0,2 0,-1 1,0 0,0-1,1 1,-1 0,1 1,0-1,-1 1,1 0,1 0,11 2,0 1,0 1,0 0,0 1,0 1,-1 0,0 1,0 1,0 1,-1 0,14 10,-21-14,0-1,0 2,0-1,-1 1,0 1,0-1,0 1,0 0,-1 1,0-1,0 1,-1 0,0 1,0-1,-1 1,0 0,0 1,1 6,-5-11,0-1,-1 1,1 0,-1 0,0-1,0 1,-1 0,1-1,-1 0,0 1,0-1,0 0,0 1,0-1,-1-1,1 1,-1 0,0 0,0-1,0 0,-3 2,-73 39,-102 9,140-43,39-8,0-1,1-1,-1 1,1 0,-1 0,1 0,-1 0,1 0,-1 0,1 1,-1-1,1 0,-1 1,1-1,-1 1,1 0,0-1,-1 1,1 0,0 0,-1 0,1 0,0 0,0 0,0 0,0 0,0 0,0 1,0-1,1 0,-1 1,0-1,1 1,-1-1,1 0,-1 1,1-1,0 1,0-1,0 1,-1-1,1 1,1-1,-1 1,0 0,0 0,7 6,-1 0,1 0,1-1,0 0,0 0,0-1,0 0,5 3,7 5,200 144,-218-156,-1 0,1-1,1 1,-1-1,0 1,0-1,1 0,-1 0,0 0,1 0,-1 0,1-1,-1 1,1-1,-1 1,1-1,0 0,-1 0,1 0,-1 0,1-1,0 1,-1-1,1 0,-1 1,1-1,-1 0,0-1,1 1,0-1,9-8,-11 8,-1 1,1 0,0-1,0 1,0 0,0 0,0 0,0-1,0 1,1 0,-1 1,0-1,1 0,-1 0,0 1,1-1,-1 0,1 1,-1-1,1 1,-1 0,1 0,-1-1,1 1,-1 0,1 0,0 0,-1 1,1-1,-1 0,1 1,-1-1,1 1,-1-1,0 1,1 0,-1-1,1 1,-1 0,0 0,0 0,1 0,18 24,-16-19,0-1,0 0,1 0,-1 0,1 0,0-1,0 1,1-1,-1-1,1 1,0-1,0 0,0 0,0-1,3 1,-2-2,0 0,0-1,0 1,-1-2,1 1,0-1,0 0,0-1,-1 1,1-1,-1 0,1-1,-1 0,0 0,0 0,0-1,0 0,-1 0,0 0,1-1,-1 0,-1 0,1 0,-1 0,0-1,0 0,-1 0,0 0,1 0,-1 1,0 0,-1 0,1 0,-1 0,0-1,-1 1,1-1,-1 1,0-1,0 1,-1-1,1 0,-1 1,-1-1,1 0,-1 1,0-1,0 1,-1-1,1 1,-1-1,0 1,-1 0,1 0,-1 0,0 0,-1 1,1-1,-1 1,1 0,-1 0,-1 0,1 0,-5-3,3 4,0-1,0 1,0 0,-1 1,1 0,-1 0,0 0,1 0,-1 1,0 0,0 1,0 0,0 0,0 0,1 1,-1 0,0 0,0 1,1-1,-1 2,1-1,-1 1,1 0,0 0,0 1,0-1,0 1,1 1,0-1,0 1,0 0,0 0,1 0,0 1,-2 2,4-4,1 0,-1 0,1 0,0 1,0-1,1 0,-1 1,1-1,0 1,0-1,0 0,0 1,1-1,0 0,0 1,1 0,10 28</inkml:trace>
  <inkml:trace contextRef="#ctx0" brushRef="#br0" timeOffset="7">10668 3865,'-2'-21,"-1"-13,0-8,0-1,1 4,1 7,1 13,0 14,0 18,0 17,0 18,-2 11,-1 8,0 4,1-2,2-5,7-10,2-13</inkml:trace>
  <inkml:trace contextRef="#ctx0" brushRef="#br0" timeOffset="8">10976 3517,'0'88,"1"18,-4 0,-8 29,6-110,1-21,4-18,20-281,-18 262,27-205,-30 235,2-1,-1 0,0 0,1 1,-1-1,1 0,0 1,1-1,-1 1,0-1,1 1,0 0,0 0,0 0,0-1,0 2,1-1,-1 0,1 0,0 1,0 0,0-1,0 1,0 0,0 1,1-1,-1 1,1-1,-1 1,1 0,-1 0,3 0,4 4,-1 1,0 0,0 0,0 1,0 0,0 1,-1-1,0 2,-1-1,1 1,-1 1,0-1,-1 1,0 0,0 0,-1 1,0 0,1 2,-2-5,0-1,-1 1,0 1,0-1,0 0,-1 1,0-1,0 1,0-1,-1 1,0 0,0 0,-1 0,0 0,0 0,-1-1,0 1,0 0,0 0,-1-1,0 1,-1 0,1-1,-1 0,0 0,-1 0,0 1,-5 2,-1 0,0-1,-1 0,0-1,0 0,-1 0,1-2,-1 1,-1-1,1-1,-1 0,1-1,-1 0,-11 0,21-3,1 0,0 0,0 0,0 0,0 1,0-1,0 0,0 1,0-1,1 1,-1 0,0-1,0 1,0 0,1 0,-1 0,0 1,1-1,-1 0,1 1,-1-1,1 1,0-1,-1 1,1-1,0 1,0 0,0 0,1 0,-1-1,0 1,1 0,-1 1,3 6,-1 1,2-1,0 0,0 0,0 0,1 0,0 0,1-1,0 0,4 6,7 13,-1 0,-10-15,0 1,1-1,0-1,1 0,0 1,1-2,0 1,1-1,0-1,1 0,0 0,0-1,1 0,0 0,0-1,0-1,3 1,-9-6,0 0,0-1,0 0,0 1,0-2,0 1,0 0,0-1,0 0,-1 0,1-1,0 1,-1-1,1 0,-1 0,1-1,-1 1,0-1,0 0,0 0,0 0,1-2,66-87,-71 92,15-20,-15 19,0 1,1 0,-1 0,0 0,0 0,1 0,-1 0,0-1,1 1,-1 0,0 0,1 0,-1 0,0 0,1 0,-1 0,0 0,1 1,-1-1,0 0,1 0,-1 0,0 0,0 0,1 0,-1 1,0-1,1 0,-1 0,0 0,0 1,0-1,1 0,-1 0,0 1,0-1,0 0,1 1,-1-1,0 0,0 0,0 1,0-1,0 0,0 1,0-1,0 0,0 1,0-1,0 0,0 1,0-1,0 0,0 1,0-1,0 0,0 1,0-1,-1 0,1 0,0 1,0-1,0 0,0 0,-1 1,1-1,0 0,0 5,0-1,0 0,0 1,1-1,0 0,0 0,0 1,0-1,0 0,1 0,0 0,0 0,0-1,1 1,-1 0,1-1,-1 0,1 1,1-1,-1 0,0-1,1 1,-1 0,1-1,0 0,-1 0,5 2,-4-2,1 0,-1 0,0-1,1 1,-1-1,1 0,-1 0,1-1,0 1,-1-1,1 0,0 0,-1 0,1-1,0 0,-1 0,1 0,-1 0,1-1,-1 1,0-1,0 0,0-1,0 1,0-1,0 0,-1 0,1 0,-1 0,0 0,1-1,-2 0,1 0,0 1,-1-1,0-1,0 1,0-2,0-1,-1 1,1 0,-2-1,1 1,-1-1,0 1,0-1,-1 1,0-1,0 1,0 0,-1-1,0 1,0 0,-1 0,1 0,-1 1,-1-1,1 1,-1-1,0 1,0 0,0 0,-1 1,0-1,0 1,0 0,0 1,-1-1,1 1,-5-2,7 4,0 0,-1 1,1-1,0 1,0 0,-1 0,1 0,0 0,-1 0,1 1,0-1,-1 1,1 0,0 0,0 0,0 1,0-1,0 1,0-1,0 1,1 0,-1 0,1 0,-1 1,1-1,0 1,0-1,0 1,0 0,0-1,-1 3,-3 6,0-1,1 1,0 0,1 1,0-1,1 1,0-1,0 4,7 64,6-49</inkml:trace>
  <inkml:trace contextRef="#ctx0" brushRef="#br0" timeOffset="9">11724 3717,'25'0,"86"7,-106-6,-1 0,1 0,-1 0,1 1,-1-1,0 1,0 1,1-1,-2 0,1 1,0 0,0 0,-1 0,0 0,0 1,0-1,0 1,0 0,0 0,-1 0,1 3,-1 1,-1 0,-1 1,1-1,-1 0,-1 0,0 1,0-1,0 0,-1 0,0 0,-1 0,0 0,0-1,0 1,-1-1,0 0,-1 0,0 0,-3 3,-148 221,155-229,-1 0,1-1,0 0,0 0,0 1,0-1,0 1,0-1,0 1,1-1,-1 1,0-1,1 1,0 0,-1-1,1 1,0 0,-1-1,1 1,0 0,0 0,1-1,-1 1,0 0,1-1,-1 1,1 0,-1-1,1 1,-1-1,1 1,0-1,0 1,0-1,0 1,0-1,0 0,1 0,-1 1,7 0,-1 0,1-1,0 1,0-2,0 1,0-1,-1 0,1-1,0 1,0-2,7-1,-7 2,140-26,-111 20</inkml:trace>
  <inkml:trace contextRef="#ctx0" brushRef="#br0" timeOffset="10">4625 3343,'-3'156,"-7"0,-24 116,18-201,16-71,0 0,0 0,0 1,0-1,0 0,1 1,-1-1,0 0,0 1,0-1,0 0,0 1,-1-1,1 0,0 0,0 1,0-1,0 0,0 1,0-1,0 0,-1 1,1-1,0 0,0 0,0 1,-1-1,1 0,0 0,0 0,-1 1,1-1,0 0,0 0,-1 0,1 0,0 0,-1 1,1-1,0 0,0 0,-1 0,1 0,0 0,-1 0,1 0,0 0,-1 0,1 0,0 0,-1 0,1-1,0 1,-1 0,1 0,0 0,0 0,-1 0,1-1,0 1,0 0,-1 0,1 0,0-1,0 1,0 0,-1 0,1-1,0 1,-8-23,-2-38,3-1,3 0,2-48,12-47,-8 147,0 0,0 0,1 0,0 1,1-1,0 1,0 0,1 0,0 1,1-1,-1 1,2 0,-1 1,5-4,-5 6,1 0,0 1,0 0,1 0,-1 1,1 0,-1 0,1 1,0 0,0 0,0 1,0 0,1 1,-1-1,0 1,0 1,0 0,1 0,-1 1,7 0,-1 2,1 0,-1 0,0 2,0 0,-1 0,0 1,0 1,0 0,0 1,-8-5,1 0,-1 0,0 0,0 0,-1 1,1 0,-1 0,0 0,0 1,0-1,-1 1,0 0,0 0,-1 0,1 0,-1 0,-1 1,1-1,-1 1,0-1,-1 1,1-1,-1 1,-1 0,1-1,-1 1,0-1,-1 1,1-1,-1 0,-1 1,1-1,-3 4,-4 1,0 0,-1-1,0 0,-1 0,0-1,-1 0,1-1,-2-1,1 0,-1 0,0-1,0-1,-1 0,0-1,0-1,0 0,0 0,0-2,0 1,-1-2,-4 0,19-1,-1 1,1 0,-1 0,1 0,-1 0,1-1,-1 1,1 0,-1 0,1 0,-1 0,1 0,-1 1,0-1,1 0,-1 0,1 0,-1 0,1 1,-1-1,1 0,-1 0,1 1,-1-1,1 0,0 1,-1-1,1 0,-1 1,1-1,0 1,-1-1,1 1,0-1,0 1,-1-1,1 1,0-1,0 1,0-1,0 1,0-1,-1 1,1-1,0 1,0-1,0 1,0 0,1-1,-1 1,0-1,0 1,0-1,0 1,1-1,-1 1,0-1,0 1,1-1,-1 1,29 28,-22-23,26 25,-17-14,2 1,0-2,0-1,2 0,0-1,1-1,0-1,0-1,2-1,17 6,-23-15,-1-1,1 0,-1-2,1 1,-1-2,0 0,0-1,0-1,0 0,-1-1,0-1,0 0,-1-1,1-1,7-6,-2 3,24-12</inkml:trace>
  <inkml:trace contextRef="#ctx0" brushRef="#br0" timeOffset="11">5441 3771,'-8'-6,"0"0,0 1,0 0,0 1,-1 0,0 0,0 1,0 0,0 0,0 1,-1 0,1 1,-1 0,1 1,-1 0,1 0,-1 1,0 0,1 1,0 0,-1 0,1 1,0 0,0 1,1 0,-1 0,1 1,0 0,0 0,0 1,1 0,0 1,0-1,1 1,-1 1,2-1,-1 1,1 0,0 0,1 1,-1-1,2 1,-1 0,1 2,3-8,-1-1,1 1,0 0,0 0,0-1,1 1,-1 0,1-1,-1 1,1 0,0-1,0 1,0-1,0 1,0-1,1 0,-1 1,1-1,0 0,0 0,-1 0,1 0,0 0,1-1,-1 1,0-1,0 1,1-1,-1 0,1 0,-1 0,1 0,-1 0,1 0,0-1,-1 1,1-1,0 0,0 0,-1 0,1 0,0 0,-1-1,1 1,0-1,-1 0,1 1,0-2,20-6,-1 0,-1-2,0 0,0-2,-1 0,0-2,-1 0,-1 0,0-2,-1-1,1-2,26-25,-43 44,-1-1,0 1,0 0,1-1,-1 1,0-1,1 1,-1 0,1-1,-1 1,0 0,1-1,-1 1,1 0,-1-1,1 1,-1 0,1 0,-1 0,1 0,-1-1,1 1,-1 0,1 0,-1 0,1 0,-1 0,1 0,-1 0,1 0,-1 0,1 1,-1-1,1 0,-1 0,1 0,-1 1,1-1,-1 0,1 0,-1 1,0-1,1 0,-1 1,1-1,-1 1,0-1,1 0,-1 1,0-1,0 1,1-1,-1 1,0-1,0 1,0-1,0 1,0-1,1 1,-1-1,0 1,0 0,0 37,0-35,-2 34,-3 1,0-1,-3 0,-3 9,7-33,0 0,-1 0,-1 0,0-1,0 0,-1 0,-1 0,0-1,0 0,-1-1,-1 0,0 0,-3 1,9-7,1-1,-1 0,0 0,0-1,-1 1,1-1,0 0,-1 0,0 0,1-1,-1 0,0 1,0-2,1 1,-1 0,0-1,0 0,0 0,0-1,0 0,0 1,1-1,-1-1,-1 0,-9-26,17 11</inkml:trace>
  <inkml:trace contextRef="#ctx0" brushRef="#br0" timeOffset="12">5748 3904,'-7'-27,"1"0,1 0,1 0,1-1,2 0,1 1,1-8,7-14,-8 49,0 1,0-1,0 0,0 0,1 1,-1-1,0 0,0 0,0 0,0 1,1-1,-1 0,0 0,0 0,1 0,-1 1,0-1,0 0,0 0,1 0,-1 0,0 0,0 0,1 0,-1 0,0 0,0 0,1 0,-1 0,0 0,1 0,-1 0,0 0,0 0,1 0,-1 0,0 0,0 0,1 0,-1-1,0 1,0 0,0 0,1 0,-1 0,0-1,0 1,0 0,0 0,1 0,-1-1,0 1,0 0,0 0,0-1,0 1,0 0,0 0,1-1,-1 1,0 0,0 0,0-1,0 1,0 0,0 0,0-1,-1 1,9 21,1 25,-3 0,-1 0,-2 1,-3 3,15 148,6-137,-9-44</inkml:trace>
  <inkml:trace contextRef="#ctx0" brushRef="#br0" timeOffset="13">6176 3503,'4'49,"-2"0,-2 0,-2 0,-3 0,-2-1,-1 1,-3-1,-8 16,-10 2,29-66,0-1,0 1,0 0,0-1,0 1,0-1,0 1,0 0,0-1,0 1,0 0,0-1,-1 1,1 0,0-1,0 1,0 0,-1 0,1-1,0 1,0 0,-1 0,1-1,0 1,0 0,-1 0,1 0,0-1,-1 1,1 0,0 0,-1 0,1 0,-1 0,1 0,0 0,-1 0,1 0,0 0,-1 0,1 0,0 0,-1 0,1 0,0 0,-1 0,1 0,0 1,-1-1,1 0,0 0,-1 0,1 1,0-1,-1 0,1 0,0 1,0-1,-1 0,1 0,0 1,0-1,0 0,-1 1,7-109,-1 82,6-52,3 2,4 0,4 1,19-44,-1 42,-38 75,0-1,0 1,0-1,0 1,0 0,1 0,-1 0,1 0,-1 1,1-1,0 1,0-1,-1 1,1 0,0 0,0 0,0 0,0 1,0-1,1 1,-1 0,0 0,0 0,0 0,0 1,1-1,7 4,0 1,0 0,-1 1,0 0,0 1,0 0,-1 0,0 1,0 0,-1 0,0 1,0 1,-1-1,-1 1,1 0,-2 0,1 1,-2 0,1 0,1 6,-5-14,0 0,0 0,-1 0,1 1,0-1,-1 0,0 0,0 0,0 0,0 1,0-1,-1 0,1 0,-1 0,0 0,0 0,0 0,0 0,-1 0,1 0,-1 0,0-1,0 1,0-1,0 1,0-1,0 0,-1 0,1 0,-1 0,1 0,-1 0,0-1,0 1,0-1,0 0,0 0,0 0,0 0,-1 0,-121 8,123-9,-1 0,1 0,0 0,0 0,0 0,0 1,0-1,0 1,0 0,0-1,0 1,1 0,-1 0,0 0,0 0,1 1,-1-1,0 0,1 1,0-1,-1 1,1-1,0 1,0 0,-1 0,1-1,1 1,-1 0,0 0,0 0,1 0,-1 0,1 0,0 0,-1 0,1 0,0 0,0 0,0 0,1 1,-1-1,0 0,1 0,2 16,0 0,1-1,1 0,0 0,2 0,0-1,1 0,0 0,1 0,1-1,0-1,9 9,-11-14,1 0,-1-1,2 1,-1-2,1 0,1 0,-1 0,1-2,0 1,0-1,1-1,-1 0,1-1,0 0,0 0,0-2,0 1,1-2,-1 1,0-2,1 1,-1-2,0 0,0 0,0-1,6-3,33-15,-10-1</inkml:trace>
  <inkml:trace contextRef="#ctx0" brushRef="#br0" timeOffset="14">7085 3811,'-13'-5,"0"1,0 0,0 1,0 1,-1 0,1 0,-1 2,1-1,-1 2,0 0,1 0,-1 2,1-1,0 2,0 0,0 0,0 1,-8 5,18-8,0-1,0 1,0 0,0-1,1 1,-1 1,1-1,-1 0,1 1,0-1,0 1,0 0,0-1,0 1,0 0,1 0,0 0,-1 1,1-1,0 0,1 0,-1 1,1-1,-1 0,1 1,0-1,0 0,0 1,1-1,-1 0,1 1,0-1,0 0,0 0,0 1,1-1,-1 0,1 0,0-1,-1 1,1 0,1-1,-1 1,0-1,1 1,4 0,1 0,-1 0,1 0,0-1,0 0,-1-1,1 0,1 0,-1-1,0 0,0 0,0-1,0 0,0 0,0-1,0 0,-1 0,1-1,-1 0,1 0,-1-1,0 0,0 0,0-1,-1 0,0 0,0 0,0-1,0 0,0-1,14-21,-19 28,-1 0,1 1,0-1,-1 0,1 1,0-1,-1 1,1-1,-1 1,1-1,-1 1,1-1,-1 1,1 0,-1-1,1 1,-1 0,0-1,1 1,-1 0,0 0,0-1,0 1,0 0,1 0,-1-1,0 1,0 0,0 0,-1 0,1-1,0 1,0 0,0 0,0-1,-1 1,1 0,-1 0,1 0,10 242,-10-240,1 1,-1-1,1 1,-1-1,0 1,0-1,-1 1,1-1,-1 1,0-1,0 1,0-1,0 0,0 1,-1-1,0 0,1 0,-1 0,0 0,-1 0,1-1,0 1,-1-1,0 1,1-1,-1 0,0 0,0 0,-3 1,-3 0,-1-1,1-1,-1 1,1-1,-1-1,0 0,1 0,-1-1,0-1,1 1,-2-2,12 3,-1 0,0 0,1-1,-1 1,0 0,1 0,-1-1,0 1,0 0,0-1,1 1,-1 0,0-1,0 1,0-1,0 1,0 0,1-1,-1 1,0 0,0-1,0 1,0-1,0 1,0 0,0-1,0 1,-1-1,1 1,0 0,0-1,0 1,0 0,0-1,-1 1,1 0,0-1,0 1,-1 0,1-1,0 1,-1 0,1-1,0 1,0 0,-1 0,1 0,0-1,-1 1,1 0,-1 0,1 0,0 0,-1 0,1 0,-1 0,1 0,0 0,14-8</inkml:trace>
  <inkml:trace contextRef="#ctx0" brushRef="#br0" timeOffset="15">7286 3798,'24'-8,"0"1,1 0,0 2,0 2,0 0,0 1,13 1,-35 1,0 0,0 0,0 0,0 1,0-1,0 0,0 1,0 0,0 0,0 0,-1 0,1 0,0 1,-1-1,1 1,-1 0,1-1,-1 1,0 0,0 1,0-1,0 0,0 1,0-1,0 1,-1-1,0 1,1 0,-1-1,0 1,0 0,0 0,-1 0,1 0,-1 0,0 0,0 0,0 0,0 0,0 0,0 0,-1 0,-5 19,-1-1,-1 0,0 0,-2-1,0 0,-2 0,0-1,-1-1,-1 0,-2 0,2 2,-3 2,-30 54,46-75,1 1,0-1,-1 0,1 0,0 0,0 1,0-1,0 0,0 0,0 1,0-1,0 0,0 0,1 0,-1 1,0-1,1 0,-1 0,1 0,-1 0,1 0,0 0,-1 0,1 0,0 0,0 0,0 0,0 0,0 0,0-1,0 1,0 0,0-1,0 1,0-1,0 1,0-1,1 1,-1-1,53 6,-28-9,0-1,0-1,-1-1,0-1,14-6,13-7</inkml:trace>
  <inkml:trace contextRef="#ctx0" brushRef="#br0" timeOffset="16">4746 2674,'-13'-493,"-1"-155,13 646,1 0,-1 0,1 1,0-1,0 0,0 0,0 0,0 1,0-1,0 0,1 0,-1 0,0 1,1-1,0 0,-1 1,1-1,0 0,0 1,0-1,0 1,0-1,0 1,1 0,-1-1,0 1,1 0,-1 0,1 0,-1 0,1 0,-1 0,1 0,0 1,-1-1,1 0,0 1,0 0,0-1,-1 1,1 0,0 0,0 0,220 4,710 36,-525-37,-405-3,-1 0,1-1,-1 1,1 0,0 0,-1 0,1 0,-1 0,1 0,0 1,-1-1,1 0,-1 1,1 0,-1-1,1 1,-1 0,0-1,1 1,-1 0,0 0,1 0,-1 0,0 0,0 1,0-1,0 0,0 0,0 1,-1-1,1 1,0-1,-1 1,1-1,-1 1,1-1,-1 1,0-1,1 1,-1 0,0-1,0 1,0-1,0 1,-1 0,1-1,-23 230,17-118,6 0,4 0,18 103,-17-182,4 22,-2 0,-3 1,-2 41,-3-98,1-5</inkml:trace>
  <inkml:trace contextRef="#ctx0" brushRef="#br0" timeOffset="17">4705 616,'14'443,"-25"-58,11-383,0 3,0 1,0-1,0 0,1 0,-1 0,1 0,1 0,-1 0,1 0,0 0,0 0,0 0,0-1,1 1,0-1,1 1,15-11,-10-7</inkml:trace>
  <inkml:trace contextRef="#ctx0" brushRef="#br0" timeOffset="18">4773 1418,'-69'26,"67"-25,0 0,1 0,-1 0,0 0,1 1,-1-1,1 0,-1 1,1-1,0 1,-1 0,1 0,0-1,0 1,0 0,1 0,-1 0,0 0,1 0,-1 0,1 0,-1 0,1 0,0 0,0 0,0 0,0 0,1 1,-1-1,0 0,1 0,0 0,0 1,2 1,1 0,0 0,1-1,-1 1,0-1,1 0,0 0,0-1,0 1,0-1,0 0,0-1,0 1,1-1,-1 0,1 0,-1 0,1-1,-1 0,1 0,-1-1,1 1,1-2,-1 2,0 0,0 0,0-1,0 0,0-1,0 1,0-1,0 0,-1-1,1 1,-1-1,0 0,0 0,0-1,0 1,0-1,-1 0,1-1,-1 1,0-1,-1 0,1 0,-1 0,0 0,0 0,0-3,-3 4,-1 0,0 0,0 0,-1 0,1 1,-1-1,0 1,0-1,0 1,-1 0,1 0,-1 0,1 0,-1 0,0 0,0 1,0-1,-1 1,1 0,0 0,-1 0,0 1,1-1,-1 1,0 0,0 0,0 0,1 0,-1 1,0 0,-3-1,0-1,-1 0,0 0,-1 1,1 0,0 1,0-1,0 2,0-1,-1 1,1 0,0 1,0 0,0 0,1 0,-1 1,1 1,-1-1,1 1,0 0,0 1,1 0,-1 0,1 0,0 1,0 0,1 0,-2 3,6-7,0 0,0 0,0 0,0 0,1 0,-1 1,1-1,0 0,-1 1,1-1,0 0,0 0,1 1,-1-1,0 0,1 1,-1-1,1 0,0 0,0 0,0 0,0 0,0 0,0 0,1 0,-1 0,1 0,-1 0,1-1,0 1,-1-1,1 1,68 28,-64-28,0 0,0 0,0-1,1 0,-1-1,0 1,0-1,1-1,-1 1,0-1,0 0,0 0,1-1,-1 1,-1-2,1 1,0 0,0-1,-1 0,0-1,1 1,-1-1,-1 0,1 0,0 0,-1-1,0 0,0 0,-1 0,1 0,-1 0,0-1,0 0,-1 1,0-1,0 0,1-2,-3 4,0 0,0-1,0 1,-1 0,1 0,-1-1,0 1,0 0,-1 0,1 0,-1 0,0 0,0 0,0 1,0-1,-1 1,1-1,-1 1,0 0,0 0,0 0,0 0,-1 1,1 0,-1-1,0 1,0 0,1 0,-1 1,0-1,-1 1,1 0,0 0,0 1,0-1,-1 1,1 0,0 0,0 0,-1 0,1 1,0 0,0 0,0 0,0 0,0 1,0-1,0 1,0 0,0 0,-1 2,1-1,0-1,0 1,1 0,0 0,0 0,0 0,0 1,0-1,0 1,1 0,0 0,0 0,0 0,0 0,0 0,1 0,0 1,0-1,0 1,1-1,-1 0,1 1,0-1,0 1,1 1,6 13</inkml:trace>
  <inkml:trace contextRef="#ctx0" brushRef="#br0" timeOffset="19">4171 482,'9'6,"1"0,0-1,0 0,0 0,1-1,0-1,0 0,0-1,0 0,0 0,0-1,0 0,9-2,-11 2,103 0,0-4,0-6,48-12,-39 6,163-11,-240 30,-49 2,-8-4</inkml:trace>
  <inkml:trace contextRef="#ctx0" brushRef="#br0" timeOffset="20">4545 41,'-9'20,"-7"21,-9 15,-4 11,-1 5,-1 1,3-7,6-9,10-14,6-15</inkml:trace>
  <inkml:trace contextRef="#ctx0" brushRef="#br0" timeOffset="21">4705 0,'-4'25,"-7"20,-7 13,-6 9,-3 1,-2-3,2-7,6-10,10-20,8-16</inkml:trace>
  <inkml:trace contextRef="#ctx0" brushRef="#br0" timeOffset="22">4919 28,'-4'16,"-4"14,-6 11,-4 8,-4 4,-2 1,-1-3,3-7,3-9,4-9,9-10,13-15,12-15,12-11,0-2</inkml:trace>
  <inkml:trace contextRef="#ctx0" brushRef="#br0" timeOffset="23">5147 28,'-5'18,"-5"15,-4 11,-4 5,-2 3,2 0,2-2,5-6,4-7,3-8,5-9,4-11,6-10,1-6</inkml:trace>
  <inkml:trace contextRef="#ctx0" brushRef="#br0" timeOffset="24">5334 14,'-3'19,"-2"18,-5 18,-4 15,-5 11,-7 6,1-12</inkml:trace>
  <inkml:trace contextRef="#ctx0" brushRef="#br0" timeOffset="25">4157 5121,'0'74,"1"-85,0 1,-1-1,0 0,-1 0,-1 0,1 1,-2-1,1 1,-2-1,1 1,-1 0,-1 1,0-1,0 1,-1-1,0 2,-1-1,0 1,0 0,0 0,-1 1,-6-5,11 11,1-1,0 1,-1 0,1 0,-1 0,0 1,1-1,-1 0,1 1,-1 0,0 0,0-1,1 2,-1-1,0 0,1 0,-1 1,0 0,1-1,-1 1,1 0,-1 0,1 1,-1-1,1 0,0 1,0-1,0 1,0 0,0 0,0 0,0 0,0 0,1 0,-1 0,0 2,-4 6,1 0,0 0,0 0,1 1,1-1,0 1,0 0,0 4,-1 2,1 1,1-1,1 1,0-1,1 1,1 0,1-1,0 1,1-1,1 0,1 0,0 0,1 0,1-1,1 0,0-1,1 1,0-2,1 1,12 11,-16-21,1 0,0 0,0 0,0-1,0-1,1 1,-1-1,1 0,0-1,0 0,0 0,0-1,0 0,1 0,-1-1,0 0,0 0,1-1,-1 0,0 0,0-1,0 0,0-1,0 0,3-2,7-3,0-1,-1-1,0 0,-1-1,0-1,-1-1,0 0,-1-1,0 0,1-4,10-15</inkml:trace>
  <inkml:trace contextRef="#ctx0" brushRef="#br0" timeOffset="26">4559 5014,'-1'35,"0"13,2 1,3-1,1-1,6 24,-7-47,-1 0,-1 0,-1 0,-1 0,-2 7,1 23,-2 43,-7-87,5-13</inkml:trace>
  <inkml:trace contextRef="#ctx0" brushRef="#br0" timeOffset="27">4879 5028,'-9'4,"-60"30,2 2,-32 25,95-58,0-1,0 1,1 0,-1 0,1 0,-1 0,1 1,0-1,1 1,-1 0,0 0,1 0,0 0,0 0,0 1,1-1,-1 1,1-1,0 1,0-1,1 1,-1 0,1-1,0 1,1 0,-1-1,1 1,-1 0,2-1,-1 1,2 3,2 3,1 0,1-1,0 0,1 0,0 0,0-1,1 0,0 0,1-1,0-1,0 1,0-2,1 1,0-1,1-1,-1 0,1-1,0 0,3 0,-3-1,0 0,0 0,0-2,1 1,-1-1,1-1,0-1,-1 1,1-2,-1 0,0 0,0-1,0-1,0 0,9-5,2-4,-3 0</inkml:trace>
  <inkml:trace contextRef="#ctx0" brushRef="#br0" timeOffset="28">5187 5134,'-118'314,"103"-290,51-183,-24 109,15-64,5 0,16-27,-38 118,-10 24,0-1,0 0,0 0,0 1,0-1,0 0,0 1,0-1,0 0,0 0,0 1,0-1,0 0,1 0,-1 1,0-1,0 0,0 0,0 0,1 1,-1-1,0 0,0 0,0 0,1 1,-1-1,0 0,0 0,1 0,-1 0,0 0,0 0,1 0,-1 0,0 0,1 1,-1-1,0 0,0 0,1 0,-1 0,0-1,0 1,1 0,-1 0,0 0,1 0,-1 0,0 0,0 0,1 0,-1-1,0 1,0 0,0 0,1 0,-1 0,0-1,0 1,0 0,0 0,1-1,-1 1,0 0,5 27,11 264,-11-257,1 0,1-1,2 0,2 0,1-1,1 0,2-1,1-1,1 0,1-1,4 1,-10-15,-3-7</inkml:trace>
  <inkml:trace contextRef="#ctx0" brushRef="#br0" timeOffset="29">5134 5255,'-7'7,"4"2,13-1,17-1,21-4,17-8,15-4,-8-2</inkml:trace>
  <inkml:trace contextRef="#ctx0" brushRef="#br0" timeOffset="30">4331 6859,'-1'-2,"-1"0,1 0,-1 0,0 0,0 0,0 1,0-1,0 1,0-1,0 1,-1 0,1 0,0 0,-1 0,1 0,-1 0,1 1,-1-1,1 1,-1 0,0 0,1 0,-1 0,1 0,-1 0,1 1,-1-1,-2 2,-3 0,0 2,0-1,0 1,0 0,1 1,-1 0,1 0,0 0,1 1,-1 0,1 1,1-1,-1 1,1 0,0 1,0-1,1 1,0 0,1 0,0 0,0 0,-1 7,1-8,2 0,-1 0,1 1,0-1,0 1,0-1,1 1,1-1,-1 0,1 1,1-1,-1 1,1-1,0 0,1 0,0 0,0 0,0-1,1 1,0-1,0 0,1 0,-1 0,2-1,-1 1,0-1,1 0,0-1,0 1,0-1,1-1,-1 1,1-1,2 1,8 1,0 0,0-1,1-1,0 0,-1-1,1-2,0 1,0-2,0 0,0-1,-1-1,1-1,-1-1,0 0,0-1,0 0,-1-2,0 0,0-1,-1 0,-1-1,1-1,-1 0,-1-1,6-8,5-5,-6 3</inkml:trace>
  <inkml:trace contextRef="#ctx0" brushRef="#br0" timeOffset="31">4799 6739,'-2'13,"-1"17,0 13,1 12,0 8,1 4,1 2,-1-1,1-9,0-8,3-14,2-13,1-10</inkml:trace>
  <inkml:trace contextRef="#ctx0" brushRef="#br0" timeOffset="32">5040 6685,'-1'25,"0"0,-1-1,-1 1,-2-1,0 1,-2-2,-1 1,4-12,0-1,-1 0,-1-1,0 1,0-1,-1 0,0-1,-1 0,0 0,0 0,-1-1,0 0,-1-1,1 0,-5 2,11-7,0 0,-1 0,1 0,0-1,0 1,-1-1,1 0,-1 0,1 0,-1-1,0 1,1-1,-1 0,1 0,-1 0,0 0,-2-1,7 1,-1 0,0 0,1 0,-1 0,0 0,0 0,1 0,-1-1,0 1,0 0,1 0,-1 0,0 0,0 0,1-1,-1 1,0 0,0 0,0 0,1-1,-1 1,0 0,0 0,0-1,0 1,0 0,1-1,-1 1,0 0,0 0,0-1,0 1,0 0,0-1,0 1,0 0,0 0,0-1,0 1,0 0,0-1,0 1,-1 0,1 0,0-1,0 1,0 0,0 0,0-1,-1 1,1 0,0 0,0-1,0 1,-1 0,1 0,0 0,0 0,-1-1,1 1,0 0,0 0,-1 0,1 0,0 0,25-8,-11 10,0-1,0 2,-1 0,1 0,-1 2,1-1,-1 2,-1 0,1 0,-1 1,0 1,-1 0,0 0,0 1,9 10,10 5,-20-16,-1-1,1 0,0 0,1-1,-1 0,1-1,0 0,1-1,-1 0,1-1,0 0,5 0,14-4</inkml:trace>
  <inkml:trace contextRef="#ctx0" brushRef="#br0" timeOffset="33">5454 6885,'-12'22,"2"1,0 0,2 0,0 1,2 0,1 0,0 1,2-1,1 1,1 0,1 16,3-291,-3 241,-1-7,0 0,1-1,1 1,0 0,2 0,-1 0,2 0,0 0,1 0,1 1,0 0,1 0,1-1,-6 13,1 0,-1 0,0 1,1-1,-1 1,1-1,0 1,0 0,0 0,0 1,0-1,0 0,0 1,1 0,-1 0,1 0,-1 0,1 0,-1 1,1 0,-1-1,1 1,-1 1,1-1,-1 0,1 1,-1 0,1 0,-1 0,0 0,1 0,-1 1,0-1,0 1,0 0,0 0,2 1,0 1,-1-1,1 1,-1 0,0 1,0-1,-1 0,1 1,-1 0,0 0,0 0,-1 0,1 1,-1-1,0 1,-1-1,1 1,-1 0,0-1,-1 1,1 5,-3-2,1-1,-1 1,-1-1,1 1,-1-1,-1 0,0 0,0-1,0 1,-1-1,0 0,-1 0,1 0,-1-1,-1 0,1 0,-1-1,0 1,0-2,-1 1,-4 2,-3 2,16-8,-1 0,1 0,-1-1,1 1,-1 0,1-1,-1 1,1-1,0 1,-1 0,1-1,0 1,-1-1,1 0,0 1,0-1,-1 0,1 1,0-1,0 0,0 0,-1 1,1-1,0 0,0 0,0 0,0 0,0 0,-1-1,1 1,0 0,0 0,0 0,0-1,-1 1,1 0,0-1,0 1,0 0,8 0,3-2,0 1,-1 1,1 0,0 0,0 1,-1 1,1 0,0 0,-1 1,0 1,0 0,0 1,0 0,-1 0,0 1,0 0,8 7,-15-10,-1 0,0 0,0 0,0 0,0 0,-1 0,1 0,-1 0,0 1,0-1,0 1,0-1,-1 1,0-1,1 1,-1-1,0 1,0-1,-1 1,1-1,-1 1,0-1,0 1,0-1,0 0,-1 0,1 1,-2 1,-3 5,0-1,-1 1,0-1,-1 0,0-1,0 1,-1-2,-2 2,-9 6,-1-1,-1 0,0-2,0-1,-2 0,1-2,-1 0,-1-2,1-1,-3 0,-37 5</inkml:trace>
  <inkml:trace contextRef="#ctx0" brushRef="#br0" timeOffset="34">6537 7286,'-21'21,"0"0,2 2,0 0,2 1,0 0,2 2,1 0,1 0,1 2,1-1,-3 17,13-41,0-1,0 1,0 0,0-1,0 1,1 0,0-1,-1 1,1 0,0 0,0-1,1 1,-1 0,0 0,1-1,0 1,0-1,-1 1,2 0,-1-1,0 0,0 1,1-1,-1 0,1 1,0-1,0 0,0 0,0 0,0-1,0 1,1 0,3-1,0 0,0 0,0-1,1 0,-1 0,0-1,0 1,0-1,0-1,0 1,0-1,0 0,0 0,0-1,-1 0,1 0,-1 0,0-1,0 1,1-2,18-13,-1 0,-1-2,0 0,-2-1,0-1,-1-1,-2-1,0-1,-2 0,0-1,-2 0,-1-1,-1-1,-2 0,0 0,3-25,-10 38,0 0,-1-1,-1 0,0 1,-1-1,-1 1,0-1,-3-7,4 18,0 0,-1 1,1-1,-1 1,0-1,0 1,0 0,-1-1,1 1,-1 1,0-1,0 0,0 1,-1-1,1 1,-1 0,0 0,0 0,0 1,0-1,-1 1,1 0,0 0,-1 1,0-1,1 1,-1 0,0 0,0 1,1 0,-1 0,1 0,-1 1,1-1,-1 1,1 0,0 1,0-1,-1 1,1 0,0 0,0 0,1 0,-1 1,0-1,1 1,0 0,-1 0,1 1,0-1,1 0,-1 1,0 1,-3 5,0-1,1 2,0-1,0 1,1-1,1 1,0 0,-1 8,1 21,2 1,1-1,2 0,2 1,2-1,1-1,2 1,9 21,-10-30,-1-3,62 199,-68-222,1-1,0 0,0 0,0 1,0-2,1 1,0 0,0 0,0-1,0 1,0-1,1 0,2 2,6 0</inkml:trace>
  <inkml:trace contextRef="#ctx0" brushRef="#br0" timeOffset="35">7098 7567,'-9'24,"-38"103,-46 86,80-190,13-24,0 1,1 0,-1-1,0 1,0 0,0-1,0 1,1 0,-1-1,0 1,0 0,0-1,0 1,0-1,0 1,0 0,0-1,0 1,0 0,0-1,0 1,-1-1,1 1,0 0,0-1,0 1,0 0,-1-1,1 1,0 0,0-1,-1 1,1 0,0 0,0-1,-1 1,1 0,0 0,-1 0,1-1,0 1,-1 0,1 0,0 0,-1 0,1 0,-1 0,1-1,0 1,-1 0,1 0,0 0,-1 0,1 0,-1 1,1-1,0 0,-1 0,1 0,0 0,-1 0,1 0,0 1,-1-1,1 0,0 0,-1 1,1-30,2 1,0 0,2 0,6-22,-3 13,0-2,-2 2,2 1,2 0,1 1,10-23,-20 57,0-1,1 0,-1 0,0 0,1 0,0 0,-1 1,1-1,0 0,0 0,0 1,0-1,0 1,0-1,0 1,1-1,-1 1,1 0,-1 0,1-1,-1 1,1 0,-1 0,1 1,0-1,0 0,0 1,-1-1,1 1,0-1,0 1,0 0,0 0,0-1,0 2,0-1,-1 0,1 0,0 1,0-1,0 0,0 1,-1 0,1 0,0-1,0 2,6 9,-2 0,1 1,-1 0,-1 0,0 0,-1 1,-1-1,3 14,-2-12,46 271,-38-234,-10-41</inkml:trace>
  <inkml:trace contextRef="#ctx0" brushRef="#br0" timeOffset="36">6911 7741,'21'-2,"20"-3,21-6,21-5,14-4,9-4,-13 3</inkml:trace>
  <inkml:trace contextRef="#ctx0" brushRef="#br0" timeOffset="37">7994 7073,'-25'22,"0"1,2 1,0 0,1 2,2 1,1 1,1 0,1 1,-6 18,8-20,0 2,2 0,1 0,1 1,2 1,1-1,2 2,0-1,2 1,4-28,-1-1,1 1,0-1,0 1,0 0,0-1,1 1,0-1,-1 1,1 0,1-1,-1 0,0 1,1-1,-1 0,1 0,0 0,0 0,1 0,-1 0,0 0,1-1,0 1,-1-1,1 0,0 0,0 0,1 0,-1 0,0-1,1 0,-1 1,4 0,5-4,1 1,-1-2,1 0,-1 0,0-1,0 0,-1-1,1-1,-1 0,0 0,-1-1,0-1,0 1,0-2,-1 1,0-1,-1-1,0 0,1-1,11-13,0 0,-2-2,0 0,-2-1,-1-1,-1 0,-2-1,-1-1,-1 0,-1 0,-2-1,-1 0,-1 0,-2 0,-1-1,-2 1,-2-16,2 38,-1-1,0 0,0 0,-1 0,-1 1,0-1,0 1,-1 0,0 0,0 0,-1 0,0 1,-3-3,7 10,0-1,0 1,0 0,0 0,0 0,-1 0,1 0,-1 0,1 0,-1 0,1 1,-1-1,1 0,-1 1,1-1,-1 1,0 0,1 0,-1-1,0 1,1 0,-1 0,0 1,1-1,-1 0,0 1,1-1,-1 0,0 1,1 0,-1-1,1 1,-1 0,1 0,0 0,-1 0,0 1,-39 53,28-22,2 1,1 1,2 0,1 0,2 0,1 1,2-1,1 1,3 12,-1-19,1 1,1-1,2 0,1 0,1 0,1-1,8 16,-11-31,0-1,2 0,-1 0,1 0,1-1,0 0,1-1,0 0,1 0,0 0,0-2,1 1,0-1,0-1,1 0,0 0,5 1,4-1</inkml:trace>
  <inkml:trace contextRef="#ctx0" brushRef="#br0" timeOffset="38">8261 7501,'0'23,"2"13,-2 1,-2-1,-1 0,-2 0,-1 0,-2 0,-5 11,2-25,11-22,0 0,0 1,0-1,0 0,0 1,0-1,-1 0,1 0,0 1,0-1,0 0,0 1,0-1,0 0,-1 0,1 1,0-1,0 0,0 0,-1 0,1 1,0-1,0 0,-1 0,1 0,0 0,0 1,-1-1,1 0,0 0,0 0,-1 0,1 0,0 0,-1 0,1 0,0 0,0 0,-1 0,1 0,0 0,-1 0,1 0,0 0,0 0,-1 0,1-1,0 1,-1 0,1 0,0 0,0 0,0-1,-1 1,1 0,0 0,0 0,0-1,-1 1,1 0,0 0,0-1,0 1,0 0,0 0,-1-1,1 1,0 0,0-1,-1-7,0-1,1 1,0-1,0 1,1-1,0 1,0-1,1 1,1-3,0-3,2-16,1 1,2-1,1 2,1-1,2 1,0 1,15-23,-23 45,-1 0,1 0,0 1,0 0,0 0,1 0,0 0,-1 1,1 0,0 0,5-2,-8 4,0 0,0 1,0-1,0 1,0-1,0 1,0 0,0 0,0 0,0 0,0 0,0 0,0 0,0 1,0-1,0 1,0-1,0 1,0 0,0 0,-1 0,1 0,0 0,-1 0,1 1,0-1,-1 0,0 1,1-1,-1 1,0 0,0-1,0 1,1 2,2 5,0 0,-1 0,-1 1,1-1,-1 1,-1 0,0 0,-1 0,1 0,-2-1,1 1,-2 0,1 0,-1 0,-1-1,1 1,-2-1,0 2,1-4,1-1,-1 1,0-1,-1 0,1 0,-1 0,0-1,-1 1,1-1,-1 0,0 0,0-1,-4 3,9-8,0 1,-1 0,1 0,0 0,-1 0,1-1,0 1,-1 0,1 0,0 0,-1-1,1 1,0 0,-1-1,1 1,0 0,0-1,0 1,-1 0,1-1,0 1,0 0,0-1,0 1,0-1,-1 1,1 0,0-1,0 1,0-1,0 1,0 0,0-1,1 1,-1-1,0 1,0 0,0-1,0 1,0 0,0-1,1 1,-1-1,0 1,0 0,1 0,-1-1,0 1,0 0,1-1,-1 1,0 0,1 0,-1-1,0 1,1 0,-1 0,1 0,-1 0,0 0,1-1,-1 1,0 0,1 0,-1 0,1 0,-1 0,0 0,1 0,3-3,0-1,0 0,0 1,1 0,-1 0,1 0,0 1,0-1,0 1,0 0,0 1,0-1,0 1,1 0,-1 0,1 1,-1 0,0 0,1 0,-1 0,1 1,-1 0,0 0,1 1,-1-1,0 1,0 0,0 0,0 1,-1 0,1-1,-1 2,1-1,-1 0,0 1,0 0,-1 0,1 0,-1 0,0 1,0-1,0 1,0 0,-1 0,0 0,0 0,-1 0,2 4,-4 0,0 0,0 0,-1 0,0 0,0-1,-1 1,-1-1,1 0,-1 0,0 0,-1 0,0-1,0 1,-1-1,0-1,0 1,-1-1,1 0,-1 0,-1-1,1 0,-1 0,0-1,-2 4,-1 0,-1 0,0-1,0-1,0 0,0-1,-1 0,0-1,0 0,-1-1,1 0,-5-1,-10-3</inkml:trace>
  <inkml:trace contextRef="#ctx0" brushRef="#br0" timeOffset="39">9197 7033,'-30'26,"1"1,1 2,1 1,2 1,1 1,1 1,2 1,-4 13,24-47,-6 12,0 1,0-1,1 1,1 0,0 0,1 0,0 1,1 0,1 0,0 0,0 10,4-19,-1-1,1 0,0 0,0 0,0 0,0-1,1 1,-1 0,1-1,0 0,0 0,0 0,1 0,-1 0,1 0,-1-1,1 0,0 0,0 0,0 0,0-1,0 1,1-1,-1 0,0 0,1-1,-1 1,1-1,-1 0,0 0,1 0,-1-1,0 0,1 1,-1-2,0 1,0 0,1-1,2-2,19-6,-1-2,-1-1,1-1,-2 0,0-2,-1-1,-1-1,0-1,-2 0,0-2,-1 0,-1-1,-1-1,-1 0,-1-1,-2-1,7-16,-8 20,0-1,-2 0,0 0,-2-1,0 0,-2-1,0 1,-2-1,-1 0,0 0,-2 0,-1 0,-1 0,-1 0,0 0,-2 1,-1 0,-1-1,-5-9,10 28,0 0,0 1,-1-1,1 1,-1-1,0 1,0 0,0 0,-1 0,0 1,1-1,-1 1,0 0,-1 0,1 0,-1 0,1 1,-1 0,0 0,1 0,-1 0,0 1,0 0,0 0,-1 0,1 1,0 0,0 0,0 0,0 0,0 1,-4 1,1 1,1 1,0 0,0 1,0 0,0 0,1 0,0 1,0 0,0 0,1 1,0-1,0 1,0 0,1 1,0-1,-1 5,-4 9,1 0,1 0,1 1,1-1,-2 17,6 2,1 0,1-1,3 1,1-1,2 0,2 0,1-1,2 0,1-1,2 0,2-1,13 19,-26-46,16 31,-2 0,-1 2,-3-1,-1 2,0 12,-10-35</inkml:trace>
  <inkml:trace contextRef="#ctx0" brushRef="#br0" timeOffset="40">9866 7353,'-12'-3,"1"0,-1 0,0 1,0 1,0 0,0 1,0 0,0 1,-1 0,2 0,-1 2,0 0,0 0,1 1,-1 0,1 1,0 0,1 1,-1 0,1 1,1 0,-1 0,1 1,0 0,1 1,0 0,0 1,1-1,0 1,1 1,0-1,0 2,4-8,0 0,0 0,1 0,-1 0,1 0,0 0,1 0,-1 1,1-1,0 0,0 0,0 1,0-1,1 0,-1 0,1 0,0 1,1-1,-1 0,1 0,-1-1,1 1,0 0,1-1,-1 1,1-1,-1 1,1-1,2 1,9 5,1-2,-1 1,2-2,-1 0,1-1,0 0,0-2,0 1,1-2,-1 0,1-2,-1 1,1-2,-1 0,1-1,1-1,161-32,-105 13</inkml:trace>
  <inkml:trace contextRef="#ctx0" brushRef="#br0" timeOffset="41">10628 6899,'-13'5,"1"1,0 0,0 0,1 1,0 1,0 0,0 0,1 1,1 1,-1-1,1 2,1-1,0 1,-6 11,-1 5,1 1,1 0,1 0,1 1,-5 29,10-41,1-1,1 1,1-1,0 1,1 0,1 0,1 0,0 0,1 0,1 0,1 0,0 0,1 0,1 1,-3-14,0 0,0-1,0 1,1-1,-1 0,1 0,0 0,0 0,0 0,0-1,0 0,1 1,-1-1,1 0,-1 0,1-1,0 1,0-1,0 0,0 0,0 0,0 0,0-1,0 0,0 0,0 0,0 0,0 0,0-1,0 0,0 0,0 0,0 0,0-1,-1 1,1-1,0 0,1-1,15-11,0-1,-2 0,1-2,-2 0,0-1,-1-1,-1 0,-1-1,0-1,-2 0,1-3,5-7,-2 0,-1-2,-2 0,-1 0,-1-1,-2-1,-1 1,-2-1,-2-1,-1 1,-2-27,-2 47,0 0,-2 0,0 1,0-1,-1 1,-1 0,-1 0,0 1,-4-8,7 16,1 0,-1 1,0-1,-1 1,1 0,-1 0,0 0,0 0,0 1,0 0,0-1,-1 1,0 1,1-1,-1 1,0 0,0 0,-1 0,1 1,0 0,0 0,-1 0,1 0,0 1,-1 0,1 0,-3 1,1 1,0-1,0 1,0 1,1-1,-1 1,1 0,0 1,0 0,0 0,0 0,1 0,-1 1,1 0,0 0,1 1,-1-1,1 1,0 0,-1 4,-3 4,1 0,1 0,0 1,1 0,0 0,1 0,1 1,0 7,4 9,1 0,1 0,2 0,2 0,0-1,2 0,2-1,0 0,2 0,2-1,0-1,16 22,-24-37,7 12,153 306,-156-305,-2-9</inkml:trace>
  <inkml:trace contextRef="#ctx0" brushRef="#br0" timeOffset="42">11083 7314,'-3'18,"0"13,1 12,-1 8,2 3,0 0,2-1,2-8,2-9,1-9,-2-11,0-8</inkml:trace>
  <inkml:trace contextRef="#ctx0" brushRef="#br0" timeOffset="43">11096 7247,'16'20,"14"12,11 7,8 1,5-1,1-1,0-2,-4-3,-8-2,-11 0,-11 2,-14 0,-17 0,-19 3,-19 1,-18-1,-14-4,7-8</inkml:trace>
  <inkml:trace contextRef="#ctx0" brushRef="#br0" timeOffset="44">11096 8222,'5'102,"5"-1,4 0,9 18,1 19,10 129,-11 2,-13 0,-11 1,-16 54,-39 455,52-710</inkml:trace>
  <inkml:trace contextRef="#ctx0" brushRef="#br0" timeOffset="45">9639 8410,'-13'-14,"3"36,-13 196,4 215,19 0,33 189,-17-443,16 304,-31-453,0 1,-2-1,-2 1,0-1,-2 0,-1 0,-2 0,-2 3,-11 12</inkml:trace>
  <inkml:trace contextRef="#ctx0" brushRef="#br0" timeOffset="46">8368 8196,'-1'-1,"-1"1,1 0,-1 0,1-1,-1 1,1 0,-1 0,1 0,-1 1,1-1,-1 0,1 0,-1 1,1-1,-1 1,1 0,0-1,-1 1,1 0,0 0,0 0,-1 0,1 0,0 0,0 0,0 0,0 0,0 0,0 1,1-1,-1 0,0 1,1-1,-1 0,1 1,-1-1,1 1,-1-1,1 1,0-1,0 1,0-1,0 1,0-1,0 1,1 0,-23 168,9 271,20 29,-4-332,2 58,-6 1041,1-1236,-7 135,-6-1,-7 11,5-72</inkml:trace>
  <inkml:trace contextRef="#ctx0" brushRef="#br0" timeOffset="47">7059 8155,'-14'45,"3"0,2 1,1 0,3 0,1 1,3-1,4 46,-3-90,31 604,-14-338,16 428,-39 327,-1-910,0-28</inkml:trace>
  <inkml:trace contextRef="#ctx0" brushRef="#br0" timeOffset="48">7031 9198,'-51'60,"50"-58,0 0,0-1,0 1,1-1,-1 1,0 0,1 0,-1 0,1-1,-1 1,1 0,0 0,0 0,0 0,0 0,0-1,0 1,0 0,1 0,-1 0,1 0,0-1,-1 1,1 0,0 0,0-1,0 1,0-1,0 1,0-1,0 1,1-1,-1 0,1 1,-1-1,1 0,-1 0,1 0,0 0,1 0,0 1,-1-1,1 0,0 0,0 0,0 0,-1-1,1 1,0-1,0 0,0 0,0 0,0 0,0 0,0-1,0 1,0-1,0 0,-1 0,1 0,0 0,-1-1,1 1,0 0,-1-1,0 0,1 0,-1 0,0 0,0 0,0 0,0 0,0-1,0 0,0 0,1-1,-1 0,0 0,0 0,-1 0,1 0,-1 0,0 0,0 0,0-1,0 1,-1 0,0-1,1 1,-2-1,1 1,-1 0,1-1,-1 1,0 0,-1 0,1 0,-1-1,1 3,0-1,0 1,0 0,0-1,-1 1,1 0,-1 0,1 0,-1 0,0 0,0 1,0-1,0 0,0 1,0 0,-1-1,1 1,0 0,-1 0,1 0,0 0,-1 1,1-1,-1 1,1 0,-1-1,0 1,1 0,-1 0,1 1,-1-1,1 0,-1 1,1 0,-1-1,1 1,-1 0,1 0,0 1,0-1,-1 0,0 2,-3 4,0-1,1 1,0 1,1-1,0 1,0 0,0 0,1 0,1 0,-1 0,1 1,0-1,1 1,0 0,1 0,-1-1,2 1,-1 0,2 6,-1-12,-1-1,1 0,-1 0,1 1,0-1,0 0,0 0,0 0,0 0,1 0,-1-1,1 1,-1 0,1-1,-1 1,1 0,0-1,0 0,0 0,0 1,0-1,0 0,0 0,0-1,0 1,0 0,1-1,-1 1,0-1,0 0,1 0,-1 0,0 0,1 0,-1 0,0-1,0 1,1-1,-1 1,0-1,0 0,0 0,0 0,0 0,0 0,0-1,0 1,0-1,-1 1,1-1,1-1,1-1,-1 0,0 0,1 0,-2 0,1-1,0 1,-1-1,0 0,0 0,0 1,0-1,-1-1,0 1,0 0,0 0,-1 0,0 0,0-1,0 1,-1 0,1 0,-1 0,-1 0,0-3,1 6,-1 1,0-1,0 0,1 0,-1 1,0 0,-1-1,1 1,0 0,0 0,0 0,-1 0,1 0,-1 1,1-1,0 1,-1-1,1 1,-1 0,1 0,-1 0,1 0,-1 1,1-1,-1 1,1-1,0 1,-1 0,1 0,0 0,0 0,-1 0,1 1,0-1,0 1,0-1,1 1,-1 0,0-1,1 1,-1 0,1 0,-1 0,1 1,0-1,0 0,0 0,0 1,0-1,1 1,-1-1,0 3,21 25,-41-26,-266 7,-868 30,1072-41,-549 17,-415 33,704-36,42-2,299-12,0 0,0 0,0 0,0 0,-1 0,1 0,0-1,0 1,0-1,0 1,0-1,0 0,0 0,0 0,0 0,0 0,0 0,1-1,-1 1,0 0,1-1,-1 0,1 1,0-1,-1 0,1 0,0 1,0-1,0 0,0 0,1 0,-1 0,0 0,1-1,0 1,-12-42,3-1,2 0,2 0,2-3,-7-49,-53-293,-36-76,73 348,-8-41,6-1,8-1,6-1,8-1,-3-70,9 231,0 0,0 1,0-1,0 0,0 1,1-1,-1 0,1 0,-1 1,1-1,-1 1,1-1,0 0,0 1,0 0,0-1,0 1,0-1,0 1,1 0,-1 0,0 0,1 0,-1 0,1 0,-1 0,1 0,-1 0,1 1,-1-1,1 1,1-1,59-1,-40 3,669 1,-643-2</inkml:trace>
  <inkml:trace contextRef="#ctx0" brushRef="#br0" timeOffset="49">0 5241,'446'-13,"409"-1,354-12,-648-1,-286 14,-144 4,-12-7,-107 15,7-1,-34-6,-16 1,-6-1</inkml:trace>
  <inkml:trace contextRef="#ctx0" brushRef="#br0" timeOffset="50">1123 4921,'0'-1,"0"1,-1 0,1 0,0-1,0 1,0 0,0-1,0 1,0 0,0 0,0-1,0 1,0 0,0-1,0 1,0 0,0-1,0 1,0 0,1 0,-1-1,0 1,0 0,0 0,0-1,0 1,1 0,-1 0,0-1,0 1,1 0,-1 0,0 0,0 0,0-1,1 1,-1 0,0 0,1 0,-1 0,0 0,0 0,1 0,-1 0,0 0,1 0,-1 0,0 0,1 0,-1 0,0 0,0 0,1 0,-1 0,0 0,1 0,-1 0,0 0,0 1,1-1,-1 0,0 0,0 0,0 0,1 1,-1-1,0 0,149 42,-109-28,236 84,-275-98,0 0,0 0,0 0,0 0,0 0,0 0,0 0,0 0,0 1,0-1,0 0,0 1,0-1,0 1,0-1,0 1,0-1,-1 1,1 0,0-1,0 1,-1 0,1 0,0 0,-1 0,1-1,-1 1,1 0,-1 0,0 0,1 0,-1 0,0 0,0 0,1 0,-1 0,0 0,0 0,0 0,0 0,0 0,-1 0,1 0,0 0,0 0,-1 0,1 0,0 0,-1 0,1 0,-1 0,1 0,-1 0,0-1,1 1,-1 0,0 0,0-1,1 1,-1 0,0-1,0 1,0-1,0 1,-8 3,1 1,0 0,0 1,1-1,0 1,0 1,0 0,0 0,1 0,1 0,-1 1,-132 224,48-89,-31 32,-4 0</inkml:trace>
  <inkml:trace contextRef="#ctx0" brushRef="#br0" timeOffset="51">9639 8263,'-3'0,"0"2,-2 8,0 13,-2 21,1 31,0 34,3 37,0 34,-4 33,-3-20</inkml:trace>
  <inkml:trace contextRef="#ctx0" brushRef="#br0" timeOffset="52">9652 10896,'0'2,"0"6,0 8,0 15,0 18,0 19,2 18,3 17,1 15,2 9,1 6,0-20</inkml:trace>
  <inkml:trace contextRef="#ctx0" brushRef="#br0" timeOffset="53">11149 10909,'0'3,"0"2,0 3,0 3,0 3,0 5,0 7,3 9,2 12,3 16,3 18,-2 18,2 15,-1 10,2 8,-2-1,-2-23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2:26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13 390,'0'20,"-3"16,1 14,-1 9,0 3,2 1,2-1,4-2,3-7,0-13</inkml:trace>
  <inkml:trace contextRef="#ctx0" brushRef="#br0" timeOffset="267.984">601 216,'2'14,"1"17,0 18,0 15,-1 8,-4 7,0 2,-3-5,-1-6,2-10,-2-13,1-19,0-24,0-23,0-9</inkml:trace>
  <inkml:trace contextRef="#ctx0" brushRef="#br0" timeOffset="729.953">294 269,'4'3,"0"0,0 0,1-1,-1 0,1 0,-1 0,1-1,0 1,0-1,0 0,0 0,0-1,3 1,-1-1,51 5,1-3,-1-3,8-3,-12 1,1 2,-1 2,42 7,-89-8,1 0,-1 1,0 0,0 1,0 0,0 0,0 0,0 1,0 0,-1 0,1 0,-1 1,0 0,0 1,0-1,-1 1,0 0,0 0,0 1,0 0,-1 0,0 0,0 0,-1 0,1 1,-2 0,1 0,-1-1,0 2,1 2,-4 14,-2-1,0 0,-1 0,-1 0,-2 0,0-1,-1 0,-1 0,-1-1,-2 0,1-1,-15 18,-41 68,145-263,49-188,-94 279,-33 66,1-1,-1 1,1 0,-1-1,0 1,1-1,-1 1,1 0,-1-1,1 1,-1 0,1-1,-1 1,1 0,-1 0,1 0,-1 0,1-1,0 1,-1 0,1 0,-1 0,1 0,0 0,-1 0,1 0,-1 1,1-1,-1 0,1 0,-1 0,1 0,0 1,-1-1,1 0,-1 1,0-1,1 0,-1 1,1-1,-1 0,1 1,-1-1,0 1,1-1,-1 1,0-1,0 1,1-1,-1 1,0-1,0 1,0 0,14 31,-14-32,12 52,-2 0,-3 1,-1 0,-3 39,18 134,-19-212,1 0,0 0,1 0,0-1,2 0,-1 0,2 0,-1-1,2 0,0 0,1 1,17 1,-18-19</inkml:trace>
  <inkml:trace contextRef="#ctx0" brushRef="#br0" timeOffset="1066.233">989 617,'-58'-13,"50"14,17 3,19 3,0-1,0-2,0 0,1-2,0-2,-1 0,3-2,61-4,0-5,-1-3,49-17,-52 14,-86 17,0 0,0 1,0-1,-1 0,1 1,0-1,0 1,0-1,-1 1,1 0,0 0,-1-1,1 1,0 1,-1-1,0 0,1 0,-1 0,0 1,1-1,-1 1,0-1,0 1,0-1,0 1,0 0,-1 0,1-1,0 1,-1 0,1 2,4 63,-5-50,1 9,1 25,-2-1,-2 0,-2 0,-9 34,14-82,-1-1,0 0,1 1,-1-1,0 0,0 1,0-1,0 0,0 1,-1-1,1 0,0 1,-1-1,1 0,-1 0,1 1,-1-1,1 0,-1 0,0 0,0 0,1 0,-1 0,0 0,0 0,0 0,0 0,0 0,0 0,-1-1,1 1,0 0,0-1,-1 1,1-1,0 0,0 1,-1-1,1 0,0 0,-1 0,1 0,0 0,-1 0,1 0,0 0,-1 0,1-1,0 1,-1 0,1-1,-13-13</inkml:trace>
  <inkml:trace contextRef="#ctx0" brushRef="#br0" timeOffset="1420.283">1457 403,'-3'-7,"2"7,1 0,-1-1,1 1,-1-1,1 1,-1 0,1-1,-1 1,1-1,-1 1,1-1,0 1,-1-1,1 0,0 1,0-1,-1 1,1-1,0 0,0 1,0-1,0 1,0-1,0 0,0 1,0-1,0 0,0 1,0-1,0 0,0 1,1-1,-1 1,0-1,0 0,1 1,-1-1,0 1,1-1,-1 1,1-1,-1 1,0-1,1 1,-1 0,1-1,0 1,-1-1,1 1,-1 0,1 0,-1-1,175 24,237-33,-406 10,1-1,0 1,0 1,-1-1,1 1,0 0,-1 1,1 0,-1 0,1 0,-1 1,0 0,0 0,0 0,-1 1,1 0,-1 0,1 0,-2 1,1 0,0 0,-1 0,0 0,0 1,0 0,-1-1,0 1,0 1,4 18,-1 1,-1 0,-1 0,-1 0,-2 1,-1-1,-2 25,2 59,20 29,-14-123</inkml:trace>
  <inkml:trace contextRef="#ctx0" brushRef="#br0" timeOffset="1685.131">2259 55,'-20'-9,"-17"-5,-5-1,-1 3,9 8,20 6,30 6,38 1,9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2:23.2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346 134,'14'-5,"4"-1</inkml:trace>
  <inkml:trace contextRef="#ctx0" brushRef="#br0" timeOffset="1867.22">26 0,'6'94,"-4"-1,-4 1,-5-1,-9 40,11-90,4-31,-1 106,2-114,0 0,1-1,0 1,0-1,0 1,0-1,1 1,-1-1,1 0,0 1,0-1,0 0,0 0,0-1,1 1,0 0,-1-1,1 1,0-1,0 0,0 0,0 0,1-1,-1 1,0-1,1 1,-1-1,1 0,2 0,10-1,-1-1,0-1,0 0,1-1,-2-1,1 0,0-1,-1 0,0-2,0 1,-1-2,0 0,0 0,0-1,6-7,35-26</inkml:trace>
  <inkml:trace contextRef="#ctx0" brushRef="#br0" timeOffset="2111.569">494 307,'-5'-22,"-3"-17,-3-11,-2-2,-1 6,2 16,5 24,9 24,6 25,1 22,0 14,-2 11,-2 4,-5-2,-1-6,-2-9,1-13,0-18</inkml:trace>
  <inkml:trace contextRef="#ctx0" brushRef="#br0" timeOffset="2646.145">855 187,'-20'41,"3"0,1 1,2 0,2 2,2-1,-2 26,-10 104,23-163,3-15,4-16,-7 20,13-47,-1 0,-3 0,-1-1,-3 0,-2 0,-2-17,14 264,-11-171,0-1,2 0,1 0,1-1,1 0,1 0,1-1,1 0,2-1,0-1,1-1,3 3,-16-21,0 1,0-1,1 1,-1-1,1 0,-1 0,1 0,0-1,0 1,1-1,-1 0,0 0,1-1,-1 1,1-1,-1 0,1 0,0-1,-1 1,1-1,0 0,0 0,-1-1,1 1,0-1,-1 0,1 0,-1-1,1 1,-1-1,0 0,1 0,-1-1,0 1,3-3,0-8,1 1,-2-2,0 1,0-1,-1 0,-1 0,-1 0,0 0,0-1,-1 1,-1-1,-1 0,0-2,0 11,4-110,-6-1,-5 1,5 86,8 7,1 28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2:29.9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55,'-16'-9,"-19"-5,-12-1,-6 3,5 7,10 15,16 9,14 4,9-2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2:28.6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29,'21'-7,"2"1,-1 1,1 1,0 1,-1 1,1 1,0 1,0 1,0 1,0 1,0 1,-1 1,0 1,0 1,5 3,-11-5,-1 1,-1 1,1 0,-1 1,-1 1,1 0,-1 1,-1 0,0 1,5 6,-11-11,-1 0,0 1,0 0,-1 0,0 1,0-1,-1 1,1-1,-2 1,1 0,-1 1,0-1,-1 0,0 0,-1 1,1-1,-1 1,-1-1,0 0,-1 9,-6 5,0-1,-1 1,-2-1,0-1,-1 0,0 0,-2-2,-1 1,0-2,-1 0,-1-1,-10 8,-49 55,57-47,19-31,0 0,0 0,0 0,0 0,0-1,1 1,-1 0,0 0,1 0,-1 0,1 0,-1 0,1-1,-1 1,1 0,-1 0,1-1,0 1,-1 0,1-1,0 1,0-1,-1 1,1-1,0 1,0-1,0 1,0-1,0 0,0 0,-1 1,1-1,0 0,0 0,0 0,0 0,1 0,23 3,-1-1,1-1,0-1,0-1,0-1,9-3,-12 2,109-14,0-6,-1-6,28-14,-108 27,-15 2</inkml:trace>
  <inkml:trace contextRef="#ctx0" brushRef="#br0" timeOffset="228.702">1177 123,'-12'16,"-3"14,1 14,2 8,6 7,9-1,7-2,10-4,11-7,8-6,9-8,9-8,5-9,1-7,2-9,-4-8,-8-8,-12 0</inkml:trace>
  <inkml:trace contextRef="#ctx0" brushRef="#br0" timeOffset="415.752">1097 376,'20'0,"26"0,20-2,17-1,10-2,4-2,-6-3,-19 0</inkml:trace>
  <inkml:trace contextRef="#ctx0" brushRef="#br0" timeOffset="596.27">1136 82,'16'-2,"24"-1,27 0,27 1,24 0,13 1,5 1,-20 0</inkml:trace>
  <inkml:trace contextRef="#ctx0" brushRef="#br0" timeOffset="1068.524">2380 230,'-2'-5,"-1"0,0 0,0 0,-1 0,1 1,-1-1,0 1,0 0,0 0,-1 0,0 1,1 0,-1 0,0 0,-1 0,1 1,0 0,-1 0,1 0,-1 1,0 0,1 0,-4 0,-2 0,0 0,1 1,-1 1,0 0,0 0,1 1,-1 0,0 1,1 0,0 1,0 0,-2 1,3 0,-1 1,2 0,-1 0,1 1,0 0,0 0,1 1,0 0,0 0,1 1,0-1,1 1,0 1,0-1,1 1,0 0,0 0,2 0,-1 0,1 1,0-1,1 1,1-1,-1 1,2 0,-1-1,1 1,1-1,0 1,1-1,0 0,0 0,1 0,3 6,1-5,0 0,0-1,1 0,1 0,-1-1,2 0,-1-1,1 0,0-1,1 0,0 0,0-1,0-1,1 0,16 5,1-1,0-1,0-1,1-2,17 0,-30-2,0-1,-1-1,1 0,0-1,0-1,0-1,0-1,0 0,-1-1,0-1,0-1,0 0,0-1,-1-1,0-1,-1 0,0-1,0 0,-1-2,-1 1,0-2,0 0,-1 0,0-5,-1 0,-1-1,-1 0,-1-1,0 0,3-16,-21 155,9-108,0 0,1 1,1-1,0 1,0-1,1 0,1 0,0 0,0 0,1 0,0 0,1-1,0 0,1 0,0 0,1-1,-1 0,2 0,-1-1,2 0,-1 0,1 0,0-1,0-1,9 5,70 19,-48-23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1T06:51:13.9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2" units="cm"/>
      <inkml:brushProperty name="height" value="0.2" units="cm"/>
      <inkml:brushProperty name="color" value="#008C3A"/>
      <inkml:brushProperty name="ignorePressure" value="1"/>
    </inkml:brush>
    <inkml:brush xml:id="br2">
      <inkml:brushProperty name="width" value="0.2" units="cm"/>
      <inkml:brushProperty name="height" value="0.2" units="cm"/>
      <inkml:brushProperty name="color" value="#AB008B"/>
      <inkml:brushProperty name="ignorePressure" value="1"/>
    </inkml:brush>
  </inkml:definitions>
  <inkml:trace contextRef="#ctx0" brushRef="#br0">3677 4054,'16'122,"23"482,-32-438,105 1288,-85-1185,-28-240,1-29,0 0,-1 0,1 0,0-1,0 1,0 0,-1 0,1 0,0 0,0-1,-1 1,1 0,0 0,0 0,-1 0,1 0,0 0,0 0,-1 0,1 0,0 0,-1 0,1 0,0 0,0 0,-1 0,1 0,0 0,0 0,-1 0,1 0,0 0,0 1,-1-1,1 0,0 0,0 0,-1 0,1 1,0-1,0 0,0 0,-6-27,1-8</inkml:trace>
  <inkml:trace contextRef="#ctx0" brushRef="#br0" timeOffset="3466.373">3731 4094,'-15'-153,"9"121,2 0,1 0,2-1,1 1,3-23,-3 53,0-1,0 0,1 1,-1-1,1 1,-1-1,1 1,0-1,0 1,0-1,0 1,0 0,1 0,-1-1,1 1,-1 0,1 0,0 0,0 1,0-1,0 0,0 1,0-1,0 1,1 0,-1 0,0 0,1 0,-1 0,1 0,-1 0,1 1,-1 0,1-1,1 1,209 6,-97 2,1022 5,204 31,-36 8,-413-43,-605-1,854 40,-165-30,-676-20,370 2,-611 2,-1 2,0 2,-1 3,1 3,49 17,-106-28,-1-1,1 1,0 0,-1 1,1-1,-1 0,1 0,-1 1,0-1,0 0,1 1,-1 0,0-1,0 1,-1-1,1 1,0 0,0 0,-1 0,1-1,-1 1,0 0,1 0,-1 0,0 0,0 0,0 0,0-1,-1 1,1 0,-1 0,1 0,-1 0,1 0,-1-1,0 1,0 0,0-1,0 1,0-1,0 1,0-1,0 1,-1-1,1 0,-1 1,1-1,-1 0,-6 13,-6 17,3 1,0 0,2 0,2 1,0 1,3-1,0 1,3-1,0 1,3 0,1 2,51 450,-44-201,-22 211,9-417,-2 74,5 0,21 137,24 14,23 211,-59-382,1 29,7 0,23 85,-20-144,-5 2,-4 0,-5 0,-4 29,-12 203,-8 66,18-401,1-1,-1 0,0 0,0 0,1 1,-1-1,0 0,0 0,0 0,-1 1,1-1,0 0,0 0,-1 0,1 1,0-1,-1 0,1 0,-1 0,0 0,1 0,-1 0,0 0,0 0,1 0,-1 0,0 0,0-1,0 1,0 0,0-1,0 1,0 0,0-1,-1 1,1-1,0 0,0 1,0-1,0 0,-1 0,1 0,0 0,0 0,-1 0,1 0,0 0,0 0,0-1,-1 1,-247-31,-869-16,-1250 34,1201-19,-262 11,167 62,521-28,497-13,238 0,0 1,1 0,-1 0,0 1,1-1,-1 1,1 0,0 1,0 0,0-1,-4 4,-26 12,34-18,-1 1,1-1,0 1,-1-1,1 0,0 0,-1 0,1 0,0 0,-1 0,1 0,0 0,-1 0,1 0,0-1,0 1,-1-1,1 1,0-1,0 1,-1-1,1 0,0 0,0 1,0-1,0 0,0 0,0 0,0 0,1 0,-1 0,0-1,1 1,-1 0,0 0,1-1,-16-49,15 46,-38-234,-4-180,20 170,-47-603,39 497,28-90,3 451</inkml:trace>
  <inkml:trace contextRef="#ctx0" brushRef="#br0" timeOffset="4125.468">5856 5818,'18'11,"0"-2,1 0,-1-1,2-1,-1 0,1-2,0 0,0-1,1-1,-1-2,1 1,-1-2,1-1,-1-1,1 0,17-5,48-15,-86 23,-1 0,0-1,1 1,-1-1,1 1,0 0,-1-1,1 1,-1 0,1 0,0-1,0 1,-1 0,1 0,0 0,0-1,0 1,0 0,0 0,0 0,0-1,0 1,0 0,0 0,0 0,1-1,-1 1,0 0,1 0,-1-1,0 1,1 0,-1 0,1-1,-1 1,1-1,-1 1,1 0,0-1,-1 1,1-1,0 1,-1-1,1 0,0 1,0-1,-1 0,1 1,0-1,0 0,-1 0,1 0,0 0,0 0,0 0,0 0,-1 0,1 0,0 0,0 0,0 0,-1-1,1 1,0 0,0-1,-1 1,2-1,-92 269,68-174,4 1,5 0,4 1,4 0,5 64,1-144,14 67,-10-76</inkml:trace>
  <inkml:trace contextRef="#ctx0" brushRef="#br0" timeOffset="4717.394">5817 6286,'82'-6,"0"-3,-1-4,0-4,-1-3,43-18,-114 35,75-21,0-4,-2-3,53-30,-129 59,0-1,0 0,0 0,0 0,0-1,-1 0,1 0,-1 0,0-1,0 0,-1 1,1-2,-1 1,0-1,-1 1,1-1,-1 0,0 0,-1 0,0-1,1 1,-2-1,1 1,-1-1,0 0,-1 0,1 1,-19-61,18 68,0-1,-1 0,1 1,0-1,0 0,0 0,0 1,0-1,0 0,0 0,0 1,0-1,-1 0,1 0,0 1,0-1,0 0,-1 0,1 0,0 0,0 1,0-1,-1 0,1 0,0 0,0 0,-1 0,1 0,0 1,0-1,-1 0,1 0,0 0,-1 0,1 0,0 0,0 0,-1 0,1 0,0 0,0-1,-1 1,1 0,0 0,-1 0,1 0,0 0,0 0,0 0,-1-1,1 1,0 0,0 0,0 0,-1-1,1 1,0 0,0 0,0-1,0 1,-1 0,1 0,0-1,0 1,0 0,0 0,0-1,0 1,0 0,-5 24,-8 220,-34 144,53-304,-6-81,1 0,0-1,0 1,0-1,1 0,-1 1,1-1,-1 0,1 0,0 0,-1 0,1 0,0 0,0-1,1 1,-1 0,0-1,0 0,1 1,-1-1,1 0,-1 0,1-1,-1 1,1 0,0-1,-1 0,1 0,2 1,4-2,-1 0,0 0,0-1,0 0,0 0,0-1,0 0,-1 0,1 0,-1-1,0-1,0 1,0-1,-1 0,0-1,0 1,0-1,0-1,-1 1,1-3,6-7,-1-1,0 0,-2-1,0 0,-1-1,-1 1,5-18,9-114,-32 204,-23 177,3 93,29-293,1-1,2 0,1 1,1-1,1 0,2 0,3 8,10 10</inkml:trace>
  <inkml:trace contextRef="#ctx0" brushRef="#br0" timeOffset="5452.485">8049 5939,'-8'-11,"0"1,-1 1,0-1,-1 1,0 1,0 0,0 0,-1 1,-1 1,1 0,-1 0,0 1,0 1,0 0,-1 0,1 1,-1 1,0 0,0 1,0 0,0 1,0 0,0 2,-4 0,0 0,0 0,0 2,1 0,-1 1,1 0,1 1,-1 1,1 1,0 0,0 1,1 0,1 1,-1 1,2 0,-1 1,2 0,-1 1,-2 6,11-17,1 1,0 0,0 0,0 0,0 0,0 0,1 0,-1 0,1 1,0-1,0 1,0-1,0 1,1-1,-1 1,1-1,0 1,0-1,1 1,-1-1,0 1,1-1,0 1,0-1,0 1,1-1,-1 0,1 0,-1 1,1-1,0 0,0-1,1 1,0 1,6 1,1 1,0-2,0 1,0-1,1-1,0 1,0-2,-1 0,1 0,1-1,-1 0,0-1,0 0,0-1,4-1,17-1,0-1,-1-1,0-2,0-1,-1-1,0-2,0-1,-1-1,-1-1,0-2,-1-1,18-15,0 0,-36 41,6 135,0-10,-3-43,-4 1,-5 61,-3-142,0 0,-1 0,-1 0,0 0,0-1,-1 1,-1 0,0-1,0 0,-1 0,0 0,-1 0,0-1,0 0,-1 0,0-1,-1 0,0 0,0-1,-1 1,-6 2,-1 0,0-1,0-1,0 0,-1-1,0-1,-1-1,0 0,1-1,-1-1,-1-1,1 0,0-2,0 0,0-1,-12-2,28 3,-1 0,0 0,1 0,-1 0,1-1,-1 1,1-1,-1 0,1 0,0 0,-1 0,1 0,0 0,-1-1,1 1,0-1,0 1,0-1,1 0,-1 0,0 0,1 0,-1 0,1 0,-1 0,1 0,0-1,0 1,0-1,1 1,-1 0,0-1,1 0,0 1,-1-1,1 1,0-1,0 1,1-1,-1 1,0-2,14-27</inkml:trace>
  <inkml:trace contextRef="#ctx0" brushRef="#br0" timeOffset="5782.149">8423 6487,'1'9,"1"-1,0 0,0 0,1 0,0 0,1 0,-1-1,1 1,1-1,0 0,0 0,0-1,1 1,-1-1,2-1,-1 1,1-1,-1 0,1 0,1-1,-1 0,1 0,-1-1,1 0,0 0,0-1,1 0,4 2,1-1,0 0,-1-1,1 0,0-1,0-1,0-1,0 1,0-2,0 0,0-1,-1 0,1-1,-1-1,0 0,0-1,-1 0,1 0,-2-2,1 0,-1 0,0-1,0 0,-1-1,0 0,-1 0,-1-1,1 0,-2-1,1 0,-2 0,1-1,-2 0,1-1,-3 3,0-1,0 1,-1-1,-1 1,0-1,0 0,-1 0,-1 1,0-1,0 0,-1 1,-1-1,0 1,-1 0,0 0,0 0,-1 1,-1-1,1 1,-2 0,0 1,0-1,0 1,-1 1,0-1,-1 2,0-1,0 1,-1 0,0 1,0 0,-1 1,1 0,-1 0,0 1,0 1,-1 0,-1 0,-1 2,0 1,0 0,0 1,1 1,-1 0,0 0,1 2,0 0,-1 0,2 1,-1 1,0 0,1 1,0 0,1 0,0 2,-8 6,-7 9,1 0,1 1,2 1,0 2,2 0,-8 16,-12 23</inkml:trace>
  <inkml:trace contextRef="#ctx0" brushRef="#br0" timeOffset="7716.996">9947 4335,'-9'21,"1"1,2 0,0 1,1-1,2 1,-1 8,-2 12,-2 13,1-3,-3 0,-1-1,-13 30,13-58,11-24,0 0,-1 0,1 1,-1-1,1 0,-1 0,1 0,-1 0,1 0,-1 0,1 1,-1-1,1 0,-1 0,1-1,-1 1,1 0,-1 0,1 0,0 0,-1 0,1 0,-1-1,1 1,-1 0,1 0,-1-1,1 1,0 0,-1-1,1 1,0 0,-1-1,1 1,0 0,-1-1,1 1,0-1,0 1,0-1,-1 1,1-1,0 1,0-1,0 1,0 0,0-1,0 1,0-1,0 1,0-1,0 1,0-1,0 1,0-1,0 1,1-1,-1 1,0-1,0 1,-6-37,2 1,1-1,2 0,1-5,0 0,0 2,9-208,-10 243,1 0,1 0,-1 0,1 0,0 0,0 1,0-1,1 0,0 1,-1-1,2 1,-1-1,0 1,1 0,0 0,0 0,0 1,1-1,-1 1,1-1,0 1,-1 0,2 0,-1 1,0 0,0-1,1 1,-1 0,1 1,0-1,-1 1,1 0,1 0,11 2,0 1,0 1,0 0,0 1,0 1,-1 0,0 1,0 1,0 1,-1 0,14 10,-21-14,0-1,0 2,0-1,-1 1,0 1,0-1,0 1,0 0,-1 1,0-1,0 1,-1 0,0 1,0-1,-1 1,0 0,0 1,1 6,-5-11,0-1,-1 1,1 0,-1 0,0-1,0 1,-1 0,1-1,-1 0,0 1,0-1,0 0,0 1,0-1,-1-1,1 1,-1 0,0 0,0-1,0 0,-3 2,-73 39,-102 9,140-43,39-8,0-1,1-1,-1 1,1 0,-1 0,1 0,-1 0,1 0,-1 0,1 1,-1-1,1 0,-1 1,1-1,-1 1,1 0,0-1,-1 1,1 0,0 0,-1 0,1 0,0 0,0 0,0 0,0 0,0 0,0 1,0-1,1 0,-1 1,0-1,1 1,-1-1,1 0,-1 1,1-1,0 1,0-1,0 1,-1-1,1 1,1-1,-1 1,0 0,0 0,7 6,-1 0,1 0,1-1,0 0,0 0,0-1,0 0,5 3,7 5,200 144,-218-156,-1 0,1-1,1 1,-1-1,0 1,0-1,1 0,-1 0,0 0,1 0,-1 0,1-1,-1 1,1-1,-1 1,1-1,0 0,-1 0,1 0,-1 0,1-1,0 1,-1-1,1 0,-1 1,1-1,-1 0,0-1,1 1,0-1,9-8,-11 8,-1 1,1 0,0-1,0 1,0 0,0 0,0 0,0-1,0 1,1 0,-1 1,0-1,1 0,-1 0,0 1,1-1,-1 0,1 1,-1-1,1 1,-1 0,1 0,-1-1,1 1,-1 0,1 0,0 0,-1 1,1-1,-1 0,1 1,-1-1,1 1,-1-1,0 1,1 0,-1-1,1 1,-1 0,0 0,0 0,1 0,18 24,-16-19,0-1,0 0,1 0,-1 0,1 0,0-1,0 1,1-1,-1-1,1 1,0-1,0 0,0 0,0-1,3 1,-2-2,0 0,0-1,0 1,-1-2,1 1,0-1,0 0,0-1,-1 1,1-1,-1 0,1-1,-1 0,0 0,0 0,0-1,0 0,-1 0,0 0,1-1,-1 0,-1 0,1 0,-1 0,0-1,0 0,-1 0,0 0,1 0,-1 1,0 0,-1 0,1 0,-1 0,0-1,-1 1,1-1,-1 1,0-1,0 1,-1-1,1 0,-1 1,-1-1,1 0,-1 1,0-1,0 1,-1-1,1 1,-1-1,0 1,-1 0,1 0,-1 0,0 0,-1 1,1-1,-1 1,1 0,-1 0,-1 0,1 0,-5-3,3 4,0-1,0 1,0 0,-1 1,1 0,-1 0,0 0,1 0,-1 1,0 0,0 1,0 0,0 0,0 0,1 1,-1 0,0 0,0 1,1-1,-1 2,1-1,-1 1,1 0,0 0,0 1,0-1,0 1,1 1,0-1,0 1,0 0,0 0,1 0,0 1,-2 2,4-4,1 0,-1 0,1 0,0 1,0-1,1 0,-1 1,1-1,0 1,0-1,0 0,0 1,1-1,0 0,0 1,1 0,10 28</inkml:trace>
  <inkml:trace contextRef="#ctx0" brushRef="#br0" timeOffset="7969.829">10776 4790,'-2'-21,"-1"-13,0-8,0-1,1 4,1 7,1 13,0 14,0 18,0 17,0 18,-2 11,-1 8,0 4,1-2,2-5,7-10,2-13</inkml:trace>
  <inkml:trace contextRef="#ctx0" brushRef="#br0" timeOffset="8862.064">11084 4442,'0'88,"1"18,-4 0,-8 29,6-110,1-21,4-18,20-281,-18 262,27-205,-30 235,2-1,-1 0,0 0,1 1,-1-1,1 0,0 1,1-1,-1 1,0-1,1 1,0 0,0 0,0 0,0-1,0 2,1-1,-1 0,1 0,0 1,0 0,0-1,0 1,0 0,0 1,1-1,-1 1,1-1,-1 1,1 0,-1 0,3 0,4 4,-1 1,0 0,0 0,0 1,0 0,0 1,-1-1,0 2,-1-1,1 1,-1 1,0-1,-1 1,0 0,0 0,-1 1,0 0,1 2,-2-5,0-1,-1 1,0 1,0-1,0 0,-1 1,0-1,0 1,0-1,-1 1,0 0,0 0,-1 0,0 0,0 0,-1-1,0 1,0 0,0 0,-1-1,0 1,-1 0,1-1,-1 0,0 0,-1 0,0 1,-5 2,-1 0,0-1,-1 0,0-1,0 0,-1 0,1-2,-1 1,-1-1,1-1,-1 0,1-1,-1 0,-11 0,21-3,1 0,0 0,0 0,0 0,0 1,0-1,0 0,0 1,0-1,1 1,-1 0,0-1,0 1,0 0,1 0,-1 0,0 1,1-1,-1 0,1 1,-1-1,1 1,0-1,-1 1,1-1,0 1,0 0,0 0,1 0,-1-1,0 1,1 0,-1 1,3 6,-1 1,2-1,0 0,0 0,0 0,1 0,0 0,1-1,0 0,4 6,7 13,-1 0,-10-15,0 1,1-1,0-1,1 0,0 1,1-2,0 1,1-1,0-1,1 0,0 0,0-1,1 0,0 0,0-1,0-1,3 1,-9-6,0 0,0-1,0 0,0 1,0-2,0 1,0 0,0-1,0 0,-1 0,1-1,0 1,-1-1,1 0,-1 0,1-1,-1 1,0-1,0 0,0 0,0 0,1-2,66-87,-71 92,15-20,-15 19,0 1,1 0,-1 0,0 0,0 0,1 0,-1 0,0-1,1 1,-1 0,0 0,1 0,-1 0,0 0,1 0,-1 0,0 0,1 1,-1-1,0 0,1 0,-1 0,0 0,0 0,1 0,-1 1,0-1,1 0,-1 0,0 0,0 1,0-1,1 0,-1 0,0 1,0-1,0 0,1 1,-1-1,0 0,0 0,0 1,0-1,0 0,0 1,0-1,0 0,0 1,0-1,0 0,0 1,0-1,0 0,0 1,0-1,0 0,0 1,0-1,-1 0,1 0,0 1,0-1,0 0,0 0,-1 1,1-1,0 0,0 5,0-1,0 0,0 1,1-1,0 0,0 0,0 1,0-1,0 0,1 0,0 0,0 0,0-1,1 1,-1 0,1-1,-1 0,1 1,1-1,-1 0,0-1,1 1,-1 0,1-1,0 0,-1 0,5 2,-4-2,1 0,-1 0,0-1,1 1,-1-1,1 0,-1 0,1-1,0 1,-1-1,1 0,0 0,-1 0,1-1,0 0,-1 0,1 0,-1 0,1-1,-1 1,0-1,0 0,0-1,0 1,0-1,0 0,-1 0,1 0,-1 0,0 0,1-1,-2 0,1 0,0 1,-1-1,0-1,0 1,0-2,0-1,-1 1,1 0,-2-1,1 1,-1-1,0 1,0-1,-1 1,0-1,0 1,0 0,-1-1,0 1,0 0,-1 0,1 0,-1 1,-1-1,1 1,-1-1,0 1,0 0,0 0,-1 1,0-1,0 1,0 0,0 1,-1-1,1 1,-5-2,7 4,0 0,-1 1,1-1,0 1,0 0,-1 0,1 0,0 0,-1 0,1 1,0-1,-1 1,1 0,0 0,0 0,0 1,0-1,0 1,0-1,0 1,1 0,-1 0,1 0,-1 1,1-1,0 1,0-1,0 1,0 0,0-1,-1 3,-3 6,0-1,1 1,0 0,1 1,0-1,1 1,0-1,0 4,7 64,6-49</inkml:trace>
  <inkml:trace contextRef="#ctx0" brushRef="#br0" timeOffset="9301.068">11832 4642,'25'0,"86"7,-106-6,-1 0,1 0,-1 0,1 1,-1-1,0 1,0 1,1-1,-2 0,1 1,0 0,0 0,-1 0,0 0,0 1,0-1,0 1,0 0,0 0,-1 0,1 3,-1 1,-1 0,-1 1,1-1,-1 0,-1 0,0 1,0-1,0 0,-1 0,0 0,-1 0,0 0,0-1,0 1,-1-1,0 0,-1 0,0 0,-3 3,-148 221,155-229,-1 0,1-1,0 0,0 0,0 1,0-1,0 1,0-1,0 1,1-1,-1 1,0-1,1 1,0 0,-1-1,1 1,0 0,-1-1,1 1,0 0,0 0,1-1,-1 1,0 0,1-1,-1 1,1 0,-1-1,1 1,-1-1,1 1,0-1,0 1,0-1,0 1,0-1,0 0,1 0,-1 1,7 0,-1 0,1-1,0 1,0-2,0 1,0-1,-1 0,1-1,0 1,0-2,7-1,-7 2,140-26,-111 20</inkml:trace>
  <inkml:trace contextRef="#ctx0" brushRef="#br0" timeOffset="16389.015">4733 4268,'-3'156,"-7"0,-24 116,18-201,16-71,0 0,0 0,0 1,0-1,0 0,1 1,-1-1,0 0,0 1,0-1,0 0,0 1,-1-1,1 0,0 0,0 1,0-1,0 0,0 1,0-1,0 0,-1 1,1-1,0 0,0 0,0 1,-1-1,1 0,0 0,0 0,-1 1,1-1,0 0,0 0,-1 0,1 0,0 0,-1 1,1-1,0 0,0 0,-1 0,1 0,0 0,-1 0,1 0,0 0,-1 0,1 0,0 0,-1 0,1-1,0 1,-1 0,1 0,0 0,0 0,-1 0,1-1,0 1,0 0,-1 0,1 0,0-1,0 1,0 0,-1 0,1-1,0 1,-8-23,-2-38,3-1,3 0,2-48,12-47,-8 147,0 0,0 0,1 0,0 1,1-1,0 1,0 0,1 0,0 1,1-1,-1 1,2 0,-1 1,5-4,-5 6,1 0,0 1,0 0,1 0,-1 1,1 0,-1 0,1 1,0 0,0 0,0 1,0 0,1 1,-1-1,0 1,0 1,0 0,1 0,-1 1,7 0,-1 2,1 0,-1 0,0 2,0 0,-1 0,0 1,0 1,0 0,0 1,-8-5,1 0,-1 0,0 0,0 0,-1 1,1 0,-1 0,0 0,0 1,0-1,-1 1,0 0,0 0,-1 0,1 0,-1 0,-1 1,1-1,-1 1,0-1,-1 1,1-1,-1 1,-1 0,1-1,-1 1,0-1,-1 1,1-1,-1 0,-1 1,1-1,-3 4,-4 1,0 0,-1-1,0 0,-1 0,0-1,-1 0,1-1,-2-1,1 0,-1 0,0-1,0-1,-1 0,0-1,0-1,0 0,0 0,0-2,0 1,-1-2,-4 0,19-1,-1 1,1 0,-1 0,1 0,-1 0,1-1,-1 1,1 0,-1 0,1 0,-1 0,1 0,-1 1,0-1,1 0,-1 0,1 0,-1 0,1 1,-1-1,1 0,-1 0,1 1,-1-1,1 0,0 1,-1-1,1 0,-1 1,1-1,0 1,-1-1,1 1,0-1,0 1,-1-1,1 1,0-1,0 1,0-1,0 1,0-1,-1 1,1-1,0 1,0-1,0 1,0 0,1-1,-1 1,0-1,0 1,0-1,0 1,1-1,-1 1,0-1,0 1,1-1,-1 1,29 28,-22-23,26 25,-17-14,2 1,0-2,0-1,2 0,0-1,1-1,0-1,0-1,2-1,17 6,-23-15,-1-1,1 0,-1-2,1 1,-1-2,0 0,0-1,0-1,0 0,-1-1,0-1,0 0,-1-1,1-1,7-6,-2 3,24-12</inkml:trace>
  <inkml:trace contextRef="#ctx0" brushRef="#br0" timeOffset="16815.934">5549 4696,'-8'-6,"0"0,0 1,0 0,0 1,-1 0,0 0,0 1,0 0,0 0,0 1,-1 0,1 1,-1 0,1 1,-1 0,1 0,-1 1,0 0,1 1,0 0,-1 0,1 1,0 0,0 1,1 0,-1 0,1 1,0 0,0 0,0 1,1 0,0 1,0-1,1 1,-1 1,2-1,-1 1,1 0,0 0,1 1,-1-1,2 1,-1 0,1 2,3-8,-1-1,1 1,0 0,0 0,0-1,1 1,-1 0,1-1,-1 1,1 0,0-1,0 1,0-1,0 1,0-1,1 0,-1 1,1-1,0 0,0 0,-1 0,1 0,0 0,1-1,-1 1,0-1,0 1,1-1,-1 0,1 0,-1 0,1 0,-1 0,1 0,0-1,-1 1,1-1,0 0,0 0,-1 0,1 0,0 0,-1-1,1 1,0-1,-1 0,1 1,0-2,20-6,-1 0,-1-2,0 0,0-2,-1 0,0-2,-1 0,-1 0,0-2,-1-1,1-2,26-25,-43 44,-1-1,0 1,0 0,1-1,-1 1,0-1,1 1,-1 0,1-1,-1 1,0 0,1-1,-1 1,1 0,-1-1,1 1,-1 0,1 0,-1 0,1 0,-1-1,1 1,-1 0,1 0,-1 0,1 0,-1 0,1 0,-1 0,1 0,-1 0,1 1,-1-1,1 0,-1 0,1 0,-1 1,1-1,-1 0,1 0,-1 1,0-1,1 0,-1 1,1-1,-1 1,0-1,1 0,-1 1,0-1,0 1,1-1,-1 1,0-1,0 1,0-1,0 1,0-1,1 1,-1-1,0 1,0 0,0 37,0-35,-2 34,-3 1,0-1,-3 0,-3 9,7-33,0 0,-1 0,-1 0,0-1,0 0,-1 0,-1 0,0-1,0 0,-1-1,-1 0,0 0,-3 1,9-7,1-1,-1 0,0 0,0-1,-1 1,1-1,0 0,-1 0,0 0,1-1,-1 0,0 1,0-2,1 1,-1 0,0-1,0 0,0 0,0-1,0 0,0 1,1-1,-1-1,-1 0,-9-26,17 11</inkml:trace>
  <inkml:trace contextRef="#ctx0" brushRef="#br0" timeOffset="17099.709">5856 4829,'-7'-27,"1"0,1 0,1 0,1-1,2 0,1 1,1-8,7-14,-8 49,0 1,0-1,0 0,0 0,1 1,-1-1,0 0,0 0,0 0,0 1,1-1,-1 0,0 0,0 0,1 0,-1 1,0-1,0 0,0 0,1 0,-1 0,0 0,0 0,1 0,-1 0,0 0,0 0,1 0,-1 0,0 0,1 0,-1 0,0 0,0 0,1 0,-1 0,0 0,0 0,1 0,-1-1,0 1,0 0,0 0,1 0,-1 0,0-1,0 1,0 0,0 0,1 0,-1-1,0 1,0 0,0 0,0-1,0 1,0 0,0 0,1-1,-1 1,0 0,0 0,0-1,0 1,0 0,0 0,0-1,-1 1,9 21,1 25,-3 0,-1 0,-2 1,-3 3,15 148,6-137,-9-44</inkml:trace>
  <inkml:trace contextRef="#ctx0" brushRef="#br0" timeOffset="17716.782">6284 4428,'4'49,"-2"0,-2 0,-2 0,-3 0,-2-1,-1 1,-3-1,-8 16,-10 2,29-66,0-1,0 1,0 0,0-1,0 1,0-1,0 1,0 0,0-1,0 1,0 0,0-1,-1 1,1 0,0-1,0 1,0 0,-1 0,1-1,0 1,0 0,-1 0,1-1,0 1,0 0,-1 0,1 0,0-1,-1 1,1 0,0 0,-1 0,1 0,-1 0,1 0,0 0,-1 0,1 0,0 0,-1 0,1 0,0 0,-1 0,1 0,0 0,-1 0,1 0,0 1,-1-1,1 0,0 0,-1 0,1 1,0-1,-1 0,1 0,0 1,0-1,-1 0,1 0,0 1,0-1,0 0,-1 1,7-109,-1 82,6-52,3 2,4 0,4 1,19-44,-1 42,-38 75,0-1,0 1,0-1,0 1,0 0,1 0,-1 0,1 0,-1 1,1-1,0 1,0-1,-1 1,1 0,0 0,0 0,0 0,0 1,0-1,1 1,-1 0,0 0,0 0,0 0,0 1,1-1,7 4,0 1,0 0,-1 1,0 0,0 1,0 0,-1 0,0 1,0 0,-1 0,0 1,0 1,-1-1,-1 1,1 0,-2 0,1 1,-2 0,1 0,1 6,-5-14,0 0,0 0,-1 0,1 1,0-1,-1 0,0 0,0 0,0 0,0 1,0-1,-1 0,1 0,-1 0,0 0,0 0,0 0,0 0,-1 0,1 0,-1 0,0-1,0 1,0-1,0 1,0-1,0 0,-1 0,1 0,-1 0,1 0,-1 0,0-1,0 1,0-1,0 0,0 0,0 0,0 0,-1 0,-121 8,123-9,-1 0,1 0,0 0,0 0,0 0,0 1,0-1,0 1,0 0,0-1,0 1,1 0,-1 0,0 0,0 0,1 1,-1-1,0 0,1 1,0-1,-1 1,1-1,0 1,0 0,-1 0,1-1,1 1,-1 0,0 0,0 0,1 0,-1 0,1 0,0 0,-1 0,1 0,0 0,0 0,0 0,1 1,-1-1,0 0,1 0,2 16,0 0,1-1,1 0,0 0,2 0,0-1,1 0,0 0,1 0,1-1,0-1,9 9,-11-14,1 0,-1-1,2 1,-1-2,1 0,1 0,-1 0,1-2,0 1,0-1,1-1,-1 0,1-1,0 0,0 0,0-2,0 1,1-2,-1 1,0-2,1 1,-1-2,0 0,0 0,0-1,6-3,33-15,-10-1</inkml:trace>
  <inkml:trace contextRef="#ctx0" brushRef="#br0" timeOffset="19230.648">7193 4736,'-13'-5,"0"1,0 0,0 1,0 1,-1 0,1 0,-1 2,1-1,-1 2,0 0,1 0,-1 2,1-1,0 2,0 0,0 0,0 1,-8 5,18-8,0-1,0 1,0 0,0-1,1 1,-1 1,1-1,-1 0,1 1,0-1,0 1,0 0,0-1,0 1,0 0,1 0,0 0,-1 1,1-1,0 0,1 0,-1 1,1-1,-1 0,1 1,0-1,0 0,0 1,1-1,-1 0,1 1,0-1,0 0,0 0,0 1,1-1,-1 0,1 0,0-1,-1 1,1 0,1-1,-1 1,0-1,1 1,4 0,1 0,-1 0,1 0,0-1,0 0,-1-1,1 0,1 0,-1-1,0 0,0 0,0-1,0 0,0 0,0-1,0 0,-1 0,1-1,-1 0,1 0,-1-1,0 0,0 0,0-1,-1 0,0 0,0 0,0-1,0 0,0-1,14-21,-19 28,-1 0,1 1,0-1,-1 0,1 1,0-1,-1 1,1-1,-1 1,1-1,-1 1,1-1,-1 1,1 0,-1-1,1 1,-1 0,0-1,1 1,-1 0,0 0,0-1,0 1,0 0,1 0,-1-1,0 1,0 0,0 0,-1 0,1-1,0 1,0 0,0 0,0-1,-1 1,1 0,-1 0,1 0,10 242,-10-240,1 1,-1-1,1 1,-1-1,0 1,0-1,-1 1,1-1,-1 1,0-1,0 1,0-1,0 0,0 1,-1-1,0 0,1 0,-1 0,0 0,-1 0,1-1,0 1,-1-1,0 1,1-1,-1 0,0 0,0 0,-3 1,-3 0,-1-1,1-1,-1 1,1-1,-1-1,0 0,1 0,-1-1,0-1,1 1,-2-2,12 3,-1 0,0 0,1-1,-1 1,0 0,1 0,-1-1,0 1,0 0,0-1,1 1,-1 0,0-1,0 1,0-1,0 1,0 0,1-1,-1 1,0 0,0-1,0 1,0-1,0 1,0 0,0-1,0 1,-1-1,1 1,0 0,0-1,0 1,0 0,0-1,-1 1,1 0,0-1,0 1,-1 0,1-1,0 1,-1 0,1-1,0 1,0 0,-1 0,1 0,0-1,-1 1,1 0,-1 0,1 0,0 0,-1 0,1 0,-1 0,1 0,0 0,14-8</inkml:trace>
  <inkml:trace contextRef="#ctx0" brushRef="#br0" timeOffset="19561.077">7394 4723,'24'-8,"0"1,1 0,0 2,0 2,0 0,0 1,13 1,-35 1,0 0,0 0,0 0,0 1,0-1,0 0,0 1,0 0,0 0,0 0,-1 0,1 0,0 1,-1-1,1 1,-1 0,1-1,-1 1,0 0,0 1,0-1,0 0,0 1,0-1,0 1,-1-1,0 1,1 0,-1-1,0 1,0 0,0 0,-1 0,1 0,-1 0,0 0,0 0,0 0,0 0,0 0,0 0,-1 0,-5 19,-1-1,-1 0,0 0,-2-1,0 0,-2 0,0-1,-1-1,-1 0,-2 0,2 2,-3 2,-30 54,46-75,1 1,0-1,-1 0,1 0,0 0,0 1,0-1,0 0,0 0,0 1,0-1,0 0,0 0,1 0,-1 1,0-1,1 0,-1 0,1 0,-1 0,1 0,0 0,-1 0,1 0,0 0,0 0,0 0,0 0,0 0,0-1,0 1,0 0,0-1,0 1,0-1,0 1,0-1,1 1,-1-1,53 6,-28-9,0-1,0-1,-1-1,0-1,14-6,13-7</inkml:trace>
  <inkml:trace contextRef="#ctx0" brushRef="#br0" timeOffset="21799.668">4854 3599,'-13'-493,"-1"-155,13 646,1 0,-1 0,1 1,0-1,0 0,0 0,0 0,0 1,0-1,0 0,1 0,-1 0,0 1,1-1,0 0,-1 1,1-1,0 0,0 1,0-1,0 1,0-1,0 1,1 0,-1-1,0 1,1 0,-1 0,1 0,-1 0,1 0,-1 0,1 0,0 1,-1-1,1 0,0 1,0 0,0-1,-1 1,1 0,0 0,0 0,220 4,710 36,-525-37,-405-3,-1 0,1-1,-1 1,1 0,0 0,-1 0,1 0,-1 0,1 0,0 1,-1-1,1 0,-1 1,1 0,-1-1,1 1,-1 0,0-1,1 1,-1 0,0 0,1 0,-1 0,0 0,0 1,0-1,0 0,0 0,0 1,-1-1,1 1,0-1,-1 1,1-1,-1 1,1-1,-1 1,0-1,1 1,-1 0,0-1,0 1,0-1,0 1,-1 0,1-1,-23 230,17-118,6 0,4 0,18 103,-17-182,4 22,-2 0,-3 1,-2 41,-3-98,1-5</inkml:trace>
  <inkml:trace contextRef="#ctx0" brushRef="#br0" timeOffset="23305.77">4813 1541,'14'443,"-25"-58,11-383,0 3,0 1,0-1,0 0,1 0,-1 0,1 0,1 0,-1 0,1 0,0 0,0 0,0 0,0-1,1 1,0-1,1 1,15-11,-10-7</inkml:trace>
  <inkml:trace contextRef="#ctx0" brushRef="#br0" timeOffset="24165.584">4881 2343,'-69'26,"67"-25,0 0,1 0,-1 0,0 0,1 1,-1-1,1 0,-1 1,1-1,0 1,-1 0,1 0,0-1,0 1,0 0,1 0,-1 0,0 0,1 0,-1 0,1 0,-1 0,1 0,0 0,0 0,0 0,0 0,1 1,-1-1,0 0,1 0,0 0,0 1,2 1,1 0,0 0,1-1,-1 1,0-1,1 0,0 0,0-1,0 1,0-1,0 0,0-1,0 1,1-1,-1 0,1 0,-1 0,1-1,-1 0,1 0,-1-1,1 1,1-2,-1 2,0 0,0 0,0-1,0 0,0-1,0 1,0-1,0 0,-1-1,1 1,-1-1,0 0,0 0,0-1,0 1,0-1,-1 0,1-1,-1 1,0-1,-1 0,1 0,-1 0,0 0,0 0,0-3,-3 4,-1 0,0 0,0 0,-1 0,1 1,-1-1,0 1,0-1,0 1,-1 0,1 0,-1 0,1 0,-1 0,0 0,0 1,0-1,-1 1,1 0,0 0,-1 0,0 1,1-1,-1 1,0 0,0 0,0 0,1 0,-1 1,0 0,-3-1,0-1,-1 0,0 0,-1 1,1 0,0 1,0-1,0 2,0-1,-1 1,1 0,0 1,0 0,0 0,1 0,-1 1,1 1,-1-1,1 1,0 0,0 1,1 0,-1 0,1 0,0 1,0 0,1 0,-2 3,6-7,0 0,0 0,0 0,0 0,1 0,-1 1,1-1,0 0,-1 1,1-1,0 0,0 0,1 1,-1-1,0 0,1 1,-1-1,1 0,0 0,0 0,0 0,0 0,0 0,0 0,1 0,-1 0,1 0,-1 0,1-1,0 1,-1-1,1 1,68 28,-64-28,0 0,0 0,0-1,1 0,-1-1,0 1,0-1,1-1,-1 1,0-1,0 0,0 0,1-1,-1 1,-1-2,1 1,0 0,0-1,-1 0,0-1,1 1,-1-1,-1 0,1 0,0 0,-1-1,0 0,0 0,-1 0,1 0,-1 0,0-1,0 0,-1 1,0-1,0 0,1-2,-3 4,0 0,0-1,0 1,-1 0,1 0,-1-1,0 1,0 0,-1 0,1 0,-1 0,0 0,0 0,0 1,0-1,-1 1,1-1,-1 1,0 0,0 0,0 0,0 0,-1 1,1 0,-1-1,0 1,0 0,1 0,-1 1,0-1,-1 1,1 0,0 0,0 1,0-1,-1 1,1 0,0 0,0 0,-1 0,1 1,0 0,0 0,0 0,0 0,0 1,0-1,0 1,0 0,0 0,-1 2,1-1,0-1,0 1,1 0,0 0,0 0,0 0,0 1,0-1,0 1,1 0,0 0,0 0,0 0,0 0,0 0,1 0,0 1,0-1,0 1,1-1,-1 0,1 1,0-1,0 1,1 1,6 13</inkml:trace>
  <inkml:trace contextRef="#ctx0" brushRef="#br0" timeOffset="27248.747">4279 1407,'9'6,"1"0,0-1,0 0,0 0,1-1,0-1,0 0,0-1,0 0,0 0,0-1,0 0,9-2,-11 2,103 0,0-4,0-6,48-12,-39 6,163-11,-240 30,-49 2,-8-4</inkml:trace>
  <inkml:trace contextRef="#ctx0" brushRef="#br0" timeOffset="27523.014">4653 966,'-9'20,"-7"21,-9 15,-4 11,-1 5,-1 1,3-7,6-9,10-14,6-15</inkml:trace>
  <inkml:trace contextRef="#ctx0" brushRef="#br0" timeOffset="27772.072">4813 925,'-4'25,"-7"20,-7 13,-6 9,-3 1,-2-3,2-7,6-10,10-20,8-16</inkml:trace>
  <inkml:trace contextRef="#ctx0" brushRef="#br0" timeOffset="27951.593">5027 953,'-4'16,"-4"14,-6 11,-4 8,-4 4,-2 1,-1-3,3-7,3-9,4-9,9-10,13-15,12-15,12-11,0-2</inkml:trace>
  <inkml:trace contextRef="#ctx0" brushRef="#br0" timeOffset="28141.795">5255 953,'-5'18,"-5"15,-4 11,-4 5,-2 3,2 0,2-2,5-6,4-7,3-8,5-9,4-11,6-10,1-6</inkml:trace>
  <inkml:trace contextRef="#ctx0" brushRef="#br0" timeOffset="28411.934">5442 939,'-3'19,"-2"18,-5 18,-4 15,-5 11,-7 6,1-12</inkml:trace>
  <inkml:trace contextRef="#ctx0" brushRef="#br0" timeOffset="29669.854">4265 6046,'0'74,"1"-85,0 1,-1-1,0 0,-1 0,-1 0,1 1,-2-1,1 1,-2-1,1 1,-1 0,-1 1,0-1,0 1,-1-1,0 2,-1-1,0 1,0 0,0 0,-1 1,-6-5,11 11,1-1,0 1,-1 0,1 0,-1 0,0 1,1-1,-1 0,1 1,-1 0,0 0,0-1,1 2,-1-1,0 0,1 0,-1 1,0 0,1-1,-1 1,1 0,-1 0,1 1,-1-1,1 0,0 1,0-1,0 1,0 0,0 0,0 0,0 0,0 0,1 0,-1 0,0 2,-4 6,1 0,0 0,0 0,1 1,1-1,0 1,0 0,0 4,-1 2,1 1,1-1,1 1,0-1,1 1,1 0,1-1,0 1,1-1,1 0,1 0,0 0,1 0,1-1,1 0,0-1,1 1,0-2,1 1,12 11,-16-21,1 0,0 0,0 0,0-1,0-1,1 1,-1-1,1 0,0-1,0 0,0 0,0-1,0 0,1 0,-1-1,0 0,0 0,1-1,-1 0,0 0,0-1,0 0,0-1,0 0,3-2,7-3,0-1,-1-1,0 0,-1-1,0-1,-1-1,0 0,-1-1,0 0,1-4,10-15</inkml:trace>
  <inkml:trace contextRef="#ctx0" brushRef="#br0" timeOffset="30452.581">4667 5939,'-1'35,"0"13,2 1,3-1,1-1,6 24,-7-47,-1 0,-1 0,-1 0,-1 0,-2 7,1 23,-2 43,-7-87,5-13</inkml:trace>
  <inkml:trace contextRef="#ctx0" brushRef="#br0" timeOffset="30838.207">4987 5953,'-9'4,"-60"30,2 2,-32 25,95-58,0-1,0 1,1 0,-1 0,1 0,-1 0,1 1,0-1,1 1,-1 0,0 0,1 0,0 0,0 0,0 1,1-1,-1 1,1-1,0 1,0-1,1 1,-1 0,1-1,0 1,1 0,-1-1,1 1,-1 0,2-1,-1 1,2 3,2 3,1 0,1-1,0 0,1 0,0 0,0-1,1 0,0 0,1-1,0-1,0 1,0-2,1 1,0-1,1-1,-1 0,1-1,0 0,3 0,-3-1,0 0,0 0,0-2,1 1,-1-1,1-1,0-1,-1 1,1-2,-1 0,0 0,0-1,0-1,0 0,9-5,2-4,-3 0</inkml:trace>
  <inkml:trace contextRef="#ctx0" brushRef="#br0" timeOffset="31297.977">5295 6059,'-118'314,"103"-290,51-183,-24 109,15-64,5 0,16-27,-38 118,-10 24,0-1,0 0,0 0,0 1,0-1,0 0,0 1,0-1,0 0,0 0,0 1,0-1,0 0,1 0,-1 1,0-1,0 0,0 0,0 0,1 1,-1-1,0 0,0 0,0 0,1 1,-1-1,0 0,0 0,1 0,-1 0,0 0,0 0,1 0,-1 0,0 0,1 1,-1-1,0 0,0 0,1 0,-1 0,0-1,0 1,1 0,-1 0,0 0,1 0,-1 0,0 0,0 0,1 0,-1-1,0 1,0 0,0 0,1 0,-1 0,0-1,0 1,0 0,0 0,1-1,-1 1,0 0,5 27,11 264,-11-257,1 0,1-1,2 0,2 0,1-1,1 0,2-1,1-1,1 0,1-1,4 1,-10-15,-3-7</inkml:trace>
  <inkml:trace contextRef="#ctx0" brushRef="#br0" timeOffset="31567.668">5242 6180,'-7'7,"4"2,13-1,17-1,21-4,17-8,15-4,-8-2</inkml:trace>
  <inkml:trace contextRef="#ctx0" brushRef="#br0" timeOffset="32270.806">4439 7784,'-1'-2,"-1"0,1 0,-1 0,0 0,0 0,0 1,0-1,0 1,0-1,0 1,-1 0,1 0,0 0,-1 0,1 0,-1 0,1 1,-1-1,1 1,-1 0,0 0,1 0,-1 0,1 0,-1 0,1 1,-1-1,-2 2,-3 0,0 2,0-1,0 1,0 0,1 1,-1 0,1 0,0 0,1 1,-1 0,1 1,1-1,-1 1,1 0,0 1,0-1,1 1,0 0,1 0,0 0,0 0,-1 7,1-8,2 0,-1 0,1 1,0-1,0 1,0-1,1 1,1-1,-1 0,1 1,1-1,-1 1,1-1,0 0,1 0,0 0,0 0,0-1,1 1,0-1,0 0,1 0,-1 0,2-1,-1 1,0-1,1 0,0-1,0 1,0-1,1-1,-1 1,1-1,2 1,8 1,0 0,0-1,1-1,0 0,-1-1,1-2,0 1,0-2,0 0,0-1,-1-1,1-1,-1-1,0 0,0-1,0 0,-1-2,0 0,0-1,-1 0,-1-1,1-1,-1 0,-1-1,6-8,5-5,-6 3</inkml:trace>
  <inkml:trace contextRef="#ctx0" brushRef="#br0" timeOffset="32514.67">4907 7664,'-2'13,"-1"17,0 13,1 12,0 8,1 4,1 2,-1-1,1-9,0-8,3-14,2-13,1-10</inkml:trace>
  <inkml:trace contextRef="#ctx0" brushRef="#br0" timeOffset="32857.342">5148 7610,'-1'25,"0"0,-1-1,-1 1,-2-1,0 1,-2-2,-1 1,4-12,0-1,-1 0,-1-1,0 1,0-1,-1 0,0-1,-1 0,0 0,0 0,-1-1,0 0,-1-1,1 0,-5 2,11-7,0 0,-1 0,1 0,0-1,0 1,-1-1,1 0,-1 0,1 0,-1-1,0 1,1-1,-1 0,1 0,-1 0,0 0,-2-1,7 1,-1 0,0 0,1 0,-1 0,0 0,0 0,1 0,-1-1,0 1,0 0,1 0,-1 0,0 0,0 0,1-1,-1 1,0 0,0 0,0 0,1-1,-1 1,0 0,0 0,0-1,0 1,0 0,1-1,-1 1,0 0,0 0,0-1,0 1,0 0,0-1,0 1,0 0,0 0,0-1,0 1,0 0,0-1,0 1,-1 0,1 0,0-1,0 1,0 0,0 0,0-1,-1 1,1 0,0 0,0-1,0 1,-1 0,1 0,0 0,0 0,-1-1,1 1,0 0,0 0,-1 0,1 0,0 0,25-8,-11 10,0-1,0 2,-1 0,1 0,-1 2,1-1,-1 2,-1 0,1 0,-1 1,0 1,-1 0,0 0,0 1,9 10,10 5,-20-16,-1-1,1 0,0 0,1-1,-1 0,1-1,0 0,1-1,-1 0,1-1,0 0,5 0,14-4</inkml:trace>
  <inkml:trace contextRef="#ctx0" brushRef="#br0" timeOffset="33418.508">5562 7810,'-12'22,"2"1,0 0,2 0,0 1,2 0,1 0,0 1,2-1,1 1,1 0,1 16,3-291,-3 241,-1-7,0 0,1-1,1 1,0 0,2 0,-1 0,2 0,0 0,1 0,1 1,0 0,1 0,1-1,-6 13,1 0,-1 0,0 1,1-1,-1 1,1-1,0 1,0 0,0 0,0 1,0-1,0 0,0 1,1 0,-1 0,1 0,-1 0,1 0,-1 1,1 0,-1-1,1 1,-1 1,1-1,-1 0,1 1,-1 0,1 0,-1 0,0 0,1 0,-1 1,0-1,0 1,0 0,0 0,2 1,0 1,-1-1,1 1,-1 0,0 1,0-1,-1 0,1 1,-1 0,0 0,0 0,-1 0,1 1,-1-1,0 1,-1-1,1 1,-1 0,0-1,-1 1,1 5,-3-2,1-1,-1 1,-1-1,1 1,-1-1,-1 0,0 0,0-1,0 1,-1-1,0 0,-1 0,1 0,-1-1,-1 0,1 0,-1-1,0 1,0-2,-1 1,-4 2,-3 2,16-8,-1 0,1 0,-1-1,1 1,-1 0,1-1,-1 1,1-1,0 1,-1 0,1-1,0 1,-1-1,1 0,0 1,0-1,-1 0,1 1,0-1,0 0,0 0,-1 1,1-1,0 0,0 0,0 0,0 0,0 0,-1-1,1 1,0 0,0 0,0 0,0-1,-1 1,1 0,0-1,0 1,0 0,8 0,3-2,0 1,-1 1,1 0,0 0,0 1,-1 1,1 0,0 0,-1 1,0 1,0 0,0 1,0 0,-1 0,0 1,0 0,8 7,-15-10,-1 0,0 0,0 0,0 0,0 0,-1 0,1 0,-1 0,0 1,0-1,0 1,0-1,-1 1,0-1,1 1,-1-1,0 1,0-1,-1 1,1-1,-1 1,0-1,0 1,0-1,0 0,-1 0,1 1,-2 1,-3 5,0-1,-1 1,0-1,-1 0,0-1,0 1,-1-2,-2 2,-9 6,-1-1,-1 0,0-2,0-1,-2 0,1-2,-1 0,-1-2,1-1,-3 0,-37 5</inkml:trace>
  <inkml:trace contextRef="#ctx0" brushRef="#br0" timeOffset="34488.166">6645 8211,'-21'21,"0"0,2 2,0 0,2 1,0 0,2 2,1 0,1 0,1 2,1-1,-3 17,13-41,0-1,0 1,0 0,0-1,0 1,1 0,0-1,-1 1,1 0,0 0,0-1,1 1,-1 0,0 0,1-1,0 1,0-1,-1 1,2 0,-1-1,0 0,0 1,1-1,-1 0,1 1,0-1,0 0,0 0,0 0,0-1,0 1,1 0,3-1,0 0,0 0,0-1,1 0,-1 0,0-1,0 1,0-1,0-1,0 1,0-1,0 0,0 0,0-1,-1 0,1 0,-1 0,0-1,0 1,1-2,18-13,-1 0,-1-2,0 0,-2-1,0-1,-1-1,-2-1,0-1,-2 0,0-1,-2 0,-1-1,-1-1,-2 0,0 0,3-25,-10 38,0 0,-1-1,-1 0,0 1,-1-1,-1 1,0-1,-3-7,4 18,0 0,-1 1,1-1,-1 1,0-1,0 1,0 0,-1-1,1 1,-1 1,0-1,0 0,0 1,-1-1,1 1,-1 0,0 0,0 0,0 1,0-1,-1 1,1 0,0 0,-1 1,0-1,1 1,-1 0,0 0,0 1,1 0,-1 0,1 0,-1 1,1-1,-1 1,1 0,0 1,0-1,-1 1,1 0,0 0,0 0,1 0,-1 1,0-1,1 1,0 0,-1 0,1 1,0-1,1 0,-1 1,0 1,-3 5,0-1,1 2,0-1,0 1,1-1,1 1,0 0,-1 8,1 21,2 1,1-1,2 0,2 1,2-1,1-1,2 1,9 21,-10-30,-1-3,62 199,-68-222,1-1,0 0,0 0,0 1,0-2,1 1,0 0,0 0,0-1,0 1,0-1,1 0,2 2,6 0</inkml:trace>
  <inkml:trace contextRef="#ctx0" brushRef="#br0" timeOffset="36752.242">7206 8492,'-9'24,"-38"103,-46 86,80-190,13-24,0 1,1 0,-1-1,0 1,0 0,0-1,0 1,1 0,-1-1,0 1,0 0,0-1,0 1,0-1,0 1,0 0,0-1,0 1,0 0,0-1,0 1,-1-1,1 1,0 0,0-1,0 1,0 0,-1-1,1 1,0 0,0-1,-1 1,1 0,0 0,0-1,-1 1,1 0,0 0,-1 0,1-1,0 1,-1 0,1 0,0 0,-1 0,1 0,-1 0,1-1,0 1,-1 0,1 0,0 0,-1 0,1 0,-1 1,1-1,0 0,-1 0,1 0,0 0,-1 0,1 0,0 1,-1-1,1 0,0 0,-1 1,1-30,2 1,0 0,2 0,6-22,-3 13,0-2,-2 2,2 1,2 0,1 1,10-23,-20 57,0-1,1 0,-1 0,0 0,1 0,0 0,-1 1,1-1,0 0,0 0,0 1,0-1,0 1,0-1,0 1,1-1,-1 1,1 0,-1 0,1-1,-1 1,1 0,-1 0,1 1,0-1,0 0,0 1,-1-1,1 1,0-1,0 1,0 0,0 0,0-1,0 2,0-1,-1 0,1 0,0 1,0-1,0 0,0 1,-1 0,1 0,0-1,0 2,6 9,-2 0,1 1,-1 0,-1 0,0 0,-1 1,-1-1,3 14,-2-12,46 271,-38-234,-10-41</inkml:trace>
  <inkml:trace contextRef="#ctx0" brushRef="#br0" timeOffset="37005.594">7019 8666,'21'-2,"20"-3,21-6,21-5,14-4,9-4,-13 3</inkml:trace>
  <inkml:trace contextRef="#ctx0" brushRef="#br0" timeOffset="37463.945">8102 7998,'-25'22,"0"1,2 1,0 0,1 2,2 1,1 1,1 0,1 1,-6 18,8-20,0 2,2 0,1 0,1 1,2 1,1-1,2 2,0-1,2 1,4-28,-1-1,1 1,0-1,0 1,0 0,0-1,1 1,0-1,-1 1,1 0,1-1,-1 0,0 1,1-1,-1 0,1 0,0 0,0 0,1 0,-1 0,0 0,1-1,0 1,-1-1,1 0,0 0,0 0,1 0,-1 0,0-1,1 0,-1 1,4 0,5-4,1 1,-1-2,1 0,-1 0,0-1,0 0,-1-1,1-1,-1 0,0 0,-1-1,0-1,0 1,0-2,-1 1,0-1,-1-1,0 0,1-1,11-13,0 0,-2-2,0 0,-2-1,-1-1,-1 0,-2-1,-1-1,-1 0,-1 0,-2-1,-1 0,-1 0,-2 0,-1-1,-2 1,-2-16,2 38,-1-1,0 0,0 0,-1 0,-1 1,0-1,0 1,-1 0,0 0,0 0,-1 0,0 1,-3-3,7 10,0-1,0 1,0 0,0 0,0 0,-1 0,1 0,-1 0,1 0,-1 0,1 1,-1-1,1 0,-1 1,1-1,-1 1,0 0,1 0,-1-1,0 1,1 0,-1 0,0 1,1-1,-1 0,0 1,1-1,-1 0,0 1,1 0,-1-1,1 1,-1 0,1 0,0 0,-1 0,0 1,-39 53,28-22,2 1,1 1,2 0,1 0,2 0,1 1,2-1,1 1,3 12,-1-19,1 1,1-1,2 0,1 0,1 0,1-1,8 16,-11-31,0-1,2 0,-1 0,1 0,1-1,0 0,1-1,0 0,1 0,0 0,0-2,1 1,0-1,0-1,1 0,0 0,5 1,4-1</inkml:trace>
  <inkml:trace contextRef="#ctx0" brushRef="#br0" timeOffset="38050.379">8369 8426,'0'23,"2"13,-2 1,-2-1,-1 0,-2 0,-1 0,-2 0,-5 11,2-25,11-22,0 0,0 1,0-1,0 0,0 1,0-1,-1 0,1 0,0 1,0-1,0 0,0 1,0-1,0 0,-1 0,1 1,0-1,0 0,0 0,-1 0,1 1,0-1,0 0,-1 0,1 0,0 0,0 1,-1-1,1 0,0 0,0 0,-1 0,1 0,0 0,-1 0,1 0,0 0,0 0,-1 0,1 0,0 0,-1 0,1 0,0 0,0 0,-1 0,1-1,0 1,-1 0,1 0,0 0,0 0,0-1,-1 1,1 0,0 0,0 0,0-1,-1 1,1 0,0 0,0-1,0 1,0 0,0 0,-1-1,1 1,0 0,0-1,-1-7,0-1,1 1,0-1,0 1,1-1,0 1,0-1,1 1,1-3,0-3,2-16,1 1,2-1,1 2,1-1,2 1,0 1,15-23,-23 45,-1 0,1 0,0 1,0 0,0 0,1 0,0 0,-1 1,1 0,0 0,5-2,-8 4,0 0,0 1,0-1,0 1,0-1,0 1,0 0,0 0,0 0,0 0,0 0,0 0,0 0,0 1,0-1,0 1,0-1,0 1,0 0,0 0,-1 0,1 0,0 0,-1 0,1 1,0-1,-1 0,0 1,1-1,-1 1,0 0,0-1,0 1,1 2,2 5,0 0,-1 0,-1 1,1-1,-1 1,-1 0,0 0,-1 0,1 0,-2-1,1 1,-2 0,1 0,-1 0,-1-1,1 1,-2-1,0 2,1-4,1-1,-1 1,0-1,-1 0,1 0,-1 0,0-1,-1 1,1-1,-1 0,0 0,0-1,-4 3,9-8,0 1,-1 0,1 0,0 0,-1 0,1-1,0 1,-1 0,1 0,0 0,-1-1,1 1,0 0,-1-1,1 1,0 0,0-1,0 1,-1 0,1-1,0 1,0 0,0-1,0 1,0-1,-1 1,1 0,0-1,0 1,0-1,0 1,0 0,0-1,1 1,-1-1,0 1,0 0,0-1,0 1,0 0,0-1,1 1,-1-1,0 1,0 0,1 0,-1-1,0 1,0 0,1-1,-1 1,0 0,1 0,-1-1,0 1,1 0,-1 0,1 0,-1 0,0 0,1-1,-1 1,0 0,1 0,-1 0,1 0,-1 0,0 0,1 0,3-3,0-1,0 0,0 1,1 0,-1 0,1 0,0 1,0-1,0 1,0 0,0 1,0-1,0 1,1 0,-1 0,1 1,-1 0,0 0,1 0,-1 0,1 1,-1 0,0 0,1 1,-1-1,0 1,0 0,0 0,0 1,-1 0,1-1,-1 2,1-1,-1 0,0 1,0 0,-1 0,1 0,-1 0,0 1,0-1,0 1,0 0,-1 0,0 0,0 0,-1 0,2 4,-4 0,0 0,0 0,-1 0,0 0,0-1,-1 1,-1-1,1 0,-1 0,0 0,-1 0,0-1,0 1,-1-1,0-1,0 1,-1-1,1 0,-1 0,-1-1,1 0,-1 0,0-1,-2 4,-1 0,-1 0,0-1,0-1,0 0,0-1,-1 0,0-1,0 0,-1-1,1 0,-5-1,-10-3</inkml:trace>
  <inkml:trace contextRef="#ctx0" brushRef="#br0" timeOffset="38663.282">9305 7958,'-30'26,"1"1,1 2,1 1,2 1,1 1,1 1,2 1,-4 13,24-47,-6 12,0 1,0-1,1 1,1 0,0 0,1 0,0 1,1 0,1 0,0 0,0 10,4-19,-1-1,1 0,0 0,0 0,0 0,0-1,1 1,-1 0,1-1,0 0,0 0,0 0,1 0,-1 0,1 0,-1-1,1 0,0 0,0 0,0 0,0-1,0 1,1-1,-1 0,0 0,1-1,-1 1,1-1,-1 0,0 0,1 0,-1-1,0 0,1 1,-1-2,0 1,0 0,1-1,2-2,19-6,-1-2,-1-1,1-1,-2 0,0-2,-1-1,-1-1,0-1,-2 0,0-2,-1 0,-1-1,-1-1,-1 0,-1-1,-2-1,7-16,-8 20,0-1,-2 0,0 0,-2-1,0 0,-2-1,0 1,-2-1,-1 0,0 0,-2 0,-1 0,-1 0,-1 0,0 0,-2 1,-1 0,-1-1,-5-9,10 28,0 0,0 1,-1-1,1 1,-1-1,0 1,0 0,0 0,-1 0,0 1,1-1,-1 1,0 0,-1 0,1 0,-1 0,1 1,-1 0,0 0,1 0,-1 0,0 1,0 0,0 0,-1 0,1 1,0 0,0 0,0 0,0 0,0 1,-4 1,1 1,1 1,0 0,0 1,0 0,0 0,1 0,0 1,0 0,0 0,1 1,0-1,0 1,0 0,1 1,0-1,-1 5,-4 9,1 0,1 0,1 1,1-1,-2 17,6 2,1 0,1-1,3 1,1-1,2 0,2 0,1-1,2 0,1-1,2 0,2-1,13 19,-26-46,16 31,-2 0,-1 2,-3-1,-1 2,0 12,-10-35</inkml:trace>
  <inkml:trace contextRef="#ctx0" brushRef="#br0" timeOffset="38984.492">9974 8278,'-12'-3,"1"0,-1 0,0 1,0 1,0 0,0 1,0 0,0 1,-1 0,2 0,-1 2,0 0,0 0,1 1,-1 0,1 1,0 0,1 1,-1 0,1 1,1 0,-1 0,1 1,0 0,1 1,0 0,0 1,1-1,0 1,1 1,0-1,0 2,4-8,0 0,0 0,1 0,-1 0,1 0,0 0,1 0,-1 1,1-1,0 0,0 0,0 1,0-1,1 0,-1 0,1 0,0 1,1-1,-1 0,1 0,-1-1,1 1,0 0,1-1,-1 1,1-1,-1 1,1-1,2 1,9 5,1-2,-1 1,2-2,-1 0,1-1,0 0,0-2,0 1,1-2,-1 0,1-2,-1 1,1-2,-1 0,1-1,1-1,161-32,-105 13</inkml:trace>
  <inkml:trace contextRef="#ctx0" brushRef="#br0" timeOffset="39565.45">10736 7824,'-13'5,"1"1,0 0,0 0,1 1,0 1,0 0,0 0,1 1,1 1,-1-1,1 2,1-1,0 1,-6 11,-1 5,1 1,1 0,1 0,1 1,-5 29,10-41,1-1,1 1,1-1,0 1,1 0,1 0,1 0,0 0,1 0,1 0,1 0,0 0,1 0,1 1,-3-14,0 0,0-1,0 1,1-1,-1 0,1 0,0 0,0 0,0 0,0-1,0 0,1 1,-1-1,1 0,-1 0,1-1,0 1,0-1,0 0,0 0,0 0,0 0,0-1,0 0,0 0,0 0,0 0,0 0,0-1,0 0,0 0,0 0,0 0,0-1,-1 1,1-1,0 0,1-1,15-11,0-1,-2 0,1-2,-2 0,0-1,-1-1,-1 0,-1-1,0-1,-2 0,1-3,5-7,-2 0,-1-2,-2 0,-1 0,-1-1,-2-1,-1 1,-2-1,-2-1,-1 1,-2-27,-2 47,0 0,-2 0,0 1,0-1,-1 1,-1 0,-1 0,0 1,-4-8,7 16,1 0,-1 1,0-1,-1 1,1 0,-1 0,0 0,0 0,0 1,0 0,0-1,-1 1,0 1,1-1,-1 1,0 0,0 0,-1 0,1 1,0 0,0 0,-1 0,1 0,0 1,-1 0,1 0,-3 1,1 1,0-1,0 1,0 1,1-1,-1 1,1 0,0 1,0 0,0 0,0 0,1 0,-1 1,1 0,0 0,1 1,-1-1,1 1,0 0,-1 4,-3 4,1 0,1 0,0 1,1 0,0 0,1 0,1 1,0 7,4 9,1 0,1 0,2 0,2 0,0-1,2 0,2-1,0 0,2 0,2-1,0-1,16 22,-24-37,7 12,153 306,-156-305,-2-9</inkml:trace>
  <inkml:trace contextRef="#ctx0" brushRef="#br0" timeOffset="39832.736">11191 8239,'-3'18,"0"13,1 12,-1 8,2 3,0 0,2-1,2-8,2-9,1-9,-2-11,0-8</inkml:trace>
  <inkml:trace contextRef="#ctx0" brushRef="#br0" timeOffset="40034.323">11204 8172,'16'20,"14"12,11 7,8 1,5-1,1-1,0-2,-4-3,-8-2,-11 0,-11 2,-14 0,-17 0,-19 3,-19 1,-18-1,-14-4,7-8</inkml:trace>
  <inkml:trace contextRef="#ctx0" brushRef="#br0" timeOffset="40613.873">11204 9147,'5'102,"5"-1,4 0,9 18,1 19,10 129,-11 2,-13 0,-11 1,-16 54,-39 455,52-710</inkml:trace>
  <inkml:trace contextRef="#ctx0" brushRef="#br0" timeOffset="41357.59">9747 9335,'-13'-14,"3"36,-13 196,4 215,19 0,33 189,-17-443,16 304,-31-453,0 1,-2-1,-2 1,0-1,-2 0,-1 0,-2 0,-2 3,-11 12</inkml:trace>
  <inkml:trace contextRef="#ctx0" brushRef="#br0" timeOffset="42015.844">8476 9121,'-1'-1,"-1"1,1 0,-1 0,1-1,-1 1,1 0,-1 0,1 0,-1 1,1-1,-1 0,1 0,-1 1,1-1,-1 1,1 0,0-1,-1 1,1 0,0 0,0 0,-1 0,1 0,0 0,0 0,0 0,0 0,0 0,0 1,1-1,-1 0,0 1,1-1,-1 0,1 1,-1-1,1 1,-1-1,1 1,0-1,0 1,0-1,0 1,0-1,0 1,1 0,-23 168,9 271,20 29,-4-332,2 58,-6 1041,1-1236,-7 135,-6-1,-7 11,5-72</inkml:trace>
  <inkml:trace contextRef="#ctx0" brushRef="#br0" timeOffset="42719.48">7167 9080,'-14'45,"3"0,2 1,1 0,3 0,1 1,3-1,4 46,-3-90,31 604,-14-338,16 428,-39 327,-1-910,0-28</inkml:trace>
  <inkml:trace contextRef="#ctx0" brushRef="#br0" timeOffset="45150.607">7139 10123,'-51'60,"50"-58,0 0,0-1,0 1,1-1,-1 1,0 0,1 0,-1 0,1-1,-1 1,1 0,0 0,0 0,0 0,0 0,0-1,0 1,0 0,1 0,-1 0,1 0,0-1,-1 1,1 0,0 0,0-1,0 1,0-1,0 1,0-1,0 1,1-1,-1 0,1 1,-1-1,1 0,-1 0,1 0,0 0,1 0,0 1,-1-1,1 0,0 0,0 0,0 0,-1-1,1 1,0-1,0 0,0 0,0 0,0 0,0 0,0-1,0 1,0-1,0 0,-1 0,1 0,0 0,-1-1,1 1,0 0,-1-1,0 0,1 0,-1 0,0 0,0 0,0 0,0 0,0-1,0 0,0 0,1-1,-1 0,0 0,0 0,-1 0,1 0,-1 0,0 0,0 0,0-1,0 1,-1 0,0-1,1 1,-2-1,1 1,-1 0,1-1,-1 1,0 0,-1 0,1 0,-1-1,1 3,0-1,0 1,0 0,0-1,-1 1,1 0,-1 0,1 0,-1 0,0 0,0 1,0-1,0 0,0 1,0 0,-1-1,1 1,0 0,-1 0,1 0,0 0,-1 1,1-1,-1 1,1 0,-1-1,0 1,1 0,-1 0,1 1,-1-1,1 0,-1 1,1 0,-1-1,1 1,-1 0,1 0,0 1,0-1,-1 0,0 2,-3 4,0-1,1 1,0 1,1-1,0 1,0 0,0 0,1 0,1 0,-1 0,1 1,0-1,1 1,0 0,1 0,-1-1,2 1,-1 0,2 6,-1-12,-1-1,1 0,-1 0,1 1,0-1,0 0,0 0,0 0,0 0,1 0,-1-1,1 1,-1 0,1-1,-1 1,1 0,0-1,0 0,0 0,0 1,0-1,0 0,0 0,0-1,0 1,0 0,1-1,-1 1,0-1,0 0,1 0,-1 0,0 0,1 0,-1 0,0-1,0 1,1-1,-1 1,0-1,0 0,0 0,0 0,0 0,0 0,0-1,0 1,0-1,-1 1,1-1,1-1,1-1,-1 0,0 0,1 0,-2 0,1-1,0 1,-1-1,0 0,0 0,0 1,0-1,-1-1,0 1,0 0,0 0,-1 0,0 0,0-1,0 1,-1 0,1 0,-1 0,-1 0,0-3,1 6,-1 1,0-1,0 0,1 0,-1 1,0 0,-1-1,1 1,0 0,0 0,0 0,-1 0,1 0,-1 1,1-1,0 1,-1-1,1 1,-1 0,1 0,-1 0,1 0,-1 1,1-1,-1 1,1-1,0 1,-1 0,1 0,0 0,0 0,-1 0,1 1,0-1,0 1,0-1,1 1,-1 0,0-1,1 1,-1 0,1 0,-1 0,1 1,0-1,0 0,0 0,0 1,0-1,1 1,-1-1,0 3,21 25,-41-26,-266 7,-868 30,1072-41,-549 17,-415 33,704-36,42-2,299-12,0 0,0 0,0 0,0 0,-1 0,1 0,0-1,0 1,0-1,0 1,0-1,0 0,0 0,0 0,0 0,0 0,0 0,1-1,-1 1,0 0,1-1,-1 0,1 1,0-1,-1 0,1 0,0 1,0-1,0 0,0 0,1 0,-1 0,0 0,1-1,0 1,-12-42,3-1,2 0,2 0,2-3,-7-49,-53-293,-36-76,73 348,-8-41,6-1,8-1,6-1,8-1,-3-70,9 231,0 0,0 1,0-1,0 0,0 1,1-1,-1 0,1 0,-1 1,1-1,-1 1,1-1,0 0,0 1,0 0,0-1,0 1,0-1,0 1,1 0,-1 0,0 0,1 0,-1 0,1 0,-1 0,1 0,-1 0,1 1,-1-1,1 1,1-1,59-1,-40 3,669 1,-643-2</inkml:trace>
  <inkml:trace contextRef="#ctx0" brushRef="#br0" timeOffset="47235.734">108 6166,'446'-13,"409"-1,354-12,-648-1,-286 14,-144 4,-12-7,-107 15,7-1,-34-6,-16 1,-6-1</inkml:trace>
  <inkml:trace contextRef="#ctx0" brushRef="#br0" timeOffset="48609.102">1231 5846,'0'-1,"0"1,-1 0,1 0,0-1,0 1,0 0,0-1,0 1,0 0,0 0,0-1,0 1,0 0,0-1,0 1,0 0,0-1,0 1,0 0,1 0,-1-1,0 1,0 0,0 0,0-1,0 1,1 0,-1 0,0-1,0 1,1 0,-1 0,0 0,0 0,0-1,1 1,-1 0,0 0,1 0,-1 0,0 0,0 0,1 0,-1 0,0 0,1 0,-1 0,0 0,1 0,-1 0,0 0,0 0,1 0,-1 0,0 0,1 0,-1 0,0 0,0 1,1-1,-1 0,0 0,0 0,0 0,1 1,-1-1,0 0,149 42,-109-28,236 84,-275-98,0 0,0 0,0 0,0 0,0 0,0 0,0 0,0 0,0 1,0-1,0 0,0 1,0-1,0 1,0-1,0 1,0-1,-1 1,1 0,0-1,0 1,-1 0,1 0,0 0,-1 0,1-1,-1 1,1 0,-1 0,0 0,1 0,-1 0,0 0,0 0,1 0,-1 0,0 0,0 0,0 0,0 0,0 0,-1 0,1 0,0 0,0 0,-1 0,1 0,0 0,-1 0,1 0,-1 0,1 0,-1 0,0-1,1 1,-1 0,0 0,0-1,1 1,-1 0,0-1,0 1,0-1,0 1,-8 3,1 1,0 0,0 1,1-1,0 1,0 1,0 0,0 0,1 0,1 0,-1 1,-132 224,48-89,-31 32,-4 0</inkml:trace>
  <inkml:trace contextRef="#ctx0" brushRef="#br0" timeOffset="51363.496">9747 9188,'-3'0,"0"2,-2 8,0 13,-2 21,1 31,0 34,3 37,0 34,-4 33,-3-20</inkml:trace>
  <inkml:trace contextRef="#ctx0" brushRef="#br0" timeOffset="52601.918">9760 11821,'0'2,"0"6,0 8,0 15,0 18,0 19,2 18,3 17,1 15,2 9,1 6,0-20</inkml:trace>
  <inkml:trace contextRef="#ctx0" brushRef="#br0" timeOffset="53865.869">11257 11834,'0'3,"0"2,0 3,0 3,0 3,0 5,0 7,3 9,2 12,3 16,3 18,-2 18,2 15,-1 10,2 8,-2-1,-2-23</inkml:trace>
  <inkml:trace contextRef="#ctx0" brushRef="#br1" timeOffset="100634.597">750 11701,'-10'-67,"7"90,-11 86,-3 0,-6-1,-28 80,2-5,46-174,-1 10,11-27,-3 1,0 1,0 0,0 0,1 0,0 1,1 0,-1 0,1 0,0 0,0 1,0 0,1 1,-1-1,1 1,0 0,1 0,119-28,-113 29,40-8,0-1,0 3,0 2,32 1,-52 15,-34-31,-5-172,-6 928,8-612,2-79</inkml:trace>
  <inkml:trace contextRef="#ctx0" brushRef="#br1" timeOffset="101143.853">1512 12102,'0'-2,"2"-1,6 2,7 2,11 0,11 0,7 0,7 0,5 0,0-1,-4 0,-5 0,-9 0,-11 2,-9 1</inkml:trace>
  <inkml:trace contextRef="#ctx0" brushRef="#br1" timeOffset="101404.876">1605 12436,'7'14,"11"6,12 0,12-3,10-7,10-7,6-7,3-5,0 0,-11 0</inkml:trace>
  <inkml:trace contextRef="#ctx0" brushRef="#br1" timeOffset="101801.979">2621 12008,'-8'2,"0"-1,0 2,0-1,1 1,-1 1,0-1,1 1,0 1,0-1,0 1,1 0,0 1,0-1,0 1,0 1,1-1,0 1,1 0,-1 0,1 0,1 0,-1 1,1 0,1 0,-1-1,1 2,1-1,-1 0,1 0,1 0,0 1,0 0,0 10,0 0,2-1,0 1,1 0,1 0,1-1,0 0,1 0,2 0,-1-1,2 0,0 0,1-1,5 5,-7-11,0 0,0 0,1-1,1 0,-1 0,1-1,1-1,0 0,0 0,0-1,0 0,1-1,0 0,0-1,1-1,-1 0,1 0,0-1,0-1,-1 0,8-1,-11-1,0 0,0 0,0-1,0 0,0-1,0 0,0 0,-1-1,1 0,-1-1,0 0,-1 0,1-1,-1 1,0-2,0 1,-1-1,0 0,0 0,-1-1,0 0,0 0,0 0,-1 0,1-5,1-1,-1-1,0 0,-1 0,-1 0,0 0,-1 0,-1 0,0-1,-1 1,-1 0,0-1,-1 1,-1 0,0 0,-2-3,1 5,-1 1,-1 0,0 0,-1 0,0 1,0-1,-2 2,1-1,-1 1,-1 1,-6-6,11 11,0 0,0 0,0 0,-1 1,0 0,1 0,-1 0,0 1,-1 0,1 0,0 0,-1 1,1 0,0 0,-1 1,1 0,-1 0,1 0,-1 1,1 0,-1 0,1 1,0 0,-5 1,3 2,0 0,0 1,1 0,0 0,0 0,0 1,1 0,0 0,0 1,1 0,0 0,0 0,1 0,0 1,0 0,1 0,0 0,1 0,0 0,0 0,1 1,0-1,1 1,0-1,0 1,1-1,1 1,-1-1,3 6,10 41</inkml:trace>
  <inkml:trace contextRef="#ctx0" brushRef="#br1" timeOffset="102119.148">3276 12490,'49'-388,"-43"217,-9 400,18 141,6-220,-13-120</inkml:trace>
  <inkml:trace contextRef="#ctx0" brushRef="#br1" timeOffset="102785.465">3931 12115,'-6'-1,"1"-1,-1 1,1 1,-1-1,0 1,1 0,-1 0,0 1,0-1,1 1,-1 0,1 1,-1 0,1 0,0 0,0 0,-1 1,2 0,-1 0,0 0,1 0,-1 1,1 0,0 0,0 0,0 0,1 1,-3 4,0 2,1 1,0 0,0 0,2 1,-1-1,2 1,-1 0,2 0,0 0,0 0,1 0,1 0,0 0,1 0,0 0,1-1,1 1,0-1,0 0,1 0,1 0,5 8,-5-10,0 0,0 0,1 0,0-1,0 0,1-1,1 0,-1 0,1-1,1 0,-1 0,1-1,0 0,1-1,-1 0,1-1,0 0,0 0,0-2,1 1,-1-1,1-1,-1 0,1-1,5 0,-8-1,0-2,0 1,0-1,-1 0,1 0,-1-1,0-1,0 1,0-1,0-1,-1 1,0-1,0 0,-1-1,1 0,-2 0,1 0,-1-1,0 0,0 0,-1 0,0 0,0-1,-1 1,-1-1,1 0,-1 0,-1 0,1 0,-2-1,1 1,-1 0,-1 0,0 0,0-1,0 1,-3-6,1 1,-1 0,-1 0,0 0,0 0,-1 1,-1 0,-1 1,1-1,-2 1,0 1,0-1,-1 2,-1-1,1 1,-2 1,1 0,-1 1,-1 0,1 1,-10-4,16 9,1 0,-1 0,0 0,0 1,0 0,0 1,0-1,0 1,0 0,0 1,0-1,0 1,0 1,0-1,0 1,0 0,1 0,-1 0,1 1,-1 0,1 0,0 0,0 1,0 0,1 0,-1 0,1 0,0 1,0 0,1 0,0 0,-3 4,1-2,0 1,0-1,0 1,1 0,1 0,-1 1,1-1,1 1,0 0,0-1,0 1,1 0,1 0,-1 0,2 0,-1 0,1 0,0 0,1 0,0-1,0 1,1 0,0-1,1 0,0 0,0 0,1 0,0-1,0 1,0-1,2 0,33 21</inkml:trace>
  <inkml:trace contextRef="#ctx0" brushRef="#br1" timeOffset="103160.545">4506 12370,'-6'13,"1"0,0 1,1 0,1 0,0 0,1 0,0 0,1 0,1 1,0-1,1 0,0 1,1-1,1 0,0 0,1 0,1-1,2 4,-3-10,1-1,0 0,0 0,1-1,0 0,0 0,0 0,1-1,-1 0,1 0,0 0,0-1,0 0,1 0,-1-1,1 0,1 0,11 2,0-1,1-1,-1-1,1-1,0 0,0-2,-10 2,0-1,0 0,0 0,-1-1,1 0,0-1,-1-1,1 0,-1 0,0-1,0 0,-1 0,0-1,0-1,0 1,0-1,-1-1,0 0,-1 0,0-1,0 1,-1-1,0-1,-1 1,0-1,0 0,-1 0,3-11,-5 5,-1-1,-1 1,0 0,-1-1,-1 1,0 0,-1 0,-1 0,-1 0,0 0,-1 1,0 0,-2 0,1 1,-2 0,0 0,-1 1,0 0,-1 1,0 0,-1 1,0 0,-1 0,0 2,-1 0,-2-1,9 6,1 0,-1 0,0 1,-1 0,1 1,0 0,-1 0,1 0,-1 1,0 0,0 0,1 1,-1 0,0 1,0 0,1 0,-1 0,1 1,-1 0,1 0,0 1,0 0,0 1,0-1,0 1,1 1,-1-1,0 2,-4 5,1 1,0 0,1 1,0 0,1 0,1 1,0 0,1 0,0 1,1-1,1 1,0 0,1 1,1-1,-1 16,-1 29</inkml:trace>
  <inkml:trace contextRef="#ctx0" brushRef="#br1" timeOffset="115001.469">9773 11875,'-2'-3,"0"1,-1 0,1 0,0 0,-1 0,1 0,-1 0,0 1,1-1,-1 1,0 0,0 0,0 0,0 0,0 1,0-1,0 1,0 0,-1-1,1 2,0-1,0 0,0 0,0 1,0 0,0 0,0 0,0 0,0 0,0 0,1 1,-1-1,0 1,1 0,-1 0,1 0,0 0,0 0,-1 0,1 1,1-1,-1 1,-1 2,2 1,1 1,0-1,0 0,0 0,1 1,0-1,0 0,1 0,0 0,0 0,0 0,1 0,-1-1,1 1,1-1,-1 0,1 0,0 0,0 0,1-1,-1 1,1-1,0 0,0-1,0 1,1-1,-1 0,1 0,0-1,-1 0,1 0,0 0,1 0,-1-1,0 0,6 0,-8-1,0 0,0 0,0 0,0-1,0 1,0-1,0 0,0 0,0-1,-1 1,1-1,0 0,-1 0,0 0,1 0,-1 0,0-1,0 1,0-1,0 0,-1 0,1 0,-1-1,0 1,1 0,-2-1,2-2,3-6,-1 0,0-1,0 1,-2-1,0 0,0 0,0-11,-2 13,-1 1,0-1,0 0,-1 1,-1-1,0 1,0-1,-1 1,-2-4,4 9,-1 1,1 0,-1 0,0 0,-1 0,1 1,-1-1,0 1,1-1,-1 1,-1 0,1 0,0 0,-1 0,0 1,1 0,-1-1,0 2,0-1,-1 0,1 1,0-1,-4 1,1 1,-1 1,1 1,-1-1,1 1,0 0,-1 1,1 0,0 0,1 1,-1 0,1 0,-1 0,1 1,0 0,1 0,-1 0,1 1,0 0,1 0,-1 0,-1 5,-1-2,0 2,1-1,0 1,1 0,0 0,0 0,1 1,1 0,0 0,1 0,-1 8,3-16,-1 1,1-1,0 0,0 1,1-1,-1 1,1-1,0 0,0 1,1-1,-1 0,1 0,0 0,0 0,0 0,1-1,-1 1,1 0,0-1,0 0,0 0,1 0,-1 0,0 0,1-1,0 1,0-1,0 0,0 0,0-1,0 1,0-1,1 0,4 2,0-1,-1 0,1 0,0-1,0-1,0 1,0-1,0-1,-1 0,1 0,0 0,0-1,-1-1,1 0,-1 0,1 0,-1-1,0 0,-1-1,1 0,-1 0,0 0,0-1,-1 0,1 0,-1-1,-1 0,1 0,-1 0,0-1,-1 0,1-1,-3 6,0-1,0 0,0 0,0 0,0 0,-1-1,0 1,0 0,0-1,0 1,-1-1,1 1,-1-1,-1 1,1-1,0 1,-1-1,0 1,0 0,0-1,-1 1,0 0,1 0,-2 0,1 0,0 0,-1 0,1 1,-1-1,0 1,0 0,-1 0,1 0,0 0,-1 0,0 1,0 0,0 0,0 0,-3-1,-2 1,-1 2,1-1,0 1,-1 1,1 0,0 0,0 1,0 0,0 0,0 1,0 0,1 1,-1 0,1 0,0 1,0 0,1 1,-1-1,1 1,0 1,6-7,0 1,1-1,-1 0,0 0,0 0,1 1,-1-1,0 0,1 1,-1-1,1 1,-1-1,0 1,1-1,-1 1,1-1,-1 1,1-1,0 1,-1 0,1-1,-1 1,1 0,0-1,0 1,-1 0,1-1,0 1,0 0,0 0,0-1,0 1,0 0,0-1,0 1,0 0,0 0,0-1,1 1,-1 0,0-1,0 1,1 0,-1-1,0 1,1 0,-1-1,1 1,-1-1,1 1,-1 0,1-1,-1 0,1 1,-1-1,1 1,0-1,-1 0,1 1,0-1,-1 0,1 0,0 1,0-1,-1 0,1 0,0 0,0 0,165-2,-20 2,-66-13,392 13,-172 14,-279-14,255 14,-166-4,0-4,70-8,-55 1,270 1,-109 26,-39-18,204 12,-69 10,-18-2,31-12,-129-2,4-1,-4 1,204-8,-289-7,824 1,-550-15,359-24,-575 20,338-40,-263 21,124 8,264 2,-168 14,438-12,-311 12,1334 15,-1256-15,288-28,-297 28,-74-11,187 43,-68 9,31 58,-691-70,175 14,-214-28,-81-4,-7 0</inkml:trace>
  <inkml:trace contextRef="#ctx0" brushRef="#br1" timeOffset="121670.094">17327 13065,'16'-11,"1"2,1 0,0 0,0 2,0 0,1 2,0 0,0 0,7 1,-19 3,0 1,0-1,0 1,0 0,0 1,0 0,0 0,0 1,-1-1,1 1,0 1,-1-1,1 1,-1 1,0-1,0 1,0 0,-1 0,1 0,-1 1,0 0,-1 0,1 1,-1-1,0 1,0 0,1 2,-1 1,0-1,-1 0,0 1,0 0,-1 0,-1 0,1 0,-1 0,-1 0,1 0,-2 1,1-1,-1 0,-1 0,0 0,0 0,0 0,-1-1,-1 1,1-1,-2 1,-12 24,-2 0,-1-1,-2-1,-14 14,22-26,-16 19,-12 15,3 1,2 2,-7 17,42-71,0 1,0-1,0 1,1-1,-1 1,0 0,1-1,0 1,0 0,0 0,0 0,0 0,1 0,-1 0,1 0,0 0,0 0,0 0,0 1,0-1,1 0,-1 0,1 0,0 0,0 0,0-1,0 1,1 0,-1 0,1-1,0 1,-1-1,1 1,0-1,1 0,-1 1,8 1,1-1,-1 0,0 0,1-1,-1-1,1 0,0 0,-1-1,11-1,-7 1,107-6,96-18,4-1,-162 21</inkml:trace>
  <inkml:trace contextRef="#ctx0" brushRef="#br1" timeOffset="121935.384">18196 13278,'15'5,"18"1,14 0,10-1,7-4,-1-2,-4-1,-9 4,-14 3</inkml:trace>
  <inkml:trace contextRef="#ctx0" brushRef="#br1" timeOffset="122173.298">18262 13639,'14'14,"15"6,18 1,13-4,10-7,6-8,0-3,-4-5,-13-1</inkml:trace>
  <inkml:trace contextRef="#ctx0" brushRef="#br1" timeOffset="122556.317">19145 13465,'-9'10,"0"0,1 1,0 0,1 0,0 1,1-1,0 1,1 1,1-1,0 1,0 0,1 0,0 6,2-13,0 1,1-1,0 0,0 0,0 1,1-1,-1 0,2 0,-1 0,1 0,0 0,0 0,0 0,1 0,0-1,0 1,1-1,-1 0,1 0,0 0,0-1,1 1,0-1,-1 0,1 0,1-1,-1 1,0-1,1 0,3 1,0-1,-1 0,1 0,0 0,1-1,-1-1,0 1,1-2,-1 1,0-1,1-1,-1 0,0 0,1 0,-1-1,0-1,0 0,0 0,-1-1,1 0,-1 0,0-1,0 0,0 0,-1-1,1 0,-1 0,-1-1,1 0,-1 0,-1 0,1-1,-1-1,2-3,-1-1,0 1,-1-1,-1 0,0 0,-1-1,0 1,-1-1,0 0,-1 1,-1-1,0 0,-1 0,0 0,-1 1,-1-1,0 1,-1 0,-1 0,0 0,0 0,-1 1,-1-1,0 2,-1-1,0 1,0 0,-10-8,13 14,0 0,0 1,-1-1,0 1,0 1,0-1,0 1,-1 0,1 0,-1 1,1 0,-1 0,0 1,0 0,0 0,0 0,0 1,0 0,0 0,0 1,0 0,0 0,0 1,1 0,-1 0,0 0,1 1,-1 0,1 0,-1 1,-3 2,0 1,1 0,0 1,0 0,0 0,1 1,0 0,1 0,0 1,0 0,1 0,1 0,0 1,0 0,1 0,0 0,1 1,0 0,1-1,0 1,1 0,0 0,1 0,1 6,7 26</inkml:trace>
  <inkml:trace contextRef="#ctx0" brushRef="#br1" timeOffset="122901.824">19640 13345,'-18'28,"1"1,2 1,1 0,-4 14,14-34,1 1,0 0,1 0,0 0,0 0,1 0,1 0,0 0,0 0,1 0,0 1,1-1,1-1,3 12,-3-15,1 0,-1 0,1-1,1 1,-1-1,1 0,1 0,-1 0,1-1,0 0,0 0,0-1,1 1,-1-1,1-1,0 1,0-1,1 0,-1-1,0 0,1 0,0 0,-1-1,1 0,0-1,0 0,3 0,-1 0,0-1,0 0,-1 0,1-1,0 0,0 0,-1-1,1-1,-1 0,0 0,0 0,-1-1,1-1,-1 1,0-2,-1 1,1-1,-1 0,0 0,-1-1,2-3,-2 1,0-2,-2 1,1-1,-1 1,-1-1,0-1,0 1,-2 0,1 0,-2-1,1 1,-2-1,0 1,0 0,-1-1,0 1,-1 0,-1 0,0 0,-1 1,0-1,0 1,-1 0,-1 1,0-1,0 1,-1 1,-3-3,8 8,1 1,-1 0,-1 0,1 0,0 0,-1 1,1-1,-1 1,0 0,0 0,0 0,0 1,0-1,0 1,0 0,-1 0,1 0,0 1,-1 0,1 0,0 0,-1 0,1 0,0 1,0 0,-1 0,1 0,0 1,0-1,0 1,0 0,0 0,1 0,-1 1,0-1,-1 2,-1 4,0 0,1 0,0 0,0 0,0 1,1 0,1 0,-1 0,2 0,-1 1,1-1,1 1,-1-1,1 4,-2 35</inkml:trace>
  <inkml:trace contextRef="#ctx0" brushRef="#br1" timeOffset="123209.095">20254 13533,'12'-35,"-2"-1,-1 0,-2-1,-2 0,-1 0,-1-21,-3 56,-2-148,2 151,0-1,-1 0,1 0,0 1,-1-1,1 0,0 0,-1 0,1 1,-1-1,1 0,0 0,-1 0,1 0,-1 0,1 0,0 0,-1 0,1 0,-1 0,1 0,0 0,-1 0,1 0,-1 0,1 0,0 0,-1-1,1 1,-1 0,1 0,0 0,-1-1,1 1,0 0,0-1,-1 1,1 0,0 0,-1-1,1 1,0 0,0-1,0 1,-1-1,1 1,0 0,0-1,0 1,0-1,0 1,0 0,0-1,0 1,0-1,0 1,-8 17,2 1,0-1,1 2,0-1,2 0,-1 9,0 0,-9 47,4 1,2 0,5 0,3 21,-2-89,1 1,0-1,1 1,0-1,0 1,1-1,0 0,0 0,0 1,1-1,0-1,1 1,-1 0,1-1,1 0,-1 0,1 0,0 0,0-1,6 5,11 0</inkml:trace>
  <inkml:trace contextRef="#ctx0" brushRef="#br1" timeOffset="123555.137">20655 13465,'-3'8,"0"1,1-1,0 1,0-1,1 1,0 0,1-1,0 1,0 0,1 0,0-1,0 1,1-1,0 1,1-1,0 1,0-1,0 0,1 0,1-1,-1 1,1-1,1 0,-1 0,1-1,0 0,5 2,1-1,0-1,0 0,0 0,0-1,1-1,0 0,0-1,0-1,1 0,-1 0,0-1,1-1,-1 0,1-1,11-2,-18 1,1 0,0-1,-1 0,1 0,-1 0,0-1,0 0,0 0,0-1,-1 0,0 0,0-1,0 1,-1-1,0 0,0-1,0 1,-1-1,0 0,2-6,4-7,-2-2,0 1,-1-1,-2 0,0 0,2-19,-4 12,0 1,-2-1,-1 0,-1 0,-2 1,0-1,-2 1,-1 0,-2 0,-2-5,8 27,0 0,1 0,-2 1,1-1,-1 1,0-1,0 1,0 0,-1 0,0 1,0-1,0 1,0-1,-1 1,0 1,1-1,-2 1,1-1,0 2,-1-1,1 0,-1 1,1 0,-1 1,0-1,0 1,-2 0,-2 2,1 1,-1 0,0 1,1 0,0 1,0 0,0 0,0 1,1 0,-1 0,1 1,1 0,-3 2,-146 139,81-67</inkml:trace>
  <inkml:trace contextRef="#ctx0" brushRef="#br1" timeOffset="129038.588">24211 10845,'-15'27,"13"-20,0 0,0 0,1 0,0 1,0-1,1 0,0 1,0-1,1 0,0 1,0-1,1 1,-2-5,1 0,0-1,0 1,1 0,-1 0,1-1,-1 1,1 0,0-1,0 0,0 1,0-1,0 0,0 0,1 0,-1 0,1-1,-1 1,1-1,0 1,0-1,-1 0,1 0,0 0,0-1,0 1,0-1,0 1,0-1,0 0,3-1,-1 0,1 0,-1 0,0-1,0 0,0 0,0-1,0 1,0-1,0 0,-1 0,0 0,1-1,-1 0,0 0,-1 0,1 0,-1 0,0-1,0 0,0 1,-1-1,1 0,-1 0,0-1,-1 1,1 0,-1 0,0-1,-1 1,1-1,-1 1,0-1,0 1,-1-1,0 1,0-1,0 1,0 0,-1-1,0 1,0 0,0 0,-1 0,0 1,0-1,0 1,0-1,-1 1,1 0,-1 0,0 0,-1 1,1 0,-1-1,-4-1,3 3,0 0,0 0,0 1,0 0,-1 0,1 0,0 1,-1 0,1 0,0 1,-1 0,1 0,0 0,0 1,0 0,0 0,0 0,0 1,0 0,1 0,-1 0,1 1,0 0,0 0,0 0,1 1,0 0,-1-1,2 2,-1-1,0 0,1 1,0-1,1 1,-1 0,1 0,0 0,0 0,1 0,0 1,0-1,0 0,1 1,0-1,0 0,1 1,0-1,0 0,1 3,3 1,0 0,0-1,1 0,1 0,-1-1,1 0,1 0,-1-1,1 1,1-2,-1 1,1-1,1 0,-1-1,1 0,-1-1,1 0,1 0,-1-1,0-1,1 0,0 0,-1-1,1 0,0-1,0 0,-1 0,1-1,3-2,-7 2,0-1,0 0,-1 0,1-1,-1 0,1 0,-1-1,0 1,0-1,0-1,-1 1,1-1,-1 0,0 0,-1-1,1 1,-1-1,0 0,0 0,-1-1,0 1,0-1,0 1,-1-1,0 0,-1 0,1 0,-1 0,-1 0,1 0,-1-1,0 1,-1 0,0 0,0 0,0 0,-1 0,0 0,0 0,-1 1,0-1,0 1,-2-2,2 4,-1 0,0 0,0 0,0 0,0 1,-1-1,1 1,-1 1,0-1,0 1,0-1,0 1,0 1,-1-1,1 1,-1 0,1 0,-1 0,1 1,-1 0,1 0,-1 1,1-1,-6 2,-2 0,1 1,-1 1,1 0,0 0,0 1,0 1,1 0,0 1,0 0,-2 2,-31 43,44-50,-1-1,0 1,0 0,1-1,-1 1,1 0,-1 0,1-1,0 1,0 0,0 0,0 0,0-1,0 1,0 0,1 0,-1 0,1-1,-1 1,1 0,-1-1,1 1,0 0,0-1,0 1,0-1,0 1,0-1,1 0,-1 1,0-1,1 0,-1 0,1 0,0 1,8 1,0 1,0-1,0-1,0 0,0 0,1-1,-1 0,0-1,1 0,-1 0,0-1,1-1,-1 0,0 0,0-1,0 0,0-1,2-1,-8 4,0-1,0 1,0 0,0-1,0 0,0 0,-1 0,1-1,-1 1,1-1,-1 0,0 0,0 0,0 0,-1 0,1-1,-1 1,1-1,0-2,-3 5,0 0,-1 0,1 0,0 0,0 0,-1 0,1 0,0 0,-1 0,1 0,-1 0,0 0,1 0,-1 0,0 0,1 0,-1 1,0-1,0 0,0 0,0 1,0-1,0 1,0-1,0 1,0-1,0 1,0 0,0-1,0 1,0 0,0 0,0 0,0 0,-14-7,28 0,200-10,273 9,-274-3,524-13,329 25,-311-43,11 43,-458-14,228-14,-77 55,-317-15,30 22,-149-31,-17-3</inkml:trace>
  <inkml:trace contextRef="#ctx0" brushRef="#br1" timeOffset="130097.059">30388 10136,'-16'97,"11"-18,3 0,3 1,4-1,6 17,7 134,-15 264,23-189,-27 458,-13-604,15-152,1-12,2-14,2-13,0-4</inkml:trace>
  <inkml:trace contextRef="#ctx0" brushRef="#br1" timeOffset="131317.022">30428 10404,'12'-6,"-1"1,1-1,0 2,1 0,-1 0,1 2,-1-1,1 1,0 1,0 0,0 1,0 1,10 1,167 39,-169-34,26 4,0 2,-1 3,-1 1,-1 3,0 1,-2 2,0 2,-2 2,-1 1,-12-5,0 0,-2 2,-1 1,-1 1,-2 1,0 1,-2 0,-1 2,-2 0,-1 1,-1 0,-2 1,-1 1,-2 0,-1 0,-1 1,1 32,-7 11,-3 1,-4-1,-3-1,-3 0,-4 0,-9 20,6-32,-3 0,-2-1,-4-2,-2 0,-3-2,-13 16,15-30,-1-2,-2-1,-32 31,50-59,0 0,-2-1,1 0,-2-2,0 0,0-1,-1-1,0-1,-1-1,-18 5,-13-2,-1-2,0-2,-39-1,-24 2,-26 8,134-21,21-8,-9 11,16-15</inkml:trace>
  <inkml:trace contextRef="#ctx0" brushRef="#br1" timeOffset="134686.587">31577 11353,'368'19,"-194"-1,-173-17,0 0,0-1,0 0,0 1,-1-1,1 1,0-1,0 0,0 0,0 1,0-1,0 0,0 0,0 0,0 0,0 0,0 0,0 0,0-1,0 1,0 0,0 0,0-1,0 1,-1-1,1 1,0-1,0 1,0-1,0 1,-1-1,1 0,0 1,-1-1,1 0,-1 0,1 0,0 1,-1-1,0 0,1 0,-1 0,0 0,1 0,-1 0,0 0,0 0,0 0,0 0,0 0,0 0,0 0,0 0,-3-193,3-281,-13 159,11 165,-7 1,-7-5,-12 10,-6 1,-7 1,-39-87,20 40,8-2,7-9,41 184,-16-77,3 0,-1-76,-2-312,-32 129,22 174,-1-118,16-187,22-5,44-239,-37 538,-7-110,-6 186,13-226,-3 150,-8-1,-12-52,-25-363,34 502,-1-122,-21-149,4 208,5-96,0-98,13 357,1 3,-1 0,1 0,-1-1,0 1,1 0,-1-1,0 1,0 0,0-1,0 1,0-1,0 1,-1 0,1 0,0-1,-1 1,1 0,-1-1,1 1,-1 0,0 0,1 0,-1 0,0 0,0 0,0 0,0 0,0 0,0 0,0 0,0 0,0 1,0-1,-1 0,1 1,0-1,0 1,-1-1,1 1,0 0,-1 0,1 0,0-1,-75 9,-1-4,0-3,-44-6,-574-89,-311 11,341 13,190 30,-194-22,558 59,105 7,0 0,0 0,1 0,0 1,0-1,0 1,1 1,-1-1,1 1,0-1,1 1,-1 0,1 0,1 1,-1-1,1 1,0-1,0 1,-1 2,-20 68,4 0,3 2,3 0,4 0,3 1,4 0,3 0,8 39,17 416,-27 16,-13-239,14-287,1-3,-1 1,0-1,-2 1,-1-1,-1 0,-1 0,-2 5,-39 98,37-145,3-5</inkml:trace>
  <inkml:trace contextRef="#ctx0" brushRef="#br1" timeOffset="136034.12">27688 1233,'-420'11,"-343"40,166-46,596-5,0 0,0-1,-1 1,1 0,0-1,0 1,0 0,-1 0,1-1,0 1,0 0,-1 1,1-1,0 0,0 0,-1 0,1 1,0-1,0 0,0 1,0 0,-1-1,1 1,0-1,0 1,0 0,0 0,0 0,0 0,1-1,-1 1,0 0,0 0,1 1,-1-1,1 0,-1 0,1 0,-1 0,1 0,-1 1,1-1,0 0,0 0,0 1,0-1,0 0,0 0,0 1,31 178,-18 18,-12 139,-2-193,1-138,-1 129,17 126,-2-155,0-25,-4 1,-4 1,-3 0,-4-1,-3 1,-8 36,2-50,4 0,2 1,5 37,-1-62,0 66,0-108</inkml:trace>
  <inkml:trace contextRef="#ctx0" brushRef="#br1" timeOffset="139487.16">25909 1287,'-1'-1,"0"0,0 0,0 0,-1 1,1-1,0 0,0 1,-1-1,1 1,0-1,-1 1,1-1,0 1,-1 0,1 0,-1 0,1 0,-1 0,1 0,0 0,-1 0,1 0,-1 1,1-1,0 1,-1-1,1 1,0-1,-1 1,0 0,0 0,-31 5,0-1,0-1,0-2,0-2,0-1,-17-3,-106 1,-64 26,-87 3,303-26,3 0,0 1,0-1,0 0,0 1,0-1,0 0,0 0,0 0,0 0,-1 0,1 0,0 0,0 0,0 0,0-1,0 1,0 0,0-1,0 1,0-1,0 1,0-1,1 1,-1-1,0 0,0 1,0-1,1 0,-1 0,0 0,1 0,-1 1,1-1,-1 0,1 0,-1 0,1 0,-1 0,1 0,0-1,20-74,-14 40,-2 0,-2 0,-1 0,-2 0,-1 0,-2 0,-2 0,-1 1,-2-1,-1 2,-1-1,-2 2,-2-1,-1 2,-1 0,-15-18,21 33,0 0,-1 1,-1 1,0 0,-1 1,-1 0,0 1,-1 0,0 2,-1 0,0 0,-1 2,0 0,-1 1,1 1,-1 1,-1 1,1 0,-2 1,-50 0,0 3,0 3,0 3,-34 8,-13 0,-180 6,-75-13,-1353-6,883-23,573 13,-5-1,-663-13,-183 24,139-38,-59-17,83 41,844 15,-696 11,6-5,-104-14,562 8,-374 23,375-22,341-3,1 1,-1-1,1 1,-1 0,1 0,-1 0,1 1,-1-1,1 1,-1 0,1 0,-1 0,1 0,0 0,0 1,-1 0,1-1,0 1,0 0,1 1,-1-1,0 0,1 1,0 0,-1-1,1 1,0 0,0 0,1 0,-1 0,0 1,1-1,-1 2,2 157,1-48,4 1,6-2,4 1,6-2,23 71,-23-115,20 62,-5 0,16 122,-15 73,-31-279,2 1,2-1,3 0,16 40,64 210,-75-242,-3 0,-2 2,-3-1,0 14,15 78,5 64,-31-157,0-38,0 1,2-1,-1 1,2-1,0 0,1 0,5 16,-8-34,-3-6</inkml:trace>
  <inkml:trace contextRef="#ctx0" brushRef="#br1" timeOffset="141081.808">11097 257,'-84'25,"-4"1,0-4,-35 2,-196 32,278-45,-6 3,0-3,-1-1,-1-3,1-1,-44-2,91-4,0-1,0 1,-1 0,1 0,0 0,0 0,-1 0,1 0,0 0,0 0,-1 0,1 1,0-1,0 0,-1 1,1-1,0 1,0-1,0 1,0 0,0 0,0-1,0 1,0 0,0 0,0 0,0 0,0 0,1 0,-1 0,0 0,1 0,-1 1,1-1,-1 0,1 0,0 0,0 1,-1-1,1 0,0 1,-10 210,7-138,3 0,4 0,3-1,5 17,23 64,24 147,8 280,53 121,-107-395,-6 51,-9-219,-6-30,3-54,3-98,-1 13</inkml:trace>
  <inkml:trace contextRef="#ctx0" brushRef="#br1" timeOffset="142970.857">11030 97,'-10'0,"0"2,1-1,-1 1,0 1,1-1,0 2,0-1,0 1,0 1,0 0,1 0,0 0,0 1,0 1,1-1,0 1,0 0,1 1,0-1,0 1,1 1,0-1,0 1,1 0,0 0,0 0,1 0,1 1,-1-1,2 1,-1 0,1 0,1-1,-1 1,2 0,0 0,0 0,0-1,1 1,1 0,0-1,0 0,4 7,-3-8,0-1,1 1,1-1,-1 0,1-1,0 1,0-1,1-1,0 1,0-1,0 0,1-1,0 1,-1-2,2 1,-1-1,0 0,1-1,-1 0,1 0,-1-1,1 0,0 0,0-1,0 0,-1-1,1 0,0 0,-1-1,1 0,-1 0,1-1,-1-1,6-2,-1 0,0-1,-1-1,0 0,0-1,-1 0,0-1,0 0,-1-1,-1 0,0 0,0-1,1-5,-5 11,-2-1,1 1,-1-1,0 0,0 0,0 0,-1-1,-1 1,1-1,-1 1,0-1,-1 1,0-1,0 0,-1 1,1-1,-2 1,1-1,-1 1,0 0,-1 0,1-1,-2 2,1-1,-1 0,-1-1,0 0,-1 0,0 0,-1 1,0 0,0 0,-1 1,1 0,-1 0,-1 1,1 0,-1 0,0 1,0 0,0 0,0 1,-1 1,1-1,-1 2,0-1,0 1,1 1,-1 0,0 0,0 1,0 0,1 0,-1 1,0 1,1 0,0 0,0 1,0 0,-2 1,2 2,0 1,0 0,0 0,1 1,1 0,-1 0,1 1,1 0,0 0,0 1,1-1,1 1,0 1,0-1,1 1,1-7,0 1,1 0,0-1,0 1,1 0,0 0,0-1,0 1,0 0,1 0,0 0,0-1,1 1,0-1,0 1,0-1,0 1,1-1,0 0,0 0,0-1,1 1,0-1,0 1,0-1,0 0,1 0,-1-1,1 0,0 1,1-1,8 2,1-1,0-1,-1 0,1-1,0 0,0-1,1-1,-1 0,0-1,0-1,0-1,0 0,-1 0,1-2,-1 0,0 0,0-1,-1-1,0 0,0-1,0-1,10-9,-13 11,-1 0,0-2,0 1,-1-1,1 0,-2 0,0-1,3-5,-8 11,1 0,-1-1,0 1,-1 0,1-1,-1 1,0-1,0 1,0-1,-1 0,1 0,-1 1,0-1,-1 0,1 1,-1-1,0 0,0 1,0-1,-1 1,1-1,-1 1,0 0,-3-4,-1 1,1 0,-1 0,-1 1,1-1,-1 2,0-1,0 1,-1 0,1 0,-1 1,0 0,-1 0,1 1,0 0,-1 0,0 1,0 0,0 1,0 0,0 0,0 1,0 0,0 1,0 0,1 0,-1 1,0 0,0 1,1 0,-1 0,1 1,-2 0,-3 3,1 1,0-1,0 2,1 0,0 0,0 1,1 0,0 1,1 0,0 0,1 1,0 0,1 1,1 0,0 0,0 0,1 1,-2 12,6-22,0 1,1 0,0 0,0 0,0-1,0 1,1 0,0 0,0-1,0 1,0 0,1-1,0 1,0-1,0 0,0 1,1-1,-1 0,1-1,0 1,1 0,-1-1,1 1,-1-1,1 0,0-1,0 1,0-1,0 1,1-1,-1 0,1-1,-1 1,3 0,9 0,0-1,-1 0,1-1,0-1,0 0,-1-1,1-1,-1 0,0-1,0-1,0 0,0-1,-1 0,0-2,0 1,-1-2,0 0,0 0,-1-1,-1-1,0 0,0-1,4-5,-10 11,1 0,-1 0,0 0,-1-1,1 0,-1 0,-1 0,1 0,-1-1,0 1,-1-1,0 0,0 0,-1 1,0-1,0 0,-1-1,0 1,0 0,-1 0,0 0,-1 1,1-1,-1 0,-1 0,0 1,0-1,0 1,-1 0,0 0,-5-6,4 7,-1 0,-1 0,1 1,-1 0,0 0,0 1,0-1,0 2,-1-1,0 1,0 0,0 1,0 0,0 0,0 0,0 1,-1 1,1-1,0 1,-1 1,1 0,0 0,-1 0,1 1,0 0,-1 1,-4 2,1 0,-1 0,1 1,0 1,0 0,1 0,0 1,0 1,0 0,2 0,-1 1,1 1,0-1,1 1,-4 8,7-11,0 0,1 0,1 1,-1-1,1 1,1 0,-1-1,1 1,1 0,0 1,0-1,1 0,0 0,1 0,0 0,0 0,1 0,0 0,0 0,1 0,0-1,1 1,1 1,33 48</inkml:trace>
  <inkml:trace contextRef="#ctx0" brushRef="#br1" timeOffset="144336.979">25748 1086,'-17'-3,"12"1,1 1,0 0,-1-1,1 1,-1 1,1-1,-1 1,1 0,-1 0,0 0,1 0,-1 1,1 0,-1 0,1 0,0 0,-1 1,1 0,0 0,0 0,0 0,0 1,0-1,1 1,-1 0,-1 2,2 5,0 0,0 0,0 0,2 1,-1-1,1 0,1 1,0 0,0-1,1 1,0-1,1 1,0-1,4 9,-3-7,0 0,2 0,-1-1,1 1,1-1,0 0,1-1,0 1,0-1,1-1,0 1,1-1,0-1,1 0,0 0,0-1,0 0,1 0,0-2,0 1,1-1,-1-1,1 0,0-1,0 0,1 0,-1-2,0 1,7-1,-13-2,1-1,0 1,0-1,0 0,-1 0,1-1,-1 0,0 0,0-1,0 1,0-1,-1 0,1-1,-1 0,0 0,0 0,-1 0,0 0,0-1,0 0,0 0,-1 0,0-1,2-5,0-2,0-1,-1 0,0 0,-1 0,-1-1,0 1,-1-1,-1 0,-1 1,-1-13,1 21,1 0,-2 0,1 0,-1 0,0 0,0 1,0-1,-1 1,0-1,-1 1,1 0,-1 0,0 0,-1 1,0-1,1 1,-2 0,1 1,0-1,-1 1,0 0,0 0,0 1,-1 0,1 0,-1 0,1 1,-1 0,0 0,0 1,0 0,0 0,0 1,-6 1,1 0,0 2,0-1,1 2,-1-1,1 1,0 1,-1 0,2 1,-1 0,1 1,0 0,0 0,1 1,0 0,1 1,-1 0,2 1,-1-1,1 1,1 1,0-1,0 1,1 0,1 0,-3 7,6-10,0-1,0 0,0 1,1-1,0 1,0-1,1 0,0 1,0-1,1 0,0 0,0 1,1-2,0 1,0 0,0 0,1-1,0 0,0 0,1 0,0 0,0-1,0 1,0-1,1-1,0 1,0-1,0 0,1 0,-1-1,1 0,0 0,0-1,2 1,6 2,1 0,0-1,0 0,0-2,0 0,1-1,-1 0,0-1,1-1,-1-1,0 0,10-3,-17 3,0-1,0 1,0-1,0-1,-1 0,0 0,1-1,-2 0,1 0,0-1,-1 0,0 0,-1 0,1-1,-1 0,0-1,-1 1,0-1,0 0,-1-1,0 1,2-6,-4 5,-1 1,0-1,0 1,-1-1,0 1,0-1,-1 1,0-1,-1 1,0-1,0 1,-1 0,0 0,0 0,-1 0,0 1,0-1,-1 1,0 0,0 0,0 1,-1-1,0 1,-1 1,1-1,-1 1,0 0,-1 1,1-1,-1 2,1-1,-1 1,0 0,-1 0,1 1,0 0,-1 1,1 0,-1 0,1 1,-1 0,0 0,-6 1,1-1,0 2,0 0,0 1,1 0,-1 1,1 0,-1 1,1 1,1 0,-1 1,1 0,0 1,1 0,0 1,0 0,1 1,0 0,1 1,0 0,0 0,0 3,6-10,1-1,0 1,1 0,-1 0,1-1,-1 1,1 0,0 0,1 0,-1 1,1-1,0 0,0 0,0 0,0 0,1 0,-1 0,1 1,0-1,1-1,-1 1,1 0,-1 0,1 0,0-1,0 1,1-1,-1 0,1 1,0-1,0 0,0-1,0 1,0 0,1-1,0 1,60 28,8-9</inkml:trace>
  <inkml:trace contextRef="#ctx0" brushRef="#br1" timeOffset="145418.843">27540 1140,'-8'4,"-1"1,1 0,1 0,-1 1,1 0,0 1,0-1,1 1,0 1,0-1,-4 8,8-11,0 0,0 0,0 0,0 1,1-1,-1 0,1 1,0-1,1 0,-1 1,1-1,0 1,0-1,0 1,1-1,-1 1,1-1,0 1,1-1,-1 0,1 0,0 1,0-1,0 0,2 2,0-1,-1-1,2 0,-1-1,0 1,1-1,-1 1,1-1,0-1,0 1,0-1,1 1,-1-2,1 1,-1-1,1 1,-1-1,1-1,0 1,-1-1,1 0,0-1,-1 1,1-1,-1 0,1 0,0-1,-1 0,0 0,0 0,1 0,-1-1,0 0,-1 0,1 0,-1-1,4-2,-2-1,-1-1,0 0,0 0,0 0,-1 0,0 0,-1-1,0 0,0 0,-1 0,0 0,0 0,-1 0,0 0,-1-1,0 1,-1 0,0-1,0 1,-1 0,0 0,0 0,-1 0,-1 1,1-1,-1 1,-1 0,0 0,0 0,0 0,-1 1,0 0,0 0,-1 1,0-1,0 2,0-1,-1 1,0 0,0 0,-3 0,3 1,0 1,0 0,0 0,0 1,0 0,0 0,-1 1,1 0,-1 1,1 0,-1 0,1 0,-1 1,1 1,0 0,-1 0,1 0,0 1,0 0,1 1,-1-1,1 1,-1 1,1 0,0 0,1 0,0 1,-1 0,2 0,-1 0,1 1,0 0,0 0,1 0,0 1,0 0,1-1,0 1,0 0,1 1,0-1,0 2,2-3,-1 0,2 0,-1 1,1-1,0 0,1 0,0 0,0 0,0 0,1 0,0 0,0-1,1 0,0 1,0-1,0-1,1 1,-1-1,2 1,-1-1,0-1,1 1,4 2,5 3,0-1,0-1,1 0,0-1,0 0,1-2,0 0,0-1,5 1,-15-3,0 0,0-1,0 1,1-1,-1-1,0 1,0-2,0 1,0-1,1 1,-1-2,0 1,0-1,-1 0,1-1,0 0,-1 0,1 0,-1-1,0 0,0 0,0 0,-1-1,0 0,0 0,0 0,2-3,-2-2,-1 0,0 0,0 0,-1 0,0-1,-1 0,0 1,-1-1,0 0,-1 0,0 0,-1 0,0 0,0 0,-1 1,-1-1,0 1,0-1,-1 1,0 0,-1 0,0 0,2 6,-1 0,0 1,0-1,0 0,0 1,0 0,0 0,-1 1,0-1,1 1,-1 0,0 0,0 0,0 1,-1 0,1 0,0 0,0 0,-1 1,1 0,0 0,0 1,-1-1,1 1,0 0,0 1,0-1,0 1,0 0,0 0,0 0,1 1,-1 0,1 0,0 0,0 0,0 1,0 0,0-1,1 1,-2 3,-3 0,1-1,0 1,1 0,0 1,0 0,0 0,1 0,0 1,1-1,0 1,0 0,1 0,0 1,1-1,0 1,0-1,1 1,0 0,1-1,0 1,0 0,1 0,1-1,-1 1,2-1,-1 1,1-1,1 0,-1 0,2 0,-1 0,7 1,-1 0,1-1,1 0,0-1,0 0,1 0,-1-2,1 0,1 0,-1-1,1-1,0 0,0-1,1 0,-1-1,0-1,1 0,-1-1,1-1,6-1,-13 2,0 0,0-1,1 0,-1-1,0 0,0 0,0-1,-1 1,1-2,-1 1,1-1,-1 0,0-1,-1 0,1 0,-1 0,0-1,0 0,-1 0,1 0,-1-1,-1 0,1 0,-1 0,-1 0,1-1,-1 1,0-1,-1 0,0 0,0 0,-1-1,0-1,0 1,-1 0,0 0,-1-1,0 1,0 0,-1 0,0 0,-1 0,0 1,0-1,-1 0,0 1,-1 0,0 0,0 1,0-1,-1 1,0 0,-1 0,1 1,-1 0,0 0,-1 1,0 0,1 0,-2 0,1 1,0 1,-1-1,0 1,0 1,0 0,0 0,0 0,0 1,0 1,0 0,-7 0,2 4,0 1,0 0,0 1,1 1,0 0,1 1,-1 0,1 0,1 2,0-1,0 2,-3 3,-31 33</inkml:trace>
  <inkml:trace contextRef="#ctx0" brushRef="#br2" timeOffset="172118.492">11311 10257,'-5'1,"0"0,0 1,0 0,0 0,1 0,-1 1,1 0,-1 0,1 0,0 0,0 0,0 1,1 0,-1 0,1 0,0 0,0 0,0 1,1-1,0 1,0 0,0 0,0-1,1 1,-1 1,1-1,1 0,-1 0,1 0,0 0,0 1,1 3,-1-7,0 1,1-1,0 0,0 0,0 0,0 0,0 0,0 0,0 0,0 0,1 0,-1 0,1-1,0 1,-1 0,1-1,0 0,0 1,0-1,0 0,0 0,0 0,0 0,0 0,0-1,1 1,-1-1,0 1,0-1,1 0,-1 0,0 0,1 0,-1 0,0-1,6 1,-1-1,0 0,0 0,0-1,0 0,0-1,0 1,-1-1,1 0,4-4,-3 2,-1-1,0 0,0 0,-1-1,1 0,-1 0,-1-1,0 1,0-1,0 0,-1-1,3-7,-5 13,-1-1,0 1,0-1,0 0,-1 0,1 1,-1-1,0 0,0 0,0 1,0-1,-1 0,1 0,-1 1,0-1,0 1,0-1,-1 0,0 1,1 0,-1-1,0 1,0 0,-1 0,1 0,-1 1,1-1,-1 0,0 1,0 0,0-1,-3 0,-1 0,1 1,-1 0,0 0,0 1,0 0,0 0,0 1,0-1,0 2,0-1,0 1,0 0,0 0,0 1,0 0,0 0,1 1,-1 0,1 0,-1 0,1 1,0 0,1 0,-1 0,1 1,0 0,0 0,0 0,1 1,-1 0,2 0,-1 0,0 0,1 0,0 1,1-1,0 1,0 0,0 0,0 0,1 0,1 0,-1 0,1 3,1-5,-1 0,1-1,0 1,1-1,-1 1,1-1,0 1,0-1,0 0,0 0,1 0,0 0,0-1,0 1,0-1,1 1,-1-1,1 0,0-1,-1 1,1 0,1-1,-1 0,0 0,1 0,0-1,9 4,0-1,0-1,0 0,1-1,-1 0,1-2,13 0,-23 0,1 0,-1 0,0 0,1-1,-1 0,0 0,0 0,0-1,0 0,0 0,0 0,0 0,-1-1,1 0,-1 0,0 0,0-1,0 1,0-1,0 0,-1 0,0 0,1 0,-2-1,1 1,0-1,-1 0,0 0,0 0,-1 0,1 0,-1-2,0 0,0 1,-1-1,1 0,-2 1,1-1,-1 0,0 1,0-1,0 1,-1-1,0 1,-1 0,1-1,-1 1,-1 1,1-1,-1 0,0 1,0 0,0 0,-1 0,0 0,0 1,0-1,0 1,-1 1,1-1,-1 1,0 0,0 0,-1 1,1 0,0 0,-1 0,-4 0,4 0,0-1,0 2,-1-1,1 1,-1 1,1-1,0 1,-1 0,1 1,-1 0,1 0,0 0,-1 1,1 0,0 1,0-1,0 1,1 1,-1-1,1 1,0 1,0-1,0 1,0 0,1 0,0 0,0 1,0 0,1 0,0 0,0 0,1 1,-1 0,1 0,1-1,-1 2,0 3,3-5,0-1,0 1,1-1,-1 1,1-1,0 1,1-1,0 1,-1-1,2 0,-1 0,0 0,1 0,0 0,0-1,1 1,-1-1,1 0,0 0,0 0,0-1,1 1,-1-1,1 0,3 1,4 3,0-1,1 0,-1-1,1 0,0-1,1 0,-1-1,1-1,13 1,-19-3,1 0,0 0,-1-1,1 0,0 0,-1-1,1 0,-1-1,0 0,3-1,-8 2,0 1,0-1,0 0,0 0,0 0,-1 0,1 0,0-1,-1 1,0-1,0 0,0 1,0-1,0 0,0 0,-1-1,1 1,-1 0,0 0,0-1,0 1,-1 0,1-1,-1 1,0-1,0-2,-1-1,-1-1,0 1,-1 1,0-1,0 0,0 1,-1-1,0 1,0 0,-1 0,1 1,-1-1,-1 1,1 0,-1 1,0-1,0 1,0 0,0 0,-1 1,1 0,-1 0,0 1,0-1,0 2,0-1,-1 1,1 0,0 0,-1 1,1 0,0 0,-1 1,1 0,0 0,0 1,0 0,0 0,0 1,0 0,0 0,1 0,0 1,-1 0,1 0,1 0,-4 4,6-4,1-1,0 1,0 0,0-1,0 1,0 0,1 0,0 0,0 0,0 1,0-1,1 0,0 0,0 1,0 1,0-4,0 0,1-1,-1 1,0 0,1-1,-1 1,1-1,0 1,-1-1,1 1,0-1,0 0,0 1,0-1,0 0,0 1,1-1,-1 0,0 0,1 0,-1 0,0 0,1-1,-1 1,1 0,0-1,-1 1,1-1,-1 1,1-1,0 0,-1 0,1 0,0 0,-1 0,1 0,0 0,-1 0,2-1,64-18,-60 16,0 0,0 0,0 1,1 0,-1 0,0 1,1 0,-1 0,1 0,0 1,-1 1,1-1,0 1,24 5,1-2,-1-2,1-1,11-1,66 2,103 8,36-11,-100 0,202-4,163-31,-133-3,239 12,-318 17,-157-1,83 6,-213 4,-1 1,0 1,1 0,-1 1,0 0,0 1,0 1,0 1,4 1,-16-5,0 1,0-1,0 1,0-1,0 1,0-1,0 0,0 0,0 0,1-1,-1 1,0 0,1-1,-1 1,0-1,1 0,-1 0,1 0,-1 0,0 0,1-1,-1 1,1-1,-1 1,0-1,0 0,1 0,-1 0,0 0,0-1,0 1,0 0,0-1,0 1,1-2,1-10,-1 0,0 0,-1 0,0 0,-1 0,0-1,-1 1,-2-11,2-7,-22-476,15 405,-40-451,40 95,9 278,-3-534,-19 503,13 162,1 1,2-1,2-1,3 1,2 0,8-43,27-167,-3 35,11 45,-21 54,-25 123,0 0,0-1,0 1,1 0,-1-1,1 1,-1 0,1 0,0-1,-1 1,1 0,0 0,1 0,-1 0,0 0,0 0,1 0,-1 1,1-1,0 0,0 1,-1-1,1 1,0 0,0-1,0 1,0 0,1 0,-1 0,0 1,0-1,1 0,169 3,249 25,-64-19,140-3,-401 5,-86-9,10 0,1 0,-1 1,0 2,0 0,0 1,19 7,-35-10,-2-1,-1 0,1 0,-1 0,1 0,-1 0,1-1,0 1,0-1,-1 1,1-1,0 0,0 1,-1-1,1 0,0 0,0 0,0 0,-1-1,1 1,0 0,0-1,-1 0,1 1,0-1,3-7</inkml:trace>
  <inkml:trace contextRef="#ctx0" brushRef="#br2" timeOffset="173999.788">14960 7743,'-55'70,"-4"-2,-2-3,-9 2,-84 92,143-139,114-103,-101 82,24-19,-1-1,-1-2,-1 0,0-1,-2-1,-1-1,-2-1,0 0,-2-2,-1 0,8-21,4-80,-27 130,-1-1,1 0,0 0,0 0,0 0,-1 0,1 1,0-1,0 0,0 0,1 0,-1 0,0 0,0 0,0 1,1-1,-1 0,0 0,1 0,-1 0,1 1,-1-1,1 0,-1 1,1-1,-1 0,1 1,0-1,-1 1,1-1,0 0,0 1,-1 0,1-1,0 1,0 0,0-1,0 1,-1 0,1 0,0 0,0-1,0 1,0 0,0 0,0 0,0 1,-1-1,1 0,0 0,0 0,0 1,0-1,0 0,5 7,-1 1,1-1,-1 1,-1 0,1 0,-1 0,-1 0,1 1,0 6,1-2,4 12,2-1,0-1,1 0,1 0,2-1,0-1,1 0,1-1,5 2,9 9,-14-18,-2 2,0-1,0 2,-2 0,0 0,0 2,-2-1,0 2,-1-1,-1 1,-1 1,0 2,-7-18,0 0,-1 0,1 0,-1 0,0 0,0 0,0-1,-1 1,0 0,1 0,-1 0,-1 0,1-1,0 1,-1 0,0-1,0 1,0-1,0 0,0 0,-1 0,0 0,1 0,-1 0,0-1,0 1,-1-1,1 0,0 0,-1 0,1 0,-2 0,-26 10,-1-1,-1-1,1-1,-1-2,-1-2,-29 2,16-1,-1-2,0-2,0-2,1-2,-24-5,16-5</inkml:trace>
  <inkml:trace contextRef="#ctx0" brushRef="#br2" timeOffset="176214.916">1 4936,'368'1,"-37"36,367-34,-330 10,198-14,-20-40,-376 32,-79 5,-111-10,0 6</inkml:trace>
  <inkml:trace contextRef="#ctx0" brushRef="#br2" timeOffset="176921.113">937 4522,'0'0,"-1"1,1-1,0 1,0 0,0-1,0 1,0-1,0 1,0-1,0 1,1 0,-1-1,0 1,0-1,0 1,1-1,-1 1,0-1,0 1,1-1,-1 1,0-1,1 1,-1-1,1 0,-1 1,1-1,-1 0,0 1,1-1,-1 0,1 0,0 1,-1-1,1 0,-1 0,1 0,-1 0,1 1,-1-1,1 0,0 0,-1 0,1 0,-1-1,173 65,-110-45,-16-6,1 3,-2 1,0 2,-1 3,-2 1,0 2,-1 2,-2 2,0 1,14 18,-49-45,-1 0,0 1,0-1,0 1,-1 0,1 0,-1 1,0-1,0 0,0 1,-1 0,0 0,0 0,0 0,0 0,-1 0,0 0,0 0,0 1,-1-1,1 0,-1 1,-1-1,1 1,-1-1,0 0,0 0,0 1,-8 4,0 0,0-1,-1 0,0-1,-1 0,1 0,-2-1,1 0,-1-1,-10 3,8-2,-554 280,521-269,63-25,5-2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7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0,'-2'17,"-3"14,-4 11,-1 8,-1 2,1 2,-1-4,1-3,3-5,5-8,5-9,1-9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8.0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110 230,'3'17,"2"14,1 11,0 8,-2 4,-1 3,-4-1,-4-6,-1-7,1-10</inkml:trace>
  <inkml:trace contextRef="#ctx0" brushRef="#br0" timeOffset="249.332">1 203,'9'-17,"18"-6,21-6,28-1,25-1,25 5,23 5,15 6,-20 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6.8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35,'-24'60,"9"14,3-1,4 2,1 65,5-121,1 0,1 0,0 0,1 0,1-1,1 1,1 0,1-1,0 0,1 0,1 0,5 8,-10-22,0-1,1 0,-1 0,1 0,0 0,0-1,0 1,0-1,0 1,0-1,1 0,-1 0,1-1,0 1,-1-1,1 1,0-1,0-1,0 1,0 0,0-1,0 0,0 0,0 0,-1 0,1-1,0 1,0-1,0 0,0 0,0-1,6-2,0 0,-1-1,1 0,-1-1,0 0,-1-1,1 1,-1-2,-1 1,1-1,-1 0,11-19,-2 0,-1-1,-1 0,-1-2,-2 1,-1-1,-1-1,-1 0,-2 0,-2 0,0-1,-2 0,-2 1,-1-1,-2-12,-8-70,5 159,-2 504,6-509</inkml:trace>
  <inkml:trace contextRef="#ctx0" brushRef="#br0" timeOffset="316.443">589 103,'0'14,"0"16,-2 15,-3 11,-4 8,-1 4,-3 3,0-5,1-7,3-13,8-14,4-11</inkml:trace>
  <inkml:trace contextRef="#ctx0" brushRef="#br0" timeOffset="713.841">631 335,'1'18,"2"-1,0 1,2-1,-1 0,2-1,0 1,1-1,1 0,1-1,0 1,0-2,2 1,0-1,-8-9,0 0,0 0,1 0,-1 0,1-1,0 0,1 1,-1-2,1 1,0 0,0-1,0 0,0 0,0 0,1-1,-1 0,1 0,0 0,-1-1,1 1,-1-5,0-1,-1 1,0-1,0 0,0 0,0 0,0 0,-1-1,0 0,0 1,0-1,-1 0,1-1,-1 1,-1 0,1-1,-1 1,0-1,0 1,0-1,-1 1,1-1,-2 0,2 5,7-79,-3-1,-4 0,-4-3,2-6,0-10,22 221,-14-88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40.9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 3,'-17'-2,"-4"1,0 4,9 5,11 4,8 2,3-1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9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99,'77'0,"-1"3,1 4,53 12,-54 7,-74-26,0 1,0 0,0 0,0 1,0-1,0 0,-1 1,1-1,0 1,-1-1,1 1,-1 0,0 0,1 0,-1-1,0 1,0 1,0-1,-1 0,1 0,0 0,-1 0,1 0,-1 1,0-1,0 0,0 0,0 1,0-1,0 0,-1 0,0 3,-3 4,-1 1,0-1,-1 0,0-1,-1 1,1-1,-2 0,1-1,-1 0,0 0,-4 2,-2 4,-22 18,12-12,1 2,1 0,1 2,-7 10,26-31,1-1,0 0,-1 1,1-1,0 1,0 0,0-1,0 1,0 0,0 0,1 0,-1-1,0 1,1 0,0 0,-1 0,1 0,0 0,0 0,0 0,0 0,0 0,1 0,-1 0,1 0,-1 0,1-1,-1 1,1 0,0 0,0 0,0-1,0 1,0-1,1 1,-1-1,0 1,1-1,-1 1,2 0,10 4,-1 0,1-1,0 0,1-1,-1-1,1 0,0-1,-1 0,1-1,8-1,-20 1,36 1,-1 0,1-3,-1-1,1-2,-1-1,0-2,0-2,19-7,-13-2</inkml:trace>
  <inkml:trace contextRef="#ctx0" brushRef="#br0" timeOffset="247.347">137 345,'13'-2,"20"-1,22 0,22-2,15-2,8-3,1-1,-8 1,-19 2</inkml:trace>
  <inkml:trace contextRef="#ctx0" brushRef="#br0" timeOffset="502.205">956 85,'2'25,"-2"-1,-1 1,0-1,-2 0,-4 13,-4 113,12-142,0 1,1-1,0 0,0 0,0-1,1 1,0 0,1-1,0 0,0 1,0-2,1 1,0 0,1-1,-1 0,1 0,1 0,5 3,0-2,0 1,0-1,1-1,0 0,1-1,-1 0,1-1,0-1,0 0,0-1,0 0,1-1,-1-1,0 0,1-1,-1 0,0-2,0 1,0-2,0 0,-1 0,1-1,-1-1,7-4,14-13</inkml:trace>
  <inkml:trace contextRef="#ctx0" brushRef="#br0" timeOffset="680.731">860 331,'17'-2,"18"-1,18-2,14-3,9-2,4-2,-6-1,-7-3,-16 1</inkml:trace>
  <inkml:trace contextRef="#ctx0" brushRef="#br0" timeOffset="930.108">902 59,'27'-5,"29"-4,22 0,18-1,7 1,2 0,-19 2</inkml:trace>
  <inkml:trace contextRef="#ctx0" brushRef="#br0" timeOffset="1319.067">1748 99,'-52'30,"-76"57,122-82,0 1,0-1,0 2,1-1,0 0,0 1,1 0,0 0,0 1,1-1,0 1,0 0,0 0,1 0,1 0,-1 0,1 5,1-7,0 1,1-1,0 0,0 0,1 0,0 0,0 0,0-1,0 1,1-1,0 1,0-1,1 0,-1 0,1 0,0-1,1 1,-1-1,1 0,0 0,0 0,0-1,0 0,0 0,1 0,2 0,12 6,0-2,0 0,0-1,1-1,0-1,0-1,3 0,-3-1,-1-1,1-1,-1 0,1-1,-1-2,1 0,-1-1,0-1,0-1,-1 0,0-2,0 0,0-1,-1-1,-1-1,0-1,0 0,-1-1,0 0,-2-2,5-5,2-5,-1-2,-1 0,-2-2,14-29,-54 98,18-31,0 0,1 1,0-1,0 1,1 0,0 0,1 0,0 1,1-1,0 1,0-1,1 0,1 1,0-1,0 1,1-1,0 0,1 0,0 0,0 0,1 0,1-1,0 0,0 0,1 0,0 0,2 1,67 35,-38-32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04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2490 1906,'6'-17,"0"1,1 0,1 0,0 1,1 0,6-7,1-3,382-628,49-123,-423 734,90-133,-97 160,-17 15,0 1,0-1,0 0,0 0,-1 0,1 0,0 1,0-1,0 0,0 0,0 0,0 1,-1-1,1 0,0 0,0 1,0-1,0 0,0 0,0 1,0-1,0 0,0 0,0 1,0-1,0 0,0 0,1 0,-1 1,0-1,0 0,0 0,0 1,0-1,0 0,0 0,1 0,-1 0,0 1,0-1,0 0,1 0,-1 0,0 0,0 0,0 1,1-1,-1 0,0 0,0 0,1 0,-1 0,0 0,0 0,0 0,1 0,-1 0,0 0,1 0,-16 28,6-13</inkml:trace>
  <inkml:trace contextRef="#ctx0" brushRef="#br0" timeOffset="660.752">3104 185,'25'-14,"117"-49,89-24,-159 67,-71 20,0 0,-1-1,1 1,0 0,0 0,0 0,0 0,-1 0,1 0,0 1,0-1,0 0,-1 0,1 0,0 1,0-1,-1 0,1 1,0-1,-1 1,1-1,0 1,-1-1,1 1,-1-1,1 1,-1 0,1-1,-1 1,1 0,-1 0,0-1,1 1,-1 0,0 0,0-1,1 1,-1 0,0 0,0 0,0-1,0 1,0 0,0 0,0 0,0-1,-1 1,1 0,-14 43,12-39,-14 34,0-4,2 1,1 1,2 0,1 0,1 7,0 139,10-137,-2-1,-2 1,-3-1,-1 0,7-44,1 0,-1 0,0-1,1 1,-1 0,0 0,0 0,0-1,0 1,0 0,0 0,0 0,0 0,0-1,0 1,0 0,-1 0,1 0,0-1,0 1,-1 0,1 0,-1-1,1 1,-1 0,1-1,-1 1,1 0,-1-1,0 1,1-1,-1 1,0-1,1 1,-1-1,0 0,1 1,-1-1,0 0,0 1,0-1,1 0,-1 0,0 0,0 0,0 0,0 0,1 0,-1 0,0 0,0 0,0 0,0-1,1 1,-1 0,0 0,0-1,0 1,-49-110,28 70,-1 1,-2 1,-2 1,-2 1,0 2,-3 1,-1 1,-34-25,-15-4,80 58,14 10,-9-6,14 9</inkml:trace>
  <inkml:trace contextRef="#ctx0" brushRef="#br0" timeOffset="4546.836">1765 1592,'-4'-3,"2"5,7 3,7 4,2 0</inkml:trace>
  <inkml:trace contextRef="#ctx0" brushRef="#br0" timeOffset="1967.033">373 2329,'-48'49,"3"1,1 3,3 2,-29 51,51-73,1 1,2 1,1 1,2 0,2 1,1 0,1 1,3 0,-1 11,7-38,-1 1,1-1,1 1,0-1,0 1,2-1,-1 1,1-1,3 7,-4-14,-1 0,1-1,0 1,0 0,1-1,-1 1,1-1,0 0,-1 0,2 0,-1 0,0 0,0-1,1 1,-1-1,1 0,0 0,0-1,0 1,-1-1,2 1,-1-1,0-1,0 1,0 0,0-1,4 0,8-3,-1-1,0 0,1-1,-2-1,1-1,-1 0,0 0,0-2,-1 1,0-2,0 0,-1 0,-1-1,0-1,5-6,15-14,-2-1,-2-2,0 0,-3-2,-1-1,-2 0,-1-2,-2 0,-2-1,-2-1,-1-1,-3 0,-1 0,1-28,-9 49,0-1,-2 1,-1-1,-1 1,0 0,-4-9,5 22,0 0,-1 1,0-1,-1 1,0 0,0 0,-1 0,0 1,0-1,0 1,-1 0,-1 1,1-1,-1 1,0 1,0-1,-2 0,5 4,0 0,1 0,-1 0,0 1,0-1,0 1,0 0,0 1,0-1,-1 1,1-1,0 1,0 0,0 1,0-1,-1 1,1 0,0 0,0 0,0 0,0 1,1 0,-1 0,0 0,1 0,-1 0,1 1,0-1,0 1,-1 0,-3 5,0 0,0 0,1 1,-1 0,2 0,0 1,0-1,0 1,1 0,1 0,-1 4,-3 28,2 0,2 0,2 0,1 0,3 1,1-1,2-1,2 1,1-1,3 0,3 28,-2-4,11 56,5-2,23 51,-48-156,1 0,1 0,0-1,1 0,0 0,1 0,1-1,0 0,0-1,8 6,0-4</inkml:trace>
  <inkml:trace contextRef="#ctx0" brushRef="#br0" timeOffset="2313.623">1193 3066,'-3'-8,"0"1,0-1,-1 1,0-1,0 1,0 1,-1-1,0 1,0-1,-1 1,0 1,0-1,0 1,-1 0,0 1,0-1,0 1,0 1,0-1,-1 1,0 1,0-1,1 1,-1 0,-1 1,1 0,0 1,0-1,0 1,0 1,0 0,-1 0,1 0,0 1,1 1,-1-1,0 1,1 0,-1 1,1 0,0 0,0 0,1 1,-5 4,5-3,0 1,0 0,0 0,1 0,0 1,1-1,0 1,0 0,1 1,0-1,0 1,1-1,0 1,0 0,1 0,0 0,1 0,0-1,0 1,1 0,0 0,1 0,0 0,0-1,1 1,0-1,1 1,-1-1,1 0,1-1,0 1,0-1,0 0,1 0,0 0,1-1,-1 0,1 0,0-1,3 2,17 2,1 0,0-2,0-2,0 0,1-2,-1-1,1-1,0-1,0-2,-1-1,1-1,-1-2,11-3,31-6</inkml:trace>
  <inkml:trace contextRef="#ctx0" brushRef="#br0" timeOffset="3526.529">715 1919,'-21'161,"15"-131,1 1,1 0,1-1,2 2,2 1,20 29,-20-60,0-1,1 1,-1-1,0 0,1 0,-1 1,1-1,0 0,-1 0,1-1,0 1,-1 0,1-1,0 1,0-1,0 1,-1-1,1 0,0 0,0 1,0-2,0 1,0 0,0 0,-1 0,1-1,0 1,0-1,0 0,-1 1,1-1,0 0,-1 0,1 0,9-8,-1 0,0 0,0 0,-1-1,0-1,-1 0,-1 0,1 0,-2-1,1 0,-2 0,0-1,0 0,-1 0,-1 0,0-1,6-15,-2-1,-1 0,-1 0,-2-1,-1-14,-14 115,10-59,-2 10,0 1,2 0,0 0,2 0,0 0,2-1,1 9,22 16,-9-33</inkml:trace>
  <inkml:trace contextRef="#ctx0" brushRef="#br0" timeOffset="3782.192">1247 1960,'-9'14,"-6"9,0 8,1 6,-1 2,3 1,3-3,4-2,4-8,3-8</inkml:trace>
  <inkml:trace contextRef="#ctx0" brushRef="#br0" timeOffset="4015.563">1261 2001,'-5'14,"1"9,6 6,7-1,9 1,6-3,4-4,1-5,1-5,-2-6,-5-3,-4-2</inkml:trace>
  <inkml:trace contextRef="#ctx0" brushRef="#br0" timeOffset="4181.119">1574 1864,'-9'19,"-5"13,-1 8,0 4,3 1,1 1,2-3,3-5,3-6,1-8</inkml:trace>
  <inkml:trace contextRef="#ctx0" brushRef="#br0" timeOffset="4366.321">1780 1933,'-7'16,"-2"13,-3 7,2 4,2 1,3-2,1-2,3-4,0-4,1-8</inkml:trace>
  <inkml:trace contextRef="#ctx0" brushRef="#br0" timeOffset="17678.847">2107 1933,'0'11,"0"12,-2 5,-3 6,-4 4,1 0,-1-2,-2-5,2-5,-1-7,2-9,3-6</inkml:trace>
  <inkml:trace contextRef="#ctx0" brushRef="#br0" timeOffset="17928.178">1984 1933,'-9'-14,"-1"-5,6 2,13 2,19 5,18-1,18-3,15-1,7-4,-11 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31.1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4522 4101,'-81'0,"1"-2,-1-5,-28-7,-368-99,234 85,175 23,0-2,0-3,1-4,0-2,-28-12,72 20,0 0,1-1,0-2,1 0,0-1,1-1,0-1,1-1,0 0,1-2,1 0,1-1,0 0,2-2,0 0,1 0,1-1,1 0,1-1,1-1,-1-5,2-24,3-1,2 1,2-1,3 1,1-1,4 1,12-50,20-110,49-139,-64 276,4 0,4 2,2 1,4 1,2 3,4 1,13-13,28-24,-83 103,-1 0,0 0,0-1,0 1,0 0,-1-1,1 1,0 0,0-1,-1 1,1-1,-1 1,0-1,1 1,-1-1,0 1,0-1,0 0,0 1,0-1,0 1,0-1,0 1,-1-1,1 1,-1-1,1 1,-1-1,0 1,1-1,-1 1,0 0,0-1,0 1,0 0,0 0,0 0,0 0,0 0,-1 0,1 0,0 0,-1 0,1 1,-1-1,1 0,-1 1,1-1,-2 1,-7-3,-1 1,1 0,-1 0,0 1,0 1,1 0,-1 0,-2 2,-15-1,19-2,-1 1,0 1,0 0,0 0,1 1,-1 0,1 1,-1 0,1 1,0-1,0 2,1-1,-1 1,1 1,0 0,0 0,1 0,0 1,0 0,0 0,1 1,0 0,0 1,-48 98,87-142,11-9,3 1,2 2,1 3,2 2,1 2,22-8,48-7,-122 48,0 1,1-1,-1 1,0 0,0-1,0 1,1 0,-1 0,0 0,0-1,1 1,-1 1,0-1,0 0,0 0,1 0,-1 1,0-1,0 0,0 1,0-1,1 1,-1 0,0-1,0 1,0 0,0 0,0-1,-1 1,1 0,0 0,0 0,0 0,-1 0,1 0,-1 0,1 0,-1 1,1-1,-1 0,0 0,1 0,-1 1,0-1,0 0,0 0,0 1,0-1,0 0,0 0,0 0,-1 1,1-1,0 0,-1 0,1 0,-1 0,1 1,-1-1,0 0,-67 153,56-131,2 1,0 0,2 1,1 0,0 1,2-1,1 1,1 0,1 0,2 0,0 1,5 24,-6-52,1 1,0-1,-1 1,1-1,-1 1,0-1,1 1,-1 0,1-1,-1 1,1-1,-1 1,0 0,1 0,-1-1,0 1,1 0,-1 0,0 0,1 0,-1 0,0 0,0 0,1 0,-1 0,0 0,1 0,-1 0,0 1,1-1,-1 0,0 0,1 1,-1-1,1 0,-1 1,0-1,1 1,-1-1,1 1,-1-1,1 1,-1-1,1 1,0-1,-1 1,1 0,0-1,-1 1,1 0,0-1,0 1,0 0,-1-1,1 1,0 0,0-1,0 1,0 0,0-1,0 1,1 0,-1 0,0-1,0 1,0 0,1 0,-356-169,347 165,-58-7,66 11,-1 0,1 0,0 0,-1 0,1 0,0 0,0 0,-1 0,1 0,0 0,0 0,0 0,0 0,1 0,-1 0,0 0,0 0,0 0,1 0,-1 0,1 0,-1 0,1 0,-1 0,1 0,0 0,-1 0,1-1,0 1,-1 0,1 0,0-1,0 1,0 0,0-1,0 1,0-1,0 0,0 1,0-1,50 37,-24-21</inkml:trace>
  <inkml:trace contextRef="#ctx0" brushRef="#br0" timeOffset="1471.828">98 1014,'8'357,"-7"-330,1-9,-1 0,-1 0,0 0,-1-1,-1 1,-1 0,-1-1,-3 13,7-29,0 0,0 0,-1 0,1 0,0 1,0-1,0 0,-1 0,1 0,0 0,-1 0,1-1,-1 1,1 0,-1 0,0 0,1 0,-1 0,0-1,0 1,1 0,-1-1,0 1,0 0,0-1,0 1,0-1,0 1,0-1,0 0,0 1,0-1,0 0,0 0,0 0,0 0,0 0,0 0,0 0,0 0,0 0,0 0,0-1,0 1,0 0,0-1,0 1,0-1,0 1,0-1,0 1,0-1,0 0,1 1,-1-1,-4-8,1-1,0 1,0-1,1 0,0 0,1 0,0 0,1 0,-1-7,0-2,-9-89,4 0,6-45,1 131,1 0,1 1,1-1,1 0,0 1,5-11,-6 24,0 0,1 0,0 1,0-1,0 1,1 0,0 0,1 1,-1-1,1 1,0 0,1 1,-1 0,1 0,0 0,1 1,-1 0,2 0,3-1,1 0,-1 1,1 1,0 1,0-1,0 2,0 0,0 0,1 2,-1-1,3 2,-11-2,0 1,0 0,-1 0,1 0,0 0,-1 1,1 0,-1 0,0 0,1 0,-1 1,0-1,0 1,-1 0,1 0,-1 1,1-1,-1 1,0 0,0-1,-1 2,1-1,-1 0,0 0,0 1,0-1,-1 1,1-1,-1 1,0 0,0 4,-3 6,0 0,-1-1,0 1,-1 0,-1-1,0 0,-1 0,-1-1,0 0,-1 0,0 0,-1-1,0 0,-1-1,0 0,-5 3,-12 15,-1-2,-1-1,-2-1,-1-1,-27 15,15-5,44-33,1 0,-1 0,0 0,1 0,-1 0,1 0,-1 0,1 0,0-1,-1 1,1 0,0 0,0 0,-1-1,1 1,0 0,0-1,0 1,0-1,0 1,0-1,0 0,0 1,0-1,0 0,0 1,0-1,1 0,1 1,224 69,-201-61,118 25,-140-33,0-1,0-1,0 1,-1-1,1 1,0-1,-1 0,1 0,-1-1,1 1,-1-1,1 0,-1 0,0 0,0 0,0 0,0-1,0 1,-1-1,1 0,-1 0,0 0,1 0,-2 0,1-1,0 1,0 0,-1-1,0 1,0-1,22-115,-22 106,-3-109,1 123,1 0,0-1,0 1,0-1,-1 1,1-1,0 1,-1 0,1-1,0 1,-1-1,1 1,-1-1,1 0,-1 1,1-1,-1 1,1-1,-1 0,0 1,1-1,-1 0,1 0,-1 0,0 1,1-1,-1 0,1 0,-1 0,0 0,1 0,-1 0,0 0,1 0,-1 0,0-1,1 1,-1 0,1 0,-1 0,0-1,1 1,-1 0,1-1,-1 1,1 0,-1-1,1 1,-1-1,1 1,0-1,-1 1,1-1,-1 1,1-1,0 0,-1 1,-2 10,0 1,1 0,0 0,0 0,1 0,1 0,0 0,0 1,1-1,0 0,1 0,1 0,-1-1,2 1,-1-1,2 1,-1-1,6 8,-5-12,0-1,0 0,0 0,1-1,0 1,0-1,0-1,0 1,1-1,-1 0,1 0,0-1,0 0,0 0,0 0,0-1,0 0,1-1,-1 0,0 0,5-1,26-4</inkml:trace>
  <inkml:trace contextRef="#ctx0" brushRef="#br0" timeOffset="2451.375">944 959,'-9'2,"1"-1,-1 1,1 1,0 0,-1 0,1 0,0 1,1 0,-1 1,1 0,0 0,0 0,0 1,1 0,0 0,0 1,1 0,-1 0,2 0,-1 0,-2 6,6-10,1 1,-1-1,1 0,0 1,-1-1,2 0,-1 0,0 1,1-1,-1 0,1 0,0 1,0-1,0 0,0 0,1 0,-1 0,1 0,0-1,0 1,0 0,0-1,0 0,1 1,-1-1,1 0,0 0,-1 0,2 0,86 45,-52-32,64 35,-100-49,0 1,-1-1,1 1,0-1,-1 1,1-1,-1 1,0 0,1 0,-1 0,0 0,0 0,0 0,-1 0,1 0,0 0,-1 0,1 0,-1 0,0 1,0-1,0 0,0 0,0 0,0 1,0-1,-1 0,1 0,-1 0,0 0,1 0,-1 0,0 0,0 0,-1 0,0 1,-2 4,-2-1,1-1,0 1,-1-1,0 0,0 0,-1-1,1 1,-8 2,4-1,-2 0,1-1,-1 0,0-1,0-1,0 1,0-2,-1 0,-7 0,19-2,1 0,-1 0,0 0,0 0,1 0,-1 0,0-1,1 1,-1 0,0 0,1-1,-1 1,0-1,1 1,-1 0,1-1,-1 1,1-1,-1 0,1 1,-1-1,1 1,0-1,-1 1,1-1,0 0,-1 1,1-1,0 0,0 0,0 1,0-1,-1 0,1 1,0-1,0 0,0 0,1 1,-1-1,0 0,0 1,0-1,0 0,1 1,-1-1,0 0,1 1,-1-1,0 0,1 1,-1-1,1 1,-1-1,1 1,-1-1,1 1,-1-1,1 1,0 0,-1-1,1 1,0 0,-1-1,1 1,0 0,0 0,149-147,-146 144,29-30,-2-1,-1-1,-2-1,-1-2,7-16,-19 3,-15 50,-1 0,1 1,-1-1,0 0,1 1,-1-1,0 1,1-1,-1 1,0-1,0 1,1-1,-1 1,0 0,0-1,0 1,0 0,0 0,1 0,-1 0,0 0,0 0,0 0,0 0,0 0,0 0,1 0,-1 0,0 0,0 1,0-1,0 0,1 1,-1-1,0 1,0-1,1 1,-1-1,0 1,1-1,-1 1,0 0,1-1,-1 1,1 0,-1 0,1-1,0 1,-1 1,-4 3,0 0,1 1,0-1,0 1,0 1,1-1,0 0,0 1,0-1,1 1,0 0,0 0,1 0,0 0,0 0,1 0,0 1,0-1,0 0,1 0,0 0,1 0,-1 0,1 0,1 0,-1-1,1 1,0-1,1 0,-1 0,1 0,1 0,-1 0,1-1,0 0,0 0,0 0,1-1,5 4,-3-4,0 1,1-2,0 1,0-1,0 0,0-1,0 0,1 0,-1-1,0-1,1 1,-1-1,1-1,-1 0,1 0,-1-1,0 0,0-1,0 0,0 0,0-1,-1 0,1 0,-1-1,0 0,0-1,-1 0,0 0,0 0,0-1,-1 0,0-1,0 1,3-7,10-23,-1 0,-2-1,-2-1,-2 0,-1-1,-2-1,-2 1,2-38,10-118,-10 0,-8-52,-6 146,-1 80,6 21,-1 1,0 0,0 0,1 1,-1-1,0 0,1 0,-1 0,0 0,1 1,-1-1,0 0,1 0,-1 1,0-1,1 1,-1-1,1 1,-1-1,1 1,-1-1,1 1,-1-1,1 1,0-1,-1 1,1 0,0-1,-1 1,1 0,0-1,0 1,0 0,-1-1,1 1,0 0,0-1,0 1,0 0,0 0,0-1,1 1,-1 0,-10 49,2 0,2 1,3-1,3 42,-1-47,3 0,1 0,3 0,1-1,3 0,1 0,3 2,-8-28,1-1,1 0,0 0,1-1,0 0,2 0,0-1,1-1,0 1,1-2,0 0,1-1,1 0,0-1,1-1,0 0,0-1,6 2,-17-8,1 0,0-1,-1 1,1-1,0-1,0 1,0-1,1 0,-1 0,0 0,0-1,1 0,-1 0,0-1,0 0,1 0,3-2,-8 2,-1-1,0 0,0 0,0 0,0 0,0 0,-1-1,1 1,-1 0,1 0,-1 0,0 0,0-1,0 1,0 0,0 0,0-1,-1 1,1 0,-1 0,1 0,-1 0,0-1,0 1,0 0,0 1,0-1,0 0,-1 0,1 0,-1 1,1-1,-1 1,0-1,1 1,-2-1,-24-28,-1 2,-1 0,-2 2,0 1,-2 2,-6-2,-33-22,-2 3,-1 3,-50-18,60 29,65 29,0 1,-1-1,1 0,0 0,0 1,0-1,-1 0,1 1,0-1,0 0,0 0,0 1,0-1,0 0,0 1,1-1,-1 0,0 0,0 1,0-1,1 0,-1 1,0-1,1 1,-1-1,1 0,-1 1,1-1,-1 1,1-1,-1 1,1-1,-1 1,1-1,0 1,-1 0,1-1,-1 1,1 0,0 0,0-1,-1 1,1 0,0 0,-1 0,1 0,0 0,0 0,-1 0,1 0,0 0,0 0,318-107,-99 45,-128 40</inkml:trace>
  <inkml:trace contextRef="#ctx0" brushRef="#br0" timeOffset="3553.044">289 2229,'49'185,"-32"-134,-14-40,17 54,3 0,3-2,20 35,-11-52,-34-45,0-1,0 0,0 0,-1 1,1-1,0 0,0 0,0 0,0 0,0 0,0 0,0 0,0 0,-1 0,1 0,0 0,0-1,0 1,0 0,0-1,-1 1,1-1,0 1,0-1,-1 1,1-1,0 1,-1-1,1 0,0 1,-1-1,1 0,-1 1,1-1,-1 0,0 0,1 0,-1 1,0-1,1-1,42-117,-36 92,13-50,-4-1,-3 0,-3-1,-2-52,-8 118,1 6,-1-1,0 1,0 0,-1 0,1 0,-2-1,1 1,-1 0,0 0,0 1,-2-4,4 10,-1 0,1-1,0 1,0 0,0-1,-1 1,1 0,0 0,-1-1,1 1,0 0,0 0,-1 0,1 0,0-1,-1 1,1 0,0 0,-1 0,1 0,0 0,-1 0,1 0,0 0,-1 0,1 0,-1 0,1 0,0 0,-1 0,1 0,0 0,-1 0,1 0,0 1,-1-1,1 0,0 0,0 0,-1 0,1 1,0-1,-1 0,1 0,0 1,0-1,0 0,-1 1,1-1,0 0,0 1,0-1,0 0,0 1,-1-1,1 0,0 1,0-1,0 0,0 1,0-1,0 0,0 1,0-1,0 0,0 1,1-1,-1 0,0 1,0-1,-4 22,1 1,2-1,0 0,1 1,1-1,1 0,1 0,3 6,5 33,2 0,4-1,2-1,2-1,15 27,-10-34</inkml:trace>
  <inkml:trace contextRef="#ctx0" brushRef="#br0" timeOffset="3802.378">957 2202,'0'16,"3"15,2 14,2 13,0 8,0 4,-1 1,-2-6,-1-12,-2-11,-1-15</inkml:trace>
  <inkml:trace contextRef="#ctx0" brushRef="#br0" timeOffset="4108.134">999 2284,'14'25,"2"-1,1-1,1 0,1-1,1-1,0 0,2-2,0-1,2 0,0-2,0-1,10 4,-32-17,0-1,0 0,-1 0,1 0,0 0,0 0,0 0,0-1,0 1,0 0,0-1,1 0,-1 0,0 1,0-1,0 0,0-1,0 1,1 0,-1-1,0 1,0-1,0 1,0-1,0 0,0 0,0 0,-1 0,1-1,0 1,0 0,-1-1,1 1,-1-1,1 1,-1-1,0 0,0 1,0-1,0 0,0 0,0 0,1-2,1-18,0-1,-2 0,0 0,-1 1,-2-1,0 0,-1 0,-2 1,-5-17,-61-166,68 197,2 7,-1-1,1 0,0 1,0-1,0 0,1 0,-1 0,0 0,1 0,-1 0,1 0,0 0,-1 0,1 0,0 0,0 0,0 0,1 0,-1 0,1 0,-1 0,1 0,-1 0,1 0,0 0,0 0,0 0,0 0,0 1,18-6,3 4</inkml:trace>
  <inkml:trace contextRef="#ctx0" brushRef="#br0" timeOffset="4302.87">1736 1929,'2'16,"4"15,2 11,1 8,0 5,2 0,0 0,0-3,-4-3,-1-5,-3-8,-2-7,0-10</inkml:trace>
  <inkml:trace contextRef="#ctx0" brushRef="#br0" timeOffset="6007.324">1531 1834,'1'0,"-1"1,1 0,-1-1,1 1,-1 0,1-1,-1 1,1-1,0 1,-1-1,1 1,0-1,-1 1,1-1,0 0,0 0,-1 1,1-1,0 0,0 0,0 0,-1 0,1 1,0-1,0 0,0-1,0 1,-1 0,1 0,0 0,0 0,0-1,-1 1,1 0,0-1,-1 1,1-1,0 1,-1 0,1-1,0 0,-1 1,1-1,0 0,1 0,-1-1,1 0,0 0,-1 0,1 0,-1 0,1-1,-1 1,0 0,0-1,0 1,0 0,-1-1,1 1,-1-1,1 0,-1 1,0-1,0 1,0-1,0 1,0-1,-1 0,0 0,1 3,-1 0,0 0,0 0,1 0,-1 0,0 0,0 0,1 0,-1 0,0 1,1-1,-1 0,0 0,1 1,-1-1,0 0,1 1,-1-1,1 1,-1-1,1 1,-1-1,1 1,-1-1,1 1,-1 0,1-1,0 1,-1 0,1-1,0 1,0 0,-1-1,1 1,0 0,0-1,0 1,0 0,0 0,0-1,0 1,0 0,0 0,0-1,0 1,1 0,-1-1,0 1,2 1,-1-1,1 1,0-1,-1 1,1-1,0 0,0 0,0 0,0 0,0 0,0 0,0 0,0-1,0 1,1-1,-1 0,0 1,0-1,1 0,-1 0,1-1,-1 1,72-4,-35-1</inkml:trace>
  <inkml:trace contextRef="#ctx0" brushRef="#br0" timeOffset="6222.746">2091 1766,'-2'16,"-1"12,0 9,0 4,4 6,3-2,4-1,3-3,-1-4,0-4,-5-12,-5-10</inkml:trace>
  <inkml:trace contextRef="#ctx0" brushRef="#br0" timeOffset="6402.777">1900 1738,'-7'-14,"5"-7,11-7,19-5,21-5,23-2,22 1,16 4,13 9,-15 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45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78 191,'-13'-7,"-11"-4,1-3,7-6,15-12,6-20,3-2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44.5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1,'24'18,"1"-1,1-1,0-1,17 6,-18-9,-1 1,0 1,0 1,-2 2,10 7,-28-20,1 0,-1 1,0-1,0 1,-1 0,1 0,-1 0,0 0,-1 1,1-1,-1 1,0 0,0-1,-1 1,0 0,0 0,0 0,-1 0,1 0,-2 0,1 1,-1-1,1 0,-2-1,1 1,-1 0,0 0,0 0,0-1,-1 2,-10 14,0 0,-1 0,-1-1,-1-1,-13 13,-42 52,70-82,-1-1,1 1,0-1,-1 1,1 0,0-1,0 1,0 0,0 0,0 0,0 0,1 0,-1 0,1 0,-1 0,1 0,0 0,0 0,0 0,0 0,0 0,0 0,1 1,-1-1,1 0,-1 0,1 0,0-1,0 1,0 0,0 0,0 0,0-1,0 1,0 0,1-1,-1 1,1-1,-1 1,2 0,8 3,0-1,0 0,1-1,-1 0,1-1,0 0,-1 0,1-1,0-1,10-1,-10 1,10 1,1-1,0-1,-1-1,1-1,-1-1,0-1,0-1,0-1,8-5,-26 11,-1-1,0 1,0-1,0 0,0 0,0 0,0 0,-1-1,1 1,-1-1,0 1,1-1,-1 0,-1 0,1 0,0 0,1-3,0-16</inkml:trace>
  <inkml:trace contextRef="#ctx0" brushRef="#br0" timeOffset="334.559">1 316,'258'-13,"-157"11,-1-4,1-5,72-17,-172 27,11 0,0-2,0 1,0-2,-1 0,1 0,-1-1,0 0,0-1,0 0,-1-1,0 0,-1-1,4-2,-12-9,-23 29,14 1,1 0,-1 1,2 0,0 0,0 0,1 1,0 0,2 0,-1 0,1 0,1 0,1 1,-1-1,2 1,0 0,1-1,1 3,-1-9,0 0,0-1,1 1,1 0,-1-1,1 0,0 1,0-1,1 0,0-1,0 1,0-1,0 1,1-1,0-1,0 1,1-1,-1 0,1 0,0 0,0-1,0 0,1 0,-1 0,15 5,1-1,0-1,0 0,0-2,0-1,18 1,-14-2,-1-2,0 0,1-1,-1-2,0-1,6-2,11-6</inkml:trace>
  <inkml:trace contextRef="#ctx0" brushRef="#br0" timeOffset="583.891">724 316,'19'0,"17"0,17 0,14 0,8 0,6 0,-1-3,-8-2,-13-4,-17 1</inkml:trace>
  <inkml:trace contextRef="#ctx0" brushRef="#br0" timeOffset="833.234">902 55,'26'-4,"24"-2,22 0,16 4,11 4,3 1,-3 4,-17 0</inkml:trace>
  <inkml:trace contextRef="#ctx0" brushRef="#br0" timeOffset="1100.508">1871 110,'-59'6,"32"-4,1 0,-1 2,1 1,1 1,-1 2,-13 5,35-11,1-1,-1 1,0 0,1 1,0-1,0 1,0-1,0 1,0 0,0 0,1 0,-1 0,1 1,0-1,0 1,0-1,0 1,1 0,0 0,-1 0,1 0,1-1,-1 1,0 1,1-1,0 0,0 0,0 0,1 0,-1 0,1 0,0 0,0 0,1-1,-1 1,1 0,-1 0,1-1,0 1,1-1,-1 1,10 9,1 0,0 0,1-1,0-1,0 0,1-1,1-1,0 0,0-2,1 1,-1-2,2 0,-1-1,0-1,1 0,8-1,16 3,0-2,0-2,1-2,-1-1,1-3,-1-1,0-2,-1-2,0-2,24-10,-66 21,1 1,0 0,-1-1,1 1,0-1,0 1,0-1,-1 1,1 0,0-1,0 1,0-1,0 1,0 0,0-1,0 1,0 0,0-1,0 1,1-1,-1 1,0 0,0-1,1 1,-1-1,0 1,0-1,1 1,-1-1,1 1,-1-1,0 1,1-1,-1 0,1 1,-1-1,1 1,-1-1,1 0,0 0,-1 1,1-1,-1 0,1 0,0 0,-1 0,1 0,-1 1,1-1,0 0,-1 0,1-1,0 1,-1 0,1 0,-1 0,1 0,-1 0,1-1,0 1,-1 0,1-1,-1 1,1-1,-3 6,1-1,0 0,-1 1,1-1,1 1,-1 0,1-1,-1 1,1 0,1-1,-1 1,1-1,-1 1,1-1,1 1,-1-1,1 1,-1-1,1 0,1 0,-1 0,0 0,1 0,0 0,0-1,0 1,3 2,38 14,-24-15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18.8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397 329,'11'9,"12"13,7 13,12 11,9 12,11 9,5 7,4 3,-1 0,-3-2,-6-4,-9-7,-11-7,-10-10,-11-12</inkml:trace>
  <inkml:trace contextRef="#ctx0" brushRef="#br0" timeOffset="667.418">424 424,'-4'33,"1"1,2 0,2 0,1-1,1 1,2-1,2 1,1-2,1 1,2-1,1 0,14 26,13-2,-35-71,-74-195,-14-71,83 280,0-1,1 1,-1-1,1 1,-1-1,1 1,-1-1,1 0,0 1,0-1,-1 0,1 1,1-1,-1 1,0-1,0 0,1 1,-1-1,0 1,1-1,0 0,-1 1,1-1,0 1,0 0,0-1,0 1,0 0,0 0,0-1,0 1,0 0,1 0,-1 0,0 0,1 1,-1-1,1 0,-1 0,1 1,-1-1,1 1,0 0,0-1,36-5,0 1,1 2,0 1,0 2,-1 2,-20-1,0 0,0 2,-1 0,1 1,-1 0,0 2,11 4,-23-8,0 0,-1 1,1-1,-1 1,0 0,0 0,0 0,0 0,0 1,-1 0,1 0,-1 0,0 0,0 0,-1 1,1-1,-1 1,0-1,0 1,0 0,-1 0,0 0,0 0,0 0,-1 0,1 1,-1-1,-1 3,0 2,-1 1,0 0,-1-1,-1 1,0-1,0 0,-1 0,0-1,0 1,-1-1,0 0,-1-1,0 0,-1 0,-8 7,-133 96,108-84,8-6</inkml:trace>
  <inkml:trace contextRef="#ctx0" brushRef="#br0" timeOffset="6286.95">3455 0,'-7'3,"0"2,1 2</inkml:trace>
  <inkml:trace contextRef="#ctx0" brushRef="#br0" timeOffset="1538.026">1639 956,'-13'4,"2"1,-1 0,0 1,1 1,0-1,1 1,-1 1,2 0,-1 1,1 0,0 0,1 1,0 0,0 0,1 1,1 0,0 0,0 1,1 0,0 0,0 6,0-7,0 0,1 1,1 0,0-1,0 1,2 1,-1-1,1 0,1 0,0 0,1 0,0 1,2 6,-2-17,0 0,-1 0,1 0,0 0,0 0,0 0,0-1,0 1,0 0,1-1,-1 1,0-1,1 1,-1-1,1 0,0 1,-1-1,1 0,0 0,0 0,0 0,0-1,0 1,0-1,0 1,0-1,0 1,0-1,0 0,0 0,0 0,0 0,0 0,0-1,1 0,64-36,-44 12,-1-1,-1 0,-1-2,-1 0,-2-1,-1-1,-1 0,-2-1,-1-1,-1 0,-1-4,-2 8,-1 0,-2 0,0-1,-2 1,-1-1,-2 0,-1 0,-1-2,2 27,1 0,-2 0,1 0,0 0,-1 0,0 0,0 0,0 0,0 0,-1 0,1 0,-1 1,0-1,0 1,-1-1,1 1,-1 0,1 0,-1 0,0 0,0 0,-1 1,1-1,0 1,-1 0,0 0,1 0,-1 0,0 1,0 0,0 0,0 0,0 0,0 0,0 1,0 0,0-1,0 2,0-1,-4 1,-2 4,1 1,0-1,0 2,1-1,0 1,0 1,1-1,-1 2,2-1,-1 0,1 1,0 0,1 1,0-1,1 1,0 0,1 0,-1 1,2-1,0 1,0-1,1 1,0 0,1-1,0 1,1 8,4 5,0 0,2 0,0-1,2 1,1-2,0 0,10 14,7 17,-6-10,-3 1,-1 1,-2 0,-2 1,-2 0,-2 1,-2 0,-2 0,-2 2,-3-26</inkml:trace>
  <inkml:trace contextRef="#ctx0" brushRef="#br0" timeOffset="2218.045">1967 1298,'-25'346,"19"-328,-1-33,7-15,2 0,1 0,2 0,1 0,1 1,8-20,-13 38,0 0,1 1,1-1,0 1,0 0,1 0,0 0,1 1,0 0,0 0,1 0,0 1,1 0,0 0,0 1,4-3,-10 9,1 0,-1 0,0 1,0-1,0 1,0-1,0 1,0 0,1 0,-1 0,0 0,0 0,0 0,1 1,-1-1,0 1,0-1,0 1,0 0,0 0,0 0,0 0,0 0,0 0,-1 1,1-1,0 1,-1-1,1 1,-1-1,0 1,1 0,-1 0,1 2,22 72,-24-67,-1-1,-1 1,1-1,-1 1,-1-1,1 0,-2 0,1 0,-1 0,0 0,0-1,-1 0,0 0,-1 0,1 0,-1-1,-1 0,1 0,-1-1,0 0,0 0,0-1,-1 1,0-2,0 1,7-3,0-1,1 1,-1 0,0-1,0 0,1 1,-1-1,0 1,0-1,0 0,0 0,0 1,1-1,-1 0,0 0,0 0,0 0,0 0,0 0,0 0,0 0,1 0,-1-1,0 1,0 0,0-1,0 1,1 0,-1-1,0 1,0-1,0 1,1-1,-1 1,0-1,1 0,1-1,1 0,0 1,0-1,0 0,0 1,0-1,0 1,0 0,1 0,-1 0,0 0,1 0,-1 0,1 1,-1-1,1 1,-1 0,2-1,0 1,2-2,1 1,0 0,0 1,0 0,0 0,0 0,0 1,0 0,0 0,0 0,-1 1,1 1,-1-1,1 1,-1 0,0 0,0 1,0-1,0 1,-1 1,1-1,-1 1,0 0,-1 0,1 1,-1-1,0 1,-1 0,1 0,-1 0,0 1,0 2,0-5,-1 1,0-1,0 1,-1 0,1 0,-1 0,0-1,0 1,-1 1,0-1,1 0,-2 0,1 0,-1 0,1 0,-1 0,-1 0,1-1,-1 1,0 0,0-1,0 1,0-1,-1 1,0-1,0 0,0 0,-1 0,1-1,-1 1,-1 0,-10 3,0-1,0 0,0-1,-1-1,1-1,-1 0,0-1,0 0,0-2,0 0,0 0,0-2,-5-1,9 3,-6-7,23 0</inkml:trace>
  <inkml:trace contextRef="#ctx0" brushRef="#br0" timeOffset="4771.776">2116 410,'4'0,"0"-1,0 1,0 0,0 0,0 0,0 1,0-1,-1 1,1 0,0 0,0 0,-1 1,1-1,-1 1,1 0,-1 0,0 0,0 1,0-1,0 1,0-1,0 1,-1 0,1 0,-1 0,0 1,0-1,0 0,0 1,-1 0,1-1,-1 1,0 0,0-1,0 1,-1 0,1 2,-2 9,0 0,-1 0,-1 0,0 0,-1-1,0 1,-1-1,-1 0,-1 0,-25 83,32-95,0 1,-1-1,1 1,0-1,0 1,0-1,0 1,1-1,-1 1,1-1,0 0,-1 1,1-1,0 0,0 1,0-1,1 0,-1 0,1 0,-1 0,1 0,0 0,-1 0,1-1,0 1,0-1,0 1,0-1,1 0,-1 0,0 0,0 0,1 0,-1 0,1 0,-1-1,0 0,1 1,0-1,101 0,-90-2,-1-1,-1 0,1-1,0 0,-1-1,0 0,9-6,2-5</inkml:trace>
  <inkml:trace contextRef="#ctx0" brushRef="#br0" timeOffset="5020.043">2035 616,'16'2,"13"1,10-5,10-4,9-4,3-4,-1-3,-6 0,-11 0,-12 3</inkml:trace>
  <inkml:trace contextRef="#ctx0" brushRef="#br0" timeOffset="5270.911">2445 397,'2'1,"0"1,0-1,0 1,0-1,0 1,-1 0,1 0,0 0,-1 0,0 0,1 0,-1 0,0 1,0-1,0 0,0 1,-1-1,1 1,-1-1,1 2,4 17,-2 1,0-1,-1 1,-1 0,-2 16,5 68,-3-102,0 0,0 1,0-1,0 0,1 0,0 0,-1 0,1 0,1 0,-1-1,1 1,-1-1,1 1,0-1,0 0,0 0,1-1,-1 1,1-1,-1 1,1-1,0 0,0 0,0-1,0 1,0-1,1 0,-1 0,0 0,0-1,1 1,-1-1,2 0,4 0,-1-1,1 0,-1 0,1-1,-1 0,0-1,0 0,0 0,0-1,-1 0,1 0,-1-1,0 0,0-1,1-1,17-15</inkml:trace>
  <inkml:trace contextRef="#ctx0" brushRef="#br0" timeOffset="5437.464">2403 601,'21'0,"19"-2,11-6,7-3,0-3,-3 0,-10-1,-13 2</inkml:trace>
  <inkml:trace contextRef="#ctx0" brushRef="#br0" timeOffset="5617.824">2445 397,'21'-7,"20"-5,18-2,10-2,6 3,-2 3,-13 3</inkml:trace>
  <inkml:trace contextRef="#ctx0" brushRef="#br0" timeOffset="6036.996">3114 383,'-14'0,"1"1,0 1,0-1,0 2,0 0,0 1,0 0,1 1,-2 1,9-4,0 0,0 1,0 0,0 0,0 1,1-1,0 1,0 0,0 0,0 0,0 1,1 0,0-1,0 1,0 0,1 0,0 1,0-1,0 0,0 1,1-1,-1 3,2-4,0 0,0 1,0-1,1 0,-1 1,1-1,0 0,0 0,1 1,-1-1,1 0,0 0,0-1,0 1,0 0,1-1,0 1,-1-1,1 0,1 0,-1 0,0 0,1 0,-1-1,1 0,3 2,4 2,1 0,0-1,0 0,1-1,-1 0,1-1,0 0,5-1,0 0,-1-1,1-1,-1 0,1-2,-1 0,1 0,-1-2,0 0,0-1,0-1,-1 0,0-2,0 0,-1 0,0-1,0-1,-1-1,3-3,-13 10,0 0,0-1,0 1,-1-1,1 0,-1 0,0 0,-1-1,1 1,-1-1,0 1,0-1,-1 0,0 0,0 1,0-1,-1 0,1 0,-2 0,1 0,-1 0,1 0,-1 5,0 1,1-1,-1 1,0-1,0 1,1 0,-1-1,0 1,0 0,0-1,1 1,-1 0,0 0,0 0,0 0,0 0,0 0,1 0,-1 0,0 0,0 0,0 0,0 1,1-1,-1 0,0 0,0 1,0-1,1 1,-1-1,0 1,1-1,-1 1,0-1,1 1,-1 0,1-1,-1 1,1 0,-1-1,1 1,-1 0,1 0,0-1,-1 1,1 0,0 0,0 0,0 0,0-1,0 1,0 0,0 0,0 0,0 0,0 0,0-1,0 2,-2 3,1 0,0 0,-1 0,1 0,1 0,-1 1,1-1,0 0,0 0,1 1,-1-1,1 0,0 0,1 0,-1 0,1 0,0 0,0 0,1-1,-1 1,1-1,0 1,0-1,1 0,-1 0,1-1,0 1,0-1,0 1,0-1,1 0,-1-1,1 1,0-1,0 0,22 7,-3-4</inkml:trace>
  <inkml:trace contextRef="#ctx0" brushRef="#br0" timeOffset="21415.81">0 3688,'148'6,"116"21,80 6,190 4,-142 1,112 11,153 48,-623-91,126 27,1-7,2-7,53-5,186-22,-379 6,0 0,0-1,-1-1,1-1,-1-1,0-1,0-1,-1-1,0-1,0-1,-1-1,-1 0,0-1,-1-2,0 0,-1 0,-1-2,0 0,0-3,2-7,-2 0,0-1,-2-1,-2 0,0 0,-2-2,-1 1,-2-1,1-13,2-25,-3-1,-4 0,-3-51,-12-36,-29-138,-2-20,33 147,8-1,6 0,8 1,25-109,-10 84,-7 31,8 2,27-75,-50 212,2 1,0 0,2 0,1 1,0 0,1 1,1 0,1 1,1 0,8-7,214-186,-140 93,-93 116,0 0,0 0,1 1,-1-1,1 1,0 0,0 0,0 0,0 0,0 1,0 0,0-1,0 2,1-1,-1 0,0 1,1 0,-1 0,0 0,3 1,-5-1,7-1</inkml:trace>
  <inkml:trace contextRef="#ctx0" brushRef="#br0" timeOffset="22244.108">4356 1434,'-10'31,"8"-25,-13 49,-2-1,-2 0,-3-2,-2 0,-21 31,77-131,42-62,-5-2,43-100,-99 184,-3 21,-8 25,-2-12,2 7,0 0,1 0,1 0,0-1,1 1,0-1,1 0,0 0,1-1,0 0,1 0,8 9,121 113,-102-103,43 49,-77-78,-1 0,1 0,-1 0,1 0,-1 0,0 0,1 0,-1 0,0 0,0 0,0 0,0 0,0 0,0 0,0 0,0 0,0 0,-1 0,1-1,0 1,-1 0,1 0,0 0,-1 0,1 0,-1 0,0 0,1-1,-1 1,0 0,1 0,-1-1,0 1,0-1,1 1,-1 0,0-1,0 0,0 1,0-1,0 1,0-1,0 0,0 0,0 0,0 1,-53 10,49-11,-101 7,-1-4,-8-5,105 2,-8-1,14 1</inkml:trace>
  <inkml:trace contextRef="#ctx0" brushRef="#br0" timeOffset="23471.91">5271 3701,'1'54,"1"-29,-2 0,0 0,-1-1,-2 1,0 0,-2-1,-1 0,-6 17,12-39,0-1,0 0,0 1,0-1,0 0,-1 0,1 1,0-1,-1 0,1 1,-1-1,0 0,1 0,-1 0,0 0,0 0,1 0,-1 0,0 0,0 0,0 0,0 0,0 0,-1-1,1 1,0 0,0-1,0 1,-1-1,1 0,0 1,0-1,-1 0,1 0,0 1,-1-1,1 0,0 0,-1-1,1 1,0 0,-1 0,1-1,0 1,-1 0,1-1,0 0,0 1,0-1,0 0,0 1,-1-1,1 0,-5-14,1 1,0-1,1 0,1 0,1-1,0 1,0 0,2-1,0-7,-1 0,1 21,-2-28,1 1,1-1,1 0,2 1,1 0,1 0,2-2,-5 25,1 0,-1 0,1 0,0 0,1 1,-1-1,1 1,0 0,1 0,-1 0,1 0,0 1,0 0,0 0,1 0,-1 1,1 0,0 0,0 0,0 1,1-1,-1 2,0-1,1 1,-1 0,1 0,-1 0,1 1,0 0,-1 1,1-1,-1 1,1 1,0 0,3 0,-1 0,0 1,0 0,0 1,-1 0,1 0,-1 1,0 0,0 1,3 2,-8-6,-1 0,0 0,1 1,-1-1,0 0,0 1,-1-1,1 1,0 0,-1-1,1 1,-1 0,0 0,0 0,0 0,-1 0,1 0,-1 0,1 1,-1-1,0 0,0 0,-1 0,1 0,-1 0,1 0,-1 0,0 0,0 0,0 0,-1 0,1 0,-2 1,-4 5,0 1,-1-2,0 1,-1-1,0-1,0 1,-1-2,0 1,0-1,0-1,-1 0,0 0,-1-1,-79 48,89-51,-1 1,1 0,1-1,-1 1,0 0,0 0,1 0,-1 1,1-1,0 0,-1 0,1 1,0-1,0 1,1-1,-1 1,0-1,1 1,0 0,-1-1,1 1,0 0,1-1,-1 1,0-1,1 1,-1 0,1-1,0 1,0-1,0 0,0 1,0-1,0 0,1 1,-1-1,1 0,0 0,0 0,-1 0,1-1,0 1,1 0,9 7,-1-1,1-1,1 0,-1 0,1-1,0-1,1 0,-1-1,1 0,0-1,0-1,0 0,0-1,1 0,-1-1,14-2,-15 1,1-1,-1 0,0-1,1-1,-1 0,0 0,-1-2,0 1,1-2,-2 1,1-2,-1 1,2-3,18-18</inkml:trace>
  <inkml:trace contextRef="#ctx0" brushRef="#br0" timeOffset="23721.243">5804 3647,'-7'-4,"-5"4,-2 8,1 12,3 9,2 6,4 5,6 3,8 0,10-2,7-6,7-6,6-9,2-7,0-6,-4-4,-10-2</inkml:trace>
  <inkml:trace contextRef="#ctx0" brushRef="#br0" timeOffset="23883.404">5571 3770,'19'0,"17"0,20-2,13-1,10-3,2-2,-5-2,-16 1</inkml:trace>
  <inkml:trace contextRef="#ctx0" brushRef="#br0" timeOffset="24521.784">5763 3483,'96'7,"1"-4,-1-4,0-4,-1-5,25-8,-73 12,24-4,-100 24,1-6,15-5,0 1,0 0,1 1,-1 0,1 1,0 0,1 1,-1 1,-9 7,20-13,0-1,-1 0,1 1,0-1,0 1,0-1,0 1,0-1,1 1,-1-1,0 1,1 0,-1 0,1-1,0 1,-1 0,1 0,0-1,0 1,0 0,0 0,1 0,-1-1,0 1,1 0,-1-1,1 1,-1 0,1-1,0 1,0 0,0-1,0 1,0-1,0 0,0 1,1-1,55 44,-54-43,64 37,-48-30,-1 0,0 2,-1 0,0 1,-1 1,0 1,-1 0,12 14,-26-26,1-1,-1 1,0 0,1 0,-1 0,0 0,0 0,0 0,0 0,-1 1,1-1,0 0,-1 0,0 1,1-1,-1 0,0 1,0-1,-1 0,1 1,0-1,-1 0,1 0,-1 1,0-1,0 0,0 0,0 0,0 0,0 0,0 0,-1 0,1 0,-1-1,1 1,-1 0,0-1,0 1,0-1,-1 1,-2 1,0 1,-1-1,0 0,1-1,-1 0,0 0,0 0,0 0,-1-1,1 0,0 0,0-1,-1 0,1 0,0 0,-5-1,10 0,-1 1,1-1,0 1,0-1,-1 0,1 1,0-1,0 0,0 0,-1 0,1 0,0 0,0 0,1 0,-1 0,0 0,0 0,0 0,1-1,-1 1,1 0,-1-1,1 1,-1 0,1-1,0 1,0-1,-1 1,1 0,0-1,0 1,1-1,-1 1,0 0,0-1,1 0,22-49,-5 26,2 1,1 1,0 1,2 1,0 0,1 2,2 1,-1 1,18-7,-42 22,0 1,1 0,-1-1,0 1,0 0,1 0,-1 0,1 0,-1 0,1 0,-1 1,1-1,0 0,-1 1,1-1,0 1,-1 0,1-1,0 1,0 0,-1 0,1 0,0 0,0 0,-1 1,1-1,0 1,-1-1,1 1,0-1,-1 1,1 0,-1 0,1 0,-1 0,1 0,-1 0,0 0,0 0,1 0,-1 1,0-1,0 1,0-1,0 0,0 1,-1 0,1-1,0 1,-11 143,9-137,0 1,1 0,0-1,0 1,1 0,0-1,0 1,1-1,1 1,-1-1,1 0,1 0,-1 0,1 0,1 0,-1-1,1 0,1 0,-1 0,1-1,0 0,1 0,2 1,-2-1,1-1,0 0,0-1,1 0,-1 0,1 0,0-1,0-1,0 0,0 0,1-1,-1 0,0 0,1-1,-1 0,1-1,-1 0,0 0,0-1,1 0,-1-1,-1 0,1-1,0 1,-1-2,0 1,18-16</inkml:trace>
  <inkml:trace contextRef="#ctx0" brushRef="#br0" timeOffset="24770.833">6623 3688,'17'0,"16"0,17 0,14-3,7-2,4-3,-4-3,-15 1</inkml:trace>
  <inkml:trace contextRef="#ctx0" brushRef="#br0" timeOffset="25019.167">6705 3470,'21'-5,"21"-3,19-2,18 0,15 2,-10 1</inkml:trace>
  <inkml:trace contextRef="#ctx0" brushRef="#br0" timeOffset="25182.731">7593 3470,'-3'16,"-2"12,-1 9,1 5,1 2,1 0,4 1,1-2,3-2,1-7,-2-6,0-11,-2-7</inkml:trace>
  <inkml:trace contextRef="#ctx0" brushRef="#br0" timeOffset="25434.057">7320 3374,'26'-7,"21"-3,21 2,15 0,14 3,8 5,5 3,-16 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0.8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2373 123,'-95'-36,"-48"17,-89-5,31 13,-154-8,177 11,-40 2,41 21,-64 11,167-14,39-5,-1 1,1 2,1 2,0 1,-21 12,39-18,-1 1,2 1,-1 0,1 1,1 1,0 0,0 1,2 0,-1 1,1 1,1 0,1 1,0 0,0 0,0 5,6-12,2-6,0 0,1 1,-1-1,0 1,1 0,0-1,0 1,0 0,0 0,0 0,0 0,1 0,-1 0,1 0,0 0,0 0,0 0,1 0,-1 0,0 0,1 0,0 0,0 0,0-1,0 1,0 0,1 0,-1-1,1 1,0-1,0 1,0-1,0 1,11 5,1-1,0 0,0 0,0-2,1 0,0 0,0-2,0 1,10-1,99 13,1-5,39-5,-65-3,761 1,-774-5,0-4,-1-4,0-3,32-12,117-30,-229 51,1 0,-1 0,0 0,0-1,0 0,0 0,-1 0,0-1,1 1,-2-1,1 0,0 0,-1-1,0 1,-1-1,1 1,-1-1,0 0,0 0,-1 0,1 0,-1 0,-1 0,1-1,-1 1,0 0,-1 0,0 0,1-1,-2 1,1 0,-1 0,0 1,0-1,-1 0,1 1,-1-1,-1 1,1 0,-1 0,0 0,0 0,-2-1,2 3,-1 0,0 0,1 1,-1 0,0 0,0 0,0 0,0 1,-1 0,1 0,0 1,0-1,-1 1,1 0,0 1,-1-1,1 1,0 0,0 0,0 0,0 1,-2 1,0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2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2129 0,'-57'54,"2"2,3 3,2 2,-33 54,-72 136,10 7,-17 66,45-88,-423 791,455-837,8 4,8 2,0 37,54-178,-29 99,7 2,1 38,20-28,-21 116,-59 191,88-427,2-11,0-1,-3 0,-1 0,-12 27,15-52,18-72,-8 36</inkml:trace>
  <inkml:trace contextRef="#ctx0" brushRef="#br0" timeOffset="684.069">149 4138,'-10'180,"4"391,6-560,-2 24,0 1,-3 0,0-1,-5 11,10-47,-1 1,1 0,0 0,0 0,-1 0,1 0,0-1,-1 1,1 0,0 0,0 0,-1 0,1 0,0 0,-1 0,1 0,0 0,0 0,-1 0,1 0,0 1,-1-1,1 0,0 0,0 0,-1 0,1 0,0 0,0 1,-1-1,1 0,0 0,0 0,-1 1,1-1,0 0,0 0,0 1,0-1,0 0,-1 1,1-1,0 0,0 0,0 1,0-1,0 0,0 1,0-1,0 0,0 1,-5-32,4 29,-49-496,44 436,-29-160,59 234,-4-5,1-1,0-2,0 0,1-1,-1-1,4-1,22 3,-30-3,-8-1,1 0,-1 0,1 1,-1 1,0-1,1 1,-1 1,0 0,0 0,0 1,-1 0,1 0,-1 1,0 0,0 0,-1 1,0 0,6 6,-12-5,1 0,-1 0,0 0,-1 0,0 0,0 0,0 0,-1 0,0 0,0 0,-1 0,0 0,0 0,0-1,-1 1,0-1,-1 0,1 0,-1 0,0 0,-1 0,1-1,-5 4,-33 44,-3-1,-42 36,-78 91,165-179,-18 29,18-28,-1-1,1 0,0 1,-1-1,1 1,0-1,0 1,0-1,-1 1,1-1,0 1,0-1,0 1,0-1,0 1,0-1,0 1,0-1,0 1,0-1,0 1,1-1,-1 1,0-1,0 1,0-1,1 1,-1-1,0 1,0-1,1 1,-1-1,0 0,1 1,-1-1,1 0,-1 1,0-1,1 0,-1 1,1-1,-1 0,1 0,-1 0,1 1,-1-1,1 0,-1 0,1 0,-1 0,1 0,-1 0,1 0,18-1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4.3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1,'6'102,"-5"1,-5-1,-12 77,10-112,3-46,2-14,0 1,0-1,0 1,1-1,0 1,1-1,0 1,0-1,0 1,2 2,-2-9,0 0,0-1,0 1,0 0,1-1,-1 1,0-1,0 1,0-1,1 1,-1-1,0 0,1 1,-1-1,0 0,1 0,-1 0,0 0,1-1,-1 1,0 0,1 0,-1-1,0 1,0-1,1 1,-1-1,0 1,0-1,0 0,0 0,0 1,0-1,0 0,0 0,0 0,0 0,0-1,-1 2,135-122,-117 108,-14 12,0-1,0 0,0 0,0 0,-1 0,1 0,-1-1,0 0,0 0,0 0,0 0,-1 0,0 0,0-1,0 1,0-1,-1 1,1-1,-1 0,0-1,-7-43,6 48,-1 1,0 0,1 0,-1 0,1 0,-1 0,1 0,-1 0,0 0,1 0,-1 0,1 1,-1-1,1 0,-1 0,1 0,-1 1,1-1,-1 0,1 1,-1-1,1 0,-1 1,1-1,-1 0,1 1,0-1,-1 1,1-1,0 1,0-1,-1 1,1-1,0 1,0-1,-1 1,1-1,0 1,0 0,0-1,0 1,0-1,0 1,0-1,0 1,0 0,0-1,1 1,-1-1,0 1,0-1,0 1,1 0,-11 50,3 2,3-1,1 1,3 2,-1-22,0 206,1-174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6.8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3,'-5'-2,"-1"1,2 1,5 1,4 0,1-1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4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74 533,'-2'17,"-4"14,-2 11,0 10,0 6,3 2,2-2,1-6,4-10,3-12,1-11</inkml:trace>
  <inkml:trace contextRef="#ctx0" brushRef="#br0" timeOffset="248.384">61 55,'-14'3,"-5"5,1 10,8 10,14 6,14 8,4-5</inkml:trace>
  <inkml:trace contextRef="#ctx0" brushRef="#br0" timeOffset="502.272">320 752,'31'-26,"-10"11,-2-1,0-1,0-1,-2-1,0 0,-1-1,-1-1,-1 0,2-7,-14 26,0 0,-1 0,0 0,1 0,-1 0,0-1,0 1,0-1,0 1,-1 0,1-1,-1 1,1-1,-1 1,0-1,0 0,0 1,0-1,-1 1,1-1,-1 1,1-1,-1 1,0 0,0-1,0 1,0 0,0-1,-1 1,1 0,-1 0,1 0,-1 0,0 1,0-1,0 0,0 1,0-1,-1 0,-3 2,1 0,-1 0,0 1,1-1,-1 1,1 0,-1 1,1 0,-1-1,1 2,0-1,0 1,0-1,0 1,0 1,1-1,0 1,-1 0,1 0,0 0,1 0,-1 1,1-1,-1 2,-3 5,0-1,1 1,0 0,1 0,0 1,1 0,0 0,1 0,0 0,1 0,0 1,1-1,1 13,0-19,0 0,0 0,1 0,0 0,1 1,-1-1,1-1,0 1,0 0,1 0,0-1,0 0,0 1,1-1,0 0,0-1,0 1,0-1,1 1,-1-2,1 1,0 0,1-1,-1 0,0 0,1 0,0-1,4 2,39 6,-2-6</inkml:trace>
  <inkml:trace contextRef="#ctx0" brushRef="#br0" timeOffset="1034.637">1003 356,'-12'-2,"-1"0,1 2,-1-1,1 1,-1 1,1 0,0 1,-1 1,1 0,0 0,0 1,1 1,-1 0,1 0,0 1,0 0,1 1,-6 5,14-9,-1 1,1-1,-1 1,1 0,0 0,0 0,1 0,-1 0,1 0,0 1,0-1,1 0,-1 1,1-1,0 0,0 1,0-1,0 1,1-1,0 0,0 0,0 1,1-1,-1 0,1 0,0 0,0 0,0-1,1 1,-1 0,1-1,0 0,0 1,0-1,0 0,1-1,-1 1,1-1,0 1,-1-1,1 0,2 0,19 12,1-1,0-2,1 0,1-2,26 5,27 10,-79-24,-1 0,1 0,0 0,-1 0,1 1,0-1,-1 0,1 1,-1-1,1 1,-1 0,1-1,-1 1,1 0,-1 0,0 0,1 0,-1 0,0 0,0 1,0-1,0 0,0 0,0 1,0-1,0 1,0-1,-1 1,1-1,-1 1,1-1,-1 1,1 0,-1-1,0 1,0 0,0-1,0 1,0 0,0-1,0 1,-1 0,1-1,-1 1,1-1,-1 1,0 1,-6 4,0 0,0-1,0 1,-1-2,0 1,-1-1,1 0,-1 0,0-1,0-1,0 1,-3-1,12-2,-1-1,1 1,-1-1,1 1,-1-1,0 1,1-1,-1 0,0 1,1-1,-1 0,0 0,1 0,-1 1,0-1,1 0,-1 0,0 0,0 0,1 0,-1 0,0 0,0 0,1-1,-1 1,0 0,1 0,-1-1,0 1,1 0,-1-1,0 1,1 0,-1-1,1 1,-1-1,1 1,-1-1,1 0,-1 1,1-1,0 1,-1-1,1 0,0 1,-1-1,1 0,0 1,0-1,0 0,-1 1,1-1,0 0,0 0,0 1,0-1,0 0,0 0,1 1,-1-1,0 0,0 1,1-2,24-44,172-192,-114 156,-82 82,-1-1,0 1,1 0,-1-1,0 1,1 0,-1 0,1-1,-1 1,1 0,-1 0,0 0,1 0,-1 0,1-1,-1 1,1 0,-1 0,1 0,-1 0,1 0,-1 0,0 1,1-1,-1 0,1 0,-1 0,1 0,-1 0,1 1,-1-1,0 0,1 0,-1 1,0-1,1 0,-1 1,0-1,1 0,-1 1,0-1,1 0,-1 1,0-1,0 1,0-1,0 1,1-1,-1 0,0 1,0-1,0 1,0-1,0 1,0-1,0 1,0-1,0 1,0-1,-2 37,0-28,1 7,-1 129,2-139,1 0,0 0,1 0,-1 0,1 0,0 0,0-1,1 1,0-1,0 0,0 1,0-1,1-1,0 1,0-1,0 1,1-1,-1 0,1-1,0 1,0-1,2 1,52 4,-32-14</inkml:trace>
  <inkml:trace contextRef="#ctx0" brushRef="#br0" timeOffset="1284.968">1385 1,'-9'4,"1"12,7 12,13 10,11 11,2-4</inkml:trace>
  <inkml:trace contextRef="#ctx0" brushRef="#br0" timeOffset="1867.573">1659 616,'0'-48,"1"-1,-2 0,-2 0,-2 0,-9-39,11 79,3 8,-1 0,0-1,0 1,1-1,-1 1,1-1,-1 1,1-1,0 1,0-1,0 0,-1 1,2-1,-1 1,0-1,0 0,0 1,1-1,-1 1,1-1,-1 1,1-1,-1 1,1-1,0 1,0 0,0-1,0 1,66-6,-49 8,13 0,-16-2,1 1,-1 0,1 1,-1 1,1 1,-1 0,0 1,0 0,0 2,6 2,-15-2,-1-1,0 0,-1 1,1 0,-1 0,-1 1,1-1,-1 1,0-1,0 1,-1 0,0 0,0 1,-1-1,0 0,0 0,0 1,-1-1,0 0,-1 1,0-1,0 0,0 1,-1-1,0 0,-1 2,-1 19,2-12,1-13,-1 0,1 0,0 0,0 0,0 1,1-1,-1 0,1 0,-1 0,1 1,0-1,1 0,-1 0,0 1,1-1,0 0,0 0,0 0,0 0,0 0,1 0,-1 0,1 0,0-1,-1 1,1 0,1-1,-1 0,0 1,1-1,-1 0,1 0,-1 0,1-1,0 1,0-1,0 1,10-3,0 0,-1-1,1-1,0 0,-1 0,0-1,0-1,0 0,0-1,-1 0,0 0,0-2,0 1,-1-1,-1-1,1 1,-1-2,-1 1,1-1,5-10,9-13,-1-1,-1-1,-2-1,4-14,-28 63,0 0,1-1,0 2,1-1,0 0,1 0,1 1,0 0,1-1,1 1,0 0,-1-8,1 0,1 0,-1 1,1-1,0 0,0-1,1 1,0 0,0-1,0 1,1-1,-1 0,1 0,1 0,-1-1,0 1,1-1,0 0,0-1,1 1,-1-1,1 0,-1 0,6 1,-2-1,1 0,0-1,1 0,-1 0,0-2,0 1,1-1,-1 0,0-1,0-1,1 1,-1-2,0 1,-1-1,1-1,0 0,-1 0,0-1,0 0,0 0,-1-1,5-4,13-11</inkml:trace>
  <inkml:trace contextRef="#ctx0" brushRef="#br0" timeOffset="7287.906">921 1476,'-6'-17,"2"21,-1 33,5-35,-36 393,36-383,-2-3,2-1,-1 1,1-1,1 1,-1-1,2 1,-1-1,1 1,0-1,1 0,3 8,-4-14,0 0,1 0,-1-1,0 1,1-1,-1 1,1-1,-1 0,1 0,0 0,0 0,-1-1,1 1,0-1,0 1,0-1,0 0,0 0,-1 0,1-1,0 1,0-1,0 0,-1 1,1-1,0 0,-1-1,1 1,-1 0,1-1,-1 1,1-1,-1 0,0 0,0 0,0 0,1-2,15-10,-1-1,-1-1,-1-1,0 0,-1 0,-1-2,0 0,-2 0,0-1,-1 0,-1-1,5-19,-3 5,-2-1,-2 0,-1 0,-1-1,-2 0,-2 1,-2-19,-3 133,6-28,1 0,3-1,8 30,-3-35</inkml:trace>
  <inkml:trace contextRef="#ctx0" brushRef="#br0" timeOffset="7536.286">1576 1462,'-2'21,"-4"19,-4 13,-4 8,-1 5,-1-3,3-3,0-11,8-16,5-13</inkml:trace>
  <inkml:trace contextRef="#ctx0" brushRef="#br0" timeOffset="7835.775">1549 1476,'6'23,"2"-1,0 0,1 0,1-1,1 0,1-1,1 0,0-1,2 0,0-1,1-1,1-1,1 1,-8-8,-1-1,1 0,0 0,1-1,0 0,0-1,1-1,-1 1,1-2,7 2,-18-6,1 1,-1-1,1 0,-1 0,1-1,0 1,-1 0,1 0,-1-1,1 1,-1-1,1 1,-1-1,1 0,-1 0,0 1,1-1,-1 0,0 0,0 0,1-1,-1 1,0 0,0 0,0-1,-1 1,1 0,0-1,0 1,-1-1,1 1,-1-1,1 1,-1-1,0 0,7-63,-7 56,-21-165,0 24,21 148,0-1,0 0,1 1,-1-1,1 1,-1-1,1 0,0 1,0-1,0 1,0 0,0-1,1 1,-1 0,1 0,-1 0,1 0,0 0,0 0,0 0,0 0,0 1,0-1,0 1,0 0,1 0,-1-1,1 2,-1-1,1 0,-1 0,1 1,0-1,-1 1,1 0,-1 0,3 0,24-3</inkml:trace>
  <inkml:trace contextRef="#ctx0" brushRef="#br0" timeOffset="8087.101">2205 1366,'0'14,"0"12,0 10,0 9,0 6,0 3,0 2,0 1,0-2,0-4,0-6,2-10,3-12,1-9</inkml:trace>
  <inkml:trace contextRef="#ctx0" brushRef="#br0" timeOffset="8294.546">2532 1340,'0'13,"0"15,0 11,0 9,0 5,0 3,2-1,1-3,0-5,-1-7,0-10</inkml:trace>
  <inkml:trace contextRef="#ctx0" brushRef="#br0" timeOffset="8503.984">2327 1175,'-9'-9,"6"-6,18-2,26-3,31-5,30-3,23-1,14-1,-17 5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20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73 770,'0'20,"0"20,0 18,0 14,0 10,0 8,0 3,-2 1,-4-4,0-7,1-18</inkml:trace>
  <inkml:trace contextRef="#ctx0" brushRef="#br0" timeOffset="570.183">33 1274,'-24'-343,"16"262,11 24,-2 56,0 0,0 1,0-1,1 1,-1 0,0-1,0 1,0 0,1-1,-1 1,0 0,0 0,1 0,-1 0,0 1,1-1,-1 0,0 0,0 1,0-1,1 1,-1-1,0 1,0-1,0 1,0 0,0-1,0 1,0 0,0 0,0 0,0-1,17 11,0 1,-1 1,0 0,-1 1,-1 0,0 2,-1-1,-1 2,3 4,-14-18,0-1,0 1,0 0,-1-1,1 1,-1 0,0 0,0 0,0 0,0 0,0 0,-1 0,1 1,-1-1,0 0,0 0,0 0,0 1,-1-1,1 0,-1 0,0 0,0 0,0 0,0 0,-1 0,1 0,-1 0,1-1,-1 1,0-1,0 1,0-1,-1 0,1 1,-2 0,-2 1,0 0,-1 0,1-1,-1 0,0 0,0 0,0-1,0 0,0-1,0 1,-1-2,1 1,0-1,-1 0,1 0,-7-2,12 2,0-1,0 1,0-1,0 0,1 0,-1 1,0-1,1-1,-1 1,1 0,-1 0,1-1,0 1,-1 0,1-1,0 0,0 1,0-1,0 1,0-1,0 0,1 0,-1 0,1 1,-1-1,1 0,-1 0,1 0,0 0,0 0,0 0,0 0,17-64,5 24,1 1,2 0,21-24,11-19,-24 34,-2-2,-3-1,-2-2,-2 0,-3-2,-2 0,-3-1,3-25,-16 70,-1 1,-1-1,0 0,0 0,-1 0,-1 0,0 0,-1 0,0 1,-3-8,5 19,-1 0,1-1,-1 1,1 0,-1-1,0 1,1 0,-1 0,0-1,0 1,0 0,0 0,0 0,0 0,0 0,0 0,0 0,0 1,-1-1,1 0,0 1,0-1,-1 1,1-1,-1 1,1 0,0-1,-1 1,1 0,-1 0,1 0,-1 0,1 0,0 0,-1 1,1-1,-1 0,1 1,0-1,-1 1,1-1,0 1,-1 0,1-1,0 1,0 0,0 0,0 0,0 0,0 0,0 0,0 0,0 0,0 1,1-1,-1 0,0 0,1 1,-1-1,1 1,0-1,-1 1,-9 22,0 0,2 0,0 1,2 0,1 1,1-1,1 1,2 0,0 3,-2 25,3 1,2 0,2 0,3-1,2 0,3 0,1-1,4 0,5 8,-19-50,1 1,0-1,1 0,0 0,1 0,0 0,1-1,0 0,1-1,0 0,0 0,1 0,0-1,0-1,1 1,0-1,0-1,1 0,-9-5,0-1,0 1,0-1,0 0,0 1,0-1,0 0,0 0,0 0,0 0,0-1,0 1,0-1,0 1,0-1,-1 1,1-1,0 0,0 0,0 0,-1 0,1 0,-1-1,1 1,-1 0,1-1,-1 1,0-1,0 1,1-1,-1-1,10-17</inkml:trace>
  <inkml:trace contextRef="#ctx0" brushRef="#br0" timeOffset="819.515">197 483,'-17'-5,"-9"-4,-1-2,7 0,13 3,20 1,24 4,24-2,21-1,16-2,9 0,-3 1,-18 2</inkml:trace>
  <inkml:trace contextRef="#ctx0" brushRef="#br0" timeOffset="1104.751">879 510,'-2'0,"-1"-2,0-4,1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24.4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2189 7314,'-404'-131,"253"95,-1 7,-1 7,-2 6,0 8,-146 10,237 1,0 2,1 3,-1 3,2 3,0 2,1 4,-9 5,53-17,0 1,0 0,0 2,2 0,-1 0,1 2,1 0,0 0,-9 13,19-21,-1 1,1 0,0 0,0 1,1-1,0 1,0-1,0 1,1 0,0 0,0 0,1 1,0-1,0 0,1 1,0-1,0 0,1 1,0-1,0 0,0 0,1 0,0 0,1 0,0 0,2 5,6 4,1-1,1 0,0 0,1-1,1-1,0 0,0-1,1-1,1 0,0-1,0-1,14 5,30 14,2-2,1-3,0-3,2-2,0-4,1-2,0-3,0-3,1-3,0-4,-1-2,1-3,-1-2,0-4,-1-3,-1-3,55-22,-71 22,-1-1,-1-3,-2-1,0-3,-1-1,-2-3,-1-1,-1-2,-2-1,-1-3,16-21,-45 47,0 1,-1-2,0 1,-1-1,0 1,-1-2,1-3,-5 13,0 0,0 0,-1 0,1 0,-1 0,1-1,-1 1,0 0,0 0,-1 0,1-1,-1 1,1 0,-1 0,0 0,0 0,-1 0,1 0,-1 0,1 1,-1-1,0 0,0 1,0-1,0 1,0 0,-1 0,1 0,-1 0,1 0,-1 0,-1 0,-15-6,0 1,0 1,-1 1,0 1,0 0,-1 1,1 2,0 0,-1 1,0 1,1-1,-101 2,78 3</inkml:trace>
  <inkml:trace contextRef="#ctx0" brushRef="#br0" timeOffset="668.721">1943 7259,'190'12,"-163"-11,0-1,0-1,0-1,0-2,-1 0,1-2,-1-1,0-1,-1-1,0-1,0-2,-1 0,-1-2,0 0,-1-2,0 0,-2-1,11-12,4-18,-2-1,-3-2,-1-1,-3-2,-3 0,-1-2,-3 0,-3-1,3-20,52-220,-12-2,-13-3,-14-1,-11-43,-9 46,-5 32,11 0,12 2,16-19,43-65,60-125,-64 209,-68 210,-3 0,-2 0,1-31,-10 67,-2 19,-1 0,0 0,0 0,1-1,-1 1,0 0,1 0,-1 0,0 0,1 0,-1 0,0-1,0 1,1 0,-1 0,0 0,1 0,-1 0,0 0,1 0,-1 0,0 1,1-1,-1 0,0 0,1 0,-1 0,0 0,1 0,-1 1,0-1,0 0,1 0,-1 0,0 1,0-1,1 0,-1 0,0 1,0-1,0 0,0 1,1-1,-1 0,0 0,0 1,0-1,0 0,0 1,0-1,0 0,0 1,0-1,0 0,0 1,0-1,0 0,0 1,0-1,0 0,0 1,0 0,26 66,-12-26</inkml:trace>
  <inkml:trace contextRef="#ctx0" brushRef="#br0" timeOffset="3651.753">2776 5935,'11'28,"0"20,12 62,5-1,18 38,-45-146,-1 1,0 0,0 0,0 0,0 0,1 0,-1 0,1 0,0 0,-1-1,1 1,0 0,0 0,0 0,0-1,0 1,1-1,-1 1,0-1,1 1,-1-1,1 0,0 0,-1 1,1-1,0 0,0-1,-1 1,1 0,0 0,0-1,0 1,0-1,0 0,0 0,0 1,0-1,0-1,0 1,0 0,0 0,0-1,0 1,90-68,-65 44,340-302,-295 260</inkml:trace>
  <inkml:trace contextRef="#ctx0" brushRef="#br0" timeOffset="4657.511">1602 117,'-105'396,"75"-279,30-116,0 0,-1 0,1-1,-1 1,1 0,0 0,0 0,-1 0,1 0,0 0,0 0,0 0,0 0,0 0,0 0,0 0,1 0,-1-1,0 1,0 0,1 0,-1 0,0 0,1 0,-1 0,1-1,-1 1,1 0,0 0,-1-1,1 1,0 0,-1-1,1 1,0-1,0 1,0-1,-1 1,1-1,0 0,0 1,0-1,0 0,0 0,0 1,0-1,0 0,0 0,0 0,0 0,0 0,0-1,15-4,0-1,-1 0,0-1,0-1,0-1,-1 0,3-3,1 0,4-1,-1-1,-1 0,0-2,-1 0,-1-1,-1-1,3-5,-16 13,-16 23,0 11,1-1,1 1,1 1,1-1,1 2,1-1,1 1,1 4,3 73,8-60</inkml:trace>
  <inkml:trace contextRef="#ctx0" brushRef="#br0" timeOffset="4935.986">2271 458,'2'5,"1"10,-2 13,-2 8,-2 7,-2 3,1-1,1-6,1-10</inkml:trace>
  <inkml:trace contextRef="#ctx0" brushRef="#br0" timeOffset="5168.891">2353 103,'-7'-4,"3"7,6 12,9 14,11 10,1 0</inkml:trace>
  <inkml:trace contextRef="#ctx0" brushRef="#br0" timeOffset="5423.211">2558 623,'19'-20,"4"-1,-1-1,-1-1,-1 0,-1-2,-1 0,-2-1,7-13,-22 38,0 0,0-1,0 1,0 0,0 0,0-1,-1 1,1 0,0-1,-1 1,1 0,-1-1,1 1,-1-1,0 1,1-1,-1 0,0 1,0-1,0 1,0-1,0 1,-1-1,1 1,0-1,-1 1,1-1,-1 1,1-1,-1 1,0 0,0-1,0 1,1 0,-1 0,0 0,-1-1,1 1,0 0,0 0,0 0,-1 1,1-1,0 0,-1 0,1 1,-1-1,1 1,0-1,-1 1,0 0,1-1,-8 4,1-1,0 1,0 0,0 1,1 0,-1 0,1 1,0-1,0 2,0-1,1 1,0 0,0 0,0 1,1 0,0 0,0 0,0-1,0 0,1 1,-1-1,1 1,1 0,-1 0,1 0,0 0,1 1,0-1,0 1,0 0,1 0,1-1,-1 1,1 0,0 0,1 0,0-1,0 1,1 0,0-1,0 1,0-1,1 1,1-1,1 4,4-4,0 1,0-1,1-1,0 0,0 0,1-1,0 0,-1 0,1-2,1 1,-1-1,1-1,-1 0,1-1,-1 0,1-1,3 0,42 1</inkml:trace>
  <inkml:trace contextRef="#ctx0" brushRef="#br0" timeOffset="5877.018">3186 349,'-10'-4,"-1"0,1 1,-1 1,0 0,0 0,0 1,0 0,0 1,0 0,-1 1,1 0,0 1,0 0,1 0,-1 2,-10 3,19-5,-1 0,1 0,-1 0,1 0,0 1,0-1,0 1,0-1,1 1,-1 0,1 0,-1-1,1 1,0 0,0 0,0 0,1 0,-1 1,1-1,0 0,0 0,0 0,0 0,0 0,0 1,1-1,0 0,0 2,43 80,118 86,-161-170,0-1,0 1,0-1,0 1,0-1,-1 1,1 0,0-1,0 1,-1 0,1 0,0 0,-1 0,1 0,-1-1,1 1,-1 0,0 0,1 0,-1 0,0 0,0 0,0 0,1 0,-1 0,0 0,0 1,-1-1,1 0,0 0,0 0,0 0,-1 0,1 0,0 0,-1 0,1-1,-1 1,1 0,-1 0,0 0,1 0,-1-1,0 1,0 0,0 0,-5 1,0-1,0 1,0-1,0 0,-1-1,1 0,0 0,0 0,0-1,-1 1,1-2,0 1,0-1,0 0,0 0,1 0,-5-3,7 4,0-1,1 1,-1-1,0 0,1 0,-1 0,1 0,0 0,0 0,0-1,0 1,0-1,0 0,1 1,-1-1,1 0,0 0,0 0,0 0,0 0,0 0,1 0,-1 0,1 0,0 0,0-1,0 1,0 0,1 0,-1 0,1 0,0 0,0 0,0 0,1-2,9-12,0 0,1 1,1 0,0 1,1 0,1 2,0-1,1 2,0 0,1 1,0 0,14-5,-19 9,88-40,-98 47,-1-1,0 1,1 0,-1 0,0 0,1 0,-1 0,0 0,1 0,-1 1,0-1,1 0,-1 1,0-1,0 1,1-1,-1 1,0 0,0 0,0-1,0 1,0 0,0 0,0 0,0 0,0 0,0 0,0 0,-1 1,1-1,0 0,-1 0,1 0,-1 1,0-1,1 0,-1 1,0-1,0 0,5 60,-5-50,0 14,-1-9,1 0,0 0,1 0,0 0,2 0,0 0,0 0,2 0,0-1,1 0,4 8,-9-21,0-1,0 1,0 0,1-1,-1 1,1-1,-1 1,1-1,0 0,0 0,-1 1,1-1,0 0,0-1,0 1,0 0,0 0,0-1,0 0,0 1,1-1,-1 0,0 0,0 0,0 0,0 0,0-1,0 1,2-1,17-6</inkml:trace>
  <inkml:trace contextRef="#ctx0" brushRef="#br0" timeOffset="6140.817">3596 103,'-16'-2,"-8"4,0 8,4 12,11 11,11 13,5-3</inkml:trace>
  <inkml:trace contextRef="#ctx0" brushRef="#br0" timeOffset="6739.163">3705 676,'-4'-28,"1"-1,2 0,0 0,2 0,1 0,2 1,0-1,2 1,1 0,2 0,6-15,-15 43,0 0,0-1,0 1,0-1,-1 1,1-1,0 1,1-1,-1 1,0-1,0 1,0 0,0-1,0 1,0-1,0 1,1-1,-1 1,0 0,0-1,1 1,-1-1,0 1,1 0,-1-1,0 1,1 0,-1 0,0-1,1 1,-1 0,1 0,-1 0,0-1,1 1,-1 0,1 0,-1 0,1 0,-1 0,1 0,-1 0,0 0,1 0,-1 0,1 0,-1 0,1 0,-1 0,1 0,-1 0,1 1,-1-1,0 0,1 0,-1 1,1-1,8 27,-6-18,-1 4,1 0,1 0,0-1,1 1,1-1,0 0,0 0,1-1,0 0,1 0,1-1,0 0,0 0,2 1,-4-9,-1 1,1-1,0 0,0 0,0-1,0 0,0 0,1 0,-1-1,0 0,0-1,0 0,5-1,35 0,-45 4,0-1,1 1,-1-1,0 1,0 0,0 0,0 0,0 0,0 0,0 0,-1 1,1-1,-1 1,0-1,1 1,-1-1,0 1,-1 0,1-1,0 1,-1 0,0 0,1 0,-1-1,0 1,-1 0,1 0,0 0,-1-1,1 1,-1 0,0 0,0 8,1-7,-1-1,1 0,-1 1,0-1,1 1,0-1,0 1,0-1,0 1,1-1,-1 0,1 1,0-1,0 0,0 1,0-1,1 0,-1 0,1 0,0 0,0 0,0 0,0-1,0 1,1-1,-1 1,1-1,0 0,-1 0,1 0,0 0,0-1,3 2,9-2,0 0,1-1,-1-1,1 0,-1-1,1-1,-1 0,0-1,-1-1,1 0,-1-1,0 0,0-1,0-1,-1-1,9-7,-13 10,0 0,-1-1,0-1,0 1,-1-1,0 0,0-1,-1 0,0 0,-1 0,0-1,0 0,-1 0,0 0,-1 0,0 0,-1-1,2-10,-9 8,-5 38,5-9,1 1,0-1,2 1,-1 0,2-1,0 1,1 0,1 0,1 0,0 0,1-1,1 1,0-1,1 0,7 14,-1-14,0-5</inkml:trace>
  <inkml:trace contextRef="#ctx0" brushRef="#br0" timeOffset="6990.556">4497 21,'-4'-9,"0"1,3 5,3 2</inkml:trace>
  <inkml:trace contextRef="#ctx0" brushRef="#br0" timeOffset="7502.229">1670 1496,'0'18,"-2"21,-4 19,0 15,-1 10,-3 5,-1 2,-1-3,-1-7,-3-10,1-17</inkml:trace>
  <inkml:trace contextRef="#ctx0" brushRef="#br0" timeOffset="8235.824">1520 1647,'22'-5,"1"1,-1 1,1 1,-1 1,1 1,-1 1,1 1,-1 1,1 0,-1 2,0 1,-1 1,1 1,-2 0,1 2,-17-9,-1 0,0 0,1 1,-1-1,0 1,0 0,0 0,-1 0,1 0,0 1,-1-1,1 1,-1-1,0 1,0 0,0 0,0 0,-1 0,1 0,-1 0,0 0,1 1,-2-1,1 1,0-1,-1 0,1 1,-1-1,0 1,0-1,0 1,-1-1,1 1,-1-1,0 1,0-1,0 0,0 0,-1 1,-5 2,-1 0,0-1,0 1,0-2,-1 1,0-1,1 0,-1-1,-1 0,1-1,0 0,-1 0,1-1,-1 0,-5 0,-38-7,52 5,-1 1,1-1,0 1,0-1,0 0,0 0,-1 0,1 0,1 0,-1 0,0 0,0 0,0 0,0 0,1 0,-1 0,1-1,-1 1,1 0,-1-1,1 1,-1 0,1-1,0 1,0 0,0-1,0 1,0 0,0-1,0 1,1-1,-1 1,0 0,1 0,-1-1,1 1,-1-1,6-9,-1-1,2 1,-1 0,2 0,-1 1,1 0,1 1,0-1,2-1,12-12,30-34,-3-2,-2-2,-3-2,-3-2,3-11,-22 30,-2 0,-2-2,-2 0,-3-1,3-19,-16 64,0 1,0 0,0 0,-1-1,1 1,-1 0,0 0,0-1,0 1,0 0,0 0,-1-1,1 1,-1 0,0 0,0 0,-1-1,1 3,0 1,0 0,0 0,0-1,0 1,0 0,0 0,0 0,0 0,0 0,0 1,0-1,0 0,0 0,0 1,0-1,0 0,0 1,0-1,0 1,0 0,0-1,0 1,1 0,-1-1,0 1,0 0,1 0,-1 0,0-1,1 1,-1 0,1 0,0 0,-1 0,1 1,-11 18,1 0,1 1,1 0,1 1,1 0,1 0,1 0,1 1,0-1,2 10,-2 15,2 1,3-1,1 1,2-1,3 0,2 0,1-1,3 0,1-2,14 27,-25-63,0 2,0 0,1-1,0 1,1-1,0 0,1 0,-1-1,7 6,-12-13,-1 0,1-1,-1 1,1-1,-1 1,1-1,0 1,-1-1,1 1,-1-1,1 1,0-1,0 0,-1 1,1-1,0 0,0 0,-1 0,1 0,0 1,0-1,0 0,-1 0,1 0,0-1,0 1,-1 0,1 0,0 0,0-1,-1 1,1 0,0-1,0 1,-1 0,1-1,-1 1,1-1,0 1,-1-1,1 1,-1-1,1 0,-1 1,1-1,-1 0,0 1,1-1,-1 0,8-40,-11 22,-1 1,0-1,-1 1,-2 0,1 1,-2-1,0 2,-2-1,1 1,-2 0,0 1,-1 0,0 1,-2 0,-15-16,-1 1,-1 2,-2 1,0 2,-2 1,0 1,-1 3,-34-14,60 25,28 8,216 24,85-7,-231-15</inkml:trace>
  <inkml:trace contextRef="#ctx0" brushRef="#br0" timeOffset="10251.532">5248 1059,'-3'-5,"10"-1,2 0</inkml:trace>
  <inkml:trace contextRef="#ctx0" brushRef="#br0" timeOffset="8806.238">3254 1360,'5'-1,"0"1,-1 0,1 0,-1 0,1 1,-1-1,1 1,-1 0,1 1,-1-1,0 1,0-1,0 1,0 1,3 1,-1-1,0 1,-1 0,1 0,-1 1,0 0,0 0,-1 0,1 0,-1 1,0-1,-1 1,1 0,-1 0,0 1,-1-1,0 0,0 1,0 0,-1-1,1 1,-2 0,1 0,-1 0,0 0,-1 1,0 11,-2 0,0 0,-1 0,-1-1,-1 0,0 0,-2 0,-5 9,-65 114,77-140,1 0,0 0,-1 0,1 1,0-1,-1 0,1 0,0 0,0 0,0 0,0 0,0 1,0-1,0 0,0 0,0 0,1 0,-1 0,0 0,1 0,-1 0,1 0,-1 0,1 0,0 0,-1 0,1 0,0 0,0 0,-1-1,1 1,0 0,0 0,0-1,0 1,0-1,0 1,0-1,0 1,0-1,0 0,0 1,0-1,1 0,-1 0,0 0,1 0,59 0,-55-1,24-2,-1-1,0-1,0-2,0-1,-1-1,0-1,-1-2,0-1,14-9,-15 3</inkml:trace>
  <inkml:trace contextRef="#ctx0" brushRef="#br0" timeOffset="9053.587">3009 1592,'21'0,"20"-2,20-1,21-3,14 1,11-2,2-2,-4-2,-11 2,-16-4,-21 2</inkml:trace>
  <inkml:trace contextRef="#ctx0" brushRef="#br0" timeOffset="9306.899">3869 1401,'-5'1,"0"0,1 1,-1-1,1 1,0 0,0 0,0 1,0-1,0 1,0 0,0 0,1 0,0 1,-1-1,1 1,0 0,1 0,-1 0,1 0,0 0,0 0,0 1,0-1,1 1,0-1,0 1,0 3,-2 5,2 0,-1 0,2 1,0-1,0 1,1-1,1 0,0 1,2 3,-1-8,-1 0,1-1,1 1,-1-1,1 0,1 0,0 0,0 0,0-1,1 0,0 0,0 0,1-1,0 0,0-1,0 1,1-1,0 0,0-1,0 0,0 0,1-1,-1 0,1-1,0 0,2 0,4 2,1-1,0-1,0-1,1 0,-1-1,0-1,0 0,0-1,0-1,0 0,0-1,-1-1,0-1,0 0,0-1,6-4,3-8</inkml:trace>
  <inkml:trace contextRef="#ctx0" brushRef="#br0" timeOffset="9468.007">3719 1551,'21'0,"18"0,17 0,12 0,10 0,-1 0,-3-3,-7-2,-13-3,-16-3,-14 1</inkml:trace>
  <inkml:trace contextRef="#ctx0" brushRef="#br0" timeOffset="10005.456">3978 1332,'-46'-25,"46"25,0-1,0 1,0-1,0 0,0 1,1-1,-1 1,0-1,0 1,1-1,-1 1,0-1,1 1,-1-1,0 1,1-1,-1 1,1-1,-1 1,1 0,-1-1,1 1,-1 0,1-1,-1 1,1 0,0 0,-1 0,1 0,-1-1,1 1,0 0,-1 0,1 0,-1 0,1 0,0 0,-1 0,1 1,-1-1,1 0,-1 0,1 0,0 0,47-3,1 2,0 2,22 4,-16-2,0 0,63 3,0 5,69 17,-143-13,-59-6,-7-5,1 1,1 1,-1 1,1 0,1 2,-11 6,23-12,1 1,0-1,0 1,1 1,-1-1,1 1,0 0,0 0,1 1,-1-1,1 1,0 0,1 0,0 1,0-1,0 1,0-1,1 1,1 0,-1 0,0 5,2-6,0 0,0 1,1-1,0 0,0 0,0 0,1 0,-1 0,2 0,-1-1,1 1,-1-1,2 1,-1-1,0 0,1 0,0-1,0 1,1-1,-1 0,1 0,4 3,4 2,1 0,0-1,0-1,1 0,0-1,1 0,-1-1,2-1,5 2,-1-1,1-1,0-1,1-1,-1-1,0-1,1-1,-1-1,0 0,0-2,0-1,-1-1,1 0,-1-2,7-4,-21 8,1 0,-1-1,0 0,0 0,-1 0,1-1,-1 0,-1-1,1 1,-1-1,0 0,0-1,-1 1,0-1,-1 1,1-1,-2-1,1 1,-1 0,0 0,0-7,-17 93,13-58,-1-9,1 0,1 0,0 0,1 0,0 0,0 0,1 0,1 0,0 0,0 0,1 0,0-1,2 2,18 10,-12-16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25.11.2025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8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customXml" Target="../ink/ink2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9" Type="http://schemas.openxmlformats.org/officeDocument/2006/relationships/image" Target="../media/image45.png"/><Relationship Id="rId21" Type="http://schemas.openxmlformats.org/officeDocument/2006/relationships/image" Target="../media/image36.png"/><Relationship Id="rId34" Type="http://schemas.openxmlformats.org/officeDocument/2006/relationships/customXml" Target="../ink/ink37.xml"/><Relationship Id="rId42" Type="http://schemas.openxmlformats.org/officeDocument/2006/relationships/customXml" Target="../ink/ink41.xml"/><Relationship Id="rId47" Type="http://schemas.openxmlformats.org/officeDocument/2006/relationships/image" Target="../media/image49.png"/><Relationship Id="rId50" Type="http://schemas.openxmlformats.org/officeDocument/2006/relationships/customXml" Target="../ink/ink45.xml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customXml" Target="../ink/ink28.xml"/><Relationship Id="rId29" Type="http://schemas.openxmlformats.org/officeDocument/2006/relationships/image" Target="../media/image40.png"/><Relationship Id="rId11" Type="http://schemas.openxmlformats.org/officeDocument/2006/relationships/image" Target="../media/image31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../media/image44.png"/><Relationship Id="rId40" Type="http://schemas.openxmlformats.org/officeDocument/2006/relationships/customXml" Target="../ink/ink40.xml"/><Relationship Id="rId45" Type="http://schemas.openxmlformats.org/officeDocument/2006/relationships/image" Target="../media/image48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23" Type="http://schemas.openxmlformats.org/officeDocument/2006/relationships/image" Target="../media/image37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49" Type="http://schemas.openxmlformats.org/officeDocument/2006/relationships/image" Target="../media/image50.png"/><Relationship Id="rId10" Type="http://schemas.openxmlformats.org/officeDocument/2006/relationships/customXml" Target="../ink/ink25.xml"/><Relationship Id="rId19" Type="http://schemas.openxmlformats.org/officeDocument/2006/relationships/image" Target="../media/image35.png"/><Relationship Id="rId31" Type="http://schemas.openxmlformats.org/officeDocument/2006/relationships/image" Target="../media/image41.png"/><Relationship Id="rId44" Type="http://schemas.openxmlformats.org/officeDocument/2006/relationships/customXml" Target="../ink/ink42.xml"/><Relationship Id="rId4" Type="http://schemas.openxmlformats.org/officeDocument/2006/relationships/customXml" Target="../ink/ink22.xml"/><Relationship Id="rId9" Type="http://schemas.openxmlformats.org/officeDocument/2006/relationships/image" Target="../media/image30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39.png"/><Relationship Id="rId30" Type="http://schemas.openxmlformats.org/officeDocument/2006/relationships/customXml" Target="../ink/ink35.xml"/><Relationship Id="rId35" Type="http://schemas.openxmlformats.org/officeDocument/2006/relationships/image" Target="../media/image43.png"/><Relationship Id="rId43" Type="http://schemas.openxmlformats.org/officeDocument/2006/relationships/image" Target="../media/image47.png"/><Relationship Id="rId48" Type="http://schemas.openxmlformats.org/officeDocument/2006/relationships/customXml" Target="../ink/ink44.xml"/><Relationship Id="rId8" Type="http://schemas.openxmlformats.org/officeDocument/2006/relationships/customXml" Target="../ink/ink24.xml"/><Relationship Id="rId51" Type="http://schemas.openxmlformats.org/officeDocument/2006/relationships/image" Target="../media/image51.png"/><Relationship Id="rId3" Type="http://schemas.openxmlformats.org/officeDocument/2006/relationships/image" Target="../media/image1.png"/><Relationship Id="rId12" Type="http://schemas.openxmlformats.org/officeDocument/2006/relationships/customXml" Target="../ink/ink26.xml"/><Relationship Id="rId17" Type="http://schemas.openxmlformats.org/officeDocument/2006/relationships/image" Target="../media/image34.png"/><Relationship Id="rId25" Type="http://schemas.openxmlformats.org/officeDocument/2006/relationships/image" Target="../media/image38.png"/><Relationship Id="rId33" Type="http://schemas.openxmlformats.org/officeDocument/2006/relationships/image" Target="../media/image42.png"/><Relationship Id="rId38" Type="http://schemas.openxmlformats.org/officeDocument/2006/relationships/customXml" Target="../ink/ink39.xml"/><Relationship Id="rId46" Type="http://schemas.openxmlformats.org/officeDocument/2006/relationships/customXml" Target="../ink/ink43.xml"/><Relationship Id="rId20" Type="http://schemas.openxmlformats.org/officeDocument/2006/relationships/customXml" Target="../ink/ink30.xml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3.xml"/><Relationship Id="rId21" Type="http://schemas.openxmlformats.org/officeDocument/2006/relationships/customXml" Target="../ink/ink55.xml"/><Relationship Id="rId42" Type="http://schemas.openxmlformats.org/officeDocument/2006/relationships/image" Target="../media/image71.png"/><Relationship Id="rId63" Type="http://schemas.openxmlformats.org/officeDocument/2006/relationships/customXml" Target="../ink/ink76.xml"/><Relationship Id="rId84" Type="http://schemas.openxmlformats.org/officeDocument/2006/relationships/image" Target="../media/image92.png"/><Relationship Id="rId138" Type="http://schemas.openxmlformats.org/officeDocument/2006/relationships/image" Target="../media/image119.png"/><Relationship Id="rId159" Type="http://schemas.openxmlformats.org/officeDocument/2006/relationships/customXml" Target="../ink/ink124.xml"/><Relationship Id="rId170" Type="http://schemas.openxmlformats.org/officeDocument/2006/relationships/image" Target="../media/image135.png"/><Relationship Id="rId191" Type="http://schemas.openxmlformats.org/officeDocument/2006/relationships/customXml" Target="../ink/ink140.xml"/><Relationship Id="rId205" Type="http://schemas.openxmlformats.org/officeDocument/2006/relationships/customXml" Target="../ink/ink147.xml"/><Relationship Id="rId226" Type="http://schemas.openxmlformats.org/officeDocument/2006/relationships/image" Target="../media/image163.png"/><Relationship Id="rId107" Type="http://schemas.openxmlformats.org/officeDocument/2006/relationships/customXml" Target="../ink/ink98.xml"/><Relationship Id="rId11" Type="http://schemas.openxmlformats.org/officeDocument/2006/relationships/customXml" Target="../ink/ink50.xml"/><Relationship Id="rId32" Type="http://schemas.openxmlformats.org/officeDocument/2006/relationships/image" Target="../media/image66.png"/><Relationship Id="rId53" Type="http://schemas.openxmlformats.org/officeDocument/2006/relationships/customXml" Target="../ink/ink71.xml"/><Relationship Id="rId74" Type="http://schemas.openxmlformats.org/officeDocument/2006/relationships/image" Target="../media/image87.png"/><Relationship Id="rId128" Type="http://schemas.openxmlformats.org/officeDocument/2006/relationships/image" Target="../media/image114.png"/><Relationship Id="rId149" Type="http://schemas.openxmlformats.org/officeDocument/2006/relationships/customXml" Target="../ink/ink119.xml"/><Relationship Id="rId5" Type="http://schemas.openxmlformats.org/officeDocument/2006/relationships/customXml" Target="../ink/ink47.xml"/><Relationship Id="rId95" Type="http://schemas.openxmlformats.org/officeDocument/2006/relationships/customXml" Target="../ink/ink92.xml"/><Relationship Id="rId160" Type="http://schemas.openxmlformats.org/officeDocument/2006/relationships/image" Target="../media/image130.png"/><Relationship Id="rId181" Type="http://schemas.openxmlformats.org/officeDocument/2006/relationships/customXml" Target="../ink/ink135.xml"/><Relationship Id="rId216" Type="http://schemas.openxmlformats.org/officeDocument/2006/relationships/image" Target="../media/image158.png"/><Relationship Id="rId22" Type="http://schemas.openxmlformats.org/officeDocument/2006/relationships/image" Target="../media/image61.png"/><Relationship Id="rId43" Type="http://schemas.openxmlformats.org/officeDocument/2006/relationships/customXml" Target="../ink/ink66.xml"/><Relationship Id="rId64" Type="http://schemas.openxmlformats.org/officeDocument/2006/relationships/image" Target="../media/image82.png"/><Relationship Id="rId118" Type="http://schemas.openxmlformats.org/officeDocument/2006/relationships/image" Target="../media/image109.png"/><Relationship Id="rId139" Type="http://schemas.openxmlformats.org/officeDocument/2006/relationships/customXml" Target="../ink/ink114.xml"/><Relationship Id="rId85" Type="http://schemas.openxmlformats.org/officeDocument/2006/relationships/customXml" Target="../ink/ink87.xml"/><Relationship Id="rId150" Type="http://schemas.openxmlformats.org/officeDocument/2006/relationships/image" Target="../media/image125.png"/><Relationship Id="rId171" Type="http://schemas.openxmlformats.org/officeDocument/2006/relationships/customXml" Target="../ink/ink130.xml"/><Relationship Id="rId192" Type="http://schemas.openxmlformats.org/officeDocument/2006/relationships/image" Target="../media/image146.png"/><Relationship Id="rId206" Type="http://schemas.openxmlformats.org/officeDocument/2006/relationships/image" Target="../media/image153.png"/><Relationship Id="rId227" Type="http://schemas.openxmlformats.org/officeDocument/2006/relationships/customXml" Target="../ink/ink158.xml"/><Relationship Id="rId12" Type="http://schemas.openxmlformats.org/officeDocument/2006/relationships/image" Target="../media/image56.png"/><Relationship Id="rId33" Type="http://schemas.openxmlformats.org/officeDocument/2006/relationships/customXml" Target="../ink/ink61.xml"/><Relationship Id="rId108" Type="http://schemas.openxmlformats.org/officeDocument/2006/relationships/image" Target="../media/image104.png"/><Relationship Id="rId129" Type="http://schemas.openxmlformats.org/officeDocument/2006/relationships/customXml" Target="../ink/ink109.xml"/><Relationship Id="rId54" Type="http://schemas.openxmlformats.org/officeDocument/2006/relationships/image" Target="../media/image77.png"/><Relationship Id="rId75" Type="http://schemas.openxmlformats.org/officeDocument/2006/relationships/customXml" Target="../ink/ink82.xml"/><Relationship Id="rId96" Type="http://schemas.openxmlformats.org/officeDocument/2006/relationships/image" Target="../media/image98.png"/><Relationship Id="rId140" Type="http://schemas.openxmlformats.org/officeDocument/2006/relationships/image" Target="../media/image120.png"/><Relationship Id="rId161" Type="http://schemas.openxmlformats.org/officeDocument/2006/relationships/customXml" Target="../ink/ink125.xml"/><Relationship Id="rId182" Type="http://schemas.openxmlformats.org/officeDocument/2006/relationships/image" Target="../media/image141.png"/><Relationship Id="rId217" Type="http://schemas.openxmlformats.org/officeDocument/2006/relationships/customXml" Target="../ink/ink153.xml"/><Relationship Id="rId6" Type="http://schemas.openxmlformats.org/officeDocument/2006/relationships/image" Target="../media/image53.png"/><Relationship Id="rId23" Type="http://schemas.openxmlformats.org/officeDocument/2006/relationships/customXml" Target="../ink/ink56.xml"/><Relationship Id="rId119" Type="http://schemas.openxmlformats.org/officeDocument/2006/relationships/customXml" Target="../ink/ink104.xml"/><Relationship Id="rId44" Type="http://schemas.openxmlformats.org/officeDocument/2006/relationships/image" Target="../media/image72.png"/><Relationship Id="rId65" Type="http://schemas.openxmlformats.org/officeDocument/2006/relationships/customXml" Target="../ink/ink77.xml"/><Relationship Id="rId86" Type="http://schemas.openxmlformats.org/officeDocument/2006/relationships/image" Target="../media/image93.png"/><Relationship Id="rId130" Type="http://schemas.openxmlformats.org/officeDocument/2006/relationships/image" Target="../media/image115.png"/><Relationship Id="rId151" Type="http://schemas.openxmlformats.org/officeDocument/2006/relationships/customXml" Target="../ink/ink120.xml"/><Relationship Id="rId172" Type="http://schemas.openxmlformats.org/officeDocument/2006/relationships/image" Target="../media/image136.png"/><Relationship Id="rId193" Type="http://schemas.openxmlformats.org/officeDocument/2006/relationships/customXml" Target="../ink/ink141.xml"/><Relationship Id="rId207" Type="http://schemas.openxmlformats.org/officeDocument/2006/relationships/customXml" Target="../ink/ink148.xml"/><Relationship Id="rId228" Type="http://schemas.openxmlformats.org/officeDocument/2006/relationships/image" Target="../media/image164.png"/><Relationship Id="rId13" Type="http://schemas.openxmlformats.org/officeDocument/2006/relationships/customXml" Target="../ink/ink51.xml"/><Relationship Id="rId109" Type="http://schemas.openxmlformats.org/officeDocument/2006/relationships/customXml" Target="../ink/ink99.xml"/><Relationship Id="rId34" Type="http://schemas.openxmlformats.org/officeDocument/2006/relationships/image" Target="../media/image67.png"/><Relationship Id="rId55" Type="http://schemas.openxmlformats.org/officeDocument/2006/relationships/customXml" Target="../ink/ink72.xml"/><Relationship Id="rId76" Type="http://schemas.openxmlformats.org/officeDocument/2006/relationships/image" Target="../media/image88.png"/><Relationship Id="rId97" Type="http://schemas.openxmlformats.org/officeDocument/2006/relationships/customXml" Target="../ink/ink93.xml"/><Relationship Id="rId120" Type="http://schemas.openxmlformats.org/officeDocument/2006/relationships/image" Target="../media/image110.png"/><Relationship Id="rId141" Type="http://schemas.openxmlformats.org/officeDocument/2006/relationships/customXml" Target="../ink/ink115.xml"/><Relationship Id="rId7" Type="http://schemas.openxmlformats.org/officeDocument/2006/relationships/customXml" Target="../ink/ink48.xml"/><Relationship Id="rId162" Type="http://schemas.openxmlformats.org/officeDocument/2006/relationships/image" Target="../media/image131.png"/><Relationship Id="rId183" Type="http://schemas.openxmlformats.org/officeDocument/2006/relationships/customXml" Target="../ink/ink136.xml"/><Relationship Id="rId218" Type="http://schemas.openxmlformats.org/officeDocument/2006/relationships/image" Target="../media/image159.png"/><Relationship Id="rId24" Type="http://schemas.openxmlformats.org/officeDocument/2006/relationships/image" Target="../media/image62.png"/><Relationship Id="rId45" Type="http://schemas.openxmlformats.org/officeDocument/2006/relationships/customXml" Target="../ink/ink67.xml"/><Relationship Id="rId66" Type="http://schemas.openxmlformats.org/officeDocument/2006/relationships/image" Target="../media/image83.png"/><Relationship Id="rId87" Type="http://schemas.openxmlformats.org/officeDocument/2006/relationships/customXml" Target="../ink/ink88.xml"/><Relationship Id="rId110" Type="http://schemas.openxmlformats.org/officeDocument/2006/relationships/image" Target="../media/image105.png"/><Relationship Id="rId131" Type="http://schemas.openxmlformats.org/officeDocument/2006/relationships/customXml" Target="../ink/ink110.xml"/><Relationship Id="rId152" Type="http://schemas.openxmlformats.org/officeDocument/2006/relationships/image" Target="../media/image126.png"/><Relationship Id="rId173" Type="http://schemas.openxmlformats.org/officeDocument/2006/relationships/customXml" Target="../ink/ink131.xml"/><Relationship Id="rId194" Type="http://schemas.openxmlformats.org/officeDocument/2006/relationships/image" Target="../media/image147.png"/><Relationship Id="rId208" Type="http://schemas.openxmlformats.org/officeDocument/2006/relationships/image" Target="../media/image154.png"/><Relationship Id="rId229" Type="http://schemas.openxmlformats.org/officeDocument/2006/relationships/customXml" Target="../ink/ink159.xml"/><Relationship Id="rId14" Type="http://schemas.openxmlformats.org/officeDocument/2006/relationships/image" Target="../media/image57.png"/><Relationship Id="rId35" Type="http://schemas.openxmlformats.org/officeDocument/2006/relationships/customXml" Target="../ink/ink62.xml"/><Relationship Id="rId56" Type="http://schemas.openxmlformats.org/officeDocument/2006/relationships/image" Target="../media/image78.png"/><Relationship Id="rId77" Type="http://schemas.openxmlformats.org/officeDocument/2006/relationships/customXml" Target="../ink/ink83.xml"/><Relationship Id="rId100" Type="http://schemas.openxmlformats.org/officeDocument/2006/relationships/image" Target="../media/image100.png"/><Relationship Id="rId8" Type="http://schemas.openxmlformats.org/officeDocument/2006/relationships/image" Target="../media/image54.png"/><Relationship Id="rId98" Type="http://schemas.openxmlformats.org/officeDocument/2006/relationships/image" Target="../media/image99.png"/><Relationship Id="rId121" Type="http://schemas.openxmlformats.org/officeDocument/2006/relationships/customXml" Target="../ink/ink105.xml"/><Relationship Id="rId142" Type="http://schemas.openxmlformats.org/officeDocument/2006/relationships/image" Target="../media/image121.png"/><Relationship Id="rId163" Type="http://schemas.openxmlformats.org/officeDocument/2006/relationships/customXml" Target="../ink/ink126.xml"/><Relationship Id="rId184" Type="http://schemas.openxmlformats.org/officeDocument/2006/relationships/image" Target="../media/image142.png"/><Relationship Id="rId219" Type="http://schemas.openxmlformats.org/officeDocument/2006/relationships/customXml" Target="../ink/ink154.xml"/><Relationship Id="rId230" Type="http://schemas.openxmlformats.org/officeDocument/2006/relationships/image" Target="../media/image165.png"/><Relationship Id="rId25" Type="http://schemas.openxmlformats.org/officeDocument/2006/relationships/customXml" Target="../ink/ink57.xml"/><Relationship Id="rId46" Type="http://schemas.openxmlformats.org/officeDocument/2006/relationships/image" Target="../media/image73.png"/><Relationship Id="rId67" Type="http://schemas.openxmlformats.org/officeDocument/2006/relationships/customXml" Target="../ink/ink78.xml"/><Relationship Id="rId20" Type="http://schemas.openxmlformats.org/officeDocument/2006/relationships/image" Target="../media/image60.png"/><Relationship Id="rId41" Type="http://schemas.openxmlformats.org/officeDocument/2006/relationships/customXml" Target="../ink/ink65.xml"/><Relationship Id="rId62" Type="http://schemas.openxmlformats.org/officeDocument/2006/relationships/image" Target="../media/image81.png"/><Relationship Id="rId83" Type="http://schemas.openxmlformats.org/officeDocument/2006/relationships/customXml" Target="../ink/ink86.xml"/><Relationship Id="rId88" Type="http://schemas.openxmlformats.org/officeDocument/2006/relationships/image" Target="../media/image94.png"/><Relationship Id="rId111" Type="http://schemas.openxmlformats.org/officeDocument/2006/relationships/customXml" Target="../ink/ink100.xml"/><Relationship Id="rId132" Type="http://schemas.openxmlformats.org/officeDocument/2006/relationships/image" Target="../media/image116.png"/><Relationship Id="rId153" Type="http://schemas.openxmlformats.org/officeDocument/2006/relationships/customXml" Target="../ink/ink121.xml"/><Relationship Id="rId174" Type="http://schemas.openxmlformats.org/officeDocument/2006/relationships/image" Target="../media/image137.png"/><Relationship Id="rId179" Type="http://schemas.openxmlformats.org/officeDocument/2006/relationships/customXml" Target="../ink/ink134.xml"/><Relationship Id="rId195" Type="http://schemas.openxmlformats.org/officeDocument/2006/relationships/customXml" Target="../ink/ink142.xml"/><Relationship Id="rId209" Type="http://schemas.openxmlformats.org/officeDocument/2006/relationships/customXml" Target="../ink/ink149.xml"/><Relationship Id="rId190" Type="http://schemas.openxmlformats.org/officeDocument/2006/relationships/image" Target="../media/image145.png"/><Relationship Id="rId204" Type="http://schemas.openxmlformats.org/officeDocument/2006/relationships/image" Target="../media/image152.png"/><Relationship Id="rId220" Type="http://schemas.openxmlformats.org/officeDocument/2006/relationships/image" Target="../media/image160.png"/><Relationship Id="rId225" Type="http://schemas.openxmlformats.org/officeDocument/2006/relationships/customXml" Target="../ink/ink157.xml"/><Relationship Id="rId15" Type="http://schemas.openxmlformats.org/officeDocument/2006/relationships/customXml" Target="../ink/ink52.xml"/><Relationship Id="rId36" Type="http://schemas.openxmlformats.org/officeDocument/2006/relationships/image" Target="../media/image68.png"/><Relationship Id="rId57" Type="http://schemas.openxmlformats.org/officeDocument/2006/relationships/customXml" Target="../ink/ink73.xml"/><Relationship Id="rId106" Type="http://schemas.openxmlformats.org/officeDocument/2006/relationships/image" Target="../media/image103.png"/><Relationship Id="rId127" Type="http://schemas.openxmlformats.org/officeDocument/2006/relationships/customXml" Target="../ink/ink108.xml"/><Relationship Id="rId10" Type="http://schemas.openxmlformats.org/officeDocument/2006/relationships/image" Target="../media/image55.png"/><Relationship Id="rId31" Type="http://schemas.openxmlformats.org/officeDocument/2006/relationships/customXml" Target="../ink/ink60.xml"/><Relationship Id="rId52" Type="http://schemas.openxmlformats.org/officeDocument/2006/relationships/image" Target="../media/image76.png"/><Relationship Id="rId73" Type="http://schemas.openxmlformats.org/officeDocument/2006/relationships/customXml" Target="../ink/ink81.xml"/><Relationship Id="rId78" Type="http://schemas.openxmlformats.org/officeDocument/2006/relationships/image" Target="../media/image89.png"/><Relationship Id="rId94" Type="http://schemas.openxmlformats.org/officeDocument/2006/relationships/image" Target="../media/image97.png"/><Relationship Id="rId99" Type="http://schemas.openxmlformats.org/officeDocument/2006/relationships/customXml" Target="../ink/ink94.xml"/><Relationship Id="rId101" Type="http://schemas.openxmlformats.org/officeDocument/2006/relationships/customXml" Target="../ink/ink95.xml"/><Relationship Id="rId122" Type="http://schemas.openxmlformats.org/officeDocument/2006/relationships/image" Target="../media/image111.png"/><Relationship Id="rId143" Type="http://schemas.openxmlformats.org/officeDocument/2006/relationships/customXml" Target="../ink/ink116.xml"/><Relationship Id="rId148" Type="http://schemas.openxmlformats.org/officeDocument/2006/relationships/image" Target="../media/image124.png"/><Relationship Id="rId164" Type="http://schemas.openxmlformats.org/officeDocument/2006/relationships/image" Target="../media/image132.png"/><Relationship Id="rId169" Type="http://schemas.openxmlformats.org/officeDocument/2006/relationships/customXml" Target="../ink/ink129.xml"/><Relationship Id="rId185" Type="http://schemas.openxmlformats.org/officeDocument/2006/relationships/customXml" Target="../ink/ink137.xml"/><Relationship Id="rId4" Type="http://schemas.openxmlformats.org/officeDocument/2006/relationships/image" Target="../media/image52.png"/><Relationship Id="rId9" Type="http://schemas.openxmlformats.org/officeDocument/2006/relationships/customXml" Target="../ink/ink49.xml"/><Relationship Id="rId180" Type="http://schemas.openxmlformats.org/officeDocument/2006/relationships/image" Target="../media/image140.png"/><Relationship Id="rId210" Type="http://schemas.openxmlformats.org/officeDocument/2006/relationships/image" Target="../media/image155.png"/><Relationship Id="rId215" Type="http://schemas.openxmlformats.org/officeDocument/2006/relationships/customXml" Target="../ink/ink152.xml"/><Relationship Id="rId26" Type="http://schemas.openxmlformats.org/officeDocument/2006/relationships/image" Target="../media/image63.png"/><Relationship Id="rId231" Type="http://schemas.openxmlformats.org/officeDocument/2006/relationships/customXml" Target="../ink/ink160.xml"/><Relationship Id="rId47" Type="http://schemas.openxmlformats.org/officeDocument/2006/relationships/customXml" Target="../ink/ink68.xml"/><Relationship Id="rId68" Type="http://schemas.openxmlformats.org/officeDocument/2006/relationships/image" Target="../media/image84.png"/><Relationship Id="rId89" Type="http://schemas.openxmlformats.org/officeDocument/2006/relationships/customXml" Target="../ink/ink89.xml"/><Relationship Id="rId112" Type="http://schemas.openxmlformats.org/officeDocument/2006/relationships/image" Target="../media/image106.png"/><Relationship Id="rId133" Type="http://schemas.openxmlformats.org/officeDocument/2006/relationships/customXml" Target="../ink/ink111.xml"/><Relationship Id="rId154" Type="http://schemas.openxmlformats.org/officeDocument/2006/relationships/image" Target="../media/image127.png"/><Relationship Id="rId175" Type="http://schemas.openxmlformats.org/officeDocument/2006/relationships/customXml" Target="../ink/ink132.xml"/><Relationship Id="rId196" Type="http://schemas.openxmlformats.org/officeDocument/2006/relationships/image" Target="../media/image148.png"/><Relationship Id="rId200" Type="http://schemas.openxmlformats.org/officeDocument/2006/relationships/image" Target="../media/image150.png"/><Relationship Id="rId16" Type="http://schemas.openxmlformats.org/officeDocument/2006/relationships/image" Target="../media/image58.png"/><Relationship Id="rId221" Type="http://schemas.openxmlformats.org/officeDocument/2006/relationships/customXml" Target="../ink/ink155.xml"/><Relationship Id="rId37" Type="http://schemas.openxmlformats.org/officeDocument/2006/relationships/customXml" Target="../ink/ink63.xml"/><Relationship Id="rId58" Type="http://schemas.openxmlformats.org/officeDocument/2006/relationships/image" Target="../media/image79.png"/><Relationship Id="rId79" Type="http://schemas.openxmlformats.org/officeDocument/2006/relationships/customXml" Target="../ink/ink84.xml"/><Relationship Id="rId102" Type="http://schemas.openxmlformats.org/officeDocument/2006/relationships/image" Target="../media/image101.png"/><Relationship Id="rId123" Type="http://schemas.openxmlformats.org/officeDocument/2006/relationships/customXml" Target="../ink/ink106.xml"/><Relationship Id="rId144" Type="http://schemas.openxmlformats.org/officeDocument/2006/relationships/image" Target="../media/image122.png"/><Relationship Id="rId90" Type="http://schemas.openxmlformats.org/officeDocument/2006/relationships/image" Target="../media/image95.png"/><Relationship Id="rId165" Type="http://schemas.openxmlformats.org/officeDocument/2006/relationships/customXml" Target="../ink/ink127.xml"/><Relationship Id="rId186" Type="http://schemas.openxmlformats.org/officeDocument/2006/relationships/image" Target="../media/image143.png"/><Relationship Id="rId211" Type="http://schemas.openxmlformats.org/officeDocument/2006/relationships/customXml" Target="../ink/ink150.xml"/><Relationship Id="rId232" Type="http://schemas.openxmlformats.org/officeDocument/2006/relationships/image" Target="../media/image166.png"/><Relationship Id="rId27" Type="http://schemas.openxmlformats.org/officeDocument/2006/relationships/customXml" Target="../ink/ink58.xml"/><Relationship Id="rId48" Type="http://schemas.openxmlformats.org/officeDocument/2006/relationships/image" Target="../media/image74.png"/><Relationship Id="rId69" Type="http://schemas.openxmlformats.org/officeDocument/2006/relationships/customXml" Target="../ink/ink79.xml"/><Relationship Id="rId113" Type="http://schemas.openxmlformats.org/officeDocument/2006/relationships/customXml" Target="../ink/ink101.xml"/><Relationship Id="rId134" Type="http://schemas.openxmlformats.org/officeDocument/2006/relationships/image" Target="../media/image117.png"/><Relationship Id="rId80" Type="http://schemas.openxmlformats.org/officeDocument/2006/relationships/image" Target="../media/image90.png"/><Relationship Id="rId155" Type="http://schemas.openxmlformats.org/officeDocument/2006/relationships/customXml" Target="../ink/ink122.xml"/><Relationship Id="rId176" Type="http://schemas.openxmlformats.org/officeDocument/2006/relationships/image" Target="../media/image138.png"/><Relationship Id="rId197" Type="http://schemas.openxmlformats.org/officeDocument/2006/relationships/customXml" Target="../ink/ink143.xml"/><Relationship Id="rId201" Type="http://schemas.openxmlformats.org/officeDocument/2006/relationships/customXml" Target="../ink/ink145.xml"/><Relationship Id="rId222" Type="http://schemas.openxmlformats.org/officeDocument/2006/relationships/image" Target="../media/image161.png"/><Relationship Id="rId17" Type="http://schemas.openxmlformats.org/officeDocument/2006/relationships/customXml" Target="../ink/ink53.xml"/><Relationship Id="rId38" Type="http://schemas.openxmlformats.org/officeDocument/2006/relationships/image" Target="../media/image69.png"/><Relationship Id="rId59" Type="http://schemas.openxmlformats.org/officeDocument/2006/relationships/customXml" Target="../ink/ink74.xml"/><Relationship Id="rId103" Type="http://schemas.openxmlformats.org/officeDocument/2006/relationships/customXml" Target="../ink/ink96.xml"/><Relationship Id="rId124" Type="http://schemas.openxmlformats.org/officeDocument/2006/relationships/image" Target="../media/image112.png"/><Relationship Id="rId70" Type="http://schemas.openxmlformats.org/officeDocument/2006/relationships/image" Target="../media/image85.png"/><Relationship Id="rId91" Type="http://schemas.openxmlformats.org/officeDocument/2006/relationships/customXml" Target="../ink/ink90.xml"/><Relationship Id="rId145" Type="http://schemas.openxmlformats.org/officeDocument/2006/relationships/customXml" Target="../ink/ink117.xml"/><Relationship Id="rId166" Type="http://schemas.openxmlformats.org/officeDocument/2006/relationships/image" Target="../media/image133.png"/><Relationship Id="rId187" Type="http://schemas.openxmlformats.org/officeDocument/2006/relationships/customXml" Target="../ink/ink138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.png"/><Relationship Id="rId233" Type="http://schemas.openxmlformats.org/officeDocument/2006/relationships/customXml" Target="../ink/ink161.xml"/><Relationship Id="rId28" Type="http://schemas.openxmlformats.org/officeDocument/2006/relationships/image" Target="../media/image64.png"/><Relationship Id="rId49" Type="http://schemas.openxmlformats.org/officeDocument/2006/relationships/customXml" Target="../ink/ink69.xml"/><Relationship Id="rId114" Type="http://schemas.openxmlformats.org/officeDocument/2006/relationships/image" Target="../media/image107.png"/><Relationship Id="rId60" Type="http://schemas.openxmlformats.org/officeDocument/2006/relationships/image" Target="../media/image80.png"/><Relationship Id="rId81" Type="http://schemas.openxmlformats.org/officeDocument/2006/relationships/customXml" Target="../ink/ink85.xml"/><Relationship Id="rId135" Type="http://schemas.openxmlformats.org/officeDocument/2006/relationships/customXml" Target="../ink/ink112.xml"/><Relationship Id="rId156" Type="http://schemas.openxmlformats.org/officeDocument/2006/relationships/image" Target="../media/image128.png"/><Relationship Id="rId177" Type="http://schemas.openxmlformats.org/officeDocument/2006/relationships/customXml" Target="../ink/ink133.xml"/><Relationship Id="rId198" Type="http://schemas.openxmlformats.org/officeDocument/2006/relationships/image" Target="../media/image149.png"/><Relationship Id="rId202" Type="http://schemas.openxmlformats.org/officeDocument/2006/relationships/image" Target="../media/image151.png"/><Relationship Id="rId223" Type="http://schemas.openxmlformats.org/officeDocument/2006/relationships/customXml" Target="../ink/ink156.xml"/><Relationship Id="rId18" Type="http://schemas.openxmlformats.org/officeDocument/2006/relationships/image" Target="../media/image59.png"/><Relationship Id="rId39" Type="http://schemas.openxmlformats.org/officeDocument/2006/relationships/customXml" Target="../ink/ink64.xml"/><Relationship Id="rId50" Type="http://schemas.openxmlformats.org/officeDocument/2006/relationships/image" Target="../media/image75.png"/><Relationship Id="rId104" Type="http://schemas.openxmlformats.org/officeDocument/2006/relationships/image" Target="../media/image102.png"/><Relationship Id="rId125" Type="http://schemas.openxmlformats.org/officeDocument/2006/relationships/customXml" Target="../ink/ink107.xml"/><Relationship Id="rId146" Type="http://schemas.openxmlformats.org/officeDocument/2006/relationships/image" Target="../media/image123.png"/><Relationship Id="rId167" Type="http://schemas.openxmlformats.org/officeDocument/2006/relationships/customXml" Target="../ink/ink128.xml"/><Relationship Id="rId188" Type="http://schemas.openxmlformats.org/officeDocument/2006/relationships/image" Target="../media/image144.png"/><Relationship Id="rId71" Type="http://schemas.openxmlformats.org/officeDocument/2006/relationships/customXml" Target="../ink/ink80.xml"/><Relationship Id="rId92" Type="http://schemas.openxmlformats.org/officeDocument/2006/relationships/image" Target="../media/image96.png"/><Relationship Id="rId213" Type="http://schemas.openxmlformats.org/officeDocument/2006/relationships/customXml" Target="../ink/ink151.xml"/><Relationship Id="rId234" Type="http://schemas.openxmlformats.org/officeDocument/2006/relationships/image" Target="../media/image167.png"/><Relationship Id="rId2" Type="http://schemas.openxmlformats.org/officeDocument/2006/relationships/image" Target="../media/image4.png"/><Relationship Id="rId29" Type="http://schemas.openxmlformats.org/officeDocument/2006/relationships/customXml" Target="../ink/ink59.xml"/><Relationship Id="rId40" Type="http://schemas.openxmlformats.org/officeDocument/2006/relationships/image" Target="../media/image70.png"/><Relationship Id="rId115" Type="http://schemas.openxmlformats.org/officeDocument/2006/relationships/customXml" Target="../ink/ink102.xml"/><Relationship Id="rId136" Type="http://schemas.openxmlformats.org/officeDocument/2006/relationships/image" Target="../media/image118.png"/><Relationship Id="rId157" Type="http://schemas.openxmlformats.org/officeDocument/2006/relationships/customXml" Target="../ink/ink123.xml"/><Relationship Id="rId178" Type="http://schemas.openxmlformats.org/officeDocument/2006/relationships/image" Target="../media/image139.png"/><Relationship Id="rId61" Type="http://schemas.openxmlformats.org/officeDocument/2006/relationships/customXml" Target="../ink/ink75.xml"/><Relationship Id="rId82" Type="http://schemas.openxmlformats.org/officeDocument/2006/relationships/image" Target="../media/image91.png"/><Relationship Id="rId199" Type="http://schemas.openxmlformats.org/officeDocument/2006/relationships/customXml" Target="../ink/ink144.xml"/><Relationship Id="rId203" Type="http://schemas.openxmlformats.org/officeDocument/2006/relationships/customXml" Target="../ink/ink146.xml"/><Relationship Id="rId19" Type="http://schemas.openxmlformats.org/officeDocument/2006/relationships/customXml" Target="../ink/ink54.xml"/><Relationship Id="rId224" Type="http://schemas.openxmlformats.org/officeDocument/2006/relationships/image" Target="../media/image162.png"/><Relationship Id="rId30" Type="http://schemas.openxmlformats.org/officeDocument/2006/relationships/image" Target="../media/image65.png"/><Relationship Id="rId105" Type="http://schemas.openxmlformats.org/officeDocument/2006/relationships/customXml" Target="../ink/ink97.xml"/><Relationship Id="rId126" Type="http://schemas.openxmlformats.org/officeDocument/2006/relationships/image" Target="../media/image113.png"/><Relationship Id="rId147" Type="http://schemas.openxmlformats.org/officeDocument/2006/relationships/customXml" Target="../ink/ink118.xml"/><Relationship Id="rId168" Type="http://schemas.openxmlformats.org/officeDocument/2006/relationships/image" Target="../media/image134.png"/><Relationship Id="rId51" Type="http://schemas.openxmlformats.org/officeDocument/2006/relationships/customXml" Target="../ink/ink70.xml"/><Relationship Id="rId72" Type="http://schemas.openxmlformats.org/officeDocument/2006/relationships/image" Target="../media/image86.png"/><Relationship Id="rId93" Type="http://schemas.openxmlformats.org/officeDocument/2006/relationships/customXml" Target="../ink/ink91.xml"/><Relationship Id="rId189" Type="http://schemas.openxmlformats.org/officeDocument/2006/relationships/customXml" Target="../ink/ink139.xml"/><Relationship Id="rId3" Type="http://schemas.openxmlformats.org/officeDocument/2006/relationships/customXml" Target="../ink/ink46.xml"/><Relationship Id="rId214" Type="http://schemas.openxmlformats.org/officeDocument/2006/relationships/image" Target="../media/image157.png"/><Relationship Id="rId116" Type="http://schemas.openxmlformats.org/officeDocument/2006/relationships/image" Target="../media/image108.png"/><Relationship Id="rId137" Type="http://schemas.openxmlformats.org/officeDocument/2006/relationships/customXml" Target="../ink/ink113.xml"/><Relationship Id="rId158" Type="http://schemas.openxmlformats.org/officeDocument/2006/relationships/image" Target="../media/image1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5.xml"/><Relationship Id="rId13" Type="http://schemas.openxmlformats.org/officeDocument/2006/relationships/image" Target="../media/image273.png"/><Relationship Id="rId18" Type="http://schemas.openxmlformats.org/officeDocument/2006/relationships/customXml" Target="../ink/ink170.xml"/><Relationship Id="rId26" Type="http://schemas.openxmlformats.org/officeDocument/2006/relationships/customXml" Target="../ink/ink174.xml"/><Relationship Id="rId3" Type="http://schemas.openxmlformats.org/officeDocument/2006/relationships/image" Target="../media/image268.png"/><Relationship Id="rId21" Type="http://schemas.openxmlformats.org/officeDocument/2006/relationships/image" Target="../media/image277.png"/><Relationship Id="rId7" Type="http://schemas.openxmlformats.org/officeDocument/2006/relationships/image" Target="../media/image270.png"/><Relationship Id="rId12" Type="http://schemas.openxmlformats.org/officeDocument/2006/relationships/customXml" Target="../ink/ink167.xml"/><Relationship Id="rId17" Type="http://schemas.openxmlformats.org/officeDocument/2006/relationships/image" Target="../media/image275.png"/><Relationship Id="rId25" Type="http://schemas.openxmlformats.org/officeDocument/2006/relationships/image" Target="../media/image279.png"/><Relationship Id="rId2" Type="http://schemas.openxmlformats.org/officeDocument/2006/relationships/customXml" Target="../ink/ink162.xml"/><Relationship Id="rId16" Type="http://schemas.openxmlformats.org/officeDocument/2006/relationships/customXml" Target="../ink/ink169.xml"/><Relationship Id="rId20" Type="http://schemas.openxmlformats.org/officeDocument/2006/relationships/customXml" Target="../ink/ink1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4.xml"/><Relationship Id="rId11" Type="http://schemas.openxmlformats.org/officeDocument/2006/relationships/image" Target="../media/image272.png"/><Relationship Id="rId24" Type="http://schemas.openxmlformats.org/officeDocument/2006/relationships/customXml" Target="../ink/ink173.xml"/><Relationship Id="rId5" Type="http://schemas.openxmlformats.org/officeDocument/2006/relationships/image" Target="../media/image269.png"/><Relationship Id="rId15" Type="http://schemas.openxmlformats.org/officeDocument/2006/relationships/image" Target="../media/image274.png"/><Relationship Id="rId23" Type="http://schemas.openxmlformats.org/officeDocument/2006/relationships/image" Target="../media/image278.png"/><Relationship Id="rId10" Type="http://schemas.openxmlformats.org/officeDocument/2006/relationships/customXml" Target="../ink/ink166.xml"/><Relationship Id="rId19" Type="http://schemas.openxmlformats.org/officeDocument/2006/relationships/image" Target="../media/image276.png"/><Relationship Id="rId4" Type="http://schemas.openxmlformats.org/officeDocument/2006/relationships/customXml" Target="../ink/ink163.xml"/><Relationship Id="rId9" Type="http://schemas.openxmlformats.org/officeDocument/2006/relationships/image" Target="../media/image271.png"/><Relationship Id="rId14" Type="http://schemas.openxmlformats.org/officeDocument/2006/relationships/customXml" Target="../ink/ink168.xml"/><Relationship Id="rId22" Type="http://schemas.openxmlformats.org/officeDocument/2006/relationships/customXml" Target="../ink/ink172.xml"/><Relationship Id="rId27" Type="http://schemas.openxmlformats.org/officeDocument/2006/relationships/image" Target="../media/image28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3.png"/><Relationship Id="rId18" Type="http://schemas.openxmlformats.org/officeDocument/2006/relationships/customXml" Target="../ink/ink183.xml"/><Relationship Id="rId26" Type="http://schemas.openxmlformats.org/officeDocument/2006/relationships/customXml" Target="../ink/ink187.xml"/><Relationship Id="rId39" Type="http://schemas.openxmlformats.org/officeDocument/2006/relationships/image" Target="../media/image186.png"/><Relationship Id="rId21" Type="http://schemas.openxmlformats.org/officeDocument/2006/relationships/image" Target="../media/image177.png"/><Relationship Id="rId34" Type="http://schemas.openxmlformats.org/officeDocument/2006/relationships/customXml" Target="../ink/ink191.xml"/><Relationship Id="rId42" Type="http://schemas.openxmlformats.org/officeDocument/2006/relationships/customXml" Target="../ink/ink195.xml"/><Relationship Id="rId47" Type="http://schemas.openxmlformats.org/officeDocument/2006/relationships/image" Target="../media/image190.png"/><Relationship Id="rId50" Type="http://schemas.openxmlformats.org/officeDocument/2006/relationships/customXml" Target="../ink/ink199.xml"/><Relationship Id="rId55" Type="http://schemas.openxmlformats.org/officeDocument/2006/relationships/image" Target="../media/image194.png"/><Relationship Id="rId63" Type="http://schemas.openxmlformats.org/officeDocument/2006/relationships/image" Target="../media/image198.png"/><Relationship Id="rId7" Type="http://schemas.openxmlformats.org/officeDocument/2006/relationships/image" Target="../media/image170.png"/><Relationship Id="rId2" Type="http://schemas.openxmlformats.org/officeDocument/2006/relationships/customXml" Target="../ink/ink175.xml"/><Relationship Id="rId16" Type="http://schemas.openxmlformats.org/officeDocument/2006/relationships/customXml" Target="../ink/ink182.xml"/><Relationship Id="rId29" Type="http://schemas.openxmlformats.org/officeDocument/2006/relationships/image" Target="../media/image181.png"/><Relationship Id="rId11" Type="http://schemas.openxmlformats.org/officeDocument/2006/relationships/image" Target="../media/image172.png"/><Relationship Id="rId24" Type="http://schemas.openxmlformats.org/officeDocument/2006/relationships/customXml" Target="../ink/ink186.xml"/><Relationship Id="rId32" Type="http://schemas.openxmlformats.org/officeDocument/2006/relationships/customXml" Target="../ink/ink190.xml"/><Relationship Id="rId37" Type="http://schemas.openxmlformats.org/officeDocument/2006/relationships/image" Target="../media/image185.png"/><Relationship Id="rId40" Type="http://schemas.openxmlformats.org/officeDocument/2006/relationships/customXml" Target="../ink/ink194.xml"/><Relationship Id="rId45" Type="http://schemas.openxmlformats.org/officeDocument/2006/relationships/image" Target="../media/image189.png"/><Relationship Id="rId53" Type="http://schemas.openxmlformats.org/officeDocument/2006/relationships/image" Target="../media/image193.png"/><Relationship Id="rId58" Type="http://schemas.openxmlformats.org/officeDocument/2006/relationships/customXml" Target="../ink/ink203.xml"/><Relationship Id="rId5" Type="http://schemas.openxmlformats.org/officeDocument/2006/relationships/image" Target="../media/image169.png"/><Relationship Id="rId61" Type="http://schemas.openxmlformats.org/officeDocument/2006/relationships/image" Target="../media/image197.png"/><Relationship Id="rId19" Type="http://schemas.openxmlformats.org/officeDocument/2006/relationships/image" Target="../media/image176.png"/><Relationship Id="rId14" Type="http://schemas.openxmlformats.org/officeDocument/2006/relationships/customXml" Target="../ink/ink181.xml"/><Relationship Id="rId22" Type="http://schemas.openxmlformats.org/officeDocument/2006/relationships/customXml" Target="../ink/ink185.xml"/><Relationship Id="rId27" Type="http://schemas.openxmlformats.org/officeDocument/2006/relationships/image" Target="../media/image180.png"/><Relationship Id="rId30" Type="http://schemas.openxmlformats.org/officeDocument/2006/relationships/customXml" Target="../ink/ink189.xml"/><Relationship Id="rId35" Type="http://schemas.openxmlformats.org/officeDocument/2006/relationships/image" Target="../media/image184.png"/><Relationship Id="rId43" Type="http://schemas.openxmlformats.org/officeDocument/2006/relationships/image" Target="../media/image188.png"/><Relationship Id="rId48" Type="http://schemas.openxmlformats.org/officeDocument/2006/relationships/customXml" Target="../ink/ink198.xml"/><Relationship Id="rId56" Type="http://schemas.openxmlformats.org/officeDocument/2006/relationships/customXml" Target="../ink/ink202.xml"/><Relationship Id="rId8" Type="http://schemas.openxmlformats.org/officeDocument/2006/relationships/customXml" Target="../ink/ink178.xml"/><Relationship Id="rId51" Type="http://schemas.openxmlformats.org/officeDocument/2006/relationships/image" Target="../media/image192.png"/><Relationship Id="rId3" Type="http://schemas.openxmlformats.org/officeDocument/2006/relationships/image" Target="../media/image168.png"/><Relationship Id="rId12" Type="http://schemas.openxmlformats.org/officeDocument/2006/relationships/customXml" Target="../ink/ink180.xml"/><Relationship Id="rId17" Type="http://schemas.openxmlformats.org/officeDocument/2006/relationships/image" Target="../media/image175.png"/><Relationship Id="rId25" Type="http://schemas.openxmlformats.org/officeDocument/2006/relationships/image" Target="../media/image179.png"/><Relationship Id="rId33" Type="http://schemas.openxmlformats.org/officeDocument/2006/relationships/image" Target="../media/image183.png"/><Relationship Id="rId38" Type="http://schemas.openxmlformats.org/officeDocument/2006/relationships/customXml" Target="../ink/ink193.xml"/><Relationship Id="rId46" Type="http://schemas.openxmlformats.org/officeDocument/2006/relationships/customXml" Target="../ink/ink197.xml"/><Relationship Id="rId59" Type="http://schemas.openxmlformats.org/officeDocument/2006/relationships/image" Target="../media/image196.png"/><Relationship Id="rId20" Type="http://schemas.openxmlformats.org/officeDocument/2006/relationships/customXml" Target="../ink/ink184.xml"/><Relationship Id="rId41" Type="http://schemas.openxmlformats.org/officeDocument/2006/relationships/image" Target="../media/image187.png"/><Relationship Id="rId54" Type="http://schemas.openxmlformats.org/officeDocument/2006/relationships/customXml" Target="../ink/ink201.xml"/><Relationship Id="rId62" Type="http://schemas.openxmlformats.org/officeDocument/2006/relationships/customXml" Target="../ink/ink2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7.xml"/><Relationship Id="rId15" Type="http://schemas.openxmlformats.org/officeDocument/2006/relationships/image" Target="../media/image174.png"/><Relationship Id="rId23" Type="http://schemas.openxmlformats.org/officeDocument/2006/relationships/image" Target="../media/image178.png"/><Relationship Id="rId28" Type="http://schemas.openxmlformats.org/officeDocument/2006/relationships/customXml" Target="../ink/ink188.xml"/><Relationship Id="rId36" Type="http://schemas.openxmlformats.org/officeDocument/2006/relationships/customXml" Target="../ink/ink192.xml"/><Relationship Id="rId49" Type="http://schemas.openxmlformats.org/officeDocument/2006/relationships/image" Target="../media/image191.png"/><Relationship Id="rId57" Type="http://schemas.openxmlformats.org/officeDocument/2006/relationships/image" Target="../media/image195.png"/><Relationship Id="rId10" Type="http://schemas.openxmlformats.org/officeDocument/2006/relationships/customXml" Target="../ink/ink179.xml"/><Relationship Id="rId31" Type="http://schemas.openxmlformats.org/officeDocument/2006/relationships/image" Target="../media/image182.png"/><Relationship Id="rId44" Type="http://schemas.openxmlformats.org/officeDocument/2006/relationships/customXml" Target="../ink/ink196.xml"/><Relationship Id="rId52" Type="http://schemas.openxmlformats.org/officeDocument/2006/relationships/customXml" Target="../ink/ink200.xml"/><Relationship Id="rId60" Type="http://schemas.openxmlformats.org/officeDocument/2006/relationships/customXml" Target="../ink/ink204.xml"/><Relationship Id="rId4" Type="http://schemas.openxmlformats.org/officeDocument/2006/relationships/customXml" Target="../ink/ink176.xml"/><Relationship Id="rId9" Type="http://schemas.openxmlformats.org/officeDocument/2006/relationships/image" Target="../media/image17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customXml" Target="../ink/ink213.xml"/><Relationship Id="rId26" Type="http://schemas.openxmlformats.org/officeDocument/2006/relationships/customXml" Target="../ink/ink217.xml"/><Relationship Id="rId21" Type="http://schemas.openxmlformats.org/officeDocument/2006/relationships/image" Target="../media/image209.png"/><Relationship Id="rId34" Type="http://schemas.openxmlformats.org/officeDocument/2006/relationships/customXml" Target="../ink/ink221.xml"/><Relationship Id="rId7" Type="http://schemas.openxmlformats.org/officeDocument/2006/relationships/image" Target="../media/image202.png"/><Relationship Id="rId12" Type="http://schemas.openxmlformats.org/officeDocument/2006/relationships/customXml" Target="../ink/ink210.xml"/><Relationship Id="rId17" Type="http://schemas.openxmlformats.org/officeDocument/2006/relationships/image" Target="../media/image207.png"/><Relationship Id="rId25" Type="http://schemas.openxmlformats.org/officeDocument/2006/relationships/image" Target="../media/image211.png"/><Relationship Id="rId33" Type="http://schemas.openxmlformats.org/officeDocument/2006/relationships/image" Target="../media/image215.png"/><Relationship Id="rId2" Type="http://schemas.openxmlformats.org/officeDocument/2006/relationships/image" Target="../media/image21.png"/><Relationship Id="rId16" Type="http://schemas.openxmlformats.org/officeDocument/2006/relationships/customXml" Target="../ink/ink212.xml"/><Relationship Id="rId20" Type="http://schemas.openxmlformats.org/officeDocument/2006/relationships/customXml" Target="../ink/ink214.xml"/><Relationship Id="rId29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7.xml"/><Relationship Id="rId11" Type="http://schemas.openxmlformats.org/officeDocument/2006/relationships/image" Target="../media/image204.png"/><Relationship Id="rId24" Type="http://schemas.openxmlformats.org/officeDocument/2006/relationships/customXml" Target="../ink/ink216.xml"/><Relationship Id="rId32" Type="http://schemas.openxmlformats.org/officeDocument/2006/relationships/customXml" Target="../ink/ink220.xml"/><Relationship Id="rId37" Type="http://schemas.openxmlformats.org/officeDocument/2006/relationships/image" Target="../media/image217.png"/><Relationship Id="rId5" Type="http://schemas.openxmlformats.org/officeDocument/2006/relationships/image" Target="../media/image201.png"/><Relationship Id="rId15" Type="http://schemas.openxmlformats.org/officeDocument/2006/relationships/image" Target="../media/image206.png"/><Relationship Id="rId23" Type="http://schemas.openxmlformats.org/officeDocument/2006/relationships/image" Target="../media/image210.png"/><Relationship Id="rId28" Type="http://schemas.openxmlformats.org/officeDocument/2006/relationships/customXml" Target="../ink/ink218.xml"/><Relationship Id="rId36" Type="http://schemas.openxmlformats.org/officeDocument/2006/relationships/customXml" Target="../ink/ink222.xml"/><Relationship Id="rId10" Type="http://schemas.openxmlformats.org/officeDocument/2006/relationships/customXml" Target="../ink/ink209.xml"/><Relationship Id="rId19" Type="http://schemas.openxmlformats.org/officeDocument/2006/relationships/image" Target="../media/image208.png"/><Relationship Id="rId31" Type="http://schemas.openxmlformats.org/officeDocument/2006/relationships/image" Target="../media/image214.png"/><Relationship Id="rId4" Type="http://schemas.openxmlformats.org/officeDocument/2006/relationships/customXml" Target="../ink/ink206.xml"/><Relationship Id="rId9" Type="http://schemas.openxmlformats.org/officeDocument/2006/relationships/image" Target="../media/image203.png"/><Relationship Id="rId14" Type="http://schemas.openxmlformats.org/officeDocument/2006/relationships/customXml" Target="../ink/ink211.xml"/><Relationship Id="rId22" Type="http://schemas.openxmlformats.org/officeDocument/2006/relationships/customXml" Target="../ink/ink215.xml"/><Relationship Id="rId27" Type="http://schemas.openxmlformats.org/officeDocument/2006/relationships/image" Target="../media/image212.png"/><Relationship Id="rId30" Type="http://schemas.openxmlformats.org/officeDocument/2006/relationships/customXml" Target="../ink/ink219.xml"/><Relationship Id="rId35" Type="http://schemas.openxmlformats.org/officeDocument/2006/relationships/image" Target="../media/image216.png"/><Relationship Id="rId8" Type="http://schemas.openxmlformats.org/officeDocument/2006/relationships/customXml" Target="../ink/ink208.xml"/><Relationship Id="rId3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50.png"/><Relationship Id="rId21" Type="http://schemas.openxmlformats.org/officeDocument/2006/relationships/image" Target="../media/image227.png"/><Relationship Id="rId42" Type="http://schemas.openxmlformats.org/officeDocument/2006/relationships/customXml" Target="../ink/ink243.xml"/><Relationship Id="rId63" Type="http://schemas.openxmlformats.org/officeDocument/2006/relationships/image" Target="../media/image248.png"/><Relationship Id="rId84" Type="http://schemas.openxmlformats.org/officeDocument/2006/relationships/customXml" Target="../ink/ink264.xml"/><Relationship Id="rId138" Type="http://schemas.openxmlformats.org/officeDocument/2006/relationships/customXml" Target="../ink/ink291.xml"/><Relationship Id="rId107" Type="http://schemas.openxmlformats.org/officeDocument/2006/relationships/image" Target="../media/image2700.png"/><Relationship Id="rId11" Type="http://schemas.openxmlformats.org/officeDocument/2006/relationships/image" Target="../media/image222.png"/><Relationship Id="rId32" Type="http://schemas.openxmlformats.org/officeDocument/2006/relationships/customXml" Target="../ink/ink238.xml"/><Relationship Id="rId37" Type="http://schemas.openxmlformats.org/officeDocument/2006/relationships/image" Target="../media/image235.png"/><Relationship Id="rId53" Type="http://schemas.openxmlformats.org/officeDocument/2006/relationships/image" Target="../media/image243.png"/><Relationship Id="rId58" Type="http://schemas.openxmlformats.org/officeDocument/2006/relationships/customXml" Target="../ink/ink251.xml"/><Relationship Id="rId74" Type="http://schemas.openxmlformats.org/officeDocument/2006/relationships/customXml" Target="../ink/ink259.xml"/><Relationship Id="rId79" Type="http://schemas.openxmlformats.org/officeDocument/2006/relationships/image" Target="../media/image256.png"/><Relationship Id="rId102" Type="http://schemas.openxmlformats.org/officeDocument/2006/relationships/customXml" Target="../ink/ink273.xml"/><Relationship Id="rId123" Type="http://schemas.openxmlformats.org/officeDocument/2006/relationships/image" Target="../media/image2780.png"/><Relationship Id="rId128" Type="http://schemas.openxmlformats.org/officeDocument/2006/relationships/customXml" Target="../ink/ink286.xml"/><Relationship Id="rId5" Type="http://schemas.openxmlformats.org/officeDocument/2006/relationships/image" Target="../media/image219.png"/><Relationship Id="rId90" Type="http://schemas.openxmlformats.org/officeDocument/2006/relationships/customXml" Target="../ink/ink267.xml"/><Relationship Id="rId95" Type="http://schemas.openxmlformats.org/officeDocument/2006/relationships/image" Target="../media/image264.png"/><Relationship Id="rId22" Type="http://schemas.openxmlformats.org/officeDocument/2006/relationships/customXml" Target="../ink/ink233.xml"/><Relationship Id="rId27" Type="http://schemas.openxmlformats.org/officeDocument/2006/relationships/image" Target="../media/image230.png"/><Relationship Id="rId43" Type="http://schemas.openxmlformats.org/officeDocument/2006/relationships/image" Target="../media/image238.png"/><Relationship Id="rId48" Type="http://schemas.openxmlformats.org/officeDocument/2006/relationships/customXml" Target="../ink/ink246.xml"/><Relationship Id="rId64" Type="http://schemas.openxmlformats.org/officeDocument/2006/relationships/customXml" Target="../ink/ink254.xml"/><Relationship Id="rId69" Type="http://schemas.openxmlformats.org/officeDocument/2006/relationships/image" Target="../media/image251.png"/><Relationship Id="rId113" Type="http://schemas.openxmlformats.org/officeDocument/2006/relationships/image" Target="../media/image2730.png"/><Relationship Id="rId118" Type="http://schemas.openxmlformats.org/officeDocument/2006/relationships/customXml" Target="../ink/ink281.xml"/><Relationship Id="rId134" Type="http://schemas.openxmlformats.org/officeDocument/2006/relationships/customXml" Target="../ink/ink289.xml"/><Relationship Id="rId139" Type="http://schemas.openxmlformats.org/officeDocument/2006/relationships/image" Target="../media/image286.png"/><Relationship Id="rId80" Type="http://schemas.openxmlformats.org/officeDocument/2006/relationships/customXml" Target="../ink/ink262.xml"/><Relationship Id="rId85" Type="http://schemas.openxmlformats.org/officeDocument/2006/relationships/image" Target="../media/image259.png"/><Relationship Id="rId12" Type="http://schemas.openxmlformats.org/officeDocument/2006/relationships/customXml" Target="../ink/ink228.xml"/><Relationship Id="rId17" Type="http://schemas.openxmlformats.org/officeDocument/2006/relationships/image" Target="../media/image225.png"/><Relationship Id="rId33" Type="http://schemas.openxmlformats.org/officeDocument/2006/relationships/image" Target="../media/image233.png"/><Relationship Id="rId38" Type="http://schemas.openxmlformats.org/officeDocument/2006/relationships/customXml" Target="../ink/ink241.xml"/><Relationship Id="rId59" Type="http://schemas.openxmlformats.org/officeDocument/2006/relationships/image" Target="../media/image246.png"/><Relationship Id="rId103" Type="http://schemas.openxmlformats.org/officeDocument/2006/relationships/image" Target="../media/image2680.png"/><Relationship Id="rId108" Type="http://schemas.openxmlformats.org/officeDocument/2006/relationships/customXml" Target="../ink/ink276.xml"/><Relationship Id="rId124" Type="http://schemas.openxmlformats.org/officeDocument/2006/relationships/customXml" Target="../ink/ink284.xml"/><Relationship Id="rId129" Type="http://schemas.openxmlformats.org/officeDocument/2006/relationships/image" Target="../media/image281.png"/><Relationship Id="rId54" Type="http://schemas.openxmlformats.org/officeDocument/2006/relationships/customXml" Target="../ink/ink249.xml"/><Relationship Id="rId70" Type="http://schemas.openxmlformats.org/officeDocument/2006/relationships/customXml" Target="../ink/ink257.xml"/><Relationship Id="rId75" Type="http://schemas.openxmlformats.org/officeDocument/2006/relationships/image" Target="../media/image254.png"/><Relationship Id="rId91" Type="http://schemas.openxmlformats.org/officeDocument/2006/relationships/image" Target="../media/image262.png"/><Relationship Id="rId96" Type="http://schemas.openxmlformats.org/officeDocument/2006/relationships/customXml" Target="../ink/ink270.xml"/><Relationship Id="rId140" Type="http://schemas.openxmlformats.org/officeDocument/2006/relationships/customXml" Target="../ink/ink2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5.xml"/><Relationship Id="rId23" Type="http://schemas.openxmlformats.org/officeDocument/2006/relationships/image" Target="../media/image228.png"/><Relationship Id="rId28" Type="http://schemas.openxmlformats.org/officeDocument/2006/relationships/customXml" Target="../ink/ink236.xml"/><Relationship Id="rId49" Type="http://schemas.openxmlformats.org/officeDocument/2006/relationships/image" Target="../media/image241.png"/><Relationship Id="rId114" Type="http://schemas.openxmlformats.org/officeDocument/2006/relationships/customXml" Target="../ink/ink279.xml"/><Relationship Id="rId119" Type="http://schemas.openxmlformats.org/officeDocument/2006/relationships/image" Target="../media/image2760.png"/><Relationship Id="rId44" Type="http://schemas.openxmlformats.org/officeDocument/2006/relationships/customXml" Target="../ink/ink244.xml"/><Relationship Id="rId60" Type="http://schemas.openxmlformats.org/officeDocument/2006/relationships/customXml" Target="../ink/ink252.xml"/><Relationship Id="rId65" Type="http://schemas.openxmlformats.org/officeDocument/2006/relationships/image" Target="../media/image249.png"/><Relationship Id="rId81" Type="http://schemas.openxmlformats.org/officeDocument/2006/relationships/image" Target="../media/image257.png"/><Relationship Id="rId86" Type="http://schemas.openxmlformats.org/officeDocument/2006/relationships/customXml" Target="../ink/ink265.xml"/><Relationship Id="rId130" Type="http://schemas.openxmlformats.org/officeDocument/2006/relationships/customXml" Target="../ink/ink287.xml"/><Relationship Id="rId135" Type="http://schemas.openxmlformats.org/officeDocument/2006/relationships/image" Target="../media/image284.png"/><Relationship Id="rId13" Type="http://schemas.openxmlformats.org/officeDocument/2006/relationships/image" Target="../media/image223.png"/><Relationship Id="rId18" Type="http://schemas.openxmlformats.org/officeDocument/2006/relationships/customXml" Target="../ink/ink231.xml"/><Relationship Id="rId39" Type="http://schemas.openxmlformats.org/officeDocument/2006/relationships/image" Target="../media/image236.png"/><Relationship Id="rId109" Type="http://schemas.openxmlformats.org/officeDocument/2006/relationships/image" Target="../media/image2710.png"/><Relationship Id="rId34" Type="http://schemas.openxmlformats.org/officeDocument/2006/relationships/customXml" Target="../ink/ink239.xml"/><Relationship Id="rId50" Type="http://schemas.openxmlformats.org/officeDocument/2006/relationships/customXml" Target="../ink/ink247.xml"/><Relationship Id="rId55" Type="http://schemas.openxmlformats.org/officeDocument/2006/relationships/image" Target="../media/image244.png"/><Relationship Id="rId76" Type="http://schemas.openxmlformats.org/officeDocument/2006/relationships/customXml" Target="../ink/ink260.xml"/><Relationship Id="rId97" Type="http://schemas.openxmlformats.org/officeDocument/2006/relationships/image" Target="../media/image265.png"/><Relationship Id="rId104" Type="http://schemas.openxmlformats.org/officeDocument/2006/relationships/customXml" Target="../ink/ink274.xml"/><Relationship Id="rId120" Type="http://schemas.openxmlformats.org/officeDocument/2006/relationships/customXml" Target="../ink/ink282.xml"/><Relationship Id="rId125" Type="http://schemas.openxmlformats.org/officeDocument/2006/relationships/image" Target="../media/image2790.png"/><Relationship Id="rId141" Type="http://schemas.openxmlformats.org/officeDocument/2006/relationships/image" Target="../media/image287.png"/><Relationship Id="rId7" Type="http://schemas.openxmlformats.org/officeDocument/2006/relationships/image" Target="../media/image220.png"/><Relationship Id="rId71" Type="http://schemas.openxmlformats.org/officeDocument/2006/relationships/image" Target="../media/image252.png"/><Relationship Id="rId92" Type="http://schemas.openxmlformats.org/officeDocument/2006/relationships/customXml" Target="../ink/ink268.xml"/><Relationship Id="rId2" Type="http://schemas.openxmlformats.org/officeDocument/2006/relationships/customXml" Target="../ink/ink223.xml"/><Relationship Id="rId29" Type="http://schemas.openxmlformats.org/officeDocument/2006/relationships/image" Target="../media/image231.png"/><Relationship Id="rId24" Type="http://schemas.openxmlformats.org/officeDocument/2006/relationships/customXml" Target="../ink/ink234.xml"/><Relationship Id="rId40" Type="http://schemas.openxmlformats.org/officeDocument/2006/relationships/customXml" Target="../ink/ink242.xml"/><Relationship Id="rId45" Type="http://schemas.openxmlformats.org/officeDocument/2006/relationships/image" Target="../media/image239.png"/><Relationship Id="rId66" Type="http://schemas.openxmlformats.org/officeDocument/2006/relationships/customXml" Target="../ink/ink255.xml"/><Relationship Id="rId87" Type="http://schemas.openxmlformats.org/officeDocument/2006/relationships/image" Target="../media/image260.png"/><Relationship Id="rId110" Type="http://schemas.openxmlformats.org/officeDocument/2006/relationships/customXml" Target="../ink/ink277.xml"/><Relationship Id="rId115" Type="http://schemas.openxmlformats.org/officeDocument/2006/relationships/image" Target="../media/image2740.png"/><Relationship Id="rId131" Type="http://schemas.openxmlformats.org/officeDocument/2006/relationships/image" Target="../media/image282.png"/><Relationship Id="rId136" Type="http://schemas.openxmlformats.org/officeDocument/2006/relationships/customXml" Target="../ink/ink290.xml"/><Relationship Id="rId61" Type="http://schemas.openxmlformats.org/officeDocument/2006/relationships/image" Target="../media/image247.png"/><Relationship Id="rId82" Type="http://schemas.openxmlformats.org/officeDocument/2006/relationships/customXml" Target="../ink/ink263.xml"/><Relationship Id="rId19" Type="http://schemas.openxmlformats.org/officeDocument/2006/relationships/image" Target="../media/image226.png"/><Relationship Id="rId14" Type="http://schemas.openxmlformats.org/officeDocument/2006/relationships/customXml" Target="../ink/ink229.xml"/><Relationship Id="rId30" Type="http://schemas.openxmlformats.org/officeDocument/2006/relationships/customXml" Target="../ink/ink237.xml"/><Relationship Id="rId35" Type="http://schemas.openxmlformats.org/officeDocument/2006/relationships/image" Target="../media/image234.png"/><Relationship Id="rId56" Type="http://schemas.openxmlformats.org/officeDocument/2006/relationships/customXml" Target="../ink/ink250.xml"/><Relationship Id="rId77" Type="http://schemas.openxmlformats.org/officeDocument/2006/relationships/image" Target="../media/image255.png"/><Relationship Id="rId100" Type="http://schemas.openxmlformats.org/officeDocument/2006/relationships/customXml" Target="../ink/ink272.xml"/><Relationship Id="rId105" Type="http://schemas.openxmlformats.org/officeDocument/2006/relationships/image" Target="../media/image2690.png"/><Relationship Id="rId126" Type="http://schemas.openxmlformats.org/officeDocument/2006/relationships/customXml" Target="../ink/ink285.xml"/><Relationship Id="rId8" Type="http://schemas.openxmlformats.org/officeDocument/2006/relationships/customXml" Target="../ink/ink226.xml"/><Relationship Id="rId51" Type="http://schemas.openxmlformats.org/officeDocument/2006/relationships/image" Target="../media/image242.png"/><Relationship Id="rId72" Type="http://schemas.openxmlformats.org/officeDocument/2006/relationships/customXml" Target="../ink/ink258.xml"/><Relationship Id="rId93" Type="http://schemas.openxmlformats.org/officeDocument/2006/relationships/image" Target="../media/image263.png"/><Relationship Id="rId98" Type="http://schemas.openxmlformats.org/officeDocument/2006/relationships/customXml" Target="../ink/ink271.xml"/><Relationship Id="rId121" Type="http://schemas.openxmlformats.org/officeDocument/2006/relationships/image" Target="../media/image2770.png"/><Relationship Id="rId142" Type="http://schemas.openxmlformats.org/officeDocument/2006/relationships/customXml" Target="../ink/ink293.xml"/><Relationship Id="rId3" Type="http://schemas.openxmlformats.org/officeDocument/2006/relationships/image" Target="../media/image218.png"/><Relationship Id="rId25" Type="http://schemas.openxmlformats.org/officeDocument/2006/relationships/image" Target="../media/image229.png"/><Relationship Id="rId46" Type="http://schemas.openxmlformats.org/officeDocument/2006/relationships/customXml" Target="../ink/ink245.xml"/><Relationship Id="rId67" Type="http://schemas.openxmlformats.org/officeDocument/2006/relationships/image" Target="../media/image250.png"/><Relationship Id="rId116" Type="http://schemas.openxmlformats.org/officeDocument/2006/relationships/customXml" Target="../ink/ink280.xml"/><Relationship Id="rId137" Type="http://schemas.openxmlformats.org/officeDocument/2006/relationships/image" Target="../media/image285.png"/><Relationship Id="rId20" Type="http://schemas.openxmlformats.org/officeDocument/2006/relationships/customXml" Target="../ink/ink232.xml"/><Relationship Id="rId41" Type="http://schemas.openxmlformats.org/officeDocument/2006/relationships/image" Target="../media/image237.png"/><Relationship Id="rId62" Type="http://schemas.openxmlformats.org/officeDocument/2006/relationships/customXml" Target="../ink/ink253.xml"/><Relationship Id="rId83" Type="http://schemas.openxmlformats.org/officeDocument/2006/relationships/image" Target="../media/image258.png"/><Relationship Id="rId88" Type="http://schemas.openxmlformats.org/officeDocument/2006/relationships/customXml" Target="../ink/ink266.xml"/><Relationship Id="rId111" Type="http://schemas.openxmlformats.org/officeDocument/2006/relationships/image" Target="../media/image2720.png"/><Relationship Id="rId132" Type="http://schemas.openxmlformats.org/officeDocument/2006/relationships/customXml" Target="../ink/ink288.xml"/><Relationship Id="rId15" Type="http://schemas.openxmlformats.org/officeDocument/2006/relationships/image" Target="../media/image224.png"/><Relationship Id="rId36" Type="http://schemas.openxmlformats.org/officeDocument/2006/relationships/customXml" Target="../ink/ink240.xml"/><Relationship Id="rId57" Type="http://schemas.openxmlformats.org/officeDocument/2006/relationships/image" Target="../media/image245.png"/><Relationship Id="rId106" Type="http://schemas.openxmlformats.org/officeDocument/2006/relationships/customXml" Target="../ink/ink275.xml"/><Relationship Id="rId127" Type="http://schemas.openxmlformats.org/officeDocument/2006/relationships/image" Target="../media/image2800.png"/><Relationship Id="rId10" Type="http://schemas.openxmlformats.org/officeDocument/2006/relationships/customXml" Target="../ink/ink227.xml"/><Relationship Id="rId31" Type="http://schemas.openxmlformats.org/officeDocument/2006/relationships/image" Target="../media/image232.png"/><Relationship Id="rId52" Type="http://schemas.openxmlformats.org/officeDocument/2006/relationships/customXml" Target="../ink/ink248.xml"/><Relationship Id="rId73" Type="http://schemas.openxmlformats.org/officeDocument/2006/relationships/image" Target="../media/image253.png"/><Relationship Id="rId78" Type="http://schemas.openxmlformats.org/officeDocument/2006/relationships/customXml" Target="../ink/ink261.xml"/><Relationship Id="rId94" Type="http://schemas.openxmlformats.org/officeDocument/2006/relationships/customXml" Target="../ink/ink269.xml"/><Relationship Id="rId99" Type="http://schemas.openxmlformats.org/officeDocument/2006/relationships/image" Target="../media/image266.png"/><Relationship Id="rId101" Type="http://schemas.openxmlformats.org/officeDocument/2006/relationships/image" Target="../media/image267.png"/><Relationship Id="rId122" Type="http://schemas.openxmlformats.org/officeDocument/2006/relationships/customXml" Target="../ink/ink283.xml"/><Relationship Id="rId143" Type="http://schemas.openxmlformats.org/officeDocument/2006/relationships/image" Target="../media/image288.png"/><Relationship Id="rId4" Type="http://schemas.openxmlformats.org/officeDocument/2006/relationships/customXml" Target="../ink/ink224.xml"/><Relationship Id="rId9" Type="http://schemas.openxmlformats.org/officeDocument/2006/relationships/image" Target="../media/image221.png"/><Relationship Id="rId26" Type="http://schemas.openxmlformats.org/officeDocument/2006/relationships/customXml" Target="../ink/ink235.xml"/><Relationship Id="rId47" Type="http://schemas.openxmlformats.org/officeDocument/2006/relationships/image" Target="../media/image240.png"/><Relationship Id="rId68" Type="http://schemas.openxmlformats.org/officeDocument/2006/relationships/customXml" Target="../ink/ink256.xml"/><Relationship Id="rId89" Type="http://schemas.openxmlformats.org/officeDocument/2006/relationships/image" Target="../media/image261.png"/><Relationship Id="rId112" Type="http://schemas.openxmlformats.org/officeDocument/2006/relationships/customXml" Target="../ink/ink278.xml"/><Relationship Id="rId133" Type="http://schemas.openxmlformats.org/officeDocument/2006/relationships/image" Target="../media/image283.png"/><Relationship Id="rId16" Type="http://schemas.openxmlformats.org/officeDocument/2006/relationships/customXml" Target="../ink/ink23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6.png"/><Relationship Id="rId21" Type="http://schemas.openxmlformats.org/officeDocument/2006/relationships/image" Target="../media/image298.png"/><Relationship Id="rId42" Type="http://schemas.openxmlformats.org/officeDocument/2006/relationships/customXml" Target="../ink/ink314.xml"/><Relationship Id="rId63" Type="http://schemas.openxmlformats.org/officeDocument/2006/relationships/image" Target="../media/image319.png"/><Relationship Id="rId84" Type="http://schemas.openxmlformats.org/officeDocument/2006/relationships/customXml" Target="../ink/ink335.xml"/><Relationship Id="rId138" Type="http://schemas.openxmlformats.org/officeDocument/2006/relationships/customXml" Target="../ink/ink362.xml"/><Relationship Id="rId159" Type="http://schemas.openxmlformats.org/officeDocument/2006/relationships/customXml" Target="../ink/ink373.xml"/><Relationship Id="rId170" Type="http://schemas.openxmlformats.org/officeDocument/2006/relationships/image" Target="../media/image372.png"/><Relationship Id="rId107" Type="http://schemas.openxmlformats.org/officeDocument/2006/relationships/image" Target="../media/image341.png"/><Relationship Id="rId11" Type="http://schemas.openxmlformats.org/officeDocument/2006/relationships/image" Target="../media/image293.png"/><Relationship Id="rId32" Type="http://schemas.openxmlformats.org/officeDocument/2006/relationships/customXml" Target="../ink/ink309.xml"/><Relationship Id="rId53" Type="http://schemas.openxmlformats.org/officeDocument/2006/relationships/image" Target="../media/image314.png"/><Relationship Id="rId74" Type="http://schemas.openxmlformats.org/officeDocument/2006/relationships/customXml" Target="../ink/ink330.xml"/><Relationship Id="rId128" Type="http://schemas.openxmlformats.org/officeDocument/2006/relationships/customXml" Target="../ink/ink357.xml"/><Relationship Id="rId149" Type="http://schemas.openxmlformats.org/officeDocument/2006/relationships/image" Target="../media/image362.png"/><Relationship Id="rId5" Type="http://schemas.openxmlformats.org/officeDocument/2006/relationships/image" Target="../media/image290.png"/><Relationship Id="rId95" Type="http://schemas.openxmlformats.org/officeDocument/2006/relationships/image" Target="../media/image335.png"/><Relationship Id="rId160" Type="http://schemas.openxmlformats.org/officeDocument/2006/relationships/image" Target="../media/image367.png"/><Relationship Id="rId22" Type="http://schemas.openxmlformats.org/officeDocument/2006/relationships/customXml" Target="../ink/ink304.xml"/><Relationship Id="rId43" Type="http://schemas.openxmlformats.org/officeDocument/2006/relationships/image" Target="../media/image309.png"/><Relationship Id="rId64" Type="http://schemas.openxmlformats.org/officeDocument/2006/relationships/customXml" Target="../ink/ink325.xml"/><Relationship Id="rId118" Type="http://schemas.openxmlformats.org/officeDocument/2006/relationships/customXml" Target="../ink/ink352.xml"/><Relationship Id="rId139" Type="http://schemas.openxmlformats.org/officeDocument/2006/relationships/image" Target="../media/image357.png"/><Relationship Id="rId85" Type="http://schemas.openxmlformats.org/officeDocument/2006/relationships/image" Target="../media/image330.png"/><Relationship Id="rId150" Type="http://schemas.openxmlformats.org/officeDocument/2006/relationships/customXml" Target="../ink/ink368.xml"/><Relationship Id="rId171" Type="http://schemas.openxmlformats.org/officeDocument/2006/relationships/customXml" Target="../ink/ink379.xml"/><Relationship Id="rId12" Type="http://schemas.openxmlformats.org/officeDocument/2006/relationships/customXml" Target="../ink/ink299.xml"/><Relationship Id="rId33" Type="http://schemas.openxmlformats.org/officeDocument/2006/relationships/image" Target="../media/image304.png"/><Relationship Id="rId108" Type="http://schemas.openxmlformats.org/officeDocument/2006/relationships/customXml" Target="../ink/ink347.xml"/><Relationship Id="rId129" Type="http://schemas.openxmlformats.org/officeDocument/2006/relationships/image" Target="../media/image352.png"/><Relationship Id="rId54" Type="http://schemas.openxmlformats.org/officeDocument/2006/relationships/customXml" Target="../ink/ink320.xml"/><Relationship Id="rId75" Type="http://schemas.openxmlformats.org/officeDocument/2006/relationships/image" Target="../media/image325.png"/><Relationship Id="rId96" Type="http://schemas.openxmlformats.org/officeDocument/2006/relationships/customXml" Target="../ink/ink341.xml"/><Relationship Id="rId140" Type="http://schemas.openxmlformats.org/officeDocument/2006/relationships/customXml" Target="../ink/ink363.xml"/><Relationship Id="rId161" Type="http://schemas.openxmlformats.org/officeDocument/2006/relationships/customXml" Target="../ink/ink3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6.xml"/><Relationship Id="rId23" Type="http://schemas.openxmlformats.org/officeDocument/2006/relationships/image" Target="../media/image299.png"/><Relationship Id="rId28" Type="http://schemas.openxmlformats.org/officeDocument/2006/relationships/customXml" Target="../ink/ink307.xml"/><Relationship Id="rId49" Type="http://schemas.openxmlformats.org/officeDocument/2006/relationships/image" Target="../media/image312.png"/><Relationship Id="rId114" Type="http://schemas.openxmlformats.org/officeDocument/2006/relationships/customXml" Target="../ink/ink350.xml"/><Relationship Id="rId119" Type="http://schemas.openxmlformats.org/officeDocument/2006/relationships/image" Target="../media/image347.png"/><Relationship Id="rId44" Type="http://schemas.openxmlformats.org/officeDocument/2006/relationships/customXml" Target="../ink/ink315.xml"/><Relationship Id="rId60" Type="http://schemas.openxmlformats.org/officeDocument/2006/relationships/customXml" Target="../ink/ink323.xml"/><Relationship Id="rId65" Type="http://schemas.openxmlformats.org/officeDocument/2006/relationships/image" Target="../media/image320.png"/><Relationship Id="rId81" Type="http://schemas.openxmlformats.org/officeDocument/2006/relationships/image" Target="../media/image328.png"/><Relationship Id="rId86" Type="http://schemas.openxmlformats.org/officeDocument/2006/relationships/customXml" Target="../ink/ink336.xml"/><Relationship Id="rId130" Type="http://schemas.openxmlformats.org/officeDocument/2006/relationships/customXml" Target="../ink/ink358.xml"/><Relationship Id="rId135" Type="http://schemas.openxmlformats.org/officeDocument/2006/relationships/image" Target="../media/image355.png"/><Relationship Id="rId151" Type="http://schemas.openxmlformats.org/officeDocument/2006/relationships/image" Target="../media/image363.png"/><Relationship Id="rId156" Type="http://schemas.openxmlformats.org/officeDocument/2006/relationships/image" Target="../media/image365.png"/><Relationship Id="rId172" Type="http://schemas.openxmlformats.org/officeDocument/2006/relationships/image" Target="../media/image373.png"/><Relationship Id="rId13" Type="http://schemas.openxmlformats.org/officeDocument/2006/relationships/image" Target="../media/image294.png"/><Relationship Id="rId18" Type="http://schemas.openxmlformats.org/officeDocument/2006/relationships/customXml" Target="../ink/ink302.xml"/><Relationship Id="rId39" Type="http://schemas.openxmlformats.org/officeDocument/2006/relationships/image" Target="../media/image307.png"/><Relationship Id="rId109" Type="http://schemas.openxmlformats.org/officeDocument/2006/relationships/image" Target="../media/image342.png"/><Relationship Id="rId34" Type="http://schemas.openxmlformats.org/officeDocument/2006/relationships/customXml" Target="../ink/ink310.xml"/><Relationship Id="rId50" Type="http://schemas.openxmlformats.org/officeDocument/2006/relationships/customXml" Target="../ink/ink318.xml"/><Relationship Id="rId55" Type="http://schemas.openxmlformats.org/officeDocument/2006/relationships/image" Target="../media/image315.png"/><Relationship Id="rId76" Type="http://schemas.openxmlformats.org/officeDocument/2006/relationships/customXml" Target="../ink/ink331.xml"/><Relationship Id="rId97" Type="http://schemas.openxmlformats.org/officeDocument/2006/relationships/image" Target="../media/image336.png"/><Relationship Id="rId104" Type="http://schemas.openxmlformats.org/officeDocument/2006/relationships/customXml" Target="../ink/ink345.xml"/><Relationship Id="rId120" Type="http://schemas.openxmlformats.org/officeDocument/2006/relationships/customXml" Target="../ink/ink353.xml"/><Relationship Id="rId125" Type="http://schemas.openxmlformats.org/officeDocument/2006/relationships/image" Target="../media/image350.png"/><Relationship Id="rId141" Type="http://schemas.openxmlformats.org/officeDocument/2006/relationships/image" Target="../media/image358.png"/><Relationship Id="rId146" Type="http://schemas.openxmlformats.org/officeDocument/2006/relationships/customXml" Target="../ink/ink366.xml"/><Relationship Id="rId167" Type="http://schemas.openxmlformats.org/officeDocument/2006/relationships/customXml" Target="../ink/ink377.xml"/><Relationship Id="rId7" Type="http://schemas.openxmlformats.org/officeDocument/2006/relationships/image" Target="../media/image291.png"/><Relationship Id="rId71" Type="http://schemas.openxmlformats.org/officeDocument/2006/relationships/image" Target="../media/image323.png"/><Relationship Id="rId92" Type="http://schemas.openxmlformats.org/officeDocument/2006/relationships/customXml" Target="../ink/ink339.xml"/><Relationship Id="rId162" Type="http://schemas.openxmlformats.org/officeDocument/2006/relationships/image" Target="../media/image368.png"/><Relationship Id="rId2" Type="http://schemas.openxmlformats.org/officeDocument/2006/relationships/customXml" Target="../ink/ink294.xml"/><Relationship Id="rId29" Type="http://schemas.openxmlformats.org/officeDocument/2006/relationships/image" Target="../media/image302.png"/><Relationship Id="rId24" Type="http://schemas.openxmlformats.org/officeDocument/2006/relationships/customXml" Target="../ink/ink305.xml"/><Relationship Id="rId40" Type="http://schemas.openxmlformats.org/officeDocument/2006/relationships/customXml" Target="../ink/ink313.xml"/><Relationship Id="rId45" Type="http://schemas.openxmlformats.org/officeDocument/2006/relationships/image" Target="../media/image310.png"/><Relationship Id="rId66" Type="http://schemas.openxmlformats.org/officeDocument/2006/relationships/customXml" Target="../ink/ink326.xml"/><Relationship Id="rId87" Type="http://schemas.openxmlformats.org/officeDocument/2006/relationships/image" Target="../media/image331.png"/><Relationship Id="rId110" Type="http://schemas.openxmlformats.org/officeDocument/2006/relationships/customXml" Target="../ink/ink348.xml"/><Relationship Id="rId115" Type="http://schemas.openxmlformats.org/officeDocument/2006/relationships/image" Target="../media/image345.png"/><Relationship Id="rId131" Type="http://schemas.openxmlformats.org/officeDocument/2006/relationships/image" Target="../media/image353.png"/><Relationship Id="rId136" Type="http://schemas.openxmlformats.org/officeDocument/2006/relationships/customXml" Target="../ink/ink361.xml"/><Relationship Id="rId157" Type="http://schemas.openxmlformats.org/officeDocument/2006/relationships/customXml" Target="../ink/ink372.xml"/><Relationship Id="rId61" Type="http://schemas.openxmlformats.org/officeDocument/2006/relationships/image" Target="../media/image318.png"/><Relationship Id="rId82" Type="http://schemas.openxmlformats.org/officeDocument/2006/relationships/customXml" Target="../ink/ink334.xml"/><Relationship Id="rId152" Type="http://schemas.openxmlformats.org/officeDocument/2006/relationships/customXml" Target="../ink/ink369.xml"/><Relationship Id="rId173" Type="http://schemas.openxmlformats.org/officeDocument/2006/relationships/customXml" Target="../ink/ink380.xml"/><Relationship Id="rId19" Type="http://schemas.openxmlformats.org/officeDocument/2006/relationships/image" Target="../media/image297.png"/><Relationship Id="rId14" Type="http://schemas.openxmlformats.org/officeDocument/2006/relationships/customXml" Target="../ink/ink300.xml"/><Relationship Id="rId30" Type="http://schemas.openxmlformats.org/officeDocument/2006/relationships/customXml" Target="../ink/ink308.xml"/><Relationship Id="rId35" Type="http://schemas.openxmlformats.org/officeDocument/2006/relationships/image" Target="../media/image305.png"/><Relationship Id="rId56" Type="http://schemas.openxmlformats.org/officeDocument/2006/relationships/customXml" Target="../ink/ink321.xml"/><Relationship Id="rId77" Type="http://schemas.openxmlformats.org/officeDocument/2006/relationships/image" Target="../media/image326.png"/><Relationship Id="rId100" Type="http://schemas.openxmlformats.org/officeDocument/2006/relationships/customXml" Target="../ink/ink343.xml"/><Relationship Id="rId105" Type="http://schemas.openxmlformats.org/officeDocument/2006/relationships/image" Target="../media/image340.png"/><Relationship Id="rId126" Type="http://schemas.openxmlformats.org/officeDocument/2006/relationships/customXml" Target="../ink/ink356.xml"/><Relationship Id="rId147" Type="http://schemas.openxmlformats.org/officeDocument/2006/relationships/image" Target="../media/image361.png"/><Relationship Id="rId168" Type="http://schemas.openxmlformats.org/officeDocument/2006/relationships/image" Target="../media/image371.png"/><Relationship Id="rId8" Type="http://schemas.openxmlformats.org/officeDocument/2006/relationships/customXml" Target="../ink/ink297.xml"/><Relationship Id="rId51" Type="http://schemas.openxmlformats.org/officeDocument/2006/relationships/image" Target="../media/image313.png"/><Relationship Id="rId72" Type="http://schemas.openxmlformats.org/officeDocument/2006/relationships/customXml" Target="../ink/ink329.xml"/><Relationship Id="rId93" Type="http://schemas.openxmlformats.org/officeDocument/2006/relationships/image" Target="../media/image334.png"/><Relationship Id="rId98" Type="http://schemas.openxmlformats.org/officeDocument/2006/relationships/customXml" Target="../ink/ink342.xml"/><Relationship Id="rId121" Type="http://schemas.openxmlformats.org/officeDocument/2006/relationships/image" Target="../media/image348.png"/><Relationship Id="rId142" Type="http://schemas.openxmlformats.org/officeDocument/2006/relationships/customXml" Target="../ink/ink364.xml"/><Relationship Id="rId163" Type="http://schemas.openxmlformats.org/officeDocument/2006/relationships/customXml" Target="../ink/ink375.xml"/><Relationship Id="rId3" Type="http://schemas.openxmlformats.org/officeDocument/2006/relationships/image" Target="../media/image289.png"/><Relationship Id="rId25" Type="http://schemas.openxmlformats.org/officeDocument/2006/relationships/image" Target="../media/image300.png"/><Relationship Id="rId46" Type="http://schemas.openxmlformats.org/officeDocument/2006/relationships/customXml" Target="../ink/ink316.xml"/><Relationship Id="rId67" Type="http://schemas.openxmlformats.org/officeDocument/2006/relationships/image" Target="../media/image321.png"/><Relationship Id="rId116" Type="http://schemas.openxmlformats.org/officeDocument/2006/relationships/customXml" Target="../ink/ink351.xml"/><Relationship Id="rId137" Type="http://schemas.openxmlformats.org/officeDocument/2006/relationships/image" Target="../media/image356.png"/><Relationship Id="rId158" Type="http://schemas.openxmlformats.org/officeDocument/2006/relationships/image" Target="../media/image366.png"/><Relationship Id="rId20" Type="http://schemas.openxmlformats.org/officeDocument/2006/relationships/customXml" Target="../ink/ink303.xml"/><Relationship Id="rId41" Type="http://schemas.openxmlformats.org/officeDocument/2006/relationships/image" Target="../media/image308.png"/><Relationship Id="rId62" Type="http://schemas.openxmlformats.org/officeDocument/2006/relationships/customXml" Target="../ink/ink324.xml"/><Relationship Id="rId83" Type="http://schemas.openxmlformats.org/officeDocument/2006/relationships/image" Target="../media/image329.png"/><Relationship Id="rId88" Type="http://schemas.openxmlformats.org/officeDocument/2006/relationships/customXml" Target="../ink/ink337.xml"/><Relationship Id="rId111" Type="http://schemas.openxmlformats.org/officeDocument/2006/relationships/image" Target="../media/image343.png"/><Relationship Id="rId132" Type="http://schemas.openxmlformats.org/officeDocument/2006/relationships/customXml" Target="../ink/ink359.xml"/><Relationship Id="rId153" Type="http://schemas.openxmlformats.org/officeDocument/2006/relationships/image" Target="../media/image364.png"/><Relationship Id="rId174" Type="http://schemas.openxmlformats.org/officeDocument/2006/relationships/image" Target="../media/image374.png"/><Relationship Id="rId15" Type="http://schemas.openxmlformats.org/officeDocument/2006/relationships/image" Target="../media/image295.png"/><Relationship Id="rId36" Type="http://schemas.openxmlformats.org/officeDocument/2006/relationships/customXml" Target="../ink/ink311.xml"/><Relationship Id="rId57" Type="http://schemas.openxmlformats.org/officeDocument/2006/relationships/image" Target="../media/image316.png"/><Relationship Id="rId106" Type="http://schemas.openxmlformats.org/officeDocument/2006/relationships/customXml" Target="../ink/ink346.xml"/><Relationship Id="rId127" Type="http://schemas.openxmlformats.org/officeDocument/2006/relationships/image" Target="../media/image351.png"/><Relationship Id="rId10" Type="http://schemas.openxmlformats.org/officeDocument/2006/relationships/customXml" Target="../ink/ink298.xml"/><Relationship Id="rId31" Type="http://schemas.openxmlformats.org/officeDocument/2006/relationships/image" Target="../media/image303.png"/><Relationship Id="rId52" Type="http://schemas.openxmlformats.org/officeDocument/2006/relationships/customXml" Target="../ink/ink319.xml"/><Relationship Id="rId73" Type="http://schemas.openxmlformats.org/officeDocument/2006/relationships/image" Target="../media/image324.png"/><Relationship Id="rId78" Type="http://schemas.openxmlformats.org/officeDocument/2006/relationships/customXml" Target="../ink/ink332.xml"/><Relationship Id="rId94" Type="http://schemas.openxmlformats.org/officeDocument/2006/relationships/customXml" Target="../ink/ink340.xml"/><Relationship Id="rId99" Type="http://schemas.openxmlformats.org/officeDocument/2006/relationships/image" Target="../media/image337.png"/><Relationship Id="rId101" Type="http://schemas.openxmlformats.org/officeDocument/2006/relationships/image" Target="../media/image338.png"/><Relationship Id="rId122" Type="http://schemas.openxmlformats.org/officeDocument/2006/relationships/customXml" Target="../ink/ink354.xml"/><Relationship Id="rId143" Type="http://schemas.openxmlformats.org/officeDocument/2006/relationships/image" Target="../media/image359.png"/><Relationship Id="rId148" Type="http://schemas.openxmlformats.org/officeDocument/2006/relationships/customXml" Target="../ink/ink367.xml"/><Relationship Id="rId164" Type="http://schemas.openxmlformats.org/officeDocument/2006/relationships/image" Target="../media/image369.png"/><Relationship Id="rId169" Type="http://schemas.openxmlformats.org/officeDocument/2006/relationships/customXml" Target="../ink/ink378.xml"/><Relationship Id="rId4" Type="http://schemas.openxmlformats.org/officeDocument/2006/relationships/customXml" Target="../ink/ink295.xml"/><Relationship Id="rId9" Type="http://schemas.openxmlformats.org/officeDocument/2006/relationships/image" Target="../media/image292.png"/><Relationship Id="rId26" Type="http://schemas.openxmlformats.org/officeDocument/2006/relationships/customXml" Target="../ink/ink306.xml"/><Relationship Id="rId47" Type="http://schemas.openxmlformats.org/officeDocument/2006/relationships/image" Target="../media/image311.png"/><Relationship Id="rId68" Type="http://schemas.openxmlformats.org/officeDocument/2006/relationships/customXml" Target="../ink/ink327.xml"/><Relationship Id="rId89" Type="http://schemas.openxmlformats.org/officeDocument/2006/relationships/image" Target="../media/image332.png"/><Relationship Id="rId112" Type="http://schemas.openxmlformats.org/officeDocument/2006/relationships/customXml" Target="../ink/ink349.xml"/><Relationship Id="rId133" Type="http://schemas.openxmlformats.org/officeDocument/2006/relationships/image" Target="../media/image354.png"/><Relationship Id="rId154" Type="http://schemas.openxmlformats.org/officeDocument/2006/relationships/customXml" Target="../ink/ink370.xml"/><Relationship Id="rId16" Type="http://schemas.openxmlformats.org/officeDocument/2006/relationships/customXml" Target="../ink/ink301.xml"/><Relationship Id="rId37" Type="http://schemas.openxmlformats.org/officeDocument/2006/relationships/image" Target="../media/image306.png"/><Relationship Id="rId58" Type="http://schemas.openxmlformats.org/officeDocument/2006/relationships/customXml" Target="../ink/ink322.xml"/><Relationship Id="rId79" Type="http://schemas.openxmlformats.org/officeDocument/2006/relationships/image" Target="../media/image327.png"/><Relationship Id="rId102" Type="http://schemas.openxmlformats.org/officeDocument/2006/relationships/customXml" Target="../ink/ink344.xml"/><Relationship Id="rId123" Type="http://schemas.openxmlformats.org/officeDocument/2006/relationships/image" Target="../media/image349.png"/><Relationship Id="rId144" Type="http://schemas.openxmlformats.org/officeDocument/2006/relationships/customXml" Target="../ink/ink365.xml"/><Relationship Id="rId90" Type="http://schemas.openxmlformats.org/officeDocument/2006/relationships/customXml" Target="../ink/ink338.xml"/><Relationship Id="rId165" Type="http://schemas.openxmlformats.org/officeDocument/2006/relationships/customXml" Target="../ink/ink376.xml"/><Relationship Id="rId27" Type="http://schemas.openxmlformats.org/officeDocument/2006/relationships/image" Target="../media/image301.png"/><Relationship Id="rId48" Type="http://schemas.openxmlformats.org/officeDocument/2006/relationships/customXml" Target="../ink/ink317.xml"/><Relationship Id="rId69" Type="http://schemas.openxmlformats.org/officeDocument/2006/relationships/image" Target="../media/image322.png"/><Relationship Id="rId113" Type="http://schemas.openxmlformats.org/officeDocument/2006/relationships/image" Target="../media/image344.png"/><Relationship Id="rId134" Type="http://schemas.openxmlformats.org/officeDocument/2006/relationships/customXml" Target="../ink/ink360.xml"/><Relationship Id="rId80" Type="http://schemas.openxmlformats.org/officeDocument/2006/relationships/customXml" Target="../ink/ink333.xml"/><Relationship Id="rId155" Type="http://schemas.openxmlformats.org/officeDocument/2006/relationships/customXml" Target="../ink/ink371.xml"/><Relationship Id="rId17" Type="http://schemas.openxmlformats.org/officeDocument/2006/relationships/image" Target="../media/image296.png"/><Relationship Id="rId38" Type="http://schemas.openxmlformats.org/officeDocument/2006/relationships/customXml" Target="../ink/ink312.xml"/><Relationship Id="rId59" Type="http://schemas.openxmlformats.org/officeDocument/2006/relationships/image" Target="../media/image317.png"/><Relationship Id="rId103" Type="http://schemas.openxmlformats.org/officeDocument/2006/relationships/image" Target="../media/image339.png"/><Relationship Id="rId124" Type="http://schemas.openxmlformats.org/officeDocument/2006/relationships/customXml" Target="../ink/ink355.xml"/><Relationship Id="rId70" Type="http://schemas.openxmlformats.org/officeDocument/2006/relationships/customXml" Target="../ink/ink328.xml"/><Relationship Id="rId91" Type="http://schemas.openxmlformats.org/officeDocument/2006/relationships/image" Target="../media/image333.png"/><Relationship Id="rId145" Type="http://schemas.openxmlformats.org/officeDocument/2006/relationships/image" Target="../media/image360.png"/><Relationship Id="rId166" Type="http://schemas.openxmlformats.org/officeDocument/2006/relationships/image" Target="../media/image37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0.png"/><Relationship Id="rId18" Type="http://schemas.openxmlformats.org/officeDocument/2006/relationships/customXml" Target="../ink/ink389.xml"/><Relationship Id="rId26" Type="http://schemas.openxmlformats.org/officeDocument/2006/relationships/customXml" Target="../ink/ink393.xml"/><Relationship Id="rId39" Type="http://schemas.openxmlformats.org/officeDocument/2006/relationships/image" Target="../media/image393.png"/><Relationship Id="rId21" Type="http://schemas.openxmlformats.org/officeDocument/2006/relationships/image" Target="../media/image384.png"/><Relationship Id="rId34" Type="http://schemas.openxmlformats.org/officeDocument/2006/relationships/customXml" Target="../ink/ink397.xml"/><Relationship Id="rId42" Type="http://schemas.openxmlformats.org/officeDocument/2006/relationships/customXml" Target="../ink/ink401.xml"/><Relationship Id="rId47" Type="http://schemas.openxmlformats.org/officeDocument/2006/relationships/image" Target="../media/image397.png"/><Relationship Id="rId7" Type="http://schemas.openxmlformats.org/officeDocument/2006/relationships/image" Target="../media/image377.png"/><Relationship Id="rId2" Type="http://schemas.openxmlformats.org/officeDocument/2006/relationships/customXml" Target="../ink/ink381.xml"/><Relationship Id="rId16" Type="http://schemas.openxmlformats.org/officeDocument/2006/relationships/customXml" Target="../ink/ink388.xml"/><Relationship Id="rId29" Type="http://schemas.openxmlformats.org/officeDocument/2006/relationships/image" Target="../media/image38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3.xml"/><Relationship Id="rId11" Type="http://schemas.openxmlformats.org/officeDocument/2006/relationships/image" Target="../media/image379.png"/><Relationship Id="rId24" Type="http://schemas.openxmlformats.org/officeDocument/2006/relationships/customXml" Target="../ink/ink392.xml"/><Relationship Id="rId32" Type="http://schemas.openxmlformats.org/officeDocument/2006/relationships/customXml" Target="../ink/ink396.xml"/><Relationship Id="rId37" Type="http://schemas.openxmlformats.org/officeDocument/2006/relationships/image" Target="../media/image392.png"/><Relationship Id="rId40" Type="http://schemas.openxmlformats.org/officeDocument/2006/relationships/customXml" Target="../ink/ink400.xml"/><Relationship Id="rId45" Type="http://schemas.openxmlformats.org/officeDocument/2006/relationships/image" Target="../media/image396.png"/><Relationship Id="rId5" Type="http://schemas.openxmlformats.org/officeDocument/2006/relationships/image" Target="../media/image376.png"/><Relationship Id="rId15" Type="http://schemas.openxmlformats.org/officeDocument/2006/relationships/image" Target="../media/image381.png"/><Relationship Id="rId23" Type="http://schemas.openxmlformats.org/officeDocument/2006/relationships/image" Target="../media/image385.png"/><Relationship Id="rId28" Type="http://schemas.openxmlformats.org/officeDocument/2006/relationships/customXml" Target="../ink/ink394.xml"/><Relationship Id="rId36" Type="http://schemas.openxmlformats.org/officeDocument/2006/relationships/customXml" Target="../ink/ink398.xml"/><Relationship Id="rId10" Type="http://schemas.openxmlformats.org/officeDocument/2006/relationships/customXml" Target="../ink/ink385.xml"/><Relationship Id="rId19" Type="http://schemas.openxmlformats.org/officeDocument/2006/relationships/image" Target="../media/image383.png"/><Relationship Id="rId31" Type="http://schemas.openxmlformats.org/officeDocument/2006/relationships/image" Target="../media/image389.png"/><Relationship Id="rId44" Type="http://schemas.openxmlformats.org/officeDocument/2006/relationships/customXml" Target="../ink/ink402.xml"/><Relationship Id="rId4" Type="http://schemas.openxmlformats.org/officeDocument/2006/relationships/customXml" Target="../ink/ink382.xml"/><Relationship Id="rId9" Type="http://schemas.openxmlformats.org/officeDocument/2006/relationships/image" Target="../media/image378.png"/><Relationship Id="rId14" Type="http://schemas.openxmlformats.org/officeDocument/2006/relationships/customXml" Target="../ink/ink387.xml"/><Relationship Id="rId22" Type="http://schemas.openxmlformats.org/officeDocument/2006/relationships/customXml" Target="../ink/ink391.xml"/><Relationship Id="rId27" Type="http://schemas.openxmlformats.org/officeDocument/2006/relationships/image" Target="../media/image387.png"/><Relationship Id="rId30" Type="http://schemas.openxmlformats.org/officeDocument/2006/relationships/customXml" Target="../ink/ink395.xml"/><Relationship Id="rId35" Type="http://schemas.openxmlformats.org/officeDocument/2006/relationships/image" Target="../media/image391.png"/><Relationship Id="rId43" Type="http://schemas.openxmlformats.org/officeDocument/2006/relationships/image" Target="../media/image395.png"/><Relationship Id="rId8" Type="http://schemas.openxmlformats.org/officeDocument/2006/relationships/customXml" Target="../ink/ink384.xml"/><Relationship Id="rId3" Type="http://schemas.openxmlformats.org/officeDocument/2006/relationships/image" Target="../media/image375.png"/><Relationship Id="rId12" Type="http://schemas.openxmlformats.org/officeDocument/2006/relationships/customXml" Target="../ink/ink386.xml"/><Relationship Id="rId17" Type="http://schemas.openxmlformats.org/officeDocument/2006/relationships/image" Target="../media/image382.png"/><Relationship Id="rId25" Type="http://schemas.openxmlformats.org/officeDocument/2006/relationships/image" Target="../media/image386.png"/><Relationship Id="rId33" Type="http://schemas.openxmlformats.org/officeDocument/2006/relationships/image" Target="../media/image390.png"/><Relationship Id="rId38" Type="http://schemas.openxmlformats.org/officeDocument/2006/relationships/customXml" Target="../ink/ink399.xml"/><Relationship Id="rId46" Type="http://schemas.openxmlformats.org/officeDocument/2006/relationships/customXml" Target="../ink/ink403.xml"/><Relationship Id="rId20" Type="http://schemas.openxmlformats.org/officeDocument/2006/relationships/customXml" Target="../ink/ink390.xml"/><Relationship Id="rId41" Type="http://schemas.openxmlformats.org/officeDocument/2006/relationships/image" Target="../media/image39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13" Type="http://schemas.openxmlformats.org/officeDocument/2006/relationships/customXml" Target="../ink/ink409.xml"/><Relationship Id="rId3" Type="http://schemas.openxmlformats.org/officeDocument/2006/relationships/customXml" Target="../ink/ink404.xml"/><Relationship Id="rId7" Type="http://schemas.openxmlformats.org/officeDocument/2006/relationships/customXml" Target="../ink/ink406.xml"/><Relationship Id="rId12" Type="http://schemas.openxmlformats.org/officeDocument/2006/relationships/image" Target="../media/image401.png"/><Relationship Id="rId2" Type="http://schemas.openxmlformats.org/officeDocument/2006/relationships/image" Target="../media/image199.png"/><Relationship Id="rId16" Type="http://schemas.openxmlformats.org/officeDocument/2006/relationships/image" Target="../media/image4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8.png"/><Relationship Id="rId11" Type="http://schemas.openxmlformats.org/officeDocument/2006/relationships/customXml" Target="../ink/ink408.xml"/><Relationship Id="rId5" Type="http://schemas.openxmlformats.org/officeDocument/2006/relationships/customXml" Target="../ink/ink405.xml"/><Relationship Id="rId15" Type="http://schemas.openxmlformats.org/officeDocument/2006/relationships/customXml" Target="../ink/ink410.xml"/><Relationship Id="rId10" Type="http://schemas.openxmlformats.org/officeDocument/2006/relationships/image" Target="../media/image400.png"/><Relationship Id="rId4" Type="http://schemas.openxmlformats.org/officeDocument/2006/relationships/image" Target="../media/image200.png"/><Relationship Id="rId9" Type="http://schemas.openxmlformats.org/officeDocument/2006/relationships/customXml" Target="../ink/ink407.xml"/><Relationship Id="rId14" Type="http://schemas.openxmlformats.org/officeDocument/2006/relationships/image" Target="../media/image40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5.png"/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30.png"/><Relationship Id="rId117" Type="http://schemas.openxmlformats.org/officeDocument/2006/relationships/customXml" Target="../ink/ink468.xml"/><Relationship Id="rId21" Type="http://schemas.openxmlformats.org/officeDocument/2006/relationships/image" Target="../media/image2900.png"/><Relationship Id="rId42" Type="http://schemas.openxmlformats.org/officeDocument/2006/relationships/image" Target="../media/image3010.png"/><Relationship Id="rId47" Type="http://schemas.openxmlformats.org/officeDocument/2006/relationships/customXml" Target="../ink/ink433.xml"/><Relationship Id="rId63" Type="http://schemas.openxmlformats.org/officeDocument/2006/relationships/customXml" Target="../ink/ink441.xml"/><Relationship Id="rId68" Type="http://schemas.openxmlformats.org/officeDocument/2006/relationships/image" Target="../media/image3140.png"/><Relationship Id="rId84" Type="http://schemas.openxmlformats.org/officeDocument/2006/relationships/image" Target="../media/image3220.png"/><Relationship Id="rId89" Type="http://schemas.openxmlformats.org/officeDocument/2006/relationships/customXml" Target="../ink/ink454.xml"/><Relationship Id="rId112" Type="http://schemas.openxmlformats.org/officeDocument/2006/relationships/image" Target="../media/image3360.png"/><Relationship Id="rId16" Type="http://schemas.openxmlformats.org/officeDocument/2006/relationships/customXml" Target="../ink/ink418.xml"/><Relationship Id="rId107" Type="http://schemas.openxmlformats.org/officeDocument/2006/relationships/customXml" Target="../ink/ink463.xml"/><Relationship Id="rId11" Type="http://schemas.openxmlformats.org/officeDocument/2006/relationships/image" Target="../media/image2850.png"/><Relationship Id="rId32" Type="http://schemas.openxmlformats.org/officeDocument/2006/relationships/image" Target="../media/image2960.png"/><Relationship Id="rId37" Type="http://schemas.openxmlformats.org/officeDocument/2006/relationships/customXml" Target="../ink/ink428.xml"/><Relationship Id="rId53" Type="http://schemas.openxmlformats.org/officeDocument/2006/relationships/customXml" Target="../ink/ink436.xml"/><Relationship Id="rId58" Type="http://schemas.openxmlformats.org/officeDocument/2006/relationships/image" Target="../media/image3090.png"/><Relationship Id="rId74" Type="http://schemas.openxmlformats.org/officeDocument/2006/relationships/image" Target="../media/image3170.png"/><Relationship Id="rId79" Type="http://schemas.openxmlformats.org/officeDocument/2006/relationships/customXml" Target="../ink/ink449.xml"/><Relationship Id="rId102" Type="http://schemas.openxmlformats.org/officeDocument/2006/relationships/image" Target="../media/image3310.png"/><Relationship Id="rId5" Type="http://schemas.openxmlformats.org/officeDocument/2006/relationships/image" Target="../media/image2820.png"/><Relationship Id="rId90" Type="http://schemas.openxmlformats.org/officeDocument/2006/relationships/image" Target="../media/image3250.png"/><Relationship Id="rId95" Type="http://schemas.openxmlformats.org/officeDocument/2006/relationships/customXml" Target="../ink/ink457.xml"/><Relationship Id="rId22" Type="http://schemas.openxmlformats.org/officeDocument/2006/relationships/customXml" Target="../ink/ink421.xml"/><Relationship Id="rId27" Type="http://schemas.openxmlformats.org/officeDocument/2006/relationships/customXml" Target="../ink/ink423.xml"/><Relationship Id="rId43" Type="http://schemas.openxmlformats.org/officeDocument/2006/relationships/customXml" Target="../ink/ink431.xml"/><Relationship Id="rId48" Type="http://schemas.openxmlformats.org/officeDocument/2006/relationships/image" Target="../media/image3040.png"/><Relationship Id="rId64" Type="http://schemas.openxmlformats.org/officeDocument/2006/relationships/image" Target="../media/image3120.png"/><Relationship Id="rId69" Type="http://schemas.openxmlformats.org/officeDocument/2006/relationships/customXml" Target="../ink/ink444.xml"/><Relationship Id="rId113" Type="http://schemas.openxmlformats.org/officeDocument/2006/relationships/customXml" Target="../ink/ink466.xml"/><Relationship Id="rId118" Type="http://schemas.openxmlformats.org/officeDocument/2006/relationships/image" Target="../media/image3390.png"/><Relationship Id="rId80" Type="http://schemas.openxmlformats.org/officeDocument/2006/relationships/image" Target="../media/image3200.png"/><Relationship Id="rId85" Type="http://schemas.openxmlformats.org/officeDocument/2006/relationships/customXml" Target="../ink/ink452.xml"/><Relationship Id="rId12" Type="http://schemas.openxmlformats.org/officeDocument/2006/relationships/customXml" Target="../ink/ink416.xml"/><Relationship Id="rId17" Type="http://schemas.openxmlformats.org/officeDocument/2006/relationships/image" Target="../media/image2880.png"/><Relationship Id="rId33" Type="http://schemas.openxmlformats.org/officeDocument/2006/relationships/customXml" Target="../ink/ink426.xml"/><Relationship Id="rId38" Type="http://schemas.openxmlformats.org/officeDocument/2006/relationships/image" Target="../media/image2990.png"/><Relationship Id="rId59" Type="http://schemas.openxmlformats.org/officeDocument/2006/relationships/customXml" Target="../ink/ink439.xml"/><Relationship Id="rId103" Type="http://schemas.openxmlformats.org/officeDocument/2006/relationships/customXml" Target="../ink/ink461.xml"/><Relationship Id="rId108" Type="http://schemas.openxmlformats.org/officeDocument/2006/relationships/image" Target="../media/image3340.png"/><Relationship Id="rId54" Type="http://schemas.openxmlformats.org/officeDocument/2006/relationships/image" Target="../media/image3070.png"/><Relationship Id="rId70" Type="http://schemas.openxmlformats.org/officeDocument/2006/relationships/image" Target="../media/image3150.png"/><Relationship Id="rId75" Type="http://schemas.openxmlformats.org/officeDocument/2006/relationships/customXml" Target="../ink/ink447.xml"/><Relationship Id="rId91" Type="http://schemas.openxmlformats.org/officeDocument/2006/relationships/customXml" Target="../ink/ink455.xml"/><Relationship Id="rId96" Type="http://schemas.openxmlformats.org/officeDocument/2006/relationships/image" Target="../media/image32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3.xml"/><Relationship Id="rId23" Type="http://schemas.openxmlformats.org/officeDocument/2006/relationships/image" Target="../media/image2910.png"/><Relationship Id="rId28" Type="http://schemas.openxmlformats.org/officeDocument/2006/relationships/image" Target="../media/image2940.png"/><Relationship Id="rId49" Type="http://schemas.openxmlformats.org/officeDocument/2006/relationships/customXml" Target="../ink/ink434.xml"/><Relationship Id="rId114" Type="http://schemas.openxmlformats.org/officeDocument/2006/relationships/image" Target="../media/image3370.png"/><Relationship Id="rId119" Type="http://schemas.openxmlformats.org/officeDocument/2006/relationships/customXml" Target="../ink/ink469.xml"/><Relationship Id="rId44" Type="http://schemas.openxmlformats.org/officeDocument/2006/relationships/image" Target="../media/image3020.png"/><Relationship Id="rId60" Type="http://schemas.openxmlformats.org/officeDocument/2006/relationships/image" Target="../media/image3100.png"/><Relationship Id="rId65" Type="http://schemas.openxmlformats.org/officeDocument/2006/relationships/customXml" Target="../ink/ink442.xml"/><Relationship Id="rId81" Type="http://schemas.openxmlformats.org/officeDocument/2006/relationships/customXml" Target="../ink/ink450.xml"/><Relationship Id="rId86" Type="http://schemas.openxmlformats.org/officeDocument/2006/relationships/image" Target="../media/image3230.png"/><Relationship Id="rId4" Type="http://schemas.openxmlformats.org/officeDocument/2006/relationships/customXml" Target="../ink/ink412.xml"/><Relationship Id="rId9" Type="http://schemas.openxmlformats.org/officeDocument/2006/relationships/image" Target="../media/image2840.png"/><Relationship Id="rId13" Type="http://schemas.openxmlformats.org/officeDocument/2006/relationships/image" Target="../media/image2860.png"/><Relationship Id="rId18" Type="http://schemas.openxmlformats.org/officeDocument/2006/relationships/customXml" Target="../ink/ink419.xml"/><Relationship Id="rId39" Type="http://schemas.openxmlformats.org/officeDocument/2006/relationships/customXml" Target="../ink/ink429.xml"/><Relationship Id="rId109" Type="http://schemas.openxmlformats.org/officeDocument/2006/relationships/customXml" Target="../ink/ink464.xml"/><Relationship Id="rId34" Type="http://schemas.openxmlformats.org/officeDocument/2006/relationships/image" Target="../media/image2970.png"/><Relationship Id="rId50" Type="http://schemas.openxmlformats.org/officeDocument/2006/relationships/image" Target="../media/image3050.png"/><Relationship Id="rId55" Type="http://schemas.openxmlformats.org/officeDocument/2006/relationships/customXml" Target="../ink/ink437.xml"/><Relationship Id="rId76" Type="http://schemas.openxmlformats.org/officeDocument/2006/relationships/image" Target="../media/image3180.png"/><Relationship Id="rId97" Type="http://schemas.openxmlformats.org/officeDocument/2006/relationships/customXml" Target="../ink/ink458.xml"/><Relationship Id="rId104" Type="http://schemas.openxmlformats.org/officeDocument/2006/relationships/image" Target="../media/image3320.png"/><Relationship Id="rId120" Type="http://schemas.openxmlformats.org/officeDocument/2006/relationships/image" Target="../media/image3400.png"/><Relationship Id="rId7" Type="http://schemas.openxmlformats.org/officeDocument/2006/relationships/image" Target="../media/image2830.png"/><Relationship Id="rId71" Type="http://schemas.openxmlformats.org/officeDocument/2006/relationships/customXml" Target="../ink/ink445.xml"/><Relationship Id="rId92" Type="http://schemas.openxmlformats.org/officeDocument/2006/relationships/image" Target="../media/image3260.png"/><Relationship Id="rId2" Type="http://schemas.openxmlformats.org/officeDocument/2006/relationships/customXml" Target="../ink/ink411.xml"/><Relationship Id="rId29" Type="http://schemas.openxmlformats.org/officeDocument/2006/relationships/customXml" Target="../ink/ink424.xml"/><Relationship Id="rId24" Type="http://schemas.openxmlformats.org/officeDocument/2006/relationships/image" Target="../media/image406.png"/><Relationship Id="rId40" Type="http://schemas.openxmlformats.org/officeDocument/2006/relationships/image" Target="../media/image3000.png"/><Relationship Id="rId45" Type="http://schemas.openxmlformats.org/officeDocument/2006/relationships/customXml" Target="../ink/ink432.xml"/><Relationship Id="rId66" Type="http://schemas.openxmlformats.org/officeDocument/2006/relationships/image" Target="../media/image3130.png"/><Relationship Id="rId87" Type="http://schemas.openxmlformats.org/officeDocument/2006/relationships/customXml" Target="../ink/ink453.xml"/><Relationship Id="rId110" Type="http://schemas.openxmlformats.org/officeDocument/2006/relationships/image" Target="../media/image3350.png"/><Relationship Id="rId115" Type="http://schemas.openxmlformats.org/officeDocument/2006/relationships/customXml" Target="../ink/ink467.xml"/><Relationship Id="rId61" Type="http://schemas.openxmlformats.org/officeDocument/2006/relationships/customXml" Target="../ink/ink440.xml"/><Relationship Id="rId82" Type="http://schemas.openxmlformats.org/officeDocument/2006/relationships/image" Target="../media/image3210.png"/><Relationship Id="rId19" Type="http://schemas.openxmlformats.org/officeDocument/2006/relationships/image" Target="../media/image2890.png"/><Relationship Id="rId14" Type="http://schemas.openxmlformats.org/officeDocument/2006/relationships/customXml" Target="../ink/ink417.xml"/><Relationship Id="rId30" Type="http://schemas.openxmlformats.org/officeDocument/2006/relationships/image" Target="../media/image2950.png"/><Relationship Id="rId35" Type="http://schemas.openxmlformats.org/officeDocument/2006/relationships/customXml" Target="../ink/ink427.xml"/><Relationship Id="rId56" Type="http://schemas.openxmlformats.org/officeDocument/2006/relationships/image" Target="../media/image3080.png"/><Relationship Id="rId77" Type="http://schemas.openxmlformats.org/officeDocument/2006/relationships/customXml" Target="../ink/ink448.xml"/><Relationship Id="rId100" Type="http://schemas.openxmlformats.org/officeDocument/2006/relationships/image" Target="../media/image3300.png"/><Relationship Id="rId105" Type="http://schemas.openxmlformats.org/officeDocument/2006/relationships/customXml" Target="../ink/ink462.xml"/><Relationship Id="rId8" Type="http://schemas.openxmlformats.org/officeDocument/2006/relationships/customXml" Target="../ink/ink414.xml"/><Relationship Id="rId51" Type="http://schemas.openxmlformats.org/officeDocument/2006/relationships/customXml" Target="../ink/ink435.xml"/><Relationship Id="rId72" Type="http://schemas.openxmlformats.org/officeDocument/2006/relationships/image" Target="../media/image3160.png"/><Relationship Id="rId93" Type="http://schemas.openxmlformats.org/officeDocument/2006/relationships/customXml" Target="../ink/ink456.xml"/><Relationship Id="rId98" Type="http://schemas.openxmlformats.org/officeDocument/2006/relationships/image" Target="../media/image3290.png"/><Relationship Id="rId121" Type="http://schemas.openxmlformats.org/officeDocument/2006/relationships/customXml" Target="../ink/ink470.xml"/><Relationship Id="rId3" Type="http://schemas.openxmlformats.org/officeDocument/2006/relationships/image" Target="../media/image2810.png"/><Relationship Id="rId25" Type="http://schemas.openxmlformats.org/officeDocument/2006/relationships/customXml" Target="../ink/ink422.xml"/><Relationship Id="rId46" Type="http://schemas.openxmlformats.org/officeDocument/2006/relationships/image" Target="../media/image3030.png"/><Relationship Id="rId67" Type="http://schemas.openxmlformats.org/officeDocument/2006/relationships/customXml" Target="../ink/ink443.xml"/><Relationship Id="rId116" Type="http://schemas.openxmlformats.org/officeDocument/2006/relationships/image" Target="../media/image3380.png"/><Relationship Id="rId20" Type="http://schemas.openxmlformats.org/officeDocument/2006/relationships/customXml" Target="../ink/ink420.xml"/><Relationship Id="rId41" Type="http://schemas.openxmlformats.org/officeDocument/2006/relationships/customXml" Target="../ink/ink430.xml"/><Relationship Id="rId62" Type="http://schemas.openxmlformats.org/officeDocument/2006/relationships/image" Target="../media/image3110.png"/><Relationship Id="rId83" Type="http://schemas.openxmlformats.org/officeDocument/2006/relationships/customXml" Target="../ink/ink451.xml"/><Relationship Id="rId88" Type="http://schemas.openxmlformats.org/officeDocument/2006/relationships/image" Target="../media/image3240.png"/><Relationship Id="rId111" Type="http://schemas.openxmlformats.org/officeDocument/2006/relationships/customXml" Target="../ink/ink465.xml"/><Relationship Id="rId15" Type="http://schemas.openxmlformats.org/officeDocument/2006/relationships/image" Target="../media/image2870.png"/><Relationship Id="rId36" Type="http://schemas.openxmlformats.org/officeDocument/2006/relationships/image" Target="../media/image2980.png"/><Relationship Id="rId57" Type="http://schemas.openxmlformats.org/officeDocument/2006/relationships/customXml" Target="../ink/ink438.xml"/><Relationship Id="rId106" Type="http://schemas.openxmlformats.org/officeDocument/2006/relationships/image" Target="../media/image3330.png"/><Relationship Id="rId10" Type="http://schemas.openxmlformats.org/officeDocument/2006/relationships/customXml" Target="../ink/ink415.xml"/><Relationship Id="rId31" Type="http://schemas.openxmlformats.org/officeDocument/2006/relationships/customXml" Target="../ink/ink425.xml"/><Relationship Id="rId52" Type="http://schemas.openxmlformats.org/officeDocument/2006/relationships/image" Target="../media/image3060.png"/><Relationship Id="rId73" Type="http://schemas.openxmlformats.org/officeDocument/2006/relationships/customXml" Target="../ink/ink446.xml"/><Relationship Id="rId78" Type="http://schemas.openxmlformats.org/officeDocument/2006/relationships/image" Target="../media/image3190.png"/><Relationship Id="rId94" Type="http://schemas.openxmlformats.org/officeDocument/2006/relationships/image" Target="../media/image3270.png"/><Relationship Id="rId99" Type="http://schemas.openxmlformats.org/officeDocument/2006/relationships/customXml" Target="../ink/ink459.xml"/><Relationship Id="rId101" Type="http://schemas.openxmlformats.org/officeDocument/2006/relationships/customXml" Target="../ink/ink460.xml"/><Relationship Id="rId122" Type="http://schemas.openxmlformats.org/officeDocument/2006/relationships/image" Target="../media/image34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0.png"/><Relationship Id="rId3" Type="http://schemas.openxmlformats.org/officeDocument/2006/relationships/image" Target="../media/image3420.png"/><Relationship Id="rId7" Type="http://schemas.openxmlformats.org/officeDocument/2006/relationships/customXml" Target="../ink/ink473.xml"/><Relationship Id="rId12" Type="http://schemas.openxmlformats.org/officeDocument/2006/relationships/image" Target="../media/image3460.png"/><Relationship Id="rId2" Type="http://schemas.openxmlformats.org/officeDocument/2006/relationships/customXml" Target="../ink/ink47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30.png"/><Relationship Id="rId11" Type="http://schemas.openxmlformats.org/officeDocument/2006/relationships/customXml" Target="../ink/ink475.xml"/><Relationship Id="rId5" Type="http://schemas.openxmlformats.org/officeDocument/2006/relationships/customXml" Target="../ink/ink472.xml"/><Relationship Id="rId10" Type="http://schemas.openxmlformats.org/officeDocument/2006/relationships/image" Target="../media/image3450.png"/><Relationship Id="rId4" Type="http://schemas.openxmlformats.org/officeDocument/2006/relationships/image" Target="../media/image406.png"/><Relationship Id="rId9" Type="http://schemas.openxmlformats.org/officeDocument/2006/relationships/customXml" Target="../ink/ink474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80.png"/><Relationship Id="rId21" Type="http://schemas.openxmlformats.org/officeDocument/2006/relationships/customXml" Target="../ink/ink485.xml"/><Relationship Id="rId42" Type="http://schemas.openxmlformats.org/officeDocument/2006/relationships/image" Target="../media/image3660.png"/><Relationship Id="rId47" Type="http://schemas.openxmlformats.org/officeDocument/2006/relationships/customXml" Target="../ink/ink498.xml"/><Relationship Id="rId63" Type="http://schemas.openxmlformats.org/officeDocument/2006/relationships/customXml" Target="../ink/ink506.xml"/><Relationship Id="rId68" Type="http://schemas.openxmlformats.org/officeDocument/2006/relationships/image" Target="../media/image3790.png"/><Relationship Id="rId84" Type="http://schemas.openxmlformats.org/officeDocument/2006/relationships/image" Target="../media/image3870.png"/><Relationship Id="rId89" Type="http://schemas.openxmlformats.org/officeDocument/2006/relationships/customXml" Target="../ink/ink519.xml"/><Relationship Id="rId16" Type="http://schemas.openxmlformats.org/officeDocument/2006/relationships/image" Target="../media/image3530.png"/><Relationship Id="rId11" Type="http://schemas.openxmlformats.org/officeDocument/2006/relationships/customXml" Target="../ink/ink480.xml"/><Relationship Id="rId32" Type="http://schemas.openxmlformats.org/officeDocument/2006/relationships/image" Target="../media/image3610.png"/><Relationship Id="rId37" Type="http://schemas.openxmlformats.org/officeDocument/2006/relationships/customXml" Target="../ink/ink493.xml"/><Relationship Id="rId53" Type="http://schemas.openxmlformats.org/officeDocument/2006/relationships/customXml" Target="../ink/ink501.xml"/><Relationship Id="rId58" Type="http://schemas.openxmlformats.org/officeDocument/2006/relationships/image" Target="../media/image3740.png"/><Relationship Id="rId74" Type="http://schemas.openxmlformats.org/officeDocument/2006/relationships/image" Target="../media/image3820.png"/><Relationship Id="rId79" Type="http://schemas.openxmlformats.org/officeDocument/2006/relationships/customXml" Target="../ink/ink514.xml"/><Relationship Id="rId5" Type="http://schemas.openxmlformats.org/officeDocument/2006/relationships/customXml" Target="../ink/ink477.xml"/><Relationship Id="rId90" Type="http://schemas.openxmlformats.org/officeDocument/2006/relationships/image" Target="../media/image3900.png"/><Relationship Id="rId95" Type="http://schemas.openxmlformats.org/officeDocument/2006/relationships/customXml" Target="../ink/ink522.xml"/><Relationship Id="rId22" Type="http://schemas.openxmlformats.org/officeDocument/2006/relationships/image" Target="../media/image3560.png"/><Relationship Id="rId27" Type="http://schemas.openxmlformats.org/officeDocument/2006/relationships/customXml" Target="../ink/ink488.xml"/><Relationship Id="rId43" Type="http://schemas.openxmlformats.org/officeDocument/2006/relationships/customXml" Target="../ink/ink496.xml"/><Relationship Id="rId48" Type="http://schemas.openxmlformats.org/officeDocument/2006/relationships/image" Target="../media/image3690.png"/><Relationship Id="rId64" Type="http://schemas.openxmlformats.org/officeDocument/2006/relationships/image" Target="../media/image3770.png"/><Relationship Id="rId69" Type="http://schemas.openxmlformats.org/officeDocument/2006/relationships/customXml" Target="../ink/ink509.xml"/><Relationship Id="rId80" Type="http://schemas.openxmlformats.org/officeDocument/2006/relationships/image" Target="../media/image3850.png"/><Relationship Id="rId85" Type="http://schemas.openxmlformats.org/officeDocument/2006/relationships/customXml" Target="../ink/ink517.xml"/><Relationship Id="rId3" Type="http://schemas.openxmlformats.org/officeDocument/2006/relationships/customXml" Target="../ink/ink476.xml"/><Relationship Id="rId12" Type="http://schemas.openxmlformats.org/officeDocument/2006/relationships/image" Target="../media/image3510.png"/><Relationship Id="rId17" Type="http://schemas.openxmlformats.org/officeDocument/2006/relationships/customXml" Target="../ink/ink483.xml"/><Relationship Id="rId25" Type="http://schemas.openxmlformats.org/officeDocument/2006/relationships/customXml" Target="../ink/ink487.xml"/><Relationship Id="rId33" Type="http://schemas.openxmlformats.org/officeDocument/2006/relationships/customXml" Target="../ink/ink491.xml"/><Relationship Id="rId38" Type="http://schemas.openxmlformats.org/officeDocument/2006/relationships/image" Target="../media/image3640.png"/><Relationship Id="rId46" Type="http://schemas.openxmlformats.org/officeDocument/2006/relationships/image" Target="../media/image3680.png"/><Relationship Id="rId59" Type="http://schemas.openxmlformats.org/officeDocument/2006/relationships/customXml" Target="../ink/ink504.xml"/><Relationship Id="rId67" Type="http://schemas.openxmlformats.org/officeDocument/2006/relationships/customXml" Target="../ink/ink508.xml"/><Relationship Id="rId20" Type="http://schemas.openxmlformats.org/officeDocument/2006/relationships/image" Target="../media/image3550.png"/><Relationship Id="rId41" Type="http://schemas.openxmlformats.org/officeDocument/2006/relationships/customXml" Target="../ink/ink495.xml"/><Relationship Id="rId54" Type="http://schemas.openxmlformats.org/officeDocument/2006/relationships/image" Target="../media/image3720.png"/><Relationship Id="rId62" Type="http://schemas.openxmlformats.org/officeDocument/2006/relationships/image" Target="../media/image3760.png"/><Relationship Id="rId70" Type="http://schemas.openxmlformats.org/officeDocument/2006/relationships/image" Target="../media/image3800.png"/><Relationship Id="rId75" Type="http://schemas.openxmlformats.org/officeDocument/2006/relationships/customXml" Target="../ink/ink512.xml"/><Relationship Id="rId83" Type="http://schemas.openxmlformats.org/officeDocument/2006/relationships/customXml" Target="../ink/ink516.xml"/><Relationship Id="rId88" Type="http://schemas.openxmlformats.org/officeDocument/2006/relationships/image" Target="../media/image3890.png"/><Relationship Id="rId91" Type="http://schemas.openxmlformats.org/officeDocument/2006/relationships/customXml" Target="../ink/ink520.xml"/><Relationship Id="rId96" Type="http://schemas.openxmlformats.org/officeDocument/2006/relationships/image" Target="../media/image39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80.png"/><Relationship Id="rId15" Type="http://schemas.openxmlformats.org/officeDocument/2006/relationships/customXml" Target="../ink/ink482.xml"/><Relationship Id="rId23" Type="http://schemas.openxmlformats.org/officeDocument/2006/relationships/customXml" Target="../ink/ink486.xml"/><Relationship Id="rId28" Type="http://schemas.openxmlformats.org/officeDocument/2006/relationships/image" Target="../media/image3590.png"/><Relationship Id="rId36" Type="http://schemas.openxmlformats.org/officeDocument/2006/relationships/image" Target="../media/image3630.png"/><Relationship Id="rId49" Type="http://schemas.openxmlformats.org/officeDocument/2006/relationships/customXml" Target="../ink/ink499.xml"/><Relationship Id="rId57" Type="http://schemas.openxmlformats.org/officeDocument/2006/relationships/customXml" Target="../ink/ink503.xml"/><Relationship Id="rId10" Type="http://schemas.openxmlformats.org/officeDocument/2006/relationships/image" Target="../media/image3500.png"/><Relationship Id="rId31" Type="http://schemas.openxmlformats.org/officeDocument/2006/relationships/customXml" Target="../ink/ink490.xml"/><Relationship Id="rId44" Type="http://schemas.openxmlformats.org/officeDocument/2006/relationships/image" Target="../media/image3670.png"/><Relationship Id="rId52" Type="http://schemas.openxmlformats.org/officeDocument/2006/relationships/image" Target="../media/image3710.png"/><Relationship Id="rId60" Type="http://schemas.openxmlformats.org/officeDocument/2006/relationships/image" Target="../media/image3750.png"/><Relationship Id="rId65" Type="http://schemas.openxmlformats.org/officeDocument/2006/relationships/customXml" Target="../ink/ink507.xml"/><Relationship Id="rId73" Type="http://schemas.openxmlformats.org/officeDocument/2006/relationships/customXml" Target="../ink/ink511.xml"/><Relationship Id="rId78" Type="http://schemas.openxmlformats.org/officeDocument/2006/relationships/image" Target="../media/image3840.png"/><Relationship Id="rId81" Type="http://schemas.openxmlformats.org/officeDocument/2006/relationships/customXml" Target="../ink/ink515.xml"/><Relationship Id="rId86" Type="http://schemas.openxmlformats.org/officeDocument/2006/relationships/image" Target="../media/image3880.png"/><Relationship Id="rId94" Type="http://schemas.openxmlformats.org/officeDocument/2006/relationships/image" Target="../media/image3920.png"/><Relationship Id="rId4" Type="http://schemas.openxmlformats.org/officeDocument/2006/relationships/image" Target="../media/image3470.png"/><Relationship Id="rId9" Type="http://schemas.openxmlformats.org/officeDocument/2006/relationships/customXml" Target="../ink/ink479.xml"/><Relationship Id="rId13" Type="http://schemas.openxmlformats.org/officeDocument/2006/relationships/customXml" Target="../ink/ink481.xml"/><Relationship Id="rId18" Type="http://schemas.openxmlformats.org/officeDocument/2006/relationships/image" Target="../media/image3540.png"/><Relationship Id="rId39" Type="http://schemas.openxmlformats.org/officeDocument/2006/relationships/customXml" Target="../ink/ink494.xml"/><Relationship Id="rId34" Type="http://schemas.openxmlformats.org/officeDocument/2006/relationships/image" Target="../media/image3620.png"/><Relationship Id="rId50" Type="http://schemas.openxmlformats.org/officeDocument/2006/relationships/image" Target="../media/image3700.png"/><Relationship Id="rId55" Type="http://schemas.openxmlformats.org/officeDocument/2006/relationships/customXml" Target="../ink/ink502.xml"/><Relationship Id="rId76" Type="http://schemas.openxmlformats.org/officeDocument/2006/relationships/image" Target="../media/image3830.png"/><Relationship Id="rId97" Type="http://schemas.openxmlformats.org/officeDocument/2006/relationships/customXml" Target="../ink/ink523.xml"/><Relationship Id="rId7" Type="http://schemas.openxmlformats.org/officeDocument/2006/relationships/customXml" Target="../ink/ink478.xml"/><Relationship Id="rId71" Type="http://schemas.openxmlformats.org/officeDocument/2006/relationships/customXml" Target="../ink/ink510.xml"/><Relationship Id="rId92" Type="http://schemas.openxmlformats.org/officeDocument/2006/relationships/image" Target="../media/image3910.png"/><Relationship Id="rId2" Type="http://schemas.openxmlformats.org/officeDocument/2006/relationships/image" Target="../media/image406.png"/><Relationship Id="rId29" Type="http://schemas.openxmlformats.org/officeDocument/2006/relationships/customXml" Target="../ink/ink489.xml"/><Relationship Id="rId24" Type="http://schemas.openxmlformats.org/officeDocument/2006/relationships/image" Target="../media/image3570.png"/><Relationship Id="rId40" Type="http://schemas.openxmlformats.org/officeDocument/2006/relationships/image" Target="../media/image3650.png"/><Relationship Id="rId45" Type="http://schemas.openxmlformats.org/officeDocument/2006/relationships/customXml" Target="../ink/ink497.xml"/><Relationship Id="rId66" Type="http://schemas.openxmlformats.org/officeDocument/2006/relationships/image" Target="../media/image3780.png"/><Relationship Id="rId87" Type="http://schemas.openxmlformats.org/officeDocument/2006/relationships/customXml" Target="../ink/ink518.xml"/><Relationship Id="rId61" Type="http://schemas.openxmlformats.org/officeDocument/2006/relationships/customXml" Target="../ink/ink505.xml"/><Relationship Id="rId82" Type="http://schemas.openxmlformats.org/officeDocument/2006/relationships/image" Target="../media/image3860.png"/><Relationship Id="rId19" Type="http://schemas.openxmlformats.org/officeDocument/2006/relationships/customXml" Target="../ink/ink484.xml"/><Relationship Id="rId14" Type="http://schemas.openxmlformats.org/officeDocument/2006/relationships/image" Target="../media/image3520.png"/><Relationship Id="rId30" Type="http://schemas.openxmlformats.org/officeDocument/2006/relationships/image" Target="../media/image3600.png"/><Relationship Id="rId35" Type="http://schemas.openxmlformats.org/officeDocument/2006/relationships/customXml" Target="../ink/ink492.xml"/><Relationship Id="rId56" Type="http://schemas.openxmlformats.org/officeDocument/2006/relationships/image" Target="../media/image3730.png"/><Relationship Id="rId77" Type="http://schemas.openxmlformats.org/officeDocument/2006/relationships/customXml" Target="../ink/ink513.xml"/><Relationship Id="rId8" Type="http://schemas.openxmlformats.org/officeDocument/2006/relationships/image" Target="../media/image3490.png"/><Relationship Id="rId51" Type="http://schemas.openxmlformats.org/officeDocument/2006/relationships/customXml" Target="../ink/ink500.xml"/><Relationship Id="rId72" Type="http://schemas.openxmlformats.org/officeDocument/2006/relationships/image" Target="../media/image3810.png"/><Relationship Id="rId93" Type="http://schemas.openxmlformats.org/officeDocument/2006/relationships/customXml" Target="../ink/ink521.xml"/><Relationship Id="rId98" Type="http://schemas.openxmlformats.org/officeDocument/2006/relationships/image" Target="../media/image3940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6.xml"/><Relationship Id="rId21" Type="http://schemas.openxmlformats.org/officeDocument/2006/relationships/image" Target="../media/image4040.png"/><Relationship Id="rId42" Type="http://schemas.openxmlformats.org/officeDocument/2006/relationships/customXml" Target="../ink/ink544.xml"/><Relationship Id="rId47" Type="http://schemas.openxmlformats.org/officeDocument/2006/relationships/image" Target="../media/image417.png"/><Relationship Id="rId63" Type="http://schemas.openxmlformats.org/officeDocument/2006/relationships/image" Target="../media/image425.png"/><Relationship Id="rId68" Type="http://schemas.openxmlformats.org/officeDocument/2006/relationships/customXml" Target="../ink/ink557.xml"/><Relationship Id="rId84" Type="http://schemas.openxmlformats.org/officeDocument/2006/relationships/customXml" Target="../ink/ink565.xml"/><Relationship Id="rId89" Type="http://schemas.openxmlformats.org/officeDocument/2006/relationships/image" Target="../media/image438.png"/><Relationship Id="rId16" Type="http://schemas.openxmlformats.org/officeDocument/2006/relationships/customXml" Target="../ink/ink531.xml"/><Relationship Id="rId11" Type="http://schemas.openxmlformats.org/officeDocument/2006/relationships/image" Target="../media/image3990.png"/><Relationship Id="rId32" Type="http://schemas.openxmlformats.org/officeDocument/2006/relationships/customXml" Target="../ink/ink539.xml"/><Relationship Id="rId37" Type="http://schemas.openxmlformats.org/officeDocument/2006/relationships/image" Target="../media/image412.png"/><Relationship Id="rId53" Type="http://schemas.openxmlformats.org/officeDocument/2006/relationships/image" Target="../media/image420.png"/><Relationship Id="rId58" Type="http://schemas.openxmlformats.org/officeDocument/2006/relationships/customXml" Target="../ink/ink552.xml"/><Relationship Id="rId74" Type="http://schemas.openxmlformats.org/officeDocument/2006/relationships/customXml" Target="../ink/ink560.xml"/><Relationship Id="rId79" Type="http://schemas.openxmlformats.org/officeDocument/2006/relationships/image" Target="../media/image433.png"/><Relationship Id="rId5" Type="http://schemas.openxmlformats.org/officeDocument/2006/relationships/image" Target="../media/image3960.png"/><Relationship Id="rId90" Type="http://schemas.openxmlformats.org/officeDocument/2006/relationships/customXml" Target="../ink/ink568.xml"/><Relationship Id="rId95" Type="http://schemas.openxmlformats.org/officeDocument/2006/relationships/image" Target="../media/image441.png"/><Relationship Id="rId22" Type="http://schemas.openxmlformats.org/officeDocument/2006/relationships/customXml" Target="../ink/ink534.xml"/><Relationship Id="rId27" Type="http://schemas.openxmlformats.org/officeDocument/2006/relationships/image" Target="../media/image407.png"/><Relationship Id="rId43" Type="http://schemas.openxmlformats.org/officeDocument/2006/relationships/image" Target="../media/image415.png"/><Relationship Id="rId48" Type="http://schemas.openxmlformats.org/officeDocument/2006/relationships/customXml" Target="../ink/ink547.xml"/><Relationship Id="rId64" Type="http://schemas.openxmlformats.org/officeDocument/2006/relationships/customXml" Target="../ink/ink555.xml"/><Relationship Id="rId69" Type="http://schemas.openxmlformats.org/officeDocument/2006/relationships/image" Target="../media/image428.png"/><Relationship Id="rId8" Type="http://schemas.openxmlformats.org/officeDocument/2006/relationships/customXml" Target="../ink/ink527.xml"/><Relationship Id="rId51" Type="http://schemas.openxmlformats.org/officeDocument/2006/relationships/image" Target="../media/image419.png"/><Relationship Id="rId72" Type="http://schemas.openxmlformats.org/officeDocument/2006/relationships/customXml" Target="../ink/ink559.xml"/><Relationship Id="rId80" Type="http://schemas.openxmlformats.org/officeDocument/2006/relationships/customXml" Target="../ink/ink563.xml"/><Relationship Id="rId85" Type="http://schemas.openxmlformats.org/officeDocument/2006/relationships/image" Target="../media/image436.png"/><Relationship Id="rId93" Type="http://schemas.openxmlformats.org/officeDocument/2006/relationships/image" Target="../media/image440.png"/><Relationship Id="rId3" Type="http://schemas.openxmlformats.org/officeDocument/2006/relationships/image" Target="../media/image3950.png"/><Relationship Id="rId12" Type="http://schemas.openxmlformats.org/officeDocument/2006/relationships/customXml" Target="../ink/ink529.xml"/><Relationship Id="rId17" Type="http://schemas.openxmlformats.org/officeDocument/2006/relationships/image" Target="../media/image4020.png"/><Relationship Id="rId25" Type="http://schemas.openxmlformats.org/officeDocument/2006/relationships/image" Target="../media/image4060.png"/><Relationship Id="rId33" Type="http://schemas.openxmlformats.org/officeDocument/2006/relationships/image" Target="../media/image410.png"/><Relationship Id="rId38" Type="http://schemas.openxmlformats.org/officeDocument/2006/relationships/customXml" Target="../ink/ink542.xml"/><Relationship Id="rId46" Type="http://schemas.openxmlformats.org/officeDocument/2006/relationships/customXml" Target="../ink/ink546.xml"/><Relationship Id="rId59" Type="http://schemas.openxmlformats.org/officeDocument/2006/relationships/image" Target="../media/image423.png"/><Relationship Id="rId67" Type="http://schemas.openxmlformats.org/officeDocument/2006/relationships/image" Target="../media/image427.png"/><Relationship Id="rId20" Type="http://schemas.openxmlformats.org/officeDocument/2006/relationships/customXml" Target="../ink/ink533.xml"/><Relationship Id="rId41" Type="http://schemas.openxmlformats.org/officeDocument/2006/relationships/image" Target="../media/image414.png"/><Relationship Id="rId54" Type="http://schemas.openxmlformats.org/officeDocument/2006/relationships/customXml" Target="../ink/ink550.xml"/><Relationship Id="rId62" Type="http://schemas.openxmlformats.org/officeDocument/2006/relationships/customXml" Target="../ink/ink554.xml"/><Relationship Id="rId70" Type="http://schemas.openxmlformats.org/officeDocument/2006/relationships/customXml" Target="../ink/ink558.xml"/><Relationship Id="rId75" Type="http://schemas.openxmlformats.org/officeDocument/2006/relationships/image" Target="../media/image431.png"/><Relationship Id="rId83" Type="http://schemas.openxmlformats.org/officeDocument/2006/relationships/image" Target="../media/image435.png"/><Relationship Id="rId88" Type="http://schemas.openxmlformats.org/officeDocument/2006/relationships/customXml" Target="../ink/ink567.xml"/><Relationship Id="rId91" Type="http://schemas.openxmlformats.org/officeDocument/2006/relationships/image" Target="../media/image4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6.xml"/><Relationship Id="rId15" Type="http://schemas.openxmlformats.org/officeDocument/2006/relationships/image" Target="../media/image4010.png"/><Relationship Id="rId23" Type="http://schemas.openxmlformats.org/officeDocument/2006/relationships/image" Target="../media/image4050.png"/><Relationship Id="rId28" Type="http://schemas.openxmlformats.org/officeDocument/2006/relationships/customXml" Target="../ink/ink537.xml"/><Relationship Id="rId36" Type="http://schemas.openxmlformats.org/officeDocument/2006/relationships/customXml" Target="../ink/ink541.xml"/><Relationship Id="rId49" Type="http://schemas.openxmlformats.org/officeDocument/2006/relationships/image" Target="../media/image418.png"/><Relationship Id="rId57" Type="http://schemas.openxmlformats.org/officeDocument/2006/relationships/image" Target="../media/image422.png"/><Relationship Id="rId10" Type="http://schemas.openxmlformats.org/officeDocument/2006/relationships/customXml" Target="../ink/ink528.xml"/><Relationship Id="rId31" Type="http://schemas.openxmlformats.org/officeDocument/2006/relationships/image" Target="../media/image409.png"/><Relationship Id="rId44" Type="http://schemas.openxmlformats.org/officeDocument/2006/relationships/customXml" Target="../ink/ink545.xml"/><Relationship Id="rId52" Type="http://schemas.openxmlformats.org/officeDocument/2006/relationships/customXml" Target="../ink/ink549.xml"/><Relationship Id="rId60" Type="http://schemas.openxmlformats.org/officeDocument/2006/relationships/customXml" Target="../ink/ink553.xml"/><Relationship Id="rId65" Type="http://schemas.openxmlformats.org/officeDocument/2006/relationships/image" Target="../media/image426.png"/><Relationship Id="rId73" Type="http://schemas.openxmlformats.org/officeDocument/2006/relationships/image" Target="../media/image430.png"/><Relationship Id="rId78" Type="http://schemas.openxmlformats.org/officeDocument/2006/relationships/customXml" Target="../ink/ink562.xml"/><Relationship Id="rId81" Type="http://schemas.openxmlformats.org/officeDocument/2006/relationships/image" Target="../media/image434.png"/><Relationship Id="rId86" Type="http://schemas.openxmlformats.org/officeDocument/2006/relationships/customXml" Target="../ink/ink566.xml"/><Relationship Id="rId94" Type="http://schemas.openxmlformats.org/officeDocument/2006/relationships/customXml" Target="../ink/ink570.xml"/><Relationship Id="rId4" Type="http://schemas.openxmlformats.org/officeDocument/2006/relationships/customXml" Target="../ink/ink525.xml"/><Relationship Id="rId9" Type="http://schemas.openxmlformats.org/officeDocument/2006/relationships/image" Target="../media/image3980.png"/><Relationship Id="rId13" Type="http://schemas.openxmlformats.org/officeDocument/2006/relationships/image" Target="../media/image4000.png"/><Relationship Id="rId18" Type="http://schemas.openxmlformats.org/officeDocument/2006/relationships/customXml" Target="../ink/ink532.xml"/><Relationship Id="rId39" Type="http://schemas.openxmlformats.org/officeDocument/2006/relationships/image" Target="../media/image413.png"/><Relationship Id="rId34" Type="http://schemas.openxmlformats.org/officeDocument/2006/relationships/customXml" Target="../ink/ink540.xml"/><Relationship Id="rId50" Type="http://schemas.openxmlformats.org/officeDocument/2006/relationships/customXml" Target="../ink/ink548.xml"/><Relationship Id="rId55" Type="http://schemas.openxmlformats.org/officeDocument/2006/relationships/image" Target="../media/image421.png"/><Relationship Id="rId76" Type="http://schemas.openxmlformats.org/officeDocument/2006/relationships/customXml" Target="../ink/ink561.xml"/><Relationship Id="rId7" Type="http://schemas.openxmlformats.org/officeDocument/2006/relationships/image" Target="../media/image3970.png"/><Relationship Id="rId71" Type="http://schemas.openxmlformats.org/officeDocument/2006/relationships/image" Target="../media/image429.png"/><Relationship Id="rId92" Type="http://schemas.openxmlformats.org/officeDocument/2006/relationships/customXml" Target="../ink/ink569.xml"/><Relationship Id="rId2" Type="http://schemas.openxmlformats.org/officeDocument/2006/relationships/customXml" Target="../ink/ink524.xml"/><Relationship Id="rId29" Type="http://schemas.openxmlformats.org/officeDocument/2006/relationships/image" Target="../media/image408.png"/><Relationship Id="rId24" Type="http://schemas.openxmlformats.org/officeDocument/2006/relationships/customXml" Target="../ink/ink535.xml"/><Relationship Id="rId40" Type="http://schemas.openxmlformats.org/officeDocument/2006/relationships/customXml" Target="../ink/ink543.xml"/><Relationship Id="rId45" Type="http://schemas.openxmlformats.org/officeDocument/2006/relationships/image" Target="../media/image416.png"/><Relationship Id="rId66" Type="http://schemas.openxmlformats.org/officeDocument/2006/relationships/customXml" Target="../ink/ink556.xml"/><Relationship Id="rId87" Type="http://schemas.openxmlformats.org/officeDocument/2006/relationships/image" Target="../media/image437.png"/><Relationship Id="rId61" Type="http://schemas.openxmlformats.org/officeDocument/2006/relationships/image" Target="../media/image424.png"/><Relationship Id="rId82" Type="http://schemas.openxmlformats.org/officeDocument/2006/relationships/customXml" Target="../ink/ink564.xml"/><Relationship Id="rId19" Type="http://schemas.openxmlformats.org/officeDocument/2006/relationships/image" Target="../media/image4030.png"/><Relationship Id="rId14" Type="http://schemas.openxmlformats.org/officeDocument/2006/relationships/customXml" Target="../ink/ink530.xml"/><Relationship Id="rId30" Type="http://schemas.openxmlformats.org/officeDocument/2006/relationships/customXml" Target="../ink/ink538.xml"/><Relationship Id="rId35" Type="http://schemas.openxmlformats.org/officeDocument/2006/relationships/image" Target="../media/image411.png"/><Relationship Id="rId56" Type="http://schemas.openxmlformats.org/officeDocument/2006/relationships/customXml" Target="../ink/ink551.xml"/><Relationship Id="rId77" Type="http://schemas.openxmlformats.org/officeDocument/2006/relationships/image" Target="../media/image432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9.png"/><Relationship Id="rId21" Type="http://schemas.openxmlformats.org/officeDocument/2006/relationships/image" Target="../media/image451.png"/><Relationship Id="rId42" Type="http://schemas.openxmlformats.org/officeDocument/2006/relationships/customXml" Target="../ink/ink591.xml"/><Relationship Id="rId63" Type="http://schemas.openxmlformats.org/officeDocument/2006/relationships/image" Target="../media/image472.png"/><Relationship Id="rId84" Type="http://schemas.openxmlformats.org/officeDocument/2006/relationships/customXml" Target="../ink/ink612.xml"/><Relationship Id="rId138" Type="http://schemas.openxmlformats.org/officeDocument/2006/relationships/customXml" Target="../ink/ink639.xml"/><Relationship Id="rId159" Type="http://schemas.openxmlformats.org/officeDocument/2006/relationships/image" Target="../media/image520.png"/><Relationship Id="rId170" Type="http://schemas.openxmlformats.org/officeDocument/2006/relationships/customXml" Target="../ink/ink655.xml"/><Relationship Id="rId107" Type="http://schemas.openxmlformats.org/officeDocument/2006/relationships/image" Target="../media/image494.png"/><Relationship Id="rId11" Type="http://schemas.openxmlformats.org/officeDocument/2006/relationships/image" Target="../media/image446.png"/><Relationship Id="rId32" Type="http://schemas.openxmlformats.org/officeDocument/2006/relationships/customXml" Target="../ink/ink586.xml"/><Relationship Id="rId53" Type="http://schemas.openxmlformats.org/officeDocument/2006/relationships/image" Target="../media/image467.png"/><Relationship Id="rId74" Type="http://schemas.openxmlformats.org/officeDocument/2006/relationships/customXml" Target="../ink/ink607.xml"/><Relationship Id="rId128" Type="http://schemas.openxmlformats.org/officeDocument/2006/relationships/customXml" Target="../ink/ink634.xml"/><Relationship Id="rId149" Type="http://schemas.openxmlformats.org/officeDocument/2006/relationships/image" Target="../media/image515.png"/><Relationship Id="rId5" Type="http://schemas.openxmlformats.org/officeDocument/2006/relationships/image" Target="../media/image443.png"/><Relationship Id="rId95" Type="http://schemas.openxmlformats.org/officeDocument/2006/relationships/image" Target="../media/image488.png"/><Relationship Id="rId160" Type="http://schemas.openxmlformats.org/officeDocument/2006/relationships/customXml" Target="../ink/ink650.xml"/><Relationship Id="rId22" Type="http://schemas.openxmlformats.org/officeDocument/2006/relationships/customXml" Target="../ink/ink581.xml"/><Relationship Id="rId43" Type="http://schemas.openxmlformats.org/officeDocument/2006/relationships/image" Target="../media/image462.png"/><Relationship Id="rId64" Type="http://schemas.openxmlformats.org/officeDocument/2006/relationships/customXml" Target="../ink/ink602.xml"/><Relationship Id="rId118" Type="http://schemas.openxmlformats.org/officeDocument/2006/relationships/customXml" Target="../ink/ink629.xml"/><Relationship Id="rId139" Type="http://schemas.openxmlformats.org/officeDocument/2006/relationships/image" Target="../media/image510.png"/><Relationship Id="rId85" Type="http://schemas.openxmlformats.org/officeDocument/2006/relationships/image" Target="../media/image483.png"/><Relationship Id="rId150" Type="http://schemas.openxmlformats.org/officeDocument/2006/relationships/customXml" Target="../ink/ink645.xml"/><Relationship Id="rId171" Type="http://schemas.openxmlformats.org/officeDocument/2006/relationships/image" Target="../media/image526.png"/><Relationship Id="rId12" Type="http://schemas.openxmlformats.org/officeDocument/2006/relationships/customXml" Target="../ink/ink576.xml"/><Relationship Id="rId33" Type="http://schemas.openxmlformats.org/officeDocument/2006/relationships/image" Target="../media/image457.png"/><Relationship Id="rId108" Type="http://schemas.openxmlformats.org/officeDocument/2006/relationships/customXml" Target="../ink/ink624.xml"/><Relationship Id="rId129" Type="http://schemas.openxmlformats.org/officeDocument/2006/relationships/image" Target="../media/image505.png"/><Relationship Id="rId54" Type="http://schemas.openxmlformats.org/officeDocument/2006/relationships/customXml" Target="../ink/ink597.xml"/><Relationship Id="rId75" Type="http://schemas.openxmlformats.org/officeDocument/2006/relationships/image" Target="../media/image478.png"/><Relationship Id="rId96" Type="http://schemas.openxmlformats.org/officeDocument/2006/relationships/customXml" Target="../ink/ink618.xml"/><Relationship Id="rId140" Type="http://schemas.openxmlformats.org/officeDocument/2006/relationships/customXml" Target="../ink/ink640.xml"/><Relationship Id="rId161" Type="http://schemas.openxmlformats.org/officeDocument/2006/relationships/image" Target="../media/image52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3.xml"/><Relationship Id="rId23" Type="http://schemas.openxmlformats.org/officeDocument/2006/relationships/image" Target="../media/image452.png"/><Relationship Id="rId28" Type="http://schemas.openxmlformats.org/officeDocument/2006/relationships/customXml" Target="../ink/ink584.xml"/><Relationship Id="rId49" Type="http://schemas.openxmlformats.org/officeDocument/2006/relationships/image" Target="../media/image465.png"/><Relationship Id="rId114" Type="http://schemas.openxmlformats.org/officeDocument/2006/relationships/customXml" Target="../ink/ink627.xml"/><Relationship Id="rId119" Type="http://schemas.openxmlformats.org/officeDocument/2006/relationships/image" Target="../media/image500.png"/><Relationship Id="rId44" Type="http://schemas.openxmlformats.org/officeDocument/2006/relationships/customXml" Target="../ink/ink592.xml"/><Relationship Id="rId60" Type="http://schemas.openxmlformats.org/officeDocument/2006/relationships/customXml" Target="../ink/ink600.xml"/><Relationship Id="rId65" Type="http://schemas.openxmlformats.org/officeDocument/2006/relationships/image" Target="../media/image473.png"/><Relationship Id="rId81" Type="http://schemas.openxmlformats.org/officeDocument/2006/relationships/image" Target="../media/image481.png"/><Relationship Id="rId86" Type="http://schemas.openxmlformats.org/officeDocument/2006/relationships/customXml" Target="../ink/ink613.xml"/><Relationship Id="rId130" Type="http://schemas.openxmlformats.org/officeDocument/2006/relationships/customXml" Target="../ink/ink635.xml"/><Relationship Id="rId135" Type="http://schemas.openxmlformats.org/officeDocument/2006/relationships/image" Target="../media/image508.png"/><Relationship Id="rId151" Type="http://schemas.openxmlformats.org/officeDocument/2006/relationships/image" Target="../media/image516.png"/><Relationship Id="rId156" Type="http://schemas.openxmlformats.org/officeDocument/2006/relationships/customXml" Target="../ink/ink648.xml"/><Relationship Id="rId172" Type="http://schemas.openxmlformats.org/officeDocument/2006/relationships/customXml" Target="../ink/ink656.xml"/><Relationship Id="rId13" Type="http://schemas.openxmlformats.org/officeDocument/2006/relationships/image" Target="../media/image447.png"/><Relationship Id="rId18" Type="http://schemas.openxmlformats.org/officeDocument/2006/relationships/customXml" Target="../ink/ink579.xml"/><Relationship Id="rId39" Type="http://schemas.openxmlformats.org/officeDocument/2006/relationships/image" Target="../media/image460.png"/><Relationship Id="rId109" Type="http://schemas.openxmlformats.org/officeDocument/2006/relationships/image" Target="../media/image495.png"/><Relationship Id="rId34" Type="http://schemas.openxmlformats.org/officeDocument/2006/relationships/customXml" Target="../ink/ink587.xml"/><Relationship Id="rId50" Type="http://schemas.openxmlformats.org/officeDocument/2006/relationships/customXml" Target="../ink/ink595.xml"/><Relationship Id="rId55" Type="http://schemas.openxmlformats.org/officeDocument/2006/relationships/image" Target="../media/image468.png"/><Relationship Id="rId76" Type="http://schemas.openxmlformats.org/officeDocument/2006/relationships/customXml" Target="../ink/ink608.xml"/><Relationship Id="rId97" Type="http://schemas.openxmlformats.org/officeDocument/2006/relationships/image" Target="../media/image489.png"/><Relationship Id="rId104" Type="http://schemas.openxmlformats.org/officeDocument/2006/relationships/customXml" Target="../ink/ink622.xml"/><Relationship Id="rId120" Type="http://schemas.openxmlformats.org/officeDocument/2006/relationships/customXml" Target="../ink/ink630.xml"/><Relationship Id="rId125" Type="http://schemas.openxmlformats.org/officeDocument/2006/relationships/image" Target="../media/image503.png"/><Relationship Id="rId141" Type="http://schemas.openxmlformats.org/officeDocument/2006/relationships/image" Target="../media/image511.png"/><Relationship Id="rId146" Type="http://schemas.openxmlformats.org/officeDocument/2006/relationships/customXml" Target="../ink/ink643.xml"/><Relationship Id="rId167" Type="http://schemas.openxmlformats.org/officeDocument/2006/relationships/image" Target="../media/image524.png"/><Relationship Id="rId7" Type="http://schemas.openxmlformats.org/officeDocument/2006/relationships/image" Target="../media/image444.png"/><Relationship Id="rId71" Type="http://schemas.openxmlformats.org/officeDocument/2006/relationships/image" Target="../media/image476.png"/><Relationship Id="rId92" Type="http://schemas.openxmlformats.org/officeDocument/2006/relationships/customXml" Target="../ink/ink616.xml"/><Relationship Id="rId162" Type="http://schemas.openxmlformats.org/officeDocument/2006/relationships/customXml" Target="../ink/ink651.xml"/><Relationship Id="rId2" Type="http://schemas.openxmlformats.org/officeDocument/2006/relationships/customXml" Target="../ink/ink571.xml"/><Relationship Id="rId29" Type="http://schemas.openxmlformats.org/officeDocument/2006/relationships/image" Target="../media/image455.png"/><Relationship Id="rId24" Type="http://schemas.openxmlformats.org/officeDocument/2006/relationships/customXml" Target="../ink/ink582.xml"/><Relationship Id="rId40" Type="http://schemas.openxmlformats.org/officeDocument/2006/relationships/customXml" Target="../ink/ink590.xml"/><Relationship Id="rId45" Type="http://schemas.openxmlformats.org/officeDocument/2006/relationships/image" Target="../media/image463.png"/><Relationship Id="rId66" Type="http://schemas.openxmlformats.org/officeDocument/2006/relationships/customXml" Target="../ink/ink603.xml"/><Relationship Id="rId87" Type="http://schemas.openxmlformats.org/officeDocument/2006/relationships/image" Target="../media/image484.png"/><Relationship Id="rId110" Type="http://schemas.openxmlformats.org/officeDocument/2006/relationships/customXml" Target="../ink/ink625.xml"/><Relationship Id="rId115" Type="http://schemas.openxmlformats.org/officeDocument/2006/relationships/image" Target="../media/image498.png"/><Relationship Id="rId131" Type="http://schemas.openxmlformats.org/officeDocument/2006/relationships/image" Target="../media/image506.png"/><Relationship Id="rId136" Type="http://schemas.openxmlformats.org/officeDocument/2006/relationships/customXml" Target="../ink/ink638.xml"/><Relationship Id="rId157" Type="http://schemas.openxmlformats.org/officeDocument/2006/relationships/image" Target="../media/image519.png"/><Relationship Id="rId61" Type="http://schemas.openxmlformats.org/officeDocument/2006/relationships/image" Target="../media/image471.png"/><Relationship Id="rId82" Type="http://schemas.openxmlformats.org/officeDocument/2006/relationships/customXml" Target="../ink/ink611.xml"/><Relationship Id="rId152" Type="http://schemas.openxmlformats.org/officeDocument/2006/relationships/customXml" Target="../ink/ink646.xml"/><Relationship Id="rId173" Type="http://schemas.openxmlformats.org/officeDocument/2006/relationships/image" Target="../media/image527.png"/><Relationship Id="rId19" Type="http://schemas.openxmlformats.org/officeDocument/2006/relationships/image" Target="../media/image450.png"/><Relationship Id="rId14" Type="http://schemas.openxmlformats.org/officeDocument/2006/relationships/customXml" Target="../ink/ink577.xml"/><Relationship Id="rId30" Type="http://schemas.openxmlformats.org/officeDocument/2006/relationships/customXml" Target="../ink/ink585.xml"/><Relationship Id="rId35" Type="http://schemas.openxmlformats.org/officeDocument/2006/relationships/image" Target="../media/image458.png"/><Relationship Id="rId56" Type="http://schemas.openxmlformats.org/officeDocument/2006/relationships/customXml" Target="../ink/ink598.xml"/><Relationship Id="rId77" Type="http://schemas.openxmlformats.org/officeDocument/2006/relationships/image" Target="../media/image479.png"/><Relationship Id="rId100" Type="http://schemas.openxmlformats.org/officeDocument/2006/relationships/customXml" Target="../ink/ink620.xml"/><Relationship Id="rId105" Type="http://schemas.openxmlformats.org/officeDocument/2006/relationships/image" Target="../media/image493.png"/><Relationship Id="rId126" Type="http://schemas.openxmlformats.org/officeDocument/2006/relationships/customXml" Target="../ink/ink633.xml"/><Relationship Id="rId147" Type="http://schemas.openxmlformats.org/officeDocument/2006/relationships/image" Target="../media/image514.png"/><Relationship Id="rId168" Type="http://schemas.openxmlformats.org/officeDocument/2006/relationships/customXml" Target="../ink/ink654.xml"/><Relationship Id="rId8" Type="http://schemas.openxmlformats.org/officeDocument/2006/relationships/customXml" Target="../ink/ink574.xml"/><Relationship Id="rId51" Type="http://schemas.openxmlformats.org/officeDocument/2006/relationships/image" Target="../media/image466.png"/><Relationship Id="rId72" Type="http://schemas.openxmlformats.org/officeDocument/2006/relationships/customXml" Target="../ink/ink606.xml"/><Relationship Id="rId93" Type="http://schemas.openxmlformats.org/officeDocument/2006/relationships/image" Target="../media/image487.png"/><Relationship Id="rId98" Type="http://schemas.openxmlformats.org/officeDocument/2006/relationships/customXml" Target="../ink/ink619.xml"/><Relationship Id="rId121" Type="http://schemas.openxmlformats.org/officeDocument/2006/relationships/image" Target="../media/image501.png"/><Relationship Id="rId142" Type="http://schemas.openxmlformats.org/officeDocument/2006/relationships/customXml" Target="../ink/ink641.xml"/><Relationship Id="rId163" Type="http://schemas.openxmlformats.org/officeDocument/2006/relationships/image" Target="../media/image522.png"/><Relationship Id="rId3" Type="http://schemas.openxmlformats.org/officeDocument/2006/relationships/image" Target="../media/image442.png"/><Relationship Id="rId25" Type="http://schemas.openxmlformats.org/officeDocument/2006/relationships/image" Target="../media/image453.png"/><Relationship Id="rId46" Type="http://schemas.openxmlformats.org/officeDocument/2006/relationships/customXml" Target="../ink/ink593.xml"/><Relationship Id="rId67" Type="http://schemas.openxmlformats.org/officeDocument/2006/relationships/image" Target="../media/image474.png"/><Relationship Id="rId116" Type="http://schemas.openxmlformats.org/officeDocument/2006/relationships/customXml" Target="../ink/ink628.xml"/><Relationship Id="rId137" Type="http://schemas.openxmlformats.org/officeDocument/2006/relationships/image" Target="../media/image509.png"/><Relationship Id="rId158" Type="http://schemas.openxmlformats.org/officeDocument/2006/relationships/customXml" Target="../ink/ink649.xml"/><Relationship Id="rId20" Type="http://schemas.openxmlformats.org/officeDocument/2006/relationships/customXml" Target="../ink/ink580.xml"/><Relationship Id="rId41" Type="http://schemas.openxmlformats.org/officeDocument/2006/relationships/image" Target="../media/image461.png"/><Relationship Id="rId62" Type="http://schemas.openxmlformats.org/officeDocument/2006/relationships/customXml" Target="../ink/ink601.xml"/><Relationship Id="rId83" Type="http://schemas.openxmlformats.org/officeDocument/2006/relationships/image" Target="../media/image482.png"/><Relationship Id="rId88" Type="http://schemas.openxmlformats.org/officeDocument/2006/relationships/customXml" Target="../ink/ink614.xml"/><Relationship Id="rId111" Type="http://schemas.openxmlformats.org/officeDocument/2006/relationships/image" Target="../media/image496.png"/><Relationship Id="rId132" Type="http://schemas.openxmlformats.org/officeDocument/2006/relationships/customXml" Target="../ink/ink636.xml"/><Relationship Id="rId153" Type="http://schemas.openxmlformats.org/officeDocument/2006/relationships/image" Target="../media/image517.png"/><Relationship Id="rId15" Type="http://schemas.openxmlformats.org/officeDocument/2006/relationships/image" Target="../media/image448.png"/><Relationship Id="rId36" Type="http://schemas.openxmlformats.org/officeDocument/2006/relationships/customXml" Target="../ink/ink588.xml"/><Relationship Id="rId57" Type="http://schemas.openxmlformats.org/officeDocument/2006/relationships/image" Target="../media/image469.png"/><Relationship Id="rId106" Type="http://schemas.openxmlformats.org/officeDocument/2006/relationships/customXml" Target="../ink/ink623.xml"/><Relationship Id="rId127" Type="http://schemas.openxmlformats.org/officeDocument/2006/relationships/image" Target="../media/image504.png"/><Relationship Id="rId10" Type="http://schemas.openxmlformats.org/officeDocument/2006/relationships/customXml" Target="../ink/ink575.xml"/><Relationship Id="rId31" Type="http://schemas.openxmlformats.org/officeDocument/2006/relationships/image" Target="../media/image456.png"/><Relationship Id="rId52" Type="http://schemas.openxmlformats.org/officeDocument/2006/relationships/customXml" Target="../ink/ink596.xml"/><Relationship Id="rId73" Type="http://schemas.openxmlformats.org/officeDocument/2006/relationships/image" Target="../media/image477.png"/><Relationship Id="rId78" Type="http://schemas.openxmlformats.org/officeDocument/2006/relationships/customXml" Target="../ink/ink609.xml"/><Relationship Id="rId94" Type="http://schemas.openxmlformats.org/officeDocument/2006/relationships/customXml" Target="../ink/ink617.xml"/><Relationship Id="rId99" Type="http://schemas.openxmlformats.org/officeDocument/2006/relationships/image" Target="../media/image490.png"/><Relationship Id="rId101" Type="http://schemas.openxmlformats.org/officeDocument/2006/relationships/image" Target="../media/image491.png"/><Relationship Id="rId122" Type="http://schemas.openxmlformats.org/officeDocument/2006/relationships/customXml" Target="../ink/ink631.xml"/><Relationship Id="rId143" Type="http://schemas.openxmlformats.org/officeDocument/2006/relationships/image" Target="../media/image512.png"/><Relationship Id="rId148" Type="http://schemas.openxmlformats.org/officeDocument/2006/relationships/customXml" Target="../ink/ink644.xml"/><Relationship Id="rId164" Type="http://schemas.openxmlformats.org/officeDocument/2006/relationships/customXml" Target="../ink/ink652.xml"/><Relationship Id="rId169" Type="http://schemas.openxmlformats.org/officeDocument/2006/relationships/image" Target="../media/image525.png"/><Relationship Id="rId4" Type="http://schemas.openxmlformats.org/officeDocument/2006/relationships/customXml" Target="../ink/ink572.xml"/><Relationship Id="rId9" Type="http://schemas.openxmlformats.org/officeDocument/2006/relationships/image" Target="../media/image445.png"/><Relationship Id="rId26" Type="http://schemas.openxmlformats.org/officeDocument/2006/relationships/customXml" Target="../ink/ink583.xml"/><Relationship Id="rId47" Type="http://schemas.openxmlformats.org/officeDocument/2006/relationships/image" Target="../media/image464.png"/><Relationship Id="rId68" Type="http://schemas.openxmlformats.org/officeDocument/2006/relationships/customXml" Target="../ink/ink604.xml"/><Relationship Id="rId89" Type="http://schemas.openxmlformats.org/officeDocument/2006/relationships/image" Target="../media/image485.png"/><Relationship Id="rId112" Type="http://schemas.openxmlformats.org/officeDocument/2006/relationships/customXml" Target="../ink/ink626.xml"/><Relationship Id="rId133" Type="http://schemas.openxmlformats.org/officeDocument/2006/relationships/image" Target="../media/image507.png"/><Relationship Id="rId154" Type="http://schemas.openxmlformats.org/officeDocument/2006/relationships/customXml" Target="../ink/ink647.xml"/><Relationship Id="rId16" Type="http://schemas.openxmlformats.org/officeDocument/2006/relationships/customXml" Target="../ink/ink578.xml"/><Relationship Id="rId37" Type="http://schemas.openxmlformats.org/officeDocument/2006/relationships/image" Target="../media/image459.png"/><Relationship Id="rId58" Type="http://schemas.openxmlformats.org/officeDocument/2006/relationships/customXml" Target="../ink/ink599.xml"/><Relationship Id="rId79" Type="http://schemas.openxmlformats.org/officeDocument/2006/relationships/image" Target="../media/image480.png"/><Relationship Id="rId102" Type="http://schemas.openxmlformats.org/officeDocument/2006/relationships/customXml" Target="../ink/ink621.xml"/><Relationship Id="rId123" Type="http://schemas.openxmlformats.org/officeDocument/2006/relationships/image" Target="../media/image502.png"/><Relationship Id="rId144" Type="http://schemas.openxmlformats.org/officeDocument/2006/relationships/customXml" Target="../ink/ink642.xml"/><Relationship Id="rId90" Type="http://schemas.openxmlformats.org/officeDocument/2006/relationships/customXml" Target="../ink/ink615.xml"/><Relationship Id="rId165" Type="http://schemas.openxmlformats.org/officeDocument/2006/relationships/image" Target="../media/image523.png"/><Relationship Id="rId27" Type="http://schemas.openxmlformats.org/officeDocument/2006/relationships/image" Target="../media/image454.png"/><Relationship Id="rId48" Type="http://schemas.openxmlformats.org/officeDocument/2006/relationships/customXml" Target="../ink/ink594.xml"/><Relationship Id="rId69" Type="http://schemas.openxmlformats.org/officeDocument/2006/relationships/image" Target="../media/image475.png"/><Relationship Id="rId113" Type="http://schemas.openxmlformats.org/officeDocument/2006/relationships/image" Target="../media/image497.png"/><Relationship Id="rId134" Type="http://schemas.openxmlformats.org/officeDocument/2006/relationships/customXml" Target="../ink/ink637.xml"/><Relationship Id="rId80" Type="http://schemas.openxmlformats.org/officeDocument/2006/relationships/customXml" Target="../ink/ink610.xml"/><Relationship Id="rId155" Type="http://schemas.openxmlformats.org/officeDocument/2006/relationships/image" Target="../media/image518.png"/><Relationship Id="rId17" Type="http://schemas.openxmlformats.org/officeDocument/2006/relationships/image" Target="../media/image449.png"/><Relationship Id="rId38" Type="http://schemas.openxmlformats.org/officeDocument/2006/relationships/customXml" Target="../ink/ink589.xml"/><Relationship Id="rId59" Type="http://schemas.openxmlformats.org/officeDocument/2006/relationships/image" Target="../media/image470.png"/><Relationship Id="rId103" Type="http://schemas.openxmlformats.org/officeDocument/2006/relationships/image" Target="../media/image492.png"/><Relationship Id="rId124" Type="http://schemas.openxmlformats.org/officeDocument/2006/relationships/customXml" Target="../ink/ink632.xml"/><Relationship Id="rId70" Type="http://schemas.openxmlformats.org/officeDocument/2006/relationships/customXml" Target="../ink/ink605.xml"/><Relationship Id="rId91" Type="http://schemas.openxmlformats.org/officeDocument/2006/relationships/image" Target="../media/image486.png"/><Relationship Id="rId145" Type="http://schemas.openxmlformats.org/officeDocument/2006/relationships/image" Target="../media/image513.png"/><Relationship Id="rId166" Type="http://schemas.openxmlformats.org/officeDocument/2006/relationships/customXml" Target="../ink/ink653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9.xml"/><Relationship Id="rId21" Type="http://schemas.openxmlformats.org/officeDocument/2006/relationships/image" Target="../media/image537.png"/><Relationship Id="rId42" Type="http://schemas.openxmlformats.org/officeDocument/2006/relationships/customXml" Target="../ink/ink677.xml"/><Relationship Id="rId47" Type="http://schemas.openxmlformats.org/officeDocument/2006/relationships/image" Target="../media/image550.png"/><Relationship Id="rId63" Type="http://schemas.openxmlformats.org/officeDocument/2006/relationships/image" Target="../media/image558.png"/><Relationship Id="rId68" Type="http://schemas.openxmlformats.org/officeDocument/2006/relationships/customXml" Target="../ink/ink690.xml"/><Relationship Id="rId84" Type="http://schemas.openxmlformats.org/officeDocument/2006/relationships/customXml" Target="../ink/ink698.xml"/><Relationship Id="rId89" Type="http://schemas.openxmlformats.org/officeDocument/2006/relationships/image" Target="../media/image571.png"/><Relationship Id="rId16" Type="http://schemas.openxmlformats.org/officeDocument/2006/relationships/customXml" Target="../ink/ink664.xml"/><Relationship Id="rId11" Type="http://schemas.openxmlformats.org/officeDocument/2006/relationships/image" Target="../media/image532.png"/><Relationship Id="rId32" Type="http://schemas.openxmlformats.org/officeDocument/2006/relationships/customXml" Target="../ink/ink672.xml"/><Relationship Id="rId37" Type="http://schemas.openxmlformats.org/officeDocument/2006/relationships/image" Target="../media/image545.png"/><Relationship Id="rId53" Type="http://schemas.openxmlformats.org/officeDocument/2006/relationships/image" Target="../media/image553.png"/><Relationship Id="rId58" Type="http://schemas.openxmlformats.org/officeDocument/2006/relationships/customXml" Target="../ink/ink685.xml"/><Relationship Id="rId74" Type="http://schemas.openxmlformats.org/officeDocument/2006/relationships/customXml" Target="../ink/ink693.xml"/><Relationship Id="rId79" Type="http://schemas.openxmlformats.org/officeDocument/2006/relationships/image" Target="../media/image566.png"/><Relationship Id="rId5" Type="http://schemas.openxmlformats.org/officeDocument/2006/relationships/image" Target="../media/image529.png"/><Relationship Id="rId90" Type="http://schemas.openxmlformats.org/officeDocument/2006/relationships/customXml" Target="../ink/ink701.xml"/><Relationship Id="rId14" Type="http://schemas.openxmlformats.org/officeDocument/2006/relationships/customXml" Target="../ink/ink663.xml"/><Relationship Id="rId22" Type="http://schemas.openxmlformats.org/officeDocument/2006/relationships/customXml" Target="../ink/ink667.xml"/><Relationship Id="rId27" Type="http://schemas.openxmlformats.org/officeDocument/2006/relationships/image" Target="../media/image540.png"/><Relationship Id="rId30" Type="http://schemas.openxmlformats.org/officeDocument/2006/relationships/customXml" Target="../ink/ink671.xml"/><Relationship Id="rId35" Type="http://schemas.openxmlformats.org/officeDocument/2006/relationships/image" Target="../media/image544.png"/><Relationship Id="rId43" Type="http://schemas.openxmlformats.org/officeDocument/2006/relationships/image" Target="../media/image548.png"/><Relationship Id="rId48" Type="http://schemas.openxmlformats.org/officeDocument/2006/relationships/customXml" Target="../ink/ink680.xml"/><Relationship Id="rId56" Type="http://schemas.openxmlformats.org/officeDocument/2006/relationships/customXml" Target="../ink/ink684.xml"/><Relationship Id="rId64" Type="http://schemas.openxmlformats.org/officeDocument/2006/relationships/customXml" Target="../ink/ink688.xml"/><Relationship Id="rId69" Type="http://schemas.openxmlformats.org/officeDocument/2006/relationships/image" Target="../media/image561.png"/><Relationship Id="rId77" Type="http://schemas.openxmlformats.org/officeDocument/2006/relationships/image" Target="../media/image565.png"/><Relationship Id="rId8" Type="http://schemas.openxmlformats.org/officeDocument/2006/relationships/customXml" Target="../ink/ink660.xml"/><Relationship Id="rId51" Type="http://schemas.openxmlformats.org/officeDocument/2006/relationships/image" Target="../media/image552.png"/><Relationship Id="rId72" Type="http://schemas.openxmlformats.org/officeDocument/2006/relationships/customXml" Target="../ink/ink692.xml"/><Relationship Id="rId80" Type="http://schemas.openxmlformats.org/officeDocument/2006/relationships/customXml" Target="../ink/ink696.xml"/><Relationship Id="rId85" Type="http://schemas.openxmlformats.org/officeDocument/2006/relationships/image" Target="../media/image569.png"/><Relationship Id="rId3" Type="http://schemas.openxmlformats.org/officeDocument/2006/relationships/image" Target="../media/image528.png"/><Relationship Id="rId12" Type="http://schemas.openxmlformats.org/officeDocument/2006/relationships/customXml" Target="../ink/ink662.xml"/><Relationship Id="rId17" Type="http://schemas.openxmlformats.org/officeDocument/2006/relationships/image" Target="../media/image535.png"/><Relationship Id="rId25" Type="http://schemas.openxmlformats.org/officeDocument/2006/relationships/image" Target="../media/image539.png"/><Relationship Id="rId33" Type="http://schemas.openxmlformats.org/officeDocument/2006/relationships/image" Target="../media/image543.png"/><Relationship Id="rId38" Type="http://schemas.openxmlformats.org/officeDocument/2006/relationships/customXml" Target="../ink/ink675.xml"/><Relationship Id="rId46" Type="http://schemas.openxmlformats.org/officeDocument/2006/relationships/customXml" Target="../ink/ink679.xml"/><Relationship Id="rId59" Type="http://schemas.openxmlformats.org/officeDocument/2006/relationships/image" Target="../media/image556.png"/><Relationship Id="rId67" Type="http://schemas.openxmlformats.org/officeDocument/2006/relationships/image" Target="../media/image560.png"/><Relationship Id="rId20" Type="http://schemas.openxmlformats.org/officeDocument/2006/relationships/customXml" Target="../ink/ink666.xml"/><Relationship Id="rId41" Type="http://schemas.openxmlformats.org/officeDocument/2006/relationships/image" Target="../media/image547.png"/><Relationship Id="rId54" Type="http://schemas.openxmlformats.org/officeDocument/2006/relationships/customXml" Target="../ink/ink683.xml"/><Relationship Id="rId62" Type="http://schemas.openxmlformats.org/officeDocument/2006/relationships/customXml" Target="../ink/ink687.xml"/><Relationship Id="rId70" Type="http://schemas.openxmlformats.org/officeDocument/2006/relationships/customXml" Target="../ink/ink691.xml"/><Relationship Id="rId75" Type="http://schemas.openxmlformats.org/officeDocument/2006/relationships/image" Target="../media/image564.png"/><Relationship Id="rId83" Type="http://schemas.openxmlformats.org/officeDocument/2006/relationships/image" Target="../media/image568.png"/><Relationship Id="rId88" Type="http://schemas.openxmlformats.org/officeDocument/2006/relationships/customXml" Target="../ink/ink700.xml"/><Relationship Id="rId91" Type="http://schemas.openxmlformats.org/officeDocument/2006/relationships/image" Target="../media/image5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9.xml"/><Relationship Id="rId15" Type="http://schemas.openxmlformats.org/officeDocument/2006/relationships/image" Target="../media/image534.png"/><Relationship Id="rId23" Type="http://schemas.openxmlformats.org/officeDocument/2006/relationships/image" Target="../media/image538.png"/><Relationship Id="rId28" Type="http://schemas.openxmlformats.org/officeDocument/2006/relationships/customXml" Target="../ink/ink670.xml"/><Relationship Id="rId36" Type="http://schemas.openxmlformats.org/officeDocument/2006/relationships/customXml" Target="../ink/ink674.xml"/><Relationship Id="rId49" Type="http://schemas.openxmlformats.org/officeDocument/2006/relationships/image" Target="../media/image551.png"/><Relationship Id="rId57" Type="http://schemas.openxmlformats.org/officeDocument/2006/relationships/image" Target="../media/image555.png"/><Relationship Id="rId10" Type="http://schemas.openxmlformats.org/officeDocument/2006/relationships/customXml" Target="../ink/ink661.xml"/><Relationship Id="rId31" Type="http://schemas.openxmlformats.org/officeDocument/2006/relationships/image" Target="../media/image542.png"/><Relationship Id="rId44" Type="http://schemas.openxmlformats.org/officeDocument/2006/relationships/customXml" Target="../ink/ink678.xml"/><Relationship Id="rId52" Type="http://schemas.openxmlformats.org/officeDocument/2006/relationships/customXml" Target="../ink/ink682.xml"/><Relationship Id="rId60" Type="http://schemas.openxmlformats.org/officeDocument/2006/relationships/customXml" Target="../ink/ink686.xml"/><Relationship Id="rId65" Type="http://schemas.openxmlformats.org/officeDocument/2006/relationships/image" Target="../media/image559.png"/><Relationship Id="rId73" Type="http://schemas.openxmlformats.org/officeDocument/2006/relationships/image" Target="../media/image563.png"/><Relationship Id="rId78" Type="http://schemas.openxmlformats.org/officeDocument/2006/relationships/customXml" Target="../ink/ink695.xml"/><Relationship Id="rId81" Type="http://schemas.openxmlformats.org/officeDocument/2006/relationships/image" Target="../media/image567.png"/><Relationship Id="rId86" Type="http://schemas.openxmlformats.org/officeDocument/2006/relationships/customXml" Target="../ink/ink699.xml"/><Relationship Id="rId4" Type="http://schemas.openxmlformats.org/officeDocument/2006/relationships/customXml" Target="../ink/ink658.xml"/><Relationship Id="rId9" Type="http://schemas.openxmlformats.org/officeDocument/2006/relationships/image" Target="../media/image531.png"/><Relationship Id="rId13" Type="http://schemas.openxmlformats.org/officeDocument/2006/relationships/image" Target="../media/image533.png"/><Relationship Id="rId18" Type="http://schemas.openxmlformats.org/officeDocument/2006/relationships/customXml" Target="../ink/ink665.xml"/><Relationship Id="rId39" Type="http://schemas.openxmlformats.org/officeDocument/2006/relationships/image" Target="../media/image546.png"/><Relationship Id="rId34" Type="http://schemas.openxmlformats.org/officeDocument/2006/relationships/customXml" Target="../ink/ink673.xml"/><Relationship Id="rId50" Type="http://schemas.openxmlformats.org/officeDocument/2006/relationships/customXml" Target="../ink/ink681.xml"/><Relationship Id="rId55" Type="http://schemas.openxmlformats.org/officeDocument/2006/relationships/image" Target="../media/image554.png"/><Relationship Id="rId76" Type="http://schemas.openxmlformats.org/officeDocument/2006/relationships/customXml" Target="../ink/ink694.xml"/><Relationship Id="rId7" Type="http://schemas.openxmlformats.org/officeDocument/2006/relationships/image" Target="../media/image530.png"/><Relationship Id="rId71" Type="http://schemas.openxmlformats.org/officeDocument/2006/relationships/image" Target="../media/image562.png"/><Relationship Id="rId2" Type="http://schemas.openxmlformats.org/officeDocument/2006/relationships/customXml" Target="../ink/ink657.xml"/><Relationship Id="rId29" Type="http://schemas.openxmlformats.org/officeDocument/2006/relationships/image" Target="../media/image541.png"/><Relationship Id="rId24" Type="http://schemas.openxmlformats.org/officeDocument/2006/relationships/customXml" Target="../ink/ink668.xml"/><Relationship Id="rId40" Type="http://schemas.openxmlformats.org/officeDocument/2006/relationships/customXml" Target="../ink/ink676.xml"/><Relationship Id="rId45" Type="http://schemas.openxmlformats.org/officeDocument/2006/relationships/image" Target="../media/image549.png"/><Relationship Id="rId66" Type="http://schemas.openxmlformats.org/officeDocument/2006/relationships/customXml" Target="../ink/ink689.xml"/><Relationship Id="rId87" Type="http://schemas.openxmlformats.org/officeDocument/2006/relationships/image" Target="../media/image570.png"/><Relationship Id="rId61" Type="http://schemas.openxmlformats.org/officeDocument/2006/relationships/image" Target="../media/image557.png"/><Relationship Id="rId82" Type="http://schemas.openxmlformats.org/officeDocument/2006/relationships/customXml" Target="../ink/ink697.xml"/><Relationship Id="rId19" Type="http://schemas.openxmlformats.org/officeDocument/2006/relationships/image" Target="../media/image536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4.xml"/><Relationship Id="rId21" Type="http://schemas.openxmlformats.org/officeDocument/2006/relationships/image" Target="../media/image581.png"/><Relationship Id="rId42" Type="http://schemas.openxmlformats.org/officeDocument/2006/relationships/customXml" Target="../ink/ink722.xml"/><Relationship Id="rId47" Type="http://schemas.openxmlformats.org/officeDocument/2006/relationships/image" Target="../media/image594.png"/><Relationship Id="rId63" Type="http://schemas.openxmlformats.org/officeDocument/2006/relationships/image" Target="../media/image602.png"/><Relationship Id="rId68" Type="http://schemas.openxmlformats.org/officeDocument/2006/relationships/customXml" Target="../ink/ink735.xml"/><Relationship Id="rId2" Type="http://schemas.openxmlformats.org/officeDocument/2006/relationships/customXml" Target="../ink/ink702.xml"/><Relationship Id="rId16" Type="http://schemas.openxmlformats.org/officeDocument/2006/relationships/customXml" Target="../ink/ink709.xml"/><Relationship Id="rId29" Type="http://schemas.openxmlformats.org/officeDocument/2006/relationships/image" Target="../media/image585.png"/><Relationship Id="rId11" Type="http://schemas.openxmlformats.org/officeDocument/2006/relationships/image" Target="../media/image576.png"/><Relationship Id="rId24" Type="http://schemas.openxmlformats.org/officeDocument/2006/relationships/customXml" Target="../ink/ink713.xml"/><Relationship Id="rId32" Type="http://schemas.openxmlformats.org/officeDocument/2006/relationships/customXml" Target="../ink/ink717.xml"/><Relationship Id="rId37" Type="http://schemas.openxmlformats.org/officeDocument/2006/relationships/image" Target="../media/image589.png"/><Relationship Id="rId40" Type="http://schemas.openxmlformats.org/officeDocument/2006/relationships/customXml" Target="../ink/ink721.xml"/><Relationship Id="rId45" Type="http://schemas.openxmlformats.org/officeDocument/2006/relationships/image" Target="../media/image593.png"/><Relationship Id="rId53" Type="http://schemas.openxmlformats.org/officeDocument/2006/relationships/image" Target="../media/image597.png"/><Relationship Id="rId58" Type="http://schemas.openxmlformats.org/officeDocument/2006/relationships/customXml" Target="../ink/ink730.xml"/><Relationship Id="rId66" Type="http://schemas.openxmlformats.org/officeDocument/2006/relationships/customXml" Target="../ink/ink734.xml"/><Relationship Id="rId74" Type="http://schemas.openxmlformats.org/officeDocument/2006/relationships/customXml" Target="../ink/ink738.xml"/><Relationship Id="rId5" Type="http://schemas.openxmlformats.org/officeDocument/2006/relationships/image" Target="../media/image573.png"/><Relationship Id="rId61" Type="http://schemas.openxmlformats.org/officeDocument/2006/relationships/image" Target="../media/image601.png"/><Relationship Id="rId19" Type="http://schemas.openxmlformats.org/officeDocument/2006/relationships/image" Target="../media/image580.png"/><Relationship Id="rId14" Type="http://schemas.openxmlformats.org/officeDocument/2006/relationships/customXml" Target="../ink/ink708.xml"/><Relationship Id="rId22" Type="http://schemas.openxmlformats.org/officeDocument/2006/relationships/customXml" Target="../ink/ink712.xml"/><Relationship Id="rId27" Type="http://schemas.openxmlformats.org/officeDocument/2006/relationships/image" Target="../media/image584.png"/><Relationship Id="rId30" Type="http://schemas.openxmlformats.org/officeDocument/2006/relationships/customXml" Target="../ink/ink716.xml"/><Relationship Id="rId35" Type="http://schemas.openxmlformats.org/officeDocument/2006/relationships/image" Target="../media/image588.png"/><Relationship Id="rId43" Type="http://schemas.openxmlformats.org/officeDocument/2006/relationships/image" Target="../media/image592.png"/><Relationship Id="rId48" Type="http://schemas.openxmlformats.org/officeDocument/2006/relationships/customXml" Target="../ink/ink725.xml"/><Relationship Id="rId56" Type="http://schemas.openxmlformats.org/officeDocument/2006/relationships/customXml" Target="../ink/ink729.xml"/><Relationship Id="rId64" Type="http://schemas.openxmlformats.org/officeDocument/2006/relationships/customXml" Target="../ink/ink733.xml"/><Relationship Id="rId69" Type="http://schemas.openxmlformats.org/officeDocument/2006/relationships/image" Target="../media/image605.png"/><Relationship Id="rId8" Type="http://schemas.openxmlformats.org/officeDocument/2006/relationships/customXml" Target="../ink/ink705.xml"/><Relationship Id="rId51" Type="http://schemas.openxmlformats.org/officeDocument/2006/relationships/image" Target="../media/image596.png"/><Relationship Id="rId72" Type="http://schemas.openxmlformats.org/officeDocument/2006/relationships/customXml" Target="../ink/ink737.xml"/><Relationship Id="rId3" Type="http://schemas.openxmlformats.org/officeDocument/2006/relationships/image" Target="../media/image5720.png"/><Relationship Id="rId12" Type="http://schemas.openxmlformats.org/officeDocument/2006/relationships/customXml" Target="../ink/ink707.xml"/><Relationship Id="rId17" Type="http://schemas.openxmlformats.org/officeDocument/2006/relationships/image" Target="../media/image579.png"/><Relationship Id="rId25" Type="http://schemas.openxmlformats.org/officeDocument/2006/relationships/image" Target="../media/image583.png"/><Relationship Id="rId33" Type="http://schemas.openxmlformats.org/officeDocument/2006/relationships/image" Target="../media/image587.png"/><Relationship Id="rId38" Type="http://schemas.openxmlformats.org/officeDocument/2006/relationships/customXml" Target="../ink/ink720.xml"/><Relationship Id="rId46" Type="http://schemas.openxmlformats.org/officeDocument/2006/relationships/customXml" Target="../ink/ink724.xml"/><Relationship Id="rId59" Type="http://schemas.openxmlformats.org/officeDocument/2006/relationships/image" Target="../media/image600.png"/><Relationship Id="rId67" Type="http://schemas.openxmlformats.org/officeDocument/2006/relationships/image" Target="../media/image604.png"/><Relationship Id="rId20" Type="http://schemas.openxmlformats.org/officeDocument/2006/relationships/customXml" Target="../ink/ink711.xml"/><Relationship Id="rId41" Type="http://schemas.openxmlformats.org/officeDocument/2006/relationships/image" Target="../media/image591.png"/><Relationship Id="rId54" Type="http://schemas.openxmlformats.org/officeDocument/2006/relationships/customXml" Target="../ink/ink728.xml"/><Relationship Id="rId62" Type="http://schemas.openxmlformats.org/officeDocument/2006/relationships/customXml" Target="../ink/ink732.xml"/><Relationship Id="rId70" Type="http://schemas.openxmlformats.org/officeDocument/2006/relationships/customXml" Target="../ink/ink736.xml"/><Relationship Id="rId75" Type="http://schemas.openxmlformats.org/officeDocument/2006/relationships/image" Target="../media/image60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4.xml"/><Relationship Id="rId15" Type="http://schemas.openxmlformats.org/officeDocument/2006/relationships/image" Target="../media/image578.png"/><Relationship Id="rId23" Type="http://schemas.openxmlformats.org/officeDocument/2006/relationships/image" Target="../media/image582.png"/><Relationship Id="rId28" Type="http://schemas.openxmlformats.org/officeDocument/2006/relationships/customXml" Target="../ink/ink715.xml"/><Relationship Id="rId36" Type="http://schemas.openxmlformats.org/officeDocument/2006/relationships/customXml" Target="../ink/ink719.xml"/><Relationship Id="rId49" Type="http://schemas.openxmlformats.org/officeDocument/2006/relationships/image" Target="../media/image595.png"/><Relationship Id="rId57" Type="http://schemas.openxmlformats.org/officeDocument/2006/relationships/image" Target="../media/image599.png"/><Relationship Id="rId10" Type="http://schemas.openxmlformats.org/officeDocument/2006/relationships/customXml" Target="../ink/ink706.xml"/><Relationship Id="rId31" Type="http://schemas.openxmlformats.org/officeDocument/2006/relationships/image" Target="../media/image586.png"/><Relationship Id="rId44" Type="http://schemas.openxmlformats.org/officeDocument/2006/relationships/customXml" Target="../ink/ink723.xml"/><Relationship Id="rId52" Type="http://schemas.openxmlformats.org/officeDocument/2006/relationships/customXml" Target="../ink/ink727.xml"/><Relationship Id="rId60" Type="http://schemas.openxmlformats.org/officeDocument/2006/relationships/customXml" Target="../ink/ink731.xml"/><Relationship Id="rId65" Type="http://schemas.openxmlformats.org/officeDocument/2006/relationships/image" Target="../media/image603.png"/><Relationship Id="rId73" Type="http://schemas.openxmlformats.org/officeDocument/2006/relationships/image" Target="../media/image607.png"/><Relationship Id="rId4" Type="http://schemas.openxmlformats.org/officeDocument/2006/relationships/customXml" Target="../ink/ink703.xml"/><Relationship Id="rId9" Type="http://schemas.openxmlformats.org/officeDocument/2006/relationships/image" Target="../media/image575.png"/><Relationship Id="rId13" Type="http://schemas.openxmlformats.org/officeDocument/2006/relationships/image" Target="../media/image577.png"/><Relationship Id="rId18" Type="http://schemas.openxmlformats.org/officeDocument/2006/relationships/customXml" Target="../ink/ink710.xml"/><Relationship Id="rId39" Type="http://schemas.openxmlformats.org/officeDocument/2006/relationships/image" Target="../media/image590.png"/><Relationship Id="rId34" Type="http://schemas.openxmlformats.org/officeDocument/2006/relationships/customXml" Target="../ink/ink718.xml"/><Relationship Id="rId50" Type="http://schemas.openxmlformats.org/officeDocument/2006/relationships/customXml" Target="../ink/ink726.xml"/><Relationship Id="rId55" Type="http://schemas.openxmlformats.org/officeDocument/2006/relationships/image" Target="../media/image598.png"/><Relationship Id="rId7" Type="http://schemas.openxmlformats.org/officeDocument/2006/relationships/image" Target="../media/image574.png"/><Relationship Id="rId71" Type="http://schemas.openxmlformats.org/officeDocument/2006/relationships/image" Target="../media/image606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51.xml"/><Relationship Id="rId21" Type="http://schemas.openxmlformats.org/officeDocument/2006/relationships/image" Target="../media/image618.png"/><Relationship Id="rId42" Type="http://schemas.openxmlformats.org/officeDocument/2006/relationships/customXml" Target="../ink/ink759.xml"/><Relationship Id="rId47" Type="http://schemas.openxmlformats.org/officeDocument/2006/relationships/image" Target="../media/image631.png"/><Relationship Id="rId63" Type="http://schemas.openxmlformats.org/officeDocument/2006/relationships/image" Target="../media/image639.png"/><Relationship Id="rId68" Type="http://schemas.openxmlformats.org/officeDocument/2006/relationships/customXml" Target="../ink/ink772.xml"/><Relationship Id="rId16" Type="http://schemas.openxmlformats.org/officeDocument/2006/relationships/customXml" Target="../ink/ink746.xml"/><Relationship Id="rId11" Type="http://schemas.openxmlformats.org/officeDocument/2006/relationships/image" Target="../media/image613.png"/><Relationship Id="rId32" Type="http://schemas.openxmlformats.org/officeDocument/2006/relationships/customXml" Target="../ink/ink754.xml"/><Relationship Id="rId37" Type="http://schemas.openxmlformats.org/officeDocument/2006/relationships/image" Target="../media/image626.png"/><Relationship Id="rId53" Type="http://schemas.openxmlformats.org/officeDocument/2006/relationships/image" Target="../media/image634.png"/><Relationship Id="rId58" Type="http://schemas.openxmlformats.org/officeDocument/2006/relationships/customXml" Target="../ink/ink767.xml"/><Relationship Id="rId74" Type="http://schemas.openxmlformats.org/officeDocument/2006/relationships/customXml" Target="../ink/ink775.xml"/><Relationship Id="rId79" Type="http://schemas.openxmlformats.org/officeDocument/2006/relationships/image" Target="../media/image647.png"/><Relationship Id="rId5" Type="http://schemas.openxmlformats.org/officeDocument/2006/relationships/image" Target="../media/image610.png"/><Relationship Id="rId61" Type="http://schemas.openxmlformats.org/officeDocument/2006/relationships/image" Target="../media/image638.png"/><Relationship Id="rId82" Type="http://schemas.openxmlformats.org/officeDocument/2006/relationships/customXml" Target="../ink/ink779.xml"/><Relationship Id="rId19" Type="http://schemas.openxmlformats.org/officeDocument/2006/relationships/image" Target="../media/image617.png"/><Relationship Id="rId14" Type="http://schemas.openxmlformats.org/officeDocument/2006/relationships/customXml" Target="../ink/ink745.xml"/><Relationship Id="rId22" Type="http://schemas.openxmlformats.org/officeDocument/2006/relationships/customXml" Target="../ink/ink749.xml"/><Relationship Id="rId27" Type="http://schemas.openxmlformats.org/officeDocument/2006/relationships/image" Target="../media/image621.png"/><Relationship Id="rId30" Type="http://schemas.openxmlformats.org/officeDocument/2006/relationships/customXml" Target="../ink/ink753.xml"/><Relationship Id="rId35" Type="http://schemas.openxmlformats.org/officeDocument/2006/relationships/image" Target="../media/image625.png"/><Relationship Id="rId43" Type="http://schemas.openxmlformats.org/officeDocument/2006/relationships/image" Target="../media/image629.png"/><Relationship Id="rId48" Type="http://schemas.openxmlformats.org/officeDocument/2006/relationships/customXml" Target="../ink/ink762.xml"/><Relationship Id="rId56" Type="http://schemas.openxmlformats.org/officeDocument/2006/relationships/customXml" Target="../ink/ink766.xml"/><Relationship Id="rId64" Type="http://schemas.openxmlformats.org/officeDocument/2006/relationships/customXml" Target="../ink/ink770.xml"/><Relationship Id="rId69" Type="http://schemas.openxmlformats.org/officeDocument/2006/relationships/image" Target="../media/image642.png"/><Relationship Id="rId77" Type="http://schemas.openxmlformats.org/officeDocument/2006/relationships/image" Target="../media/image646.png"/><Relationship Id="rId8" Type="http://schemas.openxmlformats.org/officeDocument/2006/relationships/customXml" Target="../ink/ink742.xml"/><Relationship Id="rId51" Type="http://schemas.openxmlformats.org/officeDocument/2006/relationships/image" Target="../media/image633.png"/><Relationship Id="rId72" Type="http://schemas.openxmlformats.org/officeDocument/2006/relationships/customXml" Target="../ink/ink774.xml"/><Relationship Id="rId80" Type="http://schemas.openxmlformats.org/officeDocument/2006/relationships/customXml" Target="../ink/ink778.xml"/><Relationship Id="rId3" Type="http://schemas.openxmlformats.org/officeDocument/2006/relationships/image" Target="../media/image609.png"/><Relationship Id="rId12" Type="http://schemas.openxmlformats.org/officeDocument/2006/relationships/customXml" Target="../ink/ink744.xml"/><Relationship Id="rId17" Type="http://schemas.openxmlformats.org/officeDocument/2006/relationships/image" Target="../media/image616.png"/><Relationship Id="rId25" Type="http://schemas.openxmlformats.org/officeDocument/2006/relationships/image" Target="../media/image620.png"/><Relationship Id="rId33" Type="http://schemas.openxmlformats.org/officeDocument/2006/relationships/image" Target="../media/image624.png"/><Relationship Id="rId38" Type="http://schemas.openxmlformats.org/officeDocument/2006/relationships/customXml" Target="../ink/ink757.xml"/><Relationship Id="rId46" Type="http://schemas.openxmlformats.org/officeDocument/2006/relationships/customXml" Target="../ink/ink761.xml"/><Relationship Id="rId59" Type="http://schemas.openxmlformats.org/officeDocument/2006/relationships/image" Target="../media/image637.png"/><Relationship Id="rId67" Type="http://schemas.openxmlformats.org/officeDocument/2006/relationships/image" Target="../media/image641.png"/><Relationship Id="rId20" Type="http://schemas.openxmlformats.org/officeDocument/2006/relationships/customXml" Target="../ink/ink748.xml"/><Relationship Id="rId41" Type="http://schemas.openxmlformats.org/officeDocument/2006/relationships/image" Target="../media/image628.png"/><Relationship Id="rId54" Type="http://schemas.openxmlformats.org/officeDocument/2006/relationships/customXml" Target="../ink/ink765.xml"/><Relationship Id="rId62" Type="http://schemas.openxmlformats.org/officeDocument/2006/relationships/customXml" Target="../ink/ink769.xml"/><Relationship Id="rId70" Type="http://schemas.openxmlformats.org/officeDocument/2006/relationships/customXml" Target="../ink/ink773.xml"/><Relationship Id="rId75" Type="http://schemas.openxmlformats.org/officeDocument/2006/relationships/image" Target="../media/image645.png"/><Relationship Id="rId83" Type="http://schemas.openxmlformats.org/officeDocument/2006/relationships/image" Target="../media/image64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41.xml"/><Relationship Id="rId15" Type="http://schemas.openxmlformats.org/officeDocument/2006/relationships/image" Target="../media/image615.png"/><Relationship Id="rId23" Type="http://schemas.openxmlformats.org/officeDocument/2006/relationships/image" Target="../media/image619.png"/><Relationship Id="rId28" Type="http://schemas.openxmlformats.org/officeDocument/2006/relationships/customXml" Target="../ink/ink752.xml"/><Relationship Id="rId36" Type="http://schemas.openxmlformats.org/officeDocument/2006/relationships/customXml" Target="../ink/ink756.xml"/><Relationship Id="rId49" Type="http://schemas.openxmlformats.org/officeDocument/2006/relationships/image" Target="../media/image632.png"/><Relationship Id="rId57" Type="http://schemas.openxmlformats.org/officeDocument/2006/relationships/image" Target="../media/image636.png"/><Relationship Id="rId10" Type="http://schemas.openxmlformats.org/officeDocument/2006/relationships/customXml" Target="../ink/ink743.xml"/><Relationship Id="rId31" Type="http://schemas.openxmlformats.org/officeDocument/2006/relationships/image" Target="../media/image623.png"/><Relationship Id="rId44" Type="http://schemas.openxmlformats.org/officeDocument/2006/relationships/customXml" Target="../ink/ink760.xml"/><Relationship Id="rId52" Type="http://schemas.openxmlformats.org/officeDocument/2006/relationships/customXml" Target="../ink/ink764.xml"/><Relationship Id="rId60" Type="http://schemas.openxmlformats.org/officeDocument/2006/relationships/customXml" Target="../ink/ink768.xml"/><Relationship Id="rId65" Type="http://schemas.openxmlformats.org/officeDocument/2006/relationships/image" Target="../media/image640.png"/><Relationship Id="rId73" Type="http://schemas.openxmlformats.org/officeDocument/2006/relationships/image" Target="../media/image644.png"/><Relationship Id="rId78" Type="http://schemas.openxmlformats.org/officeDocument/2006/relationships/customXml" Target="../ink/ink777.xml"/><Relationship Id="rId81" Type="http://schemas.openxmlformats.org/officeDocument/2006/relationships/image" Target="../media/image648.png"/><Relationship Id="rId4" Type="http://schemas.openxmlformats.org/officeDocument/2006/relationships/customXml" Target="../ink/ink740.xml"/><Relationship Id="rId9" Type="http://schemas.openxmlformats.org/officeDocument/2006/relationships/image" Target="../media/image612.png"/><Relationship Id="rId13" Type="http://schemas.openxmlformats.org/officeDocument/2006/relationships/image" Target="../media/image614.png"/><Relationship Id="rId18" Type="http://schemas.openxmlformats.org/officeDocument/2006/relationships/customXml" Target="../ink/ink747.xml"/><Relationship Id="rId39" Type="http://schemas.openxmlformats.org/officeDocument/2006/relationships/image" Target="../media/image627.png"/><Relationship Id="rId34" Type="http://schemas.openxmlformats.org/officeDocument/2006/relationships/customXml" Target="../ink/ink755.xml"/><Relationship Id="rId50" Type="http://schemas.openxmlformats.org/officeDocument/2006/relationships/customXml" Target="../ink/ink763.xml"/><Relationship Id="rId55" Type="http://schemas.openxmlformats.org/officeDocument/2006/relationships/image" Target="../media/image635.png"/><Relationship Id="rId76" Type="http://schemas.openxmlformats.org/officeDocument/2006/relationships/customXml" Target="../ink/ink776.xml"/><Relationship Id="rId7" Type="http://schemas.openxmlformats.org/officeDocument/2006/relationships/image" Target="../media/image611.png"/><Relationship Id="rId71" Type="http://schemas.openxmlformats.org/officeDocument/2006/relationships/image" Target="../media/image643.png"/><Relationship Id="rId2" Type="http://schemas.openxmlformats.org/officeDocument/2006/relationships/customXml" Target="../ink/ink739.xml"/><Relationship Id="rId29" Type="http://schemas.openxmlformats.org/officeDocument/2006/relationships/image" Target="../media/image622.png"/><Relationship Id="rId24" Type="http://schemas.openxmlformats.org/officeDocument/2006/relationships/customXml" Target="../ink/ink750.xml"/><Relationship Id="rId40" Type="http://schemas.openxmlformats.org/officeDocument/2006/relationships/customXml" Target="../ink/ink758.xml"/><Relationship Id="rId45" Type="http://schemas.openxmlformats.org/officeDocument/2006/relationships/image" Target="../media/image630.png"/><Relationship Id="rId66" Type="http://schemas.openxmlformats.org/officeDocument/2006/relationships/customXml" Target="../ink/ink77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1.png"/><Relationship Id="rId2" Type="http://schemas.openxmlformats.org/officeDocument/2006/relationships/customXml" Target="../ink/ink78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5.png"/><Relationship Id="rId18" Type="http://schemas.openxmlformats.org/officeDocument/2006/relationships/customXml" Target="../ink/ink789.xml"/><Relationship Id="rId26" Type="http://schemas.openxmlformats.org/officeDocument/2006/relationships/customXml" Target="../ink/ink793.xml"/><Relationship Id="rId21" Type="http://schemas.openxmlformats.org/officeDocument/2006/relationships/image" Target="../media/image659.png"/><Relationship Id="rId34" Type="http://schemas.openxmlformats.org/officeDocument/2006/relationships/customXml" Target="../ink/ink797.xml"/><Relationship Id="rId7" Type="http://schemas.openxmlformats.org/officeDocument/2006/relationships/image" Target="../media/image652.png"/><Relationship Id="rId12" Type="http://schemas.openxmlformats.org/officeDocument/2006/relationships/customXml" Target="../ink/ink786.xml"/><Relationship Id="rId17" Type="http://schemas.openxmlformats.org/officeDocument/2006/relationships/image" Target="../media/image657.png"/><Relationship Id="rId25" Type="http://schemas.openxmlformats.org/officeDocument/2006/relationships/image" Target="../media/image661.png"/><Relationship Id="rId33" Type="http://schemas.openxmlformats.org/officeDocument/2006/relationships/image" Target="../media/image665.png"/><Relationship Id="rId2" Type="http://schemas.openxmlformats.org/officeDocument/2006/relationships/customXml" Target="../ink/ink781.xml"/><Relationship Id="rId16" Type="http://schemas.openxmlformats.org/officeDocument/2006/relationships/customXml" Target="../ink/ink788.xml"/><Relationship Id="rId20" Type="http://schemas.openxmlformats.org/officeDocument/2006/relationships/customXml" Target="../ink/ink790.xml"/><Relationship Id="rId29" Type="http://schemas.openxmlformats.org/officeDocument/2006/relationships/image" Target="../media/image66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83.xml"/><Relationship Id="rId11" Type="http://schemas.openxmlformats.org/officeDocument/2006/relationships/image" Target="../media/image654.png"/><Relationship Id="rId24" Type="http://schemas.openxmlformats.org/officeDocument/2006/relationships/customXml" Target="../ink/ink792.xml"/><Relationship Id="rId32" Type="http://schemas.openxmlformats.org/officeDocument/2006/relationships/customXml" Target="../ink/ink796.xml"/><Relationship Id="rId37" Type="http://schemas.openxmlformats.org/officeDocument/2006/relationships/image" Target="../media/image667.png"/><Relationship Id="rId5" Type="http://schemas.openxmlformats.org/officeDocument/2006/relationships/image" Target="../media/image651.png"/><Relationship Id="rId15" Type="http://schemas.openxmlformats.org/officeDocument/2006/relationships/image" Target="../media/image656.png"/><Relationship Id="rId23" Type="http://schemas.openxmlformats.org/officeDocument/2006/relationships/image" Target="../media/image660.png"/><Relationship Id="rId28" Type="http://schemas.openxmlformats.org/officeDocument/2006/relationships/customXml" Target="../ink/ink794.xml"/><Relationship Id="rId36" Type="http://schemas.openxmlformats.org/officeDocument/2006/relationships/customXml" Target="../ink/ink798.xml"/><Relationship Id="rId10" Type="http://schemas.openxmlformats.org/officeDocument/2006/relationships/customXml" Target="../ink/ink785.xml"/><Relationship Id="rId19" Type="http://schemas.openxmlformats.org/officeDocument/2006/relationships/image" Target="../media/image658.png"/><Relationship Id="rId31" Type="http://schemas.openxmlformats.org/officeDocument/2006/relationships/image" Target="../media/image664.png"/><Relationship Id="rId4" Type="http://schemas.openxmlformats.org/officeDocument/2006/relationships/customXml" Target="../ink/ink782.xml"/><Relationship Id="rId9" Type="http://schemas.openxmlformats.org/officeDocument/2006/relationships/image" Target="../media/image653.png"/><Relationship Id="rId14" Type="http://schemas.openxmlformats.org/officeDocument/2006/relationships/customXml" Target="../ink/ink787.xml"/><Relationship Id="rId22" Type="http://schemas.openxmlformats.org/officeDocument/2006/relationships/customXml" Target="../ink/ink791.xml"/><Relationship Id="rId27" Type="http://schemas.openxmlformats.org/officeDocument/2006/relationships/image" Target="../media/image662.png"/><Relationship Id="rId30" Type="http://schemas.openxmlformats.org/officeDocument/2006/relationships/customXml" Target="../ink/ink795.xml"/><Relationship Id="rId35" Type="http://schemas.openxmlformats.org/officeDocument/2006/relationships/image" Target="../media/image666.png"/><Relationship Id="rId8" Type="http://schemas.openxmlformats.org/officeDocument/2006/relationships/customXml" Target="../ink/ink784.xml"/><Relationship Id="rId3" Type="http://schemas.openxmlformats.org/officeDocument/2006/relationships/image" Target="../media/image6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9.xml"/><Relationship Id="rId2" Type="http://schemas.openxmlformats.org/officeDocument/2006/relationships/image" Target="../media/image668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customXml" Target="../ink/ink800.xm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3.xml"/><Relationship Id="rId21" Type="http://schemas.openxmlformats.org/officeDocument/2006/relationships/image" Target="NULL"/><Relationship Id="rId42" Type="http://schemas.openxmlformats.org/officeDocument/2006/relationships/customXml" Target="../ink/ink821.xml"/><Relationship Id="rId47" Type="http://schemas.openxmlformats.org/officeDocument/2006/relationships/image" Target="NULL"/><Relationship Id="rId63" Type="http://schemas.openxmlformats.org/officeDocument/2006/relationships/image" Target="NULL"/><Relationship Id="rId68" Type="http://schemas.openxmlformats.org/officeDocument/2006/relationships/customXml" Target="../ink/ink834.xml"/><Relationship Id="rId16" Type="http://schemas.openxmlformats.org/officeDocument/2006/relationships/customXml" Target="../ink/ink808.xml"/><Relationship Id="rId11" Type="http://schemas.openxmlformats.org/officeDocument/2006/relationships/image" Target="NULL"/><Relationship Id="rId24" Type="http://schemas.openxmlformats.org/officeDocument/2006/relationships/customXml" Target="../ink/ink812.xml"/><Relationship Id="rId32" Type="http://schemas.openxmlformats.org/officeDocument/2006/relationships/customXml" Target="../ink/ink816.xml"/><Relationship Id="rId37" Type="http://schemas.openxmlformats.org/officeDocument/2006/relationships/image" Target="NULL"/><Relationship Id="rId40" Type="http://schemas.openxmlformats.org/officeDocument/2006/relationships/customXml" Target="../ink/ink820.xml"/><Relationship Id="rId45" Type="http://schemas.openxmlformats.org/officeDocument/2006/relationships/image" Target="NULL"/><Relationship Id="rId53" Type="http://schemas.openxmlformats.org/officeDocument/2006/relationships/image" Target="NULL"/><Relationship Id="rId58" Type="http://schemas.openxmlformats.org/officeDocument/2006/relationships/customXml" Target="../ink/ink829.xml"/><Relationship Id="rId66" Type="http://schemas.openxmlformats.org/officeDocument/2006/relationships/customXml" Target="../ink/ink833.xml"/><Relationship Id="rId74" Type="http://schemas.openxmlformats.org/officeDocument/2006/relationships/customXml" Target="../ink/ink837.xml"/><Relationship Id="rId5" Type="http://schemas.openxmlformats.org/officeDocument/2006/relationships/image" Target="NULL"/><Relationship Id="rId61" Type="http://schemas.openxmlformats.org/officeDocument/2006/relationships/image" Target="NULL"/><Relationship Id="rId19" Type="http://schemas.openxmlformats.org/officeDocument/2006/relationships/image" Target="NULL"/><Relationship Id="rId14" Type="http://schemas.openxmlformats.org/officeDocument/2006/relationships/customXml" Target="../ink/ink807.xml"/><Relationship Id="rId22" Type="http://schemas.openxmlformats.org/officeDocument/2006/relationships/customXml" Target="../ink/ink811.xml"/><Relationship Id="rId27" Type="http://schemas.openxmlformats.org/officeDocument/2006/relationships/image" Target="NULL"/><Relationship Id="rId30" Type="http://schemas.openxmlformats.org/officeDocument/2006/relationships/customXml" Target="../ink/ink815.xml"/><Relationship Id="rId35" Type="http://schemas.openxmlformats.org/officeDocument/2006/relationships/image" Target="NULL"/><Relationship Id="rId43" Type="http://schemas.openxmlformats.org/officeDocument/2006/relationships/image" Target="NULL"/><Relationship Id="rId48" Type="http://schemas.openxmlformats.org/officeDocument/2006/relationships/customXml" Target="../ink/ink824.xml"/><Relationship Id="rId56" Type="http://schemas.openxmlformats.org/officeDocument/2006/relationships/customXml" Target="../ink/ink828.xml"/><Relationship Id="rId64" Type="http://schemas.openxmlformats.org/officeDocument/2006/relationships/customXml" Target="../ink/ink832.xml"/><Relationship Id="rId69" Type="http://schemas.openxmlformats.org/officeDocument/2006/relationships/image" Target="NULL"/><Relationship Id="rId77" Type="http://schemas.openxmlformats.org/officeDocument/2006/relationships/image" Target="NULL"/><Relationship Id="rId8" Type="http://schemas.openxmlformats.org/officeDocument/2006/relationships/customXml" Target="../ink/ink804.xml"/><Relationship Id="rId51" Type="http://schemas.openxmlformats.org/officeDocument/2006/relationships/image" Target="NULL"/><Relationship Id="rId72" Type="http://schemas.openxmlformats.org/officeDocument/2006/relationships/customXml" Target="../ink/ink836.xml"/><Relationship Id="rId3" Type="http://schemas.openxmlformats.org/officeDocument/2006/relationships/image" Target="NULL"/><Relationship Id="rId12" Type="http://schemas.openxmlformats.org/officeDocument/2006/relationships/customXml" Target="../ink/ink806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819.xml"/><Relationship Id="rId46" Type="http://schemas.openxmlformats.org/officeDocument/2006/relationships/customXml" Target="../ink/ink823.xml"/><Relationship Id="rId59" Type="http://schemas.openxmlformats.org/officeDocument/2006/relationships/image" Target="NULL"/><Relationship Id="rId67" Type="http://schemas.openxmlformats.org/officeDocument/2006/relationships/image" Target="NULL"/><Relationship Id="rId20" Type="http://schemas.openxmlformats.org/officeDocument/2006/relationships/customXml" Target="../ink/ink810.xml"/><Relationship Id="rId41" Type="http://schemas.openxmlformats.org/officeDocument/2006/relationships/image" Target="NULL"/><Relationship Id="rId54" Type="http://schemas.openxmlformats.org/officeDocument/2006/relationships/customXml" Target="../ink/ink827.xml"/><Relationship Id="rId62" Type="http://schemas.openxmlformats.org/officeDocument/2006/relationships/customXml" Target="../ink/ink831.xml"/><Relationship Id="rId70" Type="http://schemas.openxmlformats.org/officeDocument/2006/relationships/customXml" Target="../ink/ink835.xml"/><Relationship Id="rId75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3.xm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814.xml"/><Relationship Id="rId36" Type="http://schemas.openxmlformats.org/officeDocument/2006/relationships/customXml" Target="../ink/ink818.xml"/><Relationship Id="rId49" Type="http://schemas.openxmlformats.org/officeDocument/2006/relationships/image" Target="NULL"/><Relationship Id="rId57" Type="http://schemas.openxmlformats.org/officeDocument/2006/relationships/image" Target="NULL"/><Relationship Id="rId10" Type="http://schemas.openxmlformats.org/officeDocument/2006/relationships/customXml" Target="../ink/ink805.xml"/><Relationship Id="rId31" Type="http://schemas.openxmlformats.org/officeDocument/2006/relationships/image" Target="NULL"/><Relationship Id="rId44" Type="http://schemas.openxmlformats.org/officeDocument/2006/relationships/customXml" Target="../ink/ink822.xml"/><Relationship Id="rId52" Type="http://schemas.openxmlformats.org/officeDocument/2006/relationships/customXml" Target="../ink/ink826.xml"/><Relationship Id="rId60" Type="http://schemas.openxmlformats.org/officeDocument/2006/relationships/customXml" Target="../ink/ink830.xml"/><Relationship Id="rId65" Type="http://schemas.openxmlformats.org/officeDocument/2006/relationships/image" Target="NULL"/><Relationship Id="rId73" Type="http://schemas.openxmlformats.org/officeDocument/2006/relationships/image" Target="NULL"/><Relationship Id="rId4" Type="http://schemas.openxmlformats.org/officeDocument/2006/relationships/customXml" Target="../ink/ink802.xml"/><Relationship Id="rId9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customXml" Target="../ink/ink809.xml"/><Relationship Id="rId39" Type="http://schemas.openxmlformats.org/officeDocument/2006/relationships/image" Target="NULL"/><Relationship Id="rId34" Type="http://schemas.openxmlformats.org/officeDocument/2006/relationships/customXml" Target="../ink/ink817.xml"/><Relationship Id="rId50" Type="http://schemas.openxmlformats.org/officeDocument/2006/relationships/customXml" Target="../ink/ink825.xml"/><Relationship Id="rId55" Type="http://schemas.openxmlformats.org/officeDocument/2006/relationships/image" Target="NULL"/><Relationship Id="rId76" Type="http://schemas.openxmlformats.org/officeDocument/2006/relationships/customXml" Target="../ink/ink838.xml"/><Relationship Id="rId7" Type="http://schemas.openxmlformats.org/officeDocument/2006/relationships/image" Target="NULL"/><Relationship Id="rId71" Type="http://schemas.openxmlformats.org/officeDocument/2006/relationships/image" Target="NULL"/><Relationship Id="rId2" Type="http://schemas.openxmlformats.org/officeDocument/2006/relationships/customXml" Target="../ink/ink801.xml"/><Relationship Id="rId29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51.xml"/><Relationship Id="rId21" Type="http://schemas.openxmlformats.org/officeDocument/2006/relationships/image" Target="NULL"/><Relationship Id="rId42" Type="http://schemas.openxmlformats.org/officeDocument/2006/relationships/customXml" Target="../ink/ink859.xml"/><Relationship Id="rId47" Type="http://schemas.openxmlformats.org/officeDocument/2006/relationships/image" Target="NULL"/><Relationship Id="rId63" Type="http://schemas.openxmlformats.org/officeDocument/2006/relationships/image" Target="NULL"/><Relationship Id="rId68" Type="http://schemas.openxmlformats.org/officeDocument/2006/relationships/customXml" Target="../ink/ink872.xml"/><Relationship Id="rId2" Type="http://schemas.openxmlformats.org/officeDocument/2006/relationships/customXml" Target="../ink/ink839.xml"/><Relationship Id="rId16" Type="http://schemas.openxmlformats.org/officeDocument/2006/relationships/customXml" Target="../ink/ink846.xml"/><Relationship Id="rId29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customXml" Target="../ink/ink850.xml"/><Relationship Id="rId32" Type="http://schemas.openxmlformats.org/officeDocument/2006/relationships/customXml" Target="../ink/ink854.xml"/><Relationship Id="rId37" Type="http://schemas.openxmlformats.org/officeDocument/2006/relationships/image" Target="NULL"/><Relationship Id="rId40" Type="http://schemas.openxmlformats.org/officeDocument/2006/relationships/customXml" Target="../ink/ink858.xml"/><Relationship Id="rId45" Type="http://schemas.openxmlformats.org/officeDocument/2006/relationships/image" Target="NULL"/><Relationship Id="rId53" Type="http://schemas.openxmlformats.org/officeDocument/2006/relationships/image" Target="NULL"/><Relationship Id="rId58" Type="http://schemas.openxmlformats.org/officeDocument/2006/relationships/customXml" Target="../ink/ink867.xml"/><Relationship Id="rId66" Type="http://schemas.openxmlformats.org/officeDocument/2006/relationships/customXml" Target="../ink/ink871.xml"/><Relationship Id="rId74" Type="http://schemas.openxmlformats.org/officeDocument/2006/relationships/customXml" Target="../ink/ink875.xml"/><Relationship Id="rId5" Type="http://schemas.openxmlformats.org/officeDocument/2006/relationships/image" Target="NULL"/><Relationship Id="rId61" Type="http://schemas.openxmlformats.org/officeDocument/2006/relationships/image" Target="NULL"/><Relationship Id="rId19" Type="http://schemas.openxmlformats.org/officeDocument/2006/relationships/image" Target="NULL"/><Relationship Id="rId14" Type="http://schemas.openxmlformats.org/officeDocument/2006/relationships/customXml" Target="../ink/ink845.xml"/><Relationship Id="rId22" Type="http://schemas.openxmlformats.org/officeDocument/2006/relationships/customXml" Target="../ink/ink849.xml"/><Relationship Id="rId27" Type="http://schemas.openxmlformats.org/officeDocument/2006/relationships/image" Target="NULL"/><Relationship Id="rId30" Type="http://schemas.openxmlformats.org/officeDocument/2006/relationships/customXml" Target="../ink/ink853.xml"/><Relationship Id="rId35" Type="http://schemas.openxmlformats.org/officeDocument/2006/relationships/image" Target="NULL"/><Relationship Id="rId43" Type="http://schemas.openxmlformats.org/officeDocument/2006/relationships/image" Target="NULL"/><Relationship Id="rId48" Type="http://schemas.openxmlformats.org/officeDocument/2006/relationships/customXml" Target="../ink/ink862.xml"/><Relationship Id="rId56" Type="http://schemas.openxmlformats.org/officeDocument/2006/relationships/customXml" Target="../ink/ink866.xml"/><Relationship Id="rId64" Type="http://schemas.openxmlformats.org/officeDocument/2006/relationships/customXml" Target="../ink/ink870.xml"/><Relationship Id="rId69" Type="http://schemas.openxmlformats.org/officeDocument/2006/relationships/image" Target="NULL"/><Relationship Id="rId8" Type="http://schemas.openxmlformats.org/officeDocument/2006/relationships/customXml" Target="../ink/ink842.xml"/><Relationship Id="rId51" Type="http://schemas.openxmlformats.org/officeDocument/2006/relationships/image" Target="NULL"/><Relationship Id="rId72" Type="http://schemas.openxmlformats.org/officeDocument/2006/relationships/customXml" Target="../ink/ink874.xml"/><Relationship Id="rId3" Type="http://schemas.openxmlformats.org/officeDocument/2006/relationships/image" Target="NULL"/><Relationship Id="rId12" Type="http://schemas.openxmlformats.org/officeDocument/2006/relationships/customXml" Target="../ink/ink844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857.xml"/><Relationship Id="rId46" Type="http://schemas.openxmlformats.org/officeDocument/2006/relationships/customXml" Target="../ink/ink861.xml"/><Relationship Id="rId59" Type="http://schemas.openxmlformats.org/officeDocument/2006/relationships/image" Target="NULL"/><Relationship Id="rId67" Type="http://schemas.openxmlformats.org/officeDocument/2006/relationships/image" Target="NULL"/><Relationship Id="rId20" Type="http://schemas.openxmlformats.org/officeDocument/2006/relationships/customXml" Target="../ink/ink848.xml"/><Relationship Id="rId41" Type="http://schemas.openxmlformats.org/officeDocument/2006/relationships/image" Target="NULL"/><Relationship Id="rId54" Type="http://schemas.openxmlformats.org/officeDocument/2006/relationships/customXml" Target="../ink/ink865.xml"/><Relationship Id="rId62" Type="http://schemas.openxmlformats.org/officeDocument/2006/relationships/customXml" Target="../ink/ink869.xml"/><Relationship Id="rId70" Type="http://schemas.openxmlformats.org/officeDocument/2006/relationships/customXml" Target="../ink/ink873.xml"/><Relationship Id="rId75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1.xm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852.xml"/><Relationship Id="rId36" Type="http://schemas.openxmlformats.org/officeDocument/2006/relationships/customXml" Target="../ink/ink856.xml"/><Relationship Id="rId49" Type="http://schemas.openxmlformats.org/officeDocument/2006/relationships/image" Target="NULL"/><Relationship Id="rId57" Type="http://schemas.openxmlformats.org/officeDocument/2006/relationships/image" Target="NULL"/><Relationship Id="rId10" Type="http://schemas.openxmlformats.org/officeDocument/2006/relationships/customXml" Target="../ink/ink843.xml"/><Relationship Id="rId31" Type="http://schemas.openxmlformats.org/officeDocument/2006/relationships/image" Target="NULL"/><Relationship Id="rId44" Type="http://schemas.openxmlformats.org/officeDocument/2006/relationships/customXml" Target="../ink/ink860.xml"/><Relationship Id="rId52" Type="http://schemas.openxmlformats.org/officeDocument/2006/relationships/customXml" Target="../ink/ink864.xml"/><Relationship Id="rId60" Type="http://schemas.openxmlformats.org/officeDocument/2006/relationships/customXml" Target="../ink/ink868.xml"/><Relationship Id="rId65" Type="http://schemas.openxmlformats.org/officeDocument/2006/relationships/image" Target="NULL"/><Relationship Id="rId73" Type="http://schemas.openxmlformats.org/officeDocument/2006/relationships/image" Target="NULL"/><Relationship Id="rId4" Type="http://schemas.openxmlformats.org/officeDocument/2006/relationships/customXml" Target="../ink/ink840.xml"/><Relationship Id="rId9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customXml" Target="../ink/ink847.xml"/><Relationship Id="rId39" Type="http://schemas.openxmlformats.org/officeDocument/2006/relationships/image" Target="NULL"/><Relationship Id="rId34" Type="http://schemas.openxmlformats.org/officeDocument/2006/relationships/customXml" Target="../ink/ink855.xml"/><Relationship Id="rId50" Type="http://schemas.openxmlformats.org/officeDocument/2006/relationships/customXml" Target="../ink/ink863.xml"/><Relationship Id="rId55" Type="http://schemas.openxmlformats.org/officeDocument/2006/relationships/image" Target="NULL"/><Relationship Id="rId7" Type="http://schemas.openxmlformats.org/officeDocument/2006/relationships/image" Target="NULL"/><Relationship Id="rId71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881.xm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customXml" Target="../ink/ink876.xml"/><Relationship Id="rId21" Type="http://schemas.openxmlformats.org/officeDocument/2006/relationships/customXml" Target="../ink/ink885.xml"/><Relationship Id="rId7" Type="http://schemas.openxmlformats.org/officeDocument/2006/relationships/customXml" Target="../ink/ink878.xml"/><Relationship Id="rId12" Type="http://schemas.openxmlformats.org/officeDocument/2006/relationships/image" Target="NULL"/><Relationship Id="rId17" Type="http://schemas.openxmlformats.org/officeDocument/2006/relationships/customXml" Target="../ink/ink883.xml"/><Relationship Id="rId25" Type="http://schemas.openxmlformats.org/officeDocument/2006/relationships/customXml" Target="../ink/ink887.xml"/><Relationship Id="rId2" Type="http://schemas.openxmlformats.org/officeDocument/2006/relationships/image" Target="../media/image669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880.xml"/><Relationship Id="rId24" Type="http://schemas.openxmlformats.org/officeDocument/2006/relationships/image" Target="NULL"/><Relationship Id="rId5" Type="http://schemas.openxmlformats.org/officeDocument/2006/relationships/customXml" Target="../ink/ink877.xml"/><Relationship Id="rId15" Type="http://schemas.openxmlformats.org/officeDocument/2006/relationships/customXml" Target="../ink/ink882.xml"/><Relationship Id="rId23" Type="http://schemas.openxmlformats.org/officeDocument/2006/relationships/customXml" Target="../ink/ink886.xml"/><Relationship Id="rId10" Type="http://schemas.openxmlformats.org/officeDocument/2006/relationships/image" Target="NULL"/><Relationship Id="rId19" Type="http://schemas.openxmlformats.org/officeDocument/2006/relationships/customXml" Target="../ink/ink884.xml"/><Relationship Id="rId4" Type="http://schemas.openxmlformats.org/officeDocument/2006/relationships/image" Target="NULL"/><Relationship Id="rId9" Type="http://schemas.openxmlformats.org/officeDocument/2006/relationships/customXml" Target="../ink/ink879.xm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893.xml"/><Relationship Id="rId18" Type="http://schemas.openxmlformats.org/officeDocument/2006/relationships/image" Target="NULL"/><Relationship Id="rId3" Type="http://schemas.openxmlformats.org/officeDocument/2006/relationships/customXml" Target="../ink/ink888.xml"/><Relationship Id="rId7" Type="http://schemas.openxmlformats.org/officeDocument/2006/relationships/customXml" Target="../ink/ink890.xml"/><Relationship Id="rId12" Type="http://schemas.openxmlformats.org/officeDocument/2006/relationships/image" Target="NULL"/><Relationship Id="rId17" Type="http://schemas.openxmlformats.org/officeDocument/2006/relationships/customXml" Target="../ink/ink895.xml"/><Relationship Id="rId2" Type="http://schemas.openxmlformats.org/officeDocument/2006/relationships/image" Target="../media/image670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892.xml"/><Relationship Id="rId5" Type="http://schemas.openxmlformats.org/officeDocument/2006/relationships/customXml" Target="../ink/ink889.xml"/><Relationship Id="rId15" Type="http://schemas.openxmlformats.org/officeDocument/2006/relationships/customXml" Target="../ink/ink894.xml"/><Relationship Id="rId10" Type="http://schemas.openxmlformats.org/officeDocument/2006/relationships/image" Target="NULL"/><Relationship Id="rId19" Type="http://schemas.openxmlformats.org/officeDocument/2006/relationships/customXml" Target="../ink/ink896.xml"/><Relationship Id="rId4" Type="http://schemas.openxmlformats.org/officeDocument/2006/relationships/image" Target="NULL"/><Relationship Id="rId9" Type="http://schemas.openxmlformats.org/officeDocument/2006/relationships/customXml" Target="../ink/ink891.xml"/><Relationship Id="rId1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897.xml"/><Relationship Id="rId7" Type="http://schemas.openxmlformats.org/officeDocument/2006/relationships/customXml" Target="../ink/ink899.xml"/><Relationship Id="rId12" Type="http://schemas.openxmlformats.org/officeDocument/2006/relationships/image" Target="NULL"/><Relationship Id="rId2" Type="http://schemas.openxmlformats.org/officeDocument/2006/relationships/image" Target="../media/image672.png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901.xml"/><Relationship Id="rId5" Type="http://schemas.openxmlformats.org/officeDocument/2006/relationships/customXml" Target="../ink/ink898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900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NULL"/><Relationship Id="rId21" Type="http://schemas.openxmlformats.org/officeDocument/2006/relationships/customXml" Target="../ink/ink911.xml"/><Relationship Id="rId42" Type="http://schemas.openxmlformats.org/officeDocument/2006/relationships/image" Target="NULL"/><Relationship Id="rId47" Type="http://schemas.openxmlformats.org/officeDocument/2006/relationships/customXml" Target="../ink/ink924.xml"/><Relationship Id="rId63" Type="http://schemas.openxmlformats.org/officeDocument/2006/relationships/customXml" Target="../ink/ink932.xml"/><Relationship Id="rId68" Type="http://schemas.openxmlformats.org/officeDocument/2006/relationships/image" Target="NULL"/><Relationship Id="rId2" Type="http://schemas.openxmlformats.org/officeDocument/2006/relationships/image" Target="../media/image673.png"/><Relationship Id="rId16" Type="http://schemas.openxmlformats.org/officeDocument/2006/relationships/image" Target="NULL"/><Relationship Id="rId29" Type="http://schemas.openxmlformats.org/officeDocument/2006/relationships/customXml" Target="../ink/ink915.xml"/><Relationship Id="rId11" Type="http://schemas.openxmlformats.org/officeDocument/2006/relationships/customXml" Target="../ink/ink906.xml"/><Relationship Id="rId24" Type="http://schemas.openxmlformats.org/officeDocument/2006/relationships/image" Target="NULL"/><Relationship Id="rId32" Type="http://schemas.openxmlformats.org/officeDocument/2006/relationships/image" Target="NULL"/><Relationship Id="rId37" Type="http://schemas.openxmlformats.org/officeDocument/2006/relationships/customXml" Target="../ink/ink919.xml"/><Relationship Id="rId40" Type="http://schemas.openxmlformats.org/officeDocument/2006/relationships/image" Target="NULL"/><Relationship Id="rId45" Type="http://schemas.openxmlformats.org/officeDocument/2006/relationships/customXml" Target="../ink/ink923.xml"/><Relationship Id="rId53" Type="http://schemas.openxmlformats.org/officeDocument/2006/relationships/customXml" Target="../ink/ink927.xml"/><Relationship Id="rId58" Type="http://schemas.openxmlformats.org/officeDocument/2006/relationships/image" Target="NULL"/><Relationship Id="rId66" Type="http://schemas.openxmlformats.org/officeDocument/2006/relationships/image" Target="NULL"/><Relationship Id="rId74" Type="http://schemas.openxmlformats.org/officeDocument/2006/relationships/image" Target="NULL"/><Relationship Id="rId5" Type="http://schemas.openxmlformats.org/officeDocument/2006/relationships/customXml" Target="../ink/ink903.xml"/><Relationship Id="rId61" Type="http://schemas.openxmlformats.org/officeDocument/2006/relationships/customXml" Target="../ink/ink931.xml"/><Relationship Id="rId19" Type="http://schemas.openxmlformats.org/officeDocument/2006/relationships/customXml" Target="../ink/ink910.xm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customXml" Target="../ink/ink914.xml"/><Relationship Id="rId30" Type="http://schemas.openxmlformats.org/officeDocument/2006/relationships/image" Target="NULL"/><Relationship Id="rId35" Type="http://schemas.openxmlformats.org/officeDocument/2006/relationships/customXml" Target="../ink/ink918.xml"/><Relationship Id="rId43" Type="http://schemas.openxmlformats.org/officeDocument/2006/relationships/customXml" Target="../ink/ink922.xml"/><Relationship Id="rId48" Type="http://schemas.openxmlformats.org/officeDocument/2006/relationships/image" Target="NULL"/><Relationship Id="rId56" Type="http://schemas.openxmlformats.org/officeDocument/2006/relationships/image" Target="NULL"/><Relationship Id="rId64" Type="http://schemas.openxmlformats.org/officeDocument/2006/relationships/image" Target="NULL"/><Relationship Id="rId69" Type="http://schemas.openxmlformats.org/officeDocument/2006/relationships/customXml" Target="../ink/ink935.xml"/><Relationship Id="rId8" Type="http://schemas.openxmlformats.org/officeDocument/2006/relationships/image" Target="NULL"/><Relationship Id="rId51" Type="http://schemas.openxmlformats.org/officeDocument/2006/relationships/customXml" Target="../ink/ink926.xml"/><Relationship Id="rId72" Type="http://schemas.openxmlformats.org/officeDocument/2006/relationships/image" Target="NULL"/><Relationship Id="rId3" Type="http://schemas.openxmlformats.org/officeDocument/2006/relationships/customXml" Target="../ink/ink902.xml"/><Relationship Id="rId12" Type="http://schemas.openxmlformats.org/officeDocument/2006/relationships/image" Target="NULL"/><Relationship Id="rId17" Type="http://schemas.openxmlformats.org/officeDocument/2006/relationships/customXml" Target="../ink/ink909.xml"/><Relationship Id="rId25" Type="http://schemas.openxmlformats.org/officeDocument/2006/relationships/customXml" Target="../ink/ink913.xml"/><Relationship Id="rId33" Type="http://schemas.openxmlformats.org/officeDocument/2006/relationships/customXml" Target="../ink/ink917.xml"/><Relationship Id="rId38" Type="http://schemas.openxmlformats.org/officeDocument/2006/relationships/image" Target="NULL"/><Relationship Id="rId46" Type="http://schemas.openxmlformats.org/officeDocument/2006/relationships/image" Target="NULL"/><Relationship Id="rId59" Type="http://schemas.openxmlformats.org/officeDocument/2006/relationships/customXml" Target="../ink/ink930.xml"/><Relationship Id="rId67" Type="http://schemas.openxmlformats.org/officeDocument/2006/relationships/customXml" Target="../ink/ink934.xml"/><Relationship Id="rId20" Type="http://schemas.openxmlformats.org/officeDocument/2006/relationships/image" Target="NULL"/><Relationship Id="rId41" Type="http://schemas.openxmlformats.org/officeDocument/2006/relationships/customXml" Target="../ink/ink921.xml"/><Relationship Id="rId54" Type="http://schemas.openxmlformats.org/officeDocument/2006/relationships/image" Target="NULL"/><Relationship Id="rId62" Type="http://schemas.openxmlformats.org/officeDocument/2006/relationships/image" Target="NULL"/><Relationship Id="rId70" Type="http://schemas.openxmlformats.org/officeDocument/2006/relationships/image" Target="NULL"/><Relationship Id="rId75" Type="http://schemas.openxmlformats.org/officeDocument/2006/relationships/customXml" Target="../ink/ink938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5" Type="http://schemas.openxmlformats.org/officeDocument/2006/relationships/customXml" Target="../ink/ink908.xml"/><Relationship Id="rId23" Type="http://schemas.openxmlformats.org/officeDocument/2006/relationships/customXml" Target="../ink/ink912.xml"/><Relationship Id="rId28" Type="http://schemas.openxmlformats.org/officeDocument/2006/relationships/image" Target="NULL"/><Relationship Id="rId36" Type="http://schemas.openxmlformats.org/officeDocument/2006/relationships/image" Target="NULL"/><Relationship Id="rId49" Type="http://schemas.openxmlformats.org/officeDocument/2006/relationships/customXml" Target="../ink/ink925.xml"/><Relationship Id="rId57" Type="http://schemas.openxmlformats.org/officeDocument/2006/relationships/customXml" Target="../ink/ink929.xml"/><Relationship Id="rId10" Type="http://schemas.openxmlformats.org/officeDocument/2006/relationships/image" Target="NULL"/><Relationship Id="rId31" Type="http://schemas.openxmlformats.org/officeDocument/2006/relationships/customXml" Target="../ink/ink916.xml"/><Relationship Id="rId44" Type="http://schemas.openxmlformats.org/officeDocument/2006/relationships/image" Target="NULL"/><Relationship Id="rId52" Type="http://schemas.openxmlformats.org/officeDocument/2006/relationships/image" Target="NULL"/><Relationship Id="rId60" Type="http://schemas.openxmlformats.org/officeDocument/2006/relationships/image" Target="NULL"/><Relationship Id="rId65" Type="http://schemas.openxmlformats.org/officeDocument/2006/relationships/customXml" Target="../ink/ink933.xml"/><Relationship Id="rId73" Type="http://schemas.openxmlformats.org/officeDocument/2006/relationships/customXml" Target="../ink/ink937.xml"/><Relationship Id="rId4" Type="http://schemas.openxmlformats.org/officeDocument/2006/relationships/image" Target="NULL"/><Relationship Id="rId9" Type="http://schemas.openxmlformats.org/officeDocument/2006/relationships/customXml" Target="../ink/ink905.xml"/><Relationship Id="rId13" Type="http://schemas.openxmlformats.org/officeDocument/2006/relationships/customXml" Target="../ink/ink907.xml"/><Relationship Id="rId18" Type="http://schemas.openxmlformats.org/officeDocument/2006/relationships/image" Target="NULL"/><Relationship Id="rId39" Type="http://schemas.openxmlformats.org/officeDocument/2006/relationships/customXml" Target="../ink/ink920.xml"/><Relationship Id="rId34" Type="http://schemas.openxmlformats.org/officeDocument/2006/relationships/image" Target="NULL"/><Relationship Id="rId50" Type="http://schemas.openxmlformats.org/officeDocument/2006/relationships/image" Target="NULL"/><Relationship Id="rId55" Type="http://schemas.openxmlformats.org/officeDocument/2006/relationships/customXml" Target="../ink/ink928.xml"/><Relationship Id="rId76" Type="http://schemas.openxmlformats.org/officeDocument/2006/relationships/image" Target="NULL"/><Relationship Id="rId7" Type="http://schemas.openxmlformats.org/officeDocument/2006/relationships/customXml" Target="../ink/ink904.xml"/><Relationship Id="rId71" Type="http://schemas.openxmlformats.org/officeDocument/2006/relationships/customXml" Target="../ink/ink9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51.xml"/><Relationship Id="rId21" Type="http://schemas.openxmlformats.org/officeDocument/2006/relationships/image" Target="NULL"/><Relationship Id="rId42" Type="http://schemas.openxmlformats.org/officeDocument/2006/relationships/customXml" Target="../ink/ink959.xml"/><Relationship Id="rId47" Type="http://schemas.openxmlformats.org/officeDocument/2006/relationships/image" Target="NULL"/><Relationship Id="rId63" Type="http://schemas.openxmlformats.org/officeDocument/2006/relationships/image" Target="NULL"/><Relationship Id="rId68" Type="http://schemas.openxmlformats.org/officeDocument/2006/relationships/customXml" Target="../ink/ink972.xml"/><Relationship Id="rId84" Type="http://schemas.openxmlformats.org/officeDocument/2006/relationships/customXml" Target="../ink/ink980.xml"/><Relationship Id="rId16" Type="http://schemas.openxmlformats.org/officeDocument/2006/relationships/customXml" Target="../ink/ink946.xml"/><Relationship Id="rId11" Type="http://schemas.openxmlformats.org/officeDocument/2006/relationships/image" Target="NULL"/><Relationship Id="rId32" Type="http://schemas.openxmlformats.org/officeDocument/2006/relationships/customXml" Target="../ink/ink954.xml"/><Relationship Id="rId37" Type="http://schemas.openxmlformats.org/officeDocument/2006/relationships/image" Target="NULL"/><Relationship Id="rId53" Type="http://schemas.openxmlformats.org/officeDocument/2006/relationships/image" Target="NULL"/><Relationship Id="rId58" Type="http://schemas.openxmlformats.org/officeDocument/2006/relationships/customXml" Target="../ink/ink967.xml"/><Relationship Id="rId74" Type="http://schemas.openxmlformats.org/officeDocument/2006/relationships/customXml" Target="../ink/ink975.xml"/><Relationship Id="rId79" Type="http://schemas.openxmlformats.org/officeDocument/2006/relationships/image" Target="NULL"/><Relationship Id="rId5" Type="http://schemas.openxmlformats.org/officeDocument/2006/relationships/image" Target="NULL"/><Relationship Id="rId19" Type="http://schemas.openxmlformats.org/officeDocument/2006/relationships/image" Target="NULL"/><Relationship Id="rId14" Type="http://schemas.openxmlformats.org/officeDocument/2006/relationships/customXml" Target="../ink/ink945.xml"/><Relationship Id="rId22" Type="http://schemas.openxmlformats.org/officeDocument/2006/relationships/customXml" Target="../ink/ink949.xml"/><Relationship Id="rId27" Type="http://schemas.openxmlformats.org/officeDocument/2006/relationships/image" Target="NULL"/><Relationship Id="rId30" Type="http://schemas.openxmlformats.org/officeDocument/2006/relationships/customXml" Target="../ink/ink953.xml"/><Relationship Id="rId35" Type="http://schemas.openxmlformats.org/officeDocument/2006/relationships/image" Target="NULL"/><Relationship Id="rId43" Type="http://schemas.openxmlformats.org/officeDocument/2006/relationships/image" Target="NULL"/><Relationship Id="rId48" Type="http://schemas.openxmlformats.org/officeDocument/2006/relationships/customXml" Target="../ink/ink962.xml"/><Relationship Id="rId56" Type="http://schemas.openxmlformats.org/officeDocument/2006/relationships/customXml" Target="../ink/ink966.xml"/><Relationship Id="rId64" Type="http://schemas.openxmlformats.org/officeDocument/2006/relationships/customXml" Target="../ink/ink970.xml"/><Relationship Id="rId69" Type="http://schemas.openxmlformats.org/officeDocument/2006/relationships/image" Target="NULL"/><Relationship Id="rId77" Type="http://schemas.openxmlformats.org/officeDocument/2006/relationships/image" Target="NULL"/><Relationship Id="rId8" Type="http://schemas.openxmlformats.org/officeDocument/2006/relationships/customXml" Target="../ink/ink942.xml"/><Relationship Id="rId51" Type="http://schemas.openxmlformats.org/officeDocument/2006/relationships/image" Target="NULL"/><Relationship Id="rId72" Type="http://schemas.openxmlformats.org/officeDocument/2006/relationships/customXml" Target="../ink/ink974.xml"/><Relationship Id="rId80" Type="http://schemas.openxmlformats.org/officeDocument/2006/relationships/customXml" Target="../ink/ink978.xml"/><Relationship Id="rId85" Type="http://schemas.openxmlformats.org/officeDocument/2006/relationships/image" Target="NULL"/><Relationship Id="rId3" Type="http://schemas.openxmlformats.org/officeDocument/2006/relationships/image" Target="NULL"/><Relationship Id="rId12" Type="http://schemas.openxmlformats.org/officeDocument/2006/relationships/customXml" Target="../ink/ink944.xm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38" Type="http://schemas.openxmlformats.org/officeDocument/2006/relationships/customXml" Target="../ink/ink957.xml"/><Relationship Id="rId46" Type="http://schemas.openxmlformats.org/officeDocument/2006/relationships/customXml" Target="../ink/ink961.xml"/><Relationship Id="rId59" Type="http://schemas.openxmlformats.org/officeDocument/2006/relationships/image" Target="NULL"/><Relationship Id="rId67" Type="http://schemas.openxmlformats.org/officeDocument/2006/relationships/image" Target="NULL"/><Relationship Id="rId20" Type="http://schemas.openxmlformats.org/officeDocument/2006/relationships/customXml" Target="../ink/ink948.xml"/><Relationship Id="rId41" Type="http://schemas.openxmlformats.org/officeDocument/2006/relationships/image" Target="NULL"/><Relationship Id="rId54" Type="http://schemas.openxmlformats.org/officeDocument/2006/relationships/customXml" Target="../ink/ink965.xml"/><Relationship Id="rId62" Type="http://schemas.openxmlformats.org/officeDocument/2006/relationships/customXml" Target="../ink/ink969.xml"/><Relationship Id="rId70" Type="http://schemas.openxmlformats.org/officeDocument/2006/relationships/customXml" Target="../ink/ink973.xml"/><Relationship Id="rId75" Type="http://schemas.openxmlformats.org/officeDocument/2006/relationships/image" Target="NULL"/><Relationship Id="rId83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41.xm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952.xml"/><Relationship Id="rId36" Type="http://schemas.openxmlformats.org/officeDocument/2006/relationships/customXml" Target="../ink/ink956.xml"/><Relationship Id="rId49" Type="http://schemas.openxmlformats.org/officeDocument/2006/relationships/image" Target="NULL"/><Relationship Id="rId57" Type="http://schemas.openxmlformats.org/officeDocument/2006/relationships/image" Target="NULL"/><Relationship Id="rId10" Type="http://schemas.openxmlformats.org/officeDocument/2006/relationships/customXml" Target="../ink/ink943.xml"/><Relationship Id="rId31" Type="http://schemas.openxmlformats.org/officeDocument/2006/relationships/image" Target="NULL"/><Relationship Id="rId44" Type="http://schemas.openxmlformats.org/officeDocument/2006/relationships/customXml" Target="../ink/ink960.xml"/><Relationship Id="rId52" Type="http://schemas.openxmlformats.org/officeDocument/2006/relationships/customXml" Target="../ink/ink964.xml"/><Relationship Id="rId60" Type="http://schemas.openxmlformats.org/officeDocument/2006/relationships/customXml" Target="../ink/ink968.xml"/><Relationship Id="rId65" Type="http://schemas.openxmlformats.org/officeDocument/2006/relationships/image" Target="NULL"/><Relationship Id="rId73" Type="http://schemas.openxmlformats.org/officeDocument/2006/relationships/image" Target="NULL"/><Relationship Id="rId78" Type="http://schemas.openxmlformats.org/officeDocument/2006/relationships/customXml" Target="../ink/ink977.xml"/><Relationship Id="rId81" Type="http://schemas.openxmlformats.org/officeDocument/2006/relationships/image" Target="NULL"/><Relationship Id="rId86" Type="http://schemas.openxmlformats.org/officeDocument/2006/relationships/customXml" Target="../ink/ink981.xml"/><Relationship Id="rId4" Type="http://schemas.openxmlformats.org/officeDocument/2006/relationships/customXml" Target="../ink/ink940.xml"/><Relationship Id="rId9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customXml" Target="../ink/ink947.xml"/><Relationship Id="rId39" Type="http://schemas.openxmlformats.org/officeDocument/2006/relationships/image" Target="NULL"/><Relationship Id="rId34" Type="http://schemas.openxmlformats.org/officeDocument/2006/relationships/customXml" Target="../ink/ink955.xml"/><Relationship Id="rId50" Type="http://schemas.openxmlformats.org/officeDocument/2006/relationships/customXml" Target="../ink/ink963.xml"/><Relationship Id="rId55" Type="http://schemas.openxmlformats.org/officeDocument/2006/relationships/image" Target="NULL"/><Relationship Id="rId76" Type="http://schemas.openxmlformats.org/officeDocument/2006/relationships/customXml" Target="../ink/ink976.xml"/><Relationship Id="rId7" Type="http://schemas.openxmlformats.org/officeDocument/2006/relationships/image" Target="NULL"/><Relationship Id="rId71" Type="http://schemas.openxmlformats.org/officeDocument/2006/relationships/image" Target="NULL"/><Relationship Id="rId2" Type="http://schemas.openxmlformats.org/officeDocument/2006/relationships/customXml" Target="../ink/ink939.xml"/><Relationship Id="rId29" Type="http://schemas.openxmlformats.org/officeDocument/2006/relationships/image" Target="NULL"/><Relationship Id="rId24" Type="http://schemas.openxmlformats.org/officeDocument/2006/relationships/customXml" Target="../ink/ink950.xml"/><Relationship Id="rId40" Type="http://schemas.openxmlformats.org/officeDocument/2006/relationships/customXml" Target="../ink/ink958.xml"/><Relationship Id="rId45" Type="http://schemas.openxmlformats.org/officeDocument/2006/relationships/image" Target="NULL"/><Relationship Id="rId66" Type="http://schemas.openxmlformats.org/officeDocument/2006/relationships/customXml" Target="../ink/ink971.xml"/><Relationship Id="rId87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97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85.xml"/><Relationship Id="rId13" Type="http://schemas.openxmlformats.org/officeDocument/2006/relationships/image" Target="../media/image718.png"/><Relationship Id="rId3" Type="http://schemas.openxmlformats.org/officeDocument/2006/relationships/image" Target="../media/image713.png"/><Relationship Id="rId7" Type="http://schemas.openxmlformats.org/officeDocument/2006/relationships/image" Target="../media/image715.png"/><Relationship Id="rId12" Type="http://schemas.openxmlformats.org/officeDocument/2006/relationships/customXml" Target="../ink/ink987.xml"/><Relationship Id="rId2" Type="http://schemas.openxmlformats.org/officeDocument/2006/relationships/customXml" Target="../ink/ink9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4.xml"/><Relationship Id="rId11" Type="http://schemas.openxmlformats.org/officeDocument/2006/relationships/image" Target="../media/image717.png"/><Relationship Id="rId5" Type="http://schemas.openxmlformats.org/officeDocument/2006/relationships/image" Target="../media/image714.png"/><Relationship Id="rId10" Type="http://schemas.openxmlformats.org/officeDocument/2006/relationships/customXml" Target="../ink/ink986.xml"/><Relationship Id="rId4" Type="http://schemas.openxmlformats.org/officeDocument/2006/relationships/customXml" Target="../ink/ink983.xml"/><Relationship Id="rId9" Type="http://schemas.openxmlformats.org/officeDocument/2006/relationships/image" Target="../media/image716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93.xm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customXml" Target="../ink/ink988.xml"/><Relationship Id="rId21" Type="http://schemas.openxmlformats.org/officeDocument/2006/relationships/customXml" Target="../ink/ink997.xml"/><Relationship Id="rId34" Type="http://schemas.openxmlformats.org/officeDocument/2006/relationships/image" Target="NULL"/><Relationship Id="rId7" Type="http://schemas.openxmlformats.org/officeDocument/2006/relationships/customXml" Target="../ink/ink990.xml"/><Relationship Id="rId12" Type="http://schemas.openxmlformats.org/officeDocument/2006/relationships/image" Target="NULL"/><Relationship Id="rId17" Type="http://schemas.openxmlformats.org/officeDocument/2006/relationships/customXml" Target="../ink/ink995.xml"/><Relationship Id="rId25" Type="http://schemas.openxmlformats.org/officeDocument/2006/relationships/customXml" Target="../ink/ink999.xml"/><Relationship Id="rId33" Type="http://schemas.openxmlformats.org/officeDocument/2006/relationships/customXml" Target="../ink/ink1003.xml"/><Relationship Id="rId2" Type="http://schemas.openxmlformats.org/officeDocument/2006/relationships/image" Target="../media/image675.png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customXml" Target="../ink/ink1001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11" Type="http://schemas.openxmlformats.org/officeDocument/2006/relationships/customXml" Target="../ink/ink992.xm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customXml" Target="../ink/ink989.xml"/><Relationship Id="rId15" Type="http://schemas.openxmlformats.org/officeDocument/2006/relationships/customXml" Target="../ink/ink994.xml"/><Relationship Id="rId23" Type="http://schemas.openxmlformats.org/officeDocument/2006/relationships/customXml" Target="../ink/ink998.xml"/><Relationship Id="rId28" Type="http://schemas.openxmlformats.org/officeDocument/2006/relationships/image" Target="NULL"/><Relationship Id="rId36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customXml" Target="../ink/ink996.xml"/><Relationship Id="rId31" Type="http://schemas.openxmlformats.org/officeDocument/2006/relationships/customXml" Target="../ink/ink1002.xml"/><Relationship Id="rId4" Type="http://schemas.openxmlformats.org/officeDocument/2006/relationships/image" Target="NULL"/><Relationship Id="rId9" Type="http://schemas.openxmlformats.org/officeDocument/2006/relationships/customXml" Target="../ink/ink991.xm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customXml" Target="../ink/ink1000.xml"/><Relationship Id="rId30" Type="http://schemas.openxmlformats.org/officeDocument/2006/relationships/image" Target="NULL"/><Relationship Id="rId35" Type="http://schemas.openxmlformats.org/officeDocument/2006/relationships/customXml" Target="../ink/ink1004.xml"/><Relationship Id="rId8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</a:t>
            </a:r>
            <a:r>
              <a:rPr lang="en-US" sz="3600" b="1" dirty="0">
                <a:solidFill>
                  <a:srgbClr val="FF0000"/>
                </a:solidFill>
              </a:rPr>
              <a:t>Seminar </a:t>
            </a:r>
            <a:r>
              <a:rPr lang="ro-RO" sz="3600" b="1" dirty="0">
                <a:solidFill>
                  <a:srgbClr val="FF0000"/>
                </a:solidFill>
              </a:rPr>
              <a:t>5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C1</a:t>
            </a:r>
            <a:r>
              <a:rPr lang="en-US" sz="3600" b="1" dirty="0">
                <a:solidFill>
                  <a:srgbClr val="FF0000"/>
                </a:solidFill>
              </a:rPr>
              <a:t> – </a:t>
            </a:r>
            <a:r>
              <a:rPr lang="en-US" sz="3600" b="1" dirty="0" err="1">
                <a:solidFill>
                  <a:srgbClr val="FF0000"/>
                </a:solidFill>
              </a:rPr>
              <a:t>grupa</a:t>
            </a:r>
            <a:r>
              <a:rPr lang="en-US" sz="3600" b="1" dirty="0">
                <a:solidFill>
                  <a:srgbClr val="FF0000"/>
                </a:solidFill>
              </a:rPr>
              <a:t> 1</a:t>
            </a:r>
            <a:endParaRPr lang="ro-RO" sz="3600" b="1" dirty="0">
              <a:solidFill>
                <a:srgbClr val="FF0000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9         26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2025             08:00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0:00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9440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>
                <a:solidFill>
                  <a:srgbClr val="0000FF"/>
                </a:solidFill>
              </a:rPr>
              <a:t>Aplicații cu </a:t>
            </a:r>
            <a:r>
              <a:rPr lang="ro-RO" sz="3600" b="1" dirty="0" err="1">
                <a:solidFill>
                  <a:srgbClr val="0000FF"/>
                </a:solidFill>
              </a:rPr>
              <a:t>numarătoare</a:t>
            </a:r>
            <a:r>
              <a:rPr lang="ro-RO" sz="3600" b="1" dirty="0">
                <a:solidFill>
                  <a:srgbClr val="0000FF"/>
                </a:solidFill>
              </a:rPr>
              <a:t> 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 binare asincrone (recapitulare) </a:t>
            </a:r>
          </a:p>
          <a:p>
            <a:pPr marL="571500" indent="-5715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Realizarea divizoarelor de frecvență cu factor fix </a:t>
            </a:r>
          </a:p>
          <a:p>
            <a:pPr marL="571500" indent="-5715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Proiectarea unui ceas electronic</a:t>
            </a:r>
          </a:p>
          <a:p>
            <a:pPr marL="571500" indent="-571500">
              <a:buFontTx/>
              <a:buChar char="-"/>
            </a:pPr>
            <a:endParaRPr lang="ro-RO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12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0C56551D-3DAC-4099-A4BE-7F65E318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9014471" cy="249354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B47F436A-2418-433A-A16F-C2EC21118B6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927" y="2971805"/>
            <a:ext cx="6309291" cy="37489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D516841-5D6D-4E04-B6E7-2D96CB77B656}"/>
                  </a:ext>
                </a:extLst>
              </p14:cNvPr>
              <p14:cNvContentPartPr/>
              <p14:nvPr/>
            </p14:nvContentPartPr>
            <p14:xfrm>
              <a:off x="2485989" y="3414865"/>
              <a:ext cx="408960" cy="468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D516841-5D6D-4E04-B6E7-2D96CB77B6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8349" y="3397211"/>
                <a:ext cx="444600" cy="504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7D44E21-FEF2-4BE2-9E46-A54E14DAA924}"/>
                  </a:ext>
                </a:extLst>
              </p14:cNvPr>
              <p14:cNvContentPartPr/>
              <p14:nvPr/>
            </p14:nvContentPartPr>
            <p14:xfrm>
              <a:off x="1938429" y="3365185"/>
              <a:ext cx="361800" cy="552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7D44E21-FEF2-4BE2-9E46-A54E14DAA9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0789" y="3347185"/>
                <a:ext cx="397440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4697641-7F48-4B47-820F-1D6D4EF41A26}"/>
                  </a:ext>
                </a:extLst>
              </p14:cNvPr>
              <p14:cNvContentPartPr/>
              <p14:nvPr/>
            </p14:nvContentPartPr>
            <p14:xfrm>
              <a:off x="1195029" y="3431065"/>
              <a:ext cx="524160" cy="4107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4697641-7F48-4B47-820F-1D6D4EF41A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7029" y="3413081"/>
                <a:ext cx="559800" cy="446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204844DE-B36C-4FE5-AF6D-33EC6053F2EA}"/>
                  </a:ext>
                </a:extLst>
              </p14:cNvPr>
              <p14:cNvContentPartPr/>
              <p14:nvPr/>
            </p14:nvContentPartPr>
            <p14:xfrm>
              <a:off x="673749" y="3372385"/>
              <a:ext cx="403200" cy="505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204844DE-B36C-4FE5-AF6D-33EC6053F2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6125" y="3354745"/>
                <a:ext cx="438808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916C7A9C-9D9B-42C8-8E89-F2EF974A022B}"/>
                  </a:ext>
                </a:extLst>
              </p14:cNvPr>
              <p14:cNvContentPartPr/>
              <p14:nvPr/>
            </p14:nvContentPartPr>
            <p14:xfrm>
              <a:off x="2079909" y="4261225"/>
              <a:ext cx="842760" cy="556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916C7A9C-9D9B-42C8-8E89-F2EF974A02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62269" y="4243225"/>
                <a:ext cx="87840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4631056-AC2A-45D0-9017-2EAB2DFE2B5D}"/>
                  </a:ext>
                </a:extLst>
              </p14:cNvPr>
              <p14:cNvContentPartPr/>
              <p14:nvPr/>
            </p14:nvContentPartPr>
            <p14:xfrm>
              <a:off x="641349" y="4205785"/>
              <a:ext cx="436320" cy="5288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4631056-AC2A-45D0-9017-2EAB2DFE2B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3349" y="4187785"/>
                <a:ext cx="471960" cy="5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502B3FE-00E0-494E-B16B-58894CA387A0}"/>
                  </a:ext>
                </a:extLst>
              </p14:cNvPr>
              <p14:cNvContentPartPr/>
              <p14:nvPr/>
            </p14:nvContentPartPr>
            <p14:xfrm>
              <a:off x="1274229" y="4149265"/>
              <a:ext cx="488880" cy="532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502B3FE-00E0-494E-B16B-58894CA387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56589" y="4131253"/>
                <a:ext cx="524520" cy="567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35B236B-5C41-41F8-A7F2-E4AE4FB5FBCB}"/>
                  </a:ext>
                </a:extLst>
              </p14:cNvPr>
              <p14:cNvContentPartPr/>
              <p14:nvPr/>
            </p14:nvContentPartPr>
            <p14:xfrm>
              <a:off x="637029" y="5286865"/>
              <a:ext cx="252360" cy="4327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35B236B-5C41-41F8-A7F2-E4AE4FB5FB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9029" y="5268865"/>
                <a:ext cx="2880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9BF6776-4B3F-4B59-AE74-EC037710B4F2}"/>
                  </a:ext>
                </a:extLst>
              </p14:cNvPr>
              <p14:cNvContentPartPr/>
              <p14:nvPr/>
            </p14:nvContentPartPr>
            <p14:xfrm>
              <a:off x="1101789" y="5490985"/>
              <a:ext cx="203040" cy="190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9BF6776-4B3F-4B59-AE74-EC037710B4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3789" y="5473345"/>
                <a:ext cx="2386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126185E6-3D49-476A-83DF-68B022114F9A}"/>
                  </a:ext>
                </a:extLst>
              </p14:cNvPr>
              <p14:cNvContentPartPr/>
              <p14:nvPr/>
            </p14:nvContentPartPr>
            <p14:xfrm>
              <a:off x="1135269" y="5596825"/>
              <a:ext cx="147600" cy="147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126185E6-3D49-476A-83DF-68B022114F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17629" y="5578825"/>
                <a:ext cx="183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5F308A27-D7B5-45D1-9A95-D3E8D83E950F}"/>
                  </a:ext>
                </a:extLst>
              </p14:cNvPr>
              <p14:cNvContentPartPr/>
              <p14:nvPr/>
            </p14:nvContentPartPr>
            <p14:xfrm>
              <a:off x="1459629" y="5044585"/>
              <a:ext cx="1321920" cy="6768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5F308A27-D7B5-45D1-9A95-D3E8D83E95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41634" y="5026945"/>
                <a:ext cx="1357550" cy="7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C398396-43D5-403A-9B24-FF563799BD0A}"/>
                  </a:ext>
                </a:extLst>
              </p14:cNvPr>
              <p14:cNvContentPartPr/>
              <p14:nvPr/>
            </p14:nvContentPartPr>
            <p14:xfrm>
              <a:off x="3084669" y="5322865"/>
              <a:ext cx="1711440" cy="889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C398396-43D5-403A-9B24-FF563799BD0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66669" y="5304865"/>
                <a:ext cx="1747080" cy="9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F4B8FEF-757C-46D0-BEC5-4FAB4CA48DEF}"/>
                  </a:ext>
                </a:extLst>
              </p14:cNvPr>
              <p14:cNvContentPartPr/>
              <p14:nvPr/>
            </p14:nvContentPartPr>
            <p14:xfrm>
              <a:off x="5083749" y="851305"/>
              <a:ext cx="628920" cy="612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F4B8FEF-757C-46D0-BEC5-4FAB4CA48DE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66109" y="833665"/>
                <a:ext cx="66456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254BDB0-A618-4BDE-8AFB-A8E3488A15DD}"/>
                  </a:ext>
                </a:extLst>
              </p14:cNvPr>
              <p14:cNvContentPartPr/>
              <p14:nvPr/>
            </p14:nvContentPartPr>
            <p14:xfrm>
              <a:off x="10387989" y="4270945"/>
              <a:ext cx="182880" cy="2606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254BDB0-A618-4BDE-8AFB-A8E3488A15D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69989" y="4253305"/>
                <a:ext cx="218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322D5928-69AE-48D3-849A-52D6025A5C24}"/>
                  </a:ext>
                </a:extLst>
              </p14:cNvPr>
              <p14:cNvContentPartPr/>
              <p14:nvPr/>
            </p14:nvContentPartPr>
            <p14:xfrm>
              <a:off x="7654869" y="6266785"/>
              <a:ext cx="478080" cy="2944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322D5928-69AE-48D3-849A-52D6025A5C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36869" y="6248785"/>
                <a:ext cx="5137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F6D3C04-F251-4547-8A1C-B42104F8D3E5}"/>
                  </a:ext>
                </a:extLst>
              </p14:cNvPr>
              <p14:cNvContentPartPr/>
              <p14:nvPr/>
            </p14:nvContentPartPr>
            <p14:xfrm>
              <a:off x="10582749" y="6227185"/>
              <a:ext cx="213840" cy="1695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F6D3C04-F251-4547-8A1C-B42104F8D3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65109" y="6209185"/>
                <a:ext cx="249480" cy="2052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Dreptunghi 22">
            <a:extLst>
              <a:ext uri="{FF2B5EF4-FFF2-40B4-BE49-F238E27FC236}">
                <a16:creationId xmlns:a16="http://schemas.microsoft.com/office/drawing/2014/main" id="{298BD506-785D-413A-B4D1-DF335AE57662}"/>
              </a:ext>
            </a:extLst>
          </p:cNvPr>
          <p:cNvSpPr/>
          <p:nvPr/>
        </p:nvSpPr>
        <p:spPr>
          <a:xfrm>
            <a:off x="243904" y="45757"/>
            <a:ext cx="5231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Numărătoare binare asincrone – structură internă  </a:t>
            </a:r>
          </a:p>
        </p:txBody>
      </p:sp>
    </p:spTree>
    <p:extLst>
      <p:ext uri="{BB962C8B-B14F-4D97-AF65-F5344CB8AC3E}">
        <p14:creationId xmlns:p14="http://schemas.microsoft.com/office/powerpoint/2010/main" val="120772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Exemplu de numărător binare asincron pe 4 biți, realizat cu bistabili JK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476C2273-8238-4D31-B11C-72B8EA24870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868708"/>
            <a:ext cx="11155558" cy="53034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FD727B83-376C-48DE-A27C-1A104B4A8415}"/>
                  </a:ext>
                </a:extLst>
              </p14:cNvPr>
              <p14:cNvContentPartPr/>
              <p14:nvPr/>
            </p14:nvContentPartPr>
            <p14:xfrm>
              <a:off x="4310109" y="3081865"/>
              <a:ext cx="367560" cy="7092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FD727B83-376C-48DE-A27C-1A104B4A8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2469" y="3063865"/>
                <a:ext cx="40320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E2561115-B7DB-47B2-B149-2E59660B8CD6}"/>
                  </a:ext>
                </a:extLst>
              </p14:cNvPr>
              <p14:cNvContentPartPr/>
              <p14:nvPr/>
            </p14:nvContentPartPr>
            <p14:xfrm>
              <a:off x="6270669" y="3188065"/>
              <a:ext cx="363600" cy="654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E2561115-B7DB-47B2-B149-2E59660B8C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2669" y="3170425"/>
                <a:ext cx="399240" cy="69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1AEEDBF-A0EB-443E-81F6-94EE1661643B}"/>
                  </a:ext>
                </a:extLst>
              </p14:cNvPr>
              <p14:cNvContentPartPr/>
              <p14:nvPr/>
            </p14:nvContentPartPr>
            <p14:xfrm>
              <a:off x="8174349" y="3149185"/>
              <a:ext cx="374040" cy="6796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1AEEDBF-A0EB-443E-81F6-94EE166164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56709" y="3131185"/>
                <a:ext cx="40968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9661F7E-845F-409B-A787-5DA0E3F21D0A}"/>
                  </a:ext>
                </a:extLst>
              </p14:cNvPr>
              <p14:cNvContentPartPr/>
              <p14:nvPr/>
            </p14:nvContentPartPr>
            <p14:xfrm>
              <a:off x="9971469" y="3223705"/>
              <a:ext cx="338760" cy="652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9661F7E-845F-409B-A787-5DA0E3F21D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53469" y="3205705"/>
                <a:ext cx="37440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8AC8060-C411-4586-A897-3E47D894091F}"/>
                  </a:ext>
                </a:extLst>
              </p14:cNvPr>
              <p14:cNvContentPartPr/>
              <p14:nvPr/>
            </p14:nvContentPartPr>
            <p14:xfrm>
              <a:off x="4764429" y="827545"/>
              <a:ext cx="3240" cy="97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8AC8060-C411-4586-A897-3E47D89409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46429" y="809545"/>
                <a:ext cx="3888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97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C44AF8CB-9902-4EB4-8910-6C337E3B8F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2880366"/>
            <a:ext cx="8320949" cy="3840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D0FAA981-7BC0-4BBE-93A5-0E657B8E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594391"/>
            <a:ext cx="7917203" cy="2190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582362E-2C07-4BBA-A88B-C2F541F7819A}"/>
                  </a:ext>
                </a:extLst>
              </p14:cNvPr>
              <p14:cNvContentPartPr/>
              <p14:nvPr/>
            </p14:nvContentPartPr>
            <p14:xfrm>
              <a:off x="8807589" y="5772505"/>
              <a:ext cx="359280" cy="3888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582362E-2C07-4BBA-A88B-C2F541F781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89607" y="5754488"/>
                <a:ext cx="394884" cy="424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5DA7418-3618-4B3A-ABE1-969A3DE507AF}"/>
                  </a:ext>
                </a:extLst>
              </p14:cNvPr>
              <p14:cNvContentPartPr/>
              <p14:nvPr/>
            </p14:nvContentPartPr>
            <p14:xfrm>
              <a:off x="8009829" y="5811745"/>
              <a:ext cx="571320" cy="1713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5DA7418-3618-4B3A-ABE1-969A3DE507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91840" y="5794105"/>
                <a:ext cx="606938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7526BB8-5D50-488C-B4B0-6EB7E349D28F}"/>
                  </a:ext>
                </a:extLst>
              </p14:cNvPr>
              <p14:cNvContentPartPr/>
              <p14:nvPr/>
            </p14:nvContentPartPr>
            <p14:xfrm>
              <a:off x="8142669" y="5113705"/>
              <a:ext cx="973080" cy="3715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7526BB8-5D50-488C-B4B0-6EB7E349D2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24669" y="5095705"/>
                <a:ext cx="10087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39E15B2-FC8F-4015-9EF5-1D0C2063FBC8}"/>
                  </a:ext>
                </a:extLst>
              </p14:cNvPr>
              <p14:cNvContentPartPr/>
              <p14:nvPr/>
            </p14:nvContentPartPr>
            <p14:xfrm>
              <a:off x="8662869" y="4456345"/>
              <a:ext cx="327960" cy="3225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39E15B2-FC8F-4015-9EF5-1D0C2063FB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5210" y="4438345"/>
                <a:ext cx="363639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AE3003B-950E-4B47-B4CD-083439006B93}"/>
                  </a:ext>
                </a:extLst>
              </p14:cNvPr>
              <p14:cNvContentPartPr/>
              <p14:nvPr/>
            </p14:nvContentPartPr>
            <p14:xfrm>
              <a:off x="8066709" y="4538425"/>
              <a:ext cx="439200" cy="165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AE3003B-950E-4B47-B4CD-083439006B9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49069" y="4520425"/>
                <a:ext cx="4748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FA07A95-C05C-4E79-96DB-69C3DBF109A1}"/>
                  </a:ext>
                </a:extLst>
              </p14:cNvPr>
              <p14:cNvContentPartPr/>
              <p14:nvPr/>
            </p14:nvContentPartPr>
            <p14:xfrm>
              <a:off x="4048749" y="6642625"/>
              <a:ext cx="308520" cy="21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FA07A95-C05C-4E79-96DB-69C3DBF109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1109" y="6624625"/>
                <a:ext cx="3441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FC16786-E28E-4991-80E9-E97EC85A038B}"/>
                  </a:ext>
                </a:extLst>
              </p14:cNvPr>
              <p14:cNvContentPartPr/>
              <p14:nvPr/>
            </p14:nvContentPartPr>
            <p14:xfrm>
              <a:off x="5226309" y="6568825"/>
              <a:ext cx="377280" cy="145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FC16786-E28E-4991-80E9-E97EC85A038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08309" y="6551185"/>
                <a:ext cx="4129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43F81E13-EBFC-44BE-8845-458A20997A5E}"/>
                  </a:ext>
                </a:extLst>
              </p14:cNvPr>
              <p14:cNvContentPartPr/>
              <p14:nvPr/>
            </p14:nvContentPartPr>
            <p14:xfrm>
              <a:off x="8182629" y="806305"/>
              <a:ext cx="3930840" cy="35820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43F81E13-EBFC-44BE-8845-458A20997A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64629" y="788665"/>
                <a:ext cx="3966480" cy="36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E4A2D9A3-B4D3-44BB-B861-8EE22DFC8DF9}"/>
                  </a:ext>
                </a:extLst>
              </p14:cNvPr>
              <p14:cNvContentPartPr/>
              <p14:nvPr/>
            </p14:nvContentPartPr>
            <p14:xfrm>
              <a:off x="10153989" y="5115505"/>
              <a:ext cx="178920" cy="2080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E4A2D9A3-B4D3-44BB-B861-8EE22DFC8D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36313" y="5097865"/>
                <a:ext cx="214632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B13A425B-7090-4031-8665-A1E7BA26DCFD}"/>
                  </a:ext>
                </a:extLst>
              </p14:cNvPr>
              <p14:cNvContentPartPr/>
              <p14:nvPr/>
            </p14:nvContentPartPr>
            <p14:xfrm>
              <a:off x="10452789" y="5192545"/>
              <a:ext cx="102960" cy="118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B13A425B-7090-4031-8665-A1E7BA26DC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35149" y="5174905"/>
                <a:ext cx="138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A1E616EA-05FF-4157-B806-9F5DD19D42A0}"/>
                  </a:ext>
                </a:extLst>
              </p14:cNvPr>
              <p14:cNvContentPartPr/>
              <p14:nvPr/>
            </p14:nvContentPartPr>
            <p14:xfrm>
              <a:off x="10457469" y="5274625"/>
              <a:ext cx="114840" cy="50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A1E616EA-05FF-4157-B806-9F5DD19D42A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39829" y="5256625"/>
                <a:ext cx="1504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998F337C-9E15-4C3A-BF77-97DD0CD0B1B9}"/>
                  </a:ext>
                </a:extLst>
              </p14:cNvPr>
              <p14:cNvContentPartPr/>
              <p14:nvPr/>
            </p14:nvContentPartPr>
            <p14:xfrm>
              <a:off x="10714869" y="5159425"/>
              <a:ext cx="165960" cy="1324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998F337C-9E15-4C3A-BF77-97DD0CD0B1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697229" y="5141425"/>
                <a:ext cx="2016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2BC07C4B-2246-431C-922B-8EB06EE80C39}"/>
                  </a:ext>
                </a:extLst>
              </p14:cNvPr>
              <p14:cNvContentPartPr/>
              <p14:nvPr/>
            </p14:nvContentPartPr>
            <p14:xfrm>
              <a:off x="10429029" y="5578465"/>
              <a:ext cx="96480" cy="39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2BC07C4B-2246-431C-922B-8EB06EE80C3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11029" y="5560825"/>
                <a:ext cx="13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438913E-BB5A-48F0-AAD4-BD3049D62283}"/>
                  </a:ext>
                </a:extLst>
              </p14:cNvPr>
              <p14:cNvContentPartPr/>
              <p14:nvPr/>
            </p14:nvContentPartPr>
            <p14:xfrm>
              <a:off x="10443069" y="5659465"/>
              <a:ext cx="96840" cy="39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438913E-BB5A-48F0-AAD4-BD3049D6228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425429" y="5641825"/>
                <a:ext cx="1324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CC862033-D57F-4DE3-806A-9203D0851D4C}"/>
                  </a:ext>
                </a:extLst>
              </p14:cNvPr>
              <p14:cNvContentPartPr/>
              <p14:nvPr/>
            </p14:nvContentPartPr>
            <p14:xfrm>
              <a:off x="10505709" y="6347785"/>
              <a:ext cx="99360" cy="104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CC862033-D57F-4DE3-806A-9203D0851D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487709" y="6329785"/>
                <a:ext cx="135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55E0A9E5-D0DB-4FE6-B973-43D21FE1CE78}"/>
                  </a:ext>
                </a:extLst>
              </p14:cNvPr>
              <p14:cNvContentPartPr/>
              <p14:nvPr/>
            </p14:nvContentPartPr>
            <p14:xfrm>
              <a:off x="10524789" y="6429505"/>
              <a:ext cx="86760" cy="190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55E0A9E5-D0DB-4FE6-B973-43D21FE1CE7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07149" y="6411865"/>
                <a:ext cx="1224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3DDDB6C6-22FE-4D79-B421-0104E6158735}"/>
                  </a:ext>
                </a:extLst>
              </p14:cNvPr>
              <p14:cNvContentPartPr/>
              <p14:nvPr/>
            </p14:nvContentPartPr>
            <p14:xfrm>
              <a:off x="11052549" y="6476665"/>
              <a:ext cx="2160" cy="612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3DDDB6C6-22FE-4D79-B421-0104E615873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034549" y="6458665"/>
                <a:ext cx="378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7F927B69-5B71-468F-AE81-2CBBD9F2A85A}"/>
                  </a:ext>
                </a:extLst>
              </p14:cNvPr>
              <p14:cNvContentPartPr/>
              <p14:nvPr/>
            </p14:nvContentPartPr>
            <p14:xfrm>
              <a:off x="10741509" y="6318625"/>
              <a:ext cx="208080" cy="19440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7F927B69-5B71-468F-AE81-2CBBD9F2A85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23509" y="6300985"/>
                <a:ext cx="2437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D1DA53CD-D857-40B6-B7EB-284F4341B859}"/>
                  </a:ext>
                </a:extLst>
              </p14:cNvPr>
              <p14:cNvContentPartPr/>
              <p14:nvPr/>
            </p14:nvContentPartPr>
            <p14:xfrm>
              <a:off x="10175229" y="6266065"/>
              <a:ext cx="212400" cy="17892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D1DA53CD-D857-40B6-B7EB-284F4341B85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157589" y="6248065"/>
                <a:ext cx="2480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B3B9A9E7-6B34-491D-9F88-80F5AE5AAED5}"/>
                  </a:ext>
                </a:extLst>
              </p14:cNvPr>
              <p14:cNvContentPartPr/>
              <p14:nvPr/>
            </p14:nvContentPartPr>
            <p14:xfrm>
              <a:off x="10691829" y="5856745"/>
              <a:ext cx="165960" cy="24300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B3B9A9E7-6B34-491D-9F88-80F5AE5AAE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73829" y="5838718"/>
                <a:ext cx="201600" cy="278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C99E8632-3BB7-431E-8318-21D2BB81E35B}"/>
                  </a:ext>
                </a:extLst>
              </p14:cNvPr>
              <p14:cNvContentPartPr/>
              <p14:nvPr/>
            </p14:nvContentPartPr>
            <p14:xfrm>
              <a:off x="10207269" y="5899945"/>
              <a:ext cx="363960" cy="19548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C99E8632-3BB7-431E-8318-21D2BB81E3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89269" y="5881945"/>
                <a:ext cx="3996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D1035962-D638-424D-B49F-BD367D43067E}"/>
                  </a:ext>
                </a:extLst>
              </p14:cNvPr>
              <p14:cNvContentPartPr/>
              <p14:nvPr/>
            </p14:nvContentPartPr>
            <p14:xfrm>
              <a:off x="10638549" y="5495665"/>
              <a:ext cx="127440" cy="28512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D1035962-D638-424D-B49F-BD367D43067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20600" y="5478025"/>
                <a:ext cx="1629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45553E5A-71E0-4D61-8865-A06F6FF95228}"/>
                  </a:ext>
                </a:extLst>
              </p14:cNvPr>
              <p14:cNvContentPartPr/>
              <p14:nvPr/>
            </p14:nvContentPartPr>
            <p14:xfrm>
              <a:off x="10156149" y="5505745"/>
              <a:ext cx="194760" cy="1890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45553E5A-71E0-4D61-8865-A06F6FF952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38149" y="5487745"/>
                <a:ext cx="230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2AFDF253-0872-4840-926D-3D3923099661}"/>
                  </a:ext>
                </a:extLst>
              </p14:cNvPr>
              <p14:cNvContentPartPr/>
              <p14:nvPr/>
            </p14:nvContentPartPr>
            <p14:xfrm>
              <a:off x="1144989" y="5120185"/>
              <a:ext cx="360" cy="3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2AFDF253-0872-4840-926D-3D39230996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26989" y="510254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Dreptunghi 28">
            <a:extLst>
              <a:ext uri="{FF2B5EF4-FFF2-40B4-BE49-F238E27FC236}">
                <a16:creationId xmlns:a16="http://schemas.microsoft.com/office/drawing/2014/main" id="{703E6AF9-7D76-42C5-AE13-E2CD09CC53AA}"/>
              </a:ext>
            </a:extLst>
          </p:cNvPr>
          <p:cNvSpPr/>
          <p:nvPr/>
        </p:nvSpPr>
        <p:spPr>
          <a:xfrm>
            <a:off x="243904" y="45757"/>
            <a:ext cx="5231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Numărătoare binare asincrone – structură internă  </a:t>
            </a:r>
          </a:p>
        </p:txBody>
      </p:sp>
    </p:spTree>
    <p:extLst>
      <p:ext uri="{BB962C8B-B14F-4D97-AF65-F5344CB8AC3E}">
        <p14:creationId xmlns:p14="http://schemas.microsoft.com/office/powerpoint/2010/main" val="181957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ine 47">
            <a:extLst>
              <a:ext uri="{FF2B5EF4-FFF2-40B4-BE49-F238E27FC236}">
                <a16:creationId xmlns:a16="http://schemas.microsoft.com/office/drawing/2014/main" id="{20124641-796D-4D77-A0D6-7E01997AE1E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65" y="277301"/>
            <a:ext cx="12618582" cy="65379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4DB6873-7702-4A65-9E94-29495CA3C1C7}"/>
                  </a:ext>
                </a:extLst>
              </p14:cNvPr>
              <p14:cNvContentPartPr/>
              <p14:nvPr/>
            </p14:nvContentPartPr>
            <p14:xfrm>
              <a:off x="1561006" y="2595298"/>
              <a:ext cx="11880" cy="993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4DB6873-7702-4A65-9E94-29495CA3C1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3366" y="2577658"/>
                <a:ext cx="475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D003F077-7A87-4C62-AA97-03791918575C}"/>
                  </a:ext>
                </a:extLst>
              </p14:cNvPr>
              <p14:cNvContentPartPr/>
              <p14:nvPr/>
            </p14:nvContentPartPr>
            <p14:xfrm>
              <a:off x="1557766" y="2900218"/>
              <a:ext cx="15480" cy="108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D003F077-7A87-4C62-AA97-0379191857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9766" y="2882218"/>
                <a:ext cx="51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963E692-541C-4555-985A-9C1A00D0A608}"/>
                  </a:ext>
                </a:extLst>
              </p14:cNvPr>
              <p14:cNvContentPartPr/>
              <p14:nvPr/>
            </p14:nvContentPartPr>
            <p14:xfrm>
              <a:off x="1572526" y="3195418"/>
              <a:ext cx="9000" cy="1317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963E692-541C-4555-985A-9C1A00D0A6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4886" y="3177418"/>
                <a:ext cx="446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29ED5CB-D2EC-42B3-8E1E-F59706D8BFB4}"/>
                  </a:ext>
                </a:extLst>
              </p14:cNvPr>
              <p14:cNvContentPartPr/>
              <p14:nvPr/>
            </p14:nvContentPartPr>
            <p14:xfrm>
              <a:off x="1577566" y="3510058"/>
              <a:ext cx="5400" cy="1270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29ED5CB-D2EC-42B3-8E1E-F59706D8BF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9926" y="3492058"/>
                <a:ext cx="410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6522E2E9-07D0-4968-966D-01A0FAC02159}"/>
                  </a:ext>
                </a:extLst>
              </p14:cNvPr>
              <p14:cNvContentPartPr/>
              <p14:nvPr/>
            </p14:nvContentPartPr>
            <p14:xfrm>
              <a:off x="1573606" y="3907858"/>
              <a:ext cx="19080" cy="2088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6522E2E9-07D0-4968-966D-01A0FAC0215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55606" y="3890218"/>
                <a:ext cx="54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CEB2C03E-2018-4843-82D6-35AE5AA3BDD5}"/>
                  </a:ext>
                </a:extLst>
              </p14:cNvPr>
              <p14:cNvContentPartPr/>
              <p14:nvPr/>
            </p14:nvContentPartPr>
            <p14:xfrm>
              <a:off x="1580806" y="4409698"/>
              <a:ext cx="12240" cy="1270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CEB2C03E-2018-4843-82D6-35AE5AA3BDD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2806" y="4392058"/>
                <a:ext cx="478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9D4155AD-2395-41C7-8695-FC82E758FCE9}"/>
                  </a:ext>
                </a:extLst>
              </p14:cNvPr>
              <p14:cNvContentPartPr/>
              <p14:nvPr/>
            </p14:nvContentPartPr>
            <p14:xfrm>
              <a:off x="1552726" y="4891378"/>
              <a:ext cx="5760" cy="227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9D4155AD-2395-41C7-8695-FC82E758FC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35086" y="4873378"/>
                <a:ext cx="414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84E2D31-BEC2-4096-925D-06A47D49F323}"/>
                  </a:ext>
                </a:extLst>
              </p14:cNvPr>
              <p14:cNvContentPartPr/>
              <p14:nvPr/>
            </p14:nvContentPartPr>
            <p14:xfrm>
              <a:off x="1563886" y="5387818"/>
              <a:ext cx="4320" cy="1371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84E2D31-BEC2-4096-925D-06A47D49F32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46246" y="5369818"/>
                <a:ext cx="39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DAA6CA94-E96E-4948-B47B-7BC97AA5500D}"/>
                  </a:ext>
                </a:extLst>
              </p14:cNvPr>
              <p14:cNvContentPartPr/>
              <p14:nvPr/>
            </p14:nvContentPartPr>
            <p14:xfrm>
              <a:off x="1562806" y="5722258"/>
              <a:ext cx="5400" cy="1314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DAA6CA94-E96E-4948-B47B-7BC97AA5500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45166" y="5704618"/>
                <a:ext cx="410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82CC9A9E-6470-4A1D-93BB-3F1A0A581039}"/>
                  </a:ext>
                </a:extLst>
              </p14:cNvPr>
              <p14:cNvContentPartPr/>
              <p14:nvPr/>
            </p14:nvContentPartPr>
            <p14:xfrm>
              <a:off x="1931806" y="3726418"/>
              <a:ext cx="10440" cy="2030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82CC9A9E-6470-4A1D-93BB-3F1A0A58103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13806" y="3708418"/>
                <a:ext cx="460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E5522FA-19C3-4A7E-96B7-B94A9F800EA0}"/>
                  </a:ext>
                </a:extLst>
              </p14:cNvPr>
              <p14:cNvContentPartPr/>
              <p14:nvPr/>
            </p14:nvContentPartPr>
            <p14:xfrm>
              <a:off x="1938646" y="4163818"/>
              <a:ext cx="3600" cy="2178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E5522FA-19C3-4A7E-96B7-B94A9F800EA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20646" y="4145818"/>
                <a:ext cx="39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48ECB39-46BE-4A7E-92E2-8D7EEC356E96}"/>
                  </a:ext>
                </a:extLst>
              </p14:cNvPr>
              <p14:cNvContentPartPr/>
              <p14:nvPr/>
            </p14:nvContentPartPr>
            <p14:xfrm>
              <a:off x="1941526" y="4635778"/>
              <a:ext cx="360" cy="198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48ECB39-46BE-4A7E-92E2-8D7EEC356E9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23886" y="4617778"/>
                <a:ext cx="36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86F5FC7B-6AF7-424E-8CA6-10603544AC80}"/>
                  </a:ext>
                </a:extLst>
              </p14:cNvPr>
              <p14:cNvContentPartPr/>
              <p14:nvPr/>
            </p14:nvContentPartPr>
            <p14:xfrm>
              <a:off x="1936486" y="5146978"/>
              <a:ext cx="360" cy="1036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86F5FC7B-6AF7-424E-8CA6-10603544AC8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18846" y="5129338"/>
                <a:ext cx="36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B8DECC2-C28E-463F-87FA-B28C7B7A6742}"/>
                  </a:ext>
                </a:extLst>
              </p14:cNvPr>
              <p14:cNvContentPartPr/>
              <p14:nvPr/>
            </p14:nvContentPartPr>
            <p14:xfrm>
              <a:off x="1951246" y="5495818"/>
              <a:ext cx="360" cy="160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B8DECC2-C28E-463F-87FA-B28C7B7A674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933606" y="5478178"/>
                <a:ext cx="360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DFD7D865-854D-49EE-A23F-4CF4697C8E1B}"/>
                  </a:ext>
                </a:extLst>
              </p14:cNvPr>
              <p14:cNvContentPartPr/>
              <p14:nvPr/>
            </p14:nvContentPartPr>
            <p14:xfrm>
              <a:off x="1966006" y="5864458"/>
              <a:ext cx="5040" cy="2232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DFD7D865-854D-49EE-A23F-4CF4697C8E1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48366" y="5846818"/>
                <a:ext cx="406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9EC2FE7-9EA6-4D23-BE13-7E84A90493DE}"/>
                  </a:ext>
                </a:extLst>
              </p14:cNvPr>
              <p14:cNvContentPartPr/>
              <p14:nvPr/>
            </p14:nvContentPartPr>
            <p14:xfrm>
              <a:off x="2295406" y="2541298"/>
              <a:ext cx="5400" cy="1353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9EC2FE7-9EA6-4D23-BE13-7E84A90493D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77766" y="2523298"/>
                <a:ext cx="410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9ABC112-71BB-47C8-9CB8-64DBAB942367}"/>
                  </a:ext>
                </a:extLst>
              </p14:cNvPr>
              <p14:cNvContentPartPr/>
              <p14:nvPr/>
            </p14:nvContentPartPr>
            <p14:xfrm>
              <a:off x="2295766" y="3018298"/>
              <a:ext cx="4680" cy="203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9ABC112-71BB-47C8-9CB8-64DBAB94236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78126" y="3000658"/>
                <a:ext cx="403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33D6FC4-3C56-48A8-ABC5-7CF715B1CCAF}"/>
                  </a:ext>
                </a:extLst>
              </p14:cNvPr>
              <p14:cNvContentPartPr/>
              <p14:nvPr/>
            </p14:nvContentPartPr>
            <p14:xfrm>
              <a:off x="2315206" y="3607978"/>
              <a:ext cx="12960" cy="202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33D6FC4-3C56-48A8-ABC5-7CF715B1CCA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97206" y="3590338"/>
                <a:ext cx="486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EFC2D8B-D866-45C0-9962-E10603E15DB5}"/>
                  </a:ext>
                </a:extLst>
              </p14:cNvPr>
              <p14:cNvContentPartPr/>
              <p14:nvPr/>
            </p14:nvContentPartPr>
            <p14:xfrm>
              <a:off x="2280646" y="4379818"/>
              <a:ext cx="360" cy="2242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EFC2D8B-D866-45C0-9962-E10603E15DB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62646" y="4362178"/>
                <a:ext cx="360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A1035F59-7D10-4479-A053-5E8CAD3AFDA4}"/>
                  </a:ext>
                </a:extLst>
              </p14:cNvPr>
              <p14:cNvContentPartPr/>
              <p14:nvPr/>
            </p14:nvContentPartPr>
            <p14:xfrm>
              <a:off x="2270926" y="4930618"/>
              <a:ext cx="7200" cy="1497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A1035F59-7D10-4479-A053-5E8CAD3AFDA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253286" y="4912978"/>
                <a:ext cx="42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ADEE4EA-B319-49D1-94B9-A0505837FAB6}"/>
                  </a:ext>
                </a:extLst>
              </p14:cNvPr>
              <p14:cNvContentPartPr/>
              <p14:nvPr/>
            </p14:nvContentPartPr>
            <p14:xfrm>
              <a:off x="2305486" y="5333818"/>
              <a:ext cx="5040" cy="1216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ADEE4EA-B319-49D1-94B9-A0505837FAB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287846" y="5316178"/>
                <a:ext cx="406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61E7BFA0-B29A-4495-8315-4A2A6FE741AE}"/>
                  </a:ext>
                </a:extLst>
              </p14:cNvPr>
              <p14:cNvContentPartPr/>
              <p14:nvPr/>
            </p14:nvContentPartPr>
            <p14:xfrm>
              <a:off x="2329966" y="5672938"/>
              <a:ext cx="12600" cy="1306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61E7BFA0-B29A-4495-8315-4A2A6FE741A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312326" y="5654938"/>
                <a:ext cx="482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5E76202C-2A11-4B8A-BD3F-044B77BC9FB2}"/>
                  </a:ext>
                </a:extLst>
              </p14:cNvPr>
              <p14:cNvContentPartPr/>
              <p14:nvPr/>
            </p14:nvContentPartPr>
            <p14:xfrm>
              <a:off x="2364166" y="6036538"/>
              <a:ext cx="24840" cy="1620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5E76202C-2A11-4B8A-BD3F-044B77BC9FB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46526" y="6018898"/>
                <a:ext cx="604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56740C1-2DB4-4D20-A246-F9563FFF1E89}"/>
                  </a:ext>
                </a:extLst>
              </p14:cNvPr>
              <p14:cNvContentPartPr/>
              <p14:nvPr/>
            </p14:nvContentPartPr>
            <p14:xfrm>
              <a:off x="2660446" y="4866898"/>
              <a:ext cx="14040" cy="1443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56740C1-2DB4-4D20-A246-F9563FFF1E8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642446" y="4848898"/>
                <a:ext cx="496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B9F3E05C-92C8-4681-8422-1E2705649179}"/>
                  </a:ext>
                </a:extLst>
              </p14:cNvPr>
              <p14:cNvContentPartPr/>
              <p14:nvPr/>
            </p14:nvContentPartPr>
            <p14:xfrm>
              <a:off x="2671606" y="5260018"/>
              <a:ext cx="7560" cy="1234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B9F3E05C-92C8-4681-8422-1E270564917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653966" y="5242018"/>
                <a:ext cx="432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EA7BE4C4-359D-4098-915B-457502DA3EAD}"/>
                  </a:ext>
                </a:extLst>
              </p14:cNvPr>
              <p14:cNvContentPartPr/>
              <p14:nvPr/>
            </p14:nvContentPartPr>
            <p14:xfrm>
              <a:off x="2669446" y="5643418"/>
              <a:ext cx="9000" cy="914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EA7BE4C4-359D-4098-915B-457502DA3EA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51446" y="5625778"/>
                <a:ext cx="446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B79F23F7-3D22-408E-9D52-7A544D2A84FF}"/>
                  </a:ext>
                </a:extLst>
              </p14:cNvPr>
              <p14:cNvContentPartPr/>
              <p14:nvPr/>
            </p14:nvContentPartPr>
            <p14:xfrm>
              <a:off x="2674126" y="5908738"/>
              <a:ext cx="10440" cy="140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B79F23F7-3D22-408E-9D52-7A544D2A84F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656486" y="5891098"/>
                <a:ext cx="460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D77BC55-D283-4D47-9E6D-7579119324A2}"/>
                  </a:ext>
                </a:extLst>
              </p14:cNvPr>
              <p14:cNvContentPartPr/>
              <p14:nvPr/>
            </p14:nvContentPartPr>
            <p14:xfrm>
              <a:off x="2690326" y="6252898"/>
              <a:ext cx="8640" cy="727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D77BC55-D283-4D47-9E6D-7579119324A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672686" y="6235258"/>
                <a:ext cx="442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B76ABA7-270E-482A-B350-283393E31575}"/>
                  </a:ext>
                </a:extLst>
              </p14:cNvPr>
              <p14:cNvContentPartPr/>
              <p14:nvPr/>
            </p14:nvContentPartPr>
            <p14:xfrm>
              <a:off x="2703646" y="6469618"/>
              <a:ext cx="13680" cy="820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B76ABA7-270E-482A-B350-283393E3157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85646" y="6451618"/>
                <a:ext cx="493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4B9AFB69-39AE-493D-9008-FF2027F81B75}"/>
                  </a:ext>
                </a:extLst>
              </p14:cNvPr>
              <p14:cNvContentPartPr/>
              <p14:nvPr/>
            </p14:nvContentPartPr>
            <p14:xfrm>
              <a:off x="2980846" y="2566138"/>
              <a:ext cx="7920" cy="842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4B9AFB69-39AE-493D-9008-FF2027F81B7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962846" y="2548138"/>
                <a:ext cx="435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06FCB2C-D396-49DA-9895-FCF1F0FF2FE1}"/>
                  </a:ext>
                </a:extLst>
              </p14:cNvPr>
              <p14:cNvContentPartPr/>
              <p14:nvPr/>
            </p14:nvContentPartPr>
            <p14:xfrm>
              <a:off x="2993086" y="2968978"/>
              <a:ext cx="15480" cy="1994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06FCB2C-D396-49DA-9895-FCF1F0FF2FE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975446" y="2950978"/>
                <a:ext cx="511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65B732A0-3D84-4C89-A4FF-67D5FB27CD47}"/>
                  </a:ext>
                </a:extLst>
              </p14:cNvPr>
              <p14:cNvContentPartPr/>
              <p14:nvPr/>
            </p14:nvContentPartPr>
            <p14:xfrm>
              <a:off x="3032686" y="3362458"/>
              <a:ext cx="10800" cy="2250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65B732A0-3D84-4C89-A4FF-67D5FB27CD4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015046" y="3344818"/>
                <a:ext cx="46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A747C198-8705-49F6-8E28-ABF63CB48614}"/>
                  </a:ext>
                </a:extLst>
              </p14:cNvPr>
              <p14:cNvContentPartPr/>
              <p14:nvPr/>
            </p14:nvContentPartPr>
            <p14:xfrm>
              <a:off x="3039166" y="3898498"/>
              <a:ext cx="8640" cy="1728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A747C198-8705-49F6-8E28-ABF63CB4861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021526" y="3880498"/>
                <a:ext cx="442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7FFCB8B7-B3E9-4E62-966A-CA6B940B8D24}"/>
                  </a:ext>
                </a:extLst>
              </p14:cNvPr>
              <p14:cNvContentPartPr/>
              <p14:nvPr/>
            </p14:nvContentPartPr>
            <p14:xfrm>
              <a:off x="3044566" y="4281898"/>
              <a:ext cx="13320" cy="1807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7FFCB8B7-B3E9-4E62-966A-CA6B940B8D2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26926" y="4263898"/>
                <a:ext cx="489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F2B32C1-6C9E-4CA9-8975-2D2B54B4A7AC}"/>
                  </a:ext>
                </a:extLst>
              </p14:cNvPr>
              <p14:cNvContentPartPr/>
              <p14:nvPr/>
            </p14:nvContentPartPr>
            <p14:xfrm>
              <a:off x="3047446" y="4768258"/>
              <a:ext cx="19440" cy="1778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F2B32C1-6C9E-4CA9-8975-2D2B54B4A7A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029806" y="4750618"/>
                <a:ext cx="550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2618560F-C9AB-4DBE-8E57-62FBDA859B29}"/>
                  </a:ext>
                </a:extLst>
              </p14:cNvPr>
              <p14:cNvContentPartPr/>
              <p14:nvPr/>
            </p14:nvContentPartPr>
            <p14:xfrm>
              <a:off x="3042766" y="5323738"/>
              <a:ext cx="9360" cy="1810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2618560F-C9AB-4DBE-8E57-62FBDA859B2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025126" y="5306098"/>
                <a:ext cx="450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8B7E58B-9BC5-4B89-9558-DB2A72BCAC66}"/>
                  </a:ext>
                </a:extLst>
              </p14:cNvPr>
              <p14:cNvContentPartPr/>
              <p14:nvPr/>
            </p14:nvContentPartPr>
            <p14:xfrm>
              <a:off x="3057526" y="5805778"/>
              <a:ext cx="11880" cy="211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8B7E58B-9BC5-4B89-9558-DB2A72BCAC6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039886" y="5788138"/>
                <a:ext cx="475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74238EB8-3B76-4EB8-8649-2E569865E5C3}"/>
                  </a:ext>
                </a:extLst>
              </p14:cNvPr>
              <p14:cNvContentPartPr/>
              <p14:nvPr/>
            </p14:nvContentPartPr>
            <p14:xfrm>
              <a:off x="3072646" y="6238498"/>
              <a:ext cx="5040" cy="1774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74238EB8-3B76-4EB8-8649-2E569865E5C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054646" y="6220498"/>
                <a:ext cx="406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8C7BD1F-749F-47DD-9595-41315B299901}"/>
                  </a:ext>
                </a:extLst>
              </p14:cNvPr>
              <p14:cNvContentPartPr/>
              <p14:nvPr/>
            </p14:nvContentPartPr>
            <p14:xfrm>
              <a:off x="3396646" y="3691858"/>
              <a:ext cx="360" cy="1627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8C7BD1F-749F-47DD-9595-41315B29990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378646" y="3673858"/>
                <a:ext cx="360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F8A2F48F-957D-49A0-A38E-BA24F775407E}"/>
                  </a:ext>
                </a:extLst>
              </p14:cNvPr>
              <p14:cNvContentPartPr/>
              <p14:nvPr/>
            </p14:nvContentPartPr>
            <p14:xfrm>
              <a:off x="3391606" y="4173898"/>
              <a:ext cx="5400" cy="1674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F8A2F48F-957D-49A0-A38E-BA24F775407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373966" y="4155898"/>
                <a:ext cx="410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208485E8-4E7B-49D9-82B2-8F4A724FB0E2}"/>
                  </a:ext>
                </a:extLst>
              </p14:cNvPr>
              <p14:cNvContentPartPr/>
              <p14:nvPr/>
            </p14:nvContentPartPr>
            <p14:xfrm>
              <a:off x="3391966" y="4798138"/>
              <a:ext cx="10080" cy="2430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208485E8-4E7B-49D9-82B2-8F4A724FB0E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373966" y="4780138"/>
                <a:ext cx="457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4DDD85B5-A140-4C47-8116-D415A1954F61}"/>
                  </a:ext>
                </a:extLst>
              </p14:cNvPr>
              <p14:cNvContentPartPr/>
              <p14:nvPr/>
            </p14:nvContentPartPr>
            <p14:xfrm>
              <a:off x="3382246" y="5397898"/>
              <a:ext cx="5400" cy="2282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4DDD85B5-A140-4C47-8116-D415A1954F6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364246" y="5379898"/>
                <a:ext cx="410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0B48BF0C-3D4B-4347-9D52-9630F6B8AF1B}"/>
                  </a:ext>
                </a:extLst>
              </p14:cNvPr>
              <p14:cNvContentPartPr/>
              <p14:nvPr/>
            </p14:nvContentPartPr>
            <p14:xfrm>
              <a:off x="3406726" y="5805778"/>
              <a:ext cx="15840" cy="1681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0B48BF0C-3D4B-4347-9D52-9630F6B8AF1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388726" y="5788138"/>
                <a:ext cx="514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A7370CBB-7A04-4FA9-8334-8996C4EAB7C5}"/>
                  </a:ext>
                </a:extLst>
              </p14:cNvPr>
              <p14:cNvContentPartPr/>
              <p14:nvPr/>
            </p14:nvContentPartPr>
            <p14:xfrm>
              <a:off x="1330246" y="5429578"/>
              <a:ext cx="84960" cy="1843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A7370CBB-7A04-4FA9-8334-8996C4EAB7C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312246" y="5411938"/>
                <a:ext cx="120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891C300-D493-456A-AF88-9912A7CAA6B6}"/>
                  </a:ext>
                </a:extLst>
              </p14:cNvPr>
              <p14:cNvContentPartPr/>
              <p14:nvPr/>
            </p14:nvContentPartPr>
            <p14:xfrm>
              <a:off x="1328086" y="4213858"/>
              <a:ext cx="87840" cy="1922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891C300-D493-456A-AF88-9912A7CAA6B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310446" y="4195858"/>
                <a:ext cx="1234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0AD0F6AB-2C7D-477C-A726-16166C06D257}"/>
                  </a:ext>
                </a:extLst>
              </p14:cNvPr>
              <p14:cNvContentPartPr/>
              <p14:nvPr/>
            </p14:nvContentPartPr>
            <p14:xfrm>
              <a:off x="1317286" y="3136018"/>
              <a:ext cx="113400" cy="2228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0AD0F6AB-2C7D-477C-A726-16166C06D25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299646" y="3118018"/>
                <a:ext cx="1490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2F8EF91C-E780-4914-847F-07C52AA581BC}"/>
                  </a:ext>
                </a:extLst>
              </p14:cNvPr>
              <p14:cNvContentPartPr/>
              <p14:nvPr/>
            </p14:nvContentPartPr>
            <p14:xfrm>
              <a:off x="1366246" y="2094538"/>
              <a:ext cx="92160" cy="2037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2F8EF91C-E780-4914-847F-07C52AA581B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348246" y="2076538"/>
                <a:ext cx="127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842963FE-934C-4AB6-B680-CE9DD3AE8745}"/>
                  </a:ext>
                </a:extLst>
              </p14:cNvPr>
              <p14:cNvContentPartPr/>
              <p14:nvPr/>
            </p14:nvContentPartPr>
            <p14:xfrm>
              <a:off x="1718686" y="5401138"/>
              <a:ext cx="141480" cy="1810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842963FE-934C-4AB6-B680-CE9DD3AE8745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701046" y="5383498"/>
                <a:ext cx="1771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79EA113-4E47-4B63-A593-F0173215DE8A}"/>
                  </a:ext>
                </a:extLst>
              </p14:cNvPr>
              <p14:cNvContentPartPr/>
              <p14:nvPr/>
            </p14:nvContentPartPr>
            <p14:xfrm>
              <a:off x="1690246" y="4235098"/>
              <a:ext cx="104400" cy="1825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79EA113-4E47-4B63-A593-F0173215DE8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672606" y="4217098"/>
                <a:ext cx="1400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82E62A31-1853-452D-8ECA-C8DEFAF9651A}"/>
                  </a:ext>
                </a:extLst>
              </p14:cNvPr>
              <p14:cNvContentPartPr/>
              <p14:nvPr/>
            </p14:nvContentPartPr>
            <p14:xfrm>
              <a:off x="1736326" y="3066538"/>
              <a:ext cx="115200" cy="2163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82E62A31-1853-452D-8ECA-C8DEFAF9651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718326" y="3048538"/>
                <a:ext cx="150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0F9E919E-EE5E-4F2C-B01E-AC34DF96DB70}"/>
                  </a:ext>
                </a:extLst>
              </p14:cNvPr>
              <p14:cNvContentPartPr/>
              <p14:nvPr/>
            </p14:nvContentPartPr>
            <p14:xfrm>
              <a:off x="1690966" y="2041618"/>
              <a:ext cx="78480" cy="2448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0F9E919E-EE5E-4F2C-B01E-AC34DF96DB7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672966" y="2023978"/>
                <a:ext cx="1141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0A6652FF-F091-4D42-B79A-FE70EAC78FE6}"/>
                  </a:ext>
                </a:extLst>
              </p14:cNvPr>
              <p14:cNvContentPartPr/>
              <p14:nvPr/>
            </p14:nvContentPartPr>
            <p14:xfrm>
              <a:off x="2033326" y="5375218"/>
              <a:ext cx="154080" cy="1922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0A6652FF-F091-4D42-B79A-FE70EAC78FE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015686" y="5357218"/>
                <a:ext cx="1897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4F505EE-AA01-4622-A6D9-30320F40A63B}"/>
                  </a:ext>
                </a:extLst>
              </p14:cNvPr>
              <p14:cNvContentPartPr/>
              <p14:nvPr/>
            </p14:nvContentPartPr>
            <p14:xfrm>
              <a:off x="2014966" y="4291618"/>
              <a:ext cx="144360" cy="2073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4F505EE-AA01-4622-A6D9-30320F40A63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996966" y="4273618"/>
                <a:ext cx="1800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2457BF15-A3C1-4D03-BBD8-E055BD151608}"/>
                  </a:ext>
                </a:extLst>
              </p14:cNvPr>
              <p14:cNvContentPartPr/>
              <p14:nvPr/>
            </p14:nvContentPartPr>
            <p14:xfrm>
              <a:off x="2059606" y="3145378"/>
              <a:ext cx="55080" cy="3038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2457BF15-A3C1-4D03-BBD8-E055BD15160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041606" y="3127738"/>
                <a:ext cx="907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863C828D-F6F3-4FFE-B95A-B6CAAEA93BDE}"/>
                  </a:ext>
                </a:extLst>
              </p14:cNvPr>
              <p14:cNvContentPartPr/>
              <p14:nvPr/>
            </p14:nvContentPartPr>
            <p14:xfrm>
              <a:off x="2065726" y="1999858"/>
              <a:ext cx="132120" cy="22032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863C828D-F6F3-4FFE-B95A-B6CAAEA93BD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48086" y="1982218"/>
                <a:ext cx="1677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1EDB8476-5C63-41F4-AFA4-B97998AA3F59}"/>
                  </a:ext>
                </a:extLst>
              </p14:cNvPr>
              <p14:cNvContentPartPr/>
              <p14:nvPr/>
            </p14:nvContentPartPr>
            <p14:xfrm>
              <a:off x="2422126" y="5413378"/>
              <a:ext cx="131760" cy="1936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1EDB8476-5C63-41F4-AFA4-B97998AA3F5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404126" y="5395378"/>
                <a:ext cx="1674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C7065D1-8E8E-464B-AF6C-C357DD40AA8F}"/>
                  </a:ext>
                </a:extLst>
              </p14:cNvPr>
              <p14:cNvContentPartPr/>
              <p14:nvPr/>
            </p14:nvContentPartPr>
            <p14:xfrm>
              <a:off x="2436526" y="4311058"/>
              <a:ext cx="130320" cy="2001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C7065D1-8E8E-464B-AF6C-C357DD40AA8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418526" y="4293418"/>
                <a:ext cx="1659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71228E24-3EB1-4C63-A792-F4A8F0A595A6}"/>
                  </a:ext>
                </a:extLst>
              </p14:cNvPr>
              <p14:cNvContentPartPr/>
              <p14:nvPr/>
            </p14:nvContentPartPr>
            <p14:xfrm>
              <a:off x="2433286" y="3027298"/>
              <a:ext cx="60480" cy="2862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71228E24-3EB1-4C63-A792-F4A8F0A595A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415646" y="3009298"/>
                <a:ext cx="961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18B5ABAB-5503-4CBE-84BE-979ECFED2BC2}"/>
                  </a:ext>
                </a:extLst>
              </p14:cNvPr>
              <p14:cNvContentPartPr/>
              <p14:nvPr/>
            </p14:nvContentPartPr>
            <p14:xfrm>
              <a:off x="2443006" y="1995178"/>
              <a:ext cx="74160" cy="2685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18B5ABAB-5503-4CBE-84BE-979ECFED2BC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425366" y="1977178"/>
                <a:ext cx="1098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BCC000F6-905D-4CF3-A4CB-9F648E546A1F}"/>
                  </a:ext>
                </a:extLst>
              </p14:cNvPr>
              <p14:cNvContentPartPr/>
              <p14:nvPr/>
            </p14:nvContentPartPr>
            <p14:xfrm>
              <a:off x="1269766" y="6389698"/>
              <a:ext cx="137880" cy="2048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BCC000F6-905D-4CF3-A4CB-9F648E546A1F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252126" y="6372058"/>
                <a:ext cx="1735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758F3EA5-4BB0-4235-8C72-F46F4C37360E}"/>
                  </a:ext>
                </a:extLst>
              </p14:cNvPr>
              <p14:cNvContentPartPr/>
              <p14:nvPr/>
            </p14:nvContentPartPr>
            <p14:xfrm>
              <a:off x="1671166" y="6397978"/>
              <a:ext cx="179640" cy="2494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758F3EA5-4BB0-4235-8C72-F46F4C37360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653166" y="6379978"/>
                <a:ext cx="2152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94189626-E257-4447-ABBB-652D80FF5F9C}"/>
                  </a:ext>
                </a:extLst>
              </p14:cNvPr>
              <p14:cNvContentPartPr/>
              <p14:nvPr/>
            </p14:nvContentPartPr>
            <p14:xfrm>
              <a:off x="2075806" y="6459898"/>
              <a:ext cx="149400" cy="2005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94189626-E257-4447-ABBB-652D80FF5F9C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58166" y="6442258"/>
                <a:ext cx="1850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F0AAD528-60E6-4BE8-B530-6E33D4A39A4A}"/>
                  </a:ext>
                </a:extLst>
              </p14:cNvPr>
              <p14:cNvContentPartPr/>
              <p14:nvPr/>
            </p14:nvContentPartPr>
            <p14:xfrm>
              <a:off x="2516446" y="6520378"/>
              <a:ext cx="97560" cy="1958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F0AAD528-60E6-4BE8-B530-6E33D4A39A4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498806" y="6502738"/>
                <a:ext cx="1332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C41E007-7404-4CBA-8434-13B5765801C3}"/>
                  </a:ext>
                </a:extLst>
              </p14:cNvPr>
              <p14:cNvContentPartPr/>
              <p14:nvPr/>
            </p14:nvContentPartPr>
            <p14:xfrm>
              <a:off x="2798326" y="5497618"/>
              <a:ext cx="131040" cy="1569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C41E007-7404-4CBA-8434-13B5765801C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780326" y="5479978"/>
                <a:ext cx="1666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B5BF9E5D-023F-4E87-860C-2708D371A3EB}"/>
                  </a:ext>
                </a:extLst>
              </p14:cNvPr>
              <p14:cNvContentPartPr/>
              <p14:nvPr/>
            </p14:nvContentPartPr>
            <p14:xfrm>
              <a:off x="2398726" y="6376018"/>
              <a:ext cx="38160" cy="4258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B5BF9E5D-023F-4E87-860C-2708D371A3E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381086" y="6358018"/>
                <a:ext cx="7380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496EFF8F-4CBD-4CDC-9F7B-1756D9484425}"/>
                  </a:ext>
                </a:extLst>
              </p14:cNvPr>
              <p14:cNvContentPartPr/>
              <p14:nvPr/>
            </p14:nvContentPartPr>
            <p14:xfrm>
              <a:off x="1967446" y="6203938"/>
              <a:ext cx="17280" cy="5781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496EFF8F-4CBD-4CDC-9F7B-1756D948442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949446" y="6185938"/>
                <a:ext cx="5292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59ED19C6-1A77-46B3-8EFD-95AB5D72422A}"/>
                  </a:ext>
                </a:extLst>
              </p14:cNvPr>
              <p14:cNvContentPartPr/>
              <p14:nvPr/>
            </p14:nvContentPartPr>
            <p14:xfrm>
              <a:off x="1568566" y="6080818"/>
              <a:ext cx="34200" cy="6649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59ED19C6-1A77-46B3-8EFD-95AB5D72422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550926" y="6063178"/>
                <a:ext cx="6984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3B4B1506-1ECE-4EE4-BAFE-82970C24BABF}"/>
                  </a:ext>
                </a:extLst>
              </p14:cNvPr>
              <p14:cNvContentPartPr/>
              <p14:nvPr/>
            </p14:nvContentPartPr>
            <p14:xfrm>
              <a:off x="2885446" y="4186498"/>
              <a:ext cx="30600" cy="3139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3B4B1506-1ECE-4EE4-BAFE-82970C24BAB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867806" y="4168858"/>
                <a:ext cx="662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2B88A559-DEF6-419D-AB7C-7F9E5A16E8F4}"/>
                  </a:ext>
                </a:extLst>
              </p14:cNvPr>
              <p14:cNvContentPartPr/>
              <p14:nvPr/>
            </p14:nvContentPartPr>
            <p14:xfrm>
              <a:off x="2802646" y="3095698"/>
              <a:ext cx="110880" cy="228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2B88A559-DEF6-419D-AB7C-7F9E5A16E8F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785006" y="3078058"/>
                <a:ext cx="1465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FAAB0CE5-CC3E-46A7-A281-0A6B71EAEF9F}"/>
                  </a:ext>
                </a:extLst>
              </p14:cNvPr>
              <p14:cNvContentPartPr/>
              <p14:nvPr/>
            </p14:nvContentPartPr>
            <p14:xfrm>
              <a:off x="2824966" y="2186698"/>
              <a:ext cx="93960" cy="2059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FAAB0CE5-CC3E-46A7-A281-0A6B71EAEF9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806966" y="2169058"/>
                <a:ext cx="1296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6E2AC69C-AB9B-4EF6-9356-48D6257A3D10}"/>
                  </a:ext>
                </a:extLst>
              </p14:cNvPr>
              <p14:cNvContentPartPr/>
              <p14:nvPr/>
            </p14:nvContentPartPr>
            <p14:xfrm>
              <a:off x="2826766" y="6277738"/>
              <a:ext cx="117720" cy="2811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6E2AC69C-AB9B-4EF6-9356-48D6257A3D1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809126" y="6260098"/>
                <a:ext cx="1533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BF1124B2-7850-4AE8-BD3D-8F90776E4BFF}"/>
                  </a:ext>
                </a:extLst>
              </p14:cNvPr>
              <p14:cNvContentPartPr/>
              <p14:nvPr/>
            </p14:nvContentPartPr>
            <p14:xfrm>
              <a:off x="3171646" y="5385298"/>
              <a:ext cx="126360" cy="1933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BF1124B2-7850-4AE8-BD3D-8F90776E4BF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153646" y="5367298"/>
                <a:ext cx="1620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DB368F00-F5F9-4639-B24D-BC7BF4954756}"/>
                  </a:ext>
                </a:extLst>
              </p14:cNvPr>
              <p14:cNvContentPartPr/>
              <p14:nvPr/>
            </p14:nvContentPartPr>
            <p14:xfrm>
              <a:off x="3210166" y="4096138"/>
              <a:ext cx="35640" cy="2898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DB368F00-F5F9-4639-B24D-BC7BF4954756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192166" y="4078138"/>
                <a:ext cx="712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C4F5D94B-9448-42C7-A233-DD4EEE115994}"/>
                  </a:ext>
                </a:extLst>
              </p14:cNvPr>
              <p14:cNvContentPartPr/>
              <p14:nvPr/>
            </p14:nvContentPartPr>
            <p14:xfrm>
              <a:off x="3169846" y="3239698"/>
              <a:ext cx="117360" cy="1890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C4F5D94B-9448-42C7-A233-DD4EEE11599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151846" y="3221698"/>
                <a:ext cx="1530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D653E298-F654-4755-94D3-4EF0A79AAD5C}"/>
                  </a:ext>
                </a:extLst>
              </p14:cNvPr>
              <p14:cNvContentPartPr/>
              <p14:nvPr/>
            </p14:nvContentPartPr>
            <p14:xfrm>
              <a:off x="3131326" y="1951978"/>
              <a:ext cx="74160" cy="2984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D653E298-F654-4755-94D3-4EF0A79AAD5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113326" y="1934338"/>
                <a:ext cx="1098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921F0F9F-06EA-45F4-AEA3-DF4920F77DD7}"/>
                  </a:ext>
                </a:extLst>
              </p14:cNvPr>
              <p14:cNvContentPartPr/>
              <p14:nvPr/>
            </p14:nvContentPartPr>
            <p14:xfrm>
              <a:off x="3200806" y="6165418"/>
              <a:ext cx="263160" cy="3679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921F0F9F-06EA-45F4-AEA3-DF4920F77DD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183166" y="6147436"/>
                <a:ext cx="298800" cy="40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1AA5FDA8-1ED1-4371-8106-1B2C97990EA3}"/>
                  </a:ext>
                </a:extLst>
              </p14:cNvPr>
              <p14:cNvContentPartPr/>
              <p14:nvPr/>
            </p14:nvContentPartPr>
            <p14:xfrm>
              <a:off x="6690646" y="2620138"/>
              <a:ext cx="5400" cy="1814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1AA5FDA8-1ED1-4371-8106-1B2C97990EA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672646" y="2602138"/>
                <a:ext cx="410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125858E-C402-4D44-8E11-B5A3AA93B61E}"/>
                  </a:ext>
                </a:extLst>
              </p14:cNvPr>
              <p14:cNvContentPartPr/>
              <p14:nvPr/>
            </p14:nvContentPartPr>
            <p14:xfrm>
              <a:off x="6705406" y="2979058"/>
              <a:ext cx="3240" cy="1677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125858E-C402-4D44-8E11-B5A3AA93B61E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687766" y="2961058"/>
                <a:ext cx="388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FF360E3A-FEE8-4E09-AFD2-3B44D58E6854}"/>
                  </a:ext>
                </a:extLst>
              </p14:cNvPr>
              <p14:cNvContentPartPr/>
              <p14:nvPr/>
            </p14:nvContentPartPr>
            <p14:xfrm>
              <a:off x="6682726" y="3495298"/>
              <a:ext cx="12960" cy="1497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FF360E3A-FEE8-4E09-AFD2-3B44D58E685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664726" y="3477298"/>
                <a:ext cx="486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68EFD3D8-D45D-4BBD-A656-F8F4C88C3BE9}"/>
                  </a:ext>
                </a:extLst>
              </p14:cNvPr>
              <p14:cNvContentPartPr/>
              <p14:nvPr/>
            </p14:nvContentPartPr>
            <p14:xfrm>
              <a:off x="6680566" y="3996418"/>
              <a:ext cx="5400" cy="2246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68EFD3D8-D45D-4BBD-A656-F8F4C88C3BE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662926" y="3978778"/>
                <a:ext cx="410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1AB5225E-B0B8-4151-A49B-D6BF3841DB42}"/>
                  </a:ext>
                </a:extLst>
              </p14:cNvPr>
              <p14:cNvContentPartPr/>
              <p14:nvPr/>
            </p14:nvContentPartPr>
            <p14:xfrm>
              <a:off x="6665806" y="4561978"/>
              <a:ext cx="15480" cy="2275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1AB5225E-B0B8-4151-A49B-D6BF3841DB4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647806" y="4544338"/>
                <a:ext cx="511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42E5FE93-DEB7-468D-B1BF-AE5E6DA2E669}"/>
                  </a:ext>
                </a:extLst>
              </p14:cNvPr>
              <p14:cNvContentPartPr/>
              <p14:nvPr/>
            </p14:nvContentPartPr>
            <p14:xfrm>
              <a:off x="6664006" y="5107738"/>
              <a:ext cx="2160" cy="1681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42E5FE93-DEB7-468D-B1BF-AE5E6DA2E66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646366" y="5089738"/>
                <a:ext cx="37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1AC4FD3-3B45-43C4-B902-8D9581583753}"/>
                  </a:ext>
                </a:extLst>
              </p14:cNvPr>
              <p14:cNvContentPartPr/>
              <p14:nvPr/>
            </p14:nvContentPartPr>
            <p14:xfrm>
              <a:off x="6655726" y="5599138"/>
              <a:ext cx="5760" cy="1490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1AC4FD3-3B45-43C4-B902-8D958158375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638086" y="5581498"/>
                <a:ext cx="414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35D05997-F7E1-4288-B23B-12C8CFF60A1F}"/>
                  </a:ext>
                </a:extLst>
              </p14:cNvPr>
              <p14:cNvContentPartPr/>
              <p14:nvPr/>
            </p14:nvContentPartPr>
            <p14:xfrm>
              <a:off x="6693526" y="6090898"/>
              <a:ext cx="7200" cy="2289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35D05997-F7E1-4288-B23B-12C8CFF60A1F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675526" y="6073258"/>
                <a:ext cx="428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1279EE09-1A4A-4797-8FC9-E29C04380D0A}"/>
                  </a:ext>
                </a:extLst>
              </p14:cNvPr>
              <p14:cNvContentPartPr/>
              <p14:nvPr/>
            </p14:nvContentPartPr>
            <p14:xfrm>
              <a:off x="6641686" y="6724858"/>
              <a:ext cx="360" cy="69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1279EE09-1A4A-4797-8FC9-E29C04380D0A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623686" y="6707218"/>
                <a:ext cx="36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E26780F5-DEFF-462B-AA3B-B7DD13D84C6A}"/>
                  </a:ext>
                </a:extLst>
              </p14:cNvPr>
              <p14:cNvContentPartPr/>
              <p14:nvPr/>
            </p14:nvContentPartPr>
            <p14:xfrm>
              <a:off x="7044166" y="5869858"/>
              <a:ext cx="12600" cy="2358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E26780F5-DEFF-462B-AA3B-B7DD13D84C6A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026166" y="5851858"/>
                <a:ext cx="482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9C80A7A9-5ECD-4E3D-AB89-A672C92C0882}"/>
                  </a:ext>
                </a:extLst>
              </p14:cNvPr>
              <p14:cNvContentPartPr/>
              <p14:nvPr/>
            </p14:nvContentPartPr>
            <p14:xfrm>
              <a:off x="7037326" y="6331738"/>
              <a:ext cx="15120" cy="1609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9C80A7A9-5ECD-4E3D-AB89-A672C92C088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019686" y="6313738"/>
                <a:ext cx="507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7B70A1A6-B5A3-4B51-991D-A76DAE1041B8}"/>
                  </a:ext>
                </a:extLst>
              </p14:cNvPr>
              <p14:cNvContentPartPr/>
              <p14:nvPr/>
            </p14:nvContentPartPr>
            <p14:xfrm>
              <a:off x="7054246" y="6710458"/>
              <a:ext cx="360" cy="5760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7B70A1A6-B5A3-4B51-991D-A76DAE1041B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036606" y="6692458"/>
                <a:ext cx="360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2001BDFF-1938-47A6-8F95-AC3FBD5E5909}"/>
                  </a:ext>
                </a:extLst>
              </p14:cNvPr>
              <p14:cNvContentPartPr/>
              <p14:nvPr/>
            </p14:nvContentPartPr>
            <p14:xfrm>
              <a:off x="6808366" y="5357938"/>
              <a:ext cx="91440" cy="3193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2001BDFF-1938-47A6-8F95-AC3FBD5E590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790726" y="5339938"/>
                <a:ext cx="12708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08344906-A9D7-4862-ABE1-F1151EB5F8F1}"/>
                  </a:ext>
                </a:extLst>
              </p14:cNvPr>
              <p14:cNvContentPartPr/>
              <p14:nvPr/>
            </p14:nvContentPartPr>
            <p14:xfrm>
              <a:off x="6803686" y="4155178"/>
              <a:ext cx="101880" cy="3430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08344906-A9D7-4862-ABE1-F1151EB5F8F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785686" y="4137538"/>
                <a:ext cx="1375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3D24BE5E-B821-4D55-831E-63FA260A3C36}"/>
                  </a:ext>
                </a:extLst>
              </p14:cNvPr>
              <p14:cNvContentPartPr/>
              <p14:nvPr/>
            </p14:nvContentPartPr>
            <p14:xfrm>
              <a:off x="6818446" y="3019018"/>
              <a:ext cx="105480" cy="3402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3D24BE5E-B821-4D55-831E-63FA260A3C3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800446" y="3001378"/>
                <a:ext cx="1411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0FE5A0A3-BAD6-43B8-A1C5-AECA9267A7E0}"/>
                  </a:ext>
                </a:extLst>
              </p14:cNvPr>
              <p14:cNvContentPartPr/>
              <p14:nvPr/>
            </p14:nvContentPartPr>
            <p14:xfrm>
              <a:off x="6847606" y="2031178"/>
              <a:ext cx="79560" cy="3535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0FE5A0A3-BAD6-43B8-A1C5-AECA9267A7E0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829966" y="2013538"/>
                <a:ext cx="11520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5D459DCB-7BF2-4719-9F11-4D202BA577AA}"/>
                  </a:ext>
                </a:extLst>
              </p14:cNvPr>
              <p14:cNvContentPartPr/>
              <p14:nvPr/>
            </p14:nvContentPartPr>
            <p14:xfrm>
              <a:off x="6822766" y="6106378"/>
              <a:ext cx="142920" cy="2487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5D459DCB-7BF2-4719-9F11-4D202BA577AA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804766" y="6088738"/>
                <a:ext cx="1785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A7785B12-9134-4153-B7DF-87BD13FCCCEF}"/>
                  </a:ext>
                </a:extLst>
              </p14:cNvPr>
              <p14:cNvContentPartPr/>
              <p14:nvPr/>
            </p14:nvContentPartPr>
            <p14:xfrm>
              <a:off x="7374646" y="2585578"/>
              <a:ext cx="24120" cy="2750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A7785B12-9134-4153-B7DF-87BD13FCCCEF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7357006" y="2567578"/>
                <a:ext cx="597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C2DA81DE-4502-48DE-9D5B-486AC0A0AFCE}"/>
                  </a:ext>
                </a:extLst>
              </p14:cNvPr>
              <p14:cNvContentPartPr/>
              <p14:nvPr/>
            </p14:nvContentPartPr>
            <p14:xfrm>
              <a:off x="7386886" y="3072298"/>
              <a:ext cx="2520" cy="2448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C2DA81DE-4502-48DE-9D5B-486AC0A0AFCE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7368886" y="3054298"/>
                <a:ext cx="381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D758B09A-4660-4D9E-A702-830DB6F213A1}"/>
                  </a:ext>
                </a:extLst>
              </p14:cNvPr>
              <p14:cNvContentPartPr/>
              <p14:nvPr/>
            </p14:nvContentPartPr>
            <p14:xfrm>
              <a:off x="7393366" y="3829378"/>
              <a:ext cx="5400" cy="2491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D758B09A-4660-4D9E-A702-830DB6F213A1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7375726" y="3811378"/>
                <a:ext cx="410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61901FE1-9D38-4DD3-B252-B315164A3B9F}"/>
                  </a:ext>
                </a:extLst>
              </p14:cNvPr>
              <p14:cNvContentPartPr/>
              <p14:nvPr/>
            </p14:nvContentPartPr>
            <p14:xfrm>
              <a:off x="7418206" y="4512658"/>
              <a:ext cx="360" cy="3535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61901FE1-9D38-4DD3-B252-B315164A3B9F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400206" y="4494658"/>
                <a:ext cx="3600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B68DFC36-B316-4A78-8139-C6C8BD80568C}"/>
                  </a:ext>
                </a:extLst>
              </p14:cNvPr>
              <p14:cNvContentPartPr/>
              <p14:nvPr/>
            </p14:nvContentPartPr>
            <p14:xfrm>
              <a:off x="7408126" y="5254978"/>
              <a:ext cx="5400" cy="2466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B68DFC36-B316-4A78-8139-C6C8BD80568C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390486" y="5237338"/>
                <a:ext cx="410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C4C3648F-CD4F-404D-AA3B-F03EE023C6F7}"/>
                  </a:ext>
                </a:extLst>
              </p14:cNvPr>
              <p14:cNvContentPartPr/>
              <p14:nvPr/>
            </p14:nvContentPartPr>
            <p14:xfrm>
              <a:off x="7413526" y="5761498"/>
              <a:ext cx="360" cy="2494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C4C3648F-CD4F-404D-AA3B-F03EE023C6F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395526" y="5743858"/>
                <a:ext cx="360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D885B797-0AE4-4514-A4C5-E8BA0F80B908}"/>
                  </a:ext>
                </a:extLst>
              </p14:cNvPr>
              <p14:cNvContentPartPr/>
              <p14:nvPr/>
            </p14:nvContentPartPr>
            <p14:xfrm>
              <a:off x="7438366" y="6331738"/>
              <a:ext cx="9360" cy="1648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D885B797-0AE4-4514-A4C5-E8BA0F80B90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420726" y="6313738"/>
                <a:ext cx="450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BAA39CB5-98CD-4A6F-AE27-24F6AFB6F116}"/>
                  </a:ext>
                </a:extLst>
              </p14:cNvPr>
              <p14:cNvContentPartPr/>
              <p14:nvPr/>
            </p14:nvContentPartPr>
            <p14:xfrm>
              <a:off x="7125166" y="5438938"/>
              <a:ext cx="109440" cy="15300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BAA39CB5-98CD-4A6F-AE27-24F6AFB6F11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107166" y="5420938"/>
                <a:ext cx="1450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ED20B08C-DC10-4A0E-8C71-9F30517B3E17}"/>
                  </a:ext>
                </a:extLst>
              </p14:cNvPr>
              <p14:cNvContentPartPr/>
              <p14:nvPr/>
            </p14:nvContentPartPr>
            <p14:xfrm>
              <a:off x="7226326" y="4355698"/>
              <a:ext cx="100080" cy="1836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ED20B08C-DC10-4A0E-8C71-9F30517B3E17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208326" y="4337698"/>
                <a:ext cx="135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F03E9D25-1EF5-4520-A5F3-C84192DC3110}"/>
                  </a:ext>
                </a:extLst>
              </p14:cNvPr>
              <p14:cNvContentPartPr/>
              <p14:nvPr/>
            </p14:nvContentPartPr>
            <p14:xfrm>
              <a:off x="7139566" y="3102898"/>
              <a:ext cx="126720" cy="2246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F03E9D25-1EF5-4520-A5F3-C84192DC311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121926" y="3084898"/>
                <a:ext cx="1623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7F0FCC07-48F8-4BE9-9F82-E737AE7C310F}"/>
                  </a:ext>
                </a:extLst>
              </p14:cNvPr>
              <p14:cNvContentPartPr/>
              <p14:nvPr/>
            </p14:nvContentPartPr>
            <p14:xfrm>
              <a:off x="7193926" y="2151418"/>
              <a:ext cx="91440" cy="1918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7F0FCC07-48F8-4BE9-9F82-E737AE7C310F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175926" y="2133418"/>
                <a:ext cx="1270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677695A4-AEC5-474F-852E-6A5F908DDF96}"/>
                  </a:ext>
                </a:extLst>
              </p14:cNvPr>
              <p14:cNvContentPartPr/>
              <p14:nvPr/>
            </p14:nvContentPartPr>
            <p14:xfrm>
              <a:off x="7198246" y="6103498"/>
              <a:ext cx="111240" cy="1926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677695A4-AEC5-474F-852E-6A5F908DDF96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180246" y="6085858"/>
                <a:ext cx="1468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A04EC9C7-D3D7-4281-8DD0-BE86C7A68BEA}"/>
                  </a:ext>
                </a:extLst>
              </p14:cNvPr>
              <p14:cNvContentPartPr/>
              <p14:nvPr/>
            </p14:nvContentPartPr>
            <p14:xfrm>
              <a:off x="7782886" y="3721018"/>
              <a:ext cx="14400" cy="2120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A04EC9C7-D3D7-4281-8DD0-BE86C7A68BE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764886" y="3703378"/>
                <a:ext cx="500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22537B98-BA93-4CFB-9D74-8F377B34F9AE}"/>
                  </a:ext>
                </a:extLst>
              </p14:cNvPr>
              <p14:cNvContentPartPr/>
              <p14:nvPr/>
            </p14:nvContentPartPr>
            <p14:xfrm>
              <a:off x="7766686" y="4291618"/>
              <a:ext cx="10800" cy="2912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22537B98-BA93-4CFB-9D74-8F377B34F9AE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749046" y="4273618"/>
                <a:ext cx="464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16A420EB-EBA3-4444-8DBA-DAFE9FE74BA9}"/>
                  </a:ext>
                </a:extLst>
              </p14:cNvPr>
              <p14:cNvContentPartPr/>
              <p14:nvPr/>
            </p14:nvContentPartPr>
            <p14:xfrm>
              <a:off x="7751566" y="4945378"/>
              <a:ext cx="6480" cy="3016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16A420EB-EBA3-4444-8DBA-DAFE9FE74BA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733566" y="4927378"/>
                <a:ext cx="4212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FE98767-DD05-4F1C-BD7B-71EA444FA7F9}"/>
                  </a:ext>
                </a:extLst>
              </p14:cNvPr>
              <p14:cNvContentPartPr/>
              <p14:nvPr/>
            </p14:nvContentPartPr>
            <p14:xfrm>
              <a:off x="7722766" y="5525698"/>
              <a:ext cx="10800" cy="1465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FE98767-DD05-4F1C-BD7B-71EA444FA7F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705126" y="5507698"/>
                <a:ext cx="464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B52CB828-0A5D-4084-952C-B23F52CDAC2B}"/>
                  </a:ext>
                </a:extLst>
              </p14:cNvPr>
              <p14:cNvContentPartPr/>
              <p14:nvPr/>
            </p14:nvContentPartPr>
            <p14:xfrm>
              <a:off x="7762006" y="5918818"/>
              <a:ext cx="10440" cy="22752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B52CB828-0A5D-4084-952C-B23F52CDAC2B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744006" y="5901178"/>
                <a:ext cx="460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B7CEF578-CC39-4690-91CD-1424341117C8}"/>
                  </a:ext>
                </a:extLst>
              </p14:cNvPr>
              <p14:cNvContentPartPr/>
              <p14:nvPr/>
            </p14:nvContentPartPr>
            <p14:xfrm>
              <a:off x="7796926" y="6341818"/>
              <a:ext cx="48240" cy="2325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B7CEF578-CC39-4690-91CD-1424341117C8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778926" y="6323818"/>
                <a:ext cx="838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7264F596-4C4C-4D2D-9810-AB424F9B27A5}"/>
                  </a:ext>
                </a:extLst>
              </p14:cNvPr>
              <p14:cNvContentPartPr/>
              <p14:nvPr/>
            </p14:nvContentPartPr>
            <p14:xfrm>
              <a:off x="7506046" y="5260018"/>
              <a:ext cx="119880" cy="2278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7264F596-4C4C-4D2D-9810-AB424F9B27A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488406" y="5242018"/>
                <a:ext cx="1555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33D703AC-B32C-40F0-A176-A7DBAB898983}"/>
                  </a:ext>
                </a:extLst>
              </p14:cNvPr>
              <p14:cNvContentPartPr/>
              <p14:nvPr/>
            </p14:nvContentPartPr>
            <p14:xfrm>
              <a:off x="7497406" y="4410778"/>
              <a:ext cx="97560" cy="15480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33D703AC-B32C-40F0-A176-A7DBAB898983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7479766" y="4393138"/>
                <a:ext cx="13320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CF7E5C0B-ACE9-44A3-AE87-8490E897FEB0}"/>
                  </a:ext>
                </a:extLst>
              </p14:cNvPr>
              <p14:cNvContentPartPr/>
              <p14:nvPr/>
            </p14:nvContentPartPr>
            <p14:xfrm>
              <a:off x="7509286" y="3224578"/>
              <a:ext cx="100800" cy="1767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CF7E5C0B-ACE9-44A3-AE87-8490E897FEB0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7491286" y="3206578"/>
                <a:ext cx="1364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E4F50657-31BE-46CB-BC89-2B2A247D28E0}"/>
                  </a:ext>
                </a:extLst>
              </p14:cNvPr>
              <p14:cNvContentPartPr/>
              <p14:nvPr/>
            </p14:nvContentPartPr>
            <p14:xfrm>
              <a:off x="7535926" y="2054938"/>
              <a:ext cx="66960" cy="3351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E4F50657-31BE-46CB-BC89-2B2A247D28E0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518286" y="2037298"/>
                <a:ext cx="1026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FD4CF97C-BE61-41DD-8ED9-2DF03EA414A4}"/>
                  </a:ext>
                </a:extLst>
              </p14:cNvPr>
              <p14:cNvContentPartPr/>
              <p14:nvPr/>
            </p14:nvContentPartPr>
            <p14:xfrm>
              <a:off x="7546006" y="6129778"/>
              <a:ext cx="39960" cy="2617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FD4CF97C-BE61-41DD-8ED9-2DF03EA414A4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528366" y="6111778"/>
                <a:ext cx="75600" cy="29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77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65C0903E-B7D5-4B70-890A-9956F7B8EC38}"/>
                  </a:ext>
                </a:extLst>
              </p14:cNvPr>
              <p14:cNvContentPartPr/>
              <p14:nvPr/>
            </p14:nvContentPartPr>
            <p14:xfrm>
              <a:off x="774549" y="717025"/>
              <a:ext cx="8405280" cy="51865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65C0903E-B7D5-4B70-890A-9956F7B8EC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909" y="699025"/>
                <a:ext cx="8440920" cy="522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9B364CED-9072-4668-B17E-5E221CE3B726}"/>
                  </a:ext>
                </a:extLst>
              </p14:cNvPr>
              <p14:cNvContentPartPr/>
              <p14:nvPr/>
            </p14:nvContentPartPr>
            <p14:xfrm>
              <a:off x="9607149" y="1242625"/>
              <a:ext cx="151920" cy="86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9B364CED-9072-4668-B17E-5E221CE3B7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89509" y="1224625"/>
                <a:ext cx="1875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6300C89E-7A08-414A-905A-11E955C6DFD9}"/>
                  </a:ext>
                </a:extLst>
              </p14:cNvPr>
              <p14:cNvContentPartPr/>
              <p14:nvPr/>
            </p14:nvContentPartPr>
            <p14:xfrm>
              <a:off x="9581589" y="1325065"/>
              <a:ext cx="228600" cy="277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6300C89E-7A08-414A-905A-11E955C6DF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63949" y="1307065"/>
                <a:ext cx="264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FEC57F44-A798-4CCD-9574-30AAD8B2A828}"/>
                  </a:ext>
                </a:extLst>
              </p14:cNvPr>
              <p14:cNvContentPartPr/>
              <p14:nvPr/>
            </p14:nvContentPartPr>
            <p14:xfrm>
              <a:off x="9514269" y="1756345"/>
              <a:ext cx="189720" cy="194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FEC57F44-A798-4CCD-9574-30AAD8B2A8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96629" y="1738345"/>
                <a:ext cx="2253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A0E94D35-C3E2-4B6B-9C82-E7F1B939AA19}"/>
                  </a:ext>
                </a:extLst>
              </p14:cNvPr>
              <p14:cNvContentPartPr/>
              <p14:nvPr/>
            </p14:nvContentPartPr>
            <p14:xfrm>
              <a:off x="9572229" y="1840585"/>
              <a:ext cx="220320" cy="219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A0E94D35-C3E2-4B6B-9C82-E7F1B939AA1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54229" y="1822945"/>
                <a:ext cx="2559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7BD1EDFC-1413-4E3B-B700-17389B372DD0}"/>
                  </a:ext>
                </a:extLst>
              </p14:cNvPr>
              <p14:cNvContentPartPr/>
              <p14:nvPr/>
            </p14:nvContentPartPr>
            <p14:xfrm>
              <a:off x="10067589" y="1584265"/>
              <a:ext cx="366480" cy="3477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7BD1EDFC-1413-4E3B-B700-17389B372D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49589" y="1566284"/>
                <a:ext cx="402120" cy="3833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88EAB8BA-F8AF-498E-ACD1-BCEF8A10A273}"/>
                  </a:ext>
                </a:extLst>
              </p14:cNvPr>
              <p14:cNvContentPartPr/>
              <p14:nvPr/>
            </p14:nvContentPartPr>
            <p14:xfrm>
              <a:off x="10046349" y="1044625"/>
              <a:ext cx="304920" cy="3484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88EAB8BA-F8AF-498E-ACD1-BCEF8A10A27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28349" y="1026625"/>
                <a:ext cx="3405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0C4146A1-603B-44E4-A7E9-91252D792487}"/>
                  </a:ext>
                </a:extLst>
              </p14:cNvPr>
              <p14:cNvContentPartPr/>
              <p14:nvPr/>
            </p14:nvContentPartPr>
            <p14:xfrm>
              <a:off x="9648909" y="2348185"/>
              <a:ext cx="227160" cy="61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0C4146A1-603B-44E4-A7E9-91252D79248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31269" y="2330545"/>
                <a:ext cx="2628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A1068D14-86B4-4EB9-845D-6CB13CEB7544}"/>
                  </a:ext>
                </a:extLst>
              </p14:cNvPr>
              <p14:cNvContentPartPr/>
              <p14:nvPr/>
            </p14:nvContentPartPr>
            <p14:xfrm>
              <a:off x="9702189" y="2415145"/>
              <a:ext cx="247680" cy="1980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A1068D14-86B4-4EB9-845D-6CB13CEB75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84189" y="2397505"/>
                <a:ext cx="2833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4FB8FD51-1620-4688-85FB-1B519F71920F}"/>
                  </a:ext>
                </a:extLst>
              </p14:cNvPr>
              <p14:cNvContentPartPr/>
              <p14:nvPr/>
            </p14:nvContentPartPr>
            <p14:xfrm>
              <a:off x="9721269" y="2742745"/>
              <a:ext cx="182880" cy="100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4FB8FD51-1620-4688-85FB-1B519F7192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703629" y="2724745"/>
                <a:ext cx="2185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2C53EFA4-4739-4DEB-A95B-3B036C363E43}"/>
                  </a:ext>
                </a:extLst>
              </p14:cNvPr>
              <p14:cNvContentPartPr/>
              <p14:nvPr/>
            </p14:nvContentPartPr>
            <p14:xfrm>
              <a:off x="9711549" y="2822305"/>
              <a:ext cx="253080" cy="273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2C53EFA4-4739-4DEB-A95B-3B036C363E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93549" y="2804305"/>
                <a:ext cx="288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03C03EF4-AEAA-4E5F-8A4C-F90AE1827AF4}"/>
                  </a:ext>
                </a:extLst>
              </p14:cNvPr>
              <p14:cNvContentPartPr/>
              <p14:nvPr/>
            </p14:nvContentPartPr>
            <p14:xfrm>
              <a:off x="10125549" y="2579305"/>
              <a:ext cx="376920" cy="39204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03C03EF4-AEAA-4E5F-8A4C-F90AE1827AF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107549" y="2561305"/>
                <a:ext cx="41256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69557BD8-361C-4733-ABFA-8756358A0605}"/>
                  </a:ext>
                </a:extLst>
              </p14:cNvPr>
              <p14:cNvContentPartPr/>
              <p14:nvPr/>
            </p14:nvContentPartPr>
            <p14:xfrm>
              <a:off x="10107549" y="2082865"/>
              <a:ext cx="367920" cy="3884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69557BD8-361C-4733-ABFA-8756358A060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89549" y="2064865"/>
                <a:ext cx="403560" cy="4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3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AF13AEA-AF4C-4FD9-B6BC-CA24B7683049}"/>
                  </a:ext>
                </a:extLst>
              </p14:cNvPr>
              <p14:cNvContentPartPr/>
              <p14:nvPr/>
            </p14:nvContentPartPr>
            <p14:xfrm>
              <a:off x="1833747" y="426658"/>
              <a:ext cx="2431440" cy="59252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AF13AEA-AF4C-4FD9-B6BC-CA24B76830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5747" y="408659"/>
                <a:ext cx="2467080" cy="5960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10D09CF-1EC5-4FDF-8C94-ECE19A313E71}"/>
                  </a:ext>
                </a:extLst>
              </p14:cNvPr>
              <p14:cNvContentPartPr/>
              <p14:nvPr/>
            </p14:nvContentPartPr>
            <p14:xfrm>
              <a:off x="5849907" y="1199218"/>
              <a:ext cx="1452960" cy="18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10D09CF-1EC5-4FDF-8C94-ECE19A313E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2267" y="1181578"/>
                <a:ext cx="14886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D8EC156-041D-48CE-93D8-08E6D776F705}"/>
                  </a:ext>
                </a:extLst>
              </p14:cNvPr>
              <p14:cNvContentPartPr/>
              <p14:nvPr/>
            </p14:nvContentPartPr>
            <p14:xfrm>
              <a:off x="5869707" y="634738"/>
              <a:ext cx="1353600" cy="4244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D8EC156-041D-48CE-93D8-08E6D776F7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1707" y="616738"/>
                <a:ext cx="138924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CD0F59F-D224-46E4-B7AC-599282F892A2}"/>
                  </a:ext>
                </a:extLst>
              </p14:cNvPr>
              <p14:cNvContentPartPr/>
              <p14:nvPr/>
            </p14:nvContentPartPr>
            <p14:xfrm>
              <a:off x="7419867" y="609178"/>
              <a:ext cx="96120" cy="4730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CD0F59F-D224-46E4-B7AC-599282F892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02227" y="591178"/>
                <a:ext cx="13176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1260512-0B05-4305-AD13-E935FF2013BD}"/>
                  </a:ext>
                </a:extLst>
              </p14:cNvPr>
              <p14:cNvContentPartPr/>
              <p14:nvPr/>
            </p14:nvContentPartPr>
            <p14:xfrm>
              <a:off x="7973907" y="822298"/>
              <a:ext cx="40680" cy="820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1260512-0B05-4305-AD13-E935FF2013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55907" y="804658"/>
                <a:ext cx="763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C92612DB-0051-4FBA-9A56-13E823C811C6}"/>
                  </a:ext>
                </a:extLst>
              </p14:cNvPr>
              <p14:cNvContentPartPr/>
              <p14:nvPr/>
            </p14:nvContentPartPr>
            <p14:xfrm>
              <a:off x="5839827" y="1656418"/>
              <a:ext cx="410760" cy="3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C92612DB-0051-4FBA-9A56-13E823C811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22187" y="1638418"/>
                <a:ext cx="446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2FB5487-8532-4145-80A8-013C1569735D}"/>
                  </a:ext>
                </a:extLst>
              </p14:cNvPr>
              <p14:cNvContentPartPr/>
              <p14:nvPr/>
            </p14:nvContentPartPr>
            <p14:xfrm>
              <a:off x="9878667" y="1279498"/>
              <a:ext cx="290520" cy="2977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2FB5487-8532-4145-80A8-013C156973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60667" y="1261498"/>
                <a:ext cx="3261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7A3CA7C7-AD03-474D-9447-5F0CE4424A57}"/>
                  </a:ext>
                </a:extLst>
              </p14:cNvPr>
              <p14:cNvContentPartPr/>
              <p14:nvPr/>
            </p14:nvContentPartPr>
            <p14:xfrm>
              <a:off x="10534947" y="1054858"/>
              <a:ext cx="1346400" cy="4932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7A3CA7C7-AD03-474D-9447-5F0CE4424A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16947" y="1036858"/>
                <a:ext cx="1382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23DF7AD-03D0-480C-AB94-D0E8173E68A2}"/>
                  </a:ext>
                </a:extLst>
              </p14:cNvPr>
              <p14:cNvContentPartPr/>
              <p14:nvPr/>
            </p14:nvContentPartPr>
            <p14:xfrm>
              <a:off x="7142667" y="1320898"/>
              <a:ext cx="2418120" cy="3272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23DF7AD-03D0-480C-AB94-D0E8173E68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25027" y="1302898"/>
                <a:ext cx="24537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BA1EDBB4-C0D6-4BCC-B1DA-4E5D155A7A1D}"/>
                  </a:ext>
                </a:extLst>
              </p14:cNvPr>
              <p14:cNvContentPartPr/>
              <p14:nvPr/>
            </p14:nvContentPartPr>
            <p14:xfrm>
              <a:off x="6469467" y="1424218"/>
              <a:ext cx="282600" cy="28800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BA1EDBB4-C0D6-4BCC-B1DA-4E5D155A7A1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51467" y="1406218"/>
                <a:ext cx="3182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214AA83C-4011-4459-9597-D1C19BDE673F}"/>
                  </a:ext>
                </a:extLst>
              </p14:cNvPr>
              <p14:cNvContentPartPr/>
              <p14:nvPr/>
            </p14:nvContentPartPr>
            <p14:xfrm>
              <a:off x="6002187" y="2241418"/>
              <a:ext cx="364680" cy="79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214AA83C-4011-4459-9597-D1C19BDE67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84547" y="2223418"/>
                <a:ext cx="400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4D707E64-6B4D-4271-A4E5-E1480321EC8B}"/>
                  </a:ext>
                </a:extLst>
              </p14:cNvPr>
              <p14:cNvContentPartPr/>
              <p14:nvPr/>
            </p14:nvContentPartPr>
            <p14:xfrm>
              <a:off x="9524067" y="1950898"/>
              <a:ext cx="707760" cy="33948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4D707E64-6B4D-4271-A4E5-E1480321EC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06418" y="1933258"/>
                <a:ext cx="743418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FB2EAA39-76E8-459D-A503-3435448C1537}"/>
                  </a:ext>
                </a:extLst>
              </p14:cNvPr>
              <p14:cNvContentPartPr/>
              <p14:nvPr/>
            </p14:nvContentPartPr>
            <p14:xfrm>
              <a:off x="7496907" y="1990858"/>
              <a:ext cx="1589400" cy="2952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FB2EAA39-76E8-459D-A503-3435448C15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79267" y="1972858"/>
                <a:ext cx="16250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0C6B8F50-A530-41FE-951F-12D0C8DD765C}"/>
                  </a:ext>
                </a:extLst>
              </p14:cNvPr>
              <p14:cNvContentPartPr/>
              <p14:nvPr/>
            </p14:nvContentPartPr>
            <p14:xfrm>
              <a:off x="6641547" y="2039818"/>
              <a:ext cx="563400" cy="2732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0C6B8F50-A530-41FE-951F-12D0C8DD76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23547" y="2022155"/>
                <a:ext cx="599040" cy="308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CC090E75-3E0B-4943-84D9-6A697E6D351B}"/>
                  </a:ext>
                </a:extLst>
              </p14:cNvPr>
              <p14:cNvContentPartPr/>
              <p14:nvPr/>
            </p14:nvContentPartPr>
            <p14:xfrm>
              <a:off x="8557467" y="2571178"/>
              <a:ext cx="327240" cy="3042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CC090E75-3E0B-4943-84D9-6A697E6D351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39467" y="2553538"/>
                <a:ext cx="36288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EC09C3D3-6CE0-4FAA-BB46-E77AD3053845}"/>
                  </a:ext>
                </a:extLst>
              </p14:cNvPr>
              <p14:cNvContentPartPr/>
              <p14:nvPr/>
            </p14:nvContentPartPr>
            <p14:xfrm>
              <a:off x="9271347" y="2656858"/>
              <a:ext cx="896760" cy="1594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EC09C3D3-6CE0-4FAA-BB46-E77AD305384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53347" y="2639218"/>
                <a:ext cx="9324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620FC086-147B-4E02-AAD9-FBF93B1CE124}"/>
                  </a:ext>
                </a:extLst>
              </p14:cNvPr>
              <p14:cNvContentPartPr/>
              <p14:nvPr/>
            </p14:nvContentPartPr>
            <p14:xfrm>
              <a:off x="11046147" y="2575858"/>
              <a:ext cx="54000" cy="4464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620FC086-147B-4E02-AAD9-FBF93B1CE12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028507" y="2557858"/>
                <a:ext cx="896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ACF0ABD0-C14B-45EE-9D6B-277A45942D60}"/>
                  </a:ext>
                </a:extLst>
              </p14:cNvPr>
              <p14:cNvContentPartPr/>
              <p14:nvPr/>
            </p14:nvContentPartPr>
            <p14:xfrm>
              <a:off x="11803947" y="2543098"/>
              <a:ext cx="83160" cy="525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ACF0ABD0-C14B-45EE-9D6B-277A45942D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786307" y="2525458"/>
                <a:ext cx="1188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3AAC0CD7-D458-4CFD-B06D-91EF47285365}"/>
                  </a:ext>
                </a:extLst>
              </p14:cNvPr>
              <p14:cNvContentPartPr/>
              <p14:nvPr/>
            </p14:nvContentPartPr>
            <p14:xfrm>
              <a:off x="11547627" y="2655058"/>
              <a:ext cx="445320" cy="20196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3AAC0CD7-D458-4CFD-B06D-91EF472853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529642" y="2637418"/>
                <a:ext cx="480931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53388D81-BBA8-4E6A-978F-CA2A35C8DBA2}"/>
                  </a:ext>
                </a:extLst>
              </p14:cNvPr>
              <p14:cNvContentPartPr/>
              <p14:nvPr/>
            </p14:nvContentPartPr>
            <p14:xfrm>
              <a:off x="11073507" y="2688898"/>
              <a:ext cx="155160" cy="11160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53388D81-BBA8-4E6A-978F-CA2A35C8DB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55507" y="2670898"/>
                <a:ext cx="1908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14263634-4C74-423E-B242-08090D7ED66A}"/>
                  </a:ext>
                </a:extLst>
              </p14:cNvPr>
              <p14:cNvContentPartPr/>
              <p14:nvPr/>
            </p14:nvContentPartPr>
            <p14:xfrm>
              <a:off x="10547187" y="2689978"/>
              <a:ext cx="313560" cy="1166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14263634-4C74-423E-B242-08090D7ED66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529547" y="2672338"/>
                <a:ext cx="3492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A2D1F022-90E8-4E63-B1CA-D73248F35096}"/>
                  </a:ext>
                </a:extLst>
              </p14:cNvPr>
              <p14:cNvContentPartPr/>
              <p14:nvPr/>
            </p14:nvContentPartPr>
            <p14:xfrm>
              <a:off x="6338787" y="2502058"/>
              <a:ext cx="1875960" cy="62748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A2D1F022-90E8-4E63-B1CA-D73248F3509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21144" y="2484418"/>
                <a:ext cx="1911607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AC41DC61-9004-4B49-BF9E-25012AA729E5}"/>
                  </a:ext>
                </a:extLst>
              </p14:cNvPr>
              <p14:cNvContentPartPr/>
              <p14:nvPr/>
            </p14:nvContentPartPr>
            <p14:xfrm>
              <a:off x="6469467" y="3431218"/>
              <a:ext cx="555840" cy="12024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AC41DC61-9004-4B49-BF9E-25012AA729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51467" y="3413578"/>
                <a:ext cx="5914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5F34AA1D-1A3D-4DC8-9949-CD1168FBF692}"/>
                  </a:ext>
                </a:extLst>
              </p14:cNvPr>
              <p14:cNvContentPartPr/>
              <p14:nvPr/>
            </p14:nvContentPartPr>
            <p14:xfrm>
              <a:off x="9881187" y="3451018"/>
              <a:ext cx="12240" cy="12456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5F34AA1D-1A3D-4DC8-9949-CD1168FBF69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63547" y="3433018"/>
                <a:ext cx="478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7BEE41E9-9CD6-429F-B831-D55FBB979B13}"/>
                  </a:ext>
                </a:extLst>
              </p14:cNvPr>
              <p14:cNvContentPartPr/>
              <p14:nvPr/>
            </p14:nvContentPartPr>
            <p14:xfrm>
              <a:off x="9797667" y="3339778"/>
              <a:ext cx="485640" cy="18972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7BEE41E9-9CD6-429F-B831-D55FBB979B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779667" y="3322138"/>
                <a:ext cx="5212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EB716792-9954-4A53-B6DA-5BA98E76C0C2}"/>
                  </a:ext>
                </a:extLst>
              </p14:cNvPr>
              <p14:cNvContentPartPr/>
              <p14:nvPr/>
            </p14:nvContentPartPr>
            <p14:xfrm>
              <a:off x="6391707" y="3897778"/>
              <a:ext cx="478440" cy="33696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EB716792-9954-4A53-B6DA-5BA98E76C0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74067" y="3879778"/>
                <a:ext cx="5140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3F24F7CA-78C8-4159-BCC8-FA872AF604E1}"/>
                  </a:ext>
                </a:extLst>
              </p14:cNvPr>
              <p14:cNvContentPartPr/>
              <p14:nvPr/>
            </p14:nvContentPartPr>
            <p14:xfrm>
              <a:off x="9636387" y="4135378"/>
              <a:ext cx="193320" cy="11592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3F24F7CA-78C8-4159-BCC8-FA872AF604E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618387" y="4117738"/>
                <a:ext cx="228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662D05EF-343E-4C62-B68A-C99EDA9ACF41}"/>
                  </a:ext>
                </a:extLst>
              </p14:cNvPr>
              <p14:cNvContentPartPr/>
              <p14:nvPr/>
            </p14:nvContentPartPr>
            <p14:xfrm>
              <a:off x="7314747" y="3206578"/>
              <a:ext cx="1957320" cy="131220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662D05EF-343E-4C62-B68A-C99EDA9ACF4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97107" y="3188578"/>
                <a:ext cx="1992960" cy="13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95ABD29B-44D6-4563-9B07-CD9C1C7376AD}"/>
                  </a:ext>
                </a:extLst>
              </p14:cNvPr>
              <p14:cNvContentPartPr/>
              <p14:nvPr/>
            </p14:nvContentPartPr>
            <p14:xfrm>
              <a:off x="10648347" y="3282178"/>
              <a:ext cx="1364040" cy="55656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95ABD29B-44D6-4563-9B07-CD9C1C7376A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30347" y="3264190"/>
                <a:ext cx="1399680" cy="592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47C55CD2-5545-4614-B1CB-1542ACE0A71B}"/>
                  </a:ext>
                </a:extLst>
              </p14:cNvPr>
              <p14:cNvContentPartPr/>
              <p14:nvPr/>
            </p14:nvContentPartPr>
            <p14:xfrm>
              <a:off x="10259547" y="3952138"/>
              <a:ext cx="1549440" cy="3416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47C55CD2-5545-4614-B1CB-1542ACE0A71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241903" y="3934498"/>
                <a:ext cx="1585088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2A33C71F-DEFB-4BD2-B52F-9099989E611D}"/>
                  </a:ext>
                </a:extLst>
              </p14:cNvPr>
              <p14:cNvContentPartPr/>
              <p14:nvPr/>
            </p14:nvContentPartPr>
            <p14:xfrm>
              <a:off x="4866747" y="4885978"/>
              <a:ext cx="5877720" cy="49284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2A33C71F-DEFB-4BD2-B52F-9099989E611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48747" y="4868325"/>
                <a:ext cx="5913360" cy="5285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96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198286" y="137196"/>
            <a:ext cx="95552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FF0000"/>
                </a:solidFill>
              </a:rPr>
              <a:t>Numărătoare binare asincrone – Efecte nedorite    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ro-RO" sz="2000" b="1" dirty="0">
              <a:solidFill>
                <a:srgbClr val="FF0000"/>
              </a:solidFill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33C167C0-E8E4-408D-9C0B-D711E60B1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318" y="1325903"/>
            <a:ext cx="8827082" cy="4206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F5988017-0282-4F0A-8E02-6F9DF4A49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234464"/>
            <a:ext cx="1560559" cy="43890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ECCC623-2B4E-4FED-A3C1-B6A158E44BB9}"/>
                  </a:ext>
                </a:extLst>
              </p14:cNvPr>
              <p14:cNvContentPartPr/>
              <p14:nvPr/>
            </p14:nvContentPartPr>
            <p14:xfrm>
              <a:off x="4731747" y="662098"/>
              <a:ext cx="340560" cy="281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ECCC623-2B4E-4FED-A3C1-B6A158E44B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747" y="644458"/>
                <a:ext cx="3762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BC2A105F-8DF4-4B55-AEDA-DBC47F42B43D}"/>
                  </a:ext>
                </a:extLst>
              </p14:cNvPr>
              <p14:cNvContentPartPr/>
              <p14:nvPr/>
            </p14:nvContentPartPr>
            <p14:xfrm>
              <a:off x="9787587" y="540418"/>
              <a:ext cx="1532880" cy="423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BC2A105F-8DF4-4B55-AEDA-DBC47F42B4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69951" y="522418"/>
                <a:ext cx="1568512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C6CF30C-BA08-4337-A72E-C3B9AE3D1934}"/>
                  </a:ext>
                </a:extLst>
              </p14:cNvPr>
              <p14:cNvContentPartPr/>
              <p14:nvPr/>
            </p14:nvContentPartPr>
            <p14:xfrm>
              <a:off x="6803547" y="590098"/>
              <a:ext cx="2467800" cy="3603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C6CF30C-BA08-4337-A72E-C3B9AE3D19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5547" y="572458"/>
                <a:ext cx="250344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0530BAE-E042-4F38-8D4E-DF85E4EB40FE}"/>
                  </a:ext>
                </a:extLst>
              </p14:cNvPr>
              <p14:cNvContentPartPr/>
              <p14:nvPr/>
            </p14:nvContentPartPr>
            <p14:xfrm>
              <a:off x="5490987" y="578938"/>
              <a:ext cx="865440" cy="3690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0530BAE-E042-4F38-8D4E-DF85E4EB40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72987" y="561281"/>
                <a:ext cx="901080" cy="404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B9F3E07-1AE8-494C-A630-D7463F7865E5}"/>
                  </a:ext>
                </a:extLst>
              </p14:cNvPr>
              <p14:cNvContentPartPr/>
              <p14:nvPr/>
            </p14:nvContentPartPr>
            <p14:xfrm>
              <a:off x="2639427" y="590458"/>
              <a:ext cx="1650240" cy="5425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B9F3E07-1AE8-494C-A630-D7463F7865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21787" y="572830"/>
                <a:ext cx="1685880" cy="578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131E737D-6F18-4E0B-91C1-212A5E08BFF0}"/>
                  </a:ext>
                </a:extLst>
              </p14:cNvPr>
              <p14:cNvContentPartPr/>
              <p14:nvPr/>
            </p14:nvContentPartPr>
            <p14:xfrm>
              <a:off x="5169867" y="4084258"/>
              <a:ext cx="901800" cy="1043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131E737D-6F18-4E0B-91C1-212A5E08BF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1867" y="4066258"/>
                <a:ext cx="937440" cy="10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0E807C1-14CF-455C-9226-015EAF54D9F0}"/>
                  </a:ext>
                </a:extLst>
              </p14:cNvPr>
              <p14:cNvContentPartPr/>
              <p14:nvPr/>
            </p14:nvContentPartPr>
            <p14:xfrm>
              <a:off x="10070907" y="3864298"/>
              <a:ext cx="1141560" cy="11350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0E807C1-14CF-455C-9226-015EAF54D9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52907" y="3846658"/>
                <a:ext cx="1177200" cy="11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9CD9C946-F40F-49A3-986A-A7324486F79C}"/>
                  </a:ext>
                </a:extLst>
              </p14:cNvPr>
              <p14:cNvContentPartPr/>
              <p14:nvPr/>
            </p14:nvContentPartPr>
            <p14:xfrm>
              <a:off x="1081347" y="4925218"/>
              <a:ext cx="56160" cy="2797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9CD9C946-F40F-49A3-986A-A7324486F79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3707" y="4907218"/>
                <a:ext cx="918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798AC44-8617-4A1A-B884-585F9EA535BC}"/>
                  </a:ext>
                </a:extLst>
              </p14:cNvPr>
              <p14:cNvContentPartPr/>
              <p14:nvPr/>
            </p14:nvContentPartPr>
            <p14:xfrm>
              <a:off x="1100787" y="4068058"/>
              <a:ext cx="71640" cy="2422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798AC44-8617-4A1A-B884-585F9EA535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2787" y="4050418"/>
                <a:ext cx="1072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8C429A9-115F-4F33-99BF-052C6084FF1A}"/>
                  </a:ext>
                </a:extLst>
              </p14:cNvPr>
              <p14:cNvContentPartPr/>
              <p14:nvPr/>
            </p14:nvContentPartPr>
            <p14:xfrm>
              <a:off x="1135347" y="3214138"/>
              <a:ext cx="75960" cy="2764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8C429A9-115F-4F33-99BF-052C6084FF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17347" y="3196498"/>
                <a:ext cx="1116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819DCB4-3C96-4AF5-8958-52AE0EBD4BE1}"/>
                  </a:ext>
                </a:extLst>
              </p14:cNvPr>
              <p14:cNvContentPartPr/>
              <p14:nvPr/>
            </p14:nvContentPartPr>
            <p14:xfrm>
              <a:off x="1140027" y="2409178"/>
              <a:ext cx="64440" cy="2271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819DCB4-3C96-4AF5-8958-52AE0EBD4B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2387" y="2391178"/>
                <a:ext cx="1000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04C5F898-C8B9-47C2-8ABC-4752AD1F258A}"/>
                  </a:ext>
                </a:extLst>
              </p14:cNvPr>
              <p14:cNvContentPartPr/>
              <p14:nvPr/>
            </p14:nvContentPartPr>
            <p14:xfrm>
              <a:off x="1415067" y="2483338"/>
              <a:ext cx="81000" cy="172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04C5F898-C8B9-47C2-8ABC-4752AD1F258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97427" y="2465698"/>
                <a:ext cx="1166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3646984D-E38A-4F69-A3E6-0BC442AC7FDF}"/>
                  </a:ext>
                </a:extLst>
              </p14:cNvPr>
              <p14:cNvContentPartPr/>
              <p14:nvPr/>
            </p14:nvContentPartPr>
            <p14:xfrm>
              <a:off x="1465107" y="3190018"/>
              <a:ext cx="124200" cy="221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3646984D-E38A-4F69-A3E6-0BC442AC7FD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47467" y="3172378"/>
                <a:ext cx="1598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F4EE1F4F-F11C-468B-B1C3-B83DDCA470DB}"/>
                  </a:ext>
                </a:extLst>
              </p14:cNvPr>
              <p14:cNvContentPartPr/>
              <p14:nvPr/>
            </p14:nvContentPartPr>
            <p14:xfrm>
              <a:off x="1481307" y="4030258"/>
              <a:ext cx="116280" cy="232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F4EE1F4F-F11C-468B-B1C3-B83DDCA470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63307" y="4012618"/>
                <a:ext cx="1519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3A37137-FCAB-4F88-AEA1-8F303B802415}"/>
                  </a:ext>
                </a:extLst>
              </p14:cNvPr>
              <p14:cNvContentPartPr/>
              <p14:nvPr/>
            </p14:nvContentPartPr>
            <p14:xfrm>
              <a:off x="1421907" y="4990018"/>
              <a:ext cx="147240" cy="1929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3A37137-FCAB-4F88-AEA1-8F303B80241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03907" y="4972378"/>
                <a:ext cx="1828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62E9521C-A18B-4246-AEA0-3E37C74075C3}"/>
                  </a:ext>
                </a:extLst>
              </p14:cNvPr>
              <p14:cNvContentPartPr/>
              <p14:nvPr/>
            </p14:nvContentPartPr>
            <p14:xfrm>
              <a:off x="1138587" y="6258298"/>
              <a:ext cx="322560" cy="252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62E9521C-A18B-4246-AEA0-3E37C74075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20587" y="6240298"/>
                <a:ext cx="3582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9BD623B-BF47-469D-BE47-E3293AEF2459}"/>
                  </a:ext>
                </a:extLst>
              </p14:cNvPr>
              <p14:cNvContentPartPr/>
              <p14:nvPr/>
            </p14:nvContentPartPr>
            <p14:xfrm>
              <a:off x="1168827" y="5453698"/>
              <a:ext cx="203040" cy="662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9BD623B-BF47-469D-BE47-E3293AEF245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50859" y="5435698"/>
                <a:ext cx="238617" cy="69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9704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64EF03F1-6956-4D6E-8A02-10C67CA4A6EA}"/>
                  </a:ext>
                </a:extLst>
              </p14:cNvPr>
              <p14:cNvContentPartPr/>
              <p14:nvPr/>
            </p14:nvContentPartPr>
            <p14:xfrm>
              <a:off x="187749" y="1862185"/>
              <a:ext cx="4352760" cy="2984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64EF03F1-6956-4D6E-8A02-10C67CA4A6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748" y="1844185"/>
                <a:ext cx="4388403" cy="30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0AC8A17-7416-4189-8A3B-D3D7A4BDDBF5}"/>
                  </a:ext>
                </a:extLst>
              </p14:cNvPr>
              <p14:cNvContentPartPr/>
              <p14:nvPr/>
            </p14:nvContentPartPr>
            <p14:xfrm>
              <a:off x="4922829" y="557905"/>
              <a:ext cx="111600" cy="58579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0AC8A17-7416-4189-8A3B-D3D7A4BDDB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4829" y="522265"/>
                <a:ext cx="147240" cy="59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6AD38197-EF13-487B-BB20-33FC8F37C51E}"/>
                  </a:ext>
                </a:extLst>
              </p14:cNvPr>
              <p14:cNvContentPartPr/>
              <p14:nvPr/>
            </p14:nvContentPartPr>
            <p14:xfrm>
              <a:off x="1834029" y="290425"/>
              <a:ext cx="267120" cy="137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6AD38197-EF13-487B-BB20-33FC8F37C5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6029" y="254425"/>
                <a:ext cx="3027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BAB9228-1E0D-4238-ACF3-2C560D729019}"/>
                  </a:ext>
                </a:extLst>
              </p14:cNvPr>
              <p14:cNvContentPartPr/>
              <p14:nvPr/>
            </p14:nvContentPartPr>
            <p14:xfrm>
              <a:off x="2097189" y="132025"/>
              <a:ext cx="57240" cy="3934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BAB9228-1E0D-4238-ACF3-2C560D7290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79549" y="96025"/>
                <a:ext cx="928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21F6C83-9509-4F22-9DAE-EC467F992641}"/>
                  </a:ext>
                </a:extLst>
              </p14:cNvPr>
              <p14:cNvContentPartPr/>
              <p14:nvPr/>
            </p14:nvContentPartPr>
            <p14:xfrm>
              <a:off x="2373309" y="161545"/>
              <a:ext cx="740160" cy="5554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21F6C83-9509-4F22-9DAE-EC467F9926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55309" y="125545"/>
                <a:ext cx="775800" cy="6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728D6400-48FE-44A3-B69A-9B2067092035}"/>
                  </a:ext>
                </a:extLst>
              </p14:cNvPr>
              <p14:cNvContentPartPr/>
              <p14:nvPr/>
            </p14:nvContentPartPr>
            <p14:xfrm>
              <a:off x="3508029" y="331825"/>
              <a:ext cx="44640" cy="1900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728D6400-48FE-44A3-B69A-9B20670920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90389" y="295825"/>
                <a:ext cx="802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5F39FB04-FA23-4C16-9E18-0D483A463E0F}"/>
                  </a:ext>
                </a:extLst>
              </p14:cNvPr>
              <p14:cNvContentPartPr/>
              <p14:nvPr/>
            </p14:nvContentPartPr>
            <p14:xfrm>
              <a:off x="3495069" y="168025"/>
              <a:ext cx="34200" cy="46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5F39FB04-FA23-4C16-9E18-0D483A463E0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77429" y="132025"/>
                <a:ext cx="698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8F15D48-E1A9-46EA-BE66-D291CC9D69C0}"/>
                  </a:ext>
                </a:extLst>
              </p14:cNvPr>
              <p14:cNvContentPartPr/>
              <p14:nvPr/>
            </p14:nvContentPartPr>
            <p14:xfrm>
              <a:off x="3654549" y="120505"/>
              <a:ext cx="474840" cy="383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8F15D48-E1A9-46EA-BE66-D291CC9D69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36909" y="84865"/>
                <a:ext cx="5104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71DF6E2C-3633-4E3F-AC08-A46F5883206A}"/>
                  </a:ext>
                </a:extLst>
              </p14:cNvPr>
              <p14:cNvContentPartPr/>
              <p14:nvPr/>
            </p14:nvContentPartPr>
            <p14:xfrm>
              <a:off x="4117149" y="155425"/>
              <a:ext cx="380880" cy="3510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71DF6E2C-3633-4E3F-AC08-A46F588320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99149" y="119785"/>
                <a:ext cx="41652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A9CA4AD1-428E-4F1F-BB0F-7DE161CD3641}"/>
                  </a:ext>
                </a:extLst>
              </p14:cNvPr>
              <p14:cNvContentPartPr/>
              <p14:nvPr/>
            </p14:nvContentPartPr>
            <p14:xfrm>
              <a:off x="5615109" y="225625"/>
              <a:ext cx="120600" cy="3542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A9CA4AD1-428E-4F1F-BB0F-7DE161CD36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97109" y="189985"/>
                <a:ext cx="15624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8608431B-5517-4BDB-81E1-EE7A7894FA30}"/>
                  </a:ext>
                </a:extLst>
              </p14:cNvPr>
              <p14:cNvContentPartPr/>
              <p14:nvPr/>
            </p14:nvContentPartPr>
            <p14:xfrm>
              <a:off x="5818149" y="197545"/>
              <a:ext cx="90000" cy="5169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8608431B-5517-4BDB-81E1-EE7A7894FA3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00149" y="161905"/>
                <a:ext cx="12564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EF38F7C4-AFA8-46B1-8B02-580D1A0F8049}"/>
                  </a:ext>
                </a:extLst>
              </p14:cNvPr>
              <p14:cNvContentPartPr/>
              <p14:nvPr/>
            </p14:nvContentPartPr>
            <p14:xfrm>
              <a:off x="6462549" y="279265"/>
              <a:ext cx="874800" cy="5673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EF38F7C4-AFA8-46B1-8B02-580D1A0F80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44549" y="243625"/>
                <a:ext cx="91044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0D4DFE2D-A61D-4770-B6DA-38C474DD22C0}"/>
                  </a:ext>
                </a:extLst>
              </p14:cNvPr>
              <p14:cNvContentPartPr/>
              <p14:nvPr/>
            </p14:nvContentPartPr>
            <p14:xfrm>
              <a:off x="7787349" y="256585"/>
              <a:ext cx="606240" cy="3063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0D4DFE2D-A61D-4770-B6DA-38C474DD22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69709" y="220945"/>
                <a:ext cx="6418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63BF2594-A3EF-4E62-8FE1-C30FB5B15EF3}"/>
                  </a:ext>
                </a:extLst>
              </p14:cNvPr>
              <p14:cNvContentPartPr/>
              <p14:nvPr/>
            </p14:nvContentPartPr>
            <p14:xfrm>
              <a:off x="8370909" y="99265"/>
              <a:ext cx="573480" cy="4446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63BF2594-A3EF-4E62-8FE1-C30FB5B15E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53269" y="63625"/>
                <a:ext cx="60912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BC707B0A-53CB-4500-9A88-BE358F0B1B65}"/>
                  </a:ext>
                </a:extLst>
              </p14:cNvPr>
              <p14:cNvContentPartPr/>
              <p14:nvPr/>
            </p14:nvContentPartPr>
            <p14:xfrm>
              <a:off x="9793989" y="225625"/>
              <a:ext cx="248400" cy="4024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BC707B0A-53CB-4500-9A88-BE358F0B1B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76349" y="189985"/>
                <a:ext cx="28404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EDCF242A-C4A0-458E-A275-F689D8DDAD04}"/>
                  </a:ext>
                </a:extLst>
              </p14:cNvPr>
              <p14:cNvContentPartPr/>
              <p14:nvPr/>
            </p14:nvContentPartPr>
            <p14:xfrm>
              <a:off x="9548109" y="365665"/>
              <a:ext cx="423000" cy="3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EDCF242A-C4A0-458E-A275-F689D8DDAD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30469" y="329665"/>
                <a:ext cx="458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C97EF35-4084-4B07-AEF0-95116781EC28}"/>
                  </a:ext>
                </a:extLst>
              </p14:cNvPr>
              <p14:cNvContentPartPr/>
              <p14:nvPr/>
            </p14:nvContentPartPr>
            <p14:xfrm>
              <a:off x="10074429" y="515785"/>
              <a:ext cx="221400" cy="4388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C97EF35-4084-4B07-AEF0-95116781EC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56429" y="479785"/>
                <a:ext cx="25704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FD690418-423C-47FA-8DFF-C236815745C2}"/>
                  </a:ext>
                </a:extLst>
              </p14:cNvPr>
              <p14:cNvContentPartPr/>
              <p14:nvPr/>
            </p14:nvContentPartPr>
            <p14:xfrm>
              <a:off x="10539549" y="419305"/>
              <a:ext cx="300960" cy="183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FD690418-423C-47FA-8DFF-C236815745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521549" y="383665"/>
                <a:ext cx="3366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D22A028-5835-4E07-BDA0-FB06C805E508}"/>
                  </a:ext>
                </a:extLst>
              </p14:cNvPr>
              <p14:cNvContentPartPr/>
              <p14:nvPr/>
            </p14:nvContentPartPr>
            <p14:xfrm>
              <a:off x="10563309" y="543505"/>
              <a:ext cx="325080" cy="118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D22A028-5835-4E07-BDA0-FB06C805E5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45669" y="507505"/>
                <a:ext cx="360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D63E45BD-889F-47F1-9E52-AE974D7652FF}"/>
                  </a:ext>
                </a:extLst>
              </p14:cNvPr>
              <p14:cNvContentPartPr/>
              <p14:nvPr/>
            </p14:nvContentPartPr>
            <p14:xfrm>
              <a:off x="10728909" y="201865"/>
              <a:ext cx="47520" cy="5094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D63E45BD-889F-47F1-9E52-AE974D7652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711269" y="165865"/>
                <a:ext cx="8316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D030F21D-1A2A-41AB-80B5-B393B4C0F91E}"/>
                  </a:ext>
                </a:extLst>
              </p14:cNvPr>
              <p14:cNvContentPartPr/>
              <p14:nvPr/>
            </p14:nvContentPartPr>
            <p14:xfrm>
              <a:off x="11001789" y="374305"/>
              <a:ext cx="295560" cy="2426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D030F21D-1A2A-41AB-80B5-B393B4C0F9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83789" y="338665"/>
                <a:ext cx="33120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6913C08-D2FC-4FA5-B8DA-A6FB111E8745}"/>
                  </a:ext>
                </a:extLst>
              </p14:cNvPr>
              <p14:cNvContentPartPr/>
              <p14:nvPr/>
            </p14:nvContentPartPr>
            <p14:xfrm>
              <a:off x="371349" y="503185"/>
              <a:ext cx="3289320" cy="10911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6913C08-D2FC-4FA5-B8DA-A6FB111E874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3349" y="485539"/>
                <a:ext cx="3324960" cy="1126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EC59B6BF-4B48-48BD-B20E-12916D4A17F3}"/>
                  </a:ext>
                </a:extLst>
              </p14:cNvPr>
              <p14:cNvContentPartPr/>
              <p14:nvPr/>
            </p14:nvContentPartPr>
            <p14:xfrm>
              <a:off x="5789349" y="999625"/>
              <a:ext cx="3229200" cy="8730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EC59B6BF-4B48-48BD-B20E-12916D4A17F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71709" y="981625"/>
                <a:ext cx="3264840" cy="9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13825212-5B3F-41D2-84D3-143342FDEB65}"/>
                  </a:ext>
                </a:extLst>
              </p14:cNvPr>
              <p14:cNvContentPartPr/>
              <p14:nvPr/>
            </p14:nvContentPartPr>
            <p14:xfrm>
              <a:off x="6339789" y="3455185"/>
              <a:ext cx="12960" cy="1094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13825212-5B3F-41D2-84D3-143342FDEB6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22149" y="3437545"/>
                <a:ext cx="486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4D6A23A5-3FDA-46E9-9165-2484FA907BB2}"/>
                  </a:ext>
                </a:extLst>
              </p14:cNvPr>
              <p14:cNvContentPartPr/>
              <p14:nvPr/>
            </p14:nvContentPartPr>
            <p14:xfrm>
              <a:off x="6376509" y="3801505"/>
              <a:ext cx="360" cy="1414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4D6A23A5-3FDA-46E9-9165-2484FA907B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58869" y="3783865"/>
                <a:ext cx="360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BAF47479-1DB1-4B52-88EC-1C2A718FA3A5}"/>
                  </a:ext>
                </a:extLst>
              </p14:cNvPr>
              <p14:cNvContentPartPr/>
              <p14:nvPr/>
            </p14:nvContentPartPr>
            <p14:xfrm>
              <a:off x="6395949" y="4143505"/>
              <a:ext cx="9720" cy="820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BAF47479-1DB1-4B52-88EC-1C2A718FA3A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77949" y="4125865"/>
                <a:ext cx="453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6AA073E9-F327-4EF8-BC76-C9D36032573F}"/>
                  </a:ext>
                </a:extLst>
              </p14:cNvPr>
              <p14:cNvContentPartPr/>
              <p14:nvPr/>
            </p14:nvContentPartPr>
            <p14:xfrm>
              <a:off x="8614269" y="3378145"/>
              <a:ext cx="22680" cy="1443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6AA073E9-F327-4EF8-BC76-C9D36032573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96629" y="3360145"/>
                <a:ext cx="583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3E171895-25F6-4A61-B68F-F3BDF34CBB73}"/>
                  </a:ext>
                </a:extLst>
              </p14:cNvPr>
              <p14:cNvContentPartPr/>
              <p14:nvPr/>
            </p14:nvContentPartPr>
            <p14:xfrm>
              <a:off x="8605989" y="3811225"/>
              <a:ext cx="28080" cy="2203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3E171895-25F6-4A61-B68F-F3BDF34CBB7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587989" y="3793585"/>
                <a:ext cx="637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491E1CC9-0F81-4482-A6C7-A3D615704B25}"/>
                  </a:ext>
                </a:extLst>
              </p14:cNvPr>
              <p14:cNvContentPartPr/>
              <p14:nvPr/>
            </p14:nvContentPartPr>
            <p14:xfrm>
              <a:off x="8581869" y="5245465"/>
              <a:ext cx="18360" cy="2847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491E1CC9-0F81-4482-A6C7-A3D615704B2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63869" y="5227825"/>
                <a:ext cx="540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82801780-A887-478E-BD10-7F3F70E2C7F6}"/>
                  </a:ext>
                </a:extLst>
              </p14:cNvPr>
              <p14:cNvContentPartPr/>
              <p14:nvPr/>
            </p14:nvContentPartPr>
            <p14:xfrm>
              <a:off x="8594829" y="5654785"/>
              <a:ext cx="7920" cy="47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82801780-A887-478E-BD10-7F3F70E2C7F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77189" y="5636785"/>
                <a:ext cx="435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D0C0A9E3-BF6E-48AD-9B0A-57C6EDE964F1}"/>
                  </a:ext>
                </a:extLst>
              </p14:cNvPr>
              <p14:cNvContentPartPr/>
              <p14:nvPr/>
            </p14:nvContentPartPr>
            <p14:xfrm>
              <a:off x="5062149" y="4282825"/>
              <a:ext cx="4818600" cy="9014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D0C0A9E3-BF6E-48AD-9B0A-57C6EDE964F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44150" y="4265178"/>
                <a:ext cx="4854237" cy="937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94FDAFD2-9858-4081-A8AE-422FA347935E}"/>
                  </a:ext>
                </a:extLst>
              </p14:cNvPr>
              <p14:cNvContentPartPr/>
              <p14:nvPr/>
            </p14:nvContentPartPr>
            <p14:xfrm>
              <a:off x="5139549" y="2049745"/>
              <a:ext cx="4646880" cy="11325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94FDAFD2-9858-4081-A8AE-422FA347935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21549" y="2032099"/>
                <a:ext cx="4682520" cy="1168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1C5652B-5CE3-4CA1-A0D7-8D504129F9A3}"/>
                  </a:ext>
                </a:extLst>
              </p14:cNvPr>
              <p14:cNvContentPartPr/>
              <p14:nvPr/>
            </p14:nvContentPartPr>
            <p14:xfrm>
              <a:off x="9974709" y="5470825"/>
              <a:ext cx="1032120" cy="3445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1C5652B-5CE3-4CA1-A0D7-8D504129F9A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957069" y="5453185"/>
                <a:ext cx="10677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9C89B6B9-C6FC-4AA1-A504-916BF6EB994B}"/>
                  </a:ext>
                </a:extLst>
              </p14:cNvPr>
              <p14:cNvContentPartPr/>
              <p14:nvPr/>
            </p14:nvContentPartPr>
            <p14:xfrm>
              <a:off x="9461349" y="5298745"/>
              <a:ext cx="250200" cy="5216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9C89B6B9-C6FC-4AA1-A504-916BF6EB99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443349" y="5280745"/>
                <a:ext cx="28584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A2D4F38B-B17D-43CC-9975-CE4EDA046E1E}"/>
                  </a:ext>
                </a:extLst>
              </p14:cNvPr>
              <p14:cNvContentPartPr/>
              <p14:nvPr/>
            </p14:nvContentPartPr>
            <p14:xfrm>
              <a:off x="5153229" y="4234225"/>
              <a:ext cx="3244680" cy="92016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A2D4F38B-B17D-43CC-9975-CE4EDA046E1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35589" y="4198585"/>
                <a:ext cx="328032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9514CCD0-A48E-454F-AB25-29A7BB824F18}"/>
                  </a:ext>
                </a:extLst>
              </p14:cNvPr>
              <p14:cNvContentPartPr/>
              <p14:nvPr/>
            </p14:nvContentPartPr>
            <p14:xfrm>
              <a:off x="5890149" y="4701505"/>
              <a:ext cx="1323000" cy="392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9514CCD0-A48E-454F-AB25-29A7BB824F1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72509" y="4665865"/>
                <a:ext cx="1358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FEB00D11-B558-41E7-A063-870C047FBA60}"/>
                  </a:ext>
                </a:extLst>
              </p14:cNvPr>
              <p14:cNvContentPartPr/>
              <p14:nvPr/>
            </p14:nvContentPartPr>
            <p14:xfrm>
              <a:off x="6693669" y="4606465"/>
              <a:ext cx="188640" cy="22248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FEB00D11-B558-41E7-A063-870C047FBA6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75669" y="4570825"/>
                <a:ext cx="224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0DE5F97D-C1C0-4301-9103-78317FC72BAD}"/>
                  </a:ext>
                </a:extLst>
              </p14:cNvPr>
              <p14:cNvContentPartPr/>
              <p14:nvPr/>
            </p14:nvContentPartPr>
            <p14:xfrm>
              <a:off x="6126309" y="4586305"/>
              <a:ext cx="217800" cy="2167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0DE5F97D-C1C0-4301-9103-78317FC72BA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08669" y="4550305"/>
                <a:ext cx="2534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A619AEAE-4B51-4CB6-A946-9226A84E7347}"/>
                  </a:ext>
                </a:extLst>
              </p14:cNvPr>
              <p14:cNvContentPartPr/>
              <p14:nvPr/>
            </p14:nvContentPartPr>
            <p14:xfrm>
              <a:off x="6493869" y="5334025"/>
              <a:ext cx="185760" cy="379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A619AEAE-4B51-4CB6-A946-9226A84E734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476229" y="5298385"/>
                <a:ext cx="22140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15017D9E-C593-4433-8E9D-E1E04658D20B}"/>
                  </a:ext>
                </a:extLst>
              </p14:cNvPr>
              <p14:cNvContentPartPr/>
              <p14:nvPr/>
            </p14:nvContentPartPr>
            <p14:xfrm>
              <a:off x="6337989" y="5505025"/>
              <a:ext cx="356400" cy="1980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15017D9E-C593-4433-8E9D-E1E04658D20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20349" y="5469385"/>
                <a:ext cx="3920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5FECD099-FDBE-42C1-BB4A-316C581CCE2B}"/>
                  </a:ext>
                </a:extLst>
              </p14:cNvPr>
              <p14:cNvContentPartPr/>
              <p14:nvPr/>
            </p14:nvContentPartPr>
            <p14:xfrm>
              <a:off x="6717789" y="5613745"/>
              <a:ext cx="192600" cy="43236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5FECD099-FDBE-42C1-BB4A-316C581CCE2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00149" y="5578105"/>
                <a:ext cx="228240" cy="5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75D6F05C-7FFA-4ABC-85AD-CF4C3DB598CA}"/>
                  </a:ext>
                </a:extLst>
              </p14:cNvPr>
              <p14:cNvContentPartPr/>
              <p14:nvPr/>
            </p14:nvContentPartPr>
            <p14:xfrm>
              <a:off x="7082829" y="5485585"/>
              <a:ext cx="190800" cy="10728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75D6F05C-7FFA-4ABC-85AD-CF4C3DB598C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65189" y="5449585"/>
                <a:ext cx="2264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079CA33A-076C-4BEE-A76A-AEE37E015B1C}"/>
                  </a:ext>
                </a:extLst>
              </p14:cNvPr>
              <p14:cNvContentPartPr/>
              <p14:nvPr/>
            </p14:nvContentPartPr>
            <p14:xfrm>
              <a:off x="7083909" y="5717065"/>
              <a:ext cx="217800" cy="54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079CA33A-076C-4BEE-A76A-AEE37E015B1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65909" y="5681425"/>
                <a:ext cx="253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28CB7129-133B-4BAB-8A07-CAFF34968B94}"/>
                  </a:ext>
                </a:extLst>
              </p14:cNvPr>
              <p14:cNvContentPartPr/>
              <p14:nvPr/>
            </p14:nvContentPartPr>
            <p14:xfrm>
              <a:off x="7400709" y="5481265"/>
              <a:ext cx="20160" cy="2631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28CB7129-133B-4BAB-8A07-CAFF34968B9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383069" y="5445265"/>
                <a:ext cx="5580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919A8604-2180-4FE9-8A11-5B9C0D66C476}"/>
                  </a:ext>
                </a:extLst>
              </p14:cNvPr>
              <p14:cNvContentPartPr/>
              <p14:nvPr/>
            </p14:nvContentPartPr>
            <p14:xfrm>
              <a:off x="7511229" y="5555425"/>
              <a:ext cx="131760" cy="1623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919A8604-2180-4FE9-8A11-5B9C0D66C47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93229" y="5519425"/>
                <a:ext cx="167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F8BA6A56-7F01-4488-A032-FB9A9D9FA431}"/>
                  </a:ext>
                </a:extLst>
              </p14:cNvPr>
              <p14:cNvContentPartPr/>
              <p14:nvPr/>
            </p14:nvContentPartPr>
            <p14:xfrm>
              <a:off x="7748109" y="5539225"/>
              <a:ext cx="174960" cy="20952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F8BA6A56-7F01-4488-A032-FB9A9D9FA43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30109" y="5503225"/>
                <a:ext cx="2106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E7F51566-5545-4E9A-9CE8-EE6C8FCE9B1B}"/>
                  </a:ext>
                </a:extLst>
              </p14:cNvPr>
              <p14:cNvContentPartPr/>
              <p14:nvPr/>
            </p14:nvContentPartPr>
            <p14:xfrm>
              <a:off x="8011989" y="5532385"/>
              <a:ext cx="144000" cy="2386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E7F51566-5545-4E9A-9CE8-EE6C8FCE9B1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993989" y="5496385"/>
                <a:ext cx="1796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B9132B0E-D5DD-4AAB-8285-50E8285F116E}"/>
                  </a:ext>
                </a:extLst>
              </p14:cNvPr>
              <p14:cNvContentPartPr/>
              <p14:nvPr/>
            </p14:nvContentPartPr>
            <p14:xfrm>
              <a:off x="8320869" y="4225225"/>
              <a:ext cx="199080" cy="118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B9132B0E-D5DD-4AAB-8285-50E8285F116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302869" y="4189585"/>
                <a:ext cx="2347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B0B85AA0-55AA-4CF6-B774-45A94FCC3FE8}"/>
                  </a:ext>
                </a:extLst>
              </p14:cNvPr>
              <p14:cNvContentPartPr/>
              <p14:nvPr/>
            </p14:nvContentPartPr>
            <p14:xfrm>
              <a:off x="8494029" y="4210825"/>
              <a:ext cx="46440" cy="32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B0B85AA0-55AA-4CF6-B774-45A94FCC3FE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476029" y="4175185"/>
                <a:ext cx="820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4E767F95-A62F-4986-9442-EBE480957967}"/>
                  </a:ext>
                </a:extLst>
              </p14:cNvPr>
              <p14:cNvContentPartPr/>
              <p14:nvPr/>
            </p14:nvContentPartPr>
            <p14:xfrm>
              <a:off x="8503749" y="4220185"/>
              <a:ext cx="1598760" cy="8467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4E767F95-A62F-4986-9442-EBE48095796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485749" y="4184545"/>
                <a:ext cx="163440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910D3B78-DB83-434B-9E70-ED442D360740}"/>
                  </a:ext>
                </a:extLst>
              </p14:cNvPr>
              <p14:cNvContentPartPr/>
              <p14:nvPr/>
            </p14:nvContentPartPr>
            <p14:xfrm>
              <a:off x="8922069" y="4278145"/>
              <a:ext cx="24480" cy="7480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910D3B78-DB83-434B-9E70-ED442D36074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904429" y="4242145"/>
                <a:ext cx="6012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1A181DC5-2EBF-4650-98B6-9658463DD0B8}"/>
                  </a:ext>
                </a:extLst>
              </p14:cNvPr>
              <p14:cNvContentPartPr/>
              <p14:nvPr/>
            </p14:nvContentPartPr>
            <p14:xfrm>
              <a:off x="8936829" y="4311985"/>
              <a:ext cx="33840" cy="6537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1A181DC5-2EBF-4650-98B6-9658463DD0B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919189" y="4275985"/>
                <a:ext cx="6948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8296DB0-AF50-4669-868B-C052F91EB2C4}"/>
                  </a:ext>
                </a:extLst>
              </p14:cNvPr>
              <p14:cNvContentPartPr/>
              <p14:nvPr/>
            </p14:nvContentPartPr>
            <p14:xfrm>
              <a:off x="8123589" y="4615105"/>
              <a:ext cx="1465560" cy="813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8296DB0-AF50-4669-868B-C052F91EB2C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105589" y="4579105"/>
                <a:ext cx="15012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00BED772-0650-4F35-9AF0-B2AC9512DD3E}"/>
                  </a:ext>
                </a:extLst>
              </p14:cNvPr>
              <p14:cNvContentPartPr/>
              <p14:nvPr/>
            </p14:nvContentPartPr>
            <p14:xfrm>
              <a:off x="9010269" y="4561825"/>
              <a:ext cx="230400" cy="20016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00BED772-0650-4F35-9AF0-B2AC9512DD3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992269" y="4525825"/>
                <a:ext cx="2660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D1830E31-9C55-4621-A15F-271F73DC9515}"/>
                  </a:ext>
                </a:extLst>
              </p14:cNvPr>
              <p14:cNvContentPartPr/>
              <p14:nvPr/>
            </p14:nvContentPartPr>
            <p14:xfrm>
              <a:off x="8329509" y="4569025"/>
              <a:ext cx="218520" cy="2786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D1830E31-9C55-4621-A15F-271F73DC951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311509" y="4533025"/>
                <a:ext cx="2541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E703407C-9817-416D-AB31-6073E4105D97}"/>
                  </a:ext>
                </a:extLst>
              </p14:cNvPr>
              <p14:cNvContentPartPr/>
              <p14:nvPr/>
            </p14:nvContentPartPr>
            <p14:xfrm>
              <a:off x="9516429" y="4119385"/>
              <a:ext cx="193680" cy="38664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E703407C-9817-416D-AB31-6073E4105D9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98789" y="4083745"/>
                <a:ext cx="22932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B65F1842-0616-4F1C-AE9C-4E615560CD53}"/>
                  </a:ext>
                </a:extLst>
              </p14:cNvPr>
              <p14:cNvContentPartPr/>
              <p14:nvPr/>
            </p14:nvContentPartPr>
            <p14:xfrm>
              <a:off x="9365229" y="4278145"/>
              <a:ext cx="288000" cy="46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B65F1842-0616-4F1C-AE9C-4E615560CD5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347229" y="4242145"/>
                <a:ext cx="3236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68812A31-E695-4499-BE5C-080FA7C82C81}"/>
                  </a:ext>
                </a:extLst>
              </p14:cNvPr>
              <p14:cNvContentPartPr/>
              <p14:nvPr/>
            </p14:nvContentPartPr>
            <p14:xfrm>
              <a:off x="9780309" y="4383265"/>
              <a:ext cx="119520" cy="3582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68812A31-E695-4499-BE5C-080FA7C82C8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762669" y="4347265"/>
                <a:ext cx="15516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5A9B4C02-C0D9-44DD-918E-D2F31CC3746C}"/>
                  </a:ext>
                </a:extLst>
              </p14:cNvPr>
              <p14:cNvContentPartPr/>
              <p14:nvPr/>
            </p14:nvContentPartPr>
            <p14:xfrm>
              <a:off x="9991269" y="4236025"/>
              <a:ext cx="194400" cy="10044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5A9B4C02-C0D9-44DD-918E-D2F31CC3746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973269" y="4200385"/>
                <a:ext cx="2300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F8A88B59-896C-4D50-BFA8-F565EF01C67B}"/>
                  </a:ext>
                </a:extLst>
              </p14:cNvPr>
              <p14:cNvContentPartPr/>
              <p14:nvPr/>
            </p14:nvContentPartPr>
            <p14:xfrm>
              <a:off x="10053549" y="4446625"/>
              <a:ext cx="192240" cy="54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F8A88B59-896C-4D50-BFA8-F565EF01C67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035549" y="4410625"/>
                <a:ext cx="227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E19DC28E-5638-464E-8827-9AC220D05E6E}"/>
                  </a:ext>
                </a:extLst>
              </p14:cNvPr>
              <p14:cNvContentPartPr/>
              <p14:nvPr/>
            </p14:nvContentPartPr>
            <p14:xfrm>
              <a:off x="10428669" y="4230265"/>
              <a:ext cx="14760" cy="20268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E19DC28E-5638-464E-8827-9AC220D05E6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410669" y="4194265"/>
                <a:ext cx="504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4D1B929F-0A39-4E11-9408-E13512DCBF24}"/>
                  </a:ext>
                </a:extLst>
              </p14:cNvPr>
              <p14:cNvContentPartPr/>
              <p14:nvPr/>
            </p14:nvContentPartPr>
            <p14:xfrm>
              <a:off x="10512549" y="4271305"/>
              <a:ext cx="159120" cy="14724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4D1B929F-0A39-4E11-9408-E13512DCBF2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494909" y="4235665"/>
                <a:ext cx="1947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9BB9ADAC-03E8-4700-9687-0448BA470ADC}"/>
                  </a:ext>
                </a:extLst>
              </p14:cNvPr>
              <p14:cNvContentPartPr/>
              <p14:nvPr/>
            </p14:nvContentPartPr>
            <p14:xfrm>
              <a:off x="10794429" y="4239625"/>
              <a:ext cx="222480" cy="1710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9BB9ADAC-03E8-4700-9687-0448BA470AD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776789" y="4203625"/>
                <a:ext cx="2581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0394CE1-7BA1-415B-B94F-564ED40BFD10}"/>
                  </a:ext>
                </a:extLst>
              </p14:cNvPr>
              <p14:cNvContentPartPr/>
              <p14:nvPr/>
            </p14:nvContentPartPr>
            <p14:xfrm>
              <a:off x="11059029" y="4202905"/>
              <a:ext cx="204840" cy="21492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0394CE1-7BA1-415B-B94F-564ED40BFD1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041029" y="4166905"/>
                <a:ext cx="2404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485854B6-9523-4A84-AD9D-9BB9261B6EF8}"/>
                  </a:ext>
                </a:extLst>
              </p14:cNvPr>
              <p14:cNvContentPartPr/>
              <p14:nvPr/>
            </p14:nvContentPartPr>
            <p14:xfrm>
              <a:off x="11447109" y="4452385"/>
              <a:ext cx="2160" cy="43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485854B6-9523-4A84-AD9D-9BB9261B6EF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429109" y="4416745"/>
                <a:ext cx="3780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7CD8748C-506E-4C2D-A33B-AFE5D6814307}"/>
                  </a:ext>
                </a:extLst>
              </p14:cNvPr>
              <p14:cNvContentPartPr/>
              <p14:nvPr/>
            </p14:nvContentPartPr>
            <p14:xfrm>
              <a:off x="6305229" y="2780545"/>
              <a:ext cx="39960" cy="442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7CD8748C-506E-4C2D-A33B-AFE5D681430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287229" y="2744545"/>
                <a:ext cx="756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5CF2979D-3436-42AA-BE43-73B7FEC95491}"/>
                  </a:ext>
                </a:extLst>
              </p14:cNvPr>
              <p14:cNvContentPartPr/>
              <p14:nvPr/>
            </p14:nvContentPartPr>
            <p14:xfrm>
              <a:off x="1486629" y="4539865"/>
              <a:ext cx="43560" cy="5760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5CF2979D-3436-42AA-BE43-73B7FEC9549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468629" y="4503865"/>
                <a:ext cx="792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CDDE5D52-0D05-4697-A084-6EA62949491C}"/>
                  </a:ext>
                </a:extLst>
              </p14:cNvPr>
              <p14:cNvContentPartPr/>
              <p14:nvPr/>
            </p14:nvContentPartPr>
            <p14:xfrm>
              <a:off x="8803269" y="3594865"/>
              <a:ext cx="624960" cy="4662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CDDE5D52-0D05-4697-A084-6EA62949491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785269" y="3559225"/>
                <a:ext cx="66060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76C6FEF0-2B08-4A80-B266-0D5F359865C5}"/>
                  </a:ext>
                </a:extLst>
              </p14:cNvPr>
              <p14:cNvContentPartPr/>
              <p14:nvPr/>
            </p14:nvContentPartPr>
            <p14:xfrm>
              <a:off x="8773749" y="3865225"/>
              <a:ext cx="183240" cy="26604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76C6FEF0-2B08-4A80-B266-0D5F359865C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756109" y="3829585"/>
                <a:ext cx="2188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4661FB21-C68F-49B6-BA99-8FB647E8DDB7}"/>
                  </a:ext>
                </a:extLst>
              </p14:cNvPr>
              <p14:cNvContentPartPr/>
              <p14:nvPr/>
            </p14:nvContentPartPr>
            <p14:xfrm>
              <a:off x="9673389" y="3440785"/>
              <a:ext cx="484560" cy="26532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4661FB21-C68F-49B6-BA99-8FB647E8DDB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55389" y="3404785"/>
                <a:ext cx="5202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936F3560-E07D-43F3-AAD6-E4DC64900E36}"/>
                  </a:ext>
                </a:extLst>
              </p14:cNvPr>
              <p14:cNvContentPartPr/>
              <p14:nvPr/>
            </p14:nvContentPartPr>
            <p14:xfrm>
              <a:off x="10200429" y="3245305"/>
              <a:ext cx="496440" cy="48816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936F3560-E07D-43F3-AAD6-E4DC64900E3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182429" y="3209305"/>
                <a:ext cx="532080" cy="55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155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D00DC583-BE20-48E5-8B5C-2F5B721DC5F3}"/>
                  </a:ext>
                </a:extLst>
              </p14:cNvPr>
              <p14:cNvContentPartPr/>
              <p14:nvPr/>
            </p14:nvContentPartPr>
            <p14:xfrm>
              <a:off x="112869" y="288265"/>
              <a:ext cx="3179880" cy="27813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D00DC583-BE20-48E5-8B5C-2F5B721DC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69" y="270265"/>
                <a:ext cx="3215520" cy="28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F3F9B925-EF7C-44B0-9FA4-5FF3755E33A7}"/>
                  </a:ext>
                </a:extLst>
              </p14:cNvPr>
              <p14:cNvContentPartPr/>
              <p14:nvPr/>
            </p14:nvContentPartPr>
            <p14:xfrm>
              <a:off x="6106869" y="3272305"/>
              <a:ext cx="360" cy="36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F3F9B925-EF7C-44B0-9FA4-5FF3755E33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9229" y="32543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5" name="Cerneală 334">
                <a:extLst>
                  <a:ext uri="{FF2B5EF4-FFF2-40B4-BE49-F238E27FC236}">
                    <a16:creationId xmlns:a16="http://schemas.microsoft.com/office/drawing/2014/main" id="{922B526E-47E6-4792-B835-E121534B5B9A}"/>
                  </a:ext>
                </a:extLst>
              </p14:cNvPr>
              <p14:cNvContentPartPr/>
              <p14:nvPr/>
            </p14:nvContentPartPr>
            <p14:xfrm>
              <a:off x="264789" y="408865"/>
              <a:ext cx="4867200" cy="5511240"/>
            </p14:xfrm>
          </p:contentPart>
        </mc:Choice>
        <mc:Fallback xmlns="">
          <p:pic>
            <p:nvPicPr>
              <p:cNvPr id="335" name="Cerneală 334">
                <a:extLst>
                  <a:ext uri="{FF2B5EF4-FFF2-40B4-BE49-F238E27FC236}">
                    <a16:creationId xmlns:a16="http://schemas.microsoft.com/office/drawing/2014/main" id="{922B526E-47E6-4792-B835-E121534B5B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790" y="390866"/>
                <a:ext cx="4902837" cy="5546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1" name="Cerneală 340">
                <a:extLst>
                  <a:ext uri="{FF2B5EF4-FFF2-40B4-BE49-F238E27FC236}">
                    <a16:creationId xmlns:a16="http://schemas.microsoft.com/office/drawing/2014/main" id="{61799B50-34F7-4463-8783-E47754D0CE31}"/>
                  </a:ext>
                </a:extLst>
              </p14:cNvPr>
              <p14:cNvContentPartPr/>
              <p14:nvPr/>
            </p14:nvContentPartPr>
            <p14:xfrm>
              <a:off x="528309" y="6005785"/>
              <a:ext cx="4686840" cy="689040"/>
            </p14:xfrm>
          </p:contentPart>
        </mc:Choice>
        <mc:Fallback xmlns="">
          <p:pic>
            <p:nvPicPr>
              <p:cNvPr id="341" name="Cerneală 340">
                <a:extLst>
                  <a:ext uri="{FF2B5EF4-FFF2-40B4-BE49-F238E27FC236}">
                    <a16:creationId xmlns:a16="http://schemas.microsoft.com/office/drawing/2014/main" id="{61799B50-34F7-4463-8783-E47754D0CE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310" y="5988145"/>
                <a:ext cx="4722477" cy="72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2" name="Cerneală 341">
                <a:extLst>
                  <a:ext uri="{FF2B5EF4-FFF2-40B4-BE49-F238E27FC236}">
                    <a16:creationId xmlns:a16="http://schemas.microsoft.com/office/drawing/2014/main" id="{5471A45F-9D1C-4010-BB57-1C0831A36407}"/>
                  </a:ext>
                </a:extLst>
              </p14:cNvPr>
              <p14:cNvContentPartPr/>
              <p14:nvPr/>
            </p14:nvContentPartPr>
            <p14:xfrm>
              <a:off x="1642149" y="6018745"/>
              <a:ext cx="597600" cy="667800"/>
            </p14:xfrm>
          </p:contentPart>
        </mc:Choice>
        <mc:Fallback xmlns="">
          <p:pic>
            <p:nvPicPr>
              <p:cNvPr id="342" name="Cerneală 341">
                <a:extLst>
                  <a:ext uri="{FF2B5EF4-FFF2-40B4-BE49-F238E27FC236}">
                    <a16:creationId xmlns:a16="http://schemas.microsoft.com/office/drawing/2014/main" id="{5471A45F-9D1C-4010-BB57-1C0831A364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24509" y="5983105"/>
                <a:ext cx="6332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3" name="Cerneală 342">
                <a:extLst>
                  <a:ext uri="{FF2B5EF4-FFF2-40B4-BE49-F238E27FC236}">
                    <a16:creationId xmlns:a16="http://schemas.microsoft.com/office/drawing/2014/main" id="{6F2CC7E7-1D37-49F3-8119-5E83787C4C6C}"/>
                  </a:ext>
                </a:extLst>
              </p14:cNvPr>
              <p14:cNvContentPartPr/>
              <p14:nvPr/>
            </p14:nvContentPartPr>
            <p14:xfrm>
              <a:off x="2285469" y="6067345"/>
              <a:ext cx="748080" cy="655560"/>
            </p14:xfrm>
          </p:contentPart>
        </mc:Choice>
        <mc:Fallback xmlns="">
          <p:pic>
            <p:nvPicPr>
              <p:cNvPr id="343" name="Cerneală 342">
                <a:extLst>
                  <a:ext uri="{FF2B5EF4-FFF2-40B4-BE49-F238E27FC236}">
                    <a16:creationId xmlns:a16="http://schemas.microsoft.com/office/drawing/2014/main" id="{6F2CC7E7-1D37-49F3-8119-5E83787C4C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67829" y="6031345"/>
                <a:ext cx="783720" cy="72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4" name="Cerneală 343">
                <a:extLst>
                  <a:ext uri="{FF2B5EF4-FFF2-40B4-BE49-F238E27FC236}">
                    <a16:creationId xmlns:a16="http://schemas.microsoft.com/office/drawing/2014/main" id="{7531F16A-41E4-4D1F-BC78-4B4AB75EDFA7}"/>
                  </a:ext>
                </a:extLst>
              </p14:cNvPr>
              <p14:cNvContentPartPr/>
              <p14:nvPr/>
            </p14:nvContentPartPr>
            <p14:xfrm>
              <a:off x="3049389" y="6068785"/>
              <a:ext cx="821160" cy="649440"/>
            </p14:xfrm>
          </p:contentPart>
        </mc:Choice>
        <mc:Fallback xmlns="">
          <p:pic>
            <p:nvPicPr>
              <p:cNvPr id="344" name="Cerneală 343">
                <a:extLst>
                  <a:ext uri="{FF2B5EF4-FFF2-40B4-BE49-F238E27FC236}">
                    <a16:creationId xmlns:a16="http://schemas.microsoft.com/office/drawing/2014/main" id="{7531F16A-41E4-4D1F-BC78-4B4AB75EDF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31389" y="6032785"/>
                <a:ext cx="85680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5" name="Cerneală 344">
                <a:extLst>
                  <a:ext uri="{FF2B5EF4-FFF2-40B4-BE49-F238E27FC236}">
                    <a16:creationId xmlns:a16="http://schemas.microsoft.com/office/drawing/2014/main" id="{172C5129-1005-4432-9B68-E4B5525038A4}"/>
                  </a:ext>
                </a:extLst>
              </p14:cNvPr>
              <p14:cNvContentPartPr/>
              <p14:nvPr/>
            </p14:nvContentPartPr>
            <p14:xfrm>
              <a:off x="5664429" y="1538185"/>
              <a:ext cx="10800" cy="289440"/>
            </p14:xfrm>
          </p:contentPart>
        </mc:Choice>
        <mc:Fallback xmlns="">
          <p:pic>
            <p:nvPicPr>
              <p:cNvPr id="345" name="Cerneală 344">
                <a:extLst>
                  <a:ext uri="{FF2B5EF4-FFF2-40B4-BE49-F238E27FC236}">
                    <a16:creationId xmlns:a16="http://schemas.microsoft.com/office/drawing/2014/main" id="{172C5129-1005-4432-9B68-E4B5525038A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6429" y="1502185"/>
                <a:ext cx="4644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6" name="Cerneală 345">
                <a:extLst>
                  <a:ext uri="{FF2B5EF4-FFF2-40B4-BE49-F238E27FC236}">
                    <a16:creationId xmlns:a16="http://schemas.microsoft.com/office/drawing/2014/main" id="{AF3FDD78-FCA9-4F39-831B-7F9EF46287EF}"/>
                  </a:ext>
                </a:extLst>
              </p14:cNvPr>
              <p14:cNvContentPartPr/>
              <p14:nvPr/>
            </p14:nvContentPartPr>
            <p14:xfrm>
              <a:off x="5840109" y="1551145"/>
              <a:ext cx="28080" cy="297000"/>
            </p14:xfrm>
          </p:contentPart>
        </mc:Choice>
        <mc:Fallback xmlns="">
          <p:pic>
            <p:nvPicPr>
              <p:cNvPr id="346" name="Cerneală 345">
                <a:extLst>
                  <a:ext uri="{FF2B5EF4-FFF2-40B4-BE49-F238E27FC236}">
                    <a16:creationId xmlns:a16="http://schemas.microsoft.com/office/drawing/2014/main" id="{AF3FDD78-FCA9-4F39-831B-7F9EF46287E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22109" y="1515505"/>
                <a:ext cx="6372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7" name="Cerneală 346">
                <a:extLst>
                  <a:ext uri="{FF2B5EF4-FFF2-40B4-BE49-F238E27FC236}">
                    <a16:creationId xmlns:a16="http://schemas.microsoft.com/office/drawing/2014/main" id="{F59C3359-6860-4527-B02F-3ACAB0030ABB}"/>
                  </a:ext>
                </a:extLst>
              </p14:cNvPr>
              <p14:cNvContentPartPr/>
              <p14:nvPr/>
            </p14:nvContentPartPr>
            <p14:xfrm>
              <a:off x="5995989" y="1557265"/>
              <a:ext cx="33120" cy="275400"/>
            </p14:xfrm>
          </p:contentPart>
        </mc:Choice>
        <mc:Fallback xmlns="">
          <p:pic>
            <p:nvPicPr>
              <p:cNvPr id="347" name="Cerneală 346">
                <a:extLst>
                  <a:ext uri="{FF2B5EF4-FFF2-40B4-BE49-F238E27FC236}">
                    <a16:creationId xmlns:a16="http://schemas.microsoft.com/office/drawing/2014/main" id="{F59C3359-6860-4527-B02F-3ACAB0030AB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7989" y="1521265"/>
                <a:ext cx="687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8" name="Cerneală 347">
                <a:extLst>
                  <a:ext uri="{FF2B5EF4-FFF2-40B4-BE49-F238E27FC236}">
                    <a16:creationId xmlns:a16="http://schemas.microsoft.com/office/drawing/2014/main" id="{DFC4E9DF-D391-4E12-BA37-4AB636C8E60C}"/>
                  </a:ext>
                </a:extLst>
              </p14:cNvPr>
              <p14:cNvContentPartPr/>
              <p14:nvPr/>
            </p14:nvContentPartPr>
            <p14:xfrm>
              <a:off x="6208029" y="1600465"/>
              <a:ext cx="28080" cy="259200"/>
            </p14:xfrm>
          </p:contentPart>
        </mc:Choice>
        <mc:Fallback xmlns="">
          <p:pic>
            <p:nvPicPr>
              <p:cNvPr id="348" name="Cerneală 347">
                <a:extLst>
                  <a:ext uri="{FF2B5EF4-FFF2-40B4-BE49-F238E27FC236}">
                    <a16:creationId xmlns:a16="http://schemas.microsoft.com/office/drawing/2014/main" id="{DFC4E9DF-D391-4E12-BA37-4AB636C8E60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90389" y="1564465"/>
                <a:ext cx="637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E6BE28C7-89A6-49C7-A7AA-C14EAB122CEA}"/>
                  </a:ext>
                </a:extLst>
              </p14:cNvPr>
              <p14:cNvContentPartPr/>
              <p14:nvPr/>
            </p14:nvContentPartPr>
            <p14:xfrm>
              <a:off x="5314149" y="1254865"/>
              <a:ext cx="1266120" cy="102384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E6BE28C7-89A6-49C7-A7AA-C14EAB122CE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96509" y="1219225"/>
                <a:ext cx="1301760" cy="10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0" name="Cerneală 349">
                <a:extLst>
                  <a:ext uri="{FF2B5EF4-FFF2-40B4-BE49-F238E27FC236}">
                    <a16:creationId xmlns:a16="http://schemas.microsoft.com/office/drawing/2014/main" id="{AECB902F-ED4D-4E17-BEF9-BFE583E2E60F}"/>
                  </a:ext>
                </a:extLst>
              </p14:cNvPr>
              <p14:cNvContentPartPr/>
              <p14:nvPr/>
            </p14:nvContentPartPr>
            <p14:xfrm>
              <a:off x="5169789" y="990265"/>
              <a:ext cx="1596960" cy="1566000"/>
            </p14:xfrm>
          </p:contentPart>
        </mc:Choice>
        <mc:Fallback xmlns="">
          <p:pic>
            <p:nvPicPr>
              <p:cNvPr id="350" name="Cerneală 349">
                <a:extLst>
                  <a:ext uri="{FF2B5EF4-FFF2-40B4-BE49-F238E27FC236}">
                    <a16:creationId xmlns:a16="http://schemas.microsoft.com/office/drawing/2014/main" id="{AECB902F-ED4D-4E17-BEF9-BFE583E2E6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51789" y="954625"/>
                <a:ext cx="1632600" cy="163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1" name="Cerneală 350">
                <a:extLst>
                  <a:ext uri="{FF2B5EF4-FFF2-40B4-BE49-F238E27FC236}">
                    <a16:creationId xmlns:a16="http://schemas.microsoft.com/office/drawing/2014/main" id="{E1E2A9FC-DDF3-4831-AAF4-F0CD1C9A9A4A}"/>
                  </a:ext>
                </a:extLst>
              </p14:cNvPr>
              <p14:cNvContentPartPr/>
              <p14:nvPr/>
            </p14:nvContentPartPr>
            <p14:xfrm>
              <a:off x="6968349" y="1827625"/>
              <a:ext cx="77040" cy="6120"/>
            </p14:xfrm>
          </p:contentPart>
        </mc:Choice>
        <mc:Fallback xmlns="">
          <p:pic>
            <p:nvPicPr>
              <p:cNvPr id="351" name="Cerneală 350">
                <a:extLst>
                  <a:ext uri="{FF2B5EF4-FFF2-40B4-BE49-F238E27FC236}">
                    <a16:creationId xmlns:a16="http://schemas.microsoft.com/office/drawing/2014/main" id="{E1E2A9FC-DDF3-4831-AAF4-F0CD1C9A9A4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50709" y="1791625"/>
                <a:ext cx="1126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29761AB6-2421-4964-B961-B183A2C65D36}"/>
                  </a:ext>
                </a:extLst>
              </p14:cNvPr>
              <p14:cNvContentPartPr/>
              <p14:nvPr/>
            </p14:nvContentPartPr>
            <p14:xfrm>
              <a:off x="7257429" y="1809265"/>
              <a:ext cx="32400" cy="540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29761AB6-2421-4964-B961-B183A2C65D3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39429" y="1773265"/>
                <a:ext cx="680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7FE24F52-BA29-4690-AC5D-16B50629E46E}"/>
                  </a:ext>
                </a:extLst>
              </p14:cNvPr>
              <p14:cNvContentPartPr/>
              <p14:nvPr/>
            </p14:nvContentPartPr>
            <p14:xfrm>
              <a:off x="7483149" y="1784425"/>
              <a:ext cx="45360" cy="2016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7FE24F52-BA29-4690-AC5D-16B50629E46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65509" y="1748425"/>
                <a:ext cx="810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4" name="Cerneală 353">
                <a:extLst>
                  <a:ext uri="{FF2B5EF4-FFF2-40B4-BE49-F238E27FC236}">
                    <a16:creationId xmlns:a16="http://schemas.microsoft.com/office/drawing/2014/main" id="{9CA63BB0-A3F7-4491-AE7B-E85D5C3CF129}"/>
                  </a:ext>
                </a:extLst>
              </p14:cNvPr>
              <p14:cNvContentPartPr/>
              <p14:nvPr/>
            </p14:nvContentPartPr>
            <p14:xfrm>
              <a:off x="7723989" y="1775065"/>
              <a:ext cx="318600" cy="24840"/>
            </p14:xfrm>
          </p:contentPart>
        </mc:Choice>
        <mc:Fallback xmlns="">
          <p:pic>
            <p:nvPicPr>
              <p:cNvPr id="354" name="Cerneală 353">
                <a:extLst>
                  <a:ext uri="{FF2B5EF4-FFF2-40B4-BE49-F238E27FC236}">
                    <a16:creationId xmlns:a16="http://schemas.microsoft.com/office/drawing/2014/main" id="{9CA63BB0-A3F7-4491-AE7B-E85D5C3CF1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06349" y="1739065"/>
                <a:ext cx="3542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5" name="Cerneală 354">
                <a:extLst>
                  <a:ext uri="{FF2B5EF4-FFF2-40B4-BE49-F238E27FC236}">
                    <a16:creationId xmlns:a16="http://schemas.microsoft.com/office/drawing/2014/main" id="{A95D3941-40A5-4C87-B508-F4A353C15205}"/>
                  </a:ext>
                </a:extLst>
              </p14:cNvPr>
              <p14:cNvContentPartPr/>
              <p14:nvPr/>
            </p14:nvContentPartPr>
            <p14:xfrm>
              <a:off x="8181549" y="1767865"/>
              <a:ext cx="382320" cy="12600"/>
            </p14:xfrm>
          </p:contentPart>
        </mc:Choice>
        <mc:Fallback xmlns="">
          <p:pic>
            <p:nvPicPr>
              <p:cNvPr id="355" name="Cerneală 354">
                <a:extLst>
                  <a:ext uri="{FF2B5EF4-FFF2-40B4-BE49-F238E27FC236}">
                    <a16:creationId xmlns:a16="http://schemas.microsoft.com/office/drawing/2014/main" id="{A95D3941-40A5-4C87-B508-F4A353C1520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63549" y="1732225"/>
                <a:ext cx="417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6" name="Cerneală 355">
                <a:extLst>
                  <a:ext uri="{FF2B5EF4-FFF2-40B4-BE49-F238E27FC236}">
                    <a16:creationId xmlns:a16="http://schemas.microsoft.com/office/drawing/2014/main" id="{F29FBEDF-D387-4C4A-8D11-66C607CFCAA7}"/>
                  </a:ext>
                </a:extLst>
              </p14:cNvPr>
              <p14:cNvContentPartPr/>
              <p14:nvPr/>
            </p14:nvContentPartPr>
            <p14:xfrm>
              <a:off x="8773389" y="1770745"/>
              <a:ext cx="75960" cy="29160"/>
            </p14:xfrm>
          </p:contentPart>
        </mc:Choice>
        <mc:Fallback xmlns="">
          <p:pic>
            <p:nvPicPr>
              <p:cNvPr id="356" name="Cerneală 355">
                <a:extLst>
                  <a:ext uri="{FF2B5EF4-FFF2-40B4-BE49-F238E27FC236}">
                    <a16:creationId xmlns:a16="http://schemas.microsoft.com/office/drawing/2014/main" id="{F29FBEDF-D387-4C4A-8D11-66C607CFCAA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755389" y="1735105"/>
                <a:ext cx="111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7" name="Cerneală 356">
                <a:extLst>
                  <a:ext uri="{FF2B5EF4-FFF2-40B4-BE49-F238E27FC236}">
                    <a16:creationId xmlns:a16="http://schemas.microsoft.com/office/drawing/2014/main" id="{9E4DF33C-A221-474A-A14F-655468E68190}"/>
                  </a:ext>
                </a:extLst>
              </p14:cNvPr>
              <p14:cNvContentPartPr/>
              <p14:nvPr/>
            </p14:nvContentPartPr>
            <p14:xfrm>
              <a:off x="8985069" y="1757065"/>
              <a:ext cx="451080" cy="33480"/>
            </p14:xfrm>
          </p:contentPart>
        </mc:Choice>
        <mc:Fallback xmlns="">
          <p:pic>
            <p:nvPicPr>
              <p:cNvPr id="357" name="Cerneală 356">
                <a:extLst>
                  <a:ext uri="{FF2B5EF4-FFF2-40B4-BE49-F238E27FC236}">
                    <a16:creationId xmlns:a16="http://schemas.microsoft.com/office/drawing/2014/main" id="{9E4DF33C-A221-474A-A14F-655468E6819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67069" y="1721065"/>
                <a:ext cx="4867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8" name="Cerneală 357">
                <a:extLst>
                  <a:ext uri="{FF2B5EF4-FFF2-40B4-BE49-F238E27FC236}">
                    <a16:creationId xmlns:a16="http://schemas.microsoft.com/office/drawing/2014/main" id="{25A1697F-14B4-4EC5-8E8A-A5F2ACE3E723}"/>
                  </a:ext>
                </a:extLst>
              </p14:cNvPr>
              <p14:cNvContentPartPr/>
              <p14:nvPr/>
            </p14:nvContentPartPr>
            <p14:xfrm>
              <a:off x="9620109" y="1784425"/>
              <a:ext cx="14040" cy="10800"/>
            </p14:xfrm>
          </p:contentPart>
        </mc:Choice>
        <mc:Fallback xmlns="">
          <p:pic>
            <p:nvPicPr>
              <p:cNvPr id="358" name="Cerneală 357">
                <a:extLst>
                  <a:ext uri="{FF2B5EF4-FFF2-40B4-BE49-F238E27FC236}">
                    <a16:creationId xmlns:a16="http://schemas.microsoft.com/office/drawing/2014/main" id="{25A1697F-14B4-4EC5-8E8A-A5F2ACE3E72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02469" y="1748785"/>
                <a:ext cx="496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59" name="Cerneală 358">
                <a:extLst>
                  <a:ext uri="{FF2B5EF4-FFF2-40B4-BE49-F238E27FC236}">
                    <a16:creationId xmlns:a16="http://schemas.microsoft.com/office/drawing/2014/main" id="{3657743A-6B33-4AB7-85E9-31504D99CEE0}"/>
                  </a:ext>
                </a:extLst>
              </p14:cNvPr>
              <p14:cNvContentPartPr/>
              <p14:nvPr/>
            </p14:nvContentPartPr>
            <p14:xfrm>
              <a:off x="8144829" y="1659145"/>
              <a:ext cx="302400" cy="372600"/>
            </p14:xfrm>
          </p:contentPart>
        </mc:Choice>
        <mc:Fallback xmlns="">
          <p:pic>
            <p:nvPicPr>
              <p:cNvPr id="359" name="Cerneală 358">
                <a:extLst>
                  <a:ext uri="{FF2B5EF4-FFF2-40B4-BE49-F238E27FC236}">
                    <a16:creationId xmlns:a16="http://schemas.microsoft.com/office/drawing/2014/main" id="{3657743A-6B33-4AB7-85E9-31504D99CEE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27189" y="1623505"/>
                <a:ext cx="33804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0" name="Cerneală 359">
                <a:extLst>
                  <a:ext uri="{FF2B5EF4-FFF2-40B4-BE49-F238E27FC236}">
                    <a16:creationId xmlns:a16="http://schemas.microsoft.com/office/drawing/2014/main" id="{2153E46B-5AAD-4167-9010-871955A9EE27}"/>
                  </a:ext>
                </a:extLst>
              </p14:cNvPr>
              <p14:cNvContentPartPr/>
              <p14:nvPr/>
            </p14:nvContentPartPr>
            <p14:xfrm>
              <a:off x="10055709" y="1628905"/>
              <a:ext cx="210240" cy="255960"/>
            </p14:xfrm>
          </p:contentPart>
        </mc:Choice>
        <mc:Fallback xmlns="">
          <p:pic>
            <p:nvPicPr>
              <p:cNvPr id="360" name="Cerneală 359">
                <a:extLst>
                  <a:ext uri="{FF2B5EF4-FFF2-40B4-BE49-F238E27FC236}">
                    <a16:creationId xmlns:a16="http://schemas.microsoft.com/office/drawing/2014/main" id="{2153E46B-5AAD-4167-9010-871955A9EE2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38069" y="1593265"/>
                <a:ext cx="24588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1" name="Cerneală 360">
                <a:extLst>
                  <a:ext uri="{FF2B5EF4-FFF2-40B4-BE49-F238E27FC236}">
                    <a16:creationId xmlns:a16="http://schemas.microsoft.com/office/drawing/2014/main" id="{02D06077-4797-43C8-B679-94230584E906}"/>
                  </a:ext>
                </a:extLst>
              </p14:cNvPr>
              <p14:cNvContentPartPr/>
              <p14:nvPr/>
            </p14:nvContentPartPr>
            <p14:xfrm>
              <a:off x="10326069" y="1648345"/>
              <a:ext cx="179640" cy="214200"/>
            </p14:xfrm>
          </p:contentPart>
        </mc:Choice>
        <mc:Fallback xmlns="">
          <p:pic>
            <p:nvPicPr>
              <p:cNvPr id="361" name="Cerneală 360">
                <a:extLst>
                  <a:ext uri="{FF2B5EF4-FFF2-40B4-BE49-F238E27FC236}">
                    <a16:creationId xmlns:a16="http://schemas.microsoft.com/office/drawing/2014/main" id="{02D06077-4797-43C8-B679-94230584E90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308429" y="1612345"/>
                <a:ext cx="2152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2" name="Cerneală 361">
                <a:extLst>
                  <a:ext uri="{FF2B5EF4-FFF2-40B4-BE49-F238E27FC236}">
                    <a16:creationId xmlns:a16="http://schemas.microsoft.com/office/drawing/2014/main" id="{628A2482-9E27-4E8A-B2B7-F63C4301B9BC}"/>
                  </a:ext>
                </a:extLst>
              </p14:cNvPr>
              <p14:cNvContentPartPr/>
              <p14:nvPr/>
            </p14:nvContentPartPr>
            <p14:xfrm>
              <a:off x="10584189" y="1659865"/>
              <a:ext cx="181440" cy="196200"/>
            </p14:xfrm>
          </p:contentPart>
        </mc:Choice>
        <mc:Fallback xmlns="">
          <p:pic>
            <p:nvPicPr>
              <p:cNvPr id="362" name="Cerneală 361">
                <a:extLst>
                  <a:ext uri="{FF2B5EF4-FFF2-40B4-BE49-F238E27FC236}">
                    <a16:creationId xmlns:a16="http://schemas.microsoft.com/office/drawing/2014/main" id="{628A2482-9E27-4E8A-B2B7-F63C4301B9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66189" y="1623865"/>
                <a:ext cx="2170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3" name="Cerneală 362">
                <a:extLst>
                  <a:ext uri="{FF2B5EF4-FFF2-40B4-BE49-F238E27FC236}">
                    <a16:creationId xmlns:a16="http://schemas.microsoft.com/office/drawing/2014/main" id="{3937853E-E1E4-4089-89CE-AF04950AFF06}"/>
                  </a:ext>
                </a:extLst>
              </p14:cNvPr>
              <p14:cNvContentPartPr/>
              <p14:nvPr/>
            </p14:nvContentPartPr>
            <p14:xfrm>
              <a:off x="10883709" y="1646545"/>
              <a:ext cx="209880" cy="211320"/>
            </p14:xfrm>
          </p:contentPart>
        </mc:Choice>
        <mc:Fallback xmlns="">
          <p:pic>
            <p:nvPicPr>
              <p:cNvPr id="363" name="Cerneală 362">
                <a:extLst>
                  <a:ext uri="{FF2B5EF4-FFF2-40B4-BE49-F238E27FC236}">
                    <a16:creationId xmlns:a16="http://schemas.microsoft.com/office/drawing/2014/main" id="{3937853E-E1E4-4089-89CE-AF04950AFF0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866069" y="1610545"/>
                <a:ext cx="2455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4" name="Cerneală 363">
                <a:extLst>
                  <a:ext uri="{FF2B5EF4-FFF2-40B4-BE49-F238E27FC236}">
                    <a16:creationId xmlns:a16="http://schemas.microsoft.com/office/drawing/2014/main" id="{D5F37865-0CB0-46C7-A0EC-AE5EDE2E649D}"/>
                  </a:ext>
                </a:extLst>
              </p14:cNvPr>
              <p14:cNvContentPartPr/>
              <p14:nvPr/>
            </p14:nvContentPartPr>
            <p14:xfrm>
              <a:off x="9789669" y="1095025"/>
              <a:ext cx="1569600" cy="1326240"/>
            </p14:xfrm>
          </p:contentPart>
        </mc:Choice>
        <mc:Fallback xmlns="">
          <p:pic>
            <p:nvPicPr>
              <p:cNvPr id="364" name="Cerneală 363">
                <a:extLst>
                  <a:ext uri="{FF2B5EF4-FFF2-40B4-BE49-F238E27FC236}">
                    <a16:creationId xmlns:a16="http://schemas.microsoft.com/office/drawing/2014/main" id="{D5F37865-0CB0-46C7-A0EC-AE5EDE2E64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71669" y="1059385"/>
                <a:ext cx="1605240" cy="13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5" name="Cerneală 364">
                <a:extLst>
                  <a:ext uri="{FF2B5EF4-FFF2-40B4-BE49-F238E27FC236}">
                    <a16:creationId xmlns:a16="http://schemas.microsoft.com/office/drawing/2014/main" id="{7193E715-97D1-45C3-9323-9CEB5189EB65}"/>
                  </a:ext>
                </a:extLst>
              </p14:cNvPr>
              <p14:cNvContentPartPr/>
              <p14:nvPr/>
            </p14:nvContentPartPr>
            <p14:xfrm>
              <a:off x="9542349" y="835465"/>
              <a:ext cx="2184120" cy="1758960"/>
            </p14:xfrm>
          </p:contentPart>
        </mc:Choice>
        <mc:Fallback xmlns="">
          <p:pic>
            <p:nvPicPr>
              <p:cNvPr id="365" name="Cerneală 364">
                <a:extLst>
                  <a:ext uri="{FF2B5EF4-FFF2-40B4-BE49-F238E27FC236}">
                    <a16:creationId xmlns:a16="http://schemas.microsoft.com/office/drawing/2014/main" id="{7193E715-97D1-45C3-9323-9CEB5189EB6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24709" y="799465"/>
                <a:ext cx="2219760" cy="18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6" name="Cerneală 365">
                <a:extLst>
                  <a:ext uri="{FF2B5EF4-FFF2-40B4-BE49-F238E27FC236}">
                    <a16:creationId xmlns:a16="http://schemas.microsoft.com/office/drawing/2014/main" id="{17CF54EC-CD7D-4B69-AD94-BFE58294611D}"/>
                  </a:ext>
                </a:extLst>
              </p14:cNvPr>
              <p14:cNvContentPartPr/>
              <p14:nvPr/>
            </p14:nvContentPartPr>
            <p14:xfrm>
              <a:off x="7313229" y="2222905"/>
              <a:ext cx="167400" cy="426240"/>
            </p14:xfrm>
          </p:contentPart>
        </mc:Choice>
        <mc:Fallback xmlns="">
          <p:pic>
            <p:nvPicPr>
              <p:cNvPr id="366" name="Cerneală 365">
                <a:extLst>
                  <a:ext uri="{FF2B5EF4-FFF2-40B4-BE49-F238E27FC236}">
                    <a16:creationId xmlns:a16="http://schemas.microsoft.com/office/drawing/2014/main" id="{17CF54EC-CD7D-4B69-AD94-BFE58294611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95589" y="2187265"/>
                <a:ext cx="20304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7" name="Cerneală 366">
                <a:extLst>
                  <a:ext uri="{FF2B5EF4-FFF2-40B4-BE49-F238E27FC236}">
                    <a16:creationId xmlns:a16="http://schemas.microsoft.com/office/drawing/2014/main" id="{BF3AE28D-B049-4829-B44D-704580461CE3}"/>
                  </a:ext>
                </a:extLst>
              </p14:cNvPr>
              <p14:cNvContentPartPr/>
              <p14:nvPr/>
            </p14:nvContentPartPr>
            <p14:xfrm>
              <a:off x="7165629" y="2392825"/>
              <a:ext cx="376200" cy="20880"/>
            </p14:xfrm>
          </p:contentPart>
        </mc:Choice>
        <mc:Fallback xmlns="">
          <p:pic>
            <p:nvPicPr>
              <p:cNvPr id="367" name="Cerneală 366">
                <a:extLst>
                  <a:ext uri="{FF2B5EF4-FFF2-40B4-BE49-F238E27FC236}">
                    <a16:creationId xmlns:a16="http://schemas.microsoft.com/office/drawing/2014/main" id="{BF3AE28D-B049-4829-B44D-704580461CE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147989" y="2357185"/>
                <a:ext cx="4118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43AD7F52-2C21-4CE5-9AA0-17285E9BB1AD}"/>
                  </a:ext>
                </a:extLst>
              </p14:cNvPr>
              <p14:cNvContentPartPr/>
              <p14:nvPr/>
            </p14:nvContentPartPr>
            <p14:xfrm>
              <a:off x="7497909" y="2477425"/>
              <a:ext cx="374040" cy="16920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43AD7F52-2C21-4CE5-9AA0-17285E9BB1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80269" y="2441785"/>
                <a:ext cx="4096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9" name="Cerneală 368">
                <a:extLst>
                  <a:ext uri="{FF2B5EF4-FFF2-40B4-BE49-F238E27FC236}">
                    <a16:creationId xmlns:a16="http://schemas.microsoft.com/office/drawing/2014/main" id="{FFCBB48E-8EFF-43FA-B9A1-0CE894D85E75}"/>
                  </a:ext>
                </a:extLst>
              </p14:cNvPr>
              <p14:cNvContentPartPr/>
              <p14:nvPr/>
            </p14:nvContentPartPr>
            <p14:xfrm>
              <a:off x="7820829" y="2506225"/>
              <a:ext cx="392400" cy="130320"/>
            </p14:xfrm>
          </p:contentPart>
        </mc:Choice>
        <mc:Fallback xmlns="">
          <p:pic>
            <p:nvPicPr>
              <p:cNvPr id="369" name="Cerneală 368">
                <a:extLst>
                  <a:ext uri="{FF2B5EF4-FFF2-40B4-BE49-F238E27FC236}">
                    <a16:creationId xmlns:a16="http://schemas.microsoft.com/office/drawing/2014/main" id="{FFCBB48E-8EFF-43FA-B9A1-0CE894D85E7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02829" y="2470585"/>
                <a:ext cx="4280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0" name="Cerneală 369">
                <a:extLst>
                  <a:ext uri="{FF2B5EF4-FFF2-40B4-BE49-F238E27FC236}">
                    <a16:creationId xmlns:a16="http://schemas.microsoft.com/office/drawing/2014/main" id="{391E5F0E-C411-4A35-97AE-B5EADDECD01E}"/>
                  </a:ext>
                </a:extLst>
              </p14:cNvPr>
              <p14:cNvContentPartPr/>
              <p14:nvPr/>
            </p14:nvContentPartPr>
            <p14:xfrm>
              <a:off x="8287389" y="2437825"/>
              <a:ext cx="281160" cy="468360"/>
            </p14:xfrm>
          </p:contentPart>
        </mc:Choice>
        <mc:Fallback xmlns="">
          <p:pic>
            <p:nvPicPr>
              <p:cNvPr id="370" name="Cerneală 369">
                <a:extLst>
                  <a:ext uri="{FF2B5EF4-FFF2-40B4-BE49-F238E27FC236}">
                    <a16:creationId xmlns:a16="http://schemas.microsoft.com/office/drawing/2014/main" id="{391E5F0E-C411-4A35-97AE-B5EADDECD01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69389" y="2402185"/>
                <a:ext cx="31680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1" name="Cerneală 370">
                <a:extLst>
                  <a:ext uri="{FF2B5EF4-FFF2-40B4-BE49-F238E27FC236}">
                    <a16:creationId xmlns:a16="http://schemas.microsoft.com/office/drawing/2014/main" id="{BA6500C0-6427-41C1-8A53-27B9D9333568}"/>
                  </a:ext>
                </a:extLst>
              </p14:cNvPr>
              <p14:cNvContentPartPr/>
              <p14:nvPr/>
            </p14:nvContentPartPr>
            <p14:xfrm>
              <a:off x="7484229" y="2770105"/>
              <a:ext cx="392040" cy="342360"/>
            </p14:xfrm>
          </p:contentPart>
        </mc:Choice>
        <mc:Fallback xmlns="">
          <p:pic>
            <p:nvPicPr>
              <p:cNvPr id="371" name="Cerneală 370">
                <a:extLst>
                  <a:ext uri="{FF2B5EF4-FFF2-40B4-BE49-F238E27FC236}">
                    <a16:creationId xmlns:a16="http://schemas.microsoft.com/office/drawing/2014/main" id="{BA6500C0-6427-41C1-8A53-27B9D933356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66589" y="2734105"/>
                <a:ext cx="42768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2" name="Cerneală 371">
                <a:extLst>
                  <a:ext uri="{FF2B5EF4-FFF2-40B4-BE49-F238E27FC236}">
                    <a16:creationId xmlns:a16="http://schemas.microsoft.com/office/drawing/2014/main" id="{48BE1D88-F066-4035-A027-CA896E1C3A66}"/>
                  </a:ext>
                </a:extLst>
              </p14:cNvPr>
              <p14:cNvContentPartPr/>
              <p14:nvPr/>
            </p14:nvContentPartPr>
            <p14:xfrm>
              <a:off x="7935669" y="2937865"/>
              <a:ext cx="354600" cy="237960"/>
            </p14:xfrm>
          </p:contentPart>
        </mc:Choice>
        <mc:Fallback xmlns="">
          <p:pic>
            <p:nvPicPr>
              <p:cNvPr id="372" name="Cerneală 371">
                <a:extLst>
                  <a:ext uri="{FF2B5EF4-FFF2-40B4-BE49-F238E27FC236}">
                    <a16:creationId xmlns:a16="http://schemas.microsoft.com/office/drawing/2014/main" id="{48BE1D88-F066-4035-A027-CA896E1C3A6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17669" y="2901865"/>
                <a:ext cx="3902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3" name="Cerneală 372">
                <a:extLst>
                  <a:ext uri="{FF2B5EF4-FFF2-40B4-BE49-F238E27FC236}">
                    <a16:creationId xmlns:a16="http://schemas.microsoft.com/office/drawing/2014/main" id="{FC15F8AC-58D4-456D-9953-C21C512EE687}"/>
                  </a:ext>
                </a:extLst>
              </p14:cNvPr>
              <p14:cNvContentPartPr/>
              <p14:nvPr/>
            </p14:nvContentPartPr>
            <p14:xfrm>
              <a:off x="8177949" y="2834185"/>
              <a:ext cx="53280" cy="64800"/>
            </p14:xfrm>
          </p:contentPart>
        </mc:Choice>
        <mc:Fallback xmlns="">
          <p:pic>
            <p:nvPicPr>
              <p:cNvPr id="373" name="Cerneală 372">
                <a:extLst>
                  <a:ext uri="{FF2B5EF4-FFF2-40B4-BE49-F238E27FC236}">
                    <a16:creationId xmlns:a16="http://schemas.microsoft.com/office/drawing/2014/main" id="{FC15F8AC-58D4-456D-9953-C21C512EE68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160309" y="2798545"/>
                <a:ext cx="889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74" name="Cerneală 373">
                <a:extLst>
                  <a:ext uri="{FF2B5EF4-FFF2-40B4-BE49-F238E27FC236}">
                    <a16:creationId xmlns:a16="http://schemas.microsoft.com/office/drawing/2014/main" id="{03BAAF24-5D6A-4BE4-86CC-DA996C58B0D8}"/>
                  </a:ext>
                </a:extLst>
              </p14:cNvPr>
              <p14:cNvContentPartPr/>
              <p14:nvPr/>
            </p14:nvContentPartPr>
            <p14:xfrm>
              <a:off x="8418069" y="2800705"/>
              <a:ext cx="91080" cy="396000"/>
            </p14:xfrm>
          </p:contentPart>
        </mc:Choice>
        <mc:Fallback xmlns="">
          <p:pic>
            <p:nvPicPr>
              <p:cNvPr id="374" name="Cerneală 373">
                <a:extLst>
                  <a:ext uri="{FF2B5EF4-FFF2-40B4-BE49-F238E27FC236}">
                    <a16:creationId xmlns:a16="http://schemas.microsoft.com/office/drawing/2014/main" id="{03BAAF24-5D6A-4BE4-86CC-DA996C58B0D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00069" y="2765065"/>
                <a:ext cx="12672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75" name="Cerneală 374">
                <a:extLst>
                  <a:ext uri="{FF2B5EF4-FFF2-40B4-BE49-F238E27FC236}">
                    <a16:creationId xmlns:a16="http://schemas.microsoft.com/office/drawing/2014/main" id="{287A673A-E289-4177-AF6D-6DED5CF9F37E}"/>
                  </a:ext>
                </a:extLst>
              </p14:cNvPr>
              <p14:cNvContentPartPr/>
              <p14:nvPr/>
            </p14:nvContentPartPr>
            <p14:xfrm>
              <a:off x="8354709" y="2996905"/>
              <a:ext cx="446400" cy="132840"/>
            </p14:xfrm>
          </p:contentPart>
        </mc:Choice>
        <mc:Fallback xmlns="">
          <p:pic>
            <p:nvPicPr>
              <p:cNvPr id="375" name="Cerneală 374">
                <a:extLst>
                  <a:ext uri="{FF2B5EF4-FFF2-40B4-BE49-F238E27FC236}">
                    <a16:creationId xmlns:a16="http://schemas.microsoft.com/office/drawing/2014/main" id="{287A673A-E289-4177-AF6D-6DED5CF9F37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36709" y="2961265"/>
                <a:ext cx="4820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76" name="Cerneală 375">
                <a:extLst>
                  <a:ext uri="{FF2B5EF4-FFF2-40B4-BE49-F238E27FC236}">
                    <a16:creationId xmlns:a16="http://schemas.microsoft.com/office/drawing/2014/main" id="{8AB799E7-614E-4BCA-BBA2-2FC209698084}"/>
                  </a:ext>
                </a:extLst>
              </p14:cNvPr>
              <p14:cNvContentPartPr/>
              <p14:nvPr/>
            </p14:nvContentPartPr>
            <p14:xfrm>
              <a:off x="8684829" y="2796025"/>
              <a:ext cx="108000" cy="106560"/>
            </p14:xfrm>
          </p:contentPart>
        </mc:Choice>
        <mc:Fallback xmlns="">
          <p:pic>
            <p:nvPicPr>
              <p:cNvPr id="376" name="Cerneală 375">
                <a:extLst>
                  <a:ext uri="{FF2B5EF4-FFF2-40B4-BE49-F238E27FC236}">
                    <a16:creationId xmlns:a16="http://schemas.microsoft.com/office/drawing/2014/main" id="{8AB799E7-614E-4BCA-BBA2-2FC20969808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67189" y="2760025"/>
                <a:ext cx="1436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77" name="Cerneală 376">
                <a:extLst>
                  <a:ext uri="{FF2B5EF4-FFF2-40B4-BE49-F238E27FC236}">
                    <a16:creationId xmlns:a16="http://schemas.microsoft.com/office/drawing/2014/main" id="{1E3E3EB3-1AC6-4ADE-A25A-137BDF55990F}"/>
                  </a:ext>
                </a:extLst>
              </p14:cNvPr>
              <p14:cNvContentPartPr/>
              <p14:nvPr/>
            </p14:nvContentPartPr>
            <p14:xfrm>
              <a:off x="8888589" y="3099145"/>
              <a:ext cx="247680" cy="29880"/>
            </p14:xfrm>
          </p:contentPart>
        </mc:Choice>
        <mc:Fallback xmlns="">
          <p:pic>
            <p:nvPicPr>
              <p:cNvPr id="377" name="Cerneală 376">
                <a:extLst>
                  <a:ext uri="{FF2B5EF4-FFF2-40B4-BE49-F238E27FC236}">
                    <a16:creationId xmlns:a16="http://schemas.microsoft.com/office/drawing/2014/main" id="{1E3E3EB3-1AC6-4ADE-A25A-137BDF55990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70589" y="3063145"/>
                <a:ext cx="283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78" name="Cerneală 377">
                <a:extLst>
                  <a:ext uri="{FF2B5EF4-FFF2-40B4-BE49-F238E27FC236}">
                    <a16:creationId xmlns:a16="http://schemas.microsoft.com/office/drawing/2014/main" id="{90AE07F8-FBEC-40E1-A673-E7EFA5EFFB2B}"/>
                  </a:ext>
                </a:extLst>
              </p14:cNvPr>
              <p14:cNvContentPartPr/>
              <p14:nvPr/>
            </p14:nvContentPartPr>
            <p14:xfrm>
              <a:off x="4071069" y="1726465"/>
              <a:ext cx="1070280" cy="25200"/>
            </p14:xfrm>
          </p:contentPart>
        </mc:Choice>
        <mc:Fallback xmlns="">
          <p:pic>
            <p:nvPicPr>
              <p:cNvPr id="378" name="Cerneală 377">
                <a:extLst>
                  <a:ext uri="{FF2B5EF4-FFF2-40B4-BE49-F238E27FC236}">
                    <a16:creationId xmlns:a16="http://schemas.microsoft.com/office/drawing/2014/main" id="{90AE07F8-FBEC-40E1-A673-E7EFA5EFFB2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053429" y="1690825"/>
                <a:ext cx="11059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79" name="Cerneală 378">
                <a:extLst>
                  <a:ext uri="{FF2B5EF4-FFF2-40B4-BE49-F238E27FC236}">
                    <a16:creationId xmlns:a16="http://schemas.microsoft.com/office/drawing/2014/main" id="{4FD53FEA-7FF2-4D23-A3F3-5237F0D835C9}"/>
                  </a:ext>
                </a:extLst>
              </p14:cNvPr>
              <p14:cNvContentPartPr/>
              <p14:nvPr/>
            </p14:nvContentPartPr>
            <p14:xfrm>
              <a:off x="4612509" y="1575625"/>
              <a:ext cx="281520" cy="344160"/>
            </p14:xfrm>
          </p:contentPart>
        </mc:Choice>
        <mc:Fallback xmlns="">
          <p:pic>
            <p:nvPicPr>
              <p:cNvPr id="379" name="Cerneală 378">
                <a:extLst>
                  <a:ext uri="{FF2B5EF4-FFF2-40B4-BE49-F238E27FC236}">
                    <a16:creationId xmlns:a16="http://schemas.microsoft.com/office/drawing/2014/main" id="{4FD53FEA-7FF2-4D23-A3F3-5237F0D835C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94509" y="1539985"/>
                <a:ext cx="3171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80" name="Cerneală 379">
                <a:extLst>
                  <a:ext uri="{FF2B5EF4-FFF2-40B4-BE49-F238E27FC236}">
                    <a16:creationId xmlns:a16="http://schemas.microsoft.com/office/drawing/2014/main" id="{28C28355-0BAA-42D1-A6BA-8667C9ED39D5}"/>
                  </a:ext>
                </a:extLst>
              </p14:cNvPr>
              <p14:cNvContentPartPr/>
              <p14:nvPr/>
            </p14:nvContentPartPr>
            <p14:xfrm>
              <a:off x="11752389" y="1751665"/>
              <a:ext cx="332640" cy="38880"/>
            </p14:xfrm>
          </p:contentPart>
        </mc:Choice>
        <mc:Fallback xmlns="">
          <p:pic>
            <p:nvPicPr>
              <p:cNvPr id="380" name="Cerneală 379">
                <a:extLst>
                  <a:ext uri="{FF2B5EF4-FFF2-40B4-BE49-F238E27FC236}">
                    <a16:creationId xmlns:a16="http://schemas.microsoft.com/office/drawing/2014/main" id="{28C28355-0BAA-42D1-A6BA-8667C9ED39D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734389" y="1715665"/>
                <a:ext cx="3682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81" name="Cerneală 380">
                <a:extLst>
                  <a:ext uri="{FF2B5EF4-FFF2-40B4-BE49-F238E27FC236}">
                    <a16:creationId xmlns:a16="http://schemas.microsoft.com/office/drawing/2014/main" id="{71126B01-F2C0-4BE1-B5BE-480D832F7B4C}"/>
                  </a:ext>
                </a:extLst>
              </p14:cNvPr>
              <p14:cNvContentPartPr/>
              <p14:nvPr/>
            </p14:nvContentPartPr>
            <p14:xfrm>
              <a:off x="11887029" y="1655185"/>
              <a:ext cx="110160" cy="303840"/>
            </p14:xfrm>
          </p:contentPart>
        </mc:Choice>
        <mc:Fallback xmlns="">
          <p:pic>
            <p:nvPicPr>
              <p:cNvPr id="381" name="Cerneală 380">
                <a:extLst>
                  <a:ext uri="{FF2B5EF4-FFF2-40B4-BE49-F238E27FC236}">
                    <a16:creationId xmlns:a16="http://schemas.microsoft.com/office/drawing/2014/main" id="{71126B01-F2C0-4BE1-B5BE-480D832F7B4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869029" y="1619185"/>
                <a:ext cx="1458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82" name="Cerneală 381">
                <a:extLst>
                  <a:ext uri="{FF2B5EF4-FFF2-40B4-BE49-F238E27FC236}">
                    <a16:creationId xmlns:a16="http://schemas.microsoft.com/office/drawing/2014/main" id="{EFE23EDF-7C58-4060-A784-6B19CF7F7A45}"/>
                  </a:ext>
                </a:extLst>
              </p14:cNvPr>
              <p14:cNvContentPartPr/>
              <p14:nvPr/>
            </p14:nvContentPartPr>
            <p14:xfrm>
              <a:off x="5692149" y="2535745"/>
              <a:ext cx="280440" cy="852120"/>
            </p14:xfrm>
          </p:contentPart>
        </mc:Choice>
        <mc:Fallback xmlns="">
          <p:pic>
            <p:nvPicPr>
              <p:cNvPr id="382" name="Cerneală 381">
                <a:extLst>
                  <a:ext uri="{FF2B5EF4-FFF2-40B4-BE49-F238E27FC236}">
                    <a16:creationId xmlns:a16="http://schemas.microsoft.com/office/drawing/2014/main" id="{EFE23EDF-7C58-4060-A784-6B19CF7F7A4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674509" y="2500105"/>
                <a:ext cx="316080" cy="9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83" name="Cerneală 382">
                <a:extLst>
                  <a:ext uri="{FF2B5EF4-FFF2-40B4-BE49-F238E27FC236}">
                    <a16:creationId xmlns:a16="http://schemas.microsoft.com/office/drawing/2014/main" id="{3B0E9A6A-F519-46AD-A52B-5018BF95DFB4}"/>
                  </a:ext>
                </a:extLst>
              </p14:cNvPr>
              <p14:cNvContentPartPr/>
              <p14:nvPr/>
            </p14:nvContentPartPr>
            <p14:xfrm>
              <a:off x="5640309" y="2880625"/>
              <a:ext cx="302040" cy="246600"/>
            </p14:xfrm>
          </p:contentPart>
        </mc:Choice>
        <mc:Fallback xmlns="">
          <p:pic>
            <p:nvPicPr>
              <p:cNvPr id="383" name="Cerneală 382">
                <a:extLst>
                  <a:ext uri="{FF2B5EF4-FFF2-40B4-BE49-F238E27FC236}">
                    <a16:creationId xmlns:a16="http://schemas.microsoft.com/office/drawing/2014/main" id="{3B0E9A6A-F519-46AD-A52B-5018BF95DFB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22309" y="2844985"/>
                <a:ext cx="3376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84" name="Cerneală 383">
                <a:extLst>
                  <a:ext uri="{FF2B5EF4-FFF2-40B4-BE49-F238E27FC236}">
                    <a16:creationId xmlns:a16="http://schemas.microsoft.com/office/drawing/2014/main" id="{C4F3E1F7-7B3F-4570-9675-E03909C588A2}"/>
                  </a:ext>
                </a:extLst>
              </p14:cNvPr>
              <p14:cNvContentPartPr/>
              <p14:nvPr/>
            </p14:nvContentPartPr>
            <p14:xfrm>
              <a:off x="5848389" y="3279505"/>
              <a:ext cx="977400" cy="875520"/>
            </p14:xfrm>
          </p:contentPart>
        </mc:Choice>
        <mc:Fallback xmlns="">
          <p:pic>
            <p:nvPicPr>
              <p:cNvPr id="384" name="Cerneală 383">
                <a:extLst>
                  <a:ext uri="{FF2B5EF4-FFF2-40B4-BE49-F238E27FC236}">
                    <a16:creationId xmlns:a16="http://schemas.microsoft.com/office/drawing/2014/main" id="{C4F3E1F7-7B3F-4570-9675-E03909C588A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830749" y="3243865"/>
                <a:ext cx="1013040" cy="9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85" name="Cerneală 384">
                <a:extLst>
                  <a:ext uri="{FF2B5EF4-FFF2-40B4-BE49-F238E27FC236}">
                    <a16:creationId xmlns:a16="http://schemas.microsoft.com/office/drawing/2014/main" id="{2EAAB011-0CC8-4F0D-8ADD-D39483910F69}"/>
                  </a:ext>
                </a:extLst>
              </p14:cNvPr>
              <p14:cNvContentPartPr/>
              <p14:nvPr/>
            </p14:nvContentPartPr>
            <p14:xfrm>
              <a:off x="6055749" y="3575785"/>
              <a:ext cx="8280" cy="236520"/>
            </p14:xfrm>
          </p:contentPart>
        </mc:Choice>
        <mc:Fallback xmlns="">
          <p:pic>
            <p:nvPicPr>
              <p:cNvPr id="385" name="Cerneală 384">
                <a:extLst>
                  <a:ext uri="{FF2B5EF4-FFF2-40B4-BE49-F238E27FC236}">
                    <a16:creationId xmlns:a16="http://schemas.microsoft.com/office/drawing/2014/main" id="{2EAAB011-0CC8-4F0D-8ADD-D39483910F6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038109" y="3539785"/>
                <a:ext cx="439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86" name="Cerneală 385">
                <a:extLst>
                  <a:ext uri="{FF2B5EF4-FFF2-40B4-BE49-F238E27FC236}">
                    <a16:creationId xmlns:a16="http://schemas.microsoft.com/office/drawing/2014/main" id="{8D22486E-0BA9-437C-9662-3C8FBF6C595A}"/>
                  </a:ext>
                </a:extLst>
              </p14:cNvPr>
              <p14:cNvContentPartPr/>
              <p14:nvPr/>
            </p14:nvContentPartPr>
            <p14:xfrm>
              <a:off x="6174189" y="3584065"/>
              <a:ext cx="5400" cy="246960"/>
            </p14:xfrm>
          </p:contentPart>
        </mc:Choice>
        <mc:Fallback xmlns="">
          <p:pic>
            <p:nvPicPr>
              <p:cNvPr id="386" name="Cerneală 385">
                <a:extLst>
                  <a:ext uri="{FF2B5EF4-FFF2-40B4-BE49-F238E27FC236}">
                    <a16:creationId xmlns:a16="http://schemas.microsoft.com/office/drawing/2014/main" id="{8D22486E-0BA9-437C-9662-3C8FBF6C595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56189" y="3548065"/>
                <a:ext cx="410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87" name="Cerneală 386">
                <a:extLst>
                  <a:ext uri="{FF2B5EF4-FFF2-40B4-BE49-F238E27FC236}">
                    <a16:creationId xmlns:a16="http://schemas.microsoft.com/office/drawing/2014/main" id="{1F895CCA-335F-48EB-85C9-948EC33C9DFE}"/>
                  </a:ext>
                </a:extLst>
              </p14:cNvPr>
              <p14:cNvContentPartPr/>
              <p14:nvPr/>
            </p14:nvContentPartPr>
            <p14:xfrm>
              <a:off x="6276429" y="3594865"/>
              <a:ext cx="3960" cy="238320"/>
            </p14:xfrm>
          </p:contentPart>
        </mc:Choice>
        <mc:Fallback xmlns="">
          <p:pic>
            <p:nvPicPr>
              <p:cNvPr id="387" name="Cerneală 386">
                <a:extLst>
                  <a:ext uri="{FF2B5EF4-FFF2-40B4-BE49-F238E27FC236}">
                    <a16:creationId xmlns:a16="http://schemas.microsoft.com/office/drawing/2014/main" id="{1F895CCA-335F-48EB-85C9-948EC33C9DF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258789" y="3559225"/>
                <a:ext cx="3960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88" name="Cerneală 387">
                <a:extLst>
                  <a:ext uri="{FF2B5EF4-FFF2-40B4-BE49-F238E27FC236}">
                    <a16:creationId xmlns:a16="http://schemas.microsoft.com/office/drawing/2014/main" id="{CF1E96E8-37E1-45DF-B0C9-AB8318DEF4EC}"/>
                  </a:ext>
                </a:extLst>
              </p14:cNvPr>
              <p14:cNvContentPartPr/>
              <p14:nvPr/>
            </p14:nvContentPartPr>
            <p14:xfrm>
              <a:off x="6421869" y="3631225"/>
              <a:ext cx="165960" cy="201600"/>
            </p14:xfrm>
          </p:contentPart>
        </mc:Choice>
        <mc:Fallback xmlns="">
          <p:pic>
            <p:nvPicPr>
              <p:cNvPr id="388" name="Cerneală 387">
                <a:extLst>
                  <a:ext uri="{FF2B5EF4-FFF2-40B4-BE49-F238E27FC236}">
                    <a16:creationId xmlns:a16="http://schemas.microsoft.com/office/drawing/2014/main" id="{CF1E96E8-37E1-45DF-B0C9-AB8318DEF4E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04229" y="3595585"/>
                <a:ext cx="2016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89" name="Cerneală 388">
                <a:extLst>
                  <a:ext uri="{FF2B5EF4-FFF2-40B4-BE49-F238E27FC236}">
                    <a16:creationId xmlns:a16="http://schemas.microsoft.com/office/drawing/2014/main" id="{592C94AD-24F8-4C96-A47C-FD060E51E657}"/>
                  </a:ext>
                </a:extLst>
              </p14:cNvPr>
              <p14:cNvContentPartPr/>
              <p14:nvPr/>
            </p14:nvContentPartPr>
            <p14:xfrm>
              <a:off x="6851349" y="3840025"/>
              <a:ext cx="443160" cy="87480"/>
            </p14:xfrm>
          </p:contentPart>
        </mc:Choice>
        <mc:Fallback xmlns="">
          <p:pic>
            <p:nvPicPr>
              <p:cNvPr id="389" name="Cerneală 388">
                <a:extLst>
                  <a:ext uri="{FF2B5EF4-FFF2-40B4-BE49-F238E27FC236}">
                    <a16:creationId xmlns:a16="http://schemas.microsoft.com/office/drawing/2014/main" id="{592C94AD-24F8-4C96-A47C-FD060E51E65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33349" y="3804385"/>
                <a:ext cx="4788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90" name="Cerneală 389">
                <a:extLst>
                  <a:ext uri="{FF2B5EF4-FFF2-40B4-BE49-F238E27FC236}">
                    <a16:creationId xmlns:a16="http://schemas.microsoft.com/office/drawing/2014/main" id="{BA523780-6220-4622-859B-7ABEB067786E}"/>
                  </a:ext>
                </a:extLst>
              </p14:cNvPr>
              <p14:cNvContentPartPr/>
              <p14:nvPr/>
            </p14:nvContentPartPr>
            <p14:xfrm>
              <a:off x="7028469" y="3762985"/>
              <a:ext cx="244800" cy="352800"/>
            </p14:xfrm>
          </p:contentPart>
        </mc:Choice>
        <mc:Fallback xmlns="">
          <p:pic>
            <p:nvPicPr>
              <p:cNvPr id="390" name="Cerneală 389">
                <a:extLst>
                  <a:ext uri="{FF2B5EF4-FFF2-40B4-BE49-F238E27FC236}">
                    <a16:creationId xmlns:a16="http://schemas.microsoft.com/office/drawing/2014/main" id="{BA523780-6220-4622-859B-7ABEB067786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010469" y="3726985"/>
                <a:ext cx="2804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91" name="Cerneală 390">
                <a:extLst>
                  <a:ext uri="{FF2B5EF4-FFF2-40B4-BE49-F238E27FC236}">
                    <a16:creationId xmlns:a16="http://schemas.microsoft.com/office/drawing/2014/main" id="{0D6A8A6B-DC6A-4C23-B959-6D73C476111B}"/>
                  </a:ext>
                </a:extLst>
              </p14:cNvPr>
              <p14:cNvContentPartPr/>
              <p14:nvPr/>
            </p14:nvContentPartPr>
            <p14:xfrm>
              <a:off x="7366509" y="3550585"/>
              <a:ext cx="1104480" cy="985320"/>
            </p14:xfrm>
          </p:contentPart>
        </mc:Choice>
        <mc:Fallback xmlns="">
          <p:pic>
            <p:nvPicPr>
              <p:cNvPr id="391" name="Cerneală 390">
                <a:extLst>
                  <a:ext uri="{FF2B5EF4-FFF2-40B4-BE49-F238E27FC236}">
                    <a16:creationId xmlns:a16="http://schemas.microsoft.com/office/drawing/2014/main" id="{0D6A8A6B-DC6A-4C23-B959-6D73C476111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8509" y="3514585"/>
                <a:ext cx="1140120" cy="10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97" name="Cerneală 396">
                <a:extLst>
                  <a:ext uri="{FF2B5EF4-FFF2-40B4-BE49-F238E27FC236}">
                    <a16:creationId xmlns:a16="http://schemas.microsoft.com/office/drawing/2014/main" id="{13F74BBD-070B-4487-8ED2-32B7B523E93D}"/>
                  </a:ext>
                </a:extLst>
              </p14:cNvPr>
              <p14:cNvContentPartPr/>
              <p14:nvPr/>
            </p14:nvContentPartPr>
            <p14:xfrm>
              <a:off x="7526709" y="3922825"/>
              <a:ext cx="59400" cy="279360"/>
            </p14:xfrm>
          </p:contentPart>
        </mc:Choice>
        <mc:Fallback xmlns="">
          <p:pic>
            <p:nvPicPr>
              <p:cNvPr id="397" name="Cerneală 396">
                <a:extLst>
                  <a:ext uri="{FF2B5EF4-FFF2-40B4-BE49-F238E27FC236}">
                    <a16:creationId xmlns:a16="http://schemas.microsoft.com/office/drawing/2014/main" id="{13F74BBD-070B-4487-8ED2-32B7B523E93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508709" y="3886825"/>
                <a:ext cx="950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98" name="Cerneală 397">
                <a:extLst>
                  <a:ext uri="{FF2B5EF4-FFF2-40B4-BE49-F238E27FC236}">
                    <a16:creationId xmlns:a16="http://schemas.microsoft.com/office/drawing/2014/main" id="{E26BB952-D1C9-4E74-839C-AD1C1D1B020A}"/>
                  </a:ext>
                </a:extLst>
              </p14:cNvPr>
              <p14:cNvContentPartPr/>
              <p14:nvPr/>
            </p14:nvContentPartPr>
            <p14:xfrm>
              <a:off x="7675749" y="3885385"/>
              <a:ext cx="94680" cy="310320"/>
            </p14:xfrm>
          </p:contentPart>
        </mc:Choice>
        <mc:Fallback xmlns="">
          <p:pic>
            <p:nvPicPr>
              <p:cNvPr id="398" name="Cerneală 397">
                <a:extLst>
                  <a:ext uri="{FF2B5EF4-FFF2-40B4-BE49-F238E27FC236}">
                    <a16:creationId xmlns:a16="http://schemas.microsoft.com/office/drawing/2014/main" id="{E26BB952-D1C9-4E74-839C-AD1C1D1B020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57749" y="3849745"/>
                <a:ext cx="13032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99" name="Cerneală 398">
                <a:extLst>
                  <a:ext uri="{FF2B5EF4-FFF2-40B4-BE49-F238E27FC236}">
                    <a16:creationId xmlns:a16="http://schemas.microsoft.com/office/drawing/2014/main" id="{7E51D5FA-BC98-4693-89CC-BEA6695B1FEE}"/>
                  </a:ext>
                </a:extLst>
              </p14:cNvPr>
              <p14:cNvContentPartPr/>
              <p14:nvPr/>
            </p14:nvContentPartPr>
            <p14:xfrm>
              <a:off x="7851429" y="3967105"/>
              <a:ext cx="153000" cy="203760"/>
            </p14:xfrm>
          </p:contentPart>
        </mc:Choice>
        <mc:Fallback xmlns="">
          <p:pic>
            <p:nvPicPr>
              <p:cNvPr id="399" name="Cerneală 398">
                <a:extLst>
                  <a:ext uri="{FF2B5EF4-FFF2-40B4-BE49-F238E27FC236}">
                    <a16:creationId xmlns:a16="http://schemas.microsoft.com/office/drawing/2014/main" id="{7E51D5FA-BC98-4693-89CC-BEA6695B1FE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833429" y="3931105"/>
                <a:ext cx="1886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00" name="Cerneală 399">
                <a:extLst>
                  <a:ext uri="{FF2B5EF4-FFF2-40B4-BE49-F238E27FC236}">
                    <a16:creationId xmlns:a16="http://schemas.microsoft.com/office/drawing/2014/main" id="{8F0E3617-26B1-4EE4-988A-ABB6B6118E38}"/>
                  </a:ext>
                </a:extLst>
              </p14:cNvPr>
              <p14:cNvContentPartPr/>
              <p14:nvPr/>
            </p14:nvContentPartPr>
            <p14:xfrm>
              <a:off x="8026029" y="3977545"/>
              <a:ext cx="157680" cy="190800"/>
            </p14:xfrm>
          </p:contentPart>
        </mc:Choice>
        <mc:Fallback xmlns="">
          <p:pic>
            <p:nvPicPr>
              <p:cNvPr id="400" name="Cerneală 399">
                <a:extLst>
                  <a:ext uri="{FF2B5EF4-FFF2-40B4-BE49-F238E27FC236}">
                    <a16:creationId xmlns:a16="http://schemas.microsoft.com/office/drawing/2014/main" id="{8F0E3617-26B1-4EE4-988A-ABB6B6118E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008389" y="3941905"/>
                <a:ext cx="193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01" name="Cerneală 400">
                <a:extLst>
                  <a:ext uri="{FF2B5EF4-FFF2-40B4-BE49-F238E27FC236}">
                    <a16:creationId xmlns:a16="http://schemas.microsoft.com/office/drawing/2014/main" id="{A9EF521D-0F98-4522-8DC7-561E69A57D22}"/>
                  </a:ext>
                </a:extLst>
              </p14:cNvPr>
              <p14:cNvContentPartPr/>
              <p14:nvPr/>
            </p14:nvContentPartPr>
            <p14:xfrm>
              <a:off x="8469909" y="3974305"/>
              <a:ext cx="466920" cy="102240"/>
            </p14:xfrm>
          </p:contentPart>
        </mc:Choice>
        <mc:Fallback xmlns="">
          <p:pic>
            <p:nvPicPr>
              <p:cNvPr id="401" name="Cerneală 400">
                <a:extLst>
                  <a:ext uri="{FF2B5EF4-FFF2-40B4-BE49-F238E27FC236}">
                    <a16:creationId xmlns:a16="http://schemas.microsoft.com/office/drawing/2014/main" id="{A9EF521D-0F98-4522-8DC7-561E69A57D2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451909" y="3938665"/>
                <a:ext cx="5025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02" name="Cerneală 401">
                <a:extLst>
                  <a:ext uri="{FF2B5EF4-FFF2-40B4-BE49-F238E27FC236}">
                    <a16:creationId xmlns:a16="http://schemas.microsoft.com/office/drawing/2014/main" id="{AE99EC37-4B7F-4C1E-BF95-5B676427ED95}"/>
                  </a:ext>
                </a:extLst>
              </p14:cNvPr>
              <p14:cNvContentPartPr/>
              <p14:nvPr/>
            </p14:nvContentPartPr>
            <p14:xfrm>
              <a:off x="7459389" y="861025"/>
              <a:ext cx="360" cy="360"/>
            </p14:xfrm>
          </p:contentPart>
        </mc:Choice>
        <mc:Fallback xmlns="">
          <p:pic>
            <p:nvPicPr>
              <p:cNvPr id="402" name="Cerneală 401">
                <a:extLst>
                  <a:ext uri="{FF2B5EF4-FFF2-40B4-BE49-F238E27FC236}">
                    <a16:creationId xmlns:a16="http://schemas.microsoft.com/office/drawing/2014/main" id="{AE99EC37-4B7F-4C1E-BF95-5B676427ED9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441389" y="8250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403" name="Cerneală 402">
                <a:extLst>
                  <a:ext uri="{FF2B5EF4-FFF2-40B4-BE49-F238E27FC236}">
                    <a16:creationId xmlns:a16="http://schemas.microsoft.com/office/drawing/2014/main" id="{79285817-16B2-447D-ACED-424FEB247D9A}"/>
                  </a:ext>
                </a:extLst>
              </p14:cNvPr>
              <p14:cNvContentPartPr/>
              <p14:nvPr/>
            </p14:nvContentPartPr>
            <p14:xfrm>
              <a:off x="8864829" y="3465625"/>
              <a:ext cx="1113840" cy="930960"/>
            </p14:xfrm>
          </p:contentPart>
        </mc:Choice>
        <mc:Fallback xmlns="">
          <p:pic>
            <p:nvPicPr>
              <p:cNvPr id="403" name="Cerneală 402">
                <a:extLst>
                  <a:ext uri="{FF2B5EF4-FFF2-40B4-BE49-F238E27FC236}">
                    <a16:creationId xmlns:a16="http://schemas.microsoft.com/office/drawing/2014/main" id="{79285817-16B2-447D-ACED-424FEB247D9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46829" y="3429985"/>
                <a:ext cx="1149480" cy="10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404" name="Cerneală 403">
                <a:extLst>
                  <a:ext uri="{FF2B5EF4-FFF2-40B4-BE49-F238E27FC236}">
                    <a16:creationId xmlns:a16="http://schemas.microsoft.com/office/drawing/2014/main" id="{083F7EDB-86D9-45B8-A2A3-EC4057973E19}"/>
                  </a:ext>
                </a:extLst>
              </p14:cNvPr>
              <p14:cNvContentPartPr/>
              <p14:nvPr/>
            </p14:nvContentPartPr>
            <p14:xfrm>
              <a:off x="9167949" y="3825265"/>
              <a:ext cx="33840" cy="303480"/>
            </p14:xfrm>
          </p:contentPart>
        </mc:Choice>
        <mc:Fallback xmlns="">
          <p:pic>
            <p:nvPicPr>
              <p:cNvPr id="404" name="Cerneală 403">
                <a:extLst>
                  <a:ext uri="{FF2B5EF4-FFF2-40B4-BE49-F238E27FC236}">
                    <a16:creationId xmlns:a16="http://schemas.microsoft.com/office/drawing/2014/main" id="{083F7EDB-86D9-45B8-A2A3-EC4057973E1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150309" y="3789625"/>
                <a:ext cx="694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05" name="Cerneală 404">
                <a:extLst>
                  <a:ext uri="{FF2B5EF4-FFF2-40B4-BE49-F238E27FC236}">
                    <a16:creationId xmlns:a16="http://schemas.microsoft.com/office/drawing/2014/main" id="{5BB0CBA6-FCA7-4653-9D24-F1B707FB2852}"/>
                  </a:ext>
                </a:extLst>
              </p14:cNvPr>
              <p14:cNvContentPartPr/>
              <p14:nvPr/>
            </p14:nvContentPartPr>
            <p14:xfrm>
              <a:off x="9277389" y="3886825"/>
              <a:ext cx="155880" cy="205560"/>
            </p14:xfrm>
          </p:contentPart>
        </mc:Choice>
        <mc:Fallback xmlns="">
          <p:pic>
            <p:nvPicPr>
              <p:cNvPr id="405" name="Cerneală 404">
                <a:extLst>
                  <a:ext uri="{FF2B5EF4-FFF2-40B4-BE49-F238E27FC236}">
                    <a16:creationId xmlns:a16="http://schemas.microsoft.com/office/drawing/2014/main" id="{5BB0CBA6-FCA7-4653-9D24-F1B707FB285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259389" y="3851185"/>
                <a:ext cx="191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06" name="Cerneală 405">
                <a:extLst>
                  <a:ext uri="{FF2B5EF4-FFF2-40B4-BE49-F238E27FC236}">
                    <a16:creationId xmlns:a16="http://schemas.microsoft.com/office/drawing/2014/main" id="{6CA1FC16-B579-45E2-8ABB-22311E488F9F}"/>
                  </a:ext>
                </a:extLst>
              </p14:cNvPr>
              <p14:cNvContentPartPr/>
              <p14:nvPr/>
            </p14:nvContentPartPr>
            <p14:xfrm>
              <a:off x="9477549" y="3870265"/>
              <a:ext cx="139320" cy="176760"/>
            </p14:xfrm>
          </p:contentPart>
        </mc:Choice>
        <mc:Fallback xmlns="">
          <p:pic>
            <p:nvPicPr>
              <p:cNvPr id="406" name="Cerneală 405">
                <a:extLst>
                  <a:ext uri="{FF2B5EF4-FFF2-40B4-BE49-F238E27FC236}">
                    <a16:creationId xmlns:a16="http://schemas.microsoft.com/office/drawing/2014/main" id="{6CA1FC16-B579-45E2-8ABB-22311E488F9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59909" y="3834625"/>
                <a:ext cx="1749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07" name="Cerneală 406">
                <a:extLst>
                  <a:ext uri="{FF2B5EF4-FFF2-40B4-BE49-F238E27FC236}">
                    <a16:creationId xmlns:a16="http://schemas.microsoft.com/office/drawing/2014/main" id="{A52628C6-9A79-4E57-9A97-2C9B352C7075}"/>
                  </a:ext>
                </a:extLst>
              </p14:cNvPr>
              <p14:cNvContentPartPr/>
              <p14:nvPr/>
            </p14:nvContentPartPr>
            <p14:xfrm>
              <a:off x="9641349" y="3860185"/>
              <a:ext cx="167400" cy="172440"/>
            </p14:xfrm>
          </p:contentPart>
        </mc:Choice>
        <mc:Fallback xmlns="">
          <p:pic>
            <p:nvPicPr>
              <p:cNvPr id="407" name="Cerneală 406">
                <a:extLst>
                  <a:ext uri="{FF2B5EF4-FFF2-40B4-BE49-F238E27FC236}">
                    <a16:creationId xmlns:a16="http://schemas.microsoft.com/office/drawing/2014/main" id="{A52628C6-9A79-4E57-9A97-2C9B352C707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623709" y="3824545"/>
                <a:ext cx="2030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408" name="Cerneală 407">
                <a:extLst>
                  <a:ext uri="{FF2B5EF4-FFF2-40B4-BE49-F238E27FC236}">
                    <a16:creationId xmlns:a16="http://schemas.microsoft.com/office/drawing/2014/main" id="{23ABCEED-A50A-41FF-89BF-D17BDF37E4D8}"/>
                  </a:ext>
                </a:extLst>
              </p14:cNvPr>
              <p14:cNvContentPartPr/>
              <p14:nvPr/>
            </p14:nvContentPartPr>
            <p14:xfrm>
              <a:off x="9075429" y="3821665"/>
              <a:ext cx="104400" cy="96480"/>
            </p14:xfrm>
          </p:contentPart>
        </mc:Choice>
        <mc:Fallback xmlns="">
          <p:pic>
            <p:nvPicPr>
              <p:cNvPr id="408" name="Cerneală 407">
                <a:extLst>
                  <a:ext uri="{FF2B5EF4-FFF2-40B4-BE49-F238E27FC236}">
                    <a16:creationId xmlns:a16="http://schemas.microsoft.com/office/drawing/2014/main" id="{23ABCEED-A50A-41FF-89BF-D17BDF37E4D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057789" y="3786025"/>
                <a:ext cx="1400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409" name="Cerneală 408">
                <a:extLst>
                  <a:ext uri="{FF2B5EF4-FFF2-40B4-BE49-F238E27FC236}">
                    <a16:creationId xmlns:a16="http://schemas.microsoft.com/office/drawing/2014/main" id="{8EAAB903-F9CB-42EF-8A7F-9079F21D3368}"/>
                  </a:ext>
                </a:extLst>
              </p14:cNvPr>
              <p14:cNvContentPartPr/>
              <p14:nvPr/>
            </p14:nvContentPartPr>
            <p14:xfrm>
              <a:off x="9105309" y="4152865"/>
              <a:ext cx="112320" cy="12600"/>
            </p14:xfrm>
          </p:contentPart>
        </mc:Choice>
        <mc:Fallback xmlns="">
          <p:pic>
            <p:nvPicPr>
              <p:cNvPr id="409" name="Cerneală 408">
                <a:extLst>
                  <a:ext uri="{FF2B5EF4-FFF2-40B4-BE49-F238E27FC236}">
                    <a16:creationId xmlns:a16="http://schemas.microsoft.com/office/drawing/2014/main" id="{8EAAB903-F9CB-42EF-8A7F-9079F21D336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087669" y="4117225"/>
                <a:ext cx="147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410" name="Cerneală 409">
                <a:extLst>
                  <a:ext uri="{FF2B5EF4-FFF2-40B4-BE49-F238E27FC236}">
                    <a16:creationId xmlns:a16="http://schemas.microsoft.com/office/drawing/2014/main" id="{83FCD4A2-DD5B-48C2-9336-FA2545D83450}"/>
                  </a:ext>
                </a:extLst>
              </p14:cNvPr>
              <p14:cNvContentPartPr/>
              <p14:nvPr/>
            </p14:nvContentPartPr>
            <p14:xfrm>
              <a:off x="8557389" y="3941185"/>
              <a:ext cx="187920" cy="334800"/>
            </p14:xfrm>
          </p:contentPart>
        </mc:Choice>
        <mc:Fallback xmlns="">
          <p:pic>
            <p:nvPicPr>
              <p:cNvPr id="410" name="Cerneală 409">
                <a:extLst>
                  <a:ext uri="{FF2B5EF4-FFF2-40B4-BE49-F238E27FC236}">
                    <a16:creationId xmlns:a16="http://schemas.microsoft.com/office/drawing/2014/main" id="{83FCD4A2-DD5B-48C2-9336-FA2545D8345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539749" y="3905545"/>
                <a:ext cx="2235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411" name="Cerneală 410">
                <a:extLst>
                  <a:ext uri="{FF2B5EF4-FFF2-40B4-BE49-F238E27FC236}">
                    <a16:creationId xmlns:a16="http://schemas.microsoft.com/office/drawing/2014/main" id="{95FC2E6D-762E-4A5C-B1AC-7A31565C718C}"/>
                  </a:ext>
                </a:extLst>
              </p14:cNvPr>
              <p14:cNvContentPartPr/>
              <p14:nvPr/>
            </p14:nvContentPartPr>
            <p14:xfrm>
              <a:off x="9937629" y="2667145"/>
              <a:ext cx="714600" cy="928080"/>
            </p14:xfrm>
          </p:contentPart>
        </mc:Choice>
        <mc:Fallback xmlns="">
          <p:pic>
            <p:nvPicPr>
              <p:cNvPr id="411" name="Cerneală 410">
                <a:extLst>
                  <a:ext uri="{FF2B5EF4-FFF2-40B4-BE49-F238E27FC236}">
                    <a16:creationId xmlns:a16="http://schemas.microsoft.com/office/drawing/2014/main" id="{95FC2E6D-762E-4A5C-B1AC-7A31565C718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919989" y="2631505"/>
                <a:ext cx="75024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412" name="Cerneală 411">
                <a:extLst>
                  <a:ext uri="{FF2B5EF4-FFF2-40B4-BE49-F238E27FC236}">
                    <a16:creationId xmlns:a16="http://schemas.microsoft.com/office/drawing/2014/main" id="{9FB586B3-8C15-45CD-B917-DA846AFAEC24}"/>
                  </a:ext>
                </a:extLst>
              </p14:cNvPr>
              <p14:cNvContentPartPr/>
              <p14:nvPr/>
            </p14:nvContentPartPr>
            <p14:xfrm>
              <a:off x="10294029" y="3054865"/>
              <a:ext cx="135000" cy="284040"/>
            </p14:xfrm>
          </p:contentPart>
        </mc:Choice>
        <mc:Fallback xmlns="">
          <p:pic>
            <p:nvPicPr>
              <p:cNvPr id="412" name="Cerneală 411">
                <a:extLst>
                  <a:ext uri="{FF2B5EF4-FFF2-40B4-BE49-F238E27FC236}">
                    <a16:creationId xmlns:a16="http://schemas.microsoft.com/office/drawing/2014/main" id="{9FB586B3-8C15-45CD-B917-DA846AFAEC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276029" y="3019225"/>
                <a:ext cx="1706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413" name="Cerneală 412">
                <a:extLst>
                  <a:ext uri="{FF2B5EF4-FFF2-40B4-BE49-F238E27FC236}">
                    <a16:creationId xmlns:a16="http://schemas.microsoft.com/office/drawing/2014/main" id="{94DD9074-7433-4F86-AB2C-7DB0598F4CD5}"/>
                  </a:ext>
                </a:extLst>
              </p14:cNvPr>
              <p14:cNvContentPartPr/>
              <p14:nvPr/>
            </p14:nvContentPartPr>
            <p14:xfrm>
              <a:off x="5476509" y="4057105"/>
              <a:ext cx="4788720" cy="913320"/>
            </p14:xfrm>
          </p:contentPart>
        </mc:Choice>
        <mc:Fallback xmlns="">
          <p:pic>
            <p:nvPicPr>
              <p:cNvPr id="413" name="Cerneală 412">
                <a:extLst>
                  <a:ext uri="{FF2B5EF4-FFF2-40B4-BE49-F238E27FC236}">
                    <a16:creationId xmlns:a16="http://schemas.microsoft.com/office/drawing/2014/main" id="{94DD9074-7433-4F86-AB2C-7DB0598F4CD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458869" y="4021105"/>
                <a:ext cx="4824360" cy="9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14" name="Cerneală 413">
                <a:extLst>
                  <a:ext uri="{FF2B5EF4-FFF2-40B4-BE49-F238E27FC236}">
                    <a16:creationId xmlns:a16="http://schemas.microsoft.com/office/drawing/2014/main" id="{0124A8AD-9DD4-454D-9B51-BE70CF394EE1}"/>
                  </a:ext>
                </a:extLst>
              </p14:cNvPr>
              <p14:cNvContentPartPr/>
              <p14:nvPr/>
            </p14:nvContentPartPr>
            <p14:xfrm>
              <a:off x="7548669" y="4754785"/>
              <a:ext cx="251640" cy="385560"/>
            </p14:xfrm>
          </p:contentPart>
        </mc:Choice>
        <mc:Fallback xmlns="">
          <p:pic>
            <p:nvPicPr>
              <p:cNvPr id="414" name="Cerneală 413">
                <a:extLst>
                  <a:ext uri="{FF2B5EF4-FFF2-40B4-BE49-F238E27FC236}">
                    <a16:creationId xmlns:a16="http://schemas.microsoft.com/office/drawing/2014/main" id="{0124A8AD-9DD4-454D-9B51-BE70CF394EE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531029" y="4718785"/>
                <a:ext cx="2872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15" name="Cerneală 414">
                <a:extLst>
                  <a:ext uri="{FF2B5EF4-FFF2-40B4-BE49-F238E27FC236}">
                    <a16:creationId xmlns:a16="http://schemas.microsoft.com/office/drawing/2014/main" id="{87CBACC5-82DA-4414-9798-EE3075D4B8F6}"/>
                  </a:ext>
                </a:extLst>
              </p14:cNvPr>
              <p14:cNvContentPartPr/>
              <p14:nvPr/>
            </p14:nvContentPartPr>
            <p14:xfrm>
              <a:off x="6891309" y="5139625"/>
              <a:ext cx="224640" cy="470160"/>
            </p14:xfrm>
          </p:contentPart>
        </mc:Choice>
        <mc:Fallback xmlns="">
          <p:pic>
            <p:nvPicPr>
              <p:cNvPr id="415" name="Cerneală 414">
                <a:extLst>
                  <a:ext uri="{FF2B5EF4-FFF2-40B4-BE49-F238E27FC236}">
                    <a16:creationId xmlns:a16="http://schemas.microsoft.com/office/drawing/2014/main" id="{87CBACC5-82DA-4414-9798-EE3075D4B8F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873669" y="5103625"/>
                <a:ext cx="26028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16" name="Cerneală 415">
                <a:extLst>
                  <a:ext uri="{FF2B5EF4-FFF2-40B4-BE49-F238E27FC236}">
                    <a16:creationId xmlns:a16="http://schemas.microsoft.com/office/drawing/2014/main" id="{4FE68F2B-4D0D-4020-911D-EF4A94D0359E}"/>
                  </a:ext>
                </a:extLst>
              </p14:cNvPr>
              <p14:cNvContentPartPr/>
              <p14:nvPr/>
            </p14:nvContentPartPr>
            <p14:xfrm>
              <a:off x="6712029" y="5323945"/>
              <a:ext cx="312480" cy="50400"/>
            </p14:xfrm>
          </p:contentPart>
        </mc:Choice>
        <mc:Fallback xmlns="">
          <p:pic>
            <p:nvPicPr>
              <p:cNvPr id="416" name="Cerneală 415">
                <a:extLst>
                  <a:ext uri="{FF2B5EF4-FFF2-40B4-BE49-F238E27FC236}">
                    <a16:creationId xmlns:a16="http://schemas.microsoft.com/office/drawing/2014/main" id="{4FE68F2B-4D0D-4020-911D-EF4A94D0359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694029" y="5288305"/>
                <a:ext cx="3481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17" name="Cerneală 416">
                <a:extLst>
                  <a:ext uri="{FF2B5EF4-FFF2-40B4-BE49-F238E27FC236}">
                    <a16:creationId xmlns:a16="http://schemas.microsoft.com/office/drawing/2014/main" id="{78078FBB-712E-4169-ADE6-7A41679BC001}"/>
                  </a:ext>
                </a:extLst>
              </p14:cNvPr>
              <p14:cNvContentPartPr/>
              <p14:nvPr/>
            </p14:nvContentPartPr>
            <p14:xfrm>
              <a:off x="7098309" y="5387305"/>
              <a:ext cx="780480" cy="267840"/>
            </p14:xfrm>
          </p:contentPart>
        </mc:Choice>
        <mc:Fallback xmlns="">
          <p:pic>
            <p:nvPicPr>
              <p:cNvPr id="417" name="Cerneală 416">
                <a:extLst>
                  <a:ext uri="{FF2B5EF4-FFF2-40B4-BE49-F238E27FC236}">
                    <a16:creationId xmlns:a16="http://schemas.microsoft.com/office/drawing/2014/main" id="{78078FBB-712E-4169-ADE6-7A41679BC00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80669" y="5351305"/>
                <a:ext cx="8161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18" name="Cerneală 417">
                <a:extLst>
                  <a:ext uri="{FF2B5EF4-FFF2-40B4-BE49-F238E27FC236}">
                    <a16:creationId xmlns:a16="http://schemas.microsoft.com/office/drawing/2014/main" id="{2827A7A3-5E73-4D8D-8A44-1E842438EEBD}"/>
                  </a:ext>
                </a:extLst>
              </p14:cNvPr>
              <p14:cNvContentPartPr/>
              <p14:nvPr/>
            </p14:nvContentPartPr>
            <p14:xfrm>
              <a:off x="7928829" y="5322145"/>
              <a:ext cx="320400" cy="486720"/>
            </p14:xfrm>
          </p:contentPart>
        </mc:Choice>
        <mc:Fallback xmlns="">
          <p:pic>
            <p:nvPicPr>
              <p:cNvPr id="418" name="Cerneală 417">
                <a:extLst>
                  <a:ext uri="{FF2B5EF4-FFF2-40B4-BE49-F238E27FC236}">
                    <a16:creationId xmlns:a16="http://schemas.microsoft.com/office/drawing/2014/main" id="{2827A7A3-5E73-4D8D-8A44-1E842438EEB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11189" y="5286505"/>
                <a:ext cx="35604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19" name="Cerneală 418">
                <a:extLst>
                  <a:ext uri="{FF2B5EF4-FFF2-40B4-BE49-F238E27FC236}">
                    <a16:creationId xmlns:a16="http://schemas.microsoft.com/office/drawing/2014/main" id="{6200F5EF-01A0-479A-8B9A-13685ABDF422}"/>
                  </a:ext>
                </a:extLst>
              </p14:cNvPr>
              <p14:cNvContentPartPr/>
              <p14:nvPr/>
            </p14:nvContentPartPr>
            <p14:xfrm>
              <a:off x="8214669" y="5288665"/>
              <a:ext cx="360" cy="360"/>
            </p14:xfrm>
          </p:contentPart>
        </mc:Choice>
        <mc:Fallback xmlns="">
          <p:pic>
            <p:nvPicPr>
              <p:cNvPr id="419" name="Cerneală 418">
                <a:extLst>
                  <a:ext uri="{FF2B5EF4-FFF2-40B4-BE49-F238E27FC236}">
                    <a16:creationId xmlns:a16="http://schemas.microsoft.com/office/drawing/2014/main" id="{6200F5EF-01A0-479A-8B9A-13685ABDF42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97029" y="52530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420" name="Cerneală 419">
                <a:extLst>
                  <a:ext uri="{FF2B5EF4-FFF2-40B4-BE49-F238E27FC236}">
                    <a16:creationId xmlns:a16="http://schemas.microsoft.com/office/drawing/2014/main" id="{F25B2568-E91E-4775-B696-3316FB7DF75A}"/>
                  </a:ext>
                </a:extLst>
              </p14:cNvPr>
              <p14:cNvContentPartPr/>
              <p14:nvPr/>
            </p14:nvContentPartPr>
            <p14:xfrm>
              <a:off x="8355069" y="5029105"/>
              <a:ext cx="281520" cy="465120"/>
            </p14:xfrm>
          </p:contentPart>
        </mc:Choice>
        <mc:Fallback xmlns="">
          <p:pic>
            <p:nvPicPr>
              <p:cNvPr id="420" name="Cerneală 419">
                <a:extLst>
                  <a:ext uri="{FF2B5EF4-FFF2-40B4-BE49-F238E27FC236}">
                    <a16:creationId xmlns:a16="http://schemas.microsoft.com/office/drawing/2014/main" id="{F25B2568-E91E-4775-B696-3316FB7DF75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337069" y="4993105"/>
                <a:ext cx="31716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421" name="Cerneală 420">
                <a:extLst>
                  <a:ext uri="{FF2B5EF4-FFF2-40B4-BE49-F238E27FC236}">
                    <a16:creationId xmlns:a16="http://schemas.microsoft.com/office/drawing/2014/main" id="{466CAD39-0546-4616-A2CF-5E72CD323A4D}"/>
                  </a:ext>
                </a:extLst>
              </p14:cNvPr>
              <p14:cNvContentPartPr/>
              <p14:nvPr/>
            </p14:nvContentPartPr>
            <p14:xfrm>
              <a:off x="8557029" y="5276425"/>
              <a:ext cx="48240" cy="7920"/>
            </p14:xfrm>
          </p:contentPart>
        </mc:Choice>
        <mc:Fallback xmlns="">
          <p:pic>
            <p:nvPicPr>
              <p:cNvPr id="421" name="Cerneală 420">
                <a:extLst>
                  <a:ext uri="{FF2B5EF4-FFF2-40B4-BE49-F238E27FC236}">
                    <a16:creationId xmlns:a16="http://schemas.microsoft.com/office/drawing/2014/main" id="{466CAD39-0546-4616-A2CF-5E72CD323A4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539029" y="5240785"/>
                <a:ext cx="838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422" name="Cerneală 421">
                <a:extLst>
                  <a:ext uri="{FF2B5EF4-FFF2-40B4-BE49-F238E27FC236}">
                    <a16:creationId xmlns:a16="http://schemas.microsoft.com/office/drawing/2014/main" id="{C4EB205B-0367-45AD-9A3B-B3A73797E3B5}"/>
                  </a:ext>
                </a:extLst>
              </p14:cNvPr>
              <p14:cNvContentPartPr/>
              <p14:nvPr/>
            </p14:nvContentPartPr>
            <p14:xfrm>
              <a:off x="8234109" y="5128465"/>
              <a:ext cx="338760" cy="35640"/>
            </p14:xfrm>
          </p:contentPart>
        </mc:Choice>
        <mc:Fallback xmlns="">
          <p:pic>
            <p:nvPicPr>
              <p:cNvPr id="422" name="Cerneală 421">
                <a:extLst>
                  <a:ext uri="{FF2B5EF4-FFF2-40B4-BE49-F238E27FC236}">
                    <a16:creationId xmlns:a16="http://schemas.microsoft.com/office/drawing/2014/main" id="{C4EB205B-0367-45AD-9A3B-B3A73797E3B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216469" y="5092465"/>
                <a:ext cx="3744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423" name="Cerneală 422">
                <a:extLst>
                  <a:ext uri="{FF2B5EF4-FFF2-40B4-BE49-F238E27FC236}">
                    <a16:creationId xmlns:a16="http://schemas.microsoft.com/office/drawing/2014/main" id="{C2DA2C52-E213-4999-A191-874214CCC890}"/>
                  </a:ext>
                </a:extLst>
              </p14:cNvPr>
              <p14:cNvContentPartPr/>
              <p14:nvPr/>
            </p14:nvContentPartPr>
            <p14:xfrm>
              <a:off x="8689149" y="5263825"/>
              <a:ext cx="280440" cy="114480"/>
            </p14:xfrm>
          </p:contentPart>
        </mc:Choice>
        <mc:Fallback xmlns="">
          <p:pic>
            <p:nvPicPr>
              <p:cNvPr id="423" name="Cerneală 422">
                <a:extLst>
                  <a:ext uri="{FF2B5EF4-FFF2-40B4-BE49-F238E27FC236}">
                    <a16:creationId xmlns:a16="http://schemas.microsoft.com/office/drawing/2014/main" id="{C2DA2C52-E213-4999-A191-874214CCC89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671149" y="5227825"/>
                <a:ext cx="3160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424" name="Cerneală 423">
                <a:extLst>
                  <a:ext uri="{FF2B5EF4-FFF2-40B4-BE49-F238E27FC236}">
                    <a16:creationId xmlns:a16="http://schemas.microsoft.com/office/drawing/2014/main" id="{8EE83E49-A2D5-45E3-AFFC-32DB75D00827}"/>
                  </a:ext>
                </a:extLst>
              </p14:cNvPr>
              <p14:cNvContentPartPr/>
              <p14:nvPr/>
            </p14:nvContentPartPr>
            <p14:xfrm>
              <a:off x="9453429" y="5027305"/>
              <a:ext cx="516240" cy="247680"/>
            </p14:xfrm>
          </p:contentPart>
        </mc:Choice>
        <mc:Fallback xmlns="">
          <p:pic>
            <p:nvPicPr>
              <p:cNvPr id="424" name="Cerneală 423">
                <a:extLst>
                  <a:ext uri="{FF2B5EF4-FFF2-40B4-BE49-F238E27FC236}">
                    <a16:creationId xmlns:a16="http://schemas.microsoft.com/office/drawing/2014/main" id="{8EE83E49-A2D5-45E3-AFFC-32DB75D0082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435789" y="4991665"/>
                <a:ext cx="5518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425" name="Cerneală 424">
                <a:extLst>
                  <a:ext uri="{FF2B5EF4-FFF2-40B4-BE49-F238E27FC236}">
                    <a16:creationId xmlns:a16="http://schemas.microsoft.com/office/drawing/2014/main" id="{A64EC604-3785-4C7A-9495-61D9A6FEBF49}"/>
                  </a:ext>
                </a:extLst>
              </p14:cNvPr>
              <p14:cNvContentPartPr/>
              <p14:nvPr/>
            </p14:nvContentPartPr>
            <p14:xfrm>
              <a:off x="9951309" y="4657225"/>
              <a:ext cx="593280" cy="504000"/>
            </p14:xfrm>
          </p:contentPart>
        </mc:Choice>
        <mc:Fallback xmlns="">
          <p:pic>
            <p:nvPicPr>
              <p:cNvPr id="425" name="Cerneală 424">
                <a:extLst>
                  <a:ext uri="{FF2B5EF4-FFF2-40B4-BE49-F238E27FC236}">
                    <a16:creationId xmlns:a16="http://schemas.microsoft.com/office/drawing/2014/main" id="{A64EC604-3785-4C7A-9495-61D9A6FEBF4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933309" y="4621585"/>
                <a:ext cx="62892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426" name="Cerneală 425">
                <a:extLst>
                  <a:ext uri="{FF2B5EF4-FFF2-40B4-BE49-F238E27FC236}">
                    <a16:creationId xmlns:a16="http://schemas.microsoft.com/office/drawing/2014/main" id="{662E0501-BEB9-4D2B-9B11-C6DF8B14197A}"/>
                  </a:ext>
                </a:extLst>
              </p14:cNvPr>
              <p14:cNvContentPartPr/>
              <p14:nvPr/>
            </p14:nvContentPartPr>
            <p14:xfrm>
              <a:off x="10490229" y="4753705"/>
              <a:ext cx="39600" cy="18360"/>
            </p14:xfrm>
          </p:contentPart>
        </mc:Choice>
        <mc:Fallback xmlns="">
          <p:pic>
            <p:nvPicPr>
              <p:cNvPr id="426" name="Cerneală 425">
                <a:extLst>
                  <a:ext uri="{FF2B5EF4-FFF2-40B4-BE49-F238E27FC236}">
                    <a16:creationId xmlns:a16="http://schemas.microsoft.com/office/drawing/2014/main" id="{662E0501-BEB9-4D2B-9B11-C6DF8B14197A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472589" y="4717705"/>
                <a:ext cx="75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427" name="Cerneală 426">
                <a:extLst>
                  <a:ext uri="{FF2B5EF4-FFF2-40B4-BE49-F238E27FC236}">
                    <a16:creationId xmlns:a16="http://schemas.microsoft.com/office/drawing/2014/main" id="{73E7859D-BECE-4A84-A9F9-3411762B29F7}"/>
                  </a:ext>
                </a:extLst>
              </p14:cNvPr>
              <p14:cNvContentPartPr/>
              <p14:nvPr/>
            </p14:nvContentPartPr>
            <p14:xfrm>
              <a:off x="10602189" y="4277065"/>
              <a:ext cx="651960" cy="1045080"/>
            </p14:xfrm>
          </p:contentPart>
        </mc:Choice>
        <mc:Fallback xmlns="">
          <p:pic>
            <p:nvPicPr>
              <p:cNvPr id="427" name="Cerneală 426">
                <a:extLst>
                  <a:ext uri="{FF2B5EF4-FFF2-40B4-BE49-F238E27FC236}">
                    <a16:creationId xmlns:a16="http://schemas.microsoft.com/office/drawing/2014/main" id="{73E7859D-BECE-4A84-A9F9-3411762B29F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584189" y="4241425"/>
                <a:ext cx="687600" cy="11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428" name="Cerneală 427">
                <a:extLst>
                  <a:ext uri="{FF2B5EF4-FFF2-40B4-BE49-F238E27FC236}">
                    <a16:creationId xmlns:a16="http://schemas.microsoft.com/office/drawing/2014/main" id="{50CE092F-2A21-40A9-8F8B-66279B685DA9}"/>
                  </a:ext>
                </a:extLst>
              </p14:cNvPr>
              <p14:cNvContentPartPr/>
              <p14:nvPr/>
            </p14:nvContentPartPr>
            <p14:xfrm>
              <a:off x="10943469" y="4557145"/>
              <a:ext cx="496800" cy="250920"/>
            </p14:xfrm>
          </p:contentPart>
        </mc:Choice>
        <mc:Fallback xmlns="">
          <p:pic>
            <p:nvPicPr>
              <p:cNvPr id="428" name="Cerneală 427">
                <a:extLst>
                  <a:ext uri="{FF2B5EF4-FFF2-40B4-BE49-F238E27FC236}">
                    <a16:creationId xmlns:a16="http://schemas.microsoft.com/office/drawing/2014/main" id="{50CE092F-2A21-40A9-8F8B-66279B685DA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0925829" y="4521505"/>
                <a:ext cx="5324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429" name="Cerneală 428">
                <a:extLst>
                  <a:ext uri="{FF2B5EF4-FFF2-40B4-BE49-F238E27FC236}">
                    <a16:creationId xmlns:a16="http://schemas.microsoft.com/office/drawing/2014/main" id="{5865CDB0-C3DD-4167-9C38-83BF2519723D}"/>
                  </a:ext>
                </a:extLst>
              </p14:cNvPr>
              <p14:cNvContentPartPr/>
              <p14:nvPr/>
            </p14:nvContentPartPr>
            <p14:xfrm>
              <a:off x="11324349" y="4337185"/>
              <a:ext cx="429840" cy="460800"/>
            </p14:xfrm>
          </p:contentPart>
        </mc:Choice>
        <mc:Fallback xmlns="">
          <p:pic>
            <p:nvPicPr>
              <p:cNvPr id="429" name="Cerneală 428">
                <a:extLst>
                  <a:ext uri="{FF2B5EF4-FFF2-40B4-BE49-F238E27FC236}">
                    <a16:creationId xmlns:a16="http://schemas.microsoft.com/office/drawing/2014/main" id="{5865CDB0-C3DD-4167-9C38-83BF2519723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1306709" y="4301185"/>
                <a:ext cx="465480" cy="5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609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779E0D7-A0C0-4E16-8FD2-77A274CF0B9B}"/>
                  </a:ext>
                </a:extLst>
              </p14:cNvPr>
              <p14:cNvContentPartPr/>
              <p14:nvPr/>
            </p14:nvContentPartPr>
            <p14:xfrm>
              <a:off x="2410749" y="168434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779E0D7-A0C0-4E16-8FD2-77A274CF0B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3109" y="16663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679F4C41-FA17-48EF-B3FA-5FF1CD75DD3B}"/>
                  </a:ext>
                </a:extLst>
              </p14:cNvPr>
              <p14:cNvContentPartPr/>
              <p14:nvPr/>
            </p14:nvContentPartPr>
            <p14:xfrm>
              <a:off x="2205549" y="717025"/>
              <a:ext cx="3240" cy="3434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679F4C41-FA17-48EF-B3FA-5FF1CD75DD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87909" y="699025"/>
                <a:ext cx="388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A44423C-FF76-4DC9-8CF1-5E47CE98220E}"/>
                  </a:ext>
                </a:extLst>
              </p14:cNvPr>
              <p14:cNvContentPartPr/>
              <p14:nvPr/>
            </p14:nvContentPartPr>
            <p14:xfrm>
              <a:off x="2223189" y="1140385"/>
              <a:ext cx="21240" cy="46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A44423C-FF76-4DC9-8CF1-5E47CE9822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5189" y="1122385"/>
                <a:ext cx="568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6141AB2-89DD-4253-AB3E-08DA36EA6432}"/>
                  </a:ext>
                </a:extLst>
              </p14:cNvPr>
              <p14:cNvContentPartPr/>
              <p14:nvPr/>
            </p14:nvContentPartPr>
            <p14:xfrm>
              <a:off x="678069" y="697585"/>
              <a:ext cx="1347120" cy="571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6141AB2-89DD-4253-AB3E-08DA36EA64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424" y="679585"/>
                <a:ext cx="138277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1C0389B-9B45-41D8-9C24-8A2BDDDE025A}"/>
                  </a:ext>
                </a:extLst>
              </p14:cNvPr>
              <p14:cNvContentPartPr/>
              <p14:nvPr/>
            </p14:nvContentPartPr>
            <p14:xfrm>
              <a:off x="3311469" y="688585"/>
              <a:ext cx="1283400" cy="3891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1C0389B-9B45-41D8-9C24-8A2BDDDE02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93469" y="670568"/>
                <a:ext cx="1319040" cy="424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75F35EE1-315D-4A90-8507-9544E10EAF43}"/>
                  </a:ext>
                </a:extLst>
              </p14:cNvPr>
              <p14:cNvContentPartPr/>
              <p14:nvPr/>
            </p14:nvContentPartPr>
            <p14:xfrm>
              <a:off x="9591309" y="750505"/>
              <a:ext cx="490680" cy="1688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75F35EE1-315D-4A90-8507-9544E10EAF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73669" y="732505"/>
                <a:ext cx="5263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0215B0E-3A3A-44FF-A3CC-13707F26B009}"/>
                  </a:ext>
                </a:extLst>
              </p14:cNvPr>
              <p14:cNvContentPartPr/>
              <p14:nvPr/>
            </p14:nvContentPartPr>
            <p14:xfrm>
              <a:off x="11155509" y="707665"/>
              <a:ext cx="250560" cy="441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0215B0E-3A3A-44FF-A3CC-13707F26B0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137509" y="689665"/>
                <a:ext cx="2862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774263F-D07C-4DAB-98A3-E912D2804851}"/>
                  </a:ext>
                </a:extLst>
              </p14:cNvPr>
              <p14:cNvContentPartPr/>
              <p14:nvPr/>
            </p14:nvContentPartPr>
            <p14:xfrm>
              <a:off x="10418589" y="645745"/>
              <a:ext cx="476640" cy="5259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774263F-D07C-4DAB-98A3-E912D28048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00589" y="628105"/>
                <a:ext cx="51228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259D52C6-F074-4B28-9E9F-86725121CA9E}"/>
                  </a:ext>
                </a:extLst>
              </p14:cNvPr>
              <p14:cNvContentPartPr/>
              <p14:nvPr/>
            </p14:nvContentPartPr>
            <p14:xfrm>
              <a:off x="7820109" y="615865"/>
              <a:ext cx="1343520" cy="3567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259D52C6-F074-4B28-9E9F-86725121CA9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02464" y="597865"/>
                <a:ext cx="137917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83EE560-A757-4080-A8CE-2B2C695651DF}"/>
                  </a:ext>
                </a:extLst>
              </p14:cNvPr>
              <p14:cNvContentPartPr/>
              <p14:nvPr/>
            </p14:nvContentPartPr>
            <p14:xfrm>
              <a:off x="5028669" y="628105"/>
              <a:ext cx="2337480" cy="3538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83EE560-A757-4080-A8CE-2B2C695651D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11026" y="610105"/>
                <a:ext cx="2373125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F6402E5-50E3-4841-BAA8-CD9B74945988}"/>
                  </a:ext>
                </a:extLst>
              </p14:cNvPr>
              <p14:cNvContentPartPr/>
              <p14:nvPr/>
            </p14:nvContentPartPr>
            <p14:xfrm>
              <a:off x="5386149" y="1335505"/>
              <a:ext cx="333000" cy="225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F6402E5-50E3-4841-BAA8-CD9B749459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68509" y="1317865"/>
                <a:ext cx="3686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3C7CA355-721B-4F12-A79A-36575AB7D7DB}"/>
                  </a:ext>
                </a:extLst>
              </p14:cNvPr>
              <p14:cNvContentPartPr/>
              <p14:nvPr/>
            </p14:nvContentPartPr>
            <p14:xfrm>
              <a:off x="2680389" y="991345"/>
              <a:ext cx="320760" cy="2134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3C7CA355-721B-4F12-A79A-36575AB7D7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62729" y="973345"/>
                <a:ext cx="3564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8165AB3A-57DC-49E9-90CD-61B6EF1382BB}"/>
                  </a:ext>
                </a:extLst>
              </p14:cNvPr>
              <p14:cNvContentPartPr/>
              <p14:nvPr/>
            </p14:nvContentPartPr>
            <p14:xfrm>
              <a:off x="7920549" y="1132465"/>
              <a:ext cx="1180800" cy="4035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8165AB3A-57DC-49E9-90CD-61B6EF1382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902904" y="1114825"/>
                <a:ext cx="1216451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50010BB3-C6D7-4ED9-9AFC-357F292B9A39}"/>
                  </a:ext>
                </a:extLst>
              </p14:cNvPr>
              <p14:cNvContentPartPr/>
              <p14:nvPr/>
            </p14:nvContentPartPr>
            <p14:xfrm>
              <a:off x="6217749" y="1164505"/>
              <a:ext cx="1202400" cy="4140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50010BB3-C6D7-4ED9-9AFC-357F292B9A3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99749" y="1146865"/>
                <a:ext cx="123804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23AFDB3A-EC6A-40DE-A08D-288F5CA78995}"/>
                  </a:ext>
                </a:extLst>
              </p14:cNvPr>
              <p14:cNvContentPartPr/>
              <p14:nvPr/>
            </p14:nvContentPartPr>
            <p14:xfrm>
              <a:off x="3450789" y="1187905"/>
              <a:ext cx="1549800" cy="4208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23AFDB3A-EC6A-40DE-A08D-288F5CA789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32793" y="1169905"/>
                <a:ext cx="1585432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F36A2125-5B14-4415-80B7-46A1C421419A}"/>
                  </a:ext>
                </a:extLst>
              </p14:cNvPr>
              <p14:cNvContentPartPr/>
              <p14:nvPr/>
            </p14:nvContentPartPr>
            <p14:xfrm>
              <a:off x="2670669" y="2127145"/>
              <a:ext cx="410400" cy="2469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F36A2125-5B14-4415-80B7-46A1C42141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652669" y="2109145"/>
                <a:ext cx="4460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B2EED9B6-4DBC-48CC-94AD-86402EACA638}"/>
                  </a:ext>
                </a:extLst>
              </p14:cNvPr>
              <p14:cNvContentPartPr/>
              <p14:nvPr/>
            </p14:nvContentPartPr>
            <p14:xfrm>
              <a:off x="6694029" y="2157025"/>
              <a:ext cx="526680" cy="1533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B2EED9B6-4DBC-48CC-94AD-86402EACA63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76389" y="2139025"/>
                <a:ext cx="5623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311360F-67F2-4F99-9EDD-D13B1585A392}"/>
                  </a:ext>
                </a:extLst>
              </p14:cNvPr>
              <p14:cNvContentPartPr/>
              <p14:nvPr/>
            </p14:nvContentPartPr>
            <p14:xfrm>
              <a:off x="7743429" y="1843105"/>
              <a:ext cx="3218400" cy="6026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311360F-67F2-4F99-9EDD-D13B1585A39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25429" y="1825465"/>
                <a:ext cx="3254040" cy="6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CA274927-21D2-4E01-AC5D-4DCFB778A1E9}"/>
                  </a:ext>
                </a:extLst>
              </p14:cNvPr>
              <p14:cNvContentPartPr/>
              <p14:nvPr/>
            </p14:nvContentPartPr>
            <p14:xfrm>
              <a:off x="3527469" y="2063785"/>
              <a:ext cx="966600" cy="3164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CA274927-21D2-4E01-AC5D-4DCFB778A1E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09476" y="2045785"/>
                <a:ext cx="1002227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FC980316-AB3A-4D0D-89F5-5723DBA48512}"/>
                  </a:ext>
                </a:extLst>
              </p14:cNvPr>
              <p14:cNvContentPartPr/>
              <p14:nvPr/>
            </p14:nvContentPartPr>
            <p14:xfrm>
              <a:off x="3476349" y="2685505"/>
              <a:ext cx="931680" cy="3002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FC980316-AB3A-4D0D-89F5-5723DBA485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58356" y="2667527"/>
                <a:ext cx="967306" cy="335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6CB57DB9-B6A4-4B8B-A452-8B182EF813BA}"/>
                  </a:ext>
                </a:extLst>
              </p14:cNvPr>
              <p14:cNvContentPartPr/>
              <p14:nvPr/>
            </p14:nvContentPartPr>
            <p14:xfrm>
              <a:off x="9661509" y="2656345"/>
              <a:ext cx="1816920" cy="3427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6CB57DB9-B6A4-4B8B-A452-8B182EF813B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43509" y="2638345"/>
                <a:ext cx="185256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037260BF-B029-413E-A39A-E9B965257087}"/>
                  </a:ext>
                </a:extLst>
              </p14:cNvPr>
              <p14:cNvContentPartPr/>
              <p14:nvPr/>
            </p14:nvContentPartPr>
            <p14:xfrm>
              <a:off x="6732909" y="2564185"/>
              <a:ext cx="2624400" cy="4028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037260BF-B029-413E-A39A-E9B96525708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14911" y="2546545"/>
                <a:ext cx="2660035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41C65689-C342-403B-BFD0-775E769D67A2}"/>
                  </a:ext>
                </a:extLst>
              </p14:cNvPr>
              <p14:cNvContentPartPr/>
              <p14:nvPr/>
            </p14:nvContentPartPr>
            <p14:xfrm>
              <a:off x="4749669" y="1925185"/>
              <a:ext cx="1520280" cy="13359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41C65689-C342-403B-BFD0-775E769D67A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732029" y="1907545"/>
                <a:ext cx="1555920" cy="13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92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61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ine 16">
            <a:extLst>
              <a:ext uri="{FF2B5EF4-FFF2-40B4-BE49-F238E27FC236}">
                <a16:creationId xmlns:a16="http://schemas.microsoft.com/office/drawing/2014/main" id="{A0085482-2D9F-496B-A76B-139940D4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9" y="1727159"/>
            <a:ext cx="4867275" cy="2371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32" name="Cerneală 831">
                <a:extLst>
                  <a:ext uri="{FF2B5EF4-FFF2-40B4-BE49-F238E27FC236}">
                    <a16:creationId xmlns:a16="http://schemas.microsoft.com/office/drawing/2014/main" id="{3B8CB074-32DB-4B89-8BFA-2980B98DB711}"/>
                  </a:ext>
                </a:extLst>
              </p14:cNvPr>
              <p14:cNvContentPartPr/>
              <p14:nvPr/>
            </p14:nvContentPartPr>
            <p14:xfrm>
              <a:off x="6807780" y="2749441"/>
              <a:ext cx="27360" cy="260640"/>
            </p14:xfrm>
          </p:contentPart>
        </mc:Choice>
        <mc:Fallback>
          <p:pic>
            <p:nvPicPr>
              <p:cNvPr id="832" name="Cerneală 831">
                <a:extLst>
                  <a:ext uri="{FF2B5EF4-FFF2-40B4-BE49-F238E27FC236}">
                    <a16:creationId xmlns:a16="http://schemas.microsoft.com/office/drawing/2014/main" id="{3B8CB074-32DB-4B89-8BFA-2980B98DB7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9780" y="2713441"/>
                <a:ext cx="630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33" name="Cerneală 832">
                <a:extLst>
                  <a:ext uri="{FF2B5EF4-FFF2-40B4-BE49-F238E27FC236}">
                    <a16:creationId xmlns:a16="http://schemas.microsoft.com/office/drawing/2014/main" id="{12559C35-7505-4B2F-9595-E6EABD748CE6}"/>
                  </a:ext>
                </a:extLst>
              </p14:cNvPr>
              <p14:cNvContentPartPr/>
              <p14:nvPr/>
            </p14:nvContentPartPr>
            <p14:xfrm>
              <a:off x="6677820" y="2816761"/>
              <a:ext cx="2608560" cy="1295280"/>
            </p14:xfrm>
          </p:contentPart>
        </mc:Choice>
        <mc:Fallback>
          <p:pic>
            <p:nvPicPr>
              <p:cNvPr id="833" name="Cerneală 832">
                <a:extLst>
                  <a:ext uri="{FF2B5EF4-FFF2-40B4-BE49-F238E27FC236}">
                    <a16:creationId xmlns:a16="http://schemas.microsoft.com/office/drawing/2014/main" id="{12559C35-7505-4B2F-9595-E6EABD748C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3820" y="2708761"/>
                <a:ext cx="2716200" cy="15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34" name="Cerneală 833">
                <a:extLst>
                  <a:ext uri="{FF2B5EF4-FFF2-40B4-BE49-F238E27FC236}">
                    <a16:creationId xmlns:a16="http://schemas.microsoft.com/office/drawing/2014/main" id="{E3EDEBF4-AC28-4CB2-90AE-F6F805175A85}"/>
                  </a:ext>
                </a:extLst>
              </p14:cNvPr>
              <p14:cNvContentPartPr/>
              <p14:nvPr/>
            </p14:nvContentPartPr>
            <p14:xfrm>
              <a:off x="7642260" y="3731161"/>
              <a:ext cx="518040" cy="291240"/>
            </p14:xfrm>
          </p:contentPart>
        </mc:Choice>
        <mc:Fallback>
          <p:pic>
            <p:nvPicPr>
              <p:cNvPr id="834" name="Cerneală 833">
                <a:extLst>
                  <a:ext uri="{FF2B5EF4-FFF2-40B4-BE49-F238E27FC236}">
                    <a16:creationId xmlns:a16="http://schemas.microsoft.com/office/drawing/2014/main" id="{E3EDEBF4-AC28-4CB2-90AE-F6F805175A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88260" y="3623161"/>
                <a:ext cx="62568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35" name="Cerneală 834">
                <a:extLst>
                  <a:ext uri="{FF2B5EF4-FFF2-40B4-BE49-F238E27FC236}">
                    <a16:creationId xmlns:a16="http://schemas.microsoft.com/office/drawing/2014/main" id="{F6FBC8D1-5E49-49F0-ABC6-B0C3932BCE5C}"/>
                  </a:ext>
                </a:extLst>
              </p14:cNvPr>
              <p14:cNvContentPartPr/>
              <p14:nvPr/>
            </p14:nvContentPartPr>
            <p14:xfrm>
              <a:off x="7645140" y="4020241"/>
              <a:ext cx="545400" cy="467640"/>
            </p14:xfrm>
          </p:contentPart>
        </mc:Choice>
        <mc:Fallback>
          <p:pic>
            <p:nvPicPr>
              <p:cNvPr id="835" name="Cerneală 834">
                <a:extLst>
                  <a:ext uri="{FF2B5EF4-FFF2-40B4-BE49-F238E27FC236}">
                    <a16:creationId xmlns:a16="http://schemas.microsoft.com/office/drawing/2014/main" id="{F6FBC8D1-5E49-49F0-ABC6-B0C3932BCE5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1140" y="3912241"/>
                <a:ext cx="65304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36" name="Cerneală 835">
                <a:extLst>
                  <a:ext uri="{FF2B5EF4-FFF2-40B4-BE49-F238E27FC236}">
                    <a16:creationId xmlns:a16="http://schemas.microsoft.com/office/drawing/2014/main" id="{8D705865-103F-4D60-A33D-2FEFA3FDE794}"/>
                  </a:ext>
                </a:extLst>
              </p14:cNvPr>
              <p14:cNvContentPartPr/>
              <p14:nvPr/>
            </p14:nvContentPartPr>
            <p14:xfrm>
              <a:off x="6273540" y="1546321"/>
              <a:ext cx="906480" cy="59040"/>
            </p14:xfrm>
          </p:contentPart>
        </mc:Choice>
        <mc:Fallback>
          <p:pic>
            <p:nvPicPr>
              <p:cNvPr id="836" name="Cerneală 835">
                <a:extLst>
                  <a:ext uri="{FF2B5EF4-FFF2-40B4-BE49-F238E27FC236}">
                    <a16:creationId xmlns:a16="http://schemas.microsoft.com/office/drawing/2014/main" id="{8D705865-103F-4D60-A33D-2FEFA3FDE79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19540" y="1438321"/>
                <a:ext cx="101412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37" name="Cerneală 836">
                <a:extLst>
                  <a:ext uri="{FF2B5EF4-FFF2-40B4-BE49-F238E27FC236}">
                    <a16:creationId xmlns:a16="http://schemas.microsoft.com/office/drawing/2014/main" id="{ED4707DD-169B-4E17-AC46-41374F89F711}"/>
                  </a:ext>
                </a:extLst>
              </p14:cNvPr>
              <p14:cNvContentPartPr/>
              <p14:nvPr/>
            </p14:nvContentPartPr>
            <p14:xfrm>
              <a:off x="6855660" y="1286761"/>
              <a:ext cx="553320" cy="545760"/>
            </p14:xfrm>
          </p:contentPart>
        </mc:Choice>
        <mc:Fallback>
          <p:pic>
            <p:nvPicPr>
              <p:cNvPr id="837" name="Cerneală 836">
                <a:extLst>
                  <a:ext uri="{FF2B5EF4-FFF2-40B4-BE49-F238E27FC236}">
                    <a16:creationId xmlns:a16="http://schemas.microsoft.com/office/drawing/2014/main" id="{ED4707DD-169B-4E17-AC46-41374F89F71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01625" y="1178761"/>
                <a:ext cx="66103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39" name="Cerneală 838">
                <a:extLst>
                  <a:ext uri="{FF2B5EF4-FFF2-40B4-BE49-F238E27FC236}">
                    <a16:creationId xmlns:a16="http://schemas.microsoft.com/office/drawing/2014/main" id="{7D6C7466-BB46-4E55-833E-0EBA71F511FB}"/>
                  </a:ext>
                </a:extLst>
              </p14:cNvPr>
              <p14:cNvContentPartPr/>
              <p14:nvPr/>
            </p14:nvContentPartPr>
            <p14:xfrm>
              <a:off x="609660" y="543001"/>
              <a:ext cx="10540080" cy="6274080"/>
            </p14:xfrm>
          </p:contentPart>
        </mc:Choice>
        <mc:Fallback>
          <p:pic>
            <p:nvPicPr>
              <p:cNvPr id="839" name="Cerneală 838">
                <a:extLst>
                  <a:ext uri="{FF2B5EF4-FFF2-40B4-BE49-F238E27FC236}">
                    <a16:creationId xmlns:a16="http://schemas.microsoft.com/office/drawing/2014/main" id="{7D6C7466-BB46-4E55-833E-0EBA71F511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1660" y="525001"/>
                <a:ext cx="10575720" cy="63097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reptunghi 9">
            <a:extLst>
              <a:ext uri="{FF2B5EF4-FFF2-40B4-BE49-F238E27FC236}">
                <a16:creationId xmlns:a16="http://schemas.microsoft.com/office/drawing/2014/main" id="{5C085BA8-1689-4E9E-97A1-105F17797591}"/>
              </a:ext>
            </a:extLst>
          </p:cNvPr>
          <p:cNvSpPr/>
          <p:nvPr/>
        </p:nvSpPr>
        <p:spPr>
          <a:xfrm>
            <a:off x="243904" y="45757"/>
            <a:ext cx="868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Exemple de numărătoare binare asincrone realizate în circuite integrate de uz comercial   </a:t>
            </a:r>
          </a:p>
        </p:txBody>
      </p:sp>
    </p:spTree>
    <p:extLst>
      <p:ext uri="{BB962C8B-B14F-4D97-AF65-F5344CB8AC3E}">
        <p14:creationId xmlns:p14="http://schemas.microsoft.com/office/powerpoint/2010/main" val="3885094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842D50E6-31FD-4E66-906B-DB624832DC5E}"/>
              </a:ext>
            </a:extLst>
          </p:cNvPr>
          <p:cNvSpPr/>
          <p:nvPr/>
        </p:nvSpPr>
        <p:spPr>
          <a:xfrm>
            <a:off x="243904" y="45757"/>
            <a:ext cx="8682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Exemple de numărătoare binare asincrone realizate în circuite integrate de uz comercial  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00DDBFF8-D526-49FC-BEB3-44E0F7FDB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143025"/>
            <a:ext cx="4114755" cy="2608536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62C6349-B542-4837-89BF-8480B216D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8" y="1143025"/>
            <a:ext cx="28670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82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2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E40C29F-F274-4041-8F40-AE5CB5E80D93}"/>
                  </a:ext>
                </a:extLst>
              </p14:cNvPr>
              <p14:cNvContentPartPr/>
              <p14:nvPr/>
            </p14:nvContentPartPr>
            <p14:xfrm>
              <a:off x="3051549" y="594265"/>
              <a:ext cx="520200" cy="1256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E40C29F-F274-4041-8F40-AE5CB5E80D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3549" y="576265"/>
                <a:ext cx="5558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4816C873-9AA0-47F3-B6BC-8E8737CA5227}"/>
                  </a:ext>
                </a:extLst>
              </p14:cNvPr>
              <p14:cNvContentPartPr/>
              <p14:nvPr/>
            </p14:nvContentPartPr>
            <p14:xfrm>
              <a:off x="986229" y="431185"/>
              <a:ext cx="1461960" cy="5356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4816C873-9AA0-47F3-B6BC-8E8737CA52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589" y="413545"/>
                <a:ext cx="1497600" cy="57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0F36DA1-9B26-44A0-95B2-7F35534B77C8}"/>
                  </a:ext>
                </a:extLst>
              </p14:cNvPr>
              <p14:cNvContentPartPr/>
              <p14:nvPr/>
            </p14:nvContentPartPr>
            <p14:xfrm>
              <a:off x="5996709" y="538825"/>
              <a:ext cx="238680" cy="2700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0F36DA1-9B26-44A0-95B2-7F35534B77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79096" y="520825"/>
                <a:ext cx="274266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1E35832E-A348-4D8E-93D0-705CAE81BF77}"/>
                  </a:ext>
                </a:extLst>
              </p14:cNvPr>
              <p14:cNvContentPartPr/>
              <p14:nvPr/>
            </p14:nvContentPartPr>
            <p14:xfrm>
              <a:off x="9264069" y="461065"/>
              <a:ext cx="930960" cy="3045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1E35832E-A348-4D8E-93D0-705CAE81BF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6076" y="443425"/>
                <a:ext cx="966586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E5301D73-52E6-410B-9C96-BB405A2123DC}"/>
                  </a:ext>
                </a:extLst>
              </p14:cNvPr>
              <p14:cNvContentPartPr/>
              <p14:nvPr/>
            </p14:nvContentPartPr>
            <p14:xfrm>
              <a:off x="6601149" y="575905"/>
              <a:ext cx="1517040" cy="1602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E5301D73-52E6-410B-9C96-BB405A2123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83149" y="557905"/>
                <a:ext cx="1552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3107911-9CE8-487E-906D-C0F2F8D650B7}"/>
                  </a:ext>
                </a:extLst>
              </p14:cNvPr>
              <p14:cNvContentPartPr/>
              <p14:nvPr/>
            </p14:nvContentPartPr>
            <p14:xfrm>
              <a:off x="10798389" y="435865"/>
              <a:ext cx="6120" cy="2383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3107911-9CE8-487E-906D-C0F2F8D650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80389" y="418225"/>
                <a:ext cx="417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BCD5B8A-0AA7-458E-8B00-B53A6553D614}"/>
                  </a:ext>
                </a:extLst>
              </p14:cNvPr>
              <p14:cNvContentPartPr/>
              <p14:nvPr/>
            </p14:nvContentPartPr>
            <p14:xfrm>
              <a:off x="10796949" y="432625"/>
              <a:ext cx="223560" cy="2282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BCD5B8A-0AA7-458E-8B00-B53A6553D6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78949" y="414985"/>
                <a:ext cx="2592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82F00C0-08E7-4A9A-A966-91468440FC0D}"/>
                  </a:ext>
                </a:extLst>
              </p14:cNvPr>
              <p14:cNvContentPartPr/>
              <p14:nvPr/>
            </p14:nvContentPartPr>
            <p14:xfrm>
              <a:off x="11107269" y="529465"/>
              <a:ext cx="190080" cy="4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82F00C0-08E7-4A9A-A966-91468440FC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89629" y="511825"/>
                <a:ext cx="2257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1842CFB6-7B3D-497F-8348-D626EFCE9D5A}"/>
                  </a:ext>
                </a:extLst>
              </p14:cNvPr>
              <p14:cNvContentPartPr/>
              <p14:nvPr/>
            </p14:nvContentPartPr>
            <p14:xfrm>
              <a:off x="11131389" y="605785"/>
              <a:ext cx="154440" cy="104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1842CFB6-7B3D-497F-8348-D626EFCE9D5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13389" y="588145"/>
                <a:ext cx="1900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D0F8B1D-F2D1-47E8-8D0C-F967C80C97FC}"/>
                  </a:ext>
                </a:extLst>
              </p14:cNvPr>
              <p14:cNvContentPartPr/>
              <p14:nvPr/>
            </p14:nvContentPartPr>
            <p14:xfrm>
              <a:off x="11410389" y="429025"/>
              <a:ext cx="341280" cy="2552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D0F8B1D-F2D1-47E8-8D0C-F967C80C97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92768" y="411385"/>
                <a:ext cx="376882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6E9B84E3-316D-4A59-8FF2-769F550657AC}"/>
                  </a:ext>
                </a:extLst>
              </p14:cNvPr>
              <p14:cNvContentPartPr/>
              <p14:nvPr/>
            </p14:nvContentPartPr>
            <p14:xfrm>
              <a:off x="10755909" y="808825"/>
              <a:ext cx="1062360" cy="385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6E9B84E3-316D-4A59-8FF2-769F550657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738269" y="790825"/>
                <a:ext cx="1098000" cy="74160"/>
              </a:xfrm>
              <a:prstGeom prst="rect">
                <a:avLst/>
              </a:prstGeom>
            </p:spPr>
          </p:pic>
        </mc:Fallback>
      </mc:AlternateContent>
      <p:pic>
        <p:nvPicPr>
          <p:cNvPr id="52" name="Imagine 51">
            <a:extLst>
              <a:ext uri="{FF2B5EF4-FFF2-40B4-BE49-F238E27FC236}">
                <a16:creationId xmlns:a16="http://schemas.microsoft.com/office/drawing/2014/main" id="{5C432FBC-E543-4F01-8EED-DFCB7E472A8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1099" y="1325903"/>
            <a:ext cx="4191000" cy="460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389572A8-7F41-4C9A-B817-F69DA1E7ABB4}"/>
                  </a:ext>
                </a:extLst>
              </p14:cNvPr>
              <p14:cNvContentPartPr/>
              <p14:nvPr/>
            </p14:nvContentPartPr>
            <p14:xfrm>
              <a:off x="1231749" y="1920145"/>
              <a:ext cx="360" cy="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389572A8-7F41-4C9A-B817-F69DA1E7ABB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14109" y="19021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0D8890C-E04B-4310-B654-2973CD352701}"/>
                  </a:ext>
                </a:extLst>
              </p14:cNvPr>
              <p14:cNvContentPartPr/>
              <p14:nvPr/>
            </p14:nvContentPartPr>
            <p14:xfrm>
              <a:off x="107829" y="1308145"/>
              <a:ext cx="515520" cy="46004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0D8890C-E04B-4310-B654-2973CD3527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829" y="1290145"/>
                <a:ext cx="551160" cy="46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6E229B0-0548-4481-BF79-51DC71180BF0}"/>
                  </a:ext>
                </a:extLst>
              </p14:cNvPr>
              <p14:cNvContentPartPr/>
              <p14:nvPr/>
            </p14:nvContentPartPr>
            <p14:xfrm>
              <a:off x="5433309" y="1385545"/>
              <a:ext cx="435960" cy="97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6E229B0-0548-4481-BF79-51DC71180BF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415309" y="1367905"/>
                <a:ext cx="4716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6E54159-D084-4A90-933E-646885A8F967}"/>
                  </a:ext>
                </a:extLst>
              </p14:cNvPr>
              <p14:cNvContentPartPr/>
              <p14:nvPr/>
            </p14:nvContentPartPr>
            <p14:xfrm>
              <a:off x="6040629" y="1147225"/>
              <a:ext cx="28080" cy="226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6E54159-D084-4A90-933E-646885A8F96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22629" y="1129225"/>
                <a:ext cx="637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24F0DBD-45BE-48BC-BF2D-892482029D7B}"/>
                  </a:ext>
                </a:extLst>
              </p14:cNvPr>
              <p14:cNvContentPartPr/>
              <p14:nvPr/>
            </p14:nvContentPartPr>
            <p14:xfrm>
              <a:off x="6065469" y="1291225"/>
              <a:ext cx="35640" cy="43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24F0DBD-45BE-48BC-BF2D-892482029D7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47469" y="1273585"/>
                <a:ext cx="712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2F68430-454D-4C65-87B0-6004D16D46AA}"/>
                  </a:ext>
                </a:extLst>
              </p14:cNvPr>
              <p14:cNvContentPartPr/>
              <p14:nvPr/>
            </p14:nvContentPartPr>
            <p14:xfrm>
              <a:off x="4004109" y="369625"/>
              <a:ext cx="1848240" cy="9298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2F68430-454D-4C65-87B0-6004D16D46A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86113" y="351625"/>
                <a:ext cx="1883873" cy="9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106A465B-8741-48AD-A126-75469DBF7F3C}"/>
                  </a:ext>
                </a:extLst>
              </p14:cNvPr>
              <p14:cNvContentPartPr/>
              <p14:nvPr/>
            </p14:nvContentPartPr>
            <p14:xfrm>
              <a:off x="5423589" y="1722505"/>
              <a:ext cx="150120" cy="147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106A465B-8741-48AD-A126-75469DBF7F3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405589" y="1704505"/>
                <a:ext cx="1857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F07DBE3E-F6DD-4BD3-BA55-974C21B5C78D}"/>
                  </a:ext>
                </a:extLst>
              </p14:cNvPr>
              <p14:cNvContentPartPr/>
              <p14:nvPr/>
            </p14:nvContentPartPr>
            <p14:xfrm>
              <a:off x="8563149" y="1493905"/>
              <a:ext cx="216720" cy="910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F07DBE3E-F6DD-4BD3-BA55-974C21B5C78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545509" y="1476265"/>
                <a:ext cx="2523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85151C18-196A-4999-AE8D-B1FC54004455}"/>
                  </a:ext>
                </a:extLst>
              </p14:cNvPr>
              <p14:cNvContentPartPr/>
              <p14:nvPr/>
            </p14:nvContentPartPr>
            <p14:xfrm>
              <a:off x="9172629" y="1064065"/>
              <a:ext cx="2782080" cy="4557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85151C18-196A-4999-AE8D-B1FC5400445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154989" y="1046065"/>
                <a:ext cx="281772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ACFB71C-6CF3-4D8F-9A9A-2D65D59CE918}"/>
                  </a:ext>
                </a:extLst>
              </p14:cNvPr>
              <p14:cNvContentPartPr/>
              <p14:nvPr/>
            </p14:nvContentPartPr>
            <p14:xfrm>
              <a:off x="7507269" y="1327585"/>
              <a:ext cx="797760" cy="3193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ACFB71C-6CF3-4D8F-9A9A-2D65D59CE91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489269" y="1309585"/>
                <a:ext cx="8334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7480ACCE-C1E3-4069-AE10-AA98CA97EA9B}"/>
                  </a:ext>
                </a:extLst>
              </p14:cNvPr>
              <p14:cNvContentPartPr/>
              <p14:nvPr/>
            </p14:nvContentPartPr>
            <p14:xfrm>
              <a:off x="5837589" y="1462945"/>
              <a:ext cx="1523160" cy="10083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7480ACCE-C1E3-4069-AE10-AA98CA97EA9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819593" y="1445299"/>
                <a:ext cx="1558792" cy="1044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62523B4A-BC08-4FE2-82AE-02FF3EF1F11A}"/>
                  </a:ext>
                </a:extLst>
              </p14:cNvPr>
              <p14:cNvContentPartPr/>
              <p14:nvPr/>
            </p14:nvContentPartPr>
            <p14:xfrm>
              <a:off x="10909989" y="1790185"/>
              <a:ext cx="1066680" cy="1447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62523B4A-BC08-4FE2-82AE-02FF3EF1F11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891989" y="1772185"/>
                <a:ext cx="11023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FDC821A-807F-445C-8BEE-1A1860102991}"/>
                  </a:ext>
                </a:extLst>
              </p14:cNvPr>
              <p14:cNvContentPartPr/>
              <p14:nvPr/>
            </p14:nvContentPartPr>
            <p14:xfrm>
              <a:off x="5543829" y="2949385"/>
              <a:ext cx="186480" cy="100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FDC821A-807F-445C-8BEE-1A186010299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25829" y="2931745"/>
                <a:ext cx="222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B2063646-CDE2-4B1A-8364-C4BC5F75DE7D}"/>
                  </a:ext>
                </a:extLst>
              </p14:cNvPr>
              <p14:cNvContentPartPr/>
              <p14:nvPr/>
            </p14:nvContentPartPr>
            <p14:xfrm>
              <a:off x="6044589" y="2601265"/>
              <a:ext cx="1190520" cy="4212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B2063646-CDE2-4B1A-8364-C4BC5F75DE7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026589" y="2583610"/>
                <a:ext cx="1226160" cy="456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E57763ED-A508-4DE1-995B-D0E634035B26}"/>
                  </a:ext>
                </a:extLst>
              </p14:cNvPr>
              <p14:cNvContentPartPr/>
              <p14:nvPr/>
            </p14:nvContentPartPr>
            <p14:xfrm>
              <a:off x="11016189" y="2724025"/>
              <a:ext cx="470880" cy="1663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E57763ED-A508-4DE1-995B-D0E634035B2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998189" y="2706025"/>
                <a:ext cx="506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B2D2284B-C5AC-4D37-9DF9-1FF43A9FA1BF}"/>
                  </a:ext>
                </a:extLst>
              </p14:cNvPr>
              <p14:cNvContentPartPr/>
              <p14:nvPr/>
            </p14:nvContentPartPr>
            <p14:xfrm>
              <a:off x="7613109" y="1700905"/>
              <a:ext cx="3066120" cy="128016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B2D2284B-C5AC-4D37-9DF9-1FF43A9FA1B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595469" y="1682905"/>
                <a:ext cx="3101760" cy="13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6537B727-6ECB-4029-A363-9A66EDC23EBF}"/>
                  </a:ext>
                </a:extLst>
              </p14:cNvPr>
              <p14:cNvContentPartPr/>
              <p14:nvPr/>
            </p14:nvContentPartPr>
            <p14:xfrm>
              <a:off x="5664429" y="3112105"/>
              <a:ext cx="5768640" cy="28260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6537B727-6ECB-4029-A363-9A66EDC23EB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646429" y="3094463"/>
                <a:ext cx="5804280" cy="2861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81C5E0F7-5EE2-4B6F-8BD3-8F70AE85349A}"/>
                  </a:ext>
                </a:extLst>
              </p14:cNvPr>
              <p14:cNvContentPartPr/>
              <p14:nvPr/>
            </p14:nvContentPartPr>
            <p14:xfrm>
              <a:off x="461709" y="4629505"/>
              <a:ext cx="3065760" cy="11592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81C5E0F7-5EE2-4B6F-8BD3-8F70AE85349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3709" y="4593505"/>
                <a:ext cx="3101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BB5AFFD5-2FE0-4494-8C87-30F67F43B2A0}"/>
                  </a:ext>
                </a:extLst>
              </p14:cNvPr>
              <p14:cNvContentPartPr/>
              <p14:nvPr/>
            </p14:nvContentPartPr>
            <p14:xfrm>
              <a:off x="2834469" y="1815385"/>
              <a:ext cx="456840" cy="221148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BB5AFFD5-2FE0-4494-8C87-30F67F43B2A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816469" y="1779745"/>
                <a:ext cx="492480" cy="22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4FD09D55-30D5-4CB2-9084-D6616317F77A}"/>
                  </a:ext>
                </a:extLst>
              </p14:cNvPr>
              <p14:cNvContentPartPr/>
              <p14:nvPr/>
            </p14:nvContentPartPr>
            <p14:xfrm>
              <a:off x="3361869" y="1770745"/>
              <a:ext cx="2160" cy="26856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4FD09D55-30D5-4CB2-9084-D6616317F77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343869" y="1735105"/>
                <a:ext cx="378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14893E7F-40D5-4397-8D0D-4BFC69DF256D}"/>
                  </a:ext>
                </a:extLst>
              </p14:cNvPr>
              <p14:cNvContentPartPr/>
              <p14:nvPr/>
            </p14:nvContentPartPr>
            <p14:xfrm>
              <a:off x="3315789" y="1667785"/>
              <a:ext cx="408600" cy="34560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14893E7F-40D5-4397-8D0D-4BFC69DF256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297789" y="1632145"/>
                <a:ext cx="4442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6FCCE9BC-3C37-4283-B744-09D190122570}"/>
                  </a:ext>
                </a:extLst>
              </p14:cNvPr>
              <p14:cNvContentPartPr/>
              <p14:nvPr/>
            </p14:nvContentPartPr>
            <p14:xfrm>
              <a:off x="3772269" y="1416505"/>
              <a:ext cx="693720" cy="54828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6FCCE9BC-3C37-4283-B744-09D19012257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754269" y="1380505"/>
                <a:ext cx="72936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92C55581-4FAF-4C71-A1BC-5A3795E2D232}"/>
                  </a:ext>
                </a:extLst>
              </p14:cNvPr>
              <p14:cNvContentPartPr/>
              <p14:nvPr/>
            </p14:nvContentPartPr>
            <p14:xfrm>
              <a:off x="4191669" y="1474825"/>
              <a:ext cx="445680" cy="7020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92C55581-4FAF-4C71-A1BC-5A3795E2D23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173669" y="1438825"/>
                <a:ext cx="4813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2E69B44A-3AA4-46E3-B7C3-42DBE43651C0}"/>
                  </a:ext>
                </a:extLst>
              </p14:cNvPr>
              <p14:cNvContentPartPr/>
              <p14:nvPr/>
            </p14:nvContentPartPr>
            <p14:xfrm>
              <a:off x="3833109" y="2362585"/>
              <a:ext cx="20880" cy="20736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2E69B44A-3AA4-46E3-B7C3-42DBE43651C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815109" y="2326945"/>
                <a:ext cx="565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582BA0BF-5E49-4023-8541-C4AFF7C3737C}"/>
                  </a:ext>
                </a:extLst>
              </p14:cNvPr>
              <p14:cNvContentPartPr/>
              <p14:nvPr/>
            </p14:nvContentPartPr>
            <p14:xfrm>
              <a:off x="3775509" y="2202745"/>
              <a:ext cx="28440" cy="1620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582BA0BF-5E49-4023-8541-C4AFF7C3737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757869" y="2166745"/>
                <a:ext cx="640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86852783-91F5-48D0-B5C0-C3560ECDA26D}"/>
                  </a:ext>
                </a:extLst>
              </p14:cNvPr>
              <p14:cNvContentPartPr/>
              <p14:nvPr/>
            </p14:nvContentPartPr>
            <p14:xfrm>
              <a:off x="3984669" y="2365465"/>
              <a:ext cx="216720" cy="15984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86852783-91F5-48D0-B5C0-C3560ECDA26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66669" y="2329825"/>
                <a:ext cx="25236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D64EB53B-1652-4CDA-8302-935C77ECC721}"/>
                  </a:ext>
                </a:extLst>
              </p14:cNvPr>
              <p14:cNvContentPartPr/>
              <p14:nvPr/>
            </p14:nvContentPartPr>
            <p14:xfrm>
              <a:off x="4242789" y="2333065"/>
              <a:ext cx="231480" cy="14256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D64EB53B-1652-4CDA-8302-935C77ECC72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224789" y="2297065"/>
                <a:ext cx="2671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6BF07FFB-837B-4A86-B3A5-0A0CBE3150F6}"/>
                  </a:ext>
                </a:extLst>
              </p14:cNvPr>
              <p14:cNvContentPartPr/>
              <p14:nvPr/>
            </p14:nvContentPartPr>
            <p14:xfrm>
              <a:off x="4534749" y="1805665"/>
              <a:ext cx="547560" cy="62568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6BF07FFB-837B-4A86-B3A5-0A0CBE3150F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16749" y="1769665"/>
                <a:ext cx="58320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D9AA123D-8580-44E5-B939-3630A10E4711}"/>
                  </a:ext>
                </a:extLst>
              </p14:cNvPr>
              <p14:cNvContentPartPr/>
              <p14:nvPr/>
            </p14:nvContentPartPr>
            <p14:xfrm>
              <a:off x="5037309" y="2139745"/>
              <a:ext cx="88200" cy="2592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D9AA123D-8580-44E5-B939-3630A10E471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019309" y="2104105"/>
                <a:ext cx="1238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338DBA3B-F463-4C19-8CAA-B6959791329D}"/>
                  </a:ext>
                </a:extLst>
              </p14:cNvPr>
              <p14:cNvContentPartPr/>
              <p14:nvPr/>
            </p14:nvContentPartPr>
            <p14:xfrm>
              <a:off x="4720869" y="1953265"/>
              <a:ext cx="390600" cy="7740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338DBA3B-F463-4C19-8CAA-B6959791329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703229" y="1917625"/>
                <a:ext cx="4262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E9A0AEBC-A69F-4664-947F-B5BAE502B0EC}"/>
                  </a:ext>
                </a:extLst>
              </p14:cNvPr>
              <p14:cNvContentPartPr/>
              <p14:nvPr/>
            </p14:nvContentPartPr>
            <p14:xfrm>
              <a:off x="5245389" y="2151265"/>
              <a:ext cx="217440" cy="24948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E9A0AEBC-A69F-4664-947F-B5BAE502B0E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27749" y="2115265"/>
                <a:ext cx="2530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DAE9FC48-997E-4726-8365-F62B3ACF2707}"/>
                  </a:ext>
                </a:extLst>
              </p14:cNvPr>
              <p14:cNvContentPartPr/>
              <p14:nvPr/>
            </p14:nvContentPartPr>
            <p14:xfrm>
              <a:off x="3937509" y="2378065"/>
              <a:ext cx="39600" cy="2844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DAE9FC48-997E-4726-8365-F62B3ACF270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919869" y="2342065"/>
                <a:ext cx="752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53D866B7-EDEF-400C-8129-DF0AA5B8E3AE}"/>
                  </a:ext>
                </a:extLst>
              </p14:cNvPr>
              <p14:cNvContentPartPr/>
              <p14:nvPr/>
            </p14:nvContentPartPr>
            <p14:xfrm>
              <a:off x="2781189" y="5494585"/>
              <a:ext cx="1092960" cy="89208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53D866B7-EDEF-400C-8129-DF0AA5B8E3A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763549" y="5458585"/>
                <a:ext cx="1128600" cy="9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685C1D4D-DA39-44F1-9755-956F22D04635}"/>
                  </a:ext>
                </a:extLst>
              </p14:cNvPr>
              <p14:cNvContentPartPr/>
              <p14:nvPr/>
            </p14:nvContentPartPr>
            <p14:xfrm>
              <a:off x="3378069" y="6386305"/>
              <a:ext cx="19800" cy="17712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685C1D4D-DA39-44F1-9755-956F22D0463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60429" y="6350665"/>
                <a:ext cx="55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C5A57234-09F0-4768-B41C-9AB7C3F30AD2}"/>
                  </a:ext>
                </a:extLst>
              </p14:cNvPr>
              <p14:cNvContentPartPr/>
              <p14:nvPr/>
            </p14:nvContentPartPr>
            <p14:xfrm>
              <a:off x="3378069" y="6255265"/>
              <a:ext cx="393120" cy="30528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C5A57234-09F0-4768-B41C-9AB7C3F30AD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360429" y="6219265"/>
                <a:ext cx="4287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6832B120-3EFE-4AEE-B0DF-CD898D837019}"/>
                  </a:ext>
                </a:extLst>
              </p14:cNvPr>
              <p14:cNvContentPartPr/>
              <p14:nvPr/>
            </p14:nvContentPartPr>
            <p14:xfrm>
              <a:off x="3830949" y="6042145"/>
              <a:ext cx="532440" cy="48816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6832B120-3EFE-4AEE-B0DF-CD898D83701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812949" y="6006505"/>
                <a:ext cx="56808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2CF327BE-F04C-4E1C-BA5C-A0C58629E5BC}"/>
                  </a:ext>
                </a:extLst>
              </p14:cNvPr>
              <p14:cNvContentPartPr/>
              <p14:nvPr/>
            </p14:nvContentPartPr>
            <p14:xfrm>
              <a:off x="4112469" y="6215305"/>
              <a:ext cx="291240" cy="2664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2CF327BE-F04C-4E1C-BA5C-A0C58629E5B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094469" y="6179665"/>
                <a:ext cx="3268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4EC6FCCD-8D8C-45DF-A41F-B352CBF5E0DD}"/>
                  </a:ext>
                </a:extLst>
              </p14:cNvPr>
              <p14:cNvContentPartPr/>
              <p14:nvPr/>
            </p14:nvContentPartPr>
            <p14:xfrm>
              <a:off x="4700349" y="6348145"/>
              <a:ext cx="171360" cy="1195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4EC6FCCD-8D8C-45DF-A41F-B352CBF5E0D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82349" y="6312505"/>
                <a:ext cx="207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AA0E5297-93E9-444C-BA1B-AE1DD8D8BFC7}"/>
                  </a:ext>
                </a:extLst>
              </p14:cNvPr>
              <p14:cNvContentPartPr/>
              <p14:nvPr/>
            </p14:nvContentPartPr>
            <p14:xfrm>
              <a:off x="4991589" y="5946385"/>
              <a:ext cx="503640" cy="50904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AA0E5297-93E9-444C-BA1B-AE1DD8D8BFC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973949" y="5910385"/>
                <a:ext cx="53928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5446D447-7465-4CEF-ABD5-C1BF5D4E4351}"/>
                  </a:ext>
                </a:extLst>
              </p14:cNvPr>
              <p14:cNvContentPartPr/>
              <p14:nvPr/>
            </p14:nvContentPartPr>
            <p14:xfrm>
              <a:off x="5478669" y="6208105"/>
              <a:ext cx="70200" cy="39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5446D447-7465-4CEF-ABD5-C1BF5D4E435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461029" y="6172105"/>
                <a:ext cx="105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99A50640-87B3-47CF-8E47-FF27F5F77B55}"/>
                  </a:ext>
                </a:extLst>
              </p14:cNvPr>
              <p14:cNvContentPartPr/>
              <p14:nvPr/>
            </p14:nvContentPartPr>
            <p14:xfrm>
              <a:off x="5144589" y="6071665"/>
              <a:ext cx="321120" cy="356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99A50640-87B3-47CF-8E47-FF27F5F77B5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126589" y="6035665"/>
                <a:ext cx="3567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E9B9CE9E-0D60-42FB-98D1-CBD5040A72BB}"/>
                  </a:ext>
                </a:extLst>
              </p14:cNvPr>
              <p14:cNvContentPartPr/>
              <p14:nvPr/>
            </p14:nvContentPartPr>
            <p14:xfrm>
              <a:off x="5630589" y="6156625"/>
              <a:ext cx="244800" cy="27468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E9B9CE9E-0D60-42FB-98D1-CBD5040A72B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612589" y="6120985"/>
                <a:ext cx="2804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7FAB7F0B-7297-4EE4-A5A6-CA9A572789C0}"/>
                  </a:ext>
                </a:extLst>
              </p14:cNvPr>
              <p14:cNvContentPartPr/>
              <p14:nvPr/>
            </p14:nvContentPartPr>
            <p14:xfrm>
              <a:off x="792549" y="4441225"/>
              <a:ext cx="1739160" cy="19476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7FAB7F0B-7297-4EE4-A5A6-CA9A572789C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74909" y="4405585"/>
                <a:ext cx="17748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6D381A2F-122F-499E-9BA8-5AEB0EDBAE7F}"/>
                  </a:ext>
                </a:extLst>
              </p14:cNvPr>
              <p14:cNvContentPartPr/>
              <p14:nvPr/>
            </p14:nvContentPartPr>
            <p14:xfrm>
              <a:off x="2049669" y="4670905"/>
              <a:ext cx="352800" cy="2930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6D381A2F-122F-499E-9BA8-5AEB0EDBAE7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31669" y="4635265"/>
                <a:ext cx="38844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DF243AA1-7571-4368-B1C6-725E50B48C3C}"/>
                  </a:ext>
                </a:extLst>
              </p14:cNvPr>
              <p14:cNvContentPartPr/>
              <p14:nvPr/>
            </p14:nvContentPartPr>
            <p14:xfrm>
              <a:off x="1779669" y="1085665"/>
              <a:ext cx="1045800" cy="371268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DF243AA1-7571-4368-B1C6-725E50B48C3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761669" y="1050025"/>
                <a:ext cx="1081440" cy="37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5EF57E75-C36B-45EC-B8DF-201C6A70202F}"/>
                  </a:ext>
                </a:extLst>
              </p14:cNvPr>
              <p14:cNvContentPartPr/>
              <p14:nvPr/>
            </p14:nvContentPartPr>
            <p14:xfrm>
              <a:off x="824949" y="1761025"/>
              <a:ext cx="1186920" cy="24084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5EF57E75-C36B-45EC-B8DF-201C6A70202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06949" y="1725025"/>
                <a:ext cx="12225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923DBA04-21C2-4C59-BC27-71D63FA2AC1A}"/>
                  </a:ext>
                </a:extLst>
              </p14:cNvPr>
              <p14:cNvContentPartPr/>
              <p14:nvPr/>
            </p14:nvContentPartPr>
            <p14:xfrm>
              <a:off x="913149" y="1810345"/>
              <a:ext cx="1061640" cy="15912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923DBA04-21C2-4C59-BC27-71D63FA2AC1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95509" y="1774705"/>
                <a:ext cx="10972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A93E2C7F-40AF-4C0B-A9C8-1DA2CE40C238}"/>
                  </a:ext>
                </a:extLst>
              </p14:cNvPr>
              <p14:cNvContentPartPr/>
              <p14:nvPr/>
            </p14:nvContentPartPr>
            <p14:xfrm>
              <a:off x="1837989" y="1254865"/>
              <a:ext cx="290520" cy="26100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A93E2C7F-40AF-4C0B-A9C8-1DA2CE40C23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819989" y="1219225"/>
                <a:ext cx="32616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D0002A3D-5C30-4328-9251-D9938331EF19}"/>
                  </a:ext>
                </a:extLst>
              </p14:cNvPr>
              <p14:cNvContentPartPr/>
              <p14:nvPr/>
            </p14:nvContentPartPr>
            <p14:xfrm>
              <a:off x="2227869" y="4778545"/>
              <a:ext cx="360" cy="36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D0002A3D-5C30-4328-9251-D9938331EF1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210229" y="4742905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Dreptunghi 62">
            <a:extLst>
              <a:ext uri="{FF2B5EF4-FFF2-40B4-BE49-F238E27FC236}">
                <a16:creationId xmlns:a16="http://schemas.microsoft.com/office/drawing/2014/main" id="{F4AC042E-414F-4450-AA78-457889926FAF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990375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33052737-D1E1-495E-BE08-52B4BE8B2816}"/>
                  </a:ext>
                </a:extLst>
              </p14:cNvPr>
              <p14:cNvContentPartPr/>
              <p14:nvPr/>
            </p14:nvContentPartPr>
            <p14:xfrm>
              <a:off x="297909" y="793345"/>
              <a:ext cx="5456520" cy="39038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33052737-D1E1-495E-BE08-52B4BE8B28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268" y="775345"/>
                <a:ext cx="5492162" cy="3939480"/>
              </a:xfrm>
              <a:prstGeom prst="rect">
                <a:avLst/>
              </a:prstGeom>
            </p:spPr>
          </p:pic>
        </mc:Fallback>
      </mc:AlternateContent>
      <p:pic>
        <p:nvPicPr>
          <p:cNvPr id="74" name="Imagine 73">
            <a:extLst>
              <a:ext uri="{FF2B5EF4-FFF2-40B4-BE49-F238E27FC236}">
                <a16:creationId xmlns:a16="http://schemas.microsoft.com/office/drawing/2014/main" id="{C7F7AF9B-E266-4942-9DC4-44DE49E2D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90" y="777269"/>
            <a:ext cx="4191000" cy="460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780A9A8-287B-4AFB-B00A-2D65FAC4B1CC}"/>
                  </a:ext>
                </a:extLst>
              </p14:cNvPr>
              <p14:cNvContentPartPr/>
              <p14:nvPr/>
            </p14:nvContentPartPr>
            <p14:xfrm>
              <a:off x="8893629" y="5626345"/>
              <a:ext cx="434880" cy="1216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780A9A8-287B-4AFB-B00A-2D65FAC4B1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5629" y="5608705"/>
                <a:ext cx="4705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181C164-3102-435F-BAA8-496FD1E847ED}"/>
                  </a:ext>
                </a:extLst>
              </p14:cNvPr>
              <p14:cNvContentPartPr/>
              <p14:nvPr/>
            </p14:nvContentPartPr>
            <p14:xfrm>
              <a:off x="11388429" y="5315665"/>
              <a:ext cx="342720" cy="3675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181C164-3102-435F-BAA8-496FD1E847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70789" y="5298025"/>
                <a:ext cx="378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36823E9F-FCDD-4CCF-A353-6F9BE83E9122}"/>
                  </a:ext>
                </a:extLst>
              </p14:cNvPr>
              <p14:cNvContentPartPr/>
              <p14:nvPr/>
            </p14:nvContentPartPr>
            <p14:xfrm>
              <a:off x="5861349" y="5514385"/>
              <a:ext cx="2535480" cy="884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36823E9F-FCDD-4CCF-A353-6F9BE83E91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43709" y="5496392"/>
                <a:ext cx="2571120" cy="920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C9082343-3FB4-4C73-97E8-663C6082C66F}"/>
                  </a:ext>
                </a:extLst>
              </p14:cNvPr>
              <p14:cNvContentPartPr/>
              <p14:nvPr/>
            </p14:nvContentPartPr>
            <p14:xfrm>
              <a:off x="9865629" y="5421145"/>
              <a:ext cx="1212840" cy="5166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C9082343-3FB4-4C73-97E8-663C6082C6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47989" y="5403158"/>
                <a:ext cx="1248480" cy="55221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reptunghi 7">
            <a:extLst>
              <a:ext uri="{FF2B5EF4-FFF2-40B4-BE49-F238E27FC236}">
                <a16:creationId xmlns:a16="http://schemas.microsoft.com/office/drawing/2014/main" id="{1A3F5C41-E2FF-4129-B61F-63F87AAD1B59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3173766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20532447-7A08-41AC-85DE-EC0A1760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4191000" cy="460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9A46C938-A00F-4272-930A-B074475395ED}"/>
                  </a:ext>
                </a:extLst>
              </p14:cNvPr>
              <p14:cNvContentPartPr/>
              <p14:nvPr/>
            </p14:nvContentPartPr>
            <p14:xfrm>
              <a:off x="4244949" y="206185"/>
              <a:ext cx="5029920" cy="31806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9A46C938-A00F-4272-930A-B074475395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6949" y="188185"/>
                <a:ext cx="5065560" cy="32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EED0B41F-BB0B-4099-9002-BCBC55F18A1D}"/>
                  </a:ext>
                </a:extLst>
              </p14:cNvPr>
              <p14:cNvContentPartPr/>
              <p14:nvPr/>
            </p14:nvContentPartPr>
            <p14:xfrm>
              <a:off x="1874709" y="918265"/>
              <a:ext cx="469800" cy="40266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EED0B41F-BB0B-4099-9002-BCBC55F18A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6709" y="882265"/>
                <a:ext cx="505440" cy="40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4E0CE19-FFF9-4044-B036-3837FB3D8CFF}"/>
                  </a:ext>
                </a:extLst>
              </p14:cNvPr>
              <p14:cNvContentPartPr/>
              <p14:nvPr/>
            </p14:nvContentPartPr>
            <p14:xfrm>
              <a:off x="5808789" y="1190785"/>
              <a:ext cx="138600" cy="2689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4E0CE19-FFF9-4044-B036-3837FB3D8C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90789" y="1154785"/>
                <a:ext cx="1742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0A9334DE-89FC-4D38-8AAE-D5FA3AE5D8B4}"/>
                  </a:ext>
                </a:extLst>
              </p14:cNvPr>
              <p14:cNvContentPartPr/>
              <p14:nvPr/>
            </p14:nvContentPartPr>
            <p14:xfrm>
              <a:off x="6636429" y="1177825"/>
              <a:ext cx="157320" cy="2865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0A9334DE-89FC-4D38-8AAE-D5FA3AE5D8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8429" y="1141825"/>
                <a:ext cx="1929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94AF06BD-7979-42E7-B86B-18C2D9AB70D9}"/>
                  </a:ext>
                </a:extLst>
              </p14:cNvPr>
              <p14:cNvContentPartPr/>
              <p14:nvPr/>
            </p14:nvContentPartPr>
            <p14:xfrm>
              <a:off x="8604909" y="1278625"/>
              <a:ext cx="163440" cy="2721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94AF06BD-7979-42E7-B86B-18C2D9AB70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6909" y="1242985"/>
                <a:ext cx="1990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39B9215-D368-44B9-BFEC-53A78DB0C3EE}"/>
                  </a:ext>
                </a:extLst>
              </p14:cNvPr>
              <p14:cNvContentPartPr/>
              <p14:nvPr/>
            </p14:nvContentPartPr>
            <p14:xfrm>
              <a:off x="7959789" y="1255945"/>
              <a:ext cx="105480" cy="2750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39B9215-D368-44B9-BFEC-53A78DB0C3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42149" y="1220305"/>
                <a:ext cx="1411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DDFA6A64-2BF6-48BF-BC5A-7108A2D07784}"/>
                  </a:ext>
                </a:extLst>
              </p14:cNvPr>
              <p14:cNvContentPartPr/>
              <p14:nvPr/>
            </p14:nvContentPartPr>
            <p14:xfrm>
              <a:off x="5736429" y="1739425"/>
              <a:ext cx="126360" cy="2390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DDFA6A64-2BF6-48BF-BC5A-7108A2D0778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18429" y="1703425"/>
                <a:ext cx="162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EEBF3DC-A398-4C6E-BC19-3A698E58EF80}"/>
                  </a:ext>
                </a:extLst>
              </p14:cNvPr>
              <p14:cNvContentPartPr/>
              <p14:nvPr/>
            </p14:nvContentPartPr>
            <p14:xfrm>
              <a:off x="7011909" y="1750225"/>
              <a:ext cx="153360" cy="273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EEBF3DC-A398-4C6E-BC19-3A698E58EF8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93909" y="1714225"/>
                <a:ext cx="1890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852D38E-D5F1-4BF4-9492-C4D9742157E3}"/>
                  </a:ext>
                </a:extLst>
              </p14:cNvPr>
              <p14:cNvContentPartPr/>
              <p14:nvPr/>
            </p14:nvContentPartPr>
            <p14:xfrm>
              <a:off x="8022429" y="1783345"/>
              <a:ext cx="101520" cy="2556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852D38E-D5F1-4BF4-9492-C4D9742157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04429" y="1747705"/>
                <a:ext cx="137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86920A3-AAA1-465E-B2FF-C9596210B24A}"/>
                  </a:ext>
                </a:extLst>
              </p14:cNvPr>
              <p14:cNvContentPartPr/>
              <p14:nvPr/>
            </p14:nvContentPartPr>
            <p14:xfrm>
              <a:off x="8594829" y="1773985"/>
              <a:ext cx="114480" cy="2379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86920A3-AAA1-465E-B2FF-C9596210B24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77189" y="1737985"/>
                <a:ext cx="15012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96C95DC-A910-4140-94E8-656A11B92E25}"/>
                  </a:ext>
                </a:extLst>
              </p14:cNvPr>
              <p14:cNvContentPartPr/>
              <p14:nvPr/>
            </p14:nvContentPartPr>
            <p14:xfrm>
              <a:off x="5846949" y="2936785"/>
              <a:ext cx="126000" cy="2584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96C95DC-A910-4140-94E8-656A11B92E2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28949" y="2901145"/>
                <a:ext cx="1616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23327A4-D69C-4B9C-9036-E42B0F06AE56}"/>
                  </a:ext>
                </a:extLst>
              </p14:cNvPr>
              <p14:cNvContentPartPr/>
              <p14:nvPr/>
            </p14:nvContentPartPr>
            <p14:xfrm>
              <a:off x="6776109" y="2936785"/>
              <a:ext cx="133200" cy="2548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23327A4-D69C-4B9C-9036-E42B0F06AE5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58109" y="2901145"/>
                <a:ext cx="16884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9A945388-70D5-4473-A82B-A15B9D403D0C}"/>
                  </a:ext>
                </a:extLst>
              </p14:cNvPr>
              <p14:cNvContentPartPr/>
              <p14:nvPr/>
            </p14:nvContentPartPr>
            <p14:xfrm>
              <a:off x="8686629" y="2947585"/>
              <a:ext cx="93240" cy="2016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9A945388-70D5-4473-A82B-A15B9D403D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68989" y="2911585"/>
                <a:ext cx="1288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9F413BCF-6B6B-483B-8B55-10287BEC52B3}"/>
                  </a:ext>
                </a:extLst>
              </p14:cNvPr>
              <p14:cNvContentPartPr/>
              <p14:nvPr/>
            </p14:nvContentPartPr>
            <p14:xfrm>
              <a:off x="7959789" y="2979985"/>
              <a:ext cx="118080" cy="2293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9F413BCF-6B6B-483B-8B55-10287BEC52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942149" y="2944345"/>
                <a:ext cx="1537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C4A4B94-43F6-4904-AD6A-C5F79DE1FF0D}"/>
                  </a:ext>
                </a:extLst>
              </p14:cNvPr>
              <p14:cNvContentPartPr/>
              <p14:nvPr/>
            </p14:nvContentPartPr>
            <p14:xfrm>
              <a:off x="5755869" y="2279065"/>
              <a:ext cx="194400" cy="3070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C4A4B94-43F6-4904-AD6A-C5F79DE1FF0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37869" y="2243065"/>
                <a:ext cx="2300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A4403D94-12DE-4FE5-B225-51103E76E927}"/>
                  </a:ext>
                </a:extLst>
              </p14:cNvPr>
              <p14:cNvContentPartPr/>
              <p14:nvPr/>
            </p14:nvContentPartPr>
            <p14:xfrm>
              <a:off x="6783669" y="2355025"/>
              <a:ext cx="178920" cy="205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A4403D94-12DE-4FE5-B225-51103E76E92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65669" y="2319385"/>
                <a:ext cx="2145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4241DFA-41B1-4B10-AA9E-A85424913981}"/>
                  </a:ext>
                </a:extLst>
              </p14:cNvPr>
              <p14:cNvContentPartPr/>
              <p14:nvPr/>
            </p14:nvContentPartPr>
            <p14:xfrm>
              <a:off x="6762429" y="2377345"/>
              <a:ext cx="153360" cy="1789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4241DFA-41B1-4B10-AA9E-A8542491398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44429" y="2341345"/>
                <a:ext cx="1890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76819611-4F10-4C91-BD8B-66B292605585}"/>
                  </a:ext>
                </a:extLst>
              </p14:cNvPr>
              <p14:cNvContentPartPr/>
              <p14:nvPr/>
            </p14:nvContentPartPr>
            <p14:xfrm>
              <a:off x="7767549" y="2328745"/>
              <a:ext cx="240840" cy="2152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76819611-4F10-4C91-BD8B-66B29260558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749549" y="2293105"/>
                <a:ext cx="276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F04BA4A-861A-4A70-B1B5-CCB468DDCFEF}"/>
                  </a:ext>
                </a:extLst>
              </p14:cNvPr>
              <p14:cNvContentPartPr/>
              <p14:nvPr/>
            </p14:nvContentPartPr>
            <p14:xfrm>
              <a:off x="7775829" y="2331625"/>
              <a:ext cx="193680" cy="2084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F04BA4A-861A-4A70-B1B5-CCB468DDCFE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758189" y="2295985"/>
                <a:ext cx="229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2B3E680-6F93-4DC0-AD04-E065FADDFE72}"/>
                  </a:ext>
                </a:extLst>
              </p14:cNvPr>
              <p14:cNvContentPartPr/>
              <p14:nvPr/>
            </p14:nvContentPartPr>
            <p14:xfrm>
              <a:off x="8695989" y="2367625"/>
              <a:ext cx="178560" cy="1875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2B3E680-6F93-4DC0-AD04-E065FADDFE7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78349" y="2331625"/>
                <a:ext cx="2142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149F17F-7744-4557-B6ED-A0B76763E429}"/>
                  </a:ext>
                </a:extLst>
              </p14:cNvPr>
              <p14:cNvContentPartPr/>
              <p14:nvPr/>
            </p14:nvContentPartPr>
            <p14:xfrm>
              <a:off x="8686269" y="2357905"/>
              <a:ext cx="183240" cy="1890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149F17F-7744-4557-B6ED-A0B76763E42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668629" y="2322265"/>
                <a:ext cx="2188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6FBBB5C-1212-431A-A66A-D17BE704CFB5}"/>
                  </a:ext>
                </a:extLst>
              </p14:cNvPr>
              <p14:cNvContentPartPr/>
              <p14:nvPr/>
            </p14:nvContentPartPr>
            <p14:xfrm>
              <a:off x="615429" y="5653705"/>
              <a:ext cx="416880" cy="507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6FBBB5C-1212-431A-A66A-D17BE704CFB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97789" y="5635705"/>
                <a:ext cx="4525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BB64311-D417-40F2-9524-0396D32C1658}"/>
                  </a:ext>
                </a:extLst>
              </p14:cNvPr>
              <p14:cNvContentPartPr/>
              <p14:nvPr/>
            </p14:nvContentPartPr>
            <p14:xfrm>
              <a:off x="1206549" y="5358505"/>
              <a:ext cx="49680" cy="500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BB64311-D417-40F2-9524-0396D32C165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88549" y="5340865"/>
                <a:ext cx="8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118B62A0-6620-4E47-A9AF-292BB3D36C38}"/>
                  </a:ext>
                </a:extLst>
              </p14:cNvPr>
              <p14:cNvContentPartPr/>
              <p14:nvPr/>
            </p14:nvContentPartPr>
            <p14:xfrm>
              <a:off x="1233189" y="5503225"/>
              <a:ext cx="36000" cy="626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118B62A0-6620-4E47-A9AF-292BB3D36C3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15549" y="5485585"/>
                <a:ext cx="716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06999133-DC16-4879-80C7-6AED3AB06E6E}"/>
                  </a:ext>
                </a:extLst>
              </p14:cNvPr>
              <p14:cNvContentPartPr/>
              <p14:nvPr/>
            </p14:nvContentPartPr>
            <p14:xfrm>
              <a:off x="580869" y="5279305"/>
              <a:ext cx="468000" cy="2782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06999133-DC16-4879-80C7-6AED3AB06E6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62883" y="5261282"/>
                <a:ext cx="503613" cy="313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E761782D-0F48-427C-BC4D-45F5CCA012FD}"/>
                  </a:ext>
                </a:extLst>
              </p14:cNvPr>
              <p14:cNvContentPartPr/>
              <p14:nvPr/>
            </p14:nvContentPartPr>
            <p14:xfrm>
              <a:off x="1775709" y="5224585"/>
              <a:ext cx="639360" cy="3578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E761782D-0F48-427C-BC4D-45F5CCA012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758069" y="5206585"/>
                <a:ext cx="67500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178A2CE-3DC4-4E6E-A381-91545E86A05A}"/>
                  </a:ext>
                </a:extLst>
              </p14:cNvPr>
              <p14:cNvContentPartPr/>
              <p14:nvPr/>
            </p14:nvContentPartPr>
            <p14:xfrm>
              <a:off x="1624869" y="5863945"/>
              <a:ext cx="853560" cy="1314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178A2CE-3DC4-4E6E-A381-91545E86A05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607229" y="5846305"/>
                <a:ext cx="8892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D2B2073A-88B9-4F34-A0C4-6B26EC9417CB}"/>
                  </a:ext>
                </a:extLst>
              </p14:cNvPr>
              <p14:cNvContentPartPr/>
              <p14:nvPr/>
            </p14:nvContentPartPr>
            <p14:xfrm>
              <a:off x="2848869" y="5151865"/>
              <a:ext cx="3137400" cy="12553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D2B2073A-88B9-4F34-A0C4-6B26EC9417C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31231" y="5134220"/>
                <a:ext cx="3173036" cy="1290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9B63B871-7816-4A02-8794-C275CE2BCFD2}"/>
                  </a:ext>
                </a:extLst>
              </p14:cNvPr>
              <p14:cNvContentPartPr/>
              <p14:nvPr/>
            </p14:nvContentPartPr>
            <p14:xfrm>
              <a:off x="1501029" y="6126745"/>
              <a:ext cx="925200" cy="3319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9B63B871-7816-4A02-8794-C275CE2BCFD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483389" y="6109105"/>
                <a:ext cx="96084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B48E569F-F464-4A23-85B1-99C79DF64E5A}"/>
                  </a:ext>
                </a:extLst>
              </p14:cNvPr>
              <p14:cNvContentPartPr/>
              <p14:nvPr/>
            </p14:nvContentPartPr>
            <p14:xfrm>
              <a:off x="5457429" y="1938145"/>
              <a:ext cx="1650960" cy="80136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B48E569F-F464-4A23-85B1-99C79DF64E5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39429" y="1902145"/>
                <a:ext cx="1686600" cy="8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9CC02BC4-FCB3-4EF6-93A3-DE6604752D1D}"/>
                  </a:ext>
                </a:extLst>
              </p14:cNvPr>
              <p14:cNvContentPartPr/>
              <p14:nvPr/>
            </p14:nvContentPartPr>
            <p14:xfrm>
              <a:off x="6448509" y="3793945"/>
              <a:ext cx="1857600" cy="13233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9CC02BC4-FCB3-4EF6-93A3-DE6604752D1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430869" y="3775945"/>
                <a:ext cx="1893240" cy="13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4685F2C4-7AF1-46A1-81EF-ED598C0B0F10}"/>
                  </a:ext>
                </a:extLst>
              </p14:cNvPr>
              <p14:cNvContentPartPr/>
              <p14:nvPr/>
            </p14:nvContentPartPr>
            <p14:xfrm>
              <a:off x="8445789" y="3786025"/>
              <a:ext cx="1375560" cy="6321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4685F2C4-7AF1-46A1-81EF-ED598C0B0F1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428144" y="3768375"/>
                <a:ext cx="1411209" cy="667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DF056851-CCCE-4E13-8038-B4C2BADEF4CC}"/>
                  </a:ext>
                </a:extLst>
              </p14:cNvPr>
              <p14:cNvContentPartPr/>
              <p14:nvPr/>
            </p14:nvContentPartPr>
            <p14:xfrm>
              <a:off x="10800189" y="4058545"/>
              <a:ext cx="497520" cy="46188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DF056851-CCCE-4E13-8038-B4C2BADEF4C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782189" y="4040545"/>
                <a:ext cx="53316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B7E9132C-31AC-4724-B05E-922E3CA71C00}"/>
                  </a:ext>
                </a:extLst>
              </p14:cNvPr>
              <p14:cNvContentPartPr/>
              <p14:nvPr/>
            </p14:nvContentPartPr>
            <p14:xfrm>
              <a:off x="10197909" y="3883585"/>
              <a:ext cx="1096920" cy="3960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B7E9132C-31AC-4724-B05E-922E3CA71C0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179909" y="3865585"/>
                <a:ext cx="11325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2B7C6DF2-9D98-47DD-A810-3F3643E90AA0}"/>
                  </a:ext>
                </a:extLst>
              </p14:cNvPr>
              <p14:cNvContentPartPr/>
              <p14:nvPr/>
            </p14:nvContentPartPr>
            <p14:xfrm>
              <a:off x="10193229" y="4058545"/>
              <a:ext cx="466920" cy="5162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2B7C6DF2-9D98-47DD-A810-3F3643E90AA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175589" y="4040905"/>
                <a:ext cx="50256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BE9E45F3-B1C8-4896-B93C-E9BD6DA88269}"/>
                  </a:ext>
                </a:extLst>
              </p14:cNvPr>
              <p14:cNvContentPartPr/>
              <p14:nvPr/>
            </p14:nvContentPartPr>
            <p14:xfrm>
              <a:off x="8614269" y="5784385"/>
              <a:ext cx="439200" cy="97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BE9E45F3-B1C8-4896-B93C-E9BD6DA8826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596629" y="5748745"/>
                <a:ext cx="4748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57317661-8BA4-4C75-91B9-3B5252100F42}"/>
                  </a:ext>
                </a:extLst>
              </p14:cNvPr>
              <p14:cNvContentPartPr/>
              <p14:nvPr/>
            </p14:nvContentPartPr>
            <p14:xfrm>
              <a:off x="8604909" y="6145465"/>
              <a:ext cx="381600" cy="208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57317661-8BA4-4C75-91B9-3B5252100F4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586909" y="6109825"/>
                <a:ext cx="4172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F136DFB2-2400-441D-A49C-2E846EC0D9FF}"/>
                  </a:ext>
                </a:extLst>
              </p14:cNvPr>
              <p14:cNvContentPartPr/>
              <p14:nvPr/>
            </p14:nvContentPartPr>
            <p14:xfrm>
              <a:off x="9047709" y="5515105"/>
              <a:ext cx="96480" cy="8661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F136DFB2-2400-441D-A49C-2E846EC0D9F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029709" y="5479105"/>
                <a:ext cx="132120" cy="9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EA775E2E-D5B1-4959-B976-FEEFFEA2F7D8}"/>
                  </a:ext>
                </a:extLst>
              </p14:cNvPr>
              <p14:cNvContentPartPr/>
              <p14:nvPr/>
            </p14:nvContentPartPr>
            <p14:xfrm>
              <a:off x="9095589" y="5605465"/>
              <a:ext cx="606240" cy="8251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EA775E2E-D5B1-4959-B976-FEEFFEA2F7D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077589" y="5569465"/>
                <a:ext cx="641880" cy="89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583A2CC5-196F-427C-9FB0-5E76FFED97AA}"/>
                  </a:ext>
                </a:extLst>
              </p14:cNvPr>
              <p14:cNvContentPartPr/>
              <p14:nvPr/>
            </p14:nvContentPartPr>
            <p14:xfrm>
              <a:off x="9707949" y="5854945"/>
              <a:ext cx="224640" cy="23832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583A2CC5-196F-427C-9FB0-5E76FFED97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89949" y="5818945"/>
                <a:ext cx="2602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40A69002-D6F3-40A9-B5B7-0DDB01CE9B36}"/>
                  </a:ext>
                </a:extLst>
              </p14:cNvPr>
              <p14:cNvContentPartPr/>
              <p14:nvPr/>
            </p14:nvContentPartPr>
            <p14:xfrm>
              <a:off x="9966789" y="5952865"/>
              <a:ext cx="965520" cy="151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40A69002-D6F3-40A9-B5B7-0DDB01CE9B3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949149" y="5916865"/>
                <a:ext cx="10011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78D1D1C3-1D6B-4EC1-A1E7-E872E96102D9}"/>
                  </a:ext>
                </a:extLst>
              </p14:cNvPr>
              <p14:cNvContentPartPr/>
              <p14:nvPr/>
            </p14:nvContentPartPr>
            <p14:xfrm>
              <a:off x="8951229" y="6160225"/>
              <a:ext cx="135720" cy="3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78D1D1C3-1D6B-4EC1-A1E7-E872E96102D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933229" y="6124225"/>
                <a:ext cx="171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31753056-F2DF-4448-B2C6-BC284C6DF21F}"/>
                  </a:ext>
                </a:extLst>
              </p14:cNvPr>
              <p14:cNvContentPartPr/>
              <p14:nvPr/>
            </p14:nvContentPartPr>
            <p14:xfrm>
              <a:off x="7818669" y="5352385"/>
              <a:ext cx="242640" cy="46080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31753056-F2DF-4448-B2C6-BC284C6DF21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801029" y="5316385"/>
                <a:ext cx="27828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3C8F7A8A-0EA4-4EF9-9A99-179FEE337392}"/>
                  </a:ext>
                </a:extLst>
              </p14:cNvPr>
              <p14:cNvContentPartPr/>
              <p14:nvPr/>
            </p14:nvContentPartPr>
            <p14:xfrm>
              <a:off x="8163189" y="5673865"/>
              <a:ext cx="4320" cy="1767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3C8F7A8A-0EA4-4EF9-9A99-179FEE33739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145189" y="5638225"/>
                <a:ext cx="399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4AAE04AB-2174-4830-9C66-E0DC99A9D6A1}"/>
                  </a:ext>
                </a:extLst>
              </p14:cNvPr>
              <p14:cNvContentPartPr/>
              <p14:nvPr/>
            </p14:nvContentPartPr>
            <p14:xfrm>
              <a:off x="8132949" y="5630665"/>
              <a:ext cx="198000" cy="3074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4AAE04AB-2174-4830-9C66-E0DC99A9D6A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115309" y="5595025"/>
                <a:ext cx="2336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29D4EEBB-A2DC-40E5-BBBB-CB85BA337300}"/>
                  </a:ext>
                </a:extLst>
              </p14:cNvPr>
              <p14:cNvContentPartPr/>
              <p14:nvPr/>
            </p14:nvContentPartPr>
            <p14:xfrm>
              <a:off x="7926669" y="5995705"/>
              <a:ext cx="231480" cy="4035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29D4EEBB-A2DC-40E5-BBBB-CB85BA33730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908669" y="5959705"/>
                <a:ext cx="2671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716A99D-79A8-47BC-AE7E-93889E4E44E1}"/>
                  </a:ext>
                </a:extLst>
              </p14:cNvPr>
              <p14:cNvContentPartPr/>
              <p14:nvPr/>
            </p14:nvContentPartPr>
            <p14:xfrm>
              <a:off x="8207469" y="6292705"/>
              <a:ext cx="264600" cy="1587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716A99D-79A8-47BC-AE7E-93889E4E44E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89469" y="6257065"/>
                <a:ext cx="3002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029986AA-DFD5-4729-AE12-EFF33BAA57E4}"/>
                  </a:ext>
                </a:extLst>
              </p14:cNvPr>
              <p14:cNvContentPartPr/>
              <p14:nvPr/>
            </p14:nvContentPartPr>
            <p14:xfrm>
              <a:off x="7036029" y="4769185"/>
              <a:ext cx="4828680" cy="18219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029986AA-DFD5-4729-AE12-EFF33BAA57E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018388" y="4751542"/>
                <a:ext cx="4864323" cy="1857607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Dreptunghi 65">
            <a:extLst>
              <a:ext uri="{FF2B5EF4-FFF2-40B4-BE49-F238E27FC236}">
                <a16:creationId xmlns:a16="http://schemas.microsoft.com/office/drawing/2014/main" id="{112F84DC-DA9A-4DC2-BA46-ABC30A620291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2502291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EAB09BBE-0128-4036-B9FF-EF7DEB971879}"/>
                  </a:ext>
                </a:extLst>
              </p14:cNvPr>
              <p14:cNvContentPartPr/>
              <p14:nvPr/>
            </p14:nvContentPartPr>
            <p14:xfrm>
              <a:off x="239589" y="129505"/>
              <a:ext cx="8397720" cy="44654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EAB09BBE-0128-4036-B9FF-EF7DEB9718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949" y="111865"/>
                <a:ext cx="8433360" cy="45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E5A52E97-61D3-4A8A-A4E9-3B6CB983519E}"/>
                  </a:ext>
                </a:extLst>
              </p14:cNvPr>
              <p14:cNvContentPartPr/>
              <p14:nvPr/>
            </p14:nvContentPartPr>
            <p14:xfrm>
              <a:off x="4479309" y="4307305"/>
              <a:ext cx="2325600" cy="930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E5A52E97-61D3-4A8A-A4E9-3B6CB98351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61309" y="4271305"/>
                <a:ext cx="2361240" cy="10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72563F0-4F0A-4671-82F6-91F5C7FAE96E}"/>
                  </a:ext>
                </a:extLst>
              </p14:cNvPr>
              <p14:cNvContentPartPr/>
              <p14:nvPr/>
            </p14:nvContentPartPr>
            <p14:xfrm>
              <a:off x="336429" y="1910065"/>
              <a:ext cx="904680" cy="75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72563F0-4F0A-4671-82F6-91F5C7FAE9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789" y="1874425"/>
                <a:ext cx="9403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DC6172B6-0254-4062-917D-B840BEB49123}"/>
                  </a:ext>
                </a:extLst>
              </p14:cNvPr>
              <p14:cNvContentPartPr/>
              <p14:nvPr/>
            </p14:nvContentPartPr>
            <p14:xfrm>
              <a:off x="938349" y="1785145"/>
              <a:ext cx="285120" cy="3560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DC6172B6-0254-4062-917D-B840BEB491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349" y="1749145"/>
                <a:ext cx="32076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CE7B0C00-EADD-406C-BE15-8EC9F80EEAE1}"/>
                  </a:ext>
                </a:extLst>
              </p14:cNvPr>
              <p14:cNvContentPartPr/>
              <p14:nvPr/>
            </p14:nvContentPartPr>
            <p14:xfrm>
              <a:off x="418149" y="2328745"/>
              <a:ext cx="24480" cy="3643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CE7B0C00-EADD-406C-BE15-8EC9F80EEA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0149" y="2293105"/>
                <a:ext cx="601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21BB9D05-8DCB-42E4-9707-088E8FAB96C1}"/>
                  </a:ext>
                </a:extLst>
              </p14:cNvPr>
              <p14:cNvContentPartPr/>
              <p14:nvPr/>
            </p14:nvContentPartPr>
            <p14:xfrm>
              <a:off x="529389" y="2386705"/>
              <a:ext cx="33840" cy="2793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21BB9D05-8DCB-42E4-9707-088E8FAB96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1389" y="2351065"/>
                <a:ext cx="694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548FF599-A6CD-4E1B-8C53-2A0B8EFF8460}"/>
                  </a:ext>
                </a:extLst>
              </p14:cNvPr>
              <p14:cNvContentPartPr/>
              <p14:nvPr/>
            </p14:nvContentPartPr>
            <p14:xfrm>
              <a:off x="529029" y="2276545"/>
              <a:ext cx="285120" cy="3693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548FF599-A6CD-4E1B-8C53-2A0B8EFF84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1029" y="2240545"/>
                <a:ext cx="3207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5F8B7D6B-25B0-4B29-BE66-2D4DEC77A968}"/>
                  </a:ext>
                </a:extLst>
              </p14:cNvPr>
              <p14:cNvContentPartPr/>
              <p14:nvPr/>
            </p14:nvContentPartPr>
            <p14:xfrm>
              <a:off x="4414149" y="4143505"/>
              <a:ext cx="71640" cy="7639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5F8B7D6B-25B0-4B29-BE66-2D4DEC77A9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96149" y="4107865"/>
                <a:ext cx="107280" cy="8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914E70B0-794B-4B11-97F5-EA0D074FB00A}"/>
                  </a:ext>
                </a:extLst>
              </p14:cNvPr>
              <p14:cNvContentPartPr/>
              <p14:nvPr/>
            </p14:nvContentPartPr>
            <p14:xfrm>
              <a:off x="4489389" y="4191385"/>
              <a:ext cx="48240" cy="8726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914E70B0-794B-4B11-97F5-EA0D074FB0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71749" y="4155745"/>
                <a:ext cx="83880" cy="9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FEC5416C-E7C3-4966-ABC9-72E6C18B632B}"/>
                  </a:ext>
                </a:extLst>
              </p14:cNvPr>
              <p14:cNvContentPartPr/>
              <p14:nvPr/>
            </p14:nvContentPartPr>
            <p14:xfrm>
              <a:off x="4469589" y="4504585"/>
              <a:ext cx="501840" cy="7480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FEC5416C-E7C3-4966-ABC9-72E6C18B63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51949" y="4468585"/>
                <a:ext cx="537480" cy="8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7FCCAA0E-2649-49D8-9287-9FD3C48EC985}"/>
                  </a:ext>
                </a:extLst>
              </p14:cNvPr>
              <p14:cNvContentPartPr/>
              <p14:nvPr/>
            </p14:nvContentPartPr>
            <p14:xfrm>
              <a:off x="5370309" y="4975825"/>
              <a:ext cx="317880" cy="4150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7FCCAA0E-2649-49D8-9287-9FD3C48EC9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52309" y="4940185"/>
                <a:ext cx="353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2C5A18F3-A4B8-4997-99F0-C1AA36840863}"/>
                  </a:ext>
                </a:extLst>
              </p14:cNvPr>
              <p14:cNvContentPartPr/>
              <p14:nvPr/>
            </p14:nvContentPartPr>
            <p14:xfrm>
              <a:off x="5831109" y="5379025"/>
              <a:ext cx="211680" cy="2962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2C5A18F3-A4B8-4997-99F0-C1AA3684086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13109" y="5343385"/>
                <a:ext cx="2473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8BB0CED-17CF-42FE-8101-E03F50F61FA8}"/>
                  </a:ext>
                </a:extLst>
              </p14:cNvPr>
              <p14:cNvContentPartPr/>
              <p14:nvPr/>
            </p14:nvContentPartPr>
            <p14:xfrm>
              <a:off x="6134589" y="5399545"/>
              <a:ext cx="248040" cy="2862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8BB0CED-17CF-42FE-8101-E03F50F61F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16949" y="5363905"/>
                <a:ext cx="2836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4A0D661-8847-431F-BDD8-D2B56E283D33}"/>
                  </a:ext>
                </a:extLst>
              </p14:cNvPr>
              <p14:cNvContentPartPr/>
              <p14:nvPr/>
            </p14:nvContentPartPr>
            <p14:xfrm>
              <a:off x="6573789" y="5471905"/>
              <a:ext cx="10080" cy="2300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4A0D661-8847-431F-BDD8-D2B56E283D3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55789" y="5435905"/>
                <a:ext cx="457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E3E5F2A0-189E-4E0D-93C2-4DA119160188}"/>
                  </a:ext>
                </a:extLst>
              </p14:cNvPr>
              <p14:cNvContentPartPr/>
              <p14:nvPr/>
            </p14:nvContentPartPr>
            <p14:xfrm>
              <a:off x="6414669" y="5394505"/>
              <a:ext cx="455400" cy="75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E3E5F2A0-189E-4E0D-93C2-4DA11916018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97029" y="5358505"/>
                <a:ext cx="4910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78BF85E4-6E6B-440F-BCB6-AD624D96D2D8}"/>
                  </a:ext>
                </a:extLst>
              </p14:cNvPr>
              <p14:cNvContentPartPr/>
              <p14:nvPr/>
            </p14:nvContentPartPr>
            <p14:xfrm>
              <a:off x="495549" y="3030745"/>
              <a:ext cx="269640" cy="590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78BF85E4-6E6B-440F-BCB6-AD624D96D2D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7549" y="2995105"/>
                <a:ext cx="3052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710119C5-7B58-4AFB-A9A6-F3BAB172B6B3}"/>
                  </a:ext>
                </a:extLst>
              </p14:cNvPr>
              <p14:cNvContentPartPr/>
              <p14:nvPr/>
            </p14:nvContentPartPr>
            <p14:xfrm>
              <a:off x="466749" y="3079705"/>
              <a:ext cx="222840" cy="3513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710119C5-7B58-4AFB-A9A6-F3BAB172B6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8749" y="3044065"/>
                <a:ext cx="25848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6039C06D-4B9C-4F04-8163-77A0F8149521}"/>
                  </a:ext>
                </a:extLst>
              </p14:cNvPr>
              <p14:cNvContentPartPr/>
              <p14:nvPr/>
            </p14:nvContentPartPr>
            <p14:xfrm>
              <a:off x="766629" y="3166105"/>
              <a:ext cx="161640" cy="1738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6039C06D-4B9C-4F04-8163-77A0F814952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8989" y="3130105"/>
                <a:ext cx="1972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AAB89689-718B-4FDA-A8E2-9CA3201C122D}"/>
                  </a:ext>
                </a:extLst>
              </p14:cNvPr>
              <p14:cNvContentPartPr/>
              <p14:nvPr/>
            </p14:nvContentPartPr>
            <p14:xfrm>
              <a:off x="993069" y="3121105"/>
              <a:ext cx="174600" cy="1936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AAB89689-718B-4FDA-A8E2-9CA3201C122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75429" y="3085105"/>
                <a:ext cx="2102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B35B195-682E-4EF3-A365-5870631724E3}"/>
                  </a:ext>
                </a:extLst>
              </p14:cNvPr>
              <p14:cNvContentPartPr/>
              <p14:nvPr/>
            </p14:nvContentPartPr>
            <p14:xfrm>
              <a:off x="1275309" y="2993305"/>
              <a:ext cx="15480" cy="3456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B35B195-682E-4EF3-A365-5870631724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57309" y="2957305"/>
                <a:ext cx="511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A868313A-D9EA-4B08-AC8B-86C374D8E169}"/>
                  </a:ext>
                </a:extLst>
              </p14:cNvPr>
              <p14:cNvContentPartPr/>
              <p14:nvPr/>
            </p14:nvContentPartPr>
            <p14:xfrm>
              <a:off x="1297629" y="3027145"/>
              <a:ext cx="259560" cy="2415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A868313A-D9EA-4B08-AC8B-86C374D8E1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79629" y="2991145"/>
                <a:ext cx="295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6CA43E95-0203-40F0-A334-75B9BEE6D99C}"/>
                  </a:ext>
                </a:extLst>
              </p14:cNvPr>
              <p14:cNvContentPartPr/>
              <p14:nvPr/>
            </p14:nvContentPartPr>
            <p14:xfrm>
              <a:off x="1603269" y="2954785"/>
              <a:ext cx="28440" cy="3423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6CA43E95-0203-40F0-A334-75B9BEE6D9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5629" y="2918785"/>
                <a:ext cx="6408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A5391F7-8BA6-47C6-8642-F6DCDA9C092B}"/>
                  </a:ext>
                </a:extLst>
              </p14:cNvPr>
              <p14:cNvContentPartPr/>
              <p14:nvPr/>
            </p14:nvContentPartPr>
            <p14:xfrm>
              <a:off x="1751229" y="2940025"/>
              <a:ext cx="14400" cy="3758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A5391F7-8BA6-47C6-8642-F6DCDA9C092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33589" y="2904385"/>
                <a:ext cx="5004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DEF336A8-5D47-41D7-9934-6767470213D5}"/>
                  </a:ext>
                </a:extLst>
              </p14:cNvPr>
              <p14:cNvContentPartPr/>
              <p14:nvPr/>
            </p14:nvContentPartPr>
            <p14:xfrm>
              <a:off x="1636029" y="3070705"/>
              <a:ext cx="446400" cy="4528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DEF336A8-5D47-41D7-9934-6767470213D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18029" y="3035065"/>
                <a:ext cx="48204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17A2C591-56CA-48E4-9E47-29E36DC7076E}"/>
                  </a:ext>
                </a:extLst>
              </p14:cNvPr>
              <p14:cNvContentPartPr/>
              <p14:nvPr/>
            </p14:nvContentPartPr>
            <p14:xfrm>
              <a:off x="1809189" y="3193825"/>
              <a:ext cx="380880" cy="936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17A2C591-56CA-48E4-9E47-29E36DC7076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91189" y="3157825"/>
                <a:ext cx="4165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7D9D7686-63A6-474E-ADDD-D1ED6C6632FC}"/>
                  </a:ext>
                </a:extLst>
              </p14:cNvPr>
              <p14:cNvContentPartPr/>
              <p14:nvPr/>
            </p14:nvContentPartPr>
            <p14:xfrm>
              <a:off x="7156269" y="5842345"/>
              <a:ext cx="43920" cy="26280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7D9D7686-63A6-474E-ADDD-D1ED6C6632F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38269" y="5806345"/>
                <a:ext cx="795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BA602B80-126F-4711-8D7B-F1FAB28FBACD}"/>
                  </a:ext>
                </a:extLst>
              </p14:cNvPr>
              <p14:cNvContentPartPr/>
              <p14:nvPr/>
            </p14:nvContentPartPr>
            <p14:xfrm>
              <a:off x="6934509" y="6212065"/>
              <a:ext cx="623880" cy="252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BA602B80-126F-4711-8D7B-F1FAB28FBAC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16869" y="6176065"/>
                <a:ext cx="659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7E2DA3B-421C-461F-93AF-E8182E9265F4}"/>
                  </a:ext>
                </a:extLst>
              </p14:cNvPr>
              <p14:cNvContentPartPr/>
              <p14:nvPr/>
            </p14:nvContentPartPr>
            <p14:xfrm>
              <a:off x="7079229" y="6331945"/>
              <a:ext cx="20160" cy="2671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7E2DA3B-421C-461F-93AF-E8182E9265F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061229" y="6296305"/>
                <a:ext cx="558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0E048D3C-C90A-4897-9083-9A2289383046}"/>
                  </a:ext>
                </a:extLst>
              </p14:cNvPr>
              <p14:cNvContentPartPr/>
              <p14:nvPr/>
            </p14:nvContentPartPr>
            <p14:xfrm>
              <a:off x="7213509" y="6378745"/>
              <a:ext cx="356760" cy="2210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0E048D3C-C90A-4897-9083-9A22893830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95869" y="6342745"/>
                <a:ext cx="3924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DC9FC253-E3F7-4A1B-966B-B722B088D62F}"/>
                  </a:ext>
                </a:extLst>
              </p14:cNvPr>
              <p14:cNvContentPartPr/>
              <p14:nvPr/>
            </p14:nvContentPartPr>
            <p14:xfrm>
              <a:off x="7748109" y="6178225"/>
              <a:ext cx="3240" cy="28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DC9FC253-E3F7-4A1B-966B-B722B088D62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30109" y="6142225"/>
                <a:ext cx="38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C2641FE4-E420-44F3-AA67-0B2E54883952}"/>
                  </a:ext>
                </a:extLst>
              </p14:cNvPr>
              <p14:cNvContentPartPr/>
              <p14:nvPr/>
            </p14:nvContentPartPr>
            <p14:xfrm>
              <a:off x="7944669" y="6039625"/>
              <a:ext cx="199080" cy="2264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C2641FE4-E420-44F3-AA67-0B2E548839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927029" y="6003985"/>
                <a:ext cx="2347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C782D1C2-11C0-4C4C-90D0-C22174D39508}"/>
                  </a:ext>
                </a:extLst>
              </p14:cNvPr>
              <p14:cNvContentPartPr/>
              <p14:nvPr/>
            </p14:nvContentPartPr>
            <p14:xfrm>
              <a:off x="7993629" y="5964745"/>
              <a:ext cx="221400" cy="367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C782D1C2-11C0-4C4C-90D0-C22174D3950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975989" y="5929105"/>
                <a:ext cx="2570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94004D71-8BEA-4783-9CC1-4A828CBD0EC7}"/>
                  </a:ext>
                </a:extLst>
              </p14:cNvPr>
              <p14:cNvContentPartPr/>
              <p14:nvPr/>
            </p14:nvContentPartPr>
            <p14:xfrm>
              <a:off x="8270469" y="6075985"/>
              <a:ext cx="141480" cy="1933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94004D71-8BEA-4783-9CC1-4A828CBD0EC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252469" y="6039985"/>
                <a:ext cx="1771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71DC931F-FD99-4881-94E5-C59F38C9E2A6}"/>
                  </a:ext>
                </a:extLst>
              </p14:cNvPr>
              <p14:cNvContentPartPr/>
              <p14:nvPr/>
            </p14:nvContentPartPr>
            <p14:xfrm>
              <a:off x="8479629" y="6068785"/>
              <a:ext cx="243000" cy="1778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71DC931F-FD99-4881-94E5-C59F38C9E2A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461989" y="6032785"/>
                <a:ext cx="278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EB65D7D8-4AAC-460A-AD5F-65E0D03387D8}"/>
                  </a:ext>
                </a:extLst>
              </p14:cNvPr>
              <p14:cNvContentPartPr/>
              <p14:nvPr/>
            </p14:nvContentPartPr>
            <p14:xfrm>
              <a:off x="7071669" y="5799145"/>
              <a:ext cx="122400" cy="2703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EB65D7D8-4AAC-460A-AD5F-65E0D03387D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54029" y="5763505"/>
                <a:ext cx="1580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D0E1B813-C6FB-4B7A-8A6C-92C2AE8B26BB}"/>
                  </a:ext>
                </a:extLst>
              </p14:cNvPr>
              <p14:cNvContentPartPr/>
              <p14:nvPr/>
            </p14:nvContentPartPr>
            <p14:xfrm>
              <a:off x="9158949" y="5880505"/>
              <a:ext cx="28440" cy="2941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D0E1B813-C6FB-4B7A-8A6C-92C2AE8B26B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40949" y="5844865"/>
                <a:ext cx="6408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824BA312-B9E7-49B8-8F69-4E187ECAAFF3}"/>
                  </a:ext>
                </a:extLst>
              </p14:cNvPr>
              <p14:cNvContentPartPr/>
              <p14:nvPr/>
            </p14:nvContentPartPr>
            <p14:xfrm>
              <a:off x="9167589" y="5861785"/>
              <a:ext cx="277200" cy="2476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824BA312-B9E7-49B8-8F69-4E187ECAAFF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149589" y="5825785"/>
                <a:ext cx="3128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03F6F9E5-E9AC-4D7B-BDDA-A99C16AAEE4B}"/>
                  </a:ext>
                </a:extLst>
              </p14:cNvPr>
              <p14:cNvContentPartPr/>
              <p14:nvPr/>
            </p14:nvContentPartPr>
            <p14:xfrm>
              <a:off x="9513909" y="5915065"/>
              <a:ext cx="9720" cy="2552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03F6F9E5-E9AC-4D7B-BDDA-A99C16AAEE4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496269" y="5879065"/>
                <a:ext cx="453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FE011CA3-5F57-42B0-91B2-5A8343AB8176}"/>
                  </a:ext>
                </a:extLst>
              </p14:cNvPr>
              <p14:cNvContentPartPr/>
              <p14:nvPr/>
            </p14:nvContentPartPr>
            <p14:xfrm>
              <a:off x="9637389" y="5832625"/>
              <a:ext cx="60480" cy="4230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FE011CA3-5F57-42B0-91B2-5A8343AB817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619389" y="5796985"/>
                <a:ext cx="961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7C4A715C-9A48-4724-9629-408614A58308}"/>
                  </a:ext>
                </a:extLst>
              </p14:cNvPr>
              <p14:cNvContentPartPr/>
              <p14:nvPr/>
            </p14:nvContentPartPr>
            <p14:xfrm>
              <a:off x="9485469" y="5986705"/>
              <a:ext cx="506880" cy="3974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7C4A715C-9A48-4724-9629-408614A5830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467829" y="5950705"/>
                <a:ext cx="54252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0FEE0D77-53DA-4E4B-BB39-F11F3A34CDB4}"/>
                  </a:ext>
                </a:extLst>
              </p14:cNvPr>
              <p14:cNvContentPartPr/>
              <p14:nvPr/>
            </p14:nvContentPartPr>
            <p14:xfrm>
              <a:off x="9745389" y="6097945"/>
              <a:ext cx="284040" cy="140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0FEE0D77-53DA-4E4B-BB39-F11F3A34CDB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27389" y="6062305"/>
                <a:ext cx="3196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C6672F4F-C17A-43C8-97DB-907B1B018A4C}"/>
                  </a:ext>
                </a:extLst>
              </p14:cNvPr>
              <p14:cNvContentPartPr/>
              <p14:nvPr/>
            </p14:nvContentPartPr>
            <p14:xfrm>
              <a:off x="3354309" y="553225"/>
              <a:ext cx="19440" cy="2610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C6672F4F-C17A-43C8-97DB-907B1B018A4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36309" y="517225"/>
                <a:ext cx="550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BD676B63-4973-4C5B-9FD7-C5E46B16C899}"/>
                  </a:ext>
                </a:extLst>
              </p14:cNvPr>
              <p14:cNvContentPartPr/>
              <p14:nvPr/>
            </p14:nvContentPartPr>
            <p14:xfrm>
              <a:off x="3415509" y="543505"/>
              <a:ext cx="234000" cy="2602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BD676B63-4973-4C5B-9FD7-C5E46B16C8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97869" y="507505"/>
                <a:ext cx="2696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C4C41F5C-A716-40DD-8AEB-A085E2DAE421}"/>
                  </a:ext>
                </a:extLst>
              </p14:cNvPr>
              <p14:cNvContentPartPr/>
              <p14:nvPr/>
            </p14:nvContentPartPr>
            <p14:xfrm>
              <a:off x="3719709" y="625225"/>
              <a:ext cx="168840" cy="3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C4C41F5C-A716-40DD-8AEB-A085E2DAE42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02069" y="589585"/>
                <a:ext cx="2044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92F886A4-C926-4B3F-B712-EE5F14F265CD}"/>
                  </a:ext>
                </a:extLst>
              </p14:cNvPr>
              <p14:cNvContentPartPr/>
              <p14:nvPr/>
            </p14:nvContentPartPr>
            <p14:xfrm>
              <a:off x="3743829" y="711985"/>
              <a:ext cx="203760" cy="140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92F886A4-C926-4B3F-B712-EE5F14F265C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26189" y="675985"/>
                <a:ext cx="2394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231781DE-B02F-419A-9A97-3C327FC3262A}"/>
                  </a:ext>
                </a:extLst>
              </p14:cNvPr>
              <p14:cNvContentPartPr/>
              <p14:nvPr/>
            </p14:nvContentPartPr>
            <p14:xfrm>
              <a:off x="4090509" y="537385"/>
              <a:ext cx="39960" cy="2682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231781DE-B02F-419A-9A97-3C327FC3262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72509" y="501745"/>
                <a:ext cx="756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9224739-BFF5-4A46-9901-E12BE0BF231B}"/>
                  </a:ext>
                </a:extLst>
              </p14:cNvPr>
              <p14:cNvContentPartPr/>
              <p14:nvPr/>
            </p14:nvContentPartPr>
            <p14:xfrm>
              <a:off x="4211829" y="596425"/>
              <a:ext cx="200520" cy="1947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9224739-BFF5-4A46-9901-E12BE0BF231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194189" y="560785"/>
                <a:ext cx="236160" cy="2664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Dreptunghi 48">
            <a:extLst>
              <a:ext uri="{FF2B5EF4-FFF2-40B4-BE49-F238E27FC236}">
                <a16:creationId xmlns:a16="http://schemas.microsoft.com/office/drawing/2014/main" id="{32C6AADF-1AD2-49DC-8AC0-3F990F2602D0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626916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7738448A-3249-4803-B27C-0D84F2D1B83C}"/>
                  </a:ext>
                </a:extLst>
              </p14:cNvPr>
              <p14:cNvContentPartPr/>
              <p14:nvPr/>
            </p14:nvContentPartPr>
            <p14:xfrm>
              <a:off x="865989" y="769585"/>
              <a:ext cx="4320" cy="7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7738448A-3249-4803-B27C-0D84F2D1B8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7989" y="733945"/>
                <a:ext cx="399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7B8E0E02-7297-4760-885E-4A2149402D54}"/>
                  </a:ext>
                </a:extLst>
              </p14:cNvPr>
              <p14:cNvContentPartPr/>
              <p14:nvPr/>
            </p14:nvContentPartPr>
            <p14:xfrm>
              <a:off x="834669" y="362065"/>
              <a:ext cx="456840" cy="496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7B8E0E02-7297-4760-885E-4A2149402D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7029" y="326425"/>
                <a:ext cx="49248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5DD6489E-FE1E-4C4A-891C-F77CD497B002}"/>
                  </a:ext>
                </a:extLst>
              </p14:cNvPr>
              <p14:cNvContentPartPr/>
              <p14:nvPr/>
            </p14:nvContentPartPr>
            <p14:xfrm>
              <a:off x="1328229" y="625585"/>
              <a:ext cx="581760" cy="5749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5DD6489E-FE1E-4C4A-891C-F77CD497B0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0229" y="589585"/>
                <a:ext cx="61740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1130DE7-6B97-4054-8C63-EF0E2D251C58}"/>
                  </a:ext>
                </a:extLst>
              </p14:cNvPr>
              <p14:cNvContentPartPr/>
              <p14:nvPr/>
            </p14:nvContentPartPr>
            <p14:xfrm>
              <a:off x="1921869" y="272065"/>
              <a:ext cx="333000" cy="5068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1130DE7-6B97-4054-8C63-EF0E2D251C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3869" y="236065"/>
                <a:ext cx="36864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B661FB1-C805-4BC8-B565-F73A5BE5AB4F}"/>
                  </a:ext>
                </a:extLst>
              </p14:cNvPr>
              <p14:cNvContentPartPr/>
              <p14:nvPr/>
            </p14:nvContentPartPr>
            <p14:xfrm>
              <a:off x="2210589" y="452785"/>
              <a:ext cx="3240" cy="43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B661FB1-C805-4BC8-B565-F73A5BE5AB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92589" y="417145"/>
                <a:ext cx="3888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A4E54B2-D9AC-419E-8371-0C650FCFAAC8}"/>
                  </a:ext>
                </a:extLst>
              </p14:cNvPr>
              <p14:cNvContentPartPr/>
              <p14:nvPr/>
            </p14:nvContentPartPr>
            <p14:xfrm>
              <a:off x="822429" y="1010425"/>
              <a:ext cx="1544400" cy="493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A4E54B2-D9AC-419E-8371-0C650FCFAA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4789" y="974785"/>
                <a:ext cx="15800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FE119DC3-E4D8-450F-BDE6-081AE702EA7B}"/>
                  </a:ext>
                </a:extLst>
              </p14:cNvPr>
              <p14:cNvContentPartPr/>
              <p14:nvPr/>
            </p14:nvContentPartPr>
            <p14:xfrm>
              <a:off x="2525229" y="557905"/>
              <a:ext cx="1440" cy="50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FE119DC3-E4D8-450F-BDE6-081AE702EA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7229" y="522265"/>
                <a:ext cx="370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D8FD885-0822-48F4-BB38-C3D349F96A86}"/>
                  </a:ext>
                </a:extLst>
              </p14:cNvPr>
              <p14:cNvContentPartPr/>
              <p14:nvPr/>
            </p14:nvContentPartPr>
            <p14:xfrm>
              <a:off x="2572749" y="779305"/>
              <a:ext cx="2520" cy="54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D8FD885-0822-48F4-BB38-C3D349F96A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54749" y="743665"/>
                <a:ext cx="38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0C7404C-2057-4334-B3D7-C570638278F7}"/>
                  </a:ext>
                </a:extLst>
              </p14:cNvPr>
              <p14:cNvContentPartPr/>
              <p14:nvPr/>
            </p14:nvContentPartPr>
            <p14:xfrm>
              <a:off x="870669" y="1424065"/>
              <a:ext cx="360360" cy="90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0C7404C-2057-4334-B3D7-C570638278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2669" y="1406425"/>
                <a:ext cx="3960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55CA673-A977-4BED-9785-AD2B757594B7}"/>
                  </a:ext>
                </a:extLst>
              </p14:cNvPr>
              <p14:cNvContentPartPr/>
              <p14:nvPr/>
            </p14:nvContentPartPr>
            <p14:xfrm>
              <a:off x="7122429" y="1073065"/>
              <a:ext cx="531720" cy="1425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55CA673-A977-4BED-9785-AD2B757594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04429" y="1055425"/>
                <a:ext cx="5673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A0A9BEF7-0AA7-4C71-9D88-98327789B24C}"/>
                  </a:ext>
                </a:extLst>
              </p14:cNvPr>
              <p14:cNvContentPartPr/>
              <p14:nvPr/>
            </p14:nvContentPartPr>
            <p14:xfrm>
              <a:off x="5580909" y="1150465"/>
              <a:ext cx="938160" cy="1324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A0A9BEF7-0AA7-4C71-9D88-98327789B24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63269" y="1132514"/>
                <a:ext cx="973800" cy="168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95B3FFE-DDCD-4058-ADA0-61F2A7F17441}"/>
                  </a:ext>
                </a:extLst>
              </p14:cNvPr>
              <p14:cNvContentPartPr/>
              <p14:nvPr/>
            </p14:nvContentPartPr>
            <p14:xfrm>
              <a:off x="4177989" y="1060105"/>
              <a:ext cx="1033560" cy="308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95B3FFE-DDCD-4058-ADA0-61F2A7F1744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59983" y="1042444"/>
                <a:ext cx="1069212" cy="344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2BD08FE-6EF6-465C-9E81-D01F9CFFA6BC}"/>
                  </a:ext>
                </a:extLst>
              </p14:cNvPr>
              <p14:cNvContentPartPr/>
              <p14:nvPr/>
            </p14:nvContentPartPr>
            <p14:xfrm>
              <a:off x="4061349" y="1608745"/>
              <a:ext cx="340200" cy="2476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2BD08FE-6EF6-465C-9E81-D01F9CFFA6B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3709" y="1590745"/>
                <a:ext cx="3758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BF657F5B-AAF9-4369-B730-58189CF9586A}"/>
                  </a:ext>
                </a:extLst>
              </p14:cNvPr>
              <p14:cNvContentPartPr/>
              <p14:nvPr/>
            </p14:nvContentPartPr>
            <p14:xfrm>
              <a:off x="4908789" y="1648705"/>
              <a:ext cx="933120" cy="1573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BF657F5B-AAF9-4369-B730-58189CF9586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90789" y="1631065"/>
                <a:ext cx="9687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49B40F9-B530-4C0F-B8AA-0828DB60FD28}"/>
                  </a:ext>
                </a:extLst>
              </p14:cNvPr>
              <p14:cNvContentPartPr/>
              <p14:nvPr/>
            </p14:nvContentPartPr>
            <p14:xfrm>
              <a:off x="1602189" y="1053985"/>
              <a:ext cx="2007720" cy="11379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49B40F9-B530-4C0F-B8AA-0828DB60FD2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84186" y="1036345"/>
                <a:ext cx="2043366" cy="11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D0D5D62-1A6C-443B-8ACF-A339C5786326}"/>
                  </a:ext>
                </a:extLst>
              </p14:cNvPr>
              <p14:cNvContentPartPr/>
              <p14:nvPr/>
            </p14:nvContentPartPr>
            <p14:xfrm>
              <a:off x="7601589" y="1635745"/>
              <a:ext cx="334080" cy="2023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D0D5D62-1A6C-443B-8ACF-A339C57863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83589" y="1618105"/>
                <a:ext cx="3697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B88D1571-179A-4D9B-A6DA-059FEE5EDB17}"/>
                  </a:ext>
                </a:extLst>
              </p14:cNvPr>
              <p14:cNvContentPartPr/>
              <p14:nvPr/>
            </p14:nvContentPartPr>
            <p14:xfrm>
              <a:off x="7632549" y="1919785"/>
              <a:ext cx="393840" cy="100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B88D1571-179A-4D9B-A6DA-059FEE5EDB1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14549" y="1901785"/>
                <a:ext cx="4294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5160C93A-CD41-4702-B106-ED9B85818CAB}"/>
                  </a:ext>
                </a:extLst>
              </p14:cNvPr>
              <p14:cNvContentPartPr/>
              <p14:nvPr/>
            </p14:nvContentPartPr>
            <p14:xfrm>
              <a:off x="7068429" y="1616665"/>
              <a:ext cx="325440" cy="3571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5160C93A-CD41-4702-B106-ED9B85818CA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50429" y="1598665"/>
                <a:ext cx="3610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53BAF993-02A7-4068-8056-E6AE3543A817}"/>
                  </a:ext>
                </a:extLst>
              </p14:cNvPr>
              <p14:cNvContentPartPr/>
              <p14:nvPr/>
            </p14:nvContentPartPr>
            <p14:xfrm>
              <a:off x="8200269" y="719905"/>
              <a:ext cx="3866040" cy="1235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53BAF993-02A7-4068-8056-E6AE3543A81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82629" y="702265"/>
                <a:ext cx="3901680" cy="12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52B54EE1-9B66-4B45-B32D-B8ED2ED4EBCC}"/>
                  </a:ext>
                </a:extLst>
              </p14:cNvPr>
              <p14:cNvContentPartPr/>
              <p14:nvPr/>
            </p14:nvContentPartPr>
            <p14:xfrm>
              <a:off x="6044229" y="1680745"/>
              <a:ext cx="34560" cy="230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52B54EE1-9B66-4B45-B32D-B8ED2ED4EBC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26589" y="1662745"/>
                <a:ext cx="702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05846A43-4BFD-4B63-B409-151DE4CDD829}"/>
                  </a:ext>
                </a:extLst>
              </p14:cNvPr>
              <p14:cNvContentPartPr/>
              <p14:nvPr/>
            </p14:nvContentPartPr>
            <p14:xfrm>
              <a:off x="6068349" y="1864705"/>
              <a:ext cx="19800" cy="306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05846A43-4BFD-4B63-B409-151DE4CDD82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050709" y="1846705"/>
                <a:ext cx="554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246C1B0D-3A0C-4683-9A01-BCEAB2C89492}"/>
                  </a:ext>
                </a:extLst>
              </p14:cNvPr>
              <p14:cNvContentPartPr/>
              <p14:nvPr/>
            </p14:nvContentPartPr>
            <p14:xfrm>
              <a:off x="899829" y="2663905"/>
              <a:ext cx="389520" cy="219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246C1B0D-3A0C-4683-9A01-BCEAB2C8949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1829" y="2645905"/>
                <a:ext cx="4251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8F957275-DD8F-4A59-AFB7-CA23326B0CD9}"/>
                  </a:ext>
                </a:extLst>
              </p14:cNvPr>
              <p14:cNvContentPartPr/>
              <p14:nvPr/>
            </p14:nvContentPartPr>
            <p14:xfrm>
              <a:off x="4144509" y="2385265"/>
              <a:ext cx="298080" cy="2743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8F957275-DD8F-4A59-AFB7-CA23326B0CD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26869" y="2367265"/>
                <a:ext cx="33372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3DB3F3A2-B67B-47B0-9547-57805766036A}"/>
                  </a:ext>
                </a:extLst>
              </p14:cNvPr>
              <p14:cNvContentPartPr/>
              <p14:nvPr/>
            </p14:nvContentPartPr>
            <p14:xfrm>
              <a:off x="9475749" y="2324785"/>
              <a:ext cx="165600" cy="1404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3DB3F3A2-B67B-47B0-9547-57805766036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57749" y="2307145"/>
                <a:ext cx="2012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DC2FBB3E-FE18-4742-A643-E35F99D5EBFC}"/>
                  </a:ext>
                </a:extLst>
              </p14:cNvPr>
              <p14:cNvContentPartPr/>
              <p14:nvPr/>
            </p14:nvContentPartPr>
            <p14:xfrm>
              <a:off x="11116989" y="2199145"/>
              <a:ext cx="504720" cy="2350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DC2FBB3E-FE18-4742-A643-E35F99D5EB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098989" y="2181145"/>
                <a:ext cx="5403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1592CC7E-40B9-4444-8CC8-281D0BFDB8B1}"/>
                  </a:ext>
                </a:extLst>
              </p14:cNvPr>
              <p14:cNvContentPartPr/>
              <p14:nvPr/>
            </p14:nvContentPartPr>
            <p14:xfrm>
              <a:off x="9995589" y="2203825"/>
              <a:ext cx="851400" cy="2559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1592CC7E-40B9-4444-8CC8-281D0BFDB8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77942" y="2185800"/>
                <a:ext cx="887055" cy="291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7DD0097-7BCB-4719-9E5D-99D56AB1C26D}"/>
                  </a:ext>
                </a:extLst>
              </p14:cNvPr>
              <p14:cNvContentPartPr/>
              <p14:nvPr/>
            </p14:nvContentPartPr>
            <p14:xfrm>
              <a:off x="1680669" y="2342425"/>
              <a:ext cx="1879200" cy="954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7DD0097-7BCB-4719-9E5D-99D56AB1C2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62672" y="2324785"/>
                <a:ext cx="1914833" cy="9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4E226165-A265-4A72-9BD2-EC1CBCEB9D95}"/>
                  </a:ext>
                </a:extLst>
              </p14:cNvPr>
              <p14:cNvContentPartPr/>
              <p14:nvPr/>
            </p14:nvContentPartPr>
            <p14:xfrm>
              <a:off x="4066389" y="3257905"/>
              <a:ext cx="9720" cy="2700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4E226165-A265-4A72-9BD2-EC1CBCEB9D9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48749" y="3222265"/>
                <a:ext cx="453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1078146C-7E59-497A-A645-998C0B42F218}"/>
                  </a:ext>
                </a:extLst>
              </p14:cNvPr>
              <p14:cNvContentPartPr/>
              <p14:nvPr/>
            </p14:nvContentPartPr>
            <p14:xfrm>
              <a:off x="4071069" y="3252865"/>
              <a:ext cx="220320" cy="2840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1078146C-7E59-497A-A645-998C0B42F21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53069" y="3217225"/>
                <a:ext cx="25596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879AEF7-FEAD-4505-B078-0EC713D1D022}"/>
                  </a:ext>
                </a:extLst>
              </p14:cNvPr>
              <p14:cNvContentPartPr/>
              <p14:nvPr/>
            </p14:nvContentPartPr>
            <p14:xfrm>
              <a:off x="4335669" y="3360145"/>
              <a:ext cx="191520" cy="8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879AEF7-FEAD-4505-B078-0EC713D1D02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18029" y="3324505"/>
                <a:ext cx="227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B91268A7-85E5-43EE-AB6F-FAC390800E19}"/>
                  </a:ext>
                </a:extLst>
              </p14:cNvPr>
              <p14:cNvContentPartPr/>
              <p14:nvPr/>
            </p14:nvContentPartPr>
            <p14:xfrm>
              <a:off x="4388949" y="3450505"/>
              <a:ext cx="194760" cy="115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B91268A7-85E5-43EE-AB6F-FAC390800E1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70949" y="3414505"/>
                <a:ext cx="2304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3B5AAF06-B604-4A1F-80EC-44F06C339F2E}"/>
                  </a:ext>
                </a:extLst>
              </p14:cNvPr>
              <p14:cNvContentPartPr/>
              <p14:nvPr/>
            </p14:nvContentPartPr>
            <p14:xfrm>
              <a:off x="4832829" y="3274465"/>
              <a:ext cx="23400" cy="2624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3B5AAF06-B604-4A1F-80EC-44F06C339F2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14829" y="3238465"/>
                <a:ext cx="590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4C6DEE32-9356-4A4F-A72F-567C38C548A7}"/>
                  </a:ext>
                </a:extLst>
              </p14:cNvPr>
              <p14:cNvContentPartPr/>
              <p14:nvPr/>
            </p14:nvContentPartPr>
            <p14:xfrm>
              <a:off x="4932549" y="3308665"/>
              <a:ext cx="224280" cy="2282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4C6DEE32-9356-4A4F-A72F-567C38C548A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14909" y="3273025"/>
                <a:ext cx="2599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E91CC876-A312-4214-A702-28700D03797A}"/>
                  </a:ext>
                </a:extLst>
              </p14:cNvPr>
              <p14:cNvContentPartPr/>
              <p14:nvPr/>
            </p14:nvContentPartPr>
            <p14:xfrm>
              <a:off x="5351589" y="3479305"/>
              <a:ext cx="29160" cy="1810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E91CC876-A312-4214-A702-28700D03797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33589" y="3443305"/>
                <a:ext cx="648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0C2F6EAB-C8F2-4D36-857F-CFC5C83F7C19}"/>
                  </a:ext>
                </a:extLst>
              </p14:cNvPr>
              <p14:cNvContentPartPr/>
              <p14:nvPr/>
            </p14:nvContentPartPr>
            <p14:xfrm>
              <a:off x="5482629" y="3508105"/>
              <a:ext cx="117720" cy="1130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0C2F6EAB-C8F2-4D36-857F-CFC5C83F7C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464989" y="3472465"/>
                <a:ext cx="1533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952A46D8-5F91-4907-AA00-BCBD5433FA4A}"/>
                  </a:ext>
                </a:extLst>
              </p14:cNvPr>
              <p14:cNvContentPartPr/>
              <p14:nvPr/>
            </p14:nvContentPartPr>
            <p14:xfrm>
              <a:off x="5899869" y="3315505"/>
              <a:ext cx="167040" cy="36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952A46D8-5F91-4907-AA00-BCBD5433FA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82229" y="3279865"/>
                <a:ext cx="202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FDF780FE-D6E9-49EF-A880-CD88EC5AD90D}"/>
                  </a:ext>
                </a:extLst>
              </p14:cNvPr>
              <p14:cNvContentPartPr/>
              <p14:nvPr/>
            </p14:nvContentPartPr>
            <p14:xfrm>
              <a:off x="5928669" y="3402265"/>
              <a:ext cx="218880" cy="147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FDF780FE-D6E9-49EF-A880-CD88EC5AD90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11029" y="3366265"/>
                <a:ext cx="2545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6BCFC1BB-D939-4DC8-85E0-B07A1A7D129B}"/>
                  </a:ext>
                </a:extLst>
              </p14:cNvPr>
              <p14:cNvContentPartPr/>
              <p14:nvPr/>
            </p14:nvContentPartPr>
            <p14:xfrm>
              <a:off x="6539949" y="3207505"/>
              <a:ext cx="38160" cy="2750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6BCFC1BB-D939-4DC8-85E0-B07A1A7D129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21949" y="3171505"/>
                <a:ext cx="738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F8BF07BE-2B22-44A6-96EC-D7FE16FADF3C}"/>
                  </a:ext>
                </a:extLst>
              </p14:cNvPr>
              <p14:cNvContentPartPr/>
              <p14:nvPr/>
            </p14:nvContentPartPr>
            <p14:xfrm>
              <a:off x="6751629" y="3181945"/>
              <a:ext cx="37800" cy="2516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F8BF07BE-2B22-44A6-96EC-D7FE16FADF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33989" y="3146305"/>
                <a:ext cx="734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95C1609A-A673-41E6-90C3-582A8CFAA661}"/>
                  </a:ext>
                </a:extLst>
              </p14:cNvPr>
              <p14:cNvContentPartPr/>
              <p14:nvPr/>
            </p14:nvContentPartPr>
            <p14:xfrm>
              <a:off x="6974109" y="3200305"/>
              <a:ext cx="237600" cy="2250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95C1609A-A673-41E6-90C3-582A8CFAA66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56469" y="3164305"/>
                <a:ext cx="27324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3787FF6-7BFA-4600-8D91-31982326918B}"/>
                  </a:ext>
                </a:extLst>
              </p14:cNvPr>
              <p14:cNvContentPartPr/>
              <p14:nvPr/>
            </p14:nvContentPartPr>
            <p14:xfrm>
              <a:off x="7324389" y="3222625"/>
              <a:ext cx="237600" cy="1717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3787FF6-7BFA-4600-8D91-31982326918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306749" y="3186985"/>
                <a:ext cx="2732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3076306A-ECDC-48F5-BCA1-73F094780D23}"/>
                  </a:ext>
                </a:extLst>
              </p14:cNvPr>
              <p14:cNvContentPartPr/>
              <p14:nvPr/>
            </p14:nvContentPartPr>
            <p14:xfrm>
              <a:off x="6457869" y="3200305"/>
              <a:ext cx="97200" cy="101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3076306A-ECDC-48F5-BCA1-73F094780D2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439869" y="3164305"/>
                <a:ext cx="1328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018E594A-2B79-4CCB-894B-5B93A13BA437}"/>
                  </a:ext>
                </a:extLst>
              </p14:cNvPr>
              <p14:cNvContentPartPr/>
              <p14:nvPr/>
            </p14:nvContentPartPr>
            <p14:xfrm>
              <a:off x="6679629" y="3200305"/>
              <a:ext cx="72360" cy="712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018E594A-2B79-4CCB-894B-5B93A13BA43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61989" y="3164305"/>
                <a:ext cx="1080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A9FC507E-BC71-4F51-BE28-B5AB378FEEB2}"/>
                  </a:ext>
                </a:extLst>
              </p14:cNvPr>
              <p14:cNvContentPartPr/>
              <p14:nvPr/>
            </p14:nvContentPartPr>
            <p14:xfrm>
              <a:off x="6746949" y="3209665"/>
              <a:ext cx="10440" cy="2178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A9FC507E-BC71-4F51-BE28-B5AB378FEEB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728949" y="3173665"/>
                <a:ext cx="460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375B248E-823A-4248-A562-00E6F89B9E55}"/>
                  </a:ext>
                </a:extLst>
              </p14:cNvPr>
              <p14:cNvContentPartPr/>
              <p14:nvPr/>
            </p14:nvContentPartPr>
            <p14:xfrm>
              <a:off x="6746949" y="3426385"/>
              <a:ext cx="41760" cy="468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375B248E-823A-4248-A562-00E6F89B9E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28949" y="3390745"/>
                <a:ext cx="774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72DE9817-80A8-46CB-A4AE-C3DF54D35FE7}"/>
                  </a:ext>
                </a:extLst>
              </p14:cNvPr>
              <p14:cNvContentPartPr/>
              <p14:nvPr/>
            </p14:nvContentPartPr>
            <p14:xfrm>
              <a:off x="6546069" y="3250705"/>
              <a:ext cx="29160" cy="2343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72DE9817-80A8-46CB-A4AE-C3DF54D35FE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28069" y="3215065"/>
                <a:ext cx="648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BC1B1D5C-2368-4609-9045-6785CC8564DF}"/>
                  </a:ext>
                </a:extLst>
              </p14:cNvPr>
              <p14:cNvContentPartPr/>
              <p14:nvPr/>
            </p14:nvContentPartPr>
            <p14:xfrm>
              <a:off x="6520509" y="3493705"/>
              <a:ext cx="99360" cy="504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BC1B1D5C-2368-4609-9045-6785CC8564D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02869" y="3458065"/>
                <a:ext cx="1350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073E70FC-2358-4131-98A5-C84C30B783EE}"/>
                  </a:ext>
                </a:extLst>
              </p14:cNvPr>
              <p14:cNvContentPartPr/>
              <p14:nvPr/>
            </p14:nvContentPartPr>
            <p14:xfrm>
              <a:off x="6767469" y="3470305"/>
              <a:ext cx="48600" cy="190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073E70FC-2358-4131-98A5-C84C30B783E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749829" y="3434665"/>
                <a:ext cx="842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C871FB1B-3145-4016-BC86-35018284E169}"/>
                  </a:ext>
                </a:extLst>
              </p14:cNvPr>
              <p14:cNvContentPartPr/>
              <p14:nvPr/>
            </p14:nvContentPartPr>
            <p14:xfrm>
              <a:off x="4928229" y="2347105"/>
              <a:ext cx="1614960" cy="7999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C871FB1B-3145-4016-BC86-35018284E16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910229" y="2329105"/>
                <a:ext cx="1650600" cy="8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77C258E3-7DD8-4F46-8118-84678E4F3462}"/>
                  </a:ext>
                </a:extLst>
              </p14:cNvPr>
              <p14:cNvContentPartPr/>
              <p14:nvPr/>
            </p14:nvContentPartPr>
            <p14:xfrm>
              <a:off x="6669189" y="2205265"/>
              <a:ext cx="2684880" cy="94248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77C258E3-7DD8-4F46-8118-84678E4F346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651547" y="2187258"/>
                <a:ext cx="2720525" cy="978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2932B29-4B23-40F9-9887-25DD485A5489}"/>
                  </a:ext>
                </a:extLst>
              </p14:cNvPr>
              <p14:cNvContentPartPr/>
              <p14:nvPr/>
            </p14:nvContentPartPr>
            <p14:xfrm>
              <a:off x="990909" y="4215505"/>
              <a:ext cx="326880" cy="194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2932B29-4B23-40F9-9887-25DD485A548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73269" y="4197865"/>
                <a:ext cx="3625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19DF5800-053B-488B-AE6B-5B891EF78076}"/>
                  </a:ext>
                </a:extLst>
              </p14:cNvPr>
              <p14:cNvContentPartPr/>
              <p14:nvPr/>
            </p14:nvContentPartPr>
            <p14:xfrm>
              <a:off x="3980709" y="3836425"/>
              <a:ext cx="1284840" cy="38772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19DF5800-053B-488B-AE6B-5B891EF7807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962709" y="3818425"/>
                <a:ext cx="132048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07390EA0-99C2-46B8-8449-0D1472196DE3}"/>
                  </a:ext>
                </a:extLst>
              </p14:cNvPr>
              <p14:cNvContentPartPr/>
              <p14:nvPr/>
            </p14:nvContentPartPr>
            <p14:xfrm>
              <a:off x="1785429" y="3893305"/>
              <a:ext cx="1762200" cy="35640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07390EA0-99C2-46B8-8449-0D1472196DE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67429" y="3875665"/>
                <a:ext cx="17978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967FD729-E7DF-41B7-A332-A72872EBF200}"/>
                  </a:ext>
                </a:extLst>
              </p14:cNvPr>
              <p14:cNvContentPartPr/>
              <p14:nvPr/>
            </p14:nvContentPartPr>
            <p14:xfrm>
              <a:off x="5684229" y="3995905"/>
              <a:ext cx="438120" cy="146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967FD729-E7DF-41B7-A332-A72872EBF20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66229" y="3978265"/>
                <a:ext cx="4737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3697D737-1CE2-46E3-9D2F-A175DA37322F}"/>
                  </a:ext>
                </a:extLst>
              </p14:cNvPr>
              <p14:cNvContentPartPr/>
              <p14:nvPr/>
            </p14:nvContentPartPr>
            <p14:xfrm>
              <a:off x="6549309" y="3748945"/>
              <a:ext cx="1445760" cy="3517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3697D737-1CE2-46E3-9D2F-A175DA37322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31665" y="3730945"/>
                <a:ext cx="1481409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EF3E03A4-C148-49BF-9386-4D38A44D9400}"/>
                  </a:ext>
                </a:extLst>
              </p14:cNvPr>
              <p14:cNvContentPartPr/>
              <p14:nvPr/>
            </p14:nvContentPartPr>
            <p14:xfrm>
              <a:off x="9995589" y="3568945"/>
              <a:ext cx="315000" cy="3351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EF3E03A4-C148-49BF-9386-4D38A44D940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977949" y="3551305"/>
                <a:ext cx="3506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AAAF626F-AF35-4918-A4D6-8DC5055B2380}"/>
                  </a:ext>
                </a:extLst>
              </p14:cNvPr>
              <p14:cNvContentPartPr/>
              <p14:nvPr/>
            </p14:nvContentPartPr>
            <p14:xfrm>
              <a:off x="10822869" y="3616105"/>
              <a:ext cx="892800" cy="2905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AAAF626F-AF35-4918-A4D6-8DC5055B238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804869" y="3598105"/>
                <a:ext cx="9284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1D30C6D2-961A-4F2E-A6AE-A5D7798B72E7}"/>
                  </a:ext>
                </a:extLst>
              </p14:cNvPr>
              <p14:cNvContentPartPr/>
              <p14:nvPr/>
            </p14:nvContentPartPr>
            <p14:xfrm>
              <a:off x="8499069" y="3636985"/>
              <a:ext cx="1032120" cy="52452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1D30C6D2-961A-4F2E-A6AE-A5D7798B72E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81069" y="3618985"/>
                <a:ext cx="106776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C09CF4F8-F93F-41EC-B0F1-2CA8912E98E9}"/>
                  </a:ext>
                </a:extLst>
              </p14:cNvPr>
              <p14:cNvContentPartPr/>
              <p14:nvPr/>
            </p14:nvContentPartPr>
            <p14:xfrm>
              <a:off x="4860189" y="4461385"/>
              <a:ext cx="199080" cy="23184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C09CF4F8-F93F-41EC-B0F1-2CA8912E98E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42549" y="4443745"/>
                <a:ext cx="2347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80728D26-EF34-48E7-ADBA-0E9CA696AB81}"/>
                  </a:ext>
                </a:extLst>
              </p14:cNvPr>
              <p14:cNvContentPartPr/>
              <p14:nvPr/>
            </p14:nvContentPartPr>
            <p14:xfrm>
              <a:off x="3855069" y="4562185"/>
              <a:ext cx="546840" cy="12780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80728D26-EF34-48E7-ADBA-0E9CA696AB8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837081" y="4544545"/>
                <a:ext cx="582457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6DB803C3-3D63-471F-8C64-1272B1FB7681}"/>
                  </a:ext>
                </a:extLst>
              </p14:cNvPr>
              <p14:cNvContentPartPr/>
              <p14:nvPr/>
            </p14:nvContentPartPr>
            <p14:xfrm>
              <a:off x="2483109" y="4429705"/>
              <a:ext cx="1000800" cy="2851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6DB803C3-3D63-471F-8C64-1272B1FB768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65115" y="4412043"/>
                <a:ext cx="1036427" cy="3208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C8CA1A4A-6EED-41C3-A6B3-674053EADC96}"/>
                  </a:ext>
                </a:extLst>
              </p14:cNvPr>
              <p14:cNvContentPartPr/>
              <p14:nvPr/>
            </p14:nvContentPartPr>
            <p14:xfrm>
              <a:off x="6159789" y="4369585"/>
              <a:ext cx="1476360" cy="25200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C8CA1A4A-6EED-41C3-A6B3-674053EADC9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1793" y="4351585"/>
                <a:ext cx="1511991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953167BF-2E56-4320-B9B7-2477AFBEECC2}"/>
                  </a:ext>
                </a:extLst>
              </p14:cNvPr>
              <p14:cNvContentPartPr/>
              <p14:nvPr/>
            </p14:nvContentPartPr>
            <p14:xfrm>
              <a:off x="5327469" y="4451305"/>
              <a:ext cx="347760" cy="1854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953167BF-2E56-4320-B9B7-2477AFBEECC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309469" y="4433270"/>
                <a:ext cx="383400" cy="221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EC37BE3E-631E-4E09-B689-BEAE51B9A8C4}"/>
                  </a:ext>
                </a:extLst>
              </p14:cNvPr>
              <p14:cNvContentPartPr/>
              <p14:nvPr/>
            </p14:nvContentPartPr>
            <p14:xfrm>
              <a:off x="9119709" y="4292545"/>
              <a:ext cx="309240" cy="21492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EC37BE3E-631E-4E09-B689-BEAE51B9A8C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101709" y="4274905"/>
                <a:ext cx="3448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F3D0CF54-03E2-45F5-A028-0BA3EB4B4D83}"/>
                  </a:ext>
                </a:extLst>
              </p14:cNvPr>
              <p14:cNvContentPartPr/>
              <p14:nvPr/>
            </p14:nvContentPartPr>
            <p14:xfrm>
              <a:off x="8074989" y="4223065"/>
              <a:ext cx="640080" cy="29700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F3D0CF54-03E2-45F5-A028-0BA3EB4B4D8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057349" y="4205425"/>
                <a:ext cx="6757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CF02F87F-49BB-4855-9DDB-65AF8A84F203}"/>
                  </a:ext>
                </a:extLst>
              </p14:cNvPr>
              <p14:cNvContentPartPr/>
              <p14:nvPr/>
            </p14:nvContentPartPr>
            <p14:xfrm>
              <a:off x="9802989" y="4307305"/>
              <a:ext cx="467280" cy="20556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CF02F87F-49BB-4855-9DDB-65AF8A84F20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785335" y="4289305"/>
                <a:ext cx="502947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65E3ADA7-7668-4AD2-9CC2-A25CF9917ED4}"/>
                  </a:ext>
                </a:extLst>
              </p14:cNvPr>
              <p14:cNvContentPartPr/>
              <p14:nvPr/>
            </p14:nvContentPartPr>
            <p14:xfrm>
              <a:off x="10462509" y="4124785"/>
              <a:ext cx="1067040" cy="45360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65E3ADA7-7668-4AD2-9CC2-A25CF9917ED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444509" y="4106785"/>
                <a:ext cx="110268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5F3E1215-E859-4327-9140-C3179D4F7857}"/>
                  </a:ext>
                </a:extLst>
              </p14:cNvPr>
              <p14:cNvContentPartPr/>
              <p14:nvPr/>
            </p14:nvContentPartPr>
            <p14:xfrm>
              <a:off x="6173829" y="4692145"/>
              <a:ext cx="995400" cy="28404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5F3E1215-E859-4327-9140-C3179D4F785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56183" y="4674145"/>
                <a:ext cx="1031053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61209C8A-F6F5-411A-AE2C-EB9B284D3E5C}"/>
                  </a:ext>
                </a:extLst>
              </p14:cNvPr>
              <p14:cNvContentPartPr/>
              <p14:nvPr/>
            </p14:nvContentPartPr>
            <p14:xfrm>
              <a:off x="4951989" y="4876825"/>
              <a:ext cx="649440" cy="42660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61209C8A-F6F5-411A-AE2C-EB9B284D3E5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933989" y="4859185"/>
                <a:ext cx="68508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BA929660-1896-4042-ACBC-6C2155EBD6E1}"/>
                  </a:ext>
                </a:extLst>
              </p14:cNvPr>
              <p14:cNvContentPartPr/>
              <p14:nvPr/>
            </p14:nvContentPartPr>
            <p14:xfrm>
              <a:off x="2704509" y="4797625"/>
              <a:ext cx="1653480" cy="5112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BA929660-1896-4042-ACBC-6C2155EBD6E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686509" y="4779985"/>
                <a:ext cx="168912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5FD36900-2A1A-41EB-AAF1-FC510F48B564}"/>
                  </a:ext>
                </a:extLst>
              </p14:cNvPr>
              <p14:cNvContentPartPr/>
              <p14:nvPr/>
            </p14:nvContentPartPr>
            <p14:xfrm>
              <a:off x="2160909" y="5625625"/>
              <a:ext cx="24120" cy="28404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5FD36900-2A1A-41EB-AAF1-FC510F48B5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143269" y="5589985"/>
                <a:ext cx="5976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F4E42A46-5F3A-4084-AA4F-584633DA7B5E}"/>
                  </a:ext>
                </a:extLst>
              </p14:cNvPr>
              <p14:cNvContentPartPr/>
              <p14:nvPr/>
            </p14:nvContentPartPr>
            <p14:xfrm>
              <a:off x="2119149" y="5649745"/>
              <a:ext cx="241920" cy="31752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F4E42A46-5F3A-4084-AA4F-584633DA7B5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101509" y="5613745"/>
                <a:ext cx="2775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6CC6CD16-FA57-48BD-A8FE-9E6C50C9D839}"/>
                  </a:ext>
                </a:extLst>
              </p14:cNvPr>
              <p14:cNvContentPartPr/>
              <p14:nvPr/>
            </p14:nvContentPartPr>
            <p14:xfrm>
              <a:off x="2425149" y="5746225"/>
              <a:ext cx="215640" cy="1260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6CC6CD16-FA57-48BD-A8FE-9E6C50C9D83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407149" y="5710225"/>
                <a:ext cx="2512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01CC94FD-AC3D-4ADA-9016-FFB810D754E6}"/>
                  </a:ext>
                </a:extLst>
              </p14:cNvPr>
              <p14:cNvContentPartPr/>
              <p14:nvPr/>
            </p14:nvContentPartPr>
            <p14:xfrm>
              <a:off x="2454309" y="5844505"/>
              <a:ext cx="254520" cy="1800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01CC94FD-AC3D-4ADA-9016-FFB810D754E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436309" y="5808505"/>
                <a:ext cx="2901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60885F36-C78D-4141-A910-FF1B012A167B}"/>
                  </a:ext>
                </a:extLst>
              </p14:cNvPr>
              <p14:cNvContentPartPr/>
              <p14:nvPr/>
            </p14:nvContentPartPr>
            <p14:xfrm>
              <a:off x="2892069" y="5635705"/>
              <a:ext cx="48240" cy="30312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60885F36-C78D-4141-A910-FF1B012A167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874429" y="5600065"/>
                <a:ext cx="838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E1FD2AFC-3DB6-4FED-A046-A7A61293040E}"/>
                  </a:ext>
                </a:extLst>
              </p14:cNvPr>
              <p14:cNvContentPartPr/>
              <p14:nvPr/>
            </p14:nvContentPartPr>
            <p14:xfrm>
              <a:off x="3190509" y="5619505"/>
              <a:ext cx="104040" cy="29736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E1FD2AFC-3DB6-4FED-A046-A7A61293040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72509" y="5583865"/>
                <a:ext cx="1396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51CE57CF-859B-4F98-A676-10BEFA2B40DD}"/>
                  </a:ext>
                </a:extLst>
              </p14:cNvPr>
              <p14:cNvContentPartPr/>
              <p14:nvPr/>
            </p14:nvContentPartPr>
            <p14:xfrm>
              <a:off x="3553749" y="5673145"/>
              <a:ext cx="179640" cy="18648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51CE57CF-859B-4F98-A676-10BEFA2B40D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536109" y="5637145"/>
                <a:ext cx="2152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1246E25B-E697-495B-9521-727523D6BAFA}"/>
                  </a:ext>
                </a:extLst>
              </p14:cNvPr>
              <p14:cNvContentPartPr/>
              <p14:nvPr/>
            </p14:nvContentPartPr>
            <p14:xfrm>
              <a:off x="3854709" y="5647225"/>
              <a:ext cx="261360" cy="20916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1246E25B-E697-495B-9521-727523D6BAF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36709" y="5611585"/>
                <a:ext cx="2970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90D5AA31-AD39-4221-9B68-101AD0F438E0}"/>
                  </a:ext>
                </a:extLst>
              </p14:cNvPr>
              <p14:cNvContentPartPr/>
              <p14:nvPr/>
            </p14:nvContentPartPr>
            <p14:xfrm>
              <a:off x="5928669" y="5654785"/>
              <a:ext cx="297360" cy="1476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90D5AA31-AD39-4221-9B68-101AD0F438E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911029" y="5618785"/>
                <a:ext cx="333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BD494ECE-19D4-4677-AC74-A3BBD20F07D1}"/>
                  </a:ext>
                </a:extLst>
              </p14:cNvPr>
              <p14:cNvContentPartPr/>
              <p14:nvPr/>
            </p14:nvContentPartPr>
            <p14:xfrm>
              <a:off x="5923989" y="5769265"/>
              <a:ext cx="347400" cy="1548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BD494ECE-19D4-4677-AC74-A3BBD20F07D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906349" y="5733265"/>
                <a:ext cx="3830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B8192908-E992-4397-AA4A-FB42A15F5412}"/>
                  </a:ext>
                </a:extLst>
              </p14:cNvPr>
              <p14:cNvContentPartPr/>
              <p14:nvPr/>
            </p14:nvContentPartPr>
            <p14:xfrm>
              <a:off x="6197229" y="5494225"/>
              <a:ext cx="313200" cy="44640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B8192908-E992-4397-AA4A-FB42A15F541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179229" y="5458585"/>
                <a:ext cx="34884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C8466515-F0D4-4916-B055-763DE9FCEA62}"/>
                  </a:ext>
                </a:extLst>
              </p14:cNvPr>
              <p14:cNvContentPartPr/>
              <p14:nvPr/>
            </p14:nvContentPartPr>
            <p14:xfrm>
              <a:off x="2568789" y="5524465"/>
              <a:ext cx="1030680" cy="111276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C8466515-F0D4-4916-B055-763DE9FCEA6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551149" y="5506825"/>
                <a:ext cx="1066320" cy="11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70E4E92D-7756-4926-8138-32A9E914C8A4}"/>
                  </a:ext>
                </a:extLst>
              </p14:cNvPr>
              <p14:cNvContentPartPr/>
              <p14:nvPr/>
            </p14:nvContentPartPr>
            <p14:xfrm>
              <a:off x="7358229" y="4877545"/>
              <a:ext cx="2530080" cy="124092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70E4E92D-7756-4926-8138-32A9E914C8A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340232" y="4859905"/>
                <a:ext cx="2565715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8305501C-7ACC-41AF-8DB6-15B8EC3A0B4F}"/>
                  </a:ext>
                </a:extLst>
              </p14:cNvPr>
              <p14:cNvContentPartPr/>
              <p14:nvPr/>
            </p14:nvContentPartPr>
            <p14:xfrm>
              <a:off x="11222829" y="6188665"/>
              <a:ext cx="127800" cy="36540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8305501C-7ACC-41AF-8DB6-15B8EC3A0B4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204829" y="6171025"/>
                <a:ext cx="16344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F4242124-810E-4BFB-8473-DD42731ACA1D}"/>
                  </a:ext>
                </a:extLst>
              </p14:cNvPr>
              <p14:cNvContentPartPr/>
              <p14:nvPr/>
            </p14:nvContentPartPr>
            <p14:xfrm>
              <a:off x="10565829" y="6203425"/>
              <a:ext cx="499320" cy="34632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F4242124-810E-4BFB-8473-DD42731ACA1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547829" y="6185425"/>
                <a:ext cx="53496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CFC2E0D0-CEE7-4965-ADC4-333D3DA143D7}"/>
                  </a:ext>
                </a:extLst>
              </p14:cNvPr>
              <p14:cNvContentPartPr/>
              <p14:nvPr/>
            </p14:nvContentPartPr>
            <p14:xfrm>
              <a:off x="10294389" y="5285425"/>
              <a:ext cx="1242360" cy="75960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CFC2E0D0-CEE7-4965-ADC4-333D3DA143D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276744" y="5267785"/>
                <a:ext cx="1278010" cy="795240"/>
              </a:xfrm>
              <a:prstGeom prst="rect">
                <a:avLst/>
              </a:prstGeom>
            </p:spPr>
          </p:pic>
        </mc:Fallback>
      </mc:AlternateContent>
      <p:sp>
        <p:nvSpPr>
          <p:cNvPr id="88" name="Dreptunghi 87">
            <a:extLst>
              <a:ext uri="{FF2B5EF4-FFF2-40B4-BE49-F238E27FC236}">
                <a16:creationId xmlns:a16="http://schemas.microsoft.com/office/drawing/2014/main" id="{C32704B4-8273-4A67-9764-90F84C602A55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3863959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76A35CF7-210F-4563-890C-8BFEEF3281DC}"/>
                  </a:ext>
                </a:extLst>
              </p14:cNvPr>
              <p14:cNvContentPartPr/>
              <p14:nvPr/>
            </p14:nvContentPartPr>
            <p14:xfrm>
              <a:off x="837160" y="1511624"/>
              <a:ext cx="360" cy="360"/>
            </p14:xfrm>
          </p:contentPart>
        </mc:Choice>
        <mc:Fallback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76A35CF7-210F-4563-890C-8BFEEF3281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160" y="147562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FD6F605-9A89-483C-88BB-10B99EBD25A9}"/>
                  </a:ext>
                </a:extLst>
              </p14:cNvPr>
              <p14:cNvContentPartPr/>
              <p14:nvPr/>
            </p14:nvContentPartPr>
            <p14:xfrm>
              <a:off x="736360" y="760664"/>
              <a:ext cx="33480" cy="323640"/>
            </p14:xfrm>
          </p:contentPart>
        </mc:Choice>
        <mc:Fallback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FD6F605-9A89-483C-88BB-10B99EBD25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8360" y="724704"/>
                <a:ext cx="69120" cy="3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049239B-CFA3-4F6A-8C08-74BE774E3F83}"/>
                  </a:ext>
                </a:extLst>
              </p14:cNvPr>
              <p14:cNvContentPartPr/>
              <p14:nvPr/>
            </p14:nvContentPartPr>
            <p14:xfrm>
              <a:off x="677320" y="661304"/>
              <a:ext cx="552600" cy="46152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049239B-CFA3-4F6A-8C08-74BE774E3F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320" y="625304"/>
                <a:ext cx="58824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A4435EA-291E-4F10-8343-9ACBAA0B79F6}"/>
                  </a:ext>
                </a:extLst>
              </p14:cNvPr>
              <p14:cNvContentPartPr/>
              <p14:nvPr/>
            </p14:nvContentPartPr>
            <p14:xfrm>
              <a:off x="1311640" y="602624"/>
              <a:ext cx="1144440" cy="883800"/>
            </p14:xfrm>
          </p:contentPart>
        </mc:Choice>
        <mc:Fallback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A4435EA-291E-4F10-8343-9ACBAA0B79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3640" y="566624"/>
                <a:ext cx="1180080" cy="9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96C5772-1FFB-4977-A846-042803F48065}"/>
                  </a:ext>
                </a:extLst>
              </p14:cNvPr>
              <p14:cNvContentPartPr/>
              <p14:nvPr/>
            </p14:nvContentPartPr>
            <p14:xfrm>
              <a:off x="2399200" y="787304"/>
              <a:ext cx="50760" cy="28440"/>
            </p14:xfrm>
          </p:contentPart>
        </mc:Choice>
        <mc:Fallback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96C5772-1FFB-4977-A846-042803F480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1071" y="751304"/>
                <a:ext cx="86655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3F6ACDD-FA13-4163-B813-9AF095478E4F}"/>
                  </a:ext>
                </a:extLst>
              </p14:cNvPr>
              <p14:cNvContentPartPr/>
              <p14:nvPr/>
            </p14:nvContentPartPr>
            <p14:xfrm>
              <a:off x="2920480" y="828704"/>
              <a:ext cx="339480" cy="293400"/>
            </p14:xfrm>
          </p:contentPart>
        </mc:Choice>
        <mc:Fallback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3F6ACDD-FA13-4163-B813-9AF095478E4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02461" y="792748"/>
                <a:ext cx="375158" cy="364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31CB771-31EB-49BF-8113-2E0B432E3613}"/>
                  </a:ext>
                </a:extLst>
              </p14:cNvPr>
              <p14:cNvContentPartPr/>
              <p14:nvPr/>
            </p14:nvContentPartPr>
            <p14:xfrm>
              <a:off x="3295600" y="736544"/>
              <a:ext cx="121320" cy="510480"/>
            </p14:xfrm>
          </p:contentPart>
        </mc:Choice>
        <mc:Fallback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31CB771-31EB-49BF-8113-2E0B432E36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77600" y="700519"/>
                <a:ext cx="156960" cy="582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4A85709-CA25-4450-97B2-FCB3C92ACBD4}"/>
                  </a:ext>
                </a:extLst>
              </p14:cNvPr>
              <p14:cNvContentPartPr/>
              <p14:nvPr/>
            </p14:nvContentPartPr>
            <p14:xfrm>
              <a:off x="3515920" y="905384"/>
              <a:ext cx="155880" cy="241920"/>
            </p14:xfrm>
          </p:contentPart>
        </mc:Choice>
        <mc:Fallback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4A85709-CA25-4450-97B2-FCB3C92ACBD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97920" y="869330"/>
                <a:ext cx="191520" cy="313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3044C68-FBDB-4834-9151-0797A1879D8A}"/>
                  </a:ext>
                </a:extLst>
              </p14:cNvPr>
              <p14:cNvContentPartPr/>
              <p14:nvPr/>
            </p14:nvContentPartPr>
            <p14:xfrm>
              <a:off x="3919120" y="852104"/>
              <a:ext cx="12960" cy="37080"/>
            </p14:xfrm>
          </p:contentPart>
        </mc:Choice>
        <mc:Fallback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3044C68-FBDB-4834-9151-0797A1879D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01120" y="816104"/>
                <a:ext cx="4860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720F27E-CB5A-4E61-B5BB-E11478D08F92}"/>
                  </a:ext>
                </a:extLst>
              </p14:cNvPr>
              <p14:cNvContentPartPr/>
              <p14:nvPr/>
            </p14:nvContentPartPr>
            <p14:xfrm>
              <a:off x="3902920" y="1097624"/>
              <a:ext cx="360" cy="7920"/>
            </p14:xfrm>
          </p:contentPart>
        </mc:Choice>
        <mc:Fallback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720F27E-CB5A-4E61-B5BB-E11478D08F9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84920" y="1061624"/>
                <a:ext cx="360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4AF353EA-4A70-4F8E-AE28-2BB926522BBD}"/>
                  </a:ext>
                </a:extLst>
              </p14:cNvPr>
              <p14:cNvContentPartPr/>
              <p14:nvPr/>
            </p14:nvContentPartPr>
            <p14:xfrm>
              <a:off x="948040" y="1795304"/>
              <a:ext cx="312840" cy="21240"/>
            </p14:xfrm>
          </p:contentPart>
        </mc:Choice>
        <mc:Fallback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4AF353EA-4A70-4F8E-AE28-2BB926522B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019" y="1777604"/>
                <a:ext cx="348521" cy="56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BDD3EC6-B17E-478D-BCDA-504CAD936E5C}"/>
                  </a:ext>
                </a:extLst>
              </p14:cNvPr>
              <p14:cNvContentPartPr/>
              <p14:nvPr/>
            </p14:nvContentPartPr>
            <p14:xfrm>
              <a:off x="5946640" y="1223264"/>
              <a:ext cx="2297160" cy="655920"/>
            </p14:xfrm>
          </p:contentPart>
        </mc:Choice>
        <mc:Fallback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BDD3EC6-B17E-478D-BCDA-504CAD936E5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28640" y="1205254"/>
                <a:ext cx="2332800" cy="691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08283CC-3601-49AD-B4E2-22E21189F034}"/>
                  </a:ext>
                </a:extLst>
              </p14:cNvPr>
              <p14:cNvContentPartPr/>
              <p14:nvPr/>
            </p14:nvContentPartPr>
            <p14:xfrm>
              <a:off x="3996880" y="1487144"/>
              <a:ext cx="1372320" cy="288360"/>
            </p14:xfrm>
          </p:contentPart>
        </mc:Choice>
        <mc:Fallback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08283CC-3601-49AD-B4E2-22E21189F0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78885" y="1469166"/>
                <a:ext cx="1407951" cy="323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7FF9C64-74FD-4EA7-BD20-DA2A756168B1}"/>
                  </a:ext>
                </a:extLst>
              </p14:cNvPr>
              <p14:cNvContentPartPr/>
              <p14:nvPr/>
            </p14:nvContentPartPr>
            <p14:xfrm>
              <a:off x="1492720" y="1528544"/>
              <a:ext cx="1841760" cy="345960"/>
            </p14:xfrm>
          </p:contentPart>
        </mc:Choice>
        <mc:Fallback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7FF9C64-74FD-4EA7-BD20-DA2A756168B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74720" y="1510525"/>
                <a:ext cx="1877400" cy="381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9E3246DD-E722-4D41-B95B-06B6BB6C9D4E}"/>
                  </a:ext>
                </a:extLst>
              </p14:cNvPr>
              <p14:cNvContentPartPr/>
              <p14:nvPr/>
            </p14:nvContentPartPr>
            <p14:xfrm>
              <a:off x="2080600" y="2238104"/>
              <a:ext cx="100440" cy="141120"/>
            </p14:xfrm>
          </p:contentPart>
        </mc:Choice>
        <mc:Fallback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9E3246DD-E722-4D41-B95B-06B6BB6C9D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62600" y="2220150"/>
                <a:ext cx="136080" cy="176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31A047C9-D654-47B5-B23E-4CA0313DD63B}"/>
                  </a:ext>
                </a:extLst>
              </p14:cNvPr>
              <p14:cNvContentPartPr/>
              <p14:nvPr/>
            </p14:nvContentPartPr>
            <p14:xfrm>
              <a:off x="6689320" y="2089064"/>
              <a:ext cx="184320" cy="219600"/>
            </p14:xfrm>
          </p:contentPart>
        </mc:Choice>
        <mc:Fallback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31A047C9-D654-47B5-B23E-4CA0313DD63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71320" y="2071064"/>
                <a:ext cx="2199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60D5F1B-E63D-4FB8-9C21-49154CBB6756}"/>
                  </a:ext>
                </a:extLst>
              </p14:cNvPr>
              <p14:cNvContentPartPr/>
              <p14:nvPr/>
            </p14:nvContentPartPr>
            <p14:xfrm>
              <a:off x="7226800" y="2247824"/>
              <a:ext cx="54720" cy="235080"/>
            </p14:xfrm>
          </p:contentPart>
        </mc:Choice>
        <mc:Fallback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60D5F1B-E63D-4FB8-9C21-49154CBB67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08800" y="2229796"/>
                <a:ext cx="90360" cy="270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DDCFDD07-48AC-45AA-B231-764660BC640E}"/>
                  </a:ext>
                </a:extLst>
              </p14:cNvPr>
              <p14:cNvContentPartPr/>
              <p14:nvPr/>
            </p14:nvContentPartPr>
            <p14:xfrm>
              <a:off x="7561240" y="2115344"/>
              <a:ext cx="706320" cy="113040"/>
            </p14:xfrm>
          </p:contentPart>
        </mc:Choice>
        <mc:Fallback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DDCFDD07-48AC-45AA-B231-764660BC64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43240" y="2097286"/>
                <a:ext cx="741960" cy="148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FE11B7BD-ADFB-4656-9BE4-C6A861FC531F}"/>
                  </a:ext>
                </a:extLst>
              </p14:cNvPr>
              <p14:cNvContentPartPr/>
              <p14:nvPr/>
            </p14:nvContentPartPr>
            <p14:xfrm>
              <a:off x="8659240" y="2058104"/>
              <a:ext cx="479160" cy="121320"/>
            </p14:xfrm>
          </p:contentPart>
        </mc:Choice>
        <mc:Fallback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FE11B7BD-ADFB-4656-9BE4-C6A861FC531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41240" y="2040104"/>
                <a:ext cx="514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271A627-A6A5-4621-9615-5051F631D58B}"/>
                  </a:ext>
                </a:extLst>
              </p14:cNvPr>
              <p14:cNvContentPartPr/>
              <p14:nvPr/>
            </p14:nvContentPartPr>
            <p14:xfrm>
              <a:off x="9621160" y="1857944"/>
              <a:ext cx="1734120" cy="465120"/>
            </p14:xfrm>
          </p:contentPart>
        </mc:Choice>
        <mc:Fallback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271A627-A6A5-4621-9615-5051F631D58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03160" y="1839958"/>
                <a:ext cx="1769760" cy="500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2E7264F-5FD0-4565-9339-05A37E0D862F}"/>
                  </a:ext>
                </a:extLst>
              </p14:cNvPr>
              <p14:cNvContentPartPr/>
              <p14:nvPr/>
            </p14:nvContentPartPr>
            <p14:xfrm>
              <a:off x="5120440" y="1980704"/>
              <a:ext cx="1099080" cy="379800"/>
            </p14:xfrm>
          </p:contentPart>
        </mc:Choice>
        <mc:Fallback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2E7264F-5FD0-4565-9339-05A37E0D862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02440" y="1962704"/>
                <a:ext cx="113472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5F45FAF4-9CC5-4210-AFE5-4A0030FF8B88}"/>
                  </a:ext>
                </a:extLst>
              </p14:cNvPr>
              <p14:cNvContentPartPr/>
              <p14:nvPr/>
            </p14:nvContentPartPr>
            <p14:xfrm>
              <a:off x="4966360" y="2511704"/>
              <a:ext cx="929160" cy="298800"/>
            </p14:xfrm>
          </p:contentPart>
        </mc:Choice>
        <mc:Fallback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5F45FAF4-9CC5-4210-AFE5-4A0030FF8B8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48360" y="2493704"/>
                <a:ext cx="9648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B3568D06-BD1B-47CD-B444-8D23A61EE4F7}"/>
                  </a:ext>
                </a:extLst>
              </p14:cNvPr>
              <p14:cNvContentPartPr/>
              <p14:nvPr/>
            </p14:nvContentPartPr>
            <p14:xfrm>
              <a:off x="2456080" y="2103464"/>
              <a:ext cx="2261160" cy="789480"/>
            </p14:xfrm>
          </p:contentPart>
        </mc:Choice>
        <mc:Fallback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B3568D06-BD1B-47CD-B444-8D23A61EE4F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38083" y="2085464"/>
                <a:ext cx="2296794" cy="8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976446C9-C857-4D67-BADD-635353288328}"/>
                  </a:ext>
                </a:extLst>
              </p14:cNvPr>
              <p14:cNvContentPartPr/>
              <p14:nvPr/>
            </p14:nvContentPartPr>
            <p14:xfrm>
              <a:off x="1992760" y="3475064"/>
              <a:ext cx="19080" cy="352800"/>
            </p14:xfrm>
          </p:contentPart>
        </mc:Choice>
        <mc:Fallback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976446C9-C857-4D67-BADD-6353532883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74760" y="3439064"/>
                <a:ext cx="5472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3E5CE45D-BE72-42AD-B24F-510B7BA8C2BA}"/>
                  </a:ext>
                </a:extLst>
              </p14:cNvPr>
              <p14:cNvContentPartPr/>
              <p14:nvPr/>
            </p14:nvContentPartPr>
            <p14:xfrm>
              <a:off x="1959280" y="3518264"/>
              <a:ext cx="280800" cy="345960"/>
            </p14:xfrm>
          </p:contentPart>
        </mc:Choice>
        <mc:Fallback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3E5CE45D-BE72-42AD-B24F-510B7BA8C2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41280" y="3482264"/>
                <a:ext cx="3164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C3FEF9E-D684-47D7-BED7-39ED1413B596}"/>
                  </a:ext>
                </a:extLst>
              </p14:cNvPr>
              <p14:cNvContentPartPr/>
              <p14:nvPr/>
            </p14:nvContentPartPr>
            <p14:xfrm>
              <a:off x="2281120" y="3644984"/>
              <a:ext cx="263520" cy="8640"/>
            </p14:xfrm>
          </p:contentPart>
        </mc:Choice>
        <mc:Fallback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C3FEF9E-D684-47D7-BED7-39ED1413B59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63120" y="3608984"/>
                <a:ext cx="299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61AE735-F929-4F27-9F49-26EC464A367C}"/>
                  </a:ext>
                </a:extLst>
              </p14:cNvPr>
              <p14:cNvContentPartPr/>
              <p14:nvPr/>
            </p14:nvContentPartPr>
            <p14:xfrm>
              <a:off x="2343400" y="3778184"/>
              <a:ext cx="212040" cy="14760"/>
            </p14:xfrm>
          </p:contentPart>
        </mc:Choice>
        <mc:Fallback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61AE735-F929-4F27-9F49-26EC464A367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325400" y="3742184"/>
                <a:ext cx="2476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774D5747-FD34-4E03-BDA2-D31E753C1ADF}"/>
                  </a:ext>
                </a:extLst>
              </p14:cNvPr>
              <p14:cNvContentPartPr/>
              <p14:nvPr/>
            </p14:nvContentPartPr>
            <p14:xfrm>
              <a:off x="3012640" y="3482984"/>
              <a:ext cx="87120" cy="299160"/>
            </p14:xfrm>
          </p:contentPart>
        </mc:Choice>
        <mc:Fallback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774D5747-FD34-4E03-BDA2-D31E753C1AD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94640" y="3446984"/>
                <a:ext cx="1227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007FECCE-46A8-4577-B1F5-160AACE561F3}"/>
                  </a:ext>
                </a:extLst>
              </p14:cNvPr>
              <p14:cNvContentPartPr/>
              <p14:nvPr/>
            </p14:nvContentPartPr>
            <p14:xfrm>
              <a:off x="3483880" y="3489824"/>
              <a:ext cx="66600" cy="324000"/>
            </p14:xfrm>
          </p:contentPart>
        </mc:Choice>
        <mc:Fallback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007FECCE-46A8-4577-B1F5-160AACE561F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465880" y="3453824"/>
                <a:ext cx="10224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AD090EBD-7D27-4226-9372-2F2B853B25AE}"/>
                  </a:ext>
                </a:extLst>
              </p14:cNvPr>
              <p14:cNvContentPartPr/>
              <p14:nvPr/>
            </p14:nvContentPartPr>
            <p14:xfrm>
              <a:off x="4066720" y="3477584"/>
              <a:ext cx="222120" cy="263160"/>
            </p14:xfrm>
          </p:contentPart>
        </mc:Choice>
        <mc:Fallback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AD090EBD-7D27-4226-9372-2F2B853B25A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48720" y="3441584"/>
                <a:ext cx="25776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E367A7AF-1040-487E-8C68-B016C6AFED25}"/>
                  </a:ext>
                </a:extLst>
              </p14:cNvPr>
              <p14:cNvContentPartPr/>
              <p14:nvPr/>
            </p14:nvContentPartPr>
            <p14:xfrm>
              <a:off x="4513120" y="3479024"/>
              <a:ext cx="238680" cy="226440"/>
            </p14:xfrm>
          </p:contentPart>
        </mc:Choice>
        <mc:Fallback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E367A7AF-1040-487E-8C68-B016C6AFED2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95120" y="3443024"/>
                <a:ext cx="2743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B48B773B-ECFD-4782-9736-1DF2073A9C76}"/>
                  </a:ext>
                </a:extLst>
              </p14:cNvPr>
              <p14:cNvContentPartPr/>
              <p14:nvPr/>
            </p14:nvContentPartPr>
            <p14:xfrm>
              <a:off x="3509800" y="4105064"/>
              <a:ext cx="482400" cy="478440"/>
            </p14:xfrm>
          </p:contentPart>
        </mc:Choice>
        <mc:Fallback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B48B773B-ECFD-4782-9736-1DF2073A9C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91800" y="4087064"/>
                <a:ext cx="51804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14DE8186-5723-45A6-9310-BC00ED94CB31}"/>
                  </a:ext>
                </a:extLst>
              </p14:cNvPr>
              <p14:cNvContentPartPr/>
              <p14:nvPr/>
            </p14:nvContentPartPr>
            <p14:xfrm>
              <a:off x="2843440" y="3199304"/>
              <a:ext cx="949680" cy="834840"/>
            </p14:xfrm>
          </p:contentPart>
        </mc:Choice>
        <mc:Fallback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14DE8186-5723-45A6-9310-BC00ED94CB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25440" y="3181312"/>
                <a:ext cx="985320" cy="870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838352C5-A8EB-4E77-B218-5617A438D5A6}"/>
                  </a:ext>
                </a:extLst>
              </p14:cNvPr>
              <p14:cNvContentPartPr/>
              <p14:nvPr/>
            </p14:nvContentPartPr>
            <p14:xfrm>
              <a:off x="2570560" y="4147544"/>
              <a:ext cx="470160" cy="546840"/>
            </p14:xfrm>
          </p:contentPart>
        </mc:Choice>
        <mc:Fallback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838352C5-A8EB-4E77-B218-5617A438D5A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52546" y="4129532"/>
                <a:ext cx="505827" cy="582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9D39922C-BB25-40AE-A0E9-3A9237EE0BD2}"/>
                  </a:ext>
                </a:extLst>
              </p14:cNvPr>
              <p14:cNvContentPartPr/>
              <p14:nvPr/>
            </p14:nvContentPartPr>
            <p14:xfrm>
              <a:off x="4995520" y="4817864"/>
              <a:ext cx="53280" cy="55800"/>
            </p14:xfrm>
          </p:contentPart>
        </mc:Choice>
        <mc:Fallback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9D39922C-BB25-40AE-A0E9-3A9237EE0BD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77520" y="4799864"/>
                <a:ext cx="889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8F083A99-BF8E-48EF-B029-7DD128D1FA9E}"/>
                  </a:ext>
                </a:extLst>
              </p14:cNvPr>
              <p14:cNvContentPartPr/>
              <p14:nvPr/>
            </p14:nvContentPartPr>
            <p14:xfrm>
              <a:off x="5514640" y="4677464"/>
              <a:ext cx="484560" cy="662040"/>
            </p14:xfrm>
          </p:contentPart>
        </mc:Choice>
        <mc:Fallback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8F083A99-BF8E-48EF-B029-7DD128D1FA9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96640" y="4659454"/>
                <a:ext cx="520200" cy="697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0972278-B1EB-477E-946C-FCE1ABDAE22C}"/>
                  </a:ext>
                </a:extLst>
              </p14:cNvPr>
              <p14:cNvContentPartPr/>
              <p14:nvPr/>
            </p14:nvContentPartPr>
            <p14:xfrm>
              <a:off x="4918840" y="4995704"/>
              <a:ext cx="315360" cy="341280"/>
            </p14:xfrm>
          </p:contentPart>
        </mc:Choice>
        <mc:Fallback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0972278-B1EB-477E-946C-FCE1ABDAE22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900819" y="4977704"/>
                <a:ext cx="351041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CD74C0D8-574B-44CE-8A82-3C7A39C2B21E}"/>
                  </a:ext>
                </a:extLst>
              </p14:cNvPr>
              <p14:cNvContentPartPr/>
              <p14:nvPr/>
            </p14:nvContentPartPr>
            <p14:xfrm>
              <a:off x="4116760" y="4829744"/>
              <a:ext cx="476640" cy="437760"/>
            </p14:xfrm>
          </p:contentPart>
        </mc:Choice>
        <mc:Fallback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CD74C0D8-574B-44CE-8A82-3C7A39C2B21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98746" y="4811744"/>
                <a:ext cx="512307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83D345DC-4D49-423C-90E4-5B6E0C7134BB}"/>
                  </a:ext>
                </a:extLst>
              </p14:cNvPr>
              <p14:cNvContentPartPr/>
              <p14:nvPr/>
            </p14:nvContentPartPr>
            <p14:xfrm>
              <a:off x="2438440" y="4892024"/>
              <a:ext cx="1206360" cy="340560"/>
            </p14:xfrm>
          </p:contentPart>
        </mc:Choice>
        <mc:Fallback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83D345DC-4D49-423C-90E4-5B6E0C7134B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20440" y="4874024"/>
                <a:ext cx="12420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0F22D745-A198-46ED-AEEB-478D27C91359}"/>
                  </a:ext>
                </a:extLst>
              </p14:cNvPr>
              <p14:cNvContentPartPr/>
              <p14:nvPr/>
            </p14:nvContentPartPr>
            <p14:xfrm>
              <a:off x="6453520" y="5091824"/>
              <a:ext cx="107280" cy="298800"/>
            </p14:xfrm>
          </p:contentPart>
        </mc:Choice>
        <mc:Fallback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0F22D745-A198-46ED-AEEB-478D27C913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435520" y="5073824"/>
                <a:ext cx="1429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DBBB886E-7E88-42DA-9910-9C8C49E88A89}"/>
                  </a:ext>
                </a:extLst>
              </p14:cNvPr>
              <p14:cNvContentPartPr/>
              <p14:nvPr/>
            </p14:nvContentPartPr>
            <p14:xfrm>
              <a:off x="2516560" y="5776904"/>
              <a:ext cx="829080" cy="160920"/>
            </p14:xfrm>
          </p:contentPart>
        </mc:Choice>
        <mc:Fallback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DBBB886E-7E88-42DA-9910-9C8C49E88A8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498560" y="5758904"/>
                <a:ext cx="8647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030D280E-C50D-40D5-91B3-9B68ED653BF8}"/>
                  </a:ext>
                </a:extLst>
              </p14:cNvPr>
              <p14:cNvContentPartPr/>
              <p14:nvPr/>
            </p14:nvContentPartPr>
            <p14:xfrm>
              <a:off x="3301360" y="5612024"/>
              <a:ext cx="55080" cy="52920"/>
            </p14:xfrm>
          </p:contentPart>
        </mc:Choice>
        <mc:Fallback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030D280E-C50D-40D5-91B3-9B68ED653BF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83360" y="5594024"/>
                <a:ext cx="90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CE3991A5-1F8D-4ED1-A977-69902E53472D}"/>
                  </a:ext>
                </a:extLst>
              </p14:cNvPr>
              <p14:cNvContentPartPr/>
              <p14:nvPr/>
            </p14:nvContentPartPr>
            <p14:xfrm>
              <a:off x="3850000" y="5684024"/>
              <a:ext cx="1042560" cy="184680"/>
            </p14:xfrm>
          </p:contentPart>
        </mc:Choice>
        <mc:Fallback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CE3991A5-1F8D-4ED1-A977-69902E53472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32000" y="5666024"/>
                <a:ext cx="1078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4C36648E-EEFA-476F-BE37-9E166ED99BB9}"/>
                  </a:ext>
                </a:extLst>
              </p14:cNvPr>
              <p14:cNvContentPartPr/>
              <p14:nvPr/>
            </p14:nvContentPartPr>
            <p14:xfrm>
              <a:off x="6829360" y="4559024"/>
              <a:ext cx="5072400" cy="1609200"/>
            </p14:xfrm>
          </p:contentPart>
        </mc:Choice>
        <mc:Fallback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4C36648E-EEFA-476F-BE37-9E166ED99BB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11360" y="4541028"/>
                <a:ext cx="5108040" cy="1644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213593CD-BEE8-4DF2-898B-990F3195024C}"/>
                  </a:ext>
                </a:extLst>
              </p14:cNvPr>
              <p14:cNvContentPartPr/>
              <p14:nvPr/>
            </p14:nvContentPartPr>
            <p14:xfrm>
              <a:off x="5746120" y="5597264"/>
              <a:ext cx="565200" cy="348840"/>
            </p14:xfrm>
          </p:contentPart>
        </mc:Choice>
        <mc:Fallback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213593CD-BEE8-4DF2-898B-990F3195024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28131" y="5579245"/>
                <a:ext cx="600817" cy="384517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Dreptunghi 46">
            <a:extLst>
              <a:ext uri="{FF2B5EF4-FFF2-40B4-BE49-F238E27FC236}">
                <a16:creationId xmlns:a16="http://schemas.microsoft.com/office/drawing/2014/main" id="{6F98325E-6A8C-4578-A821-9A3BE53DC0FC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2096228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0E42B7C-8B56-4672-B28B-71C1B93387D9}"/>
                  </a:ext>
                </a:extLst>
              </p14:cNvPr>
              <p14:cNvContentPartPr/>
              <p14:nvPr/>
            </p14:nvContentPartPr>
            <p14:xfrm>
              <a:off x="808029" y="269185"/>
              <a:ext cx="140760" cy="338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0E42B7C-8B56-4672-B28B-71C1B93387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389" y="251545"/>
                <a:ext cx="1764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72776B0-E1AA-4F0B-9342-380B39E9D433}"/>
                  </a:ext>
                </a:extLst>
              </p14:cNvPr>
              <p14:cNvContentPartPr/>
              <p14:nvPr/>
            </p14:nvContentPartPr>
            <p14:xfrm>
              <a:off x="787869" y="355585"/>
              <a:ext cx="429840" cy="3650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72776B0-E1AA-4F0B-9342-380B39E9D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229" y="337945"/>
                <a:ext cx="46548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4258259-298D-4726-A811-1D5608A4E277}"/>
                  </a:ext>
                </a:extLst>
              </p14:cNvPr>
              <p14:cNvContentPartPr/>
              <p14:nvPr/>
            </p14:nvContentPartPr>
            <p14:xfrm>
              <a:off x="2809629" y="322825"/>
              <a:ext cx="222120" cy="2800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4258259-298D-4726-A811-1D5608A4E2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91629" y="305185"/>
                <a:ext cx="2577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169BC83-7525-4259-B109-2C7329CA7EDA}"/>
                  </a:ext>
                </a:extLst>
              </p14:cNvPr>
              <p14:cNvContentPartPr/>
              <p14:nvPr/>
            </p14:nvContentPartPr>
            <p14:xfrm>
              <a:off x="1317429" y="481945"/>
              <a:ext cx="68040" cy="874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169BC83-7525-4259-B109-2C7329CA7E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9429" y="463945"/>
                <a:ext cx="1036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F68E6AF5-8A46-4661-A272-10DE58EF5AA2}"/>
                  </a:ext>
                </a:extLst>
              </p14:cNvPr>
              <p14:cNvContentPartPr/>
              <p14:nvPr/>
            </p14:nvContentPartPr>
            <p14:xfrm>
              <a:off x="1364589" y="637465"/>
              <a:ext cx="29880" cy="435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F68E6AF5-8A46-4661-A272-10DE58EF5A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6949" y="619465"/>
                <a:ext cx="655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4E8600D-AF4B-468D-8B70-F1FF6FC27C5C}"/>
                  </a:ext>
                </a:extLst>
              </p14:cNvPr>
              <p14:cNvContentPartPr/>
              <p14:nvPr/>
            </p14:nvContentPartPr>
            <p14:xfrm>
              <a:off x="2165229" y="331825"/>
              <a:ext cx="524520" cy="297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4E8600D-AF4B-468D-8B70-F1FF6FC27C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47589" y="313847"/>
                <a:ext cx="560160" cy="332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9B7A8EAC-9E86-4286-AC41-B37143CEAFC4}"/>
                  </a:ext>
                </a:extLst>
              </p14:cNvPr>
              <p14:cNvContentPartPr/>
              <p14:nvPr/>
            </p14:nvContentPartPr>
            <p14:xfrm>
              <a:off x="1282509" y="1107625"/>
              <a:ext cx="58320" cy="385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9B7A8EAC-9E86-4286-AC41-B37143CEAF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64509" y="1089625"/>
                <a:ext cx="939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39E9515-5B97-45F2-8684-8370C3F98AD4}"/>
                  </a:ext>
                </a:extLst>
              </p14:cNvPr>
              <p14:cNvContentPartPr/>
              <p14:nvPr/>
            </p14:nvContentPartPr>
            <p14:xfrm>
              <a:off x="1349109" y="1253065"/>
              <a:ext cx="36000" cy="586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39E9515-5B97-45F2-8684-8370C3F98AD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31469" y="1235425"/>
                <a:ext cx="716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8BFA1CC-F60C-4DF1-AB4F-892195D61685}"/>
                  </a:ext>
                </a:extLst>
              </p14:cNvPr>
              <p14:cNvContentPartPr/>
              <p14:nvPr/>
            </p14:nvContentPartPr>
            <p14:xfrm>
              <a:off x="3769749" y="957505"/>
              <a:ext cx="126360" cy="2750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8BFA1CC-F60C-4DF1-AB4F-892195D616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52109" y="939505"/>
                <a:ext cx="162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B56E9C28-5EFF-4DA4-960F-B35059918C94}"/>
                  </a:ext>
                </a:extLst>
              </p14:cNvPr>
              <p14:cNvContentPartPr/>
              <p14:nvPr/>
            </p14:nvContentPartPr>
            <p14:xfrm>
              <a:off x="5770269" y="928705"/>
              <a:ext cx="470160" cy="2779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B56E9C28-5EFF-4DA4-960F-B35059918C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52283" y="910705"/>
                <a:ext cx="505773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66CDED8-7C6C-48E0-B52C-3175BDD7E815}"/>
                  </a:ext>
                </a:extLst>
              </p14:cNvPr>
              <p14:cNvContentPartPr/>
              <p14:nvPr/>
            </p14:nvContentPartPr>
            <p14:xfrm>
              <a:off x="4598469" y="813145"/>
              <a:ext cx="257400" cy="3913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66CDED8-7C6C-48E0-B52C-3175BDD7E8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80829" y="795145"/>
                <a:ext cx="29304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FEFFD95-991B-439F-B426-9DF26487035A}"/>
                  </a:ext>
                </a:extLst>
              </p14:cNvPr>
              <p14:cNvContentPartPr/>
              <p14:nvPr/>
            </p14:nvContentPartPr>
            <p14:xfrm>
              <a:off x="4302549" y="841945"/>
              <a:ext cx="205200" cy="3405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FEFFD95-991B-439F-B426-9DF26487035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84909" y="824305"/>
                <a:ext cx="2408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9B6A8B0-656B-47A5-B241-A0ED1AB09E25}"/>
                  </a:ext>
                </a:extLst>
              </p14:cNvPr>
              <p14:cNvContentPartPr/>
              <p14:nvPr/>
            </p14:nvContentPartPr>
            <p14:xfrm>
              <a:off x="3025629" y="1053625"/>
              <a:ext cx="340200" cy="2743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9B6A8B0-656B-47A5-B241-A0ED1AB09E2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07989" y="1035985"/>
                <a:ext cx="3758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7F5B78F-C4DD-4796-9A3D-E26DCA2850F2}"/>
                  </a:ext>
                </a:extLst>
              </p14:cNvPr>
              <p14:cNvContentPartPr/>
              <p14:nvPr/>
            </p14:nvContentPartPr>
            <p14:xfrm>
              <a:off x="2181429" y="962185"/>
              <a:ext cx="452880" cy="2469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7F5B78F-C4DD-4796-9A3D-E26DCA2850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63415" y="944185"/>
                <a:ext cx="488548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8E3BC9B-9DD6-470D-AA73-DE87B30FDAC1}"/>
                  </a:ext>
                </a:extLst>
              </p14:cNvPr>
              <p14:cNvContentPartPr/>
              <p14:nvPr/>
            </p14:nvContentPartPr>
            <p14:xfrm>
              <a:off x="943029" y="1058665"/>
              <a:ext cx="184680" cy="274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8E3BC9B-9DD6-470D-AA73-DE87B30FDA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5064" y="1040665"/>
                <a:ext cx="220251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1B25F09B-92F5-4F2D-B32D-C4A034B78D4D}"/>
                  </a:ext>
                </a:extLst>
              </p14:cNvPr>
              <p14:cNvContentPartPr/>
              <p14:nvPr/>
            </p14:nvContentPartPr>
            <p14:xfrm>
              <a:off x="696789" y="1028065"/>
              <a:ext cx="162000" cy="2628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1B25F09B-92F5-4F2D-B32D-C4A034B78D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8789" y="1010065"/>
                <a:ext cx="1976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6D3759B-F0C9-4E0B-8241-1A03B6578A2D}"/>
                  </a:ext>
                </a:extLst>
              </p14:cNvPr>
              <p14:cNvContentPartPr/>
              <p14:nvPr/>
            </p14:nvContentPartPr>
            <p14:xfrm>
              <a:off x="6918669" y="898105"/>
              <a:ext cx="165240" cy="2354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6D3759B-F0C9-4E0B-8241-1A03B6578A2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01029" y="880105"/>
                <a:ext cx="2008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D2E8400-6024-4B2A-BDC5-39AD5D66A9C6}"/>
                  </a:ext>
                </a:extLst>
              </p14:cNvPr>
              <p14:cNvContentPartPr/>
              <p14:nvPr/>
            </p14:nvContentPartPr>
            <p14:xfrm>
              <a:off x="7349589" y="933385"/>
              <a:ext cx="312120" cy="1382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D2E8400-6024-4B2A-BDC5-39AD5D66A9C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31949" y="915385"/>
                <a:ext cx="3477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128C995-ABE4-4316-A184-B2BD31B8EECB}"/>
                  </a:ext>
                </a:extLst>
              </p14:cNvPr>
              <p14:cNvContentPartPr/>
              <p14:nvPr/>
            </p14:nvContentPartPr>
            <p14:xfrm>
              <a:off x="7381989" y="1137145"/>
              <a:ext cx="213120" cy="36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128C995-ABE4-4316-A184-B2BD31B8EE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64349" y="1119505"/>
                <a:ext cx="2487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98B02298-8A6E-48A5-AC8E-D5762A366ACA}"/>
                  </a:ext>
                </a:extLst>
              </p14:cNvPr>
              <p14:cNvContentPartPr/>
              <p14:nvPr/>
            </p14:nvContentPartPr>
            <p14:xfrm>
              <a:off x="7838829" y="649345"/>
              <a:ext cx="366120" cy="4572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98B02298-8A6E-48A5-AC8E-D5762A366AC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20847" y="631345"/>
                <a:ext cx="401725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58D5B93-52F9-4765-8780-EFF3F453132D}"/>
                  </a:ext>
                </a:extLst>
              </p14:cNvPr>
              <p14:cNvContentPartPr/>
              <p14:nvPr/>
            </p14:nvContentPartPr>
            <p14:xfrm>
              <a:off x="9267669" y="611185"/>
              <a:ext cx="2172240" cy="6256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58D5B93-52F9-4765-8780-EFF3F453132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49672" y="593185"/>
                <a:ext cx="2207874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F284DD8E-BB1E-46F5-9E0E-4EC393B4A72B}"/>
                  </a:ext>
                </a:extLst>
              </p14:cNvPr>
              <p14:cNvContentPartPr/>
              <p14:nvPr/>
            </p14:nvContentPartPr>
            <p14:xfrm>
              <a:off x="1321389" y="1766065"/>
              <a:ext cx="11520" cy="147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F284DD8E-BB1E-46F5-9E0E-4EC393B4A72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03749" y="1748425"/>
                <a:ext cx="471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264EAD5-9899-448B-A319-9934A6460F11}"/>
                  </a:ext>
                </a:extLst>
              </p14:cNvPr>
              <p14:cNvContentPartPr/>
              <p14:nvPr/>
            </p14:nvContentPartPr>
            <p14:xfrm>
              <a:off x="1323189" y="1905385"/>
              <a:ext cx="14040" cy="180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264EAD5-9899-448B-A319-9934A6460F1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05189" y="1887745"/>
                <a:ext cx="496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3FBF77D-F0FF-469C-BEE9-7123E84557BE}"/>
                  </a:ext>
                </a:extLst>
              </p14:cNvPr>
              <p14:cNvContentPartPr/>
              <p14:nvPr/>
            </p14:nvContentPartPr>
            <p14:xfrm>
              <a:off x="702189" y="1704865"/>
              <a:ext cx="492840" cy="27396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3FBF77D-F0FF-469C-BEE9-7123E84557B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4189" y="1687202"/>
                <a:ext cx="528480" cy="309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E063E347-7A22-4A64-A1C9-A51D689451A7}"/>
                  </a:ext>
                </a:extLst>
              </p14:cNvPr>
              <p14:cNvContentPartPr/>
              <p14:nvPr/>
            </p14:nvContentPartPr>
            <p14:xfrm>
              <a:off x="2936349" y="1679305"/>
              <a:ext cx="186480" cy="3110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E063E347-7A22-4A64-A1C9-A51D689451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18709" y="1661665"/>
                <a:ext cx="2221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16488A12-DE74-4F4E-92FD-96619C56325F}"/>
                  </a:ext>
                </a:extLst>
              </p14:cNvPr>
              <p14:cNvContentPartPr/>
              <p14:nvPr/>
            </p14:nvContentPartPr>
            <p14:xfrm>
              <a:off x="2217069" y="1722505"/>
              <a:ext cx="601920" cy="3366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16488A12-DE74-4F4E-92FD-96619C56325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99429" y="1704505"/>
                <a:ext cx="6375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21A6A770-90E1-46C6-A675-DAF083FA304C}"/>
                  </a:ext>
                </a:extLst>
              </p14:cNvPr>
              <p14:cNvContentPartPr/>
              <p14:nvPr/>
            </p14:nvContentPartPr>
            <p14:xfrm>
              <a:off x="3344229" y="1466545"/>
              <a:ext cx="1556640" cy="1200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21A6A770-90E1-46C6-A675-DAF083FA304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26585" y="1448545"/>
                <a:ext cx="1592288" cy="12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F913113E-1178-4F72-8E97-46439E640231}"/>
                  </a:ext>
                </a:extLst>
              </p14:cNvPr>
              <p14:cNvContentPartPr/>
              <p14:nvPr/>
            </p14:nvContentPartPr>
            <p14:xfrm>
              <a:off x="5036589" y="2061265"/>
              <a:ext cx="396000" cy="4507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F913113E-1178-4F72-8E97-46439E64023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18933" y="2043265"/>
                <a:ext cx="431672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83CF2AC5-3A48-4531-B323-A68956DF036B}"/>
                  </a:ext>
                </a:extLst>
              </p14:cNvPr>
              <p14:cNvContentPartPr/>
              <p14:nvPr/>
            </p14:nvContentPartPr>
            <p14:xfrm>
              <a:off x="1457829" y="3264025"/>
              <a:ext cx="51480" cy="51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83CF2AC5-3A48-4531-B323-A68956DF036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39829" y="3246385"/>
                <a:ext cx="871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6F034924-C4E5-4918-B341-4006CD1E7238}"/>
                  </a:ext>
                </a:extLst>
              </p14:cNvPr>
              <p14:cNvContentPartPr/>
              <p14:nvPr/>
            </p14:nvContentPartPr>
            <p14:xfrm>
              <a:off x="1481229" y="3413425"/>
              <a:ext cx="59040" cy="446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6F034924-C4E5-4918-B341-4006CD1E723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63589" y="3395785"/>
                <a:ext cx="946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AD485D40-B9F3-4A8A-BCF5-405F63245B1F}"/>
                  </a:ext>
                </a:extLst>
              </p14:cNvPr>
              <p14:cNvContentPartPr/>
              <p14:nvPr/>
            </p14:nvContentPartPr>
            <p14:xfrm>
              <a:off x="925029" y="3099505"/>
              <a:ext cx="405720" cy="5086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AD485D40-B9F3-4A8A-BCF5-405F63245B1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7389" y="3081518"/>
                <a:ext cx="441360" cy="544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F70DCB96-2BA1-4D8D-A664-F787F905747A}"/>
                  </a:ext>
                </a:extLst>
              </p14:cNvPr>
              <p14:cNvContentPartPr/>
              <p14:nvPr/>
            </p14:nvContentPartPr>
            <p14:xfrm>
              <a:off x="4972149" y="2876305"/>
              <a:ext cx="422640" cy="3333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F70DCB96-2BA1-4D8D-A664-F787F905747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54509" y="2858305"/>
                <a:ext cx="4582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BE0246C9-2AA1-4912-9B2A-95CFAB1D41C3}"/>
                  </a:ext>
                </a:extLst>
              </p14:cNvPr>
              <p14:cNvContentPartPr/>
              <p14:nvPr/>
            </p14:nvContentPartPr>
            <p14:xfrm>
              <a:off x="7028469" y="2782705"/>
              <a:ext cx="251640" cy="35676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BE0246C9-2AA1-4912-9B2A-95CFAB1D41C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10469" y="2764705"/>
                <a:ext cx="28728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C4F73BB3-2E5D-49C1-830F-133404161C83}"/>
                  </a:ext>
                </a:extLst>
              </p14:cNvPr>
              <p14:cNvContentPartPr/>
              <p14:nvPr/>
            </p14:nvContentPartPr>
            <p14:xfrm>
              <a:off x="6140709" y="2808985"/>
              <a:ext cx="766080" cy="3322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C4F73BB3-2E5D-49C1-830F-133404161C8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22717" y="2791345"/>
                <a:ext cx="801703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699C5B2-2F12-4C62-ABD8-228CECF4A6A5}"/>
                  </a:ext>
                </a:extLst>
              </p14:cNvPr>
              <p14:cNvContentPartPr/>
              <p14:nvPr/>
            </p14:nvContentPartPr>
            <p14:xfrm>
              <a:off x="2363589" y="2870545"/>
              <a:ext cx="1996200" cy="78876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699C5B2-2F12-4C62-ABD8-228CECF4A6A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345589" y="2852545"/>
                <a:ext cx="2031840" cy="8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093FB98-9E35-4B06-A2E9-E1E8B2AE12FB}"/>
                  </a:ext>
                </a:extLst>
              </p14:cNvPr>
              <p14:cNvContentPartPr/>
              <p14:nvPr/>
            </p14:nvContentPartPr>
            <p14:xfrm>
              <a:off x="8802189" y="2291665"/>
              <a:ext cx="2880360" cy="11793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093FB98-9E35-4B06-A2E9-E1E8B2AE12F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84549" y="2274020"/>
                <a:ext cx="2916000" cy="1215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50C87349-82B6-405A-84CB-8E8D1C6AD904}"/>
                  </a:ext>
                </a:extLst>
              </p14:cNvPr>
              <p14:cNvContentPartPr/>
              <p14:nvPr/>
            </p14:nvContentPartPr>
            <p14:xfrm>
              <a:off x="971469" y="3893305"/>
              <a:ext cx="10841400" cy="261252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50C87349-82B6-405A-84CB-8E8D1C6AD90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53828" y="3875663"/>
                <a:ext cx="10877041" cy="2648165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Dreptunghi 38">
            <a:extLst>
              <a:ext uri="{FF2B5EF4-FFF2-40B4-BE49-F238E27FC236}">
                <a16:creationId xmlns:a16="http://schemas.microsoft.com/office/drawing/2014/main" id="{55A41E28-C8C0-4AD4-B158-2777F44682E9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214673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9BE2C83-F96A-4E21-8F1E-03A2774B34D9}"/>
                  </a:ext>
                </a:extLst>
              </p14:cNvPr>
              <p14:cNvContentPartPr/>
              <p14:nvPr/>
            </p14:nvContentPartPr>
            <p14:xfrm>
              <a:off x="678069" y="423985"/>
              <a:ext cx="7149960" cy="3715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9BE2C83-F96A-4E21-8F1E-03A2774B3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429" y="406343"/>
                <a:ext cx="7185600" cy="3750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8AB1A03-683E-4859-8B08-C223D4910365}"/>
                  </a:ext>
                </a:extLst>
              </p14:cNvPr>
              <p14:cNvContentPartPr/>
              <p14:nvPr/>
            </p14:nvContentPartPr>
            <p14:xfrm>
              <a:off x="861309" y="1823305"/>
              <a:ext cx="752760" cy="198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8AB1A03-683E-4859-8B08-C223D49103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309" y="1787665"/>
                <a:ext cx="788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6F8B634-45EF-402F-8899-6AC2EAB4EE04}"/>
                  </a:ext>
                </a:extLst>
              </p14:cNvPr>
              <p14:cNvContentPartPr/>
              <p14:nvPr/>
            </p14:nvContentPartPr>
            <p14:xfrm>
              <a:off x="1371429" y="1695865"/>
              <a:ext cx="326520" cy="3049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6F8B634-45EF-402F-8899-6AC2EAB4EE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3789" y="1659865"/>
                <a:ext cx="3621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0865A3B-7756-4E27-8A15-F11AC491703B}"/>
                  </a:ext>
                </a:extLst>
              </p14:cNvPr>
              <p14:cNvContentPartPr/>
              <p14:nvPr/>
            </p14:nvContentPartPr>
            <p14:xfrm>
              <a:off x="1082709" y="1073065"/>
              <a:ext cx="24840" cy="2469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0865A3B-7756-4E27-8A15-F11AC49170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4709" y="1037425"/>
                <a:ext cx="604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FE0F470-4D1D-46F5-8B1E-3A671A194CC0}"/>
                  </a:ext>
                </a:extLst>
              </p14:cNvPr>
              <p14:cNvContentPartPr/>
              <p14:nvPr/>
            </p14:nvContentPartPr>
            <p14:xfrm>
              <a:off x="1208709" y="1097185"/>
              <a:ext cx="42840" cy="2210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FE0F470-4D1D-46F5-8B1E-3A671A194C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0709" y="1061185"/>
                <a:ext cx="78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E9B47D4-8B02-4E7D-9A24-E5A22DD92C2A}"/>
                  </a:ext>
                </a:extLst>
              </p14:cNvPr>
              <p14:cNvContentPartPr/>
              <p14:nvPr/>
            </p14:nvContentPartPr>
            <p14:xfrm>
              <a:off x="1202589" y="994585"/>
              <a:ext cx="215640" cy="3114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E9B47D4-8B02-4E7D-9A24-E5A22DD92C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4949" y="958945"/>
                <a:ext cx="2512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994AAC5-1CB1-4211-8CAA-5E839229008D}"/>
                  </a:ext>
                </a:extLst>
              </p14:cNvPr>
              <p14:cNvContentPartPr/>
              <p14:nvPr/>
            </p14:nvContentPartPr>
            <p14:xfrm>
              <a:off x="4519269" y="3859465"/>
              <a:ext cx="2331720" cy="5374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994AAC5-1CB1-4211-8CAA-5E83922900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01629" y="3823465"/>
                <a:ext cx="236736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A69FCC3E-6569-46A1-A6CC-C635270BD61E}"/>
                  </a:ext>
                </a:extLst>
              </p14:cNvPr>
              <p14:cNvContentPartPr/>
              <p14:nvPr/>
            </p14:nvContentPartPr>
            <p14:xfrm>
              <a:off x="6469029" y="4124785"/>
              <a:ext cx="407160" cy="3708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A69FCC3E-6569-46A1-A6CC-C635270BD6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51389" y="4089145"/>
                <a:ext cx="44280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B37690E-CF9C-4AF0-828B-D47F64564A4C}"/>
                  </a:ext>
                </a:extLst>
              </p14:cNvPr>
              <p14:cNvContentPartPr/>
              <p14:nvPr/>
            </p14:nvContentPartPr>
            <p14:xfrm>
              <a:off x="7145109" y="4113625"/>
              <a:ext cx="254520" cy="2332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B37690E-CF9C-4AF0-828B-D47F64564A4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27109" y="4077985"/>
                <a:ext cx="29016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67BA5DBF-F07A-4AF6-85A6-A714B9947A53}"/>
                  </a:ext>
                </a:extLst>
              </p14:cNvPr>
              <p14:cNvContentPartPr/>
              <p14:nvPr/>
            </p14:nvContentPartPr>
            <p14:xfrm>
              <a:off x="7465509" y="4106425"/>
              <a:ext cx="277200" cy="2293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67BA5DBF-F07A-4AF6-85A6-A714B9947A5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47509" y="4070785"/>
                <a:ext cx="3128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3EC5714C-6090-4534-9A69-6E820D9DE2CA}"/>
                  </a:ext>
                </a:extLst>
              </p14:cNvPr>
              <p14:cNvContentPartPr/>
              <p14:nvPr/>
            </p14:nvContentPartPr>
            <p14:xfrm>
              <a:off x="7889949" y="4114345"/>
              <a:ext cx="11160" cy="2253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3EC5714C-6090-4534-9A69-6E820D9DE2C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72309" y="4078705"/>
                <a:ext cx="468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8E7E0FAE-777F-4C71-A3B8-F4DC309215CD}"/>
                  </a:ext>
                </a:extLst>
              </p14:cNvPr>
              <p14:cNvContentPartPr/>
              <p14:nvPr/>
            </p14:nvContentPartPr>
            <p14:xfrm>
              <a:off x="7719309" y="3956305"/>
              <a:ext cx="435960" cy="194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8E7E0FAE-777F-4C71-A3B8-F4DC309215C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01669" y="3920305"/>
                <a:ext cx="471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0DDF5E64-4504-43DC-8237-540B7BB0C289}"/>
                  </a:ext>
                </a:extLst>
              </p14:cNvPr>
              <p14:cNvContentPartPr/>
              <p14:nvPr/>
            </p14:nvContentPartPr>
            <p14:xfrm>
              <a:off x="964989" y="2570665"/>
              <a:ext cx="145800" cy="3434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0DDF5E64-4504-43DC-8237-540B7BB0C28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7349" y="2535025"/>
                <a:ext cx="18144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A2B36D5B-8319-45B9-8D74-C02E81640AB9}"/>
                  </a:ext>
                </a:extLst>
              </p14:cNvPr>
              <p14:cNvContentPartPr/>
              <p14:nvPr/>
            </p14:nvContentPartPr>
            <p14:xfrm>
              <a:off x="1171269" y="2684065"/>
              <a:ext cx="120600" cy="1890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A2B36D5B-8319-45B9-8D74-C02E81640AB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53629" y="2648425"/>
                <a:ext cx="1562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923F849B-86E5-4E86-A01F-342A668CB391}"/>
                  </a:ext>
                </a:extLst>
              </p14:cNvPr>
              <p14:cNvContentPartPr/>
              <p14:nvPr/>
            </p14:nvContentPartPr>
            <p14:xfrm>
              <a:off x="1354509" y="2676145"/>
              <a:ext cx="127800" cy="1872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923F849B-86E5-4E86-A01F-342A668CB39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36509" y="2640145"/>
                <a:ext cx="1634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B307F07D-3E22-4219-98AC-B558B611D000}"/>
                  </a:ext>
                </a:extLst>
              </p14:cNvPr>
              <p14:cNvContentPartPr/>
              <p14:nvPr/>
            </p14:nvContentPartPr>
            <p14:xfrm>
              <a:off x="1585989" y="2579305"/>
              <a:ext cx="47160" cy="281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B307F07D-3E22-4219-98AC-B558B611D0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67989" y="2543305"/>
                <a:ext cx="8280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75C0B418-EA74-45F7-8B88-A2F2C5CB8D1D}"/>
                  </a:ext>
                </a:extLst>
              </p14:cNvPr>
              <p14:cNvContentPartPr/>
              <p14:nvPr/>
            </p14:nvContentPartPr>
            <p14:xfrm>
              <a:off x="1642509" y="2617825"/>
              <a:ext cx="201960" cy="211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75C0B418-EA74-45F7-8B88-A2F2C5CB8D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24509" y="2581825"/>
                <a:ext cx="2376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EB4C27C-88E4-4CEA-9D63-1DB8B0C41496}"/>
                  </a:ext>
                </a:extLst>
              </p14:cNvPr>
              <p14:cNvContentPartPr/>
              <p14:nvPr/>
            </p14:nvContentPartPr>
            <p14:xfrm>
              <a:off x="1866789" y="2583985"/>
              <a:ext cx="28800" cy="274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EB4C27C-88E4-4CEA-9D63-1DB8B0C414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48789" y="2547985"/>
                <a:ext cx="644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40483FF-248D-4FF8-BF02-00511D56E4FC}"/>
                  </a:ext>
                </a:extLst>
              </p14:cNvPr>
              <p14:cNvContentPartPr/>
              <p14:nvPr/>
            </p14:nvContentPartPr>
            <p14:xfrm>
              <a:off x="1969389" y="2574625"/>
              <a:ext cx="50040" cy="3315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40483FF-248D-4FF8-BF02-00511D56E4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51749" y="2538625"/>
                <a:ext cx="8568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B8A77E5-240A-4E68-9823-9EBD55F72AA0}"/>
                  </a:ext>
                </a:extLst>
              </p14:cNvPr>
              <p14:cNvContentPartPr/>
              <p14:nvPr/>
            </p14:nvContentPartPr>
            <p14:xfrm>
              <a:off x="1881549" y="2682265"/>
              <a:ext cx="144360" cy="270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B8A77E5-240A-4E68-9823-9EBD55F72A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63909" y="2646625"/>
                <a:ext cx="1800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7DE8B4FA-0E84-4BEE-A8F6-766588A0E507}"/>
                  </a:ext>
                </a:extLst>
              </p14:cNvPr>
              <p14:cNvContentPartPr/>
              <p14:nvPr/>
            </p14:nvContentPartPr>
            <p14:xfrm>
              <a:off x="2117349" y="2657785"/>
              <a:ext cx="173160" cy="373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7DE8B4FA-0E84-4BEE-A8F6-766588A0E50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99349" y="2621785"/>
                <a:ext cx="2088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D39D2A8-1B46-4DA1-AB29-9956FDE077A9}"/>
                  </a:ext>
                </a:extLst>
              </p14:cNvPr>
              <p14:cNvContentPartPr/>
              <p14:nvPr/>
            </p14:nvContentPartPr>
            <p14:xfrm>
              <a:off x="2136429" y="2824465"/>
              <a:ext cx="210600" cy="630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D39D2A8-1B46-4DA1-AB29-9956FDE077A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18789" y="2788825"/>
                <a:ext cx="2462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2B991179-EE1B-4D40-87D3-E47E51AF7958}"/>
                  </a:ext>
                </a:extLst>
              </p14:cNvPr>
              <p14:cNvContentPartPr/>
              <p14:nvPr/>
            </p14:nvContentPartPr>
            <p14:xfrm>
              <a:off x="6362109" y="4698265"/>
              <a:ext cx="50400" cy="2908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2B991179-EE1B-4D40-87D3-E47E51AF79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44109" y="4662265"/>
                <a:ext cx="860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44E8702D-04EA-48EE-BFCE-7BE93A3C75AA}"/>
                  </a:ext>
                </a:extLst>
              </p14:cNvPr>
              <p14:cNvContentPartPr/>
              <p14:nvPr/>
            </p14:nvContentPartPr>
            <p14:xfrm>
              <a:off x="6217749" y="5076985"/>
              <a:ext cx="443520" cy="16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44E8702D-04EA-48EE-BFCE-7BE93A3C75A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99749" y="5041345"/>
                <a:ext cx="4791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D9003590-65CF-4B50-8757-0BBBDD931014}"/>
                  </a:ext>
                </a:extLst>
              </p14:cNvPr>
              <p14:cNvContentPartPr/>
              <p14:nvPr/>
            </p14:nvContentPartPr>
            <p14:xfrm>
              <a:off x="6337989" y="5341945"/>
              <a:ext cx="223920" cy="3556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D9003590-65CF-4B50-8757-0BBBDD9310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20349" y="5305945"/>
                <a:ext cx="25956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720BCCF-D4AA-4D2E-A328-EE5068804F5B}"/>
                  </a:ext>
                </a:extLst>
              </p14:cNvPr>
              <p14:cNvContentPartPr/>
              <p14:nvPr/>
            </p14:nvContentPartPr>
            <p14:xfrm>
              <a:off x="6958629" y="4879705"/>
              <a:ext cx="23040" cy="2955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720BCCF-D4AA-4D2E-A328-EE5068804F5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40989" y="4844065"/>
                <a:ext cx="5868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E4CCACA5-8684-4809-B051-252D922D0DBB}"/>
                  </a:ext>
                </a:extLst>
              </p14:cNvPr>
              <p14:cNvContentPartPr/>
              <p14:nvPr/>
            </p14:nvContentPartPr>
            <p14:xfrm>
              <a:off x="7100829" y="4921825"/>
              <a:ext cx="179640" cy="1807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E4CCACA5-8684-4809-B051-252D922D0DB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83189" y="4886185"/>
                <a:ext cx="2152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4F8D087-5169-467B-99EE-7480D0E47EBE}"/>
                  </a:ext>
                </a:extLst>
              </p14:cNvPr>
              <p14:cNvContentPartPr/>
              <p14:nvPr/>
            </p14:nvContentPartPr>
            <p14:xfrm>
              <a:off x="7402509" y="4905985"/>
              <a:ext cx="260640" cy="2012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4F8D087-5169-467B-99EE-7480D0E47EB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84509" y="4869985"/>
                <a:ext cx="2962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583091FE-5470-44EB-94C6-0AFBD78E10AB}"/>
                  </a:ext>
                </a:extLst>
              </p14:cNvPr>
              <p14:cNvContentPartPr/>
              <p14:nvPr/>
            </p14:nvContentPartPr>
            <p14:xfrm>
              <a:off x="6835149" y="4850905"/>
              <a:ext cx="153000" cy="1468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583091FE-5470-44EB-94C6-0AFBD78E10A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817509" y="4814905"/>
                <a:ext cx="1886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BFEC6EB7-E752-48CB-85F1-85E73BB340BC}"/>
                  </a:ext>
                </a:extLst>
              </p14:cNvPr>
              <p14:cNvContentPartPr/>
              <p14:nvPr/>
            </p14:nvContentPartPr>
            <p14:xfrm>
              <a:off x="8044029" y="4817425"/>
              <a:ext cx="14040" cy="3297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BFEC6EB7-E752-48CB-85F1-85E73BB340B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26389" y="4781425"/>
                <a:ext cx="4968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08A529D7-1C1B-4EE8-8DB3-431D5D266228}"/>
                  </a:ext>
                </a:extLst>
              </p14:cNvPr>
              <p14:cNvContentPartPr/>
              <p14:nvPr/>
            </p14:nvContentPartPr>
            <p14:xfrm>
              <a:off x="8047269" y="4836505"/>
              <a:ext cx="327960" cy="2512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08A529D7-1C1B-4EE8-8DB3-431D5D26622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29629" y="4800865"/>
                <a:ext cx="36360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7C6EA4F9-93B8-4BDA-A134-9B6FC95FC12E}"/>
                  </a:ext>
                </a:extLst>
              </p14:cNvPr>
              <p14:cNvContentPartPr/>
              <p14:nvPr/>
            </p14:nvContentPartPr>
            <p14:xfrm>
              <a:off x="8412309" y="4845865"/>
              <a:ext cx="24480" cy="2721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7C6EA4F9-93B8-4BDA-A134-9B6FC95FC12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94669" y="4810225"/>
                <a:ext cx="6012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CE8A146-B2B8-47CF-8BEB-9665D6E5B4E9}"/>
                  </a:ext>
                </a:extLst>
              </p14:cNvPr>
              <p14:cNvContentPartPr/>
              <p14:nvPr/>
            </p14:nvContentPartPr>
            <p14:xfrm>
              <a:off x="8551629" y="4793305"/>
              <a:ext cx="10440" cy="2930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CE8A146-B2B8-47CF-8BEB-9665D6E5B4E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533989" y="4757305"/>
                <a:ext cx="460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8B262ACD-F67B-4DE4-B856-58BFBD6D6D0A}"/>
                  </a:ext>
                </a:extLst>
              </p14:cNvPr>
              <p14:cNvContentPartPr/>
              <p14:nvPr/>
            </p14:nvContentPartPr>
            <p14:xfrm>
              <a:off x="8407269" y="4935505"/>
              <a:ext cx="451800" cy="4233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8B262ACD-F67B-4DE4-B856-58BFBD6D6D0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89629" y="4899505"/>
                <a:ext cx="48744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394F602-B7D7-42B5-8F95-5FD33858CA44}"/>
                  </a:ext>
                </a:extLst>
              </p14:cNvPr>
              <p14:cNvContentPartPr/>
              <p14:nvPr/>
            </p14:nvContentPartPr>
            <p14:xfrm>
              <a:off x="9090909" y="5103985"/>
              <a:ext cx="20880" cy="72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394F602-B7D7-42B5-8F95-5FD33858CA4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072909" y="5068345"/>
                <a:ext cx="565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C70F0C93-D3DD-4203-A1A1-30FF8289C479}"/>
                  </a:ext>
                </a:extLst>
              </p14:cNvPr>
              <p14:cNvContentPartPr/>
              <p14:nvPr/>
            </p14:nvContentPartPr>
            <p14:xfrm>
              <a:off x="3538629" y="692545"/>
              <a:ext cx="28080" cy="317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C70F0C93-D3DD-4203-A1A1-30FF8289C47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20629" y="656905"/>
                <a:ext cx="637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19041EE6-B815-49B4-8E4C-93317C7C2BC6}"/>
                  </a:ext>
                </a:extLst>
              </p14:cNvPr>
              <p14:cNvContentPartPr/>
              <p14:nvPr/>
            </p14:nvContentPartPr>
            <p14:xfrm>
              <a:off x="3619989" y="711985"/>
              <a:ext cx="237600" cy="2638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19041EE6-B815-49B4-8E4C-93317C7C2BC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602349" y="675985"/>
                <a:ext cx="27324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90AADAE9-FFD4-4919-9171-2AD703C51295}"/>
                  </a:ext>
                </a:extLst>
              </p14:cNvPr>
              <p14:cNvContentPartPr/>
              <p14:nvPr/>
            </p14:nvContentPartPr>
            <p14:xfrm>
              <a:off x="3936429" y="755185"/>
              <a:ext cx="192600" cy="36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90AADAE9-FFD4-4919-9171-2AD703C5129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18429" y="719185"/>
                <a:ext cx="228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43376AB5-9089-40CF-8020-291BDC42FBA0}"/>
                  </a:ext>
                </a:extLst>
              </p14:cNvPr>
              <p14:cNvContentPartPr/>
              <p14:nvPr/>
            </p14:nvContentPartPr>
            <p14:xfrm>
              <a:off x="3941469" y="894865"/>
              <a:ext cx="242280" cy="234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43376AB5-9089-40CF-8020-291BDC42FBA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23469" y="858865"/>
                <a:ext cx="2779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9AE752BB-3D5D-4648-823C-E7C9C2C45DCB}"/>
                  </a:ext>
                </a:extLst>
              </p14:cNvPr>
              <p14:cNvContentPartPr/>
              <p14:nvPr/>
            </p14:nvContentPartPr>
            <p14:xfrm>
              <a:off x="4389669" y="645025"/>
              <a:ext cx="242640" cy="3639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9AE752BB-3D5D-4648-823C-E7C9C2C45D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372029" y="609385"/>
                <a:ext cx="27828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A8EC00DD-15DE-4D1D-881F-7F6149D5F4DF}"/>
                  </a:ext>
                </a:extLst>
              </p14:cNvPr>
              <p14:cNvContentPartPr/>
              <p14:nvPr/>
            </p14:nvContentPartPr>
            <p14:xfrm>
              <a:off x="3585429" y="875425"/>
              <a:ext cx="91440" cy="399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A8EC00DD-15DE-4D1D-881F-7F6149D5F4D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67429" y="839785"/>
                <a:ext cx="127080" cy="1116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Dreptunghi 42">
            <a:extLst>
              <a:ext uri="{FF2B5EF4-FFF2-40B4-BE49-F238E27FC236}">
                <a16:creationId xmlns:a16="http://schemas.microsoft.com/office/drawing/2014/main" id="{72964466-24BE-4E14-B81C-5D99D91EB50D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846916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13D6701D-DA7C-418E-8EEC-FBA69134280D}"/>
                  </a:ext>
                </a:extLst>
              </p14:cNvPr>
              <p14:cNvContentPartPr/>
              <p14:nvPr/>
            </p14:nvContentPartPr>
            <p14:xfrm>
              <a:off x="331749" y="111505"/>
              <a:ext cx="10893240" cy="652032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13D6701D-DA7C-418E-8EEC-FBA691342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749" y="93866"/>
                <a:ext cx="10928880" cy="655595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reptunghi 2">
            <a:extLst>
              <a:ext uri="{FF2B5EF4-FFF2-40B4-BE49-F238E27FC236}">
                <a16:creationId xmlns:a16="http://schemas.microsoft.com/office/drawing/2014/main" id="{92DEB1A9-749F-45F0-9999-246A7FAEDADA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2573354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BD2FBC83-369C-48DC-85CC-3EEAB55AF1A0}"/>
                  </a:ext>
                </a:extLst>
              </p14:cNvPr>
              <p14:cNvContentPartPr/>
              <p14:nvPr/>
            </p14:nvContentPartPr>
            <p14:xfrm>
              <a:off x="659701" y="826201"/>
              <a:ext cx="7149960" cy="371520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BD2FBC83-369C-48DC-85CC-3EEAB55AF1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701" y="808199"/>
                <a:ext cx="7185600" cy="3750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8AB1A03-683E-4859-8B08-C223D4910365}"/>
                  </a:ext>
                </a:extLst>
              </p14:cNvPr>
              <p14:cNvContentPartPr/>
              <p14:nvPr/>
            </p14:nvContentPartPr>
            <p14:xfrm>
              <a:off x="842941" y="2225521"/>
              <a:ext cx="752760" cy="19800"/>
            </p14:xfrm>
          </p:contentPart>
        </mc:Choice>
        <mc:Fallback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8AB1A03-683E-4859-8B08-C223D49103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4941" y="2189521"/>
                <a:ext cx="788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6F8B634-45EF-402F-8899-6AC2EAB4EE04}"/>
                  </a:ext>
                </a:extLst>
              </p14:cNvPr>
              <p14:cNvContentPartPr/>
              <p14:nvPr/>
            </p14:nvContentPartPr>
            <p14:xfrm>
              <a:off x="1353061" y="2098081"/>
              <a:ext cx="326520" cy="304920"/>
            </p14:xfrm>
          </p:contentPart>
        </mc:Choice>
        <mc:Fallback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6F8B634-45EF-402F-8899-6AC2EAB4EE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5061" y="2062081"/>
                <a:ext cx="3621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0865A3B-7756-4E27-8A15-F11AC491703B}"/>
                  </a:ext>
                </a:extLst>
              </p14:cNvPr>
              <p14:cNvContentPartPr/>
              <p14:nvPr/>
            </p14:nvContentPartPr>
            <p14:xfrm>
              <a:off x="1064341" y="1475281"/>
              <a:ext cx="24840" cy="246960"/>
            </p14:xfrm>
          </p:contentPart>
        </mc:Choice>
        <mc:Fallback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0865A3B-7756-4E27-8A15-F11AC49170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6598" y="1439281"/>
                <a:ext cx="59971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FE0F470-4D1D-46F5-8B1E-3A671A194CC0}"/>
                  </a:ext>
                </a:extLst>
              </p14:cNvPr>
              <p14:cNvContentPartPr/>
              <p14:nvPr/>
            </p14:nvContentPartPr>
            <p14:xfrm>
              <a:off x="1190341" y="1499401"/>
              <a:ext cx="42840" cy="221040"/>
            </p14:xfrm>
          </p:contentPart>
        </mc:Choice>
        <mc:Fallback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FE0F470-4D1D-46F5-8B1E-3A671A194C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2341" y="1463460"/>
                <a:ext cx="78480" cy="292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1E9B47D4-8B02-4E7D-9A24-E5A22DD92C2A}"/>
                  </a:ext>
                </a:extLst>
              </p14:cNvPr>
              <p14:cNvContentPartPr/>
              <p14:nvPr/>
            </p14:nvContentPartPr>
            <p14:xfrm>
              <a:off x="1184221" y="1396801"/>
              <a:ext cx="215640" cy="311400"/>
            </p14:xfrm>
          </p:contentPart>
        </mc:Choice>
        <mc:Fallback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1E9B47D4-8B02-4E7D-9A24-E5A22DD92C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6221" y="1360759"/>
                <a:ext cx="251280" cy="383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CA15A164-EB8D-47DF-9F51-0F5A312E001C}"/>
                  </a:ext>
                </a:extLst>
              </p14:cNvPr>
              <p14:cNvContentPartPr/>
              <p14:nvPr/>
            </p14:nvContentPartPr>
            <p14:xfrm>
              <a:off x="1464301" y="724321"/>
              <a:ext cx="70560" cy="52920"/>
            </p14:xfrm>
          </p:contentPart>
        </mc:Choice>
        <mc:Fallback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CA15A164-EB8D-47DF-9F51-0F5A312E00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46301" y="706198"/>
                <a:ext cx="106200" cy="88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3CE5DC7-520C-4074-9295-B38BFE870E0D}"/>
                  </a:ext>
                </a:extLst>
              </p14:cNvPr>
              <p14:cNvContentPartPr/>
              <p14:nvPr/>
            </p14:nvContentPartPr>
            <p14:xfrm>
              <a:off x="1476541" y="894601"/>
              <a:ext cx="47160" cy="71640"/>
            </p14:xfrm>
          </p:contentPart>
        </mc:Choice>
        <mc:Fallback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3CE5DC7-520C-4074-9295-B38BFE870E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58541" y="876601"/>
                <a:ext cx="828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EE00208-5749-44BE-AF1A-C326CF3ED3EC}"/>
                  </a:ext>
                </a:extLst>
              </p14:cNvPr>
              <p14:cNvContentPartPr/>
              <p14:nvPr/>
            </p14:nvContentPartPr>
            <p14:xfrm>
              <a:off x="4692781" y="550801"/>
              <a:ext cx="174240" cy="281160"/>
            </p14:xfrm>
          </p:contentPart>
        </mc:Choice>
        <mc:Fallback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EE00208-5749-44BE-AF1A-C326CF3ED3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74744" y="532801"/>
                <a:ext cx="209954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0D75445-2832-49B2-978E-560D2241E5E4}"/>
                  </a:ext>
                </a:extLst>
              </p14:cNvPr>
              <p14:cNvContentPartPr/>
              <p14:nvPr/>
            </p14:nvContentPartPr>
            <p14:xfrm>
              <a:off x="4744621" y="948241"/>
              <a:ext cx="109800" cy="70920"/>
            </p14:xfrm>
          </p:contentPart>
        </mc:Choice>
        <mc:Fallback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0D75445-2832-49B2-978E-560D2241E5E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26621" y="930241"/>
                <a:ext cx="1454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E9A634B-8F30-482B-9B9A-2DC0C602D3AB}"/>
                  </a:ext>
                </a:extLst>
              </p14:cNvPr>
              <p14:cNvContentPartPr/>
              <p14:nvPr/>
            </p14:nvContentPartPr>
            <p14:xfrm>
              <a:off x="4168981" y="560881"/>
              <a:ext cx="329040" cy="301320"/>
            </p14:xfrm>
          </p:contentPart>
        </mc:Choice>
        <mc:Fallback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E9A634B-8F30-482B-9B9A-2DC0C602D3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50981" y="542881"/>
                <a:ext cx="3646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9C4FB0C-AACD-4663-B6AB-C0847CADF38A}"/>
                  </a:ext>
                </a:extLst>
              </p14:cNvPr>
              <p14:cNvContentPartPr/>
              <p14:nvPr/>
            </p14:nvContentPartPr>
            <p14:xfrm>
              <a:off x="2979541" y="506521"/>
              <a:ext cx="618120" cy="378360"/>
            </p14:xfrm>
          </p:contentPart>
        </mc:Choice>
        <mc:Fallback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9C4FB0C-AACD-4663-B6AB-C0847CADF3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61541" y="488538"/>
                <a:ext cx="653760" cy="413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A3C72D7-2A93-46CC-9842-1D9D09AA7C0E}"/>
                  </a:ext>
                </a:extLst>
              </p14:cNvPr>
              <p14:cNvContentPartPr/>
              <p14:nvPr/>
            </p14:nvContentPartPr>
            <p14:xfrm>
              <a:off x="2036341" y="516961"/>
              <a:ext cx="726840" cy="400320"/>
            </p14:xfrm>
          </p:contentPart>
        </mc:Choice>
        <mc:Fallback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A3C72D7-2A93-46CC-9842-1D9D09AA7C0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18341" y="498961"/>
                <a:ext cx="7624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11159414-AECD-4718-9BB6-A5A368ED3A8D}"/>
                  </a:ext>
                </a:extLst>
              </p14:cNvPr>
              <p14:cNvContentPartPr/>
              <p14:nvPr/>
            </p14:nvContentPartPr>
            <p14:xfrm>
              <a:off x="616501" y="1108081"/>
              <a:ext cx="610920" cy="57240"/>
            </p14:xfrm>
          </p:contentPart>
        </mc:Choice>
        <mc:Fallback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11159414-AECD-4718-9BB6-A5A368ED3A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8501" y="1090081"/>
                <a:ext cx="6465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BA1D3863-FEA0-4720-8F45-56E1FCAAEF10}"/>
                  </a:ext>
                </a:extLst>
              </p14:cNvPr>
              <p14:cNvContentPartPr/>
              <p14:nvPr/>
            </p14:nvContentPartPr>
            <p14:xfrm>
              <a:off x="495901" y="539641"/>
              <a:ext cx="745920" cy="446040"/>
            </p14:xfrm>
          </p:contentPart>
        </mc:Choice>
        <mc:Fallback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BA1D3863-FEA0-4720-8F45-56E1FCAAEF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7892" y="521641"/>
                <a:ext cx="781577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BA53D91-575B-4DFB-A849-6046D9143406}"/>
                  </a:ext>
                </a:extLst>
              </p14:cNvPr>
              <p14:cNvContentPartPr/>
              <p14:nvPr/>
            </p14:nvContentPartPr>
            <p14:xfrm>
              <a:off x="4424221" y="2538721"/>
              <a:ext cx="7920" cy="59760"/>
            </p14:xfrm>
          </p:contentPart>
        </mc:Choice>
        <mc:Fallback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BA53D91-575B-4DFB-A849-6046D91434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05364" y="2520721"/>
                <a:ext cx="45257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8ECFC6F-03DB-491F-8F11-4A971F2D3AF3}"/>
                  </a:ext>
                </a:extLst>
              </p14:cNvPr>
              <p14:cNvContentPartPr/>
              <p14:nvPr/>
            </p14:nvContentPartPr>
            <p14:xfrm>
              <a:off x="3771541" y="2153881"/>
              <a:ext cx="698400" cy="329040"/>
            </p14:xfrm>
          </p:contentPart>
        </mc:Choice>
        <mc:Fallback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8ECFC6F-03DB-491F-8F11-4A971F2D3A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53532" y="2135881"/>
                <a:ext cx="734058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E159E3EA-2C15-4FE6-817B-A53127E95599}"/>
                  </a:ext>
                </a:extLst>
              </p14:cNvPr>
              <p14:cNvContentPartPr/>
              <p14:nvPr/>
            </p14:nvContentPartPr>
            <p14:xfrm>
              <a:off x="518221" y="3337561"/>
              <a:ext cx="11311920" cy="3205080"/>
            </p14:xfrm>
          </p:contentPart>
        </mc:Choice>
        <mc:Fallback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E159E3EA-2C15-4FE6-817B-A53127E955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0221" y="3319559"/>
                <a:ext cx="11347560" cy="3240724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Dreptunghi 20">
            <a:extLst>
              <a:ext uri="{FF2B5EF4-FFF2-40B4-BE49-F238E27FC236}">
                <a16:creationId xmlns:a16="http://schemas.microsoft.com/office/drawing/2014/main" id="{D6C5E4BC-95E4-4C05-B582-1103C0111322}"/>
              </a:ext>
            </a:extLst>
          </p:cNvPr>
          <p:cNvSpPr/>
          <p:nvPr/>
        </p:nvSpPr>
        <p:spPr>
          <a:xfrm>
            <a:off x="243904" y="45757"/>
            <a:ext cx="4921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Realizarea divizoarelor de frecvență cu factor fix   </a:t>
            </a:r>
          </a:p>
        </p:txBody>
      </p:sp>
    </p:spTree>
    <p:extLst>
      <p:ext uri="{BB962C8B-B14F-4D97-AF65-F5344CB8AC3E}">
        <p14:creationId xmlns:p14="http://schemas.microsoft.com/office/powerpoint/2010/main" val="703153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648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D25E6D4-330C-40BE-8A60-9832B1EAA3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60" y="1051586"/>
            <a:ext cx="9052461" cy="24688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CF9F7E8-73B3-4DCA-AD19-A7F2F9411D28}"/>
                  </a:ext>
                </a:extLst>
              </p14:cNvPr>
              <p14:cNvContentPartPr/>
              <p14:nvPr/>
            </p14:nvContentPartPr>
            <p14:xfrm>
              <a:off x="4305917" y="549004"/>
              <a:ext cx="2764080" cy="139932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CF9F7E8-73B3-4DCA-AD19-A7F2F9411D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8275" y="531004"/>
                <a:ext cx="2799725" cy="14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A32CAD6-E8E0-4591-A5BE-EAEE75058233}"/>
                  </a:ext>
                </a:extLst>
              </p14:cNvPr>
              <p14:cNvContentPartPr/>
              <p14:nvPr/>
            </p14:nvContentPartPr>
            <p14:xfrm>
              <a:off x="363557" y="2175124"/>
              <a:ext cx="11378520" cy="39301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A32CAD6-E8E0-4591-A5BE-EAEE750582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558" y="2157122"/>
                <a:ext cx="11414159" cy="396576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reptunghi 4">
            <a:extLst>
              <a:ext uri="{FF2B5EF4-FFF2-40B4-BE49-F238E27FC236}">
                <a16:creationId xmlns:a16="http://schemas.microsoft.com/office/drawing/2014/main" id="{950AD4E0-E911-4EDC-89E9-6DD719D6F92D}"/>
              </a:ext>
            </a:extLst>
          </p:cNvPr>
          <p:cNvSpPr/>
          <p:nvPr/>
        </p:nvSpPr>
        <p:spPr>
          <a:xfrm>
            <a:off x="243904" y="45757"/>
            <a:ext cx="1832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Ceas electronic    </a:t>
            </a:r>
          </a:p>
        </p:txBody>
      </p:sp>
    </p:spTree>
    <p:extLst>
      <p:ext uri="{BB962C8B-B14F-4D97-AF65-F5344CB8AC3E}">
        <p14:creationId xmlns:p14="http://schemas.microsoft.com/office/powerpoint/2010/main" val="2905078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B499235-9382-4856-BDD0-0EF04211D7F8}"/>
                  </a:ext>
                </a:extLst>
              </p14:cNvPr>
              <p14:cNvContentPartPr/>
              <p14:nvPr/>
            </p14:nvContentPartPr>
            <p14:xfrm>
              <a:off x="1046837" y="1086124"/>
              <a:ext cx="14040" cy="9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B499235-9382-4856-BDD0-0EF04211D7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8837" y="1068124"/>
                <a:ext cx="49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03A85B1-280A-485F-8103-12F5FA509492}"/>
                  </a:ext>
                </a:extLst>
              </p14:cNvPr>
              <p14:cNvContentPartPr/>
              <p14:nvPr/>
            </p14:nvContentPartPr>
            <p14:xfrm>
              <a:off x="496037" y="855364"/>
              <a:ext cx="439200" cy="2678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03A85B1-280A-485F-8103-12F5FA5094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8397" y="837364"/>
                <a:ext cx="4748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0373BCC-AC5C-419C-9578-C30843A0D38D}"/>
                  </a:ext>
                </a:extLst>
              </p14:cNvPr>
              <p14:cNvContentPartPr/>
              <p14:nvPr/>
            </p14:nvContentPartPr>
            <p14:xfrm>
              <a:off x="943517" y="1700644"/>
              <a:ext cx="262440" cy="6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0373BCC-AC5C-419C-9578-C30843A0D3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5877" y="1682644"/>
                <a:ext cx="2980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145FCFA-97A2-4F10-A856-A04213A2BE7F}"/>
                  </a:ext>
                </a:extLst>
              </p14:cNvPr>
              <p14:cNvContentPartPr/>
              <p14:nvPr/>
            </p14:nvContentPartPr>
            <p14:xfrm>
              <a:off x="919037" y="2202124"/>
              <a:ext cx="194760" cy="97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145FCFA-97A2-4F10-A856-A04213A2BE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1037" y="2184484"/>
                <a:ext cx="230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441CFEDC-73B9-4FA7-AC3C-3616346472B1}"/>
                  </a:ext>
                </a:extLst>
              </p14:cNvPr>
              <p14:cNvContentPartPr/>
              <p14:nvPr/>
            </p14:nvContentPartPr>
            <p14:xfrm>
              <a:off x="9965117" y="1680844"/>
              <a:ext cx="1077480" cy="2768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441CFEDC-73B9-4FA7-AC3C-3616346472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47477" y="1663204"/>
                <a:ext cx="11131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2BADE2E3-AF87-4F24-B0CA-E989179612E3}"/>
                  </a:ext>
                </a:extLst>
              </p14:cNvPr>
              <p14:cNvContentPartPr/>
              <p14:nvPr/>
            </p14:nvContentPartPr>
            <p14:xfrm>
              <a:off x="982757" y="3264124"/>
              <a:ext cx="212400" cy="190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2BADE2E3-AF87-4F24-B0CA-E989179612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5117" y="3246124"/>
                <a:ext cx="2480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77972BA4-FEA2-43E5-8DD8-DB0F83A7DADB}"/>
                  </a:ext>
                </a:extLst>
              </p14:cNvPr>
              <p14:cNvContentPartPr/>
              <p14:nvPr/>
            </p14:nvContentPartPr>
            <p14:xfrm>
              <a:off x="10023437" y="2955964"/>
              <a:ext cx="128880" cy="1875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77972BA4-FEA2-43E5-8DD8-DB0F83A7DA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05797" y="2938324"/>
                <a:ext cx="1645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85FC457A-457E-420D-A559-05862D575CB0}"/>
                  </a:ext>
                </a:extLst>
              </p14:cNvPr>
              <p14:cNvContentPartPr/>
              <p14:nvPr/>
            </p14:nvContentPartPr>
            <p14:xfrm>
              <a:off x="10579277" y="2924644"/>
              <a:ext cx="421920" cy="1958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85FC457A-457E-420D-A559-05862D575C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61277" y="2907004"/>
                <a:ext cx="45756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61F9D168-433C-43A0-8615-16DC5DF6BF45}"/>
                  </a:ext>
                </a:extLst>
              </p14:cNvPr>
              <p14:cNvContentPartPr/>
              <p14:nvPr/>
            </p14:nvContentPartPr>
            <p14:xfrm>
              <a:off x="1405757" y="690484"/>
              <a:ext cx="8295840" cy="30834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61F9D168-433C-43A0-8615-16DC5DF6BF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88117" y="672486"/>
                <a:ext cx="8331480" cy="31190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11BA1F8A-F801-47EE-8F79-35B319DD7723}"/>
                  </a:ext>
                </a:extLst>
              </p14:cNvPr>
              <p14:cNvContentPartPr/>
              <p14:nvPr/>
            </p14:nvContentPartPr>
            <p14:xfrm>
              <a:off x="4181717" y="3955324"/>
              <a:ext cx="116280" cy="1789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11BA1F8A-F801-47EE-8F79-35B319DD772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64077" y="3937684"/>
                <a:ext cx="1519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944B32EC-FE95-4680-81AE-2F1129FCC18C}"/>
                  </a:ext>
                </a:extLst>
              </p14:cNvPr>
              <p14:cNvContentPartPr/>
              <p14:nvPr/>
            </p14:nvContentPartPr>
            <p14:xfrm>
              <a:off x="3841517" y="4298044"/>
              <a:ext cx="455040" cy="16596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944B32EC-FE95-4680-81AE-2F1129FCC1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23517" y="4280044"/>
                <a:ext cx="4906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8EFB457B-DCF2-4862-BFFE-49C7566394B2}"/>
                  </a:ext>
                </a:extLst>
              </p14:cNvPr>
              <p14:cNvContentPartPr/>
              <p14:nvPr/>
            </p14:nvContentPartPr>
            <p14:xfrm>
              <a:off x="3549197" y="4241164"/>
              <a:ext cx="160920" cy="23112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8EFB457B-DCF2-4862-BFFE-49C7566394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31197" y="4223192"/>
                <a:ext cx="196560" cy="2667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1BEEDED0-8CFF-4BF2-8AA2-34890206EFEF}"/>
                  </a:ext>
                </a:extLst>
              </p14:cNvPr>
              <p14:cNvContentPartPr/>
              <p14:nvPr/>
            </p14:nvContentPartPr>
            <p14:xfrm>
              <a:off x="2805797" y="4281484"/>
              <a:ext cx="482760" cy="2041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1BEEDED0-8CFF-4BF2-8AA2-34890206EFE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88157" y="4263875"/>
                <a:ext cx="518400" cy="239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C1FAD717-D167-414B-8FF6-E91BB129455A}"/>
                  </a:ext>
                </a:extLst>
              </p14:cNvPr>
              <p14:cNvContentPartPr/>
              <p14:nvPr/>
            </p14:nvContentPartPr>
            <p14:xfrm>
              <a:off x="3346157" y="3951004"/>
              <a:ext cx="674280" cy="1850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C1FAD717-D167-414B-8FF6-E91BB129455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28167" y="3933039"/>
                <a:ext cx="709901" cy="220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4FEB854-646C-4002-A5E3-3A30DFB78B60}"/>
                  </a:ext>
                </a:extLst>
              </p14:cNvPr>
              <p14:cNvContentPartPr/>
              <p14:nvPr/>
            </p14:nvContentPartPr>
            <p14:xfrm>
              <a:off x="5766437" y="4173484"/>
              <a:ext cx="366120" cy="2336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4FEB854-646C-4002-A5E3-3A30DFB78B6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48437" y="4155484"/>
                <a:ext cx="4017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240785EF-46F7-48AE-BEF1-668EAE9B1F52}"/>
                  </a:ext>
                </a:extLst>
              </p14:cNvPr>
              <p14:cNvContentPartPr/>
              <p14:nvPr/>
            </p14:nvContentPartPr>
            <p14:xfrm>
              <a:off x="4348757" y="5058004"/>
              <a:ext cx="302400" cy="14832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240785EF-46F7-48AE-BEF1-668EAE9B1F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31117" y="5040364"/>
                <a:ext cx="3380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3B96E5EB-8056-4696-890E-5B21D40FCE2D}"/>
                  </a:ext>
                </a:extLst>
              </p14:cNvPr>
              <p14:cNvContentPartPr/>
              <p14:nvPr/>
            </p14:nvContentPartPr>
            <p14:xfrm>
              <a:off x="5183957" y="4826524"/>
              <a:ext cx="1193760" cy="5706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3B96E5EB-8056-4696-890E-5B21D40FCE2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66317" y="4808873"/>
                <a:ext cx="1229400" cy="606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DD1A6147-4937-44C9-856E-34B90F24011F}"/>
                  </a:ext>
                </a:extLst>
              </p14:cNvPr>
              <p14:cNvContentPartPr/>
              <p14:nvPr/>
            </p14:nvContentPartPr>
            <p14:xfrm>
              <a:off x="9951797" y="4694764"/>
              <a:ext cx="734040" cy="33048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DD1A6147-4937-44C9-856E-34B90F24011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33797" y="4677124"/>
                <a:ext cx="7696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3E1BD6D6-C7DA-4904-BBA9-8FB7D632A3E2}"/>
                  </a:ext>
                </a:extLst>
              </p14:cNvPr>
              <p14:cNvContentPartPr/>
              <p14:nvPr/>
            </p14:nvContentPartPr>
            <p14:xfrm>
              <a:off x="10889597" y="4915804"/>
              <a:ext cx="81720" cy="19332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3E1BD6D6-C7DA-4904-BBA9-8FB7D632A3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71597" y="4898164"/>
                <a:ext cx="117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346571E5-6D01-484A-B5AC-529CE00A0153}"/>
                  </a:ext>
                </a:extLst>
              </p14:cNvPr>
              <p14:cNvContentPartPr/>
              <p14:nvPr/>
            </p14:nvContentPartPr>
            <p14:xfrm>
              <a:off x="10934957" y="4742644"/>
              <a:ext cx="17640" cy="792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346571E5-6D01-484A-B5AC-529CE00A015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16957" y="4725004"/>
                <a:ext cx="532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4BF904BF-AF57-4E30-AD09-BEDA7E532D28}"/>
                  </a:ext>
                </a:extLst>
              </p14:cNvPr>
              <p14:cNvContentPartPr/>
              <p14:nvPr/>
            </p14:nvContentPartPr>
            <p14:xfrm>
              <a:off x="11104517" y="4648324"/>
              <a:ext cx="788400" cy="37044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4BF904BF-AF57-4E30-AD09-BEDA7E532D2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86517" y="4630324"/>
                <a:ext cx="82404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16D6D72B-A702-4191-AF34-C9AF372FFE49}"/>
                  </a:ext>
                </a:extLst>
              </p14:cNvPr>
              <p14:cNvContentPartPr/>
              <p14:nvPr/>
            </p14:nvContentPartPr>
            <p14:xfrm>
              <a:off x="889517" y="5805364"/>
              <a:ext cx="264960" cy="576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16D6D72B-A702-4191-AF34-C9AF372FFE4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1877" y="5787724"/>
                <a:ext cx="300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745A9818-21BA-465F-9CC1-930170191795}"/>
                  </a:ext>
                </a:extLst>
              </p14:cNvPr>
              <p14:cNvContentPartPr/>
              <p14:nvPr/>
            </p14:nvContentPartPr>
            <p14:xfrm>
              <a:off x="6681917" y="5402164"/>
              <a:ext cx="1410120" cy="48852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745A9818-21BA-465F-9CC1-93017019179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64272" y="5384524"/>
                <a:ext cx="1445769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828143FD-353E-43E9-A7F5-FB37985B8996}"/>
                  </a:ext>
                </a:extLst>
              </p14:cNvPr>
              <p14:cNvContentPartPr/>
              <p14:nvPr/>
            </p14:nvContentPartPr>
            <p14:xfrm>
              <a:off x="5713517" y="5490364"/>
              <a:ext cx="685440" cy="24876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828143FD-353E-43E9-A7F5-FB37985B899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95526" y="5472724"/>
                <a:ext cx="72106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01B2C97F-B080-4F42-A118-66FE1780BB61}"/>
                  </a:ext>
                </a:extLst>
              </p14:cNvPr>
              <p14:cNvContentPartPr/>
              <p14:nvPr/>
            </p14:nvContentPartPr>
            <p14:xfrm>
              <a:off x="4000997" y="5559844"/>
              <a:ext cx="1409760" cy="24660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01B2C97F-B080-4F42-A118-66FE1780BB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82997" y="5542204"/>
                <a:ext cx="14454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242ACFA1-004B-41B2-A938-A6FAA8A56E2B}"/>
                  </a:ext>
                </a:extLst>
              </p14:cNvPr>
              <p14:cNvContentPartPr/>
              <p14:nvPr/>
            </p14:nvContentPartPr>
            <p14:xfrm>
              <a:off x="9328997" y="5460844"/>
              <a:ext cx="472680" cy="28692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242ACFA1-004B-41B2-A938-A6FAA8A56E2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10997" y="5443204"/>
                <a:ext cx="50832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EC79B388-8679-4869-B6CE-23ABCB9AF6CD}"/>
                  </a:ext>
                </a:extLst>
              </p14:cNvPr>
              <p14:cNvContentPartPr/>
              <p14:nvPr/>
            </p14:nvContentPartPr>
            <p14:xfrm>
              <a:off x="8553917" y="5520604"/>
              <a:ext cx="467280" cy="34020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EC79B388-8679-4869-B6CE-23ABCB9AF6C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35917" y="5502604"/>
                <a:ext cx="5029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8D5648C4-A9A1-4B8C-84D6-3AC082B6B1DA}"/>
                  </a:ext>
                </a:extLst>
              </p14:cNvPr>
              <p14:cNvContentPartPr/>
              <p14:nvPr/>
            </p14:nvContentPartPr>
            <p14:xfrm>
              <a:off x="10084637" y="5376244"/>
              <a:ext cx="1754640" cy="33552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8D5648C4-A9A1-4B8C-84D6-3AC082B6B1D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066993" y="5358263"/>
                <a:ext cx="1790287" cy="371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47870790-35A8-47F9-81A0-0A9378F47A69}"/>
                  </a:ext>
                </a:extLst>
              </p14:cNvPr>
              <p14:cNvContentPartPr/>
              <p14:nvPr/>
            </p14:nvContentPartPr>
            <p14:xfrm>
              <a:off x="4131317" y="6226924"/>
              <a:ext cx="617400" cy="11880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47870790-35A8-47F9-81A0-0A9378F47A6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13317" y="6209284"/>
                <a:ext cx="6530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88833965-8BF7-4279-B3A5-97F75418407A}"/>
                  </a:ext>
                </a:extLst>
              </p14:cNvPr>
              <p14:cNvContentPartPr/>
              <p14:nvPr/>
            </p14:nvContentPartPr>
            <p14:xfrm>
              <a:off x="6032477" y="6184084"/>
              <a:ext cx="78480" cy="2124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88833965-8BF7-4279-B3A5-97F75418407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14477" y="6166444"/>
                <a:ext cx="1141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5EC31A59-9F63-4FEF-8BA0-6B169D3EC2A9}"/>
                  </a:ext>
                </a:extLst>
              </p14:cNvPr>
              <p14:cNvContentPartPr/>
              <p14:nvPr/>
            </p14:nvContentPartPr>
            <p14:xfrm>
              <a:off x="6500477" y="6229804"/>
              <a:ext cx="499680" cy="12960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5EC31A59-9F63-4FEF-8BA0-6B169D3EC2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82477" y="6211804"/>
                <a:ext cx="5353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1061D29D-DC63-4D8C-A35E-CA5A1299D5F5}"/>
                  </a:ext>
                </a:extLst>
              </p14:cNvPr>
              <p14:cNvContentPartPr/>
              <p14:nvPr/>
            </p14:nvContentPartPr>
            <p14:xfrm>
              <a:off x="5003237" y="6056284"/>
              <a:ext cx="342000" cy="36108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1061D29D-DC63-4D8C-A35E-CA5A1299D5F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85237" y="6038626"/>
                <a:ext cx="377640" cy="396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15" name="Cerneală 314">
                <a:extLst>
                  <a:ext uri="{FF2B5EF4-FFF2-40B4-BE49-F238E27FC236}">
                    <a16:creationId xmlns:a16="http://schemas.microsoft.com/office/drawing/2014/main" id="{04FDF209-062D-4E37-867D-0229C1DDED1A}"/>
                  </a:ext>
                </a:extLst>
              </p14:cNvPr>
              <p14:cNvContentPartPr/>
              <p14:nvPr/>
            </p14:nvContentPartPr>
            <p14:xfrm>
              <a:off x="6667517" y="3852724"/>
              <a:ext cx="2735640" cy="1328760"/>
            </p14:xfrm>
          </p:contentPart>
        </mc:Choice>
        <mc:Fallback xmlns="">
          <p:pic>
            <p:nvPicPr>
              <p:cNvPr id="315" name="Cerneală 314">
                <a:extLst>
                  <a:ext uri="{FF2B5EF4-FFF2-40B4-BE49-F238E27FC236}">
                    <a16:creationId xmlns:a16="http://schemas.microsoft.com/office/drawing/2014/main" id="{04FDF209-062D-4E37-867D-0229C1DDED1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49875" y="3834724"/>
                <a:ext cx="2771285" cy="13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23" name="Cerneală 322">
                <a:extLst>
                  <a:ext uri="{FF2B5EF4-FFF2-40B4-BE49-F238E27FC236}">
                    <a16:creationId xmlns:a16="http://schemas.microsoft.com/office/drawing/2014/main" id="{9D048D26-7505-4FA7-9CB9-3884DA2FA03E}"/>
                  </a:ext>
                </a:extLst>
              </p14:cNvPr>
              <p14:cNvContentPartPr/>
              <p14:nvPr/>
            </p14:nvContentPartPr>
            <p14:xfrm>
              <a:off x="1338797" y="4812484"/>
              <a:ext cx="2520720" cy="1991520"/>
            </p14:xfrm>
          </p:contentPart>
        </mc:Choice>
        <mc:Fallback xmlns="">
          <p:pic>
            <p:nvPicPr>
              <p:cNvPr id="323" name="Cerneală 322">
                <a:extLst>
                  <a:ext uri="{FF2B5EF4-FFF2-40B4-BE49-F238E27FC236}">
                    <a16:creationId xmlns:a16="http://schemas.microsoft.com/office/drawing/2014/main" id="{9D048D26-7505-4FA7-9CB9-3884DA2FA0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21154" y="4794844"/>
                <a:ext cx="2556365" cy="20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916B6B90-37D0-4C75-A03D-E3C882B38C93}"/>
                  </a:ext>
                </a:extLst>
              </p14:cNvPr>
              <p14:cNvContentPartPr/>
              <p14:nvPr/>
            </p14:nvContentPartPr>
            <p14:xfrm>
              <a:off x="7364117" y="6076444"/>
              <a:ext cx="4540320" cy="65916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916B6B90-37D0-4C75-A03D-E3C882B38C9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346118" y="6058434"/>
                <a:ext cx="4575957" cy="694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50" name="Cerneală 349">
                <a:extLst>
                  <a:ext uri="{FF2B5EF4-FFF2-40B4-BE49-F238E27FC236}">
                    <a16:creationId xmlns:a16="http://schemas.microsoft.com/office/drawing/2014/main" id="{309BF554-6F0E-4761-BA11-9F0B5D74BB76}"/>
                  </a:ext>
                </a:extLst>
              </p14:cNvPr>
              <p14:cNvContentPartPr/>
              <p14:nvPr/>
            </p14:nvContentPartPr>
            <p14:xfrm>
              <a:off x="6459437" y="6467404"/>
              <a:ext cx="552600" cy="257040"/>
            </p14:xfrm>
          </p:contentPart>
        </mc:Choice>
        <mc:Fallback xmlns="">
          <p:pic>
            <p:nvPicPr>
              <p:cNvPr id="350" name="Cerneală 349">
                <a:extLst>
                  <a:ext uri="{FF2B5EF4-FFF2-40B4-BE49-F238E27FC236}">
                    <a16:creationId xmlns:a16="http://schemas.microsoft.com/office/drawing/2014/main" id="{309BF554-6F0E-4761-BA11-9F0B5D74BB7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41437" y="6449404"/>
                <a:ext cx="5882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51" name="Cerneală 350">
                <a:extLst>
                  <a:ext uri="{FF2B5EF4-FFF2-40B4-BE49-F238E27FC236}">
                    <a16:creationId xmlns:a16="http://schemas.microsoft.com/office/drawing/2014/main" id="{75A1110B-AEB7-4A49-8C44-064919954366}"/>
                  </a:ext>
                </a:extLst>
              </p14:cNvPr>
              <p14:cNvContentPartPr/>
              <p14:nvPr/>
            </p14:nvContentPartPr>
            <p14:xfrm>
              <a:off x="5629277" y="6252124"/>
              <a:ext cx="606960" cy="504360"/>
            </p14:xfrm>
          </p:contentPart>
        </mc:Choice>
        <mc:Fallback xmlns="">
          <p:pic>
            <p:nvPicPr>
              <p:cNvPr id="351" name="Cerneală 350">
                <a:extLst>
                  <a:ext uri="{FF2B5EF4-FFF2-40B4-BE49-F238E27FC236}">
                    <a16:creationId xmlns:a16="http://schemas.microsoft.com/office/drawing/2014/main" id="{75A1110B-AEB7-4A49-8C44-06491995436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11637" y="6234484"/>
                <a:ext cx="64260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FFB5B743-755B-4270-BE5D-687668DC1BC8}"/>
                  </a:ext>
                </a:extLst>
              </p14:cNvPr>
              <p14:cNvContentPartPr/>
              <p14:nvPr/>
            </p14:nvContentPartPr>
            <p14:xfrm>
              <a:off x="5078117" y="6577564"/>
              <a:ext cx="395280" cy="18936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FFB5B743-755B-4270-BE5D-687668DC1BC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060117" y="6559564"/>
                <a:ext cx="430920" cy="2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2741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2000759-9AA6-4837-814E-D9CD8E88EC94}"/>
                  </a:ext>
                </a:extLst>
              </p14:cNvPr>
              <p14:cNvContentPartPr/>
              <p14:nvPr/>
            </p14:nvContentPartPr>
            <p14:xfrm>
              <a:off x="5433437" y="515884"/>
              <a:ext cx="122040" cy="63244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2000759-9AA6-4837-814E-D9CD8E88EC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5437" y="480244"/>
                <a:ext cx="157680" cy="63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9BED385-1E0D-4BA9-A2AE-3D817A9B4C49}"/>
                  </a:ext>
                </a:extLst>
              </p14:cNvPr>
              <p14:cNvContentPartPr/>
              <p14:nvPr/>
            </p14:nvContentPartPr>
            <p14:xfrm>
              <a:off x="870077" y="904324"/>
              <a:ext cx="158400" cy="122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9BED385-1E0D-4BA9-A2AE-3D817A9B4C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077" y="886324"/>
                <a:ext cx="194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0468810-F38B-4CC5-A5A0-19C12FA3F2BD}"/>
                  </a:ext>
                </a:extLst>
              </p14:cNvPr>
              <p14:cNvContentPartPr/>
              <p14:nvPr/>
            </p14:nvContentPartPr>
            <p14:xfrm>
              <a:off x="899237" y="992524"/>
              <a:ext cx="158400" cy="54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0468810-F38B-4CC5-A5A0-19C12FA3F2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597" y="974884"/>
                <a:ext cx="194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5B001447-D61C-4984-BCE9-2D5FBB4643CD}"/>
                  </a:ext>
                </a:extLst>
              </p14:cNvPr>
              <p14:cNvContentPartPr/>
              <p14:nvPr/>
            </p14:nvContentPartPr>
            <p14:xfrm>
              <a:off x="1331957" y="799204"/>
              <a:ext cx="20880" cy="2563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5B001447-D61C-4984-BCE9-2D5FBB4643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3957" y="781564"/>
                <a:ext cx="56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5161F9B-1F4D-42FE-82FF-4308D4266EE8}"/>
                  </a:ext>
                </a:extLst>
              </p14:cNvPr>
              <p14:cNvContentPartPr/>
              <p14:nvPr/>
            </p14:nvContentPartPr>
            <p14:xfrm>
              <a:off x="1447157" y="789484"/>
              <a:ext cx="154080" cy="252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5161F9B-1F4D-42FE-82FF-4308D4266E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9157" y="771510"/>
                <a:ext cx="189720" cy="287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901C139-6ECD-412C-807C-DFC793E38BE5}"/>
                  </a:ext>
                </a:extLst>
              </p14:cNvPr>
              <p14:cNvContentPartPr/>
              <p14:nvPr/>
            </p14:nvContentPartPr>
            <p14:xfrm>
              <a:off x="584597" y="786604"/>
              <a:ext cx="215640" cy="2707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901C139-6ECD-412C-807C-DFC793E38B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6627" y="768604"/>
                <a:ext cx="251221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B5BED09-AE00-40B7-96A2-D1067FFE76CB}"/>
                  </a:ext>
                </a:extLst>
              </p14:cNvPr>
              <p14:cNvContentPartPr/>
              <p14:nvPr/>
            </p14:nvContentPartPr>
            <p14:xfrm>
              <a:off x="1720397" y="1007644"/>
              <a:ext cx="14760" cy="136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B5BED09-AE00-40B7-96A2-D1067FFE76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2757" y="989644"/>
                <a:ext cx="504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E5B3DCB-BAFB-44AA-9ED5-02E2DBFB517E}"/>
                  </a:ext>
                </a:extLst>
              </p14:cNvPr>
              <p14:cNvContentPartPr/>
              <p14:nvPr/>
            </p14:nvContentPartPr>
            <p14:xfrm>
              <a:off x="1806797" y="1027084"/>
              <a:ext cx="101520" cy="93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E5B3DCB-BAFB-44AA-9ED5-02E2DBFB51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89157" y="1009444"/>
                <a:ext cx="1371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E4551C6-66F3-4EA0-B68C-E26DF18025A0}"/>
                  </a:ext>
                </a:extLst>
              </p14:cNvPr>
              <p14:cNvContentPartPr/>
              <p14:nvPr/>
            </p14:nvContentPartPr>
            <p14:xfrm>
              <a:off x="2113877" y="904684"/>
              <a:ext cx="127440" cy="46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E4551C6-66F3-4EA0-B68C-E26DF18025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95877" y="886684"/>
                <a:ext cx="163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B131B6CC-D8DB-4F50-AF09-D1A9F5D3C380}"/>
                  </a:ext>
                </a:extLst>
              </p14:cNvPr>
              <p14:cNvContentPartPr/>
              <p14:nvPr/>
            </p14:nvContentPartPr>
            <p14:xfrm>
              <a:off x="2153117" y="983164"/>
              <a:ext cx="157680" cy="10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B131B6CC-D8DB-4F50-AF09-D1A9F5D3C3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35477" y="965524"/>
                <a:ext cx="1933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C186FF8-4115-49CD-B572-F39B24A8E096}"/>
                  </a:ext>
                </a:extLst>
              </p14:cNvPr>
              <p14:cNvContentPartPr/>
              <p14:nvPr/>
            </p14:nvContentPartPr>
            <p14:xfrm>
              <a:off x="2683037" y="816484"/>
              <a:ext cx="160200" cy="1872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C186FF8-4115-49CD-B572-F39B24A8E09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65037" y="798844"/>
                <a:ext cx="1958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7B0AB26-5241-4291-8CE8-C92AD932B849}"/>
                  </a:ext>
                </a:extLst>
              </p14:cNvPr>
              <p14:cNvContentPartPr/>
              <p14:nvPr/>
            </p14:nvContentPartPr>
            <p14:xfrm>
              <a:off x="2993717" y="751324"/>
              <a:ext cx="99000" cy="257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7B0AB26-5241-4291-8CE8-C92AD932B8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76077" y="733324"/>
                <a:ext cx="1346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CFD11745-DD66-4F46-80B7-D137B581A3DD}"/>
                  </a:ext>
                </a:extLst>
              </p14:cNvPr>
              <p14:cNvContentPartPr/>
              <p14:nvPr/>
            </p14:nvContentPartPr>
            <p14:xfrm>
              <a:off x="2502317" y="774364"/>
              <a:ext cx="74160" cy="235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CFD11745-DD66-4F46-80B7-D137B581A3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84591" y="756364"/>
                <a:ext cx="109974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9D18C34-20E9-4C75-9F4C-3F52AC4AFF48}"/>
                  </a:ext>
                </a:extLst>
              </p14:cNvPr>
              <p14:cNvContentPartPr/>
              <p14:nvPr/>
            </p14:nvContentPartPr>
            <p14:xfrm>
              <a:off x="6636557" y="664204"/>
              <a:ext cx="182880" cy="296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9D18C34-20E9-4C75-9F4C-3F52AC4AFF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18557" y="646564"/>
                <a:ext cx="2185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C07082F-C8A0-480A-9B9A-56D045A91FCD}"/>
                  </a:ext>
                </a:extLst>
              </p14:cNvPr>
              <p14:cNvContentPartPr/>
              <p14:nvPr/>
            </p14:nvContentPartPr>
            <p14:xfrm>
              <a:off x="6955517" y="914044"/>
              <a:ext cx="179640" cy="153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C07082F-C8A0-480A-9B9A-56D045A91F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37912" y="896044"/>
                <a:ext cx="215209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ECC01FDF-35E5-4A6C-8570-0C7659A741ED}"/>
                  </a:ext>
                </a:extLst>
              </p14:cNvPr>
              <p14:cNvContentPartPr/>
              <p14:nvPr/>
            </p14:nvContentPartPr>
            <p14:xfrm>
              <a:off x="5938517" y="668164"/>
              <a:ext cx="548280" cy="297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ECC01FDF-35E5-4A6C-8570-0C7659A741E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20517" y="650524"/>
                <a:ext cx="5839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D13EBFC-7017-478E-A58C-F498ED06CC7E}"/>
                  </a:ext>
                </a:extLst>
              </p14:cNvPr>
              <p14:cNvContentPartPr/>
              <p14:nvPr/>
            </p14:nvContentPartPr>
            <p14:xfrm>
              <a:off x="7437917" y="771484"/>
              <a:ext cx="134280" cy="54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D13EBFC-7017-478E-A58C-F498ED06CC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19917" y="753844"/>
                <a:ext cx="1699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8F3129A-849F-4ED3-99EC-E82F6969DA20}"/>
                  </a:ext>
                </a:extLst>
              </p14:cNvPr>
              <p14:cNvContentPartPr/>
              <p14:nvPr/>
            </p14:nvContentPartPr>
            <p14:xfrm>
              <a:off x="7452677" y="864724"/>
              <a:ext cx="123120" cy="129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8F3129A-849F-4ED3-99EC-E82F6969DA2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5037" y="847084"/>
                <a:ext cx="158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51FD350-126F-46F4-BCF4-917961DE22A3}"/>
                  </a:ext>
                </a:extLst>
              </p14:cNvPr>
              <p14:cNvContentPartPr/>
              <p14:nvPr/>
            </p14:nvContentPartPr>
            <p14:xfrm>
              <a:off x="7824917" y="723964"/>
              <a:ext cx="189360" cy="1814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51FD350-126F-46F4-BCF4-917961DE22A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07277" y="705964"/>
                <a:ext cx="2250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D3248DE-7889-441F-B006-9DDEE7F4C5BA}"/>
                  </a:ext>
                </a:extLst>
              </p14:cNvPr>
              <p14:cNvContentPartPr/>
              <p14:nvPr/>
            </p14:nvContentPartPr>
            <p14:xfrm>
              <a:off x="8125517" y="662044"/>
              <a:ext cx="37080" cy="2469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D3248DE-7889-441F-B006-9DDEE7F4C5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07877" y="644404"/>
                <a:ext cx="72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E7C9ED0-B859-4726-8173-2411BEFDE630}"/>
                  </a:ext>
                </a:extLst>
              </p14:cNvPr>
              <p14:cNvContentPartPr/>
              <p14:nvPr/>
            </p14:nvContentPartPr>
            <p14:xfrm>
              <a:off x="8268077" y="691564"/>
              <a:ext cx="19080" cy="2088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E7C9ED0-B859-4726-8173-2411BEFDE63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50077" y="673564"/>
                <a:ext cx="54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FE246C0-52BF-4D1E-8397-515568D282B3}"/>
                  </a:ext>
                </a:extLst>
              </p14:cNvPr>
              <p14:cNvContentPartPr/>
              <p14:nvPr/>
            </p14:nvContentPartPr>
            <p14:xfrm>
              <a:off x="8426477" y="678244"/>
              <a:ext cx="184320" cy="2145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FE246C0-52BF-4D1E-8397-515568D282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408477" y="660244"/>
                <a:ext cx="2199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3484953-B8AD-4228-ADC5-84AC044A57B6}"/>
                  </a:ext>
                </a:extLst>
              </p14:cNvPr>
              <p14:cNvContentPartPr/>
              <p14:nvPr/>
            </p14:nvContentPartPr>
            <p14:xfrm>
              <a:off x="8692517" y="781204"/>
              <a:ext cx="423360" cy="279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3484953-B8AD-4228-ADC5-84AC044A57B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74517" y="763564"/>
                <a:ext cx="4590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6D65D7E8-6B28-4370-9A75-4F31CCCEA22A}"/>
                  </a:ext>
                </a:extLst>
              </p14:cNvPr>
              <p14:cNvContentPartPr/>
              <p14:nvPr/>
            </p14:nvContentPartPr>
            <p14:xfrm>
              <a:off x="3202517" y="789124"/>
              <a:ext cx="421200" cy="354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6D65D7E8-6B28-4370-9A75-4F31CCCEA22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84892" y="771124"/>
                <a:ext cx="45681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D29B241-035C-4CFC-97B8-E1675094E8C8}"/>
                  </a:ext>
                </a:extLst>
              </p14:cNvPr>
              <p14:cNvContentPartPr/>
              <p14:nvPr/>
            </p14:nvContentPartPr>
            <p14:xfrm>
              <a:off x="2997677" y="339124"/>
              <a:ext cx="102960" cy="153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D29B241-035C-4CFC-97B8-E1675094E8C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80037" y="321484"/>
                <a:ext cx="1386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393F4FB-0B23-4085-B32C-7A22CB0B15C9}"/>
                  </a:ext>
                </a:extLst>
              </p14:cNvPr>
              <p14:cNvContentPartPr/>
              <p14:nvPr/>
            </p14:nvContentPartPr>
            <p14:xfrm>
              <a:off x="2672957" y="399604"/>
              <a:ext cx="132480" cy="1404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393F4FB-0B23-4085-B32C-7A22CB0B15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55317" y="381964"/>
                <a:ext cx="1681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1E3FF6C2-CAF5-4B1F-AE39-E8C8DD6DA183}"/>
                  </a:ext>
                </a:extLst>
              </p14:cNvPr>
              <p14:cNvContentPartPr/>
              <p14:nvPr/>
            </p14:nvContentPartPr>
            <p14:xfrm>
              <a:off x="2414477" y="358564"/>
              <a:ext cx="162360" cy="209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1E3FF6C2-CAF5-4B1F-AE39-E8C8DD6DA18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396477" y="340924"/>
                <a:ext cx="198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3A614EC-2761-4C24-8280-586C8A373BF8}"/>
                  </a:ext>
                </a:extLst>
              </p14:cNvPr>
              <p14:cNvContentPartPr/>
              <p14:nvPr/>
            </p14:nvContentPartPr>
            <p14:xfrm>
              <a:off x="3302237" y="326884"/>
              <a:ext cx="139680" cy="1890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3A614EC-2761-4C24-8280-586C8A373BF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84597" y="308884"/>
                <a:ext cx="1753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0094CC1B-4650-44A4-A612-77B03AF94BF1}"/>
                  </a:ext>
                </a:extLst>
              </p14:cNvPr>
              <p14:cNvContentPartPr/>
              <p14:nvPr/>
            </p14:nvContentPartPr>
            <p14:xfrm>
              <a:off x="8243237" y="322924"/>
              <a:ext cx="90000" cy="166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0094CC1B-4650-44A4-A612-77B03AF94BF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25237" y="305284"/>
                <a:ext cx="1256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2F0DC1D-A431-4236-BE09-4917158DC69A}"/>
                  </a:ext>
                </a:extLst>
              </p14:cNvPr>
              <p14:cNvContentPartPr/>
              <p14:nvPr/>
            </p14:nvContentPartPr>
            <p14:xfrm>
              <a:off x="7984397" y="369364"/>
              <a:ext cx="95760" cy="111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2F0DC1D-A431-4236-BE09-4917158DC6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6397" y="351724"/>
                <a:ext cx="1314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34794E6A-F5CA-49A2-B98B-437B651D565D}"/>
                  </a:ext>
                </a:extLst>
              </p14:cNvPr>
              <p14:cNvContentPartPr/>
              <p14:nvPr/>
            </p14:nvContentPartPr>
            <p14:xfrm>
              <a:off x="7699637" y="319324"/>
              <a:ext cx="171360" cy="1818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34794E6A-F5CA-49A2-B98B-437B651D565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81637" y="301324"/>
                <a:ext cx="207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D37DE04-86A4-4778-B355-C41D11BD64A8}"/>
                  </a:ext>
                </a:extLst>
              </p14:cNvPr>
              <p14:cNvContentPartPr/>
              <p14:nvPr/>
            </p14:nvContentPartPr>
            <p14:xfrm>
              <a:off x="8484077" y="280804"/>
              <a:ext cx="124560" cy="222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D37DE04-86A4-4778-B355-C41D11BD64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466077" y="263164"/>
                <a:ext cx="1602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C6D5F86-8501-4112-B1DB-48B10497A569}"/>
                  </a:ext>
                </a:extLst>
              </p14:cNvPr>
              <p14:cNvContentPartPr/>
              <p14:nvPr/>
            </p14:nvContentPartPr>
            <p14:xfrm>
              <a:off x="1282997" y="1824484"/>
              <a:ext cx="312840" cy="2847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C6D5F86-8501-4112-B1DB-48B10497A56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65357" y="1806484"/>
                <a:ext cx="3484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D52DF57-662C-4EF8-9BC1-A588B9C12BB0}"/>
                  </a:ext>
                </a:extLst>
              </p14:cNvPr>
              <p14:cNvContentPartPr/>
              <p14:nvPr/>
            </p14:nvContentPartPr>
            <p14:xfrm>
              <a:off x="230717" y="1758604"/>
              <a:ext cx="844920" cy="3495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D52DF57-662C-4EF8-9BC1-A588B9C12BB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3077" y="1740604"/>
                <a:ext cx="880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1B72340D-122F-49DB-B2E1-F544CA50B85F}"/>
                  </a:ext>
                </a:extLst>
              </p14:cNvPr>
              <p14:cNvContentPartPr/>
              <p14:nvPr/>
            </p14:nvContentPartPr>
            <p14:xfrm>
              <a:off x="1725437" y="1774444"/>
              <a:ext cx="249120" cy="319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1B72340D-122F-49DB-B2E1-F544CA50B85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07437" y="1756804"/>
                <a:ext cx="284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56B8FB20-D81C-4168-BCD8-2C9D8624B6E7}"/>
                  </a:ext>
                </a:extLst>
              </p14:cNvPr>
              <p14:cNvContentPartPr/>
              <p14:nvPr/>
            </p14:nvContentPartPr>
            <p14:xfrm>
              <a:off x="132437" y="2230204"/>
              <a:ext cx="5198400" cy="434124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56B8FB20-D81C-4168-BCD8-2C9D8624B6E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4437" y="2212564"/>
                <a:ext cx="5234040" cy="43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35216021-B44D-4449-B25A-BA340F976159}"/>
                  </a:ext>
                </a:extLst>
              </p14:cNvPr>
              <p14:cNvContentPartPr/>
              <p14:nvPr/>
            </p14:nvContentPartPr>
            <p14:xfrm>
              <a:off x="5685797" y="1435324"/>
              <a:ext cx="5980320" cy="524196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35216021-B44D-4449-B25A-BA340F97615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67797" y="1417325"/>
                <a:ext cx="6015960" cy="52775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109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A68AFE8-1068-4B5A-975B-6146E735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600220"/>
            <a:ext cx="11125145" cy="42059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68E303B7-F347-474A-9053-40574CC1F1C4}"/>
                  </a:ext>
                </a:extLst>
              </p14:cNvPr>
              <p14:cNvContentPartPr/>
              <p14:nvPr/>
            </p14:nvContentPartPr>
            <p14:xfrm>
              <a:off x="2590517" y="4822564"/>
              <a:ext cx="7200" cy="25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68E303B7-F347-474A-9053-40574CC1F1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2877" y="4786924"/>
                <a:ext cx="428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1E141C3-CC8B-49A2-B9B9-A01517D3ECD2}"/>
                  </a:ext>
                </a:extLst>
              </p14:cNvPr>
              <p14:cNvContentPartPr/>
              <p14:nvPr/>
            </p14:nvContentPartPr>
            <p14:xfrm>
              <a:off x="1608437" y="5996524"/>
              <a:ext cx="174240" cy="5184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1E141C3-CC8B-49A2-B9B9-A01517D3EC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0797" y="5960884"/>
                <a:ext cx="209880" cy="5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486BCE8-22C2-4AD6-A2E0-D7307FA48C65}"/>
                  </a:ext>
                </a:extLst>
              </p14:cNvPr>
              <p14:cNvContentPartPr/>
              <p14:nvPr/>
            </p14:nvContentPartPr>
            <p14:xfrm>
              <a:off x="1883117" y="6308284"/>
              <a:ext cx="130680" cy="3088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486BCE8-22C2-4AD6-A2E0-D7307FA48C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5477" y="6272644"/>
                <a:ext cx="1663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D668A8D-1DC4-407D-A4F3-BACDE4B9B39C}"/>
                  </a:ext>
                </a:extLst>
              </p14:cNvPr>
              <p14:cNvContentPartPr/>
              <p14:nvPr/>
            </p14:nvContentPartPr>
            <p14:xfrm>
              <a:off x="1857917" y="6473164"/>
              <a:ext cx="167040" cy="356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D668A8D-1DC4-407D-A4F3-BACDE4B9B3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40277" y="6437524"/>
                <a:ext cx="2026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9BBD6EC-C462-465F-A0EF-3186DB602EA0}"/>
                  </a:ext>
                </a:extLst>
              </p14:cNvPr>
              <p14:cNvContentPartPr/>
              <p14:nvPr/>
            </p14:nvContentPartPr>
            <p14:xfrm>
              <a:off x="2315117" y="6341404"/>
              <a:ext cx="461520" cy="187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9BBD6EC-C462-465F-A0EF-3186DB602E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97477" y="6305764"/>
                <a:ext cx="4971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2B95741-B8D9-42A0-90BD-8347F4B17F7C}"/>
                  </a:ext>
                </a:extLst>
              </p14:cNvPr>
              <p14:cNvContentPartPr/>
              <p14:nvPr/>
            </p14:nvContentPartPr>
            <p14:xfrm>
              <a:off x="2629757" y="6194164"/>
              <a:ext cx="211680" cy="354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2B95741-B8D9-42A0-90BD-8347F4B17F7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12117" y="6158524"/>
                <a:ext cx="24732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6551117-398F-4556-A5E6-73B32D416C2D}"/>
                  </a:ext>
                </a:extLst>
              </p14:cNvPr>
              <p14:cNvContentPartPr/>
              <p14:nvPr/>
            </p14:nvContentPartPr>
            <p14:xfrm>
              <a:off x="3289997" y="6200644"/>
              <a:ext cx="331200" cy="2782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6551117-398F-4556-A5E6-73B32D416C2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71997" y="6164644"/>
                <a:ext cx="36684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BE9C32E-651B-45F4-9BFA-4B5A214691A0}"/>
                  </a:ext>
                </a:extLst>
              </p14:cNvPr>
              <p14:cNvContentPartPr/>
              <p14:nvPr/>
            </p14:nvContentPartPr>
            <p14:xfrm>
              <a:off x="3686717" y="6223684"/>
              <a:ext cx="37800" cy="3038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BE9C32E-651B-45F4-9BFA-4B5A214691A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69077" y="6187684"/>
                <a:ext cx="7344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8F564AE-F222-40DD-AAA3-0B51E985118A}"/>
                  </a:ext>
                </a:extLst>
              </p14:cNvPr>
              <p14:cNvContentPartPr/>
              <p14:nvPr/>
            </p14:nvContentPartPr>
            <p14:xfrm>
              <a:off x="3678797" y="6194164"/>
              <a:ext cx="368640" cy="306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8F564AE-F222-40DD-AAA3-0B51E985118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60797" y="6158524"/>
                <a:ext cx="40428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FE836F25-847C-4AC6-807A-1A8FB4578D46}"/>
                  </a:ext>
                </a:extLst>
              </p14:cNvPr>
              <p14:cNvContentPartPr/>
              <p14:nvPr/>
            </p14:nvContentPartPr>
            <p14:xfrm>
              <a:off x="4177397" y="6146284"/>
              <a:ext cx="273960" cy="4165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FE836F25-847C-4AC6-807A-1A8FB4578D4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59397" y="6110644"/>
                <a:ext cx="30960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477F221D-1799-496C-9D7F-92992AD98932}"/>
                  </a:ext>
                </a:extLst>
              </p14:cNvPr>
              <p14:cNvContentPartPr/>
              <p14:nvPr/>
            </p14:nvContentPartPr>
            <p14:xfrm>
              <a:off x="5102597" y="2485804"/>
              <a:ext cx="1739880" cy="2880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477F221D-1799-496C-9D7F-92992AD9893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84957" y="2468164"/>
                <a:ext cx="1775520" cy="29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2CCB6401-71E3-470D-AB78-954CF166E100}"/>
                  </a:ext>
                </a:extLst>
              </p14:cNvPr>
              <p14:cNvContentPartPr/>
              <p14:nvPr/>
            </p14:nvContentPartPr>
            <p14:xfrm>
              <a:off x="1052957" y="270004"/>
              <a:ext cx="9945360" cy="15944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2CCB6401-71E3-470D-AB78-954CF166E10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4957" y="252004"/>
                <a:ext cx="9981000" cy="163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494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C0A3580-2F5B-4100-92E8-24C2248E73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051586"/>
            <a:ext cx="9052461" cy="47548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K=60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87EAB6C-2885-40AD-A93C-EEC0160F18E0}"/>
                  </a:ext>
                </a:extLst>
              </p14:cNvPr>
              <p14:cNvContentPartPr/>
              <p14:nvPr/>
            </p14:nvContentPartPr>
            <p14:xfrm>
              <a:off x="5550077" y="1385284"/>
              <a:ext cx="3043440" cy="6469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87EAB6C-2885-40AD-A93C-EEC0160F18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2077" y="1367284"/>
                <a:ext cx="307908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E8E9CD84-C920-4104-AA47-D4287486DED2}"/>
                  </a:ext>
                </a:extLst>
              </p14:cNvPr>
              <p14:cNvContentPartPr/>
              <p14:nvPr/>
            </p14:nvContentPartPr>
            <p14:xfrm>
              <a:off x="1082837" y="5034244"/>
              <a:ext cx="7679160" cy="1492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E8E9CD84-C920-4104-AA47-D4287486DE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4837" y="5016244"/>
                <a:ext cx="7714800" cy="15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418F4BE-F78C-4DAF-AAD7-5213EEB7815C}"/>
                  </a:ext>
                </a:extLst>
              </p14:cNvPr>
              <p14:cNvContentPartPr/>
              <p14:nvPr/>
            </p14:nvContentPartPr>
            <p14:xfrm>
              <a:off x="9221717" y="5716084"/>
              <a:ext cx="2129400" cy="8071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418F4BE-F78C-4DAF-AAD7-5213EEB781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04077" y="5698444"/>
                <a:ext cx="2165040" cy="8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1170C7DE-F606-4191-BD1C-0F36A5B51512}"/>
                  </a:ext>
                </a:extLst>
              </p14:cNvPr>
              <p14:cNvContentPartPr/>
              <p14:nvPr/>
            </p14:nvContentPartPr>
            <p14:xfrm>
              <a:off x="334397" y="2131924"/>
              <a:ext cx="1495080" cy="6343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1170C7DE-F606-4191-BD1C-0F36A5B515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6757" y="2114284"/>
                <a:ext cx="153072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E21475A-2867-46D0-8945-431D350CE0A6}"/>
                  </a:ext>
                </a:extLst>
              </p14:cNvPr>
              <p14:cNvContentPartPr/>
              <p14:nvPr/>
            </p14:nvContentPartPr>
            <p14:xfrm>
              <a:off x="3947717" y="3754804"/>
              <a:ext cx="29520" cy="259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E21475A-2867-46D0-8945-431D350CE0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29717" y="3736804"/>
                <a:ext cx="65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9341612-FA46-4FBB-B867-EB0FF127D9AD}"/>
                  </a:ext>
                </a:extLst>
              </p14:cNvPr>
              <p14:cNvContentPartPr/>
              <p14:nvPr/>
            </p14:nvContentPartPr>
            <p14:xfrm>
              <a:off x="2791757" y="3867844"/>
              <a:ext cx="1218600" cy="2534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9341612-FA46-4FBB-B867-EB0FF127D9A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74112" y="3850179"/>
                <a:ext cx="1254251" cy="289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A4D997DE-9F20-459B-A755-418A7F444676}"/>
                  </a:ext>
                </a:extLst>
              </p14:cNvPr>
              <p14:cNvContentPartPr/>
              <p14:nvPr/>
            </p14:nvContentPartPr>
            <p14:xfrm>
              <a:off x="7265837" y="3858844"/>
              <a:ext cx="911160" cy="2869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A4D997DE-9F20-459B-A755-418A7F44467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47830" y="3841182"/>
                <a:ext cx="946814" cy="322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7482638-345B-49FF-9B16-C35E5F7EB0BC}"/>
                  </a:ext>
                </a:extLst>
              </p14:cNvPr>
              <p14:cNvContentPartPr/>
              <p14:nvPr/>
            </p14:nvContentPartPr>
            <p14:xfrm>
              <a:off x="6753917" y="3992764"/>
              <a:ext cx="154080" cy="1551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7482638-345B-49FF-9B16-C35E5F7EB0B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36277" y="3975124"/>
                <a:ext cx="1897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56CC871-DA94-4512-B90E-62C49AC69164}"/>
                  </a:ext>
                </a:extLst>
              </p14:cNvPr>
              <p14:cNvContentPartPr/>
              <p14:nvPr/>
            </p14:nvContentPartPr>
            <p14:xfrm>
              <a:off x="6684437" y="4296244"/>
              <a:ext cx="248040" cy="3157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56CC871-DA94-4512-B90E-62C49AC6916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66463" y="4278604"/>
                <a:ext cx="283628" cy="3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9791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58CD3D0-A7AB-41FA-8B0D-CECF8249C74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1143024"/>
            <a:ext cx="9875412" cy="44805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K=60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92DBF29-ACB4-4544-B0D2-97A8F440FDE8}"/>
                  </a:ext>
                </a:extLst>
              </p14:cNvPr>
              <p14:cNvContentPartPr/>
              <p14:nvPr/>
            </p14:nvContentPartPr>
            <p14:xfrm>
              <a:off x="4119437" y="344164"/>
              <a:ext cx="455760" cy="347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92DBF29-ACB4-4544-B0D2-97A8F440F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1437" y="326164"/>
                <a:ext cx="4914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A690852-7AE5-4DED-8240-1E9D5CCF2B48}"/>
                  </a:ext>
                </a:extLst>
              </p14:cNvPr>
              <p14:cNvContentPartPr/>
              <p14:nvPr/>
            </p14:nvContentPartPr>
            <p14:xfrm>
              <a:off x="10539677" y="145804"/>
              <a:ext cx="1083240" cy="415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A690852-7AE5-4DED-8240-1E9D5CCF2B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22037" y="127804"/>
                <a:ext cx="111888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B458DD5-4238-4C9D-AAE7-C6FF65C25128}"/>
                  </a:ext>
                </a:extLst>
              </p14:cNvPr>
              <p14:cNvContentPartPr/>
              <p14:nvPr/>
            </p14:nvContentPartPr>
            <p14:xfrm>
              <a:off x="8993837" y="161644"/>
              <a:ext cx="1184040" cy="602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B458DD5-4238-4C9D-AAE7-C6FF65C251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76197" y="143644"/>
                <a:ext cx="121968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11710AF-C74C-44E7-A18D-0139D4399E5E}"/>
                  </a:ext>
                </a:extLst>
              </p14:cNvPr>
              <p14:cNvContentPartPr/>
              <p14:nvPr/>
            </p14:nvContentPartPr>
            <p14:xfrm>
              <a:off x="7192037" y="147244"/>
              <a:ext cx="1435320" cy="587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11710AF-C74C-44E7-A18D-0139D4399E5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74042" y="129604"/>
                <a:ext cx="1470951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3499ED0-4B59-412D-9108-BEAE6FA700E6}"/>
                  </a:ext>
                </a:extLst>
              </p14:cNvPr>
              <p14:cNvContentPartPr/>
              <p14:nvPr/>
            </p14:nvContentPartPr>
            <p14:xfrm>
              <a:off x="5054717" y="126724"/>
              <a:ext cx="1624320" cy="4352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3499ED0-4B59-412D-9108-BEAE6FA700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37077" y="108739"/>
                <a:ext cx="1659960" cy="4708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8056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K=60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3C16218-B01D-4F05-BC10-5B7F1F220A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1" y="1234464"/>
            <a:ext cx="10332607" cy="46633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625E2ED-F664-4082-8641-BFA8C856984C}"/>
                  </a:ext>
                </a:extLst>
              </p14:cNvPr>
              <p14:cNvContentPartPr/>
              <p14:nvPr/>
            </p14:nvContentPartPr>
            <p14:xfrm>
              <a:off x="4020077" y="370804"/>
              <a:ext cx="365040" cy="3456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625E2ED-F664-4082-8641-BFA8C85698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2077" y="352804"/>
                <a:ext cx="40068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B5A31280-F5ED-41E4-B1A4-1B04CFE7E6D9}"/>
                  </a:ext>
                </a:extLst>
              </p14:cNvPr>
              <p14:cNvContentPartPr/>
              <p14:nvPr/>
            </p14:nvContentPartPr>
            <p14:xfrm>
              <a:off x="4709117" y="151204"/>
              <a:ext cx="5878080" cy="10630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B5A31280-F5ED-41E4-B1A4-1B04CFE7E6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91117" y="133564"/>
                <a:ext cx="591372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1E6CD558-A69D-46AD-B48E-1D10BF685020}"/>
                  </a:ext>
                </a:extLst>
              </p14:cNvPr>
              <p14:cNvContentPartPr/>
              <p14:nvPr/>
            </p14:nvContentPartPr>
            <p14:xfrm>
              <a:off x="1650197" y="1577524"/>
              <a:ext cx="8187840" cy="34408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1E6CD558-A69D-46AD-B48E-1D10BF6850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32557" y="1541524"/>
                <a:ext cx="8223480" cy="35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E62A753-8401-442D-9DB0-9FB1D7801854}"/>
                  </a:ext>
                </a:extLst>
              </p14:cNvPr>
              <p14:cNvContentPartPr/>
              <p14:nvPr/>
            </p14:nvContentPartPr>
            <p14:xfrm>
              <a:off x="9005717" y="1356124"/>
              <a:ext cx="154800" cy="3837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E62A753-8401-442D-9DB0-9FB1D78018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88077" y="1320484"/>
                <a:ext cx="19044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099F8A65-398B-4AAB-AED4-20FF7C8430A2}"/>
                  </a:ext>
                </a:extLst>
              </p14:cNvPr>
              <p14:cNvContentPartPr/>
              <p14:nvPr/>
            </p14:nvContentPartPr>
            <p14:xfrm>
              <a:off x="9241157" y="1578604"/>
              <a:ext cx="188640" cy="163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099F8A65-398B-4AAB-AED4-20FF7C8430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23517" y="1542964"/>
                <a:ext cx="2242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D1EEB47-F3A1-4929-B2B3-B86C8604B9EA}"/>
                  </a:ext>
                </a:extLst>
              </p14:cNvPr>
              <p14:cNvContentPartPr/>
              <p14:nvPr/>
            </p14:nvContentPartPr>
            <p14:xfrm>
              <a:off x="9497477" y="1559884"/>
              <a:ext cx="807840" cy="2253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D1EEB47-F3A1-4929-B2B3-B86C8604B9E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79477" y="1524244"/>
                <a:ext cx="8434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1E4A5BA6-CD8B-4215-8352-DF5A4F9257A8}"/>
                  </a:ext>
                </a:extLst>
              </p14:cNvPr>
              <p14:cNvContentPartPr/>
              <p14:nvPr/>
            </p14:nvContentPartPr>
            <p14:xfrm>
              <a:off x="997877" y="6203884"/>
              <a:ext cx="10440" cy="330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1E4A5BA6-CD8B-4215-8352-DF5A4F9257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9877" y="6168244"/>
                <a:ext cx="4608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AAE8DDF-7F28-410D-8C18-CF8E18A99BEC}"/>
                  </a:ext>
                </a:extLst>
              </p14:cNvPr>
              <p14:cNvContentPartPr/>
              <p14:nvPr/>
            </p14:nvContentPartPr>
            <p14:xfrm>
              <a:off x="1017317" y="6198844"/>
              <a:ext cx="446760" cy="9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AAE8DDF-7F28-410D-8C18-CF8E18A99BE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9677" y="6163204"/>
                <a:ext cx="4824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EED1A710-0258-42DA-AAD3-948ECB4415C1}"/>
                  </a:ext>
                </a:extLst>
              </p14:cNvPr>
              <p14:cNvContentPartPr/>
              <p14:nvPr/>
            </p14:nvContentPartPr>
            <p14:xfrm>
              <a:off x="1032077" y="6523924"/>
              <a:ext cx="385920" cy="234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EED1A710-0258-42DA-AAD3-948ECB4415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4077" y="6487924"/>
                <a:ext cx="4215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E0BFF720-77CC-4053-81A4-861F9A279450}"/>
                  </a:ext>
                </a:extLst>
              </p14:cNvPr>
              <p14:cNvContentPartPr/>
              <p14:nvPr/>
            </p14:nvContentPartPr>
            <p14:xfrm>
              <a:off x="1425557" y="6174724"/>
              <a:ext cx="278280" cy="399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E0BFF720-77CC-4053-81A4-861F9A2794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07557" y="6138724"/>
                <a:ext cx="3139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DE3E50B-B714-4B65-B2BC-A5FD5C902351}"/>
                  </a:ext>
                </a:extLst>
              </p14:cNvPr>
              <p14:cNvContentPartPr/>
              <p14:nvPr/>
            </p14:nvContentPartPr>
            <p14:xfrm>
              <a:off x="1744877" y="6341404"/>
              <a:ext cx="394200" cy="154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DE3E50B-B714-4B65-B2BC-A5FD5C90235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26877" y="6305764"/>
                <a:ext cx="4298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5CFD2C2E-D57E-4ACF-A6BD-F5B4C0E39496}"/>
                  </a:ext>
                </a:extLst>
              </p14:cNvPr>
              <p14:cNvContentPartPr/>
              <p14:nvPr/>
            </p14:nvContentPartPr>
            <p14:xfrm>
              <a:off x="3062837" y="6098404"/>
              <a:ext cx="275400" cy="2757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5CFD2C2E-D57E-4ACF-A6BD-F5B4C0E3949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45197" y="6062404"/>
                <a:ext cx="3110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924829A-3167-48C9-A84E-8DF7F13BE8F6}"/>
                  </a:ext>
                </a:extLst>
              </p14:cNvPr>
              <p14:cNvContentPartPr/>
              <p14:nvPr/>
            </p14:nvContentPartPr>
            <p14:xfrm>
              <a:off x="3380717" y="6280564"/>
              <a:ext cx="252720" cy="147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924829A-3167-48C9-A84E-8DF7F13BE8F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63077" y="6244924"/>
                <a:ext cx="2883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8E540331-C8E2-402F-847A-AF68BEB65AB7}"/>
                  </a:ext>
                </a:extLst>
              </p14:cNvPr>
              <p14:cNvContentPartPr/>
              <p14:nvPr/>
            </p14:nvContentPartPr>
            <p14:xfrm>
              <a:off x="3700037" y="6244564"/>
              <a:ext cx="252360" cy="1890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8E540331-C8E2-402F-847A-AF68BEB65AB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82037" y="6208924"/>
                <a:ext cx="2880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296727B-917C-4592-A3C1-43D8AEC8B252}"/>
                  </a:ext>
                </a:extLst>
              </p14:cNvPr>
              <p14:cNvContentPartPr/>
              <p14:nvPr/>
            </p14:nvContentPartPr>
            <p14:xfrm>
              <a:off x="3996677" y="6187684"/>
              <a:ext cx="478440" cy="2642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296727B-917C-4592-A3C1-43D8AEC8B25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978677" y="6151684"/>
                <a:ext cx="5140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92A49E5E-3500-416A-BBBB-D968EE9B708C}"/>
                  </a:ext>
                </a:extLst>
              </p14:cNvPr>
              <p14:cNvContentPartPr/>
              <p14:nvPr/>
            </p14:nvContentPartPr>
            <p14:xfrm>
              <a:off x="4596077" y="6435004"/>
              <a:ext cx="225360" cy="144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92A49E5E-3500-416A-BBBB-D968EE9B708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78437" y="6399364"/>
                <a:ext cx="2610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A705EC6D-CFD5-428E-83DA-BE1FF3D9036E}"/>
                  </a:ext>
                </a:extLst>
              </p14:cNvPr>
              <p14:cNvContentPartPr/>
              <p14:nvPr/>
            </p14:nvContentPartPr>
            <p14:xfrm>
              <a:off x="5097557" y="6213964"/>
              <a:ext cx="10440" cy="174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A705EC6D-CFD5-428E-83DA-BE1FF3D9036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79557" y="6177964"/>
                <a:ext cx="460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81C9CA0-A4EE-4EA4-BAA3-517B43254581}"/>
                  </a:ext>
                </a:extLst>
              </p14:cNvPr>
              <p14:cNvContentPartPr/>
              <p14:nvPr/>
            </p14:nvContentPartPr>
            <p14:xfrm>
              <a:off x="4984877" y="6029284"/>
              <a:ext cx="273960" cy="2034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81C9CA0-A4EE-4EA4-BAA3-517B4325458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66877" y="5993284"/>
                <a:ext cx="3096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3B36DC05-E86A-43D9-8C7A-6B081450975F}"/>
                  </a:ext>
                </a:extLst>
              </p14:cNvPr>
              <p14:cNvContentPartPr/>
              <p14:nvPr/>
            </p14:nvContentPartPr>
            <p14:xfrm>
              <a:off x="5334077" y="6321964"/>
              <a:ext cx="13320" cy="1044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3B36DC05-E86A-43D9-8C7A-6B081450975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16077" y="6286324"/>
                <a:ext cx="489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8094AF66-53F9-4526-ADE8-C5335EC05565}"/>
                  </a:ext>
                </a:extLst>
              </p14:cNvPr>
              <p14:cNvContentPartPr/>
              <p14:nvPr/>
            </p14:nvContentPartPr>
            <p14:xfrm>
              <a:off x="5304197" y="6159604"/>
              <a:ext cx="14040" cy="8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8094AF66-53F9-4526-ADE8-C5335EC0556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286197" y="6123964"/>
                <a:ext cx="496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029D90BD-FFE3-4074-BD4F-A28DFC6BCD4D}"/>
                  </a:ext>
                </a:extLst>
              </p14:cNvPr>
              <p14:cNvContentPartPr/>
              <p14:nvPr/>
            </p14:nvContentPartPr>
            <p14:xfrm>
              <a:off x="5501117" y="6248164"/>
              <a:ext cx="269280" cy="1324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029D90BD-FFE3-4074-BD4F-A28DFC6BCD4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483117" y="6212164"/>
                <a:ext cx="3049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C25ADBD-0FBF-4D2B-A200-63121AA47A79}"/>
                  </a:ext>
                </a:extLst>
              </p14:cNvPr>
              <p14:cNvContentPartPr/>
              <p14:nvPr/>
            </p14:nvContentPartPr>
            <p14:xfrm>
              <a:off x="5019077" y="6420244"/>
              <a:ext cx="152280" cy="136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C25ADBD-0FBF-4D2B-A200-63121AA47A7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001077" y="6384244"/>
                <a:ext cx="1879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124A5C6B-5CC3-490A-ABA5-5DFBDFB33F71}"/>
                  </a:ext>
                </a:extLst>
              </p14:cNvPr>
              <p14:cNvContentPartPr/>
              <p14:nvPr/>
            </p14:nvContentPartPr>
            <p14:xfrm>
              <a:off x="3234557" y="3455644"/>
              <a:ext cx="185760" cy="100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124A5C6B-5CC3-490A-ABA5-5DFBDFB33F7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216557" y="3420004"/>
                <a:ext cx="2214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91E7401C-DA72-4649-85C6-20EC98CBEA1C}"/>
                  </a:ext>
                </a:extLst>
              </p14:cNvPr>
              <p14:cNvContentPartPr/>
              <p14:nvPr/>
            </p14:nvContentPartPr>
            <p14:xfrm>
              <a:off x="3273797" y="3361324"/>
              <a:ext cx="6480" cy="147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91E7401C-DA72-4649-85C6-20EC98CBEA1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255797" y="3325684"/>
                <a:ext cx="42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2E6877D-27C6-4473-9101-74D27DCB6FE8}"/>
                  </a:ext>
                </a:extLst>
              </p14:cNvPr>
              <p14:cNvContentPartPr/>
              <p14:nvPr/>
            </p14:nvContentPartPr>
            <p14:xfrm>
              <a:off x="3339677" y="3567964"/>
              <a:ext cx="6120" cy="82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2E6877D-27C6-4473-9101-74D27DCB6FE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321677" y="3532324"/>
                <a:ext cx="417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28AAF88-CBE5-4A13-89A4-8F6466C93C1E}"/>
                  </a:ext>
                </a:extLst>
              </p14:cNvPr>
              <p14:cNvContentPartPr/>
              <p14:nvPr/>
            </p14:nvContentPartPr>
            <p14:xfrm>
              <a:off x="3543797" y="3330724"/>
              <a:ext cx="18720" cy="2113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28AAF88-CBE5-4A13-89A4-8F6466C93C1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525797" y="3295084"/>
                <a:ext cx="543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C5AE45D-3647-472B-B1F1-5FA6461D228E}"/>
                  </a:ext>
                </a:extLst>
              </p14:cNvPr>
              <p14:cNvContentPartPr/>
              <p14:nvPr/>
            </p14:nvContentPartPr>
            <p14:xfrm>
              <a:off x="3638837" y="3353044"/>
              <a:ext cx="157320" cy="1868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C5AE45D-3647-472B-B1F1-5FA6461D228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621197" y="3317044"/>
                <a:ext cx="1929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D6ED7F97-7638-467F-AE6B-060527BB92CE}"/>
                  </a:ext>
                </a:extLst>
              </p14:cNvPr>
              <p14:cNvContentPartPr/>
              <p14:nvPr/>
            </p14:nvContentPartPr>
            <p14:xfrm>
              <a:off x="6798557" y="3411364"/>
              <a:ext cx="220680" cy="100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D6ED7F97-7638-467F-AE6B-060527BB92C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80917" y="3375724"/>
                <a:ext cx="2563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9751C62F-C026-4F62-AA8F-D69888A66AAE}"/>
                  </a:ext>
                </a:extLst>
              </p14:cNvPr>
              <p14:cNvContentPartPr/>
              <p14:nvPr/>
            </p14:nvContentPartPr>
            <p14:xfrm>
              <a:off x="6891797" y="3287524"/>
              <a:ext cx="11520" cy="147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9751C62F-C026-4F62-AA8F-D69888A66AA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874157" y="3251524"/>
                <a:ext cx="471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644390F3-C718-43CB-AC54-572A91E54AB4}"/>
                  </a:ext>
                </a:extLst>
              </p14:cNvPr>
              <p14:cNvContentPartPr/>
              <p14:nvPr/>
            </p14:nvContentPartPr>
            <p14:xfrm>
              <a:off x="6920597" y="3515044"/>
              <a:ext cx="5760" cy="46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644390F3-C718-43CB-AC54-572A91E54AB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902957" y="3479044"/>
                <a:ext cx="414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1391393-568D-4755-AFE3-4F96AEA398B3}"/>
                  </a:ext>
                </a:extLst>
              </p14:cNvPr>
              <p14:cNvContentPartPr/>
              <p14:nvPr/>
            </p14:nvContentPartPr>
            <p14:xfrm>
              <a:off x="7156757" y="3285364"/>
              <a:ext cx="197640" cy="2653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1391393-568D-4755-AFE3-4F96AEA398B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139117" y="3249724"/>
                <a:ext cx="2332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8C6503EE-5669-4FE8-ABC6-84103847503B}"/>
                  </a:ext>
                </a:extLst>
              </p14:cNvPr>
              <p14:cNvContentPartPr/>
              <p14:nvPr/>
            </p14:nvContentPartPr>
            <p14:xfrm>
              <a:off x="3289997" y="3318124"/>
              <a:ext cx="18720" cy="266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8C6503EE-5669-4FE8-ABC6-84103847503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271997" y="3282484"/>
                <a:ext cx="543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5229B15-5E6A-40B0-BAD1-1679BBC5FA61}"/>
                  </a:ext>
                </a:extLst>
              </p14:cNvPr>
              <p14:cNvContentPartPr/>
              <p14:nvPr/>
            </p14:nvContentPartPr>
            <p14:xfrm>
              <a:off x="1925957" y="3259444"/>
              <a:ext cx="158400" cy="2973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5229B15-5E6A-40B0-BAD1-1679BBC5FA6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908317" y="3223804"/>
                <a:ext cx="1940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3F9FE8D1-8B9C-4709-A695-B57D377B63AA}"/>
                  </a:ext>
                </a:extLst>
              </p14:cNvPr>
              <p14:cNvContentPartPr/>
              <p14:nvPr/>
            </p14:nvContentPartPr>
            <p14:xfrm>
              <a:off x="5898917" y="3755524"/>
              <a:ext cx="306360" cy="2034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3F9FE8D1-8B9C-4709-A695-B57D377B63A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81277" y="3719524"/>
                <a:ext cx="3420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EA8A8329-25E5-4721-8F3E-83020B254823}"/>
                  </a:ext>
                </a:extLst>
              </p14:cNvPr>
              <p14:cNvContentPartPr/>
              <p14:nvPr/>
            </p14:nvContentPartPr>
            <p14:xfrm>
              <a:off x="5923397" y="3813844"/>
              <a:ext cx="238680" cy="651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EA8A8329-25E5-4721-8F3E-83020B25482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905757" y="3777844"/>
                <a:ext cx="2743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8EC73F87-0033-49EC-9FA4-5F5ED0BE12D1}"/>
                  </a:ext>
                </a:extLst>
              </p14:cNvPr>
              <p14:cNvContentPartPr/>
              <p14:nvPr/>
            </p14:nvContentPartPr>
            <p14:xfrm>
              <a:off x="9196877" y="2535844"/>
              <a:ext cx="1540080" cy="13730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8EC73F87-0033-49EC-9FA4-5F5ED0BE12D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178877" y="2518204"/>
                <a:ext cx="157572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400B8789-D837-4059-B169-13E60E6AB123}"/>
                  </a:ext>
                </a:extLst>
              </p14:cNvPr>
              <p14:cNvContentPartPr/>
              <p14:nvPr/>
            </p14:nvContentPartPr>
            <p14:xfrm>
              <a:off x="7062437" y="4920844"/>
              <a:ext cx="331920" cy="9000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400B8789-D837-4059-B169-13E60E6AB12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44797" y="4902844"/>
                <a:ext cx="367560" cy="93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9581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9A954D7-F504-4460-AFE5-129B54C75AA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960147"/>
            <a:ext cx="6949364" cy="53949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6240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85E17D0-DC66-4327-AFEE-C1311ACAC0F9}"/>
                  </a:ext>
                </a:extLst>
              </p14:cNvPr>
              <p14:cNvContentPartPr/>
              <p14:nvPr/>
            </p14:nvContentPartPr>
            <p14:xfrm>
              <a:off x="2428157" y="1351804"/>
              <a:ext cx="217080" cy="18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85E17D0-DC66-4327-AFEE-C1311ACAC0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0157" y="1333804"/>
                <a:ext cx="2527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ED8DED0-B239-44FD-8A71-62EDF638D8D3}"/>
                  </a:ext>
                </a:extLst>
              </p14:cNvPr>
              <p14:cNvContentPartPr/>
              <p14:nvPr/>
            </p14:nvContentPartPr>
            <p14:xfrm>
              <a:off x="2487197" y="1454404"/>
              <a:ext cx="193320" cy="126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ED8DED0-B239-44FD-8A71-62EDF638D8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9557" y="1436764"/>
                <a:ext cx="2289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3B682EC-E765-4DE4-B239-6229B8D0110C}"/>
                  </a:ext>
                </a:extLst>
              </p14:cNvPr>
              <p14:cNvContentPartPr/>
              <p14:nvPr/>
            </p14:nvContentPartPr>
            <p14:xfrm>
              <a:off x="812477" y="1208164"/>
              <a:ext cx="1233360" cy="473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3B682EC-E765-4DE4-B239-6229B8D011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4837" y="1190524"/>
                <a:ext cx="126900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0745CA2-4E1E-4F74-960B-E488644E8AE2}"/>
                  </a:ext>
                </a:extLst>
              </p14:cNvPr>
              <p14:cNvContentPartPr/>
              <p14:nvPr/>
            </p14:nvContentPartPr>
            <p14:xfrm>
              <a:off x="5633237" y="1910884"/>
              <a:ext cx="172800" cy="405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0745CA2-4E1E-4F74-960B-E488644E8A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15597" y="1892884"/>
                <a:ext cx="20844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0DAF8DC-9E8F-47D9-A94F-651BE90F9D99}"/>
                  </a:ext>
                </a:extLst>
              </p14:cNvPr>
              <p14:cNvContentPartPr/>
              <p14:nvPr/>
            </p14:nvContentPartPr>
            <p14:xfrm>
              <a:off x="4802717" y="1167484"/>
              <a:ext cx="1301760" cy="6354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0DAF8DC-9E8F-47D9-A94F-651BE90F9D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85072" y="1149494"/>
                <a:ext cx="1337410" cy="671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6A6C01C-6621-4988-9A60-C509063E32BB}"/>
                  </a:ext>
                </a:extLst>
              </p14:cNvPr>
              <p14:cNvContentPartPr/>
              <p14:nvPr/>
            </p14:nvContentPartPr>
            <p14:xfrm>
              <a:off x="5498957" y="785164"/>
              <a:ext cx="140040" cy="2278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6A6C01C-6621-4988-9A60-C509063E32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80957" y="767524"/>
                <a:ext cx="1756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5700DD3-1C43-4960-8F9A-81ECC716BA00}"/>
                  </a:ext>
                </a:extLst>
              </p14:cNvPr>
              <p14:cNvContentPartPr/>
              <p14:nvPr/>
            </p14:nvContentPartPr>
            <p14:xfrm>
              <a:off x="5168837" y="818284"/>
              <a:ext cx="151920" cy="150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5700DD3-1C43-4960-8F9A-81ECC716BA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1197" y="800284"/>
                <a:ext cx="1875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93FED55-04A7-492E-AB50-6CAD65A923FA}"/>
                  </a:ext>
                </a:extLst>
              </p14:cNvPr>
              <p14:cNvContentPartPr/>
              <p14:nvPr/>
            </p14:nvContentPartPr>
            <p14:xfrm>
              <a:off x="3077237" y="784444"/>
              <a:ext cx="1342800" cy="1375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93FED55-04A7-492E-AB50-6CAD65A923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59597" y="766439"/>
                <a:ext cx="1378440" cy="1411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FCFB2C4-D12A-4B4F-8760-37E7E1389517}"/>
                  </a:ext>
                </a:extLst>
              </p14:cNvPr>
              <p14:cNvContentPartPr/>
              <p14:nvPr/>
            </p14:nvContentPartPr>
            <p14:xfrm>
              <a:off x="4817477" y="815764"/>
              <a:ext cx="165960" cy="2412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FCFB2C4-D12A-4B4F-8760-37E7E13895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9799" y="798124"/>
                <a:ext cx="201677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C11D3D2-47C8-4C2B-AD77-3E73BE633BFE}"/>
                  </a:ext>
                </a:extLst>
              </p14:cNvPr>
              <p14:cNvContentPartPr/>
              <p14:nvPr/>
            </p14:nvContentPartPr>
            <p14:xfrm>
              <a:off x="5943197" y="792004"/>
              <a:ext cx="206640" cy="208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C11D3D2-47C8-4C2B-AD77-3E73BE633B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25557" y="774364"/>
                <a:ext cx="2422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9BA38D48-4DCA-4FD0-9062-A074F867D261}"/>
                  </a:ext>
                </a:extLst>
              </p14:cNvPr>
              <p14:cNvContentPartPr/>
              <p14:nvPr/>
            </p14:nvContentPartPr>
            <p14:xfrm>
              <a:off x="5245517" y="490684"/>
              <a:ext cx="654480" cy="167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9BA38D48-4DCA-4FD0-9062-A074F867D2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27517" y="473006"/>
                <a:ext cx="690120" cy="203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6BABA70-6234-4EAE-A4D9-D68232117C3D}"/>
                  </a:ext>
                </a:extLst>
              </p14:cNvPr>
              <p14:cNvContentPartPr/>
              <p14:nvPr/>
            </p14:nvContentPartPr>
            <p14:xfrm>
              <a:off x="4213037" y="419404"/>
              <a:ext cx="14760" cy="82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6BABA70-6234-4EAE-A4D9-D68232117C3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95037" y="401764"/>
                <a:ext cx="50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1E90749-3207-4A29-8B56-3696BE66A93F}"/>
                  </a:ext>
                </a:extLst>
              </p14:cNvPr>
              <p14:cNvContentPartPr/>
              <p14:nvPr/>
            </p14:nvContentPartPr>
            <p14:xfrm>
              <a:off x="3671957" y="502564"/>
              <a:ext cx="564840" cy="206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1E90749-3207-4A29-8B56-3696BE66A9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53957" y="484924"/>
                <a:ext cx="600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E01AF5D-0749-4C63-89FC-A08BCE0C7B46}"/>
                  </a:ext>
                </a:extLst>
              </p14:cNvPr>
              <p14:cNvContentPartPr/>
              <p14:nvPr/>
            </p14:nvContentPartPr>
            <p14:xfrm>
              <a:off x="678197" y="3343324"/>
              <a:ext cx="350280" cy="9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E01AF5D-0749-4C63-89FC-A08BCE0C7B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0197" y="3325684"/>
                <a:ext cx="3859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94F74A3-D798-4F9D-A427-18C53B51EEE2}"/>
                  </a:ext>
                </a:extLst>
              </p14:cNvPr>
              <p14:cNvContentPartPr/>
              <p14:nvPr/>
            </p14:nvContentPartPr>
            <p14:xfrm>
              <a:off x="874757" y="3436204"/>
              <a:ext cx="690480" cy="2916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94F74A3-D798-4F9D-A427-18C53B51EE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7117" y="3418204"/>
                <a:ext cx="7261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6F746491-E938-44D4-A985-7D11904831BA}"/>
                  </a:ext>
                </a:extLst>
              </p14:cNvPr>
              <p14:cNvContentPartPr/>
              <p14:nvPr/>
            </p14:nvContentPartPr>
            <p14:xfrm>
              <a:off x="2516717" y="3416404"/>
              <a:ext cx="43200" cy="82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6F746491-E938-44D4-A985-7D11904831B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98717" y="3398404"/>
                <a:ext cx="788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22E59660-6A86-4271-AE06-A138362E07E8}"/>
                  </a:ext>
                </a:extLst>
              </p14:cNvPr>
              <p14:cNvContentPartPr/>
              <p14:nvPr/>
            </p14:nvContentPartPr>
            <p14:xfrm>
              <a:off x="5996477" y="3492724"/>
              <a:ext cx="779400" cy="1544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22E59660-6A86-4271-AE06-A138362E07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78837" y="3474724"/>
                <a:ext cx="8150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1DFD1E6-79C7-48BD-BF0C-AA1DEB3D75EA}"/>
                  </a:ext>
                </a:extLst>
              </p14:cNvPr>
              <p14:cNvContentPartPr/>
              <p14:nvPr/>
            </p14:nvContentPartPr>
            <p14:xfrm>
              <a:off x="7418117" y="3209404"/>
              <a:ext cx="2030400" cy="4672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1DFD1E6-79C7-48BD-BF0C-AA1DEB3D75E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00477" y="3191404"/>
                <a:ext cx="20660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78ACC9F-AF8A-4395-9B42-E8F9F1EA4CF0}"/>
                  </a:ext>
                </a:extLst>
              </p14:cNvPr>
              <p14:cNvContentPartPr/>
              <p14:nvPr/>
            </p14:nvContentPartPr>
            <p14:xfrm>
              <a:off x="4465757" y="3391564"/>
              <a:ext cx="1033920" cy="3117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78ACC9F-AF8A-4395-9B42-E8F9F1EA4C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48117" y="3373924"/>
                <a:ext cx="10695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F9EB05E-1E0C-4ADA-9005-3142B83B1EA2}"/>
                  </a:ext>
                </a:extLst>
              </p14:cNvPr>
              <p14:cNvContentPartPr/>
              <p14:nvPr/>
            </p14:nvContentPartPr>
            <p14:xfrm>
              <a:off x="3480077" y="3516484"/>
              <a:ext cx="476640" cy="304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F9EB05E-1E0C-4ADA-9005-3142B83B1E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62437" y="3498484"/>
                <a:ext cx="5122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A4691FB-D82F-4064-A469-9232E6446031}"/>
                  </a:ext>
                </a:extLst>
              </p14:cNvPr>
              <p14:cNvContentPartPr/>
              <p14:nvPr/>
            </p14:nvContentPartPr>
            <p14:xfrm>
              <a:off x="2014877" y="3510724"/>
              <a:ext cx="947880" cy="4478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A4691FB-D82F-4064-A469-9232E64460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96877" y="3492724"/>
                <a:ext cx="98352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F48E271A-E56D-4365-AC62-5210FDBBF43D}"/>
                  </a:ext>
                </a:extLst>
              </p14:cNvPr>
              <p14:cNvContentPartPr/>
              <p14:nvPr/>
            </p14:nvContentPartPr>
            <p14:xfrm>
              <a:off x="4315997" y="4345204"/>
              <a:ext cx="181440" cy="3326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F48E271A-E56D-4365-AC62-5210FDBBF4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97997" y="4327564"/>
                <a:ext cx="2170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5814A2C-CF6F-435C-A1CC-F7DC5DC2A4A7}"/>
                  </a:ext>
                </a:extLst>
              </p14:cNvPr>
              <p14:cNvContentPartPr/>
              <p14:nvPr/>
            </p14:nvContentPartPr>
            <p14:xfrm>
              <a:off x="4716317" y="4650484"/>
              <a:ext cx="4320" cy="3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5814A2C-CF6F-435C-A1CC-F7DC5DC2A4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98317" y="4632844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5CA026A-216A-471D-AC35-3B7F4EBB9D81}"/>
                  </a:ext>
                </a:extLst>
              </p14:cNvPr>
              <p14:cNvContentPartPr/>
              <p14:nvPr/>
            </p14:nvContentPartPr>
            <p14:xfrm>
              <a:off x="2841437" y="4109044"/>
              <a:ext cx="1274400" cy="745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5CA026A-216A-471D-AC35-3B7F4EBB9D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23442" y="4091044"/>
                <a:ext cx="131003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5524C83-1401-4379-9F70-24C86318545D}"/>
                  </a:ext>
                </a:extLst>
              </p14:cNvPr>
              <p14:cNvContentPartPr/>
              <p14:nvPr/>
            </p14:nvContentPartPr>
            <p14:xfrm>
              <a:off x="3849077" y="5325124"/>
              <a:ext cx="201960" cy="43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5524C83-1401-4379-9F70-24C8631854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31437" y="5307124"/>
                <a:ext cx="2376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AD7889A-B753-4953-88BA-379E29E4B172}"/>
                  </a:ext>
                </a:extLst>
              </p14:cNvPr>
              <p14:cNvContentPartPr/>
              <p14:nvPr/>
            </p14:nvContentPartPr>
            <p14:xfrm>
              <a:off x="3888317" y="5396764"/>
              <a:ext cx="247320" cy="136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AD7889A-B753-4953-88BA-379E29E4B1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0317" y="5378764"/>
                <a:ext cx="2829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4F466855-B1A4-4C25-B3EC-3EE49CA0AC71}"/>
                  </a:ext>
                </a:extLst>
              </p14:cNvPr>
              <p14:cNvContentPartPr/>
              <p14:nvPr/>
            </p14:nvContentPartPr>
            <p14:xfrm>
              <a:off x="4802717" y="5461564"/>
              <a:ext cx="20160" cy="151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4F466855-B1A4-4C25-B3EC-3EE49CA0AC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785077" y="5443924"/>
                <a:ext cx="558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EA8F3842-6E95-47B8-897E-7D904B2FA95E}"/>
                  </a:ext>
                </a:extLst>
              </p14:cNvPr>
              <p14:cNvContentPartPr/>
              <p14:nvPr/>
            </p14:nvContentPartPr>
            <p14:xfrm>
              <a:off x="2219717" y="4198324"/>
              <a:ext cx="208080" cy="16423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EA8F3842-6E95-47B8-897E-7D904B2FA9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01717" y="4180324"/>
                <a:ext cx="243720" cy="167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6CD2A147-035A-4AE8-AF94-E1E170ACFCDC}"/>
                  </a:ext>
                </a:extLst>
              </p14:cNvPr>
              <p14:cNvContentPartPr/>
              <p14:nvPr/>
            </p14:nvContentPartPr>
            <p14:xfrm>
              <a:off x="4301597" y="5203804"/>
              <a:ext cx="183960" cy="2872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6CD2A147-035A-4AE8-AF94-E1E170ACFC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83632" y="5186164"/>
                <a:ext cx="21953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0DD75CD3-DEC7-431A-AB94-408B83D5A9BA}"/>
                  </a:ext>
                </a:extLst>
              </p14:cNvPr>
              <p14:cNvContentPartPr/>
              <p14:nvPr/>
            </p14:nvContentPartPr>
            <p14:xfrm>
              <a:off x="2761877" y="4994644"/>
              <a:ext cx="853200" cy="7977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0DD75CD3-DEC7-431A-AB94-408B83D5A9B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43877" y="4977004"/>
                <a:ext cx="888840" cy="83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11BCBCD4-ABE3-45D9-912E-0CE49645ADCB}"/>
                  </a:ext>
                </a:extLst>
              </p14:cNvPr>
              <p14:cNvContentPartPr/>
              <p14:nvPr/>
            </p14:nvContentPartPr>
            <p14:xfrm>
              <a:off x="7034717" y="4384084"/>
              <a:ext cx="869400" cy="4388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11BCBCD4-ABE3-45D9-912E-0CE49645ADC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16717" y="4366444"/>
                <a:ext cx="90504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BFDF26D7-175F-4184-BE04-5E68E04D0955}"/>
                  </a:ext>
                </a:extLst>
              </p14:cNvPr>
              <p14:cNvContentPartPr/>
              <p14:nvPr/>
            </p14:nvContentPartPr>
            <p14:xfrm>
              <a:off x="5702357" y="4671004"/>
              <a:ext cx="482040" cy="2894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BFDF26D7-175F-4184-BE04-5E68E04D095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84717" y="4653364"/>
                <a:ext cx="5176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4FE2D903-C321-4B3B-B72E-ED9A60575505}"/>
                  </a:ext>
                </a:extLst>
              </p14:cNvPr>
              <p14:cNvContentPartPr/>
              <p14:nvPr/>
            </p14:nvContentPartPr>
            <p14:xfrm>
              <a:off x="8332877" y="4401004"/>
              <a:ext cx="380880" cy="3236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4FE2D903-C321-4B3B-B72E-ED9A6057550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14877" y="4383004"/>
                <a:ext cx="4165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A741117B-A1CB-4D86-91FF-D4DC51693A15}"/>
                  </a:ext>
                </a:extLst>
              </p14:cNvPr>
              <p14:cNvContentPartPr/>
              <p14:nvPr/>
            </p14:nvContentPartPr>
            <p14:xfrm>
              <a:off x="9177797" y="4199764"/>
              <a:ext cx="1194120" cy="4885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A741117B-A1CB-4D86-91FF-D4DC51693A1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60157" y="4182124"/>
                <a:ext cx="12297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028C252A-BF28-417C-9119-3D8701461AE1}"/>
                  </a:ext>
                </a:extLst>
              </p14:cNvPr>
              <p14:cNvContentPartPr/>
              <p14:nvPr/>
            </p14:nvContentPartPr>
            <p14:xfrm>
              <a:off x="10682597" y="4458964"/>
              <a:ext cx="625320" cy="115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028C252A-BF28-417C-9119-3D8701461AE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64597" y="4440964"/>
                <a:ext cx="6609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E7FAFCB1-775D-4287-B7E2-4F125BD1EADA}"/>
                  </a:ext>
                </a:extLst>
              </p14:cNvPr>
              <p14:cNvContentPartPr/>
              <p14:nvPr/>
            </p14:nvContentPartPr>
            <p14:xfrm>
              <a:off x="11270477" y="4343404"/>
              <a:ext cx="327600" cy="255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E7FAFCB1-775D-4287-B7E2-4F125BD1EA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52477" y="4325404"/>
                <a:ext cx="3632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C7FE4BAF-170E-42CB-949D-CEE7F14A6464}"/>
                  </a:ext>
                </a:extLst>
              </p14:cNvPr>
              <p14:cNvContentPartPr/>
              <p14:nvPr/>
            </p14:nvContentPartPr>
            <p14:xfrm>
              <a:off x="11566397" y="4398484"/>
              <a:ext cx="50760" cy="608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C7FE4BAF-170E-42CB-949D-CEE7F14A64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548397" y="4380844"/>
                <a:ext cx="864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0E2BF4D2-15B7-450C-99A3-1B304F5177A7}"/>
                  </a:ext>
                </a:extLst>
              </p14:cNvPr>
              <p14:cNvContentPartPr/>
              <p14:nvPr/>
            </p14:nvContentPartPr>
            <p14:xfrm>
              <a:off x="11616797" y="4241164"/>
              <a:ext cx="83520" cy="3812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0E2BF4D2-15B7-450C-99A3-1B304F5177A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598797" y="4223524"/>
                <a:ext cx="1191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D4DF9066-0025-412F-90DB-9B416A3BED5B}"/>
                  </a:ext>
                </a:extLst>
              </p14:cNvPr>
              <p14:cNvContentPartPr/>
              <p14:nvPr/>
            </p14:nvContentPartPr>
            <p14:xfrm>
              <a:off x="11609957" y="4383364"/>
              <a:ext cx="164520" cy="781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D4DF9066-0025-412F-90DB-9B416A3BED5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591957" y="4365364"/>
                <a:ext cx="2001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C1DA42C-15CC-4E4F-A68D-B379E01E21DD}"/>
                  </a:ext>
                </a:extLst>
              </p14:cNvPr>
              <p14:cNvContentPartPr/>
              <p14:nvPr/>
            </p14:nvContentPartPr>
            <p14:xfrm>
              <a:off x="11736677" y="4487404"/>
              <a:ext cx="68040" cy="1184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C1DA42C-15CC-4E4F-A68D-B379E01E21D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719037" y="4469764"/>
                <a:ext cx="103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74C0CE2B-B41B-4177-ABBF-93C0F13FA2FF}"/>
                  </a:ext>
                </a:extLst>
              </p14:cNvPr>
              <p14:cNvContentPartPr/>
              <p14:nvPr/>
            </p14:nvContentPartPr>
            <p14:xfrm>
              <a:off x="11817317" y="4502884"/>
              <a:ext cx="273600" cy="1836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74C0CE2B-B41B-4177-ABBF-93C0F13FA2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799317" y="4484884"/>
                <a:ext cx="3092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BB2413AE-ABB9-4F58-BF8A-44028DAF8512}"/>
                  </a:ext>
                </a:extLst>
              </p14:cNvPr>
              <p14:cNvContentPartPr/>
              <p14:nvPr/>
            </p14:nvContentPartPr>
            <p14:xfrm>
              <a:off x="5605157" y="5176084"/>
              <a:ext cx="4356720" cy="14756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BB2413AE-ABB9-4F58-BF8A-44028DAF851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587518" y="5158448"/>
                <a:ext cx="4392357" cy="1511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60513192-249B-479B-AB79-91FB15AABE3D}"/>
                  </a:ext>
                </a:extLst>
              </p14:cNvPr>
              <p14:cNvContentPartPr/>
              <p14:nvPr/>
            </p14:nvContentPartPr>
            <p14:xfrm>
              <a:off x="10365797" y="5525284"/>
              <a:ext cx="763200" cy="336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60513192-249B-479B-AB79-91FB15AABE3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47797" y="5507644"/>
                <a:ext cx="798840" cy="37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837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0680B117-2DD1-4675-B0A3-4D9C943B7D08}"/>
                  </a:ext>
                </a:extLst>
              </p14:cNvPr>
              <p14:cNvContentPartPr/>
              <p14:nvPr/>
            </p14:nvContentPartPr>
            <p14:xfrm>
              <a:off x="5913122" y="1051586"/>
              <a:ext cx="4567680" cy="42948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0680B117-2DD1-4675-B0A3-4D9C943B7D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5123" y="1033586"/>
                <a:ext cx="4603317" cy="43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7664C01E-E2A1-44CE-8B77-769A83638BB3}"/>
                  </a:ext>
                </a:extLst>
              </p14:cNvPr>
              <p14:cNvContentPartPr/>
              <p14:nvPr/>
            </p14:nvContentPartPr>
            <p14:xfrm>
              <a:off x="3469869" y="5798425"/>
              <a:ext cx="813240" cy="36864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7664C01E-E2A1-44CE-8B77-769A83638B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2229" y="5780785"/>
                <a:ext cx="8488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359BC141-7367-4A07-89E8-2CC5A38E2DB7}"/>
                  </a:ext>
                </a:extLst>
              </p14:cNvPr>
              <p14:cNvContentPartPr/>
              <p14:nvPr/>
            </p14:nvContentPartPr>
            <p14:xfrm>
              <a:off x="2926269" y="5823265"/>
              <a:ext cx="425160" cy="31284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359BC141-7367-4A07-89E8-2CC5A38E2D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08629" y="5805265"/>
                <a:ext cx="4608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4867F860-BA98-4A4D-9132-63B0F53DD6EF}"/>
                  </a:ext>
                </a:extLst>
              </p14:cNvPr>
              <p14:cNvContentPartPr/>
              <p14:nvPr/>
            </p14:nvContentPartPr>
            <p14:xfrm>
              <a:off x="9543429" y="5827585"/>
              <a:ext cx="96480" cy="2664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4867F860-BA98-4A4D-9132-63B0F53DD6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25429" y="5809585"/>
                <a:ext cx="1321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FB3E83E2-D5FD-4F9A-8E30-8872E535BA0E}"/>
                  </a:ext>
                </a:extLst>
              </p14:cNvPr>
              <p14:cNvContentPartPr/>
              <p14:nvPr/>
            </p14:nvContentPartPr>
            <p14:xfrm>
              <a:off x="8648109" y="5933065"/>
              <a:ext cx="1111320" cy="28620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FB3E83E2-D5FD-4F9A-8E30-8872E535BA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30469" y="5915403"/>
                <a:ext cx="1146960" cy="321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CE242CE-C17A-44C2-BD72-0829B4283060}"/>
                  </a:ext>
                </a:extLst>
              </p14:cNvPr>
              <p14:cNvContentPartPr/>
              <p14:nvPr/>
            </p14:nvContentPartPr>
            <p14:xfrm>
              <a:off x="167949" y="696505"/>
              <a:ext cx="11575800" cy="49899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CE242CE-C17A-44C2-BD72-0829B42830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308" y="660502"/>
                <a:ext cx="11647802" cy="50616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4622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B72D28D-8338-4546-9FB1-4260989125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234464"/>
            <a:ext cx="10241168" cy="46633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AEC39F8A-75CF-442B-A87D-0EA7E77A4150}"/>
                  </a:ext>
                </a:extLst>
              </p14:cNvPr>
              <p14:cNvContentPartPr/>
              <p14:nvPr/>
            </p14:nvContentPartPr>
            <p14:xfrm>
              <a:off x="3491597" y="1803964"/>
              <a:ext cx="28080" cy="165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AEC39F8A-75CF-442B-A87D-0EA7E77A41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3957" y="1785964"/>
                <a:ext cx="637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4F56C88-4047-4611-A960-8A1581E2FC6E}"/>
                  </a:ext>
                </a:extLst>
              </p14:cNvPr>
              <p14:cNvContentPartPr/>
              <p14:nvPr/>
            </p14:nvContentPartPr>
            <p14:xfrm>
              <a:off x="3607877" y="1721164"/>
              <a:ext cx="304200" cy="2386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4F56C88-4047-4611-A960-8A1581E2FC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90237" y="1703524"/>
                <a:ext cx="3398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FEFD34E-2420-46C0-9221-25A6B79A23C9}"/>
                  </a:ext>
                </a:extLst>
              </p14:cNvPr>
              <p14:cNvContentPartPr/>
              <p14:nvPr/>
            </p14:nvContentPartPr>
            <p14:xfrm>
              <a:off x="3066797" y="1727644"/>
              <a:ext cx="330840" cy="2700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FEFD34E-2420-46C0-9221-25A6B79A23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9138" y="1710027"/>
                <a:ext cx="366519" cy="305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8F39E3B-B6C5-4F84-A71A-835782189BA6}"/>
                  </a:ext>
                </a:extLst>
              </p14:cNvPr>
              <p14:cNvContentPartPr/>
              <p14:nvPr/>
            </p14:nvContentPartPr>
            <p14:xfrm>
              <a:off x="9167357" y="2387884"/>
              <a:ext cx="26280" cy="18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8F39E3B-B6C5-4F84-A71A-835782189B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49357" y="2369884"/>
                <a:ext cx="619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B6CB7E6-2FB2-4348-9087-33DBEC3A3351}"/>
                  </a:ext>
                </a:extLst>
              </p14:cNvPr>
              <p14:cNvContentPartPr/>
              <p14:nvPr/>
            </p14:nvContentPartPr>
            <p14:xfrm>
              <a:off x="8313077" y="2486164"/>
              <a:ext cx="859680" cy="2134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B6CB7E6-2FB2-4348-9087-33DBEC3A33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95077" y="2468524"/>
                <a:ext cx="8953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741BF27-ADCC-4262-8926-59760A8F4D53}"/>
                  </a:ext>
                </a:extLst>
              </p14:cNvPr>
              <p14:cNvContentPartPr/>
              <p14:nvPr/>
            </p14:nvContentPartPr>
            <p14:xfrm>
              <a:off x="3233117" y="4333324"/>
              <a:ext cx="1295280" cy="12430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741BF27-ADCC-4262-8926-59760A8F4D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15122" y="4315324"/>
                <a:ext cx="1330910" cy="12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904D601B-695A-47AF-A99B-A56BB53FDD34}"/>
                  </a:ext>
                </a:extLst>
              </p14:cNvPr>
              <p14:cNvContentPartPr/>
              <p14:nvPr/>
            </p14:nvContentPartPr>
            <p14:xfrm>
              <a:off x="1139717" y="4162684"/>
              <a:ext cx="1627920" cy="1476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904D601B-695A-47AF-A99B-A56BB53FDD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1721" y="4144684"/>
                <a:ext cx="1663552" cy="15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16EA3F7-FAEC-45A1-8F11-67B6C9D53426}"/>
                  </a:ext>
                </a:extLst>
              </p14:cNvPr>
              <p14:cNvContentPartPr/>
              <p14:nvPr/>
            </p14:nvContentPartPr>
            <p14:xfrm>
              <a:off x="9459677" y="5348524"/>
              <a:ext cx="28440" cy="687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16EA3F7-FAEC-45A1-8F11-67B6C9D5342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42037" y="5330884"/>
                <a:ext cx="640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9A03B72-A99E-4CCC-993E-2D6214EDC990}"/>
                  </a:ext>
                </a:extLst>
              </p14:cNvPr>
              <p14:cNvContentPartPr/>
              <p14:nvPr/>
            </p14:nvContentPartPr>
            <p14:xfrm>
              <a:off x="8686397" y="5525284"/>
              <a:ext cx="880560" cy="243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9A03B72-A99E-4CCC-993E-2D6214EDC99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68750" y="5507644"/>
                <a:ext cx="916215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2E2FD74-AF34-4C51-9A93-B4CE31C65643}"/>
                  </a:ext>
                </a:extLst>
              </p14:cNvPr>
              <p14:cNvContentPartPr/>
              <p14:nvPr/>
            </p14:nvContentPartPr>
            <p14:xfrm>
              <a:off x="5594357" y="4301284"/>
              <a:ext cx="2862360" cy="146628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2E2FD74-AF34-4C51-9A93-B4CE31C656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76357" y="4283284"/>
                <a:ext cx="2898000" cy="15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4EFFDE3-943D-4D6B-A4B6-CA17D4D3F8D9}"/>
                  </a:ext>
                </a:extLst>
              </p14:cNvPr>
              <p14:cNvContentPartPr/>
              <p14:nvPr/>
            </p14:nvContentPartPr>
            <p14:xfrm>
              <a:off x="4769597" y="2821684"/>
              <a:ext cx="854640" cy="187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4EFFDE3-943D-4D6B-A4B6-CA17D4D3F8D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51597" y="2803684"/>
                <a:ext cx="8902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5E4FD0D-C400-42BF-9688-09959F61283B}"/>
                  </a:ext>
                </a:extLst>
              </p14:cNvPr>
              <p14:cNvContentPartPr/>
              <p14:nvPr/>
            </p14:nvContentPartPr>
            <p14:xfrm>
              <a:off x="5540717" y="894604"/>
              <a:ext cx="766440" cy="18338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5E4FD0D-C400-42BF-9688-09959F61283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23085" y="876604"/>
                <a:ext cx="802063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05A1119-B367-44EC-B451-53A4E7B3AEA1}"/>
                  </a:ext>
                </a:extLst>
              </p14:cNvPr>
              <p14:cNvContentPartPr/>
              <p14:nvPr/>
            </p14:nvContentPartPr>
            <p14:xfrm>
              <a:off x="6445397" y="633604"/>
              <a:ext cx="95040" cy="362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05A1119-B367-44EC-B451-53A4E7B3AE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27397" y="615964"/>
                <a:ext cx="1306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9F7B85CA-A41F-4A49-A7CB-9F13B2323631}"/>
                  </a:ext>
                </a:extLst>
              </p14:cNvPr>
              <p14:cNvContentPartPr/>
              <p14:nvPr/>
            </p14:nvContentPartPr>
            <p14:xfrm>
              <a:off x="7599917" y="431284"/>
              <a:ext cx="5760" cy="14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9F7B85CA-A41F-4A49-A7CB-9F13B232363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81917" y="413284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A4748626-83E3-4414-AB8B-C7738C54E654}"/>
                  </a:ext>
                </a:extLst>
              </p14:cNvPr>
              <p14:cNvContentPartPr/>
              <p14:nvPr/>
            </p14:nvContentPartPr>
            <p14:xfrm>
              <a:off x="6727997" y="505804"/>
              <a:ext cx="1055520" cy="7336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A4748626-83E3-4414-AB8B-C7738C54E65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09997" y="488155"/>
                <a:ext cx="1091160" cy="769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C6EFB2D5-1877-4896-B6C0-A6313BD3FC6F}"/>
                  </a:ext>
                </a:extLst>
              </p14:cNvPr>
              <p14:cNvContentPartPr/>
              <p14:nvPr/>
            </p14:nvContentPartPr>
            <p14:xfrm>
              <a:off x="7981877" y="239044"/>
              <a:ext cx="316800" cy="5605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C6EFB2D5-1877-4896-B6C0-A6313BD3FC6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64237" y="221404"/>
                <a:ext cx="35244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8217A437-9A9C-4143-AB81-FE0889C9C085}"/>
                  </a:ext>
                </a:extLst>
              </p14:cNvPr>
              <p14:cNvContentPartPr/>
              <p14:nvPr/>
            </p14:nvContentPartPr>
            <p14:xfrm>
              <a:off x="9894557" y="326524"/>
              <a:ext cx="1894320" cy="2814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8217A437-9A9C-4143-AB81-FE0889C9C08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76914" y="308524"/>
                <a:ext cx="1929967" cy="28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1152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2419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ceasului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8819309-395D-425D-A94E-F25E661742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1" y="868708"/>
            <a:ext cx="11612753" cy="5212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8686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320074"/>
            <a:ext cx="2419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ceasului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61" name="Imagine 60">
            <a:extLst>
              <a:ext uri="{FF2B5EF4-FFF2-40B4-BE49-F238E27FC236}">
                <a16:creationId xmlns:a16="http://schemas.microsoft.com/office/drawing/2014/main" id="{39CE00BB-5752-470F-B65B-A3C26E239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234464"/>
            <a:ext cx="11490901" cy="402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01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5256</TotalTime>
  <Words>235</Words>
  <Application>Microsoft Office PowerPoint</Application>
  <PresentationFormat>Ecran lat</PresentationFormat>
  <Paragraphs>42</Paragraphs>
  <Slides>40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Symbol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238</cp:revision>
  <dcterms:created xsi:type="dcterms:W3CDTF">2020-09-24T15:20:51Z</dcterms:created>
  <dcterms:modified xsi:type="dcterms:W3CDTF">2025-11-25T20:58:51Z</dcterms:modified>
</cp:coreProperties>
</file>