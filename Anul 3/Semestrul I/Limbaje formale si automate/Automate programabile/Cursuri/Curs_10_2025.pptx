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0" r:id="rId2"/>
    <p:sldId id="282" r:id="rId3"/>
    <p:sldId id="398" r:id="rId4"/>
    <p:sldId id="360" r:id="rId5"/>
    <p:sldId id="361" r:id="rId6"/>
    <p:sldId id="399" r:id="rId7"/>
    <p:sldId id="349" r:id="rId8"/>
    <p:sldId id="350" r:id="rId9"/>
    <p:sldId id="351" r:id="rId10"/>
    <p:sldId id="332" r:id="rId11"/>
    <p:sldId id="333" r:id="rId12"/>
    <p:sldId id="334" r:id="rId13"/>
    <p:sldId id="339" r:id="rId14"/>
    <p:sldId id="335" r:id="rId15"/>
    <p:sldId id="391" r:id="rId16"/>
    <p:sldId id="392" r:id="rId17"/>
    <p:sldId id="343" r:id="rId18"/>
    <p:sldId id="393" r:id="rId19"/>
    <p:sldId id="394" r:id="rId20"/>
    <p:sldId id="395" r:id="rId21"/>
    <p:sldId id="396" r:id="rId22"/>
    <p:sldId id="348" r:id="rId23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9" autoAdjust="0"/>
    <p:restoredTop sz="94665" autoAdjust="0"/>
  </p:normalViewPr>
  <p:slideViewPr>
    <p:cSldViewPr>
      <p:cViewPr varScale="1">
        <p:scale>
          <a:sx n="99" d="100"/>
          <a:sy n="99" d="100"/>
        </p:scale>
        <p:origin x="174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11.5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161 161,'-7'1,"-1"0,0 1,0 0,1 0,-1 1,1 0,0 0,0 1,0 0,0 0,0 0,1 1,0 0,0 0,0 1,1 0,0 0,0 0,0 0,1 1,0 0,0 0,1 0,0 0,0 0,0 1,-1 7,4-12,0 1,0-1,0 1,0-1,0 1,1-1,0 1,-1-1,1 0,1 1,-1-1,0 0,1 0,-1 0,1 0,0 0,0 0,0 0,1 0,-1-1,1 0,-1 1,1-1,1 1,76 41,-66-38,-12-5,7 1,-1 1,0 0,0 1,0 0,-1 0,1 0,-1 1,0 0,0 1,-1 0,0 0,0 0,0 1,0-1,-1 1,-1 1,1-1,-1 1,0 0,-4-4,1-1,-1 1,-1 0,1-1,0 1,-1-1,0 1,0 0,0-1,0 0,-1 1,1-1,-1 0,0 1,0-1,0 0,0 0,-1-1,1 1,-1 0,1-1,-1 0,0 1,0-1,-3 1,-84 37,30-37,58-3,1 0,0-1,0 1,0 0,0-1,0 1,0 0,0-1,0 0,0 1,0-1,0 0,0 1,1-1,-1 0,0 0,0 1,1-1,-1 0,0 0,1 0,-1 0,1 0,-1 0,1 0,0 0,-1-1,1 1,0 0,0 0,0 0,0 0,0 0,0 0,0 0,0-1,0 1,0 0,1 0,-1 0,0 0,1 0,-1 0,1 0,-1 0,1 0,0 0,-1 0,1 0,0 0,9-16</inkml:trace>
  <inkml:trace contextRef="#ctx0" brushRef="#br0" timeOffset="264.641">441 348,'0'12,"0"7,0 6,0 6,0 1,0 0,-2-3,-1-4,0-4,1-8,0-9,1-4</inkml:trace>
  <inkml:trace contextRef="#ctx0" brushRef="#br0" timeOffset="810.731">321 254,'65'-3,"0"-2,56-14,-99 16,4-2,-14 2,0 0,0 1,0 0,0 1,0 1,1 0,-1 0,0 2,0-1,0 1,7 3,-15-3,-1 0,1 0,-1 0,0 1,0-1,0 1,0 0,-1 0,1 0,-1 0,1 0,-1 1,0-1,0 1,-1-1,1 1,-1 0,0 0,0-1,0 1,0 0,-1 0,1 0,-1 0,0 0,-1 1,-14 104,-39 54,84-234,-2-1,14-61,-4-20,-32 151,-5 20,0-15,-1 34,2 0,1 0,2-1,2 1,1-1,1-1,3 0,1 0,1-1,2 0,7 9,-16-35</inkml:trace>
  <inkml:trace contextRef="#ctx0" brushRef="#br0" timeOffset="1681.577">803 442,'42'-25,"-31"21,57-22,0 3,58-11,-123 33,1-1,0 1,-1 0,1 0,0 1,0-1,-1 1,1 0,0 0,0 0,0 0,-1 1,1-1,0 1,0 0,-1 0,1 0,-1 1,1-1,-1 1,1 0,-1 0,0 0,0 1,0-1,0 1,-1-1,2 2,0 7,-1-1,0 0,0 1,-1 0,0 0,-1-1,0 1,-1 0,0 0,-1 0,-1 3,1 4,-7 43,-3-80,2-25,3 0,1 0,1-39,4 75,1 0,0 0,0 0,1 0,0 0,0 0,1 1,0-1,1 1,-1 0,2 0,-1 0,1 1,2-3,-5 6,1 0,-1 0,1 0,0 0,1 1,-1 0,0 0,1 0,-1 0,1 0,-1 0,1 1,0 0,0 0,-1 0,1 0,0 1,0-1,0 1,0 0,0 0,0 1,0-1,0 1,0-1,0 1,-1 1,1-1,3 2,-3-2,-1 1,1-1,-1 1,1 0,-1 0,0 0,0 1,0-1,0 1,0-1,-1 1,1 0,-1 0,1 0,-1 0,0 1,-1-1,1 1,0-1,-1 1,0-1,0 1,0 0,0 0,-1 0,1-1,-1 1,0 0,0 0,0 0,-1 0,0-1,1 1,-1 0,0 0,-1-1,1 1,-1-1,0 1,1-1,-2 0,1 1,0-1,-3 3,-117 60,121-66,-1 1,1-1,-1 1,1-1,0 1,-1 0,1 0,0 0,-1 0,1 0,0 0,0 0,0 0,0 0,0 0,0 1,0-1,1 0,-1 1,0-1,1 1,-1-1,1 0,-1 1,1 0,0-1,0 1,-1-1,1 1,0-1,0 1,1-1,-1 1,0-1,0 1,1-1,-1 1,1-1,0 1,-1-1,1 0,0 1,0-1,-1 0,1 1,0-1,0 0,1 0,-1 0,0 0,0 0,0 0,1 0,-1-1,0 1,2 0,14 8,0-1,1 0,0-1,0-2,0 0,1 0,0-2,-1 0,1-1,1-1,10-2,-23 3,0-2,0 1,0-1,0 0,0 0,0-1,0 0,0 0,-1 0,1-1,0 0,-1-1,1 1,-1-1,0 0,0-1,0 0,0 0,-1 0,1 0,-1-1,0 0,2-4,0-3,0-1,-1 0,-1 0,0 0,-1-1,0 1,-1-1,-1 0,1-13,-2 214,-1-178,1 0,0 0,1 0,0 0,0 0,1 0,0-1,0 1,1-1,0 0,1 0,0 0,0 0,4 3,4-4,-1-6</inkml:trace>
  <inkml:trace contextRef="#ctx0" brushRef="#br0" timeOffset="1930.907">1511 174,'16'-11,"14"-9,14-2,12-3,11-2,6 2,1 1,-12 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31.0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88 452,'-45'-255,"8"75,32 164,6 35,78 339,-42-186,-27-135</inkml:trace>
  <inkml:trace contextRef="#ctx0" brushRef="#br0" timeOffset="356.553">236 399,'0'8,"0"0,1 0,0 1,0-1,1 0,0 0,0 0,1-1,0 1,0-1,1 1,0-1,1 0,-1 0,1-1,0 1,1-1,0-1,0 1,0-1,0 0,1 0,0 0,0-1,0 0,1-1,-1 1,6 0,-6-3,-1-1,1 0,-1 0,1-1,0 1,-1-2,1 1,-1-1,0 0,0 0,1 0,-1-1,-1 0,1 0,0-1,-1 1,0-1,1-1,-2 1,1-1,0 1,-1-1,0-1,2-3,4-4,-2-1,0 0,0 0,-2-1,1 0,-2 0,0-1,-1 0,1-9,-3 16,-1 0,0 1,-1-1,0 0,0 1,-1-1,0 0,0 1,-1-1,0 1,0-1,-1 1,-1 0,1 0,-1 0,0 1,-1-1,0 1,0 0,-1 0,1 1,-2 0,1 0,-1 0,1 1,-1-1,-1 2,1-1,-1 1,0 0,0 1,0 0,0 0,-1 1,5 1,0 0,0 0,0 1,0 0,0 0,0 0,0 0,0 1,0 0,0-1,0 1,0 1,0-1,0 0,1 1,-1 0,1 0,-1 0,1 0,0 1,0-1,0 1,0 0,0 0,0 0,1 0,0 0,-1 1,1-1,0 1,1 0,-1-1,0 3,-2 3,1 1,0 0,1 0,0 1,0-1,1 0,0 1,1-1,0 0,1 1,0-1,2 7,11 23,4-8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32.3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0,'9'9,"10"3,8 2,9-2,7 0,8-3,5-2,1-3,0-2,0-3,-10-2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35.4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240 532,'27'130,"-42"-180,12 46,0-1,-1 0,1 1,-1 0,0-1,0 2,-1-1,1 0,-1 1,0 0,0 0,0 0,0 1,0-1,0 1,-1 1,1-1,-1 1,0 0,1 0,-1 0,0 1,1 0,-1 0,0 1,1-1,-1 1,0 0,1 1,-1 0,1-1,0 2,-1-1,1 1,0-1,0 1,1 1,-1-1,1 1,0-1,-1 1,2 1,-1-1,0 0,-2 6,1-1,1 0,0 1,1 0,0 0,0 0,1 0,0 0,1 1,0-1,1 0,0 1,1-1,0 0,0 1,1-1,1 0,0 0,0 0,2 3,-2-6,0 0,0 0,0 0,1-1,0 1,1-1,-1 0,1 0,0 0,1-1,-1 0,1 0,0 0,1-1,-1 0,1 0,-1 0,1-1,0 0,1 0,-1-1,0 0,1 0,-1-1,1 0,3 0,6-3,0-1,-1 0,1-2,0 1,-1-2,0 0,-1-1,1-1,-1 0,0-1,-1-1,0 0,-1-1,0 0,0-2,-12 11,1 1,-1 0,0 0,1 0,-1 0,0 1,1-1,-1 0,1 0,0 1,-1-1,1 1,-1 0,1-1,0 1,-1 0,1 0,0 0,0 0,-1 0,1 0,0 1,-1-1,1 0,-1 1,1-1,0 1,-1 0,1 0,-1-1,0 1,1 0,-1 0,0 0,1 1,-1-1,0 0,0 0,0 1,0-1,0 0,0 1,0 1,5 5,-1 0,2-1,-1 1,1-1,0-1,1 1,-1-1,1 0,0-1,1 0,-1 0,1-1,0 0,1 0,-1-1,0 0,1-1,0 0,-1-1,1 0,0 0,0-1,4 0,-9-2,0 0,-1-1,0 1,1-1,-1 0,0 0,0 0,-1-1,1 1,-1-1,0 0,0 0,0 0,0 0,-1-1,1 1,-1-1,0 1,0-1,-1 0,0 0,0 0,0 1,0-1,-1 0,1-1,-1 1,-1 0,1 0,-1 0,0 1,0-1,0 0,-1 0,1 0,-1 1,0-1,-1 1,1-1,-1 1,0 0,0 0,0 0,-1 0,0-2,-1-1,0 1,-1 0,1 0,-1 1,0 0,-1 0,1 0,-1 1,0 0,0 0,0 0,-1 1,1 0,-1 1,0 0,1 0,-1 0,0 1,-7 0,11 3,0 1,0-1,0 1,0 0,0 0,0 0,1 0,-1 1,1-1,0 1,0 0,0 0,1 0,-1 0,1 1,0-1,1 1,-1-1,1 1,-1 0,1-1,1 1,-1 0,1 0,0 0,0 0,0-1,1 1,0 4,0-7,-1 1,1-1,0 0,0 1,0-1,0 0,0 0,1 0,-1 0,1 0,-1 0,1 0,0 0,-1-1,1 1,0-1,0 1,0-1,0 0,1 0,-1 0,0 0,1 0,-1 0,0 0,1-1,-1 0,1 1,-1-1,0 0,1 0,-1 0,1 0,-1-1,1 1,-1-1,1 1,-1-1,2-1,26-6</inkml:trace>
  <inkml:trace contextRef="#ctx0" brushRef="#br0" timeOffset="1404.051">882 612,'97'155,"-92"-147,0 1,0 0,1-1,0 0,0 0,1 0,0-1,0 0,1-1,0 1,0-1,-7-6,-1 1,1-1,0 1,0-1,0 0,-1 0,1 1,0-1,0 0,0 0,0 0,-1 0,1 0,0 0,0 0,0 0,0 0,-1 0,1-1,0 1,0 0,0-1,-1 1,1 0,0-1,-1 1,1-1,0 1,-1-1,1 1,0-1,-1 0,1 1,-1-1,1 0,-1 1,1-1,-1 0,0 1,1-1,-1 0,0 0,1 0,7-40,-7 37,18-188,-8 163,4 55,-10-4,-2-6,1 0,0-1,0 1,2-1,0 0,1 0,0 0,1-1,1-1,8 12,-14-23,0 1,1 0,-1-1,1 0,-1 0,1 0,0 0,-1-1,1 1,0-1,0 0,0 0,0 0,0-1,0 1,1-1,-1 0,0 0,0-1,0 1,0-1,0 0,0 0,0 0,0 0,0-1,1 0,7-4,1-1,-1 0,0 0,0-2,-1 1,-1-1,5-5,-7 7,-1-1,-1 0,1 0,-1-1,-1 0,0 0,0 0,0 0,-1-1,-1 0,0 0,0 0,-1 0,0 0,0-10,-4 35,1 0,0 0,1 0,1 0,0 0,1 0,0 0,2 0,-1-1,2 0,0 1,1-1,0-1,1 1,0-1,1-1,1 1,0-1,5 4,-12-14,1 0,0 0,-1-1,1 1,0-1,0 1,0-1,0 0,0 0,0 0,0-1,1 1,-1-1,0 1,0-1,0 0,1-1,-1 1,0 0,0-1,0 0,0 0,0 0,0 0,0 0,0 0,0-1,0 0,0 1,-1-1,1 0,-1 0,0 0,1-1,-1 1,0-1,0 1,8-11,0 0,-1 0,-1 0,0-1,-1 0,-1-1,0 0,0 0,-2 0,0 0,-1-1,0 0,-1 0,-1-9,4 17,0 37,-3-18,-2-4,1 0,0 0,1 0,0 0,0 0,0-1,1 1,0-1,0 1,1-1,-1 0,2-1,-1 1,0-1,1 1,0-1,0 0,1-1,-1 0,1 0,0 0,0 0,0-1,1 0,-1 0,1-1,0 0,-1 0,1 0,0-1,0 0,0 0,0-1,2 0,3-5,-1 1,-1-2,1 1,-1-1,0-1,0 0,-1-1,0 1,0-2,-1 1,0-1,0-1,-1 1,0-1,-1 0,0-1,-1 0,0 0,-1 0,0 0,0 0,-2-1,1 0,-1 0,0-7,-1-24,-2 43,0 0,0 0,1 0,-1 0,0 1,0-1,1 0,-1 1,0-1,1 0,-1 1,1-1,-1 1,0-1,1 0,-1 1,1 0,-1-1,1 1,-1-1,1 1,0 0,-1-1,1 1,0 0,-1-1,1 1,0 0,0-1,0 1,0 0,-1 0,1-1,0 1,0 0,0 0,1-1,-1 1,0 0,-3 9,0 1,1-1,0 0,1 1,0-1,0 1,1 0,1-1,0 1,0-1,1 1,0-1,1 0,0 0,1 0,0 0,0 0,1-1,0 0,4 5,1-3,1-1,0 1,0-2,1 0,1 0,-1-1,1 0,1-1,-1-1,1 0,0-1,0 0,1-1,0-1,-1 0,1-1,0-1,0 0,6-2,-14 1,-1 0,0-1,0 0,0-1,0 1,0-1,0 0,0-1,-1 1,1-1,-1 0,0-1,1 1,-1-1,-1 0,1 0,-1 0,0-1,0 0,0 0,0 0,-1 0,0 0,0-1,0 0,-1 1,0-1,0 0,0 0,0-2,6-35,-2 0,-1 0,-3 0,-1 0,-4-25,2 13,-6-272,6 314,2 9,-1 0,0 0,0 0,-1 0,1 0,-1 0,0-1,0 1,0 1,-1-1,1 0,-1 0,0 0,-2-2,4 6,-1 0,1 0,-1 0,1 0,-1 0,1 0,-1 0,1 0,-1 0,1 1,-1-1,1 0,0 0,-1 0,1 1,-1-1,1 0,-1 0,1 1,0-1,-1 0,1 1,0-1,-1 0,1 1,0-1,-1 1,1-1,0 1,0-1,0 0,-1 1,1-1,0 1,0-1,0 1,0-1,0 1,0-1,0 1,0-1,0 1,0 0,-3 21,0 0,1 0,2 0,0 1,2-1,0 0,5 21,-4-21,12 91,-1 0,4-1,10 16,-22-105,1 0,2 0,0-1,1 0,10 14,-15-28,-1-1,2 1,-1-1,1-1,0 1,0-1,1 0,-1-1,1 1,1-1,-1-1,1 1,0-1,0-1,0 1,0-1,2-1,-7-1,1 0,0-1,0 0,-1 1,1-2,0 1,0 0,0-1,-1 0,1 1,0-1,-1-1,1 1,-1-1,1 1,-1-1,0 0,0 0,1 0,-1-1,-1 1,1-1,0 0,-1 0,1 0,-1 0,0 0,0 0,0 0,0-1,-1 1,0-1,2-3,8-26</inkml:trace>
  <inkml:trace contextRef="#ctx0" brushRef="#br0" timeOffset="1649.678">2272 464,'14'-2,"22"-8,26-8,27-11,24-7,15-2,-14 5</inkml:trace>
  <inkml:trace contextRef="#ctx0" brushRef="#br0" timeOffset="2343.91">3489 679,'-13'-12,"-1"1,0 1,-1 0,0 1,0 0,-14-4,23 11,1 0,-1 0,0 1,0-1,0 1,0 1,0-1,0 1,0 0,0 1,0-1,0 1,0 0,0 1,0-1,0 1,1 0,-1 1,1-1,-1 1,0 1,1-1,0 0,0 0,0 1,1 0,-1 0,1 0,0 0,0 1,1 0,-1-1,1 1,0 1,0-1,0 0,1 1,0-1,0 1,1 0,-1 0,1 0,0-1,1 1,-1 0,1 0,1 0,-1 0,1 0,0 0,0 0,0 0,1-1,0 1,0 0,1-1,0 0,0 1,0-1,0 0,1-1,0 1,0-1,3 4,0-5,0 1,1-1,0-1,-1 0,1 0,0 0,0-1,0 0,0 0,0-1,0 0,0 0,0-1,0 0,0-1,0 0,0 0,-1-1,1 1,-1-2,0 1,0-1,0 0,0-1,0 1,-1-1,0 0,0-1,-1 0,1 0,-1 0,0 0,-1-1,0 0,0 0,0 0,-1-1,0 1,1-6,-1 6,0-1,-1 0,0 1,-1-1,0 0,0 0,-1 0,0 0,0-7,-7 6,2 25,3-10,1 0,0 0,0 0,1 0,-1 0,1 0,1 0,-1 0,1 1,0-1,0 0,1 0,0-1,0 1,0 0,1-1,0 1,0-1,0 0,1 0,-1 0,1 0,0 0,1-1,-1 0,1 0,0 0,0-1,0 1,0-1,1 0,-1-1,1 1,0-1,3 1,-2-2,0-1,0 1,0-1,0 0,0 0,0-1,0 0,0-1,0 1,0-1,-1 0,1-1,-1 0,1 0,-1 0,0-1,0 0,-1 0,1 0,-1-1,0 0,1-1,4-5,0 0,-1-1,0 0,-1 0,-1-1,0 0,-1 0,0-1,-1 0,0-2,4-29,-2 0,-2 0,-2-1,-2 1,-2-1,-2 1,-2 0,-2 0,-2 0,-2 1,-10-24,-3 1,25 67,-1 0,0 0,0 1,1-1,-1 0,0 0,0 1,0-1,1 0,-1 1,0-1,0 0,0 1,0-1,0 0,0 1,0-1,0 0,0 1,0-1,0 1,0-1,0 0,0 1,0-1,0 0,0 1,0-1,0 0,-1 1,1-1,0 0,0 1,0-1,-1 0,1 0,0 1,0-1,-1 0,1 0,0 1,0-1,-1 0,1 0,0 0,-1 0,1 1,0-1,-1 0,1 0,0 0,-1 0,1 0,0 0,-1 0,1 0,-1 0,1 0,0 0,-1 0,1 0,0 0,-1 0,1 0,0-1,-1 1,29 187,-20-150,10 60,-10-39,4-1,2 0,2 0,3-2,24 51,-39-96,0-1,1 0,0 0,1-1,0 1,0-1,1 0,0-1,0 0,1 0,0 0,0-1,0 0,1-1,0 0,0 0,0-1,1 0,0 0,-1-1,1-1,9 2,-16-4,0-1,0 1,0-1,0 1,0-1,0 0,0 0,-1 0,1-1,0 1,0-1,-1 0,1 1,-1-1,0 0,1 0,-1-1,0 1,0 0,-1-1,1 1,0-1,-1 0,1 1,-1-1,0 0,0 0,0 0,0-1,6-28</inkml:trace>
  <inkml:trace contextRef="#ctx0" brushRef="#br0" timeOffset="2612.187">3422 371,'16'0,"17"0,16 0,15-2,14-5,11-5,6-1,3-2,-15 3</inkml:trace>
  <inkml:trace contextRef="#ctx0" brushRef="#br0" timeOffset="2889.481">4278 745,'10'98,"-9"-95,0 0,0 0,0 0,0 0,1 0,-1 0,1 0,0 0,0 0,0-1,0 1,0-1,0 1,1-1,-1 0,1 0,0 0,0 0,-1-1,1 1,0-1,0 0,0 1,1-1,-1-1,0 1,0 0,1-1,-1 0,1 0,-1 0,1-1,-1 1,0-1,1 0,-1 0,0 0,0 0,0-1,0 1,0-1,0 0,0 0,-1 0,1 0,0 0,-1-1,0 1,0-1,1 1,-2-1,1 0,1-2,30-78,-30 72,-1-1,0 0,-1 0,0 0,0 0,-1 0,-1 0,0 0,-1 0,0 1,-1-1,0 0,-1 1,0 0,-1 0,0 0,-1 1,0-1,5 9,0 0,-1 0,1 0,0 0,-1 0,1 0,-1 1,0-1,1 0,-1 1,0 0,0-1,0 1,0 0,0 0,0 0,0 0,-1 1,1-1,0 0,0 1,-1 0,1-1,0 1,-1 0,1 0,0 0,-1 1,1-1,0 0,0 1,-1 0,1-1,0 1,0 0,0 0,0 0,0 1,0-1,0 0,0 1,0-1,0 1,-4 6,1 1,0-1,0 1,1 0,0 0,0 0,1 0,0 1,1 0,0-1,0 1,1 0,1 0,0 0,0 0,0 0,2-1,-1 1,1 2,0-6,0-1,0 1,0-1,0 0,1 0,0 0,0 0,0 0,1-1,-1 1,1-1,0 0,0 0,1 0,-1-1,1 1,0-1,0 0,0-1,2 1,29 12</inkml:trace>
  <inkml:trace contextRef="#ctx0" brushRef="#br0" timeOffset="3307.946">4692 812,'4'-29,"-2"0,-2-1,0 1,-2 0,-1-1,-2 1,0 1,-2-1,-2-1,7 23,1 6,0 0,1 0,-1 0,0 0,1 0,-1 0,0 0,1 0,-1-1,1 1,0 0,-1 0,1-1,0 1,0 0,0-1,0 1,0 0,0 0,0-1,0 1,1 0,-1-1,0 1,1 0,-1 0,1 0,0-1,-1 1,1 0,0 0,-1 0,1 0,0 0,0 0,0 0,0 1,0-1,0 0,0 0,0 1,1-1,-1 1,0-1,0 1,119 16,82-3,-199-13,1 0,0 0,-1 0,1 1,-1 0,0 0,1 0,-1 0,1 0,-1 1,0 0,0-1,0 1,0 0,0 0,0 1,-1-1,1 1,-1-1,0 1,1 0,-1 0,0 0,-1 0,1 0,-1 0,1 0,-1 1,0-1,0 1,0-1,-1 1,1-1,-1 1,0-1,0 1,-14 148,4-93,9-57,0-1,1 1,-1-1,1 1,-1-1,1 1,0 0,0-1,0 1,0 0,0-1,0 1,0 0,0-1,1 1,-1-1,1 1,-1 0,1-1,-1 1,1-1,0 1,0-1,0 0,0 1,0-1,0 0,0 0,0 0,1 0,-1 0,0 0,1 0,-1 0,1 0,-1 0,1-1,-1 1,1-1,-1 1,2-1,11 1,1-1,-1-1,1 0,-1-1,0-1,1 0,-1-1,0 0,6-4,1 1,45-14,-4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40.7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306 194,'-19'3,"1"0,1 1,-1 0,0 1,1 2,0-1,1 2,-1 0,1 1,1 1,0 0,0 1,1 1,1 0,0 1,-11 13,22-25,1 0,-1 1,0-1,1 1,-1-1,1 1,-1-1,1 1,0 0,0-1,-1 1,1 0,1 0,-1 0,0 0,0 0,1 0,-1 0,1 0,-1 0,1 0,0 1,0-1,0 0,0 0,1 0,-1 0,0 0,1 0,-1 0,1 0,0 0,0 0,0 0,0 0,0 0,0 0,0-1,1 1,-1 0,1-1,-1 1,1-1,1 1,11 6,1-1,0 0,1-1,0-1,0 0,0-1,12 1,2 1,5 2,-5-2,-1 1,1 1,-2 2,1 0,2 4,-28-13,-1 0,1 1,-1-1,1 1,-1 0,1 0,-1 0,0 0,0 0,0 0,0 0,0 1,0-1,-1 1,1-1,-1 1,0-1,0 1,0 0,0 0,0 0,-1 0,1 0,-1 0,1-1,-1 1,0 0,-1 0,1 0,0 0,-1 0,1 0,-1 0,0 0,0 0,0-1,-1 1,1 0,-1 0,-4 5,0 0,-1 0,0 0,0-1,-1 0,0 0,0-1,-1 0,0-1,0 0,0 0,0-1,-1 0,0 0,1-1,-1-1,-1 1,1-2,0 1,0-2,-1 1,1-1,-1-1,-3-5,30-7,1 5</inkml:trace>
  <inkml:trace contextRef="#ctx0" brushRef="#br0" timeOffset="250.339">694 274,'-9'18,"-4"16,2 10,2 10,4 4,6 0,3-4,3-6,0-10,-1-8,-2-14,-1-17,-1-7</inkml:trace>
  <inkml:trace contextRef="#ctx0" brushRef="#br0" timeOffset="776.292">440 261,'19'-8,"294"-34,-310 42,113-7,-111 7,1 1,-1-1,0 1,1 1,-1-1,0 1,0 0,0 0,0 0,0 0,-1 1,1 0,-1 0,0 1,0-1,0 1,0 0,0 0,-1 0,1 1,3 11,-2-1,0 1,0 0,-2 0,0 0,-1 1,0-1,-1 1,-1-1,-1 1,-1-1,0 0,-1 1,0-1,-2 0,-36 142,41-158,0 0,0-1,-1 1,1 0,0-1,0 1,-1 0,1 0,0 0,0-1,-1 1,1 0,0 0,-1 0,1 0,0-1,-1 1,1 0,0 0,-1 0,1 0,0 0,-1 0,1 0,0 0,-1 0,1 0,-1 0,1 0,0 0,-1 0,1 1,0-1,-1 0,1 0,0 0,0 0,-1 1,1-1,0 0,-1 0,1 1,0-1,0 0,-1 0,1 1,0-1,0 0,0 1,0-1,-1 0,1 1,-2-37,4-28,3 1,3 0,3 0,10-30,-17 75,1 0,0 1,1 0,1 0,1 0,8-12,-16 28,0 0,1 0,-1-1,1 1,-1 0,1 0,-1 0,1 0,0 0,-1 0,1 0,0 1,0-1,0 0,0 0,0 1,0-1,0 0,0 1,0-1,0 1,0-1,0 1,0 0,0-1,0 1,1 0,-1 0,0 0,0 0,0 0,1 0,-1 0,0 0,0 0,0 0,0 1,1-1,-1 1,0-1,0 1,0-1,0 1,0-1,0 1,0 0,0 0,-1 0,1-1,0 1,0 0,0 1,4 7,0 1,0 0,-1 0,0 0,-1 0,-1 0,1 1,-2-1,1 6,1 3,58 411,-48-382,-8-41</inkml:trace>
  <inkml:trace contextRef="#ctx0" brushRef="#br0" timeOffset="1659.019">975 422,'1'3,"0"0,0 1,0-1,1 0,-1 0,1 0,0 0,0-1,0 1,1 0,-1-1,0 0,1 1,0-1,0 0,-1 0,1 0,0-1,0 1,1-1,-1 0,0 0,0 0,1 0,-1 0,0-1,1 1,-1-1,1 0,-1 0,1 0,-1-1,1 1,25-1,1-1,-1-2,1 0,21-8,-22 5,1 1,-1 2,1 1,20 1,-45 2,0 0,0 0,0 1,0 0,0 0,0 0,0 0,-1 1,1 0,0 0,-1 0,0 1,1-1,-1 1,0 0,0 1,-1-1,1 0,-1 1,1 0,-1 0,0 0,-1 0,1 0,-1 1,0-1,0 1,1 2,0 5,0 0,0 0,-1 0,-1 0,0 0,0 1,-1-1,-1 1,0-1,-1 0,0 0,-4 12,5-22,1 1,-1-1,1 0,-1 1,0-1,0 0,0 0,0 0,0 0,-1 0,1 0,0 0,-1 0,0 0,1-1,-1 1,0-1,0 1,0-1,0 0,0 1,0-1,0 0,0 0,-1-1,1 1,0 0,0-1,-1 1,1-1,-1 0,1 0,0 0,-1 0,1 0,0-1,-1 1,1-1,0 1,-1-1,1 0,0 0,0 0,0 0,0 0,0 0,0-1,0 1,0-1,0 1,1-1,-1 0,-5-10,0-1,1 0,1 0,0 0,0-1,1 0,1 0,1 0,0 0,1 0,0 0,1 0,0-1,2-2,-3 0,1-1,0 1,2 0,0-1,1 1,0 0,2 0,0 1,1-1,0 1,2 0,0 1,0 0,3-2,-7 13,1 0,-1 0,1 1,0 0,0 0,0 0,0 0,1 1,-1 0,1 0,-1 0,1 1,0 0,0 0,0 1,-1-1,1 1,0 0,0 1,0-1,0 1,-1 1,1-1,0 1,-1 0,1 0,-1 0,0 1,0 0,0 0,0 0,0 1,-1-1,1 1,-1 0,0 1,0-1,0 1,0 1,40 63,-43-67,0 1,0-1,-1 1,1-1,-1 1,0-1,0 1,0-1,0 1,0 0,0-1,-1 1,1-1,-1 1,0-1,0 0,0 1,0-1,0 0,0 0,-1 1,1-1,-1 0,1 0,-1 0,0-1,0 1,0 0,0-1,-1 2,-5 1,0 0,-1-1,1 0,-1 0,1-1,-1 0,0-1,0 1,0-2,1 1,-1-1,-6-1,15 1,1 0,-1 1,0-1,0 0,0 1,0-1,1 0,-1 1,0-1,0 0,0 1,0-1,0 1,0-1,0 0,0 1,0-1,0 1,0-1,0 0,0 1,0-1,0 0,0 1,0-1,-1 0,1 1,0-1,0 0,0 1,-1-1,1 0,0 1,0-1,-1 0,1 0,0 1,-1-1,1 0,0 0,-1 0,1 1,0-1,-1 0,1 0,-1 0,38 29,0-2,2-1,1-2,1-2,1-1,27 8,-60-25,-1-1,0 1,1-1,-1-1,1 0,0 0,0 0,0-1,0-1,0 1,0-2,0 1,0-1,0 0,0-1,0 0,0-1,-1 0,1 0,-1 0,0-1,0-1,0 1,1-3,6-9,-2-1,0-1,-1 0,-1 0,-1-1,0-1,-2 1,0-2,-1 1,-1-1,-1 0,0-6,3-2,3 1,-3 46,-3 62,-4-30,3 0,1-1,3 1,9 28,-17-77,0 0,0-1,0 1,0 0,0 0,0 0,0 0,0 0,0 0,0-1,1 1,-1 0,0 0,1 0,-1 0,0-1,1 1,-1 0,1 0,-1-1,1 1,0 0,-1-1,1 1,0-1,-1 1,1-1,0 1,0-1,-1 1,1-1,0 1,0-1,0 0,-1 0,1 0,0 1,0-1,0 0,0 0,0 0,3-12</inkml:trace>
  <inkml:trace contextRef="#ctx0" brushRef="#br0" timeOffset="1938.61">1923 168,'10'-9,"15"-8,19-5,16-4,13-1,5 1,-2 5,-9 6,-17 10,-15 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1:52.2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281 733,'-4'-31,"-1"-12,-2 2,-2-1,-10-27,18 65,-1 0,1-1,-1 1,0 0,0 0,-1 1,1-1,-1 0,0 1,0 0,0-1,0 1,-1 0,1 1,-1-1,0 0,0 1,2 2,0 1,1-1,-1 1,0-1,0 1,1 0,-1 0,1 0,-1 0,1 0,-1 0,1 0,-1 1,1-1,0 0,0 1,0-1,0 1,0-1,0 1,0 0,0-1,1 1,-1 0,1-1,-1 1,1 0,-1 0,1 0,0 0,0-1,0 1,0 0,0 0,1 0,-1 1,0 2,-6 49,3 0,2 1,3-1,1 1,3 0,3-1,1 0,3 0,3-1,2-1,1-1,4 0,1-2,2-1,13 16,130 149,-153-193,0-1,2 0,0-1,1-2,0 0,2 0,-1-2,2-1,0 0,1-2,16 6,284 78,-178-57,3-5,2-6,0-7,70-2,-167-12,1-3,0-1,0-4,-1-1,1-3,-1-2,0-3,40-13,108-52,-163 54,-1-1,-1-3,-1-1,-1-1,19-23,-29 29,-7 9,-2-1,1 0,-2-1,0-1,0-1,-2 0,0 0,-1-1,-1-1,0 0,-2 0,0-1,-1 0,-1 0,-1-1,-1 1,1-20,-8-7,-3 1,-2 1,-2-1,-1 2,-18-42,-11-47,37 119,-4-16,-1 0,-1 1,-1 0,-1 1,-2 0,-1 1,-15-22,7 22,-1 0,-1 2,-1 1,-1 1,-1 1,-1 2,-1 0,-10-3,-44-22,-1 4,-41-12,-362-128,455 168,3-1,-1 1,-1 1,0 2,0 1,-1 2,0 0,0 3,-1 0,1 2,-1 2,-27 2,20 6,-10 2,-1-2,0-2,-18-2,36-4,-1 0,1 2,-1 2,1 1,0 1,-3 3,-226 100,153-59,52-22,1 3,1 3,3 1,0 3,3 2,1 3,2 1,2 2,-9 17,49-59,2-3,1 0,0 0,-1 0,1 0,0 0,-1 0,1 0,0 0,0 1,0-1,0 0,0 1,0-1,0 1,1-1,-1 1,0 0,1-1,0 1,-1 0,1-1,0 1,0 0,-1-1,2 1,-1 0,0-1,0 1,0 0,1-1,-1 1,1 0,-1-1,1 1,0-1,-1 1,1-1,0 1,0-1,1 1,10 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1:55.6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2111 135,'-40'-8,"-1"1,0 2,-1 1,1 3,-21 2,5 5,-1-2,1-2,-1-3,1-2,-48-10,32 2,-1 2,0 4,-1 3,-8 4,76-2,-33-2,0-1,0-3,-35-9,-48-7,-82 4,184 14,1 0,-1 1,0 1,1 1,-1 1,0 0,0 2,0 0,1 2,0 0,-15 5,24-5,0 0,0 0,1 1,0 1,0-1,0 2,0-1,1 2,0-1,1 1,0 0,0 1,0 0,1 0,-2 5,-13 25,2 1,2 0,2 1,2 1,-8 36,9 134,9-169,1 1,3-1,2 1,1-1,2 0,3 0,1 0,2-1,12 29,115 314,-110-315,-21-45,2 0,1 0,1-1,1 0,1-1,1-1,1 0,1-1,1 0,0-2,7 5,6-2,1-1,0-2,2-1,0-1,1-2,1-2,15 4,-8-2,0-3,2-1,-1-2,1-1,43 0,32-10,0-5,54-13,-148 17,41-4,0-4,-1-2,-1-3,0-3,-1-3,-1-2,40-24,-48 20,-1-3,-1-2,-2-3,-2-1,-1-3,18-22,-48 44,4 0,-1-2,-1 0,-1-1,-1-1,-1-1,-1 0,-1-1,0 0,-2-2,-1 1,-2-1,0-1,-1-2,-3-7,-2-1,-1 1,-2-1,-1 0,-3 1,0 0,-3-1,-1 2,-1-1,-2 1,-1 1,-4-3,-15-31,-2 1,-4 2,-23-30,46 78,-1 0,-1 1,0 1,-1 0,0 2,-1 0,-1 1,0 0,0 2,-1 0,-1 1,-8-2,-7-4,1-1,1-2,1-1,0-2,1-2,-6-7,36 29,1-1,0 1,-1 0,1-1,-1 1,0 0,1 0,-1 0,0 0,0 1,0-1,0 0,1 1,-1-1,0 1,0 0,0-1,0 1,0 0,0 0,0 0,0 1,0-1,0 0,0 1,0-1,0 1,0 0,0 0,1 0,-1-1,0 2,1-1,-1 0,0 0,1 0,-1 2,-13 10,1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00.6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118 154,'-6'12,"0"1,0 0,1 0,1 0,0 0,0 1,2 0,0-1,0 1,1 14,1-22,0-1,1 1,0 0,-1-1,2 1,-1 0,1-1,0 0,0 1,0-1,1 0,0 0,0 0,0-1,1 1,-1-1,1 1,0-1,0-1,1 1,-1 0,1-1,0 0,0 0,0-1,0 1,5 1,-6-3,0 0,0 0,1 0,-1 0,1-1,-1 1,0-1,1 0,-1-1,1 1,-1-1,0 0,0 0,1 0,-1-1,0 1,0-1,0 0,0 0,0 0,-1-1,1 0,-1 1,1-1,-1 0,0-1,0 1,-1 0,3-4,3-4,-1 0,0-1,0 1,-2-2,1 1,-1-1,-1 1,-1-1,1-4,-1 7,0 0,-1 0,0 0,-1-1,0 1,-1 0,0 0,-1 0,0-1,0 1,-1 0,0 0,-1 0,0 1,-1-1,0 1,0-1,-1 1,0 0,-1 1,0-1,0 1,-1 1,0-1,0 1,-1 0,-5-3,9 8,0 0,-1 0,1 1,0-1,-1 1,1 0,-1 0,1 1,-1 0,1 0,-1 0,0 0,1 0,-1 1,1 0,-1 0,1 0,0 1,-1-1,1 1,0 0,0 0,0 1,0-1,1 1,-1 0,1 0,-1 0,-1 3,-6 5,2 0,-1 1,2 1,-1 0,2 0,0 0,0 1,-1 7,-32 122,29-77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01.2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4 330,'-3'-35,"2"0,2 0,1-1,1 1,2 1,1-1,6-14,-10 39,4-16,-5 27,-1-1,0 0,0 0,0 0,0 0,1 1,-1-1,0 0,0 0,0 0,1 0,-1 0,0 0,0 1,1-1,-1 0,0 0,0 0,1 0,-1 0,0 0,0 0,1 0,-1 0,0 0,0 0,0 0,1 0,-1 0,0-1,-4 247,-25 194,21-340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01.9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 70,'41'-26,"-29"19,1 1,0 0,0 1,1 0,-1 1,1 1,0 0,0 1,1 0,-1 2,0-1,0 2,11 1,-22-2,1 2,-1-1,0 0,0 0,-1 1,1 0,0-1,0 1,-1 0,1 1,-1-1,0 0,1 1,-1-1,0 1,0-1,-1 1,1 0,-1 0,1 0,-1 0,0 0,0 0,0 1,-1-1,1 0,-1 0,-7 93,-9-47,-3 0,-2-1,-2-2,-2 0,-2-1,-10 9,-91 127,125-177,2-3,-1 1,1-1,0 1,0-1,-1 1,1 0,0-1,0 1,1 0,-1 0,0-1,0 1,1 0,-1 0,1 0,0 0,0 0,0 0,0 0,0 0,0 0,0 2,3-3,-1-1,0 1,1 0,-1-1,0 0,1 1,-1-1,1 0,-1 0,1-1,-1 1,0 0,1-1,-1 1,0-1,1 0,-1 0,0 0,1 0,4-1,285-90,-205 73,-10 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02.8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66,'31'-13,"0"2,0 1,1 1,1 2,-1 1,1 2,28-1,-58 5,1 0,0 0,-1 0,1 0,-1 0,1 1,-1 0,1 0,-1 0,1 0,-1 0,0 1,0-1,0 1,0 0,0 0,0 0,0 0,0 1,-1-1,1 1,-1 0,0-1,0 1,0 0,0 0,0 1,-1-1,1 0,-1 0,0 1,0-1,0 1,-1-1,1 1,-1 3,-2 10,-1 1,-1-1,-1 1,0-1,-1 0,-1-1,-1 0,0 0,-1 0,-1-1,0-1,-1 1,-1-2,-12 13,-26 35,51-60,0 0,0 0,0 0,0 0,0 0,0-1,0 1,0 0,0-1,1 1,-1-1,0 1,0-1,1 1,-1-1,0 0,0 0,1 0,-1 0,0 0,1 0,-1 0,0 0,1 0,-1-1,0 1,0 0,1-1,-1 1,0-1,0 1,1-2,-2 2,36-9,-23 4,-1 1,1 1,0 1,0 0,1 0,-1 1,0 1,13 1,-23-1,-1 1,1 0,0-1,0 1,-1 0,1 0,0 1,-1-1,1 1,-1-1,0 1,0 0,1 0,-1 0,0 0,0 0,-1 0,1 0,0 1,-1-1,1 1,-1-1,0 1,0 0,0-1,0 1,-1 0,1 0,0 0,-7 85,-12-40,-2 0,-1-2,-3-1,-2-1,-1-1,-3-1,-18 19,-61 75,65-87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03.6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122 1,'-7'12,"1"-1,1 1,0 1,0-1,2 1,-1 0,2-1,0 2,0-1,1 0,1 1,-7 38,-60 204,66-255,1 0,-1 0,0 0,1 0,-1 1,1-1,-1 0,1 0,0 1,0-1,-1 0,1 1,0-1,0 0,0 0,0 1,1-1,-1 0,0 1,1-1,-1 0,0 0,1 1,-1-1,1 0,0 0,-1 0,1 0,0 0,0 0,0 0,0 0,0 0,0 0,0 0,0-1,0 1,0 0,0-1,0 1,1-1,-1 1,0-1,0 1,1-1,-1 0,0 0,1 0,-1 0,0 0,1 0,-1 0,0 0,0 0,1 0,0-1,14-4,0-1,1 0,-2-1,1-1,-1-1,0 0,-1 0,11-11,-12 11,218-173,-203 160</inkml:trace>
  <inkml:trace contextRef="#ctx0" brushRef="#br0" timeOffset="198.405">443 175,'-9'-3,"-3"7,0 13,3 23,5 22,5 26,5 27,1 26,0 23,-1-16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17.8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225 192,'52'8,"88"-4,0-6,101-16,27-1,-231 15,-28 1</inkml:trace>
  <inkml:trace contextRef="#ctx0" brushRef="#br0" timeOffset="871.763">358 45,'-207'128,"163"-98,-63 46,107-75,0-1,0 1,0-1,0 1,0-1,0 1,1-1,-1 1,0-1,0 1,0-1,0 0,1 1,-1-1,0 1,0-1,1 1,-1-1,0 0,0 1,1-1,-1 1,1-1,-1 0,0 0,1 1,-1-1,1 0,-1 0,1 1,-1-1,1 0,-1 0,1 0,-1 0,0 0,1 0,-1 0,1 0,-1 0,1 0,-1 0,1 0,-1 0,1 0,-1 0,1 0,-1-1,1 1,-1 0,1 0,-1-1,1 1,-1 0,0 0,1-1,-1 1,0 0,1-1,-1 1,67-18,-59 14,1 0,0 1,0 0,0 1,0-1,1 2,-1 0,0 0,1 0,-1 1,1 1,-1-1,0 2,1-1,-1 1,0 1,0-1,0 2,0-1,80 79,-88-81,-1 0,1 0,0 0,-1-1,1 1,0 0,0 0,0-1,0 1,0-1,0 1,0-1,0 1,0-1,0 0,0 1,0-1,0 0,0 0,0 0,1 0,-1 0,0 0,0 0,0 0,0 0,0 0,0-1,0 1,0-1,0 1,0 0,0-1,0 0,0 1,0-1,0 1,0-1,0 0,-1 0,1 0,0 1,0-1,-1 0,1 0,-1 0,1 0,-1 0,1 0,-1 0,0-1,3-11,-1 0,-1 0,-1 0,0-1,0 1,-1 0,-1 0,0 0,-1 0,-3-9,5 18,-40-152,34 130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20.3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233 1139,'-1'0,"0"0,0 0,0 0,0 0,0 0,0 0,0 0,0 0,0 0,0 0,0-1,0 1,1 0,-1-1,0 1,0-1,0 1,0-1,0 1,1-1,-1 0,0 1,1-1,-1 0,0 0,1 1,-1-1,1 0,-1 0,1 0,-1 0,1 0,-1 0,-3-5,-2 0,1 1,-1-1,0 1,0 1,-1-1,1 1,-1 0,0 1,0 0,-1 0,1 0,-7-1,10 3,1 1,0-1,0 1,0-1,-1 1,1 0,0 0,0 1,-1-1,1 1,0 0,0-1,0 2,0-1,0 0,0 0,0 1,0 0,0-1,1 1,-1 0,1 0,-1 1,1-1,0 0,0 1,0 0,0-1,0 1,1 0,-2 3,-1 4,0 2,1-1,0 0,1 1,0-1,1 1,0 0,1-1,0 1,1 0,0-1,1 2,-1-9,0 0,1 0,-1 0,1 0,0 0,0 0,0 0,1 0,-1-1,1 1,0-1,0 0,0 0,0 0,0 0,1-1,-1 1,1-1,0 0,0 0,0 0,0 0,0-1,0 1,0-1,1 0,-1-1,0 1,4-1,12 2,0-1,0-1,1-1,-1-1,17-4,250-68,-235 59,37-22,-86 35,1 0,-1-1,0 1,0-1,0 1,0-1,0 0,0 0,-1-1,0 1,1 0,-1-1,0 0,-1 1,1-1,-1 0,0 0,1 0,-2 0,1 0,0 0,-1 0,0 3,0 0,0 0,0-1,0 1,0 0,-1 0,1 0,0 0,-1 0,1 0,0 0,-1 0,1 0,-1 0,0 0,1 0,-1 0,0 1,0-1,1 0,-1 0,0 1,0-1,0 0,0 1,0-1,0 1,0-1,0 1,0 0,0-1,0 1,0 0,0 0,-1 0,1 0,0 0,0 0,0 0,0 0,0 0,0 0,0 1,-48 12,35-6,0 1,1 0,0 1,1 0,-1 1,2 1,0 0,0 0,1 1,0 0,1 1,-1 3,9-15,0 0,0 0,0 1,0-1,0 0,0 1,1-1,-1 0,1 1,-1-1,1 1,-1 0,1-1,0 1,-1-1,1 1,0-1,0 1,0 0,1-1,-1 1,0-1,1 1,-1-1,0 1,1-1,0 1,-1-1,1 1,0-1,0 0,0 1,0-1,0 0,0 0,0 0,0 0,0 0,1 0,-1 0,0 0,2 0,5 0,0 0,1-1,-1 0,1 0,-1-1,1 0,-1-1,0 1,1-2,-1 1,0-1,0 0,-1-1,1 0,-1 0,0-1,0 0,0 0,-1 0,2-3,57-60,-64 68,-1 0,1 0,-1 1,1-1,-1 0,1 0,-1 0,1 0,-1 1,0-1,1 0,-1 0,1 1,-1-1,1 0,-1 1,0-1,1 1,-1-1,0 0,0 1,1-1,-1 1,0-1,0 1,0-1,1 1,-1-1,0 1,0-1,0 1,0-1,0 1,0-1,0 1,0-1,0 1,0-1,0 1,0-1,0 1,-1-1,1 0,0 1,0-1,-1 1,1-1,0 1,0 1,-1 4,0 1,1 0,-1 0,2-1,-1 1,1 0,0 0,0-1,1 1,0 0,0-1,1 0,0 1,0-1,0 0,1-1,-1 1,2 0,-1-1,0 0,1 0,0-1,0 1,1-1,-1 0,1 0,2 1,-2-3,0 0,0-1,0 1,0-1,0 0,1 0,-1-1,0 0,0 0,1-1,-1 0,0 0,0 0,0 0,0-1,0 0,0-1,0 1,-1-1,1 0,-1-1,0 1,0-1,9-7,-2 1,1-2,-2 0,1-1,-2 0,0 0,0-1,0-3,15-31,-2-2,-2 0,-3-1,-2-1,-2-1,-2 0,-3-1,3-54,-8 1,-14 72,10 34,-1 0,0 1,1-1,-1 1,0 0,0-1,0 1,1 0,-1-1,0 1,0 0,0 0,0 0,1-1,-1 1,0 0,0 0,0 0,0 1,0-1,0 0,1 0,-1 0,0 1,0-1,0 0,1 1,-1-1,0 1,0-1,1 1,-1-1,0 1,1-1,-1 1,1 0,-1-1,1 1,-1 0,-12 13,1 0,0 0,2 1,-1 1,2 0,0 0,1 1,-5 15,11-28,-15 36,2 0,1 0,2 2,2-1,2 2,2-1,1 2,4-34,0 0,0 0,1-1,0 1,1 0,0-1,0 1,1 0,1-1,-1 0,1 1,1-1,0 0,0-1,1 1,0-1,0 0,1 0,0 0,1-1,0 0,0 0,0-1,0 0,1 0,0 0,1-1,0 0,6 0,0 0,0-1,1-1,-1 0,1-1,-1-1,1-1,0 0,10-1,27-4</inkml:trace>
  <inkml:trace contextRef="#ctx0" brushRef="#br0" timeOffset="856.339">1650 979,'-18'5,"1"0,0 1,0 1,1 1,0 0,-10 7,22-12,0-1,0 1,1 0,-1 0,1 0,0 1,0-1,0 1,1-1,-1 1,1 0,0 0,0 0,0 1,1-1,-1 0,1 1,0-1,0 1,1-1,-1 1,1-1,0 1,0-1,0 1,1-1,0 1,1 4,0-3,1 0,-1 0,1 0,1 0,-1-1,1 1,0-1,0 0,1 0,-1 0,1-1,0 0,1 0,-1 0,1 0,-1-1,1 0,0 0,0 0,0-1,1 0,-1 0,1-1,1 1,1 0,-1-1,1 0,0 0,0 0,-1-1,1 0,0-1,0 0,0-1,-1 0,1 0,-1 0,0-1,1-1,-1 1,0-1,-1-1,2 0,0-4,0 0,0 0,-1-1,0 0,-1 0,0-1,-1 0,5-10,30-46,-40 67,-1-1,1 1,0 0,0 0,0-1,-1 1,1 0,0 0,0 0,0 0,0 0,-1 0,1 0,0 0,0 1,0-1,-1 0,1 0,0 1,0-1,-1 0,1 1,0-1,0 1,-1-1,1 1,-1-1,1 1,0 0,-1-1,1 1,-1 0,1-1,-1 1,0 0,1-1,-1 1,0 0,1 0,-1 0,0-1,0 1,0 0,0 0,0 0,0 0,0-1,0 1,0 0,0 0,0 0,0-1,-1 1,1 0,0 0,-1 0,1 0,0 2,4 19,-3-13,0 1,1-1,0 1,0-1,1 0,0 0,1 0,0 0,0-1,1 1,0-1,3 4,-6-11,0 0,0 1,0-1,1 0,-1 0,0 0,0 0,1 0,-1 0,0-1,1 1,-1-1,1 0,-1 1,0-1,1 0,-1-1,1 1,-1 0,1-1,-1 1,0-1,1 0,-1 0,0 0,0 0,0 0,1 0,-1-1,0 1,-1 0,1-1,59-55,-60 56,118-160,-119 161,0 1,0-1,0 0,0 0,0 1,0-1,0 0,0 0,0 1,0-1,0 0,1 0,-1 1,0-1,0 0,0 0,0 1,1-1,-1 0,0 0,0 0,0 1,1-1,-1 0,0 0,0 0,1 0,-1 0,0 0,0 1,1-1,-1 0,0 0,0 0,1 0,-1 0,0 0,1 0,-1 0,0 0,0 0,1 0,-1 0,0 0,0 0,1-1,-1 1,0 0,0 0,1 0,-1 0,0 0,0-1,1 1,-1 0,0 0,0 0,0-1,0 1,1 0,-1 0,0 33,0-24,0 2,1 0,0 1,1-1,1 0,-1 0,2 0,-1-1,1 1,1-1,5 10,-7-16,0 1,-1-1,2-1,-1 1,0 0,1-1,-1 1,1-1,0 0,0 0,0-1,1 1,-1-1,0 0,1 0,0-1,-1 1,1-1,0 0,0 0,0 0,0-1,0 0,0 0,-1 0,3-1,6-3,0-1,0 0,-1-1,0-1,0 1,-1-2,0 0,0 0,-1-1,0 0,0-1,-1 0,-1-1,0 0,0 0,-1 0,0-1,3-9,3-6,-1 0,-2-1,-1-1,0 0,-3 0,0 0,-2-1,-1 0,-1 0,-2 1,-1-1,-1 0,-5-19,6 44,1-5,-1 0,-1 0,0 1,0-1,-1 0,0 1,0 0,-1-1,-1 2,0-1,0-1,3 9,1-1,-1 1,1 0,-1 0,0 0,1 0,-1 0,0 1,1-1,-1 0,0 1,0-1,0 1,0 0,0-1,1 1,-1 0,0 0,0 0,0 1,0-1,0 0,0 1,1-1,-1 1,0 0,0-1,0 1,1 0,-1 0,1 0,-1 0,1 0,-1 1,1-1,-1 0,1 1,0-1,0 1,0-1,0 1,0 0,0-1,0 1,1 0,-1 0,0 0,1 0,0-1,-1 1,1 0,-10 26,1-1,1 1,1 1,2-1,1 1,1 0,1 0,2 0,2 21,0-24,0 0,1-1,2 1,1-1,1 0,0 0,6 8,-8-21,0-1,1 0,0-1,1 1,0-1,1 0,0-1,0 0,1 0,0-1,1 0,0 0,0-1,0-1,1 1,4 0,39 11,-3-7</inkml:trace>
  <inkml:trace contextRef="#ctx0" brushRef="#br0" timeOffset="4036.961">6970 591,'-4'-1,"0"0,0-1,0 1,0 1,0-1,0 1,0-1,0 1,0 1,0-1,-1 0,1 1,0 0,0 0,0 0,0 1,0-1,1 1,-1 0,0 0,1 0,-1 0,1 1,0-1,0 1,0 0,0 0,0 0,1 1,-3 2,2 1,-1 0,1 1,0-1,0 1,1 0,0 0,0 0,1 0,0 0,1 0,0 1,0-1,0 0,1 0,2 7,-2-11,-1 1,2-1,-1 0,0 0,1 0,0 0,0 0,0 0,0 0,1-1,-1 1,1-1,0 0,0 0,0 0,0 0,1 0,-1-1,1 1,0-1,0 0,0 0,0 0,0-1,0 0,0 1,0-1,0-1,1 1,1 0,5-3,1-1,-1 1,0-2,0 0,0 0,-1-1,1 0,-1 0,0-1,-1-1,0 0,0 0,0-1,-1 0,0 0,0-1,-1 0,0 0,-1-1,0 0,0 0,0-3,5-10,0 0,-2 0,-1-1,0-1,-2 1,-1-1,-1 0,-1 0,-1 0,-2-23,-1 3,-3 0,-2 0,-1 0,-3 1,-9-26,-21-23,40 91,-1 1,0 0,0 0,0 0,0 0,0 0,0 0,0 0,-1 0,1 1,0-1,0 0,-1 1,1-1,0 1,-1-1,1 1,0 0,-1-1,1 1,-1 0,1 0,-1 0,1 0,0 0,-1 1,1-1,-1 0,1 1,0-1,-1 1,1-1,0 1,-1-1,1 1,0 0,0 0,0 0,0 0,0 0,0 0,0 0,0 0,0 0,0 0,0 0,1 1,-1-1,0 0,1 0,-1 1,1-1,0 1,-1-1,1 0,0 1,0-1,0 1,0-1,-15 41,1 1,3 0,1 1,3 0,1 0,2 1,3 27,-2-26,2 0,3 1,4 29,-4-63,0 0,1 0,0 1,1-2,1 1,0 0,1-1,0 0,0 0,2-1,-1 0,1 0,1 0,6 5,-9-11,0 0,1 0,-1-1,1 0,0 0,0-1,0 0,0 0,1 0,-1-1,1 0,-1-1,1 0,0 0,0 0,0-1,-1 0,1-1,0 0,0 0,-1-1,1 1,0-2,-1 1,0-1,0 0,0-1,0 0,0 0,0 0,-1-1,0 0,0 0,-1 0,5-6,3-3,0-1,-2 0,0-1,-1 0,0-1,-2 0,0 0,0-1,-2 0,0 0,-1-1,-1 1,1-15,-5 32,1 0,-1 1,1-1,-1 0,1 0,-1 1,0-1,1 0,-1 0,0 1,0-1,0 0,0 0,1 0,-1 0,0 1,-1-1,1 0,0 0,0 0,0 0,0 1,0-1,-1 0,1 0,0 1,-1-1,1 0,-1 0,1 1,-1-1,1 0,-1 1,1-1,-1 1,0-1,1 1,-1-1,0 1,1-1,-1 1,0 0,0-1,1 1,-1 0,0 0,0-1,0 1,0 0,1 0,-1 0,0 0,0 0,0 0,0 0,0 1,-5 7,0 0,0 0,1 1,0 0,1 0,0 0,0 1,1-1,1 1,-1 0,1 0,1 0,0 5,-1-9,1 1,1 0,-1 0,1 0,0 0,1 0,-1 0,2-1,-1 1,1 0,0 0,0-1,0 1,1-1,0 0,1 0,-1 0,1 0,0-1,1 1,-1-1,1 0,0 0,0-1,1 0,-1 0,1 0,0 0,0-1,0 0,0 0,1-1,0 1,3-1,0 0,0-1,0 0,0 0,0-1,0-1,0 1,0-2,6-1,34-9</inkml:trace>
  <inkml:trace contextRef="#ctx0" brushRef="#br0" timeOffset="1736.697">3628 845,'124'241,"-118"-231,50 65,-54-74,0-1,0 0,0 1,0-1,0 0,-1 0,1 0,0 0,0 0,0 0,0-1,0 1,0-1,0 1,-1-1,1 0,0 1,0-1,-1 0,1 0,-1 0,1-1,-1 1,1 0,-1 0,0-1,1 1,-1-1,0 1,0-1,0 0,0 1,-1-1,1 0,0 0,-1 0,1 1,-1-1,1 0,-1 0,0 0,0 0,0 0,0 0,2-4,56-181,-47 141,2 1,2 0,2 1,13-24,-28 64,-2 2,1 0,0-1,0 1,0 0,0 0,0-1,1 1,-1 0,1 0,-1 0,1 0,0 1,0-1,-1 0,1 1,0-1,1 1,-1 0,0 0,0 0,1 0,-1 0,0 0,1 0,-1 1,1-1,0 1,9 7</inkml:trace>
  <inkml:trace contextRef="#ctx0" brushRef="#br0" timeOffset="2737.888">4163 965,'-1'11,"1"0,0 0,1 0,0 0,0 0,1 0,1 0,0-1,0 1,1-1,1 0,-1 0,2 0,-1-1,1 0,1 0,0 0,7 7,-12-15,0 1,0-1,0 0,0 0,0 0,0 0,0 0,0 0,0-1,0 1,1-1,-1 1,0-1,0 0,1 0,-1 0,0 0,0 0,1-1,-1 1,0-1,0 1,0-1,0 0,0 0,0 0,0 0,0 0,0-1,0 1,0 0,-1-1,1 1,1-2,1-3,1 1,-1-1,0 0,-1 0,0 0,0 0,0-1,-1 1,1-1,0-6,-1 2,0 0,-1 0,0 0,0 0,-1 0,-1 0,0 0,-1 0,0 0,0 1,-4-10,5 16,-1-1,0 1,0-1,-1 1,0 0,1-1,-1 1,-1 1,1-1,0 0,-1 1,0 0,0 0,0 0,0 0,0 0,-1 1,1 0,-1 0,1 0,-1 1,0-1,0 1,0 0,0 0,-4 1,7-1,-1 1,1-1,-1 1,0 0,1 0,-1 0,0 0,1 1,-1-1,0 1,1-1,-1 1,1 0,-1 0,1 0,0 1,-1-1,1 0,0 1,0 0,0-1,0 1,0 0,0 0,0 0,1 0,-1 0,1 0,-1 1,1-1,0 1,0-1,0 1,2 0,0-1,0 0,0 0,0 0,0 0,1 0,-1 0,0 0,1 0,0 0,0-1,-1 1,1-1,0 1,0-1,0 0,0 0,1 0,-1 0,0 0,0 0,1-1,-1 1,0-1,1 1,-1-1,0 0,1 0,-1 0,1 0,-1 0,0-1,1 1,1-1,16-4,1 0,-1-1,1-1,-2-1,1-1,-1-1,-1 0,0-1,0-2,-1 1,0-2,3-4,15-13,0-1,-3-1,0-2,-2-1,-2-2,7-15,-21 32,-2 0,-1-1,-1 0,-1-1,0-1,-2 1,-1-1,-1 0,-1-1,-1 1,-1-1,-1-22,-2 40,0-1,0 1,0-1,-1 1,0 0,-1 0,1 0,-2 0,1 0,-1 0,-2-2,5 6,-1 1,1 0,-1 0,0 0,0 0,0 0,0 1,-1-1,1 0,0 1,-1 0,1-1,-1 1,1 0,-1 0,0 1,1-1,-1 0,0 1,1 0,-1 0,0-1,0 2,0-1,1 0,-1 0,0 1,1 0,-1-1,0 1,1 0,-2 1,-6 5,0 0,1 1,-1 0,2 0,-1 1,1 0,0 1,1 0,0 0,1 0,0 1,1 0,0 0,0 1,1-1,1 1,-2 11,-7 21,2 1,2 0,2 1,3 0,1 0,2 0,2 0,2 0,2 0,12 42,-12-64,1-1,1 0,1-1,1 0,1 0,0-1,2-1,1 0,0 0,1-1,1-1,9 6,-23-21,0 0,0-1,0 1,1-1,-1 1,1-1,0 0,0 0,-1-1,1 1,1 0,-1-1,0 0,0 0,0 0,1 0,-1 0,0-1,1 1,-1-1,1 0,-1 0,0 0,1-1,-1 1,1-1,-1 1,0-1,0 0,1-1,-1 1,0-1,0 1,2-2,4-10,-1 0,0-1,0 0,-2 0,0-1,0 1,-1-1,-1 0,-1-1,0 1,-1-1,0-9,1 6,18-138,-20 278,-1-110,0-1,1 0,1 1,0-1,0 0,1 0,0 0,4 8,-6-15,1-1,-1 1,1-1,0 1,-1-1,1 1,0-1,0 0,1 0,-1 0,0 0,1-1,-1 1,1 0,-1-1,1 0,0 0,0 0,0 0,0 0,-1 0,1-1,0 1,0-1,0 0,0 0,0 0,0 0,0-1,0 1,0-1,2 0,4-4,1 0,-1 0,0-1,0 0,0-1,-1 1,0-2,-1 1,1-1,-1 0,-1-1,0 0,0 0,-1 0,0-1,0 1,-1-1,0 0,-1-1,0 1,0-7,0 2,1-6,-2 28,-3 22,7 104,-5-128,0 0,1 0,-1-1,1 1,0 0,0-1,1 0,-1 1,1-1,0 0,0 0,0 0,1-1,-1 1,1-1,0 0,0 0,0 0,0-1,0 1,1-1,-1 0,1 0,0 0,0-1,31 3,-2-7</inkml:trace>
  <inkml:trace contextRef="#ctx0" brushRef="#br0" timeOffset="3329.101">5487 725,'-18'109,"19"-104,-1-1,0 1,1-1,0 0,0 1,0-1,1 0,-1 0,1 0,0 0,0 0,1 0,-1 0,1-1,0 1,0-1,0 0,0 1,0-2,1 1,0 0,-1-1,3 2,-3-3,0 1,-1 0,1-1,0 0,0 0,0 0,1 0,-1 0,0-1,0 1,0-1,1 0,-1 0,0 0,0 0,0-1,1 1,-1-1,0 0,0 0,0 0,0 0,0 0,0-1,0 1,-1-1,1 0,0 0,-1 0,0 0,1-1,-1 1,0 0,0-1,1-2,7-9,0-2,-1 0,-1 0,-1 0,0-1,4-17,-3 12,-3 61,-5-28,0-1,1 0,0 1,0-1,1 0,1 1,0-1,2 4,-4-11,0 0,1 1,0-1,0 0,0 0,0 0,1 0,-1-1,1 1,-1-1,1 1,0-1,0 0,0 0,0 0,1-1,-1 1,0-1,1 1,-1-1,1 0,-1-1,1 1,0 0,3-1,-2 0,0 0,0-1,0 0,0 1,0-2,0 1,-1-1,1 1,0-1,-1 0,1-1,-1 1,0-1,0 0,0 0,0-1,0 1,-1-1,1 1,-1-1,0 0,0 0,-1-1,1 1,-1-1,5-8,0 0,-2 0,1-1,-2 0,0 0,0 0,-2-1,1 0,-3-87,1 102,-1 1,0-1,0 1,0-1,0 0,0 1,0-1,0 1,0-1,0 0,0 1,0-1,0 1,0-1,0 0,0 1,0-1,0 1,0-1,0 0,-1 1,1-1,0 0,0 1,0-1,-1 0,1 1,0-1,-1 0,1 1,0-1,-1 0,1 0,0 0,-1 1,1-1,0 0,-1 0,1 0,0 0,-1 0,1 1,-1-1,1 0,0 0,-1 0,1 0,-1 0,1 0,0 0,-1-1,1 1,-1 0,1 0,0 0,-1 0,1 0,-1-1,1 1,0 0,-1 0,1-1,0 1,0 0,-1 0,1-1,-3 10,0-1,1 1,0-1,1 1,0 0,0 0,1 0,0 0,0 0,1-1,0 1,1 0,0 0,0-1,1 1,0-1,0 0,1 0,0 0,1 0,0-1,0 1,0-1,1-1,0 1,1-1,-1 0,5 3,104 35,-53-31</inkml:trace>
  <inkml:trace contextRef="#ctx0" brushRef="#br0" timeOffset="5545.627">393 1768,'1'-6,"0"0,0 0,0 1,1-1,0 1,0 0,1-1,-1 1,1 0,0 0,1 1,-1-1,1 1,0-1,0 1,0 0,1 1,-1-1,1 1,0 0,0 0,0 0,0 1,0 0,1 0,-1 0,1 0,0 1,-1 0,1 0,0 1,0 0,-1 0,1 0,0 0,0 1,-1 0,1 0,-1 1,1 0,-1 0,1 0,-1 0,0 1,0 0,0 0,0 0,-1 1,8 9,-2 1,0 0,-1 0,0 1,-1 0,-1 1,0 0,-1 0,-1 0,-1 1,0-1,0 6,18 58,-22-79,-1 1,1-1,0 0,0 1,0-1,1 0,-1 1,0-1,1 0,-1 0,0 1,1-1,-1 0,1 0,0 0,-1 0,1 1,0-1,0 0,0 0,0-1,0 1,0 0,0 0,0 0,0 0,0-1,0 1,0-1,1 1,-1-1,0 1,0-1,1 0,-1 1,0-1,0 0,1 0,-1 0,0 0,1 0,-1 0,0-1,1 1,-1 0,0-1,0 1,1-1,-1 1,0-1,0 1,0-1,0 0,0 0,0 1,0-1,1-1,11-15,0 0,-1-1,-1 0,-1-1,0 0,-2 0,0-1,-1 0,-1-1,1-10,2-16,-8 190,-1-139,0-1,0 1,0 0,0 0,1 0,-1-1,1 1,0 0,0-1,1 1,-1 0,1-1,0 0,0 1,0-1,0 0,0 0,1 0,-1 0,1-1,0 1,0-1,0 1,0-1,0 0,0 0,1-1,-1 1,1-1,-1 1,1-1,0 0,-1-1,1 1,0 0,0-1,0 0,-1 0,1 0,1-1,4-3,0-1,0-1,0 1,0-1,-1-1,0 0,0 0,-1-1,0 1,0-2,-1 1,0-1,-1 0,1 0,-2 0,1-1,-2 1,1-1,-1 0,2-10,-2 3,0 2,-3 28,-1 0,8 134,-6-140,1-1,-1 0,1 1,1-1,-1 0,1 0,0 0,0-1,0 1,1-1,0 0,0 0,1 0,-1 0,1-1,0 1,0-1,0-1,1 1,0-1,2 1,3 0,1-1,0-1,0 0,0-1,0 0,0-1,0 0,0-1,0 0,0-1,0 0,-1-1,1 0,-1-1,1 0,-1-1,5-3,35-17</inkml:trace>
  <inkml:trace contextRef="#ctx0" brushRef="#br0" timeOffset="6358.482">1676 1808,'-10'-1,"0"1,0 1,0-1,0 2,1-1,-1 1,0 1,1 0,-1 0,1 1,0 0,0 0,0 1,1 0,-1 1,2 0,-1 0,-1 2,7-6,1-1,-1 1,0 0,1 0,0 0,-1 0,1 0,0 0,0 0,0 0,1 0,-1 1,0-1,1 0,-1 1,1-1,0 0,0 1,0-1,0 0,0 1,0-1,1 0,-1 1,1-1,0 0,0 0,-1 0,1 1,1-1,-1 0,0 0,0 0,1-1,-1 1,1 0,0 0,-1-1,1 1,0-1,0 1,0-1,0 0,0 0,0 0,0 0,1 0,-1-1,0 1,0-1,2 1,6-2,0 0,0-1,-1 0,1-1,0 0,-1 0,0-1,0-1,0 1,0-1,-1-1,0 1,0-1,0-1,-1 0,0 0,0 0,-1-1,0 0,0 0,-1-1,1-1,-4 7,-2 3,0 0,-1-1,1 1,0 0,0-1,0 1,0 0,0-1,0 1,0-1,0 1,0 0,0-1,0 1,1 0,-1-1,0 1,0 0,0-1,0 1,0 0,1-1,-1 1,0 0,0-1,1 1,-1 0,0 0,0-1,1 1,-1 0,0 0,1 0,-1-1,0 1,1 0,-1 0,0 0,1 0,-1 0,1 0,-1 0,0 0,1 0,-1 0,0 0,1 0,-1 0,0 0,1 0,-1 0,1 0,-1 0,0 0,1 1,-1-1,0 0,0 0,1 0,-1 1,0-1,1 0,-1 0,0 1,0-1,1 0,-1 1,0-1,15 96,-13-91,0 0,0 0,0 0,1 0,0-1,0 1,0-1,0 0,1 0,0 0,-1 0,2-1,-1 0,0 0,1 0,-1 0,1 0,0-1,0 0,0 0,0 0,0-1,0 0,0 0,1 0,-1 0,0-1,1 0,-1 0,0 0,1-1,-1 0,0 0,0 0,2-1,2-3,0 0,0-1,-1 0,1 0,-1 0,-1-1,1-1,-1 1,0-1,-1 0,0-1,0 1,-1-1,0 0,0-4,8-14,-3-2,0 1,-2-1,4-21,-4 10,-2 0,-1 0,-2-1,-2 0,-4-31,-9 29,4 48,3 7,0 0,1 0,0 0,1 0,0 1,1-1,0 11,0-6,-5 14,2 0,1 0,1 1,2 0,1-1,2 1,1-1,1 0,2 0,1 0,1 0,2-1,4 8,-9-30,1 1,-1-1,1-1,0 1,1-1,0 0,0 0,1-1,7 5,-12-8,1-1,-1 0,1 0,-1-1,1 1,-1-1,1 0,0 0,-1 0,1 0,0-1,0 1,0-1,0 0,0 0,0-1,-1 1,1-1,0 0,0 0,-1 0,1 0,0 0,-1-1,1 0,-1 0,8-7,-2-1,1 0,-1 0,-1-1,0 0,-1-1,0 0,0 0,-1 0,-1-1,0 0,-1 0,0 0,-1 0,-1-1,0-1,-2-30,-17 57,12-3,1 0,0 0,1 0,0 1,1-1,-1 1,2-1,-1 1,2 0,-1 0,1-1,1 1,0 0,0 0,1 0,0-1,0 1,1-1,4 8,-5-13,1 0,0 1,0-2,0 1,1 0,-1 0,1-1,0 0,0 0,0 0,0 0,0-1,1 1,-1-1,1 0,-1 0,1-1,0 0,0 0,0 0,0 0,0 0,0-1,0 0,0 0,0-1,0 1,0-1,-1 0,1-1,3 0,20-9</inkml:trace>
  <inkml:trace contextRef="#ctx0" brushRef="#br0" timeOffset="6606.472">1850 1660,'16'-4,"19"-4,19-3,17-2,12 1,5 3,2 3,-15 3</inkml:trace>
  <inkml:trace contextRef="#ctx0" brushRef="#br0" timeOffset="7208.729">2680 2035,'7'-20,"0"-1,-1 0,-1-1,-1 1,-1-1,-1 0,-1-6,0 22,-1-5,3-8,-2-1,0 0,-2 0,0 0,-1 0,-3-10,12 36,0-1,0 0,1-1,-1 0,1 0,0-1,0 1,0-2,1 1,-1-1,0 0,1-1,0 0,3-1,26 5,-25-4,0 0,0 1,0 0,-1 1,1 0,0 1,-1 1,5 2,-13-3,0 0,0 0,-1 1,1-1,-1 1,0-1,0 1,-1 0,1 0,-1 1,0-1,0 0,-1 1,0-1,0 1,0 0,0-1,-1 1,0 0,0-1,-1 1,0-1,0 3,6 60,-4-65,0 1,0-1,0 1,0-1,1 1,0-1,0 0,0 0,0 0,0 0,0 0,1 0,-1 0,1-1,0 0,0 1,0-1,0 0,0 0,0-1,1 1,-1-1,0 1,1-1,0 0,-1 0,1-1,-1 1,1-1,0 0,0 0,-1 0,1 0,0-1,-1 1,1-1,-1 0,1 0,-1 0,1-1,-1 1,0-1,1 0,-1 0,1 0,7-7,-1 0,0 0,0-1,-1 0,0-1,0 0,-1 0,-1-1,0 0,4-11,15-23,-26 47,0-1,0 0,0 0,0 0,1 1,-1-1,0 0,0 0,0 1,0-1,0 0,0 0,0 0,0 1,1-1,-1 0,0 0,0 0,0 0,0 1,1-1,-1 0,0 0,0 0,0 0,1 0,-1 0,0 0,0 0,1 0,-1 1,0-1,0 0,0 0,1 0,-1 0,0 0,0 0,1 0,-1-1,0 1,0 0,1 0,-1 0,0 0,0 0,0 0,1 0,-1 0,0-1,0 1,0 0,0 0,1 0,-1 0,0-1,0 1,0 0,1 27,-1-24,-1 10,0 1,1-1,0 0,1 0,0 1,1-1,1 0,0 0,1-1,0 1,1-1,0 0,1 0,1 0,-1-1,2 0,0 0,0-1,4 4,34 1,-26-18</inkml:trace>
  <inkml:trace contextRef="#ctx0" brushRef="#br0" timeOffset="7394.859">3348 1501,'-10'16,"3"9,6 6,4-3</inkml:trace>
  <inkml:trace contextRef="#ctx0" brushRef="#br0" timeOffset="7767.732">3655 1955,'3'-1,"1"1,-1-1,1 0,-1 1,1-2,-1 1,0 0,0-1,1 1,-1-1,0 0,0 0,-1 0,1 0,0-1,-1 1,1-1,-1 1,0-1,0 0,0 0,0 0,0 0,0-4,3 0,0-1,-1 0,0 0,-1 0,0 0,0-1,-1 1,0-1,0 0,-1 1,0-1,-1 0,0 0,0 0,-1 0,-1-6,1 13,1 1,0-1,-1 0,1 1,-1-1,0 0,0 1,0-1,1 1,-1-1,-1 1,1-1,0 1,0 0,0-1,-1 1,1 0,-1 0,1 0,-1 0,1 0,-1 1,1-1,-1 0,0 1,0-1,1 1,-1-1,0 1,0 0,1 0,-1 0,0 0,0 0,0 0,1 1,-1-1,0 0,0 1,1-1,-1 1,0 0,-4 2,0 0,0 0,0 0,0 1,1 0,0 0,0 0,0 1,0 0,1 0,0 0,-2 3,0 1,1 0,1 0,-1 0,2 0,-1 1,1 0,1-1,-1 1,2 0,-1 0,1 0,1 1,0-1,1 9,0-13,0 0,0 0,0 1,1-1,0-1,0 1,0 0,1 0,0-1,0 1,0-1,1 0,0 0,0 0,0-1,1 1,-1-1,1 0,0 0,0-1,0 1,1-1,-1 0,1-1,0 1,1-1,12 2,1-1,0-2,0 1,0-2,0-1,0 0,-1-2,1 0,0-1,-1-1,0-1,15-6,38-13</inkml:trace>
  <inkml:trace contextRef="#ctx0" brushRef="#br0" timeOffset="8335.26">4899 1741,'-7'27,"1"0,1 0,2 1,0-1,2 15,-1 9,-29 464,16-419,3-81,6-40,1-83,4 0,14-100,-9 132,4 0,4 1,19-72,-30 145,0-3,-1 1,1 0,0-1,1 1,-1 0,1 0,-1 0,1 0,1 0,-1 1,0-1,1 1,0-1,0 1,0 0,0 0,0 0,1 0,-1 1,1-1,0 1,0 0,-2 3,1 0,-1 1,1-1,-1 0,0 1,1 0,-1 0,0 0,0 0,0 0,0 0,0 0,-1 0,1 1,-1-1,1 1,-1-1,0 1,0 0,0-1,-1 1,1 0,0 0,-1-1,0 1,0 0,0 0,0 0,0 0,0-1,-1 2,1 5,-1 1,0-1,-1 0,0 0,-1 0,0 0,0 0,0 0,-1-1,-1 0,0 1,0-2,0 1,-1 0,-8 9</inkml:trace>
  <inkml:trace contextRef="#ctx0" brushRef="#br0" timeOffset="8985.984">5152 1888,'7'-52,"-3"0,-1 0,-4 0,-1 0,2 46,0 1,0-1,-1 0,0 0,0 0,0 1,-1-1,0 0,0 1,0-1,-1 1,1 0,-1 0,-1 0,1 0,-1 1,-1-2,4 6,0-1,0 1,0-1,0 1,0-1,0 1,0 0,-1 0,1 0,0-1,0 1,0 0,0 0,-1 1,1-1,0 0,0 0,0 0,0 1,0-1,-1 1,1-1,0 1,0-1,0 1,0 0,0-1,0 1,1 0,-1 0,0 0,0 0,1-1,-1 1,0 0,1 0,-1 0,1 1,-1-1,1 0,-1 0,1 0,-14 50,14-49,0 0,0 0,0 0,1 0,-1 0,1-1,0 1,-1 0,1 0,0-1,0 1,0 0,0-1,0 1,1-1,-1 0,0 1,1-1,-1 0,1 0,-1 0,1 0,0 0,-1 0,1 0,0 0,0-1,-1 1,1-1,0 1,0-1,0 0,0 1,66-1,157-51,-223 50,0 0,0 1,0-1,0 0,0 1,0-1,0 1,0 0,1-1,-1 1,0 0,0 0,0 1,0-1,0 0,0 1,1-1,-1 1,0 0,0 0,-1-1,1 1,0 1,0-1,0 0,-1 0,1 1,0-1,-1 1,1-1,-1 1,0 0,0-1,1 1,-1 0,0 1,2 89,-5-83,1 1,1-1,-1 0,1 1,1-1,0 0,0 1,1-1,0 0,1 0,2 6,-3-12,-1-1,1 0,-1 0,1 0,-1 0,1 0,0 0,0-1,0 1,0 0,0-1,1 0,-1 1,0-1,1 0,-1 0,1-1,-1 1,1 0,-1-1,1 1,-1-1,1 0,-1 0,1 0,0 0,-1 0,1-1,-1 1,1-1,-1 0,1 0,-1 0,2 0,3-2,1 0,-1-1,0 1,0-1,-1-1,1 1,-1-1,0 0,0-1,4-5,34-83,-45 104,-1 1,2-1,-1 0,1 0,1 1,0-1,0 0,1 0,0 0,1 0,0 0,1 0,0-1,0 0,1 0,0 0,1 0,0-1,0 0,34 9,-22-18</inkml:trace>
  <inkml:trace contextRef="#ctx0" brushRef="#br0" timeOffset="10039.063">5607 1366,'-1'3,"-1"0,1-1,0 1,0 0,0 0,0-1,0 1,1 0,-1 0,1 0,0 0,0 0,0 0,0 0,1 0,-1 0,1 0,0-1,-1 1,1 0,1 0,-1 0,0-1,1 1,-1-1,1 1,0-1,0 0,0 1,0-1,0 0,0 0,0-1,1 1,-1 0,1-1,-1 1,110 33,-102-33,1-1,-1 1,0 0,1 1,-1 1,-1-1,1 1,0 1,-1 0,0 0,0 1,-1 0,1 1,-1 0,-1 0,1 1,4 6,-3 3,-1 0,0 1,-2 0,0 0,-1 0,-1 1,0 0,-1 10,12 50,-15-78,0 0,0 0,0 0,-1 0,1 0,0 0,0-1,0 1,1 0,-1 0,0 0,0 0,0 0,1 0,-1 0,0 0,1 0,-1-1,1 1,-1 0,1 0,-1-1,1 1,0 0,-1 0,1-1,0 1,0-1,-1 1,1-1,0 1,0-1,0 1,0-1,-1 0,1 1,0-1,0 0,0 0,0 0,0 0,0 0,0 0,0 0,0 0,0 0,0 0,0 0,0-1,-1 1,1 0,0-1,0 1,0-1,0 1,-1-1,1 1,0-1,0 1,-1-1,1 0,10-14,-1 0,-1-1,0 0,-2-1,0 0,5-16,28-61,-40 95,1-1,-1 0,0 1,0-1,0 0,0 1,0-1,1 0,-1 0,0 1,0-1,0 0,1 1,-1-1,0 0,0 0,1 0,-1 1,0-1,1 0,-1 0,0 0,0 0,1 1,-1-1,0 0,1 0,-1 0,1 0,-1 0,0 0,1 0,-1 0,0 0,1 0,-1 0,0 0,1-1,-1 1,0 0,1 0,-1 0,0 0,0 0,1-1,-1 1,0 0,1 0,-1 0,0-1,0 1,1 0,-1-1,0 1,0 0,0 0,0-1,1 1,-1-1,2 37,-2-33,0 24,8 67,-7-91,0 0,0-1,0 1,0-1,0 1,0-1,1 0,-1 1,1-1,0 0,0 0,0 0,0 0,0 0,0-1,0 1,1-1,-1 1,0-1,1 0,0 0,-1 0,1 0,-1 0,1-1,0 1,0-1,-1 0,1 1,0-1,2-1,6-1,0-2,0 1,0-1,0-1,-1 0,0 0,0-1,0 0,-1-1,0 0,0-1,0 0,-1 0,-1-1,1 0,-1 0,-1-1,0 1,0-2,5-4,7-3,-18 18,0 0,1 0,-1 0,0-1,1 1,-1 0,0 0,1 0,-1 0,0 0,1 0,-1 0,0 0,1 0,-1 0,1 0,-1 1,0-1,1 0,-1 0,0 0,1 0,-1 0,0 1,0-1,1 0,-1 0,0 1,1-1,-1 0,0 0,0 1,0-1,1 0,-1 1,0-1,0 0,0 1,0-1,0 0,1 1,-1-1,0 0,0 1,0-1,0 0,0 1,0-1,0 1,0-1,0 0,-1 1,1-1,0 0,0 1,0-1,0 1,0 5,0-1,0 0,0 0,0 0,0 0,1 1,0-1,0 0,0-1,1 1,-1 0,1 0,1-1,-1 1,0-1,1 1,0-1,0 0,0 0,1-1,0 1,-1 0,1-1,0 0,0 0,2 0,4 0,-1-1,1 0,0-1,-1 0,1 0,0-1,0 0,0-1,0 0,-1-1,1 0,0 0,-1-1,0 0,1-1,-1 0,-1-1,1 1,0-2,-3 4,1 0,0 0,-1 1,1-1,0 2,-1-1,1 1,0 0,0 0,-1 1,1 0,1 0,23 2,-25-3,-1 2,-1-1,1 0,-1-1,1 1,-1-1,1 0,-1 0,1 0,0 0,-1-1,1 0,-1 0,0 0,1-1,-1 1,0-1,0 0,0 0,0 0,0-1,0 0,0 1,-1-1,0-1,1 1,-1 0,-1-1,1 1,0-1,-1 0,0 0,0 0,1-1,-2-3,0 0,0-1,-1 1,0 0,-1 0,1-1,-2 1,1 0,-1 0,0 0,-3-7,4 12,0 0,-1 0,1-1,0 1,-1 0,0 1,0-1,0 0,0 0,0 1,0-1,-1 1,1 0,-1 0,0 0,0 0,0 0,0 0,0 1,0 0,0-1,0 1,0 0,-1 1,1-1,0 0,-1 1,1 0,-4 0,-1 3,0 0,0 0,0 1,0 0,0 1,1-1,-1 1,2 1,-1 0,0 0,1 0,0 1,1-1,-1 1,1 1,0-1,1 1,-3 7,1-5,1 1,1-1,0 0,0 1,1 0,1 0,0 0,0 3,1-11,1-1,0 1,-1-1,1 1,0 0,1-1,-1 1,0-1,1 1,0-1,-1 1,1-1,0 0,0 1,0-1,1 0,-1 1,0-1,1 0,0 0,-1 0,1-1,0 1,0 0,0-1,0 1,0-1,0 1,1-1,-1 0,0 0,1 0,-1 0,1-1,-1 1,1-1,-1 1,1-1,4 0,-1 0,1 0,-1-1,0 0,1 0,-1 0,0-1,0 0,0 0,0-1,0 0,0 0,-1 0,1-1,0-1,25-17</inkml:trace>
  <inkml:trace contextRef="#ctx0" brushRef="#br0" timeOffset="10303.453">6891 1259,'-16'16,"-6"10,2 5,4-1,6-2,11-5,13-3,11-3,11-3,-1-3</inkml:trace>
  <inkml:trace contextRef="#ctx0" brushRef="#br0" timeOffset="10598.673">7185 1714,'13'14,"7"6,5 1,0-4,1-10,0-10,-4-9,-6-3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52.5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2368 508,'-1'-14,"-1"1,-1-1,0 1,0-1,-2 1,1 0,-2 1,0-1,0 1,-1 0,-8-10,-4 0,-2 0,-1 2,0 0,-1 1,-1 1,-1 2,-1 0,0 2,-19-8,-11-6,-99-39,106 55,-1 3,0 3,0 1,-1 2,0 3,-1 2,-151-27,-111 25,254 2,0 2,1 3,0 3,0 2,1 3,-33 14,89-29,-21 7,1 1,-1 1,2 0,-1 2,1 1,1 0,0 2,1 0,0 1,1 1,1 0,-5 8,-11 26,2 2,2 1,3 2,3 0,1 2,3 0,3 1,2 1,0 20,2-18,3 0,3 0,2 7,6 233,1-270,1-1,1 0,2-1,2 1,0-1,2-1,1 0,1 0,1-1,6 5,13 29,-20-34,2 0,1-1,1-1,1-1,1 0,7 6,50 47,-65-68,1-1,-1 0,2-1,-1 0,1-1,0 0,0-1,13 3,16 7,-17-7,0-1,1-2,0 0,0-2,0-1,1-1,-1-1,5-2,65 3,130 27,207-29,-409-1,-1-1,1-2,-1 0,0-1,0-2,-1 0,0-1,4-3,10-7,0-2,-1-1,21-18,-16 11,3-1,-2-1,-1-3,-2-1,-1-2,15-21,-31 32,-1 3,0-1,-2 0,-1-2,-1 0,-1-1,4-13,-3-5,-2-1,-2 0,-2-1,-3 0,2-37,7-88,-16 127,-2 1,-2 0,-6-29,-70-248,78 313,0 0,0 0,0 1,-1-1,0 1,-1-1,1 1,-1 0,-1 1,1-1,-1 1,-1 0,1 0,-3-2,-24-15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3:09.1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82,'174'-7,"0"-8,1-8,107-10,-253 31,-17 1,-30 1,-8 0,-1 1</inkml:trace>
  <inkml:trace contextRef="#ctx0" brushRef="#br0" timeOffset="483.529">201 189,'19'0,"11"0,14-2,10-1,7 0,7-1,1-1,0 1,-5-1,-9 0,-11 1,-11 1,-9 1,-8 4,-10 0,-5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3:18.9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0 106,'56'-3,"0"-3,0-2,-1-3,45-15,56-11,-101 25,-52 9</inkml:trace>
  <inkml:trace contextRef="#ctx0" brushRef="#br0" timeOffset="347.905">214 120,'10'2,"6"1,8 0,7 0,5-2,5-2,1-4,-1-1,-2-1,-6 0,-6 1,-5 2,-9 1,-9 4,-5 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3:34.9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12 303,'-2'-1,"1"-1,0 1,0-1,0 0,0 1,0-1,1 0,-1 1,0-1,1 0,-1 0,1 0,0 0,-1 0,1 1,0-1,0 0,0 0,1 0,-1 0,0 0,1-1,-1 2,3-20,1-1,1 1,1 0,1 0,1 1,0 0,2 0,0 1,1 1,2-3,16-15,-28 37,0-1,0 0,0 1,0-1,0 1,0-1,0 1,0 0,0-1,0 1,-1 0,1-1,0 1,0 0,-1 0,1 0,0 0,-1 0,1 0,-1 0,1 0,-1 0,0 0,1 0,-1 0,0 0,0 0,0 1,0-1,0 0,0 0,0 0,0 0,0 0,0 0,-1 0,1 1,0-1,0 0,-2 308,2-283,1-6,0-1,-2 1,-1-1,0 1,-1-1,-1 1,-1-1,-1 0,-1 2,6-18,-1 0,1 0,-1 0,0-1,0 1,0 0,0-1,0 1,0-1,-1 0,1 0,-1 0,0 0,0 0,1 0,-1-1,0 1,0-1,-1 0,1 0,0 0,0 0,0-1,-1 1,1-1,-3 0,75-4,150 4,-191 0,-25-3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08.2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218 2009,'-18'2,"0"0,1 2,0 0,0 1,0 1,1 1,-1 0,1 1,-4 4,16-10,0 2,1-1,-1 0,1 1,0-1,0 1,0 0,0 0,1 0,-1 0,1 1,0-1,0 2,2-5,-1 1,0 0,1 0,0-1,-1 1,1 0,0 0,0 0,0-1,0 1,0 0,0 0,1 0,-1-1,0 1,1 0,0 0,-1-1,1 1,0 0,0-1,0 1,0-1,0 1,0-1,0 0,1 1,-1-1,0 0,1 0,-1 0,1 0,-1 0,1 0,0 0,136 37,-56 1,-80-37,0 0,1 0,-1 0,0 0,0 1,0-1,-1 1,1-1,-1 1,1 0,-1-1,0 1,0 0,0 0,0 0,-1 0,1 0,-1 0,0 0,0 0,0 0,0 0,0 0,0 0,-1 0,0 0,0 0,0 2,-4 2,1 1,-1-1,-1 0,1 0,-1 0,0-1,-1 0,0 0,0-1,0 0,0 0,-1 0,0-1,0 0,0-1,0 0,-1 0,1-1,-1 0,0 0,1-1,-1 0,0 0,0-1,-4-1,14 1,-1 0,0-1,1 1,-1 0,0 0,1-1,-1 1,1 0,-1 0,0-1,0 1,1-1,-1 1,0 0,0-1,1 1,-1 0,0-1,0 1,0-1,0 1,0-1,0 1,1 0,-1-1,0 1,0-1,0 1,0-1,-1 1,1-1,0 1,0 0,0-1,0 1,0-1,-1 1,1-1,0 1,0 0,0-1,-1 1,1 0,0-1,-1 1,1 0,0-1,-1 1,1 0,0 0,-1-1,1 1,-1 0,1 0,0 0,-1 0,1 0,-1-1,1 1,-1 0,1 0,-1 0,1 0,0 0,-1 0,1 0,-1 1,1-1,-1 0,1 0,11-12</inkml:trace>
  <inkml:trace contextRef="#ctx0" brushRef="#br0" timeOffset="279.034">432 2129,'0'9,"0"10,0 6,0 5,0 6,0 2,0 0,0-3,0-1,0-6,2-7,1-9,0-7</inkml:trace>
  <inkml:trace contextRef="#ctx0" brushRef="#br0" timeOffset="892.938">298 2088,'137'-28,"105"-18,-239 46,0-2,-1 2,0-1,1 0,-1 0,1 1,-1-1,1 1,-1 0,1 0,-1 0,1 0,0 0,-1 1,1-1,-1 1,0 0,1-1,-1 1,1 0,-1 0,0 1,0-1,0 0,0 1,0-1,0 1,0 0,0 0,0-1,-1 1,1 1,-1-1,1 0,-1 0,0 8,0 0,0-1,-1 1,-1 0,1 0,-2 0,1-1,-1 1,-4 9,2 0,-58 220,54-224,81-240,-55 153,26-76,-44 147,0 0,0 1,0-1,0 0,0 1,0-1,0 0,1 1,-1-1,0 0,0 1,1-1,-1 1,1-1,-1 0,0 1,1-1,-1 1,1-1,-1 1,1 0,0-1,-1 1,1-1,-1 1,1 0,0 0,-1-1,1 1,0 0,-1 0,1 0,0 0,-1 0,1 0,0 0,-1 0,1 0,0 0,-1 0,1 0,0 0,-1 0,1 1,0-1,-1 0,1 0,0 1,-1-1,1 1,-1-1,1 0,-1 1,1-1,-1 1,1-1,-1 1,22 40,-20-35,15 37,-2 0,-2 2,-2 0,-1 0,-3 1,1 39,4 14,-12-100,0 1,0 0,-1-1,1 1,0 0,0 0,0-1,0 1,0 0,0-1,0 1,0 0,0-1,0 1,1 0,-1-1,0 1,0 0,0 0,0-1,0 1,0 0,1-1,-1 1,0 0,0 0,0 0,1-1,-1 1,0 0,0 0,1 0,-1-1,0 1,1 0,-1 0,0 0,0 0,1 0,-1 0,0 0,1 0,-1 0,0-1,1 1,-1 0,0 1,1-1,-1 0,0 0,0 0,1 0,-1 0,0 0,1 0,1-16</inkml:trace>
  <inkml:trace contextRef="#ctx0" brushRef="#br0" timeOffset="1862.976">792 2222,'-6'-1,"0"1,-1 0,1 1,0 0,-1 0,1 0,0 0,0 1,0 0,0 1,-1 0,7-4,1 1,-1 0,0 0,0 0,1 0,-1-1,0 1,0 0,0 0,1 0,-1 0,0 0,0 0,1 0,-1 0,0 0,0 0,1 0,-1 0,0 0,0 0,1 0,-1 0,0 0,0 0,1 0,-1 0,0 0,0 1,0-1,1 0,-1 0,0 0,0 0,0 0,1 1,-1-1,0 0,0 0,0 0,0 1,0-1,1 0,-1 0,0 1,0-1,0 0,0 0,0 1,0-1,0 0,0 0,0 1,0-1,0 0,0 0,0 1,0-1,0 0,0 0,0 1,0-1,24-3,0-1,-1-1,1-1,-1-1,0-1,20-11,-4 3,-10 5,-10 2,0 2,0 0,0 1,1 1,0 1,15-1,-33 5,0 0,0 0,1 0,-1 0,0 1,0-1,0 1,0-1,0 1,1 0,-1 0,0 0,-1 0,1 0,0 0,0 0,0 1,-1-1,1 0,0 1,-1 0,1-1,-1 1,0 0,0 0,0 0,0 0,0 0,0 0,0 0,-1 0,1 0,0 1,2 77,-3-65,-8 181,-13-500,20 298,1 0,0 0,0 0,1 1,0-1,0 0,0 0,1 1,-1-1,1 1,1 0,-1-1,1 1,0 0,0 0,0 1,1-1,0 1,0-1,0 1,0 0,1 1,-1-1,1 1,0 0,0 0,0 0,1 1,-1 0,0 0,1 0,1 0,0 1,-1-1,1 1,0 1,0-1,0 1,0 1,0-1,0 1,0 0,0 0,0 1,-1 0,1 1,-1-1,1 1,-1 0,0 1,0-1,0 1,-1 0,1 1,2 3,-7-7,0 1,0 0,0-1,-1 1,1 0,-1 0,1 0,-1-1,0 1,0 0,0 0,0 0,0 0,0 0,0-1,-1 1,1 0,0 0,-1 0,0-1,1 1,-1 0,0-1,0 1,0 0,0-1,0 1,0-1,-1 0,1 1,0-1,-1 0,1 0,-1 0,-1 1,-61 32,-32-3,94-31,0 1,0 0,1 0,-1-1,1 1,-1 0,1 1,-1-1,1 0,-1 0,1 1,0-1,0 1,0-1,0 1,0-1,0 1,0-1,0 1,1 0,-1 0,1-1,-1 1,1 0,0 0,-1 0,1 0,0 0,0-1,0 1,1 0,-1 0,0 0,1-1,-1 1,1 0,0 0,-1-1,1 1,0 0,0-1,0 1,0-1,1 1,-1-1,0 0,0 1,1-1,-1 0,1 0,-1 0,1 0,12 12,1 0,-1-2,2 0,-1 0,2-2,-1 0,1 0,1-2,-1 0,1-1,1-1,-1-1,1 0,-1-2,1 0,0-1,15-1,-26 0,0-1,0 0,-1 0,1-1,-1 0,1-1,-1 1,0-1,0-1,0 1,0-1,-1 0,0-1,1 0,-2 0,1 0,0-1,-1 1,0-1,-1 0,1-1,-1 1,0-1,2-6,31-74,-30 86,-8 18,-3 30,0-12,1 1,2-1,2 1,1 0,5 27,5-31,-1-38,-7-6</inkml:trace>
  <inkml:trace contextRef="#ctx0" brushRef="#br0" timeOffset="2110.58">1648 2009,'0'-3,"3"0,6-2,10-1,11-1,8-1,8 0,4-1,1 2,-6 1,-10 7,-12 3</inkml:trace>
  <inkml:trace contextRef="#ctx0" brushRef="#br0" timeOffset="-140473.819">4629 966,'16'56,"-3"1,-2 1,-3 0,-2 6,-5-54,53 759,-3 14,-38-515,-11 9,-2-274,1 0,-1 1,0-1,0 0,0 0,0 1,-1-1,1 0,-1 0,0 0,0 0,0 0,0 0,-1 0,1 0,-1 0,0-1,0 1,0 0,0-1,0 0,0 1,-1-1,1 0,-1 0,0 0,1-1,-1 1,0-1,0 1,0-1,0 0,0 0,0 0,0-1,-1 1,-1-1,-119-13,-3 12,-1 5,-56 12,85-7,-28 3,-1-6,1-5,-85-13,57-3,-148 6,268 7,0-2,0 0,0-3,0-1,-1-2,-99-19,130 28,0 1,1 0,0 0,-1 0,1-1,0 0,0 0,0 0,-1 0,1-1,0 1,1-1,-1 0,0 0,0-1,1 1,-1-1,1 1,0-1,0 0,0-1,0 1,1 0,-1-1,1 0,-1-2,-17-102,18 83,-50-590,-63-361,88 721,8-136,21 130,-2 260,0 1,0 0,-1 0,1-1,0 1,0 0,0 0,0-1,0 1,0 0,0-1,0 1,0 0,0-1,0 1,0 0,0 0,0-1,0 1,0 0,0-1,0 1,1 0,-1 0,0-1,0 1,0 0,0 0,1-1,-1 1,0 0,0 0,0 0,1-1,-1 1,0 0,0 0,1 0,-1 0,0 0,0-1,1 1,-1 0,0 0,1 0,-1 0,0 0,0 0,1 0,-1 0,0 0,1 0,-1 0,0 0,1 0,-1 0,0 1,0-1,1 0,-1 0,0 0,0 0,1 0,-1 1,0-1,17 19,-8-8,3-2,1 0,1-1,-1-1,1 0,1-1,-1 0,1-1,0-1,0 0,0-1,1-1,-1 0,1-1,-1-1,1-1,2 0,-11 1,744 7,310 63,-1013-65,-88 21,33-18</inkml:trace>
  <inkml:trace contextRef="#ctx0" brushRef="#br0" timeOffset="-138585.563">3881 163,'-9'42,"-3"53,-4 25,5 0,4 88,13-169,0-49,-9-113,-1 92,14 15,-5 10</inkml:trace>
  <inkml:trace contextRef="#ctx0" brushRef="#br0" timeOffset="-134291.576">3881 150,'0'-2,"4"-3,7-4,10-1,11-5,8-1,8-3,1 0,2 3,-3 2,-3 3,-7 3,-7 4,-10 2</inkml:trace>
  <inkml:trace contextRef="#ctx0" brushRef="#br0" timeOffset="-134032.274">3921 404,'2'7,"10"0,15-6,13-8,14-9,9-6,3-3,0 2,-10 4,-14 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5:01.5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1964 392,'-152'-70,"106"52,0 1,-1 2,-1 2,0 2,-1 3,0 1,0 3,0 2,-1 2,-10 3,47-3,-38 1,0-2,0-3,-37-7,54 4,0 1,-1 1,1 2,-1 2,1 1,-1 1,1 2,0 2,0 1,-7 3,5 3,0 1,1 1,0 2,1 2,1 1,1 1,1 2,0 1,-26 27,-113 126,157-161,0 1,1 1,1 0,1 0,1 1,0 0,-2 8,8-18,0 0,1 1,0-1,0 1,1-1,0 1,1 0,-1-1,2 1,-1 0,1-1,1 1,0 0,0-1,0 0,1 1,0-1,2 1,9 14,1-1,1-1,1 0,0-1,14 10,13 17,-29-30,12 16,1-1,2-1,1-1,2-2,0-1,2-2,1-1,0-2,4 0,5-8,0-1,1-2,1-2,-1-2,1-2,0-2,0-2,1-2,24-5,349-35,-370 37,0-3,-1-1,-1-3,1-3,-2-1,0-2,-1-3,-1-1,0-2,32-24,-40 20,-1-1,-1-1,-1-3,22-26,-44 43,-1 0,-1-1,0 0,-1 0,-1-1,0-1,-1 0,-1 0,-1 0,-1-1,0 1,1-16,-5 2,-1 0,-2 1,-2-1,0 1,-2-1,-1 1,-2 1,-1 0,-1 0,-2 1,-1 0,-1 1,-1 1,-2 1,-1-1,-1-2,-2 1,-1 0,-2 2,0 1,-2 1,0 1,-2 1,0 2,-9-4,19 14,1 0,-1 1,0 1,-1 1,0 0,0 2,0 0,-1 1,1 2,-1 0,0 1,0 1,0 0,0 2,1 1,-13 3,4 3,-1 2,2 1,-1 1,2 1,0 2,-20 15,-54 41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5:24.3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2091 267,'0'-8,"0"0,-1 0,1 0,-2-1,1 2,-1-1,0 0,-1 0,0 1,0-1,0 1,-1 0,0 0,-1 0,0 0,0 1,0 0,-1 0,1 0,-1 1,-1 0,-4-3,0 0,-2 0,1 1,-1 0,0 1,-1 1,0 0,1 0,-1 2,-1 0,1 0,0 1,-14 1,-242-7,105-8,-8 4,-91 8,234 4,-2 2,1 1,-1 2,1 1,-10 4,-56 10,69-15,-1 0,1 2,0 1,1 2,0 0,0 2,-1 2,-191 111,208-118,1 0,0 0,1 1,0 0,0 1,0 0,1 0,1 1,0 0,0 1,1-1,0 1,1 0,0 1,1-1,0 1,1 0,0 1,-62 288,59-274,2 0,1 0,1 0,2 0,0 0,2 3,0 32,-2 175,25-46,-22-173,0 1,0-1,2 0,0 0,1 0,1-1,7 11,17 42,-26-54,2 0,0 0,1-1,1 0,0 0,11 12,14 17,-28-34,1-1,0 0,0 0,1 0,0-1,1 0,0 0,0-1,1-1,3 3,18 6,-15-5,1-2,1 0,-1 0,1-2,0 0,1-1,-1-1,12 0,87 9,264-13,-330-3,-1-2,0-2,16-7,-27 7,102-22,75-29,-195 50,-1-2,1 0,-1-2,-1 0,0-1,-1-1,-1 0,0-2,-1 0,0-1,-1 0,5-9,68-61,-82 79,-1-1,0 0,0-1,-1 1,0-1,0 1,-1-1,-1 0,1-6,4-12,28-105,-32 123,5-27,-1 0,-2 0,-1 0,-2-7,-2 34,-1-32,1-1,3 1,1 0,8-32,5-83,-13-7,-17 57,14-50,-1 157,0 0,-1 0,1 1,0-1,0 0,0 0,0 0,0 0,0 0,0 0,-1 0,1 1,0-1,0 0,0 0,0 0,0 0,-1 0,1 0,0 0,0 0,0 0,0 0,-1 0,1 0,0 0,0 0,0 0,0 0,0 0,-1 0,1 0,0 0,0 0,0 0,0-1,-3 11</inkml:trace>
  <inkml:trace contextRef="#ctx0" brushRef="#br0" timeOffset="930.523">2372 575,'4'-32,"1"-6,1 0,1 0,3 1,5-12,-15 49,0 1,1-1,-1 1,0-1,1 1,-1-1,0 1,1-1,-1 1,1-1,-1 1,1-1,-1 1,1-1,-1 0,1 1,0-1,-1 0,1 0,-1 0,1 1,0-1,-1 0,1 0,0 0,-1 0,1 0,0 0,-1 0,1 0,0 0,-1 0,1-1,-1 1,1 0,0 0,-1-1,1 1,-1 0,1 0,-1-1,1 1,-1-1,1 1,-1-1,1 1,-1-1,1 1,-1-1,0 1,1-1,-1 1,0-1,0 1,1-1,-1 0,0 1,0-1,0 0,0 1,0-1,0 0,0 1,0-1,37 154,-29-106,8 33,-4 0,-4 1,-3 0,-3 5,-9-46,7-40,-1 0,0 0,1 0,-1 0,0 0,1 0,-1 0,0 0,1 0,-1 0,0-1,1 1,-1 0,0-1,1 1,-1 0,1-1,-1 1,1 0,-1-1,1 1,-1-1,1 1,-1-1,1 1,0-1,-1 1,1-1,0 0,-1 1,1-1,0 0,0 1,-1-1,1 0,0 1,0-1,0 0,0 1,0-1,0 0,-1 0,0 0,0-1,0 1,0 0,1-1,-1 1,1 0,-1-1,1 1,-1-1,1 1,0-1,-1 1,1-1,0 1,0-1,0 1,0-1,1 1,-1-1,0 1,1-1,-1 1,1-1,-1 1,1 0,0-1,-1 1,1 0,0 0,0-1,0 1,0 0,0 0,0 0,0 0,0 0,1 0,-1 0,0 1,1-1,-1 0,0 1,1-1,-1 1,1-1,-1 1,1 0,-1 0,1-1,167-12,4-18,-163 32,-24 5,0-2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5:28.8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2277 131,'-2'-3,"0"-2,0 0,0 0,-1 0,0 1,1-1,-2 1,1 0,0 0,-1 0,0 1,0-1,0 1,0 0,-1 0,1 0,-1 0,0 1,-2-1,-19-4,1 2,-1 1,0 1,0 1,0 1,-1 1,-48-3,-56-11,86 7,0 2,-1 2,0 2,1 2,-1 2,-308 74,274-64,50-9,1 1,0 2,0 0,-17 9,-28 17,3 3,0 4,-14 14,-182 144,238-172,0 1,2 2,2 0,1 2,1 1,-14 25,3-1,1 2,4 1,2 2,0 9,16-30,3 2,1-1,3 1,1 0,1 0,5 36,-2-10,2-36,1 0,2 0,1-1,1 1,2-1,5 11,-1-3,-3-11,3 0,0-1,1 0,2-1,1-1,15 16,32 49,-59-81,0 1,1-1,0 0,0-1,1 0,0 0,0-1,1 0,0 0,1-1,-1 0,1 0,0-1,0-1,1 0,3 1,142 31,-129-29,1-1,-1-1,1-1,0-2,0-1,1-1,18-3,19 2,-32-3,-1-1,0-1,-1-2,0-1,0-1,-1-2,0-2,-1 0,6-6,20-7,11-8,-2-3,-2-3,-2-2,14-16,-49 38,-1-2,-1 0,-2-2,0 0,-1-2,0-3,162-243,-152 228,-2-1,-1-1,-3-1,-3-2,10-31,-7-12,-5-1,7-83,-27 177,4-209,-8 163,-3 1,-2 0,-8-19,7 21,4 2,-12-29,11 59,-1 1,0 0,0 0,-1 1,0 0,-1 0,-4-3,13 12,0 1,0-1,0 0,0 0,0 0,-1 0,1 1,0-1,0 0,0 1,1-1,-1 1,0-1,0 1,0 0,0-1,0 1,1 0,-1-1,0 1,0 0,1 0,-1 0,1 0,-1 0,1 0,-1 0,1 0,0 0,-1 0,1 0,0 0,0 0,0 0,0 0,0 0,0 1,-3 4,-4 12,-1-1</inkml:trace>
  <inkml:trace contextRef="#ctx0" brushRef="#br0" timeOffset="1621.346">2370 2016,'-24'311,"20"-248,-9-84,-3-47,4 0,2-1,1-47,3-87,6 201,0 0,0 0,0 0,1 0,-1 0,1 0,-1 0,1 0,0 1,0-1,0 0,0 0,0 0,0 1,0-1,0 1,1-1,-1 1,1-1,-1 1,1 0,-1-1,1 1,0 0,0 0,0 1,-1-1,1 0,0 0,0 1,0-1,0 1,0 0,0 0,0 0,0 0,0 0,0 0,2 0,166-4,-27-33,-125 32</inkml:trace>
  <inkml:trace contextRef="#ctx0" brushRef="#br0" timeOffset="1871.591">2303 2216,'16'-2,"14"-5,12-7,9-2,3-1,-3 2,-7 4,-13 3</inkml:trace>
  <inkml:trace contextRef="#ctx0" brushRef="#br0" timeOffset="3142.035">2436 1976,'0'2,"0"6,0 5,0 8,0 9,0 7,-2 6,-1 6,0 5,1 2,0-2,1-5,1-7,2-7,3-9,1-6,2-6,-1-5</inkml:trace>
  <inkml:trace contextRef="#ctx0" brushRef="#br0" timeOffset="3512.046">2383 1935,'9'-9,"8"-5,5-3,6 0,5-2,4-1,2 2,-1 1,-2 2,-3 0,-5 3,-4 4,-5 3,-7 5,-9 4,-4 2</inkml:trace>
  <inkml:trace contextRef="#ctx0" brushRef="#br0" timeOffset="3867.397">2464 2216,'9'-4,"7"-4,9-6,6-1,4-2,4 0,0 1,-3 3,-3 2,-2 0,-4 2,-9 3,-10 2,-6 1</inkml:trace>
  <inkml:trace contextRef="#ctx0" brushRef="#br0" timeOffset="4130.746">2410 1922,'-2'9,"-1"13,0 13,3 12,4 14,3 11,3 8,2 5,1 1,-2-13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8:19.5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3757 1670,'-4'-4,"4"2,-1 0,0 1,1-1,-1 1,0-1,0 1,0 0,0-1,0 1,0 0,0 0,-1 0,1 0,0 0,-1 0,1 0,-1 0,1 0,-1 0,1 1,-1-1,1 1,-1-1,0 1,1 0,-1 0,0-1,1 1,-1 0,0 1,1-1,-1 0,0 0,1 1,-1-1,-9 59,24 245,-3 182,7 143,-13-581,0-11,-2 0,-2 0,-1 0,-3 12,5-49,0 1,0 0,0-1,0 1,-1-1,1 0,0 1,0-1,0 0,0 1,0-1,0 0,0 0,0 0,0 0,0 0,0 0,0 0,0 0,0 0,0 0,0-1,0 1,0 0,0-1,0 1,0-1,-1 1,1-1,0 1,0-1,0 0,-1 1,1-1,0 0,-1 0,1 1,-1-1,1 0,-1 0,1 0,0 0,11-7,38-13,1 2,1 2,0 2,1 3,1 2,35-2,697-52,17-58,-127 15,-364 81,290 14,-581 12,136-2,0-6,131-26,-269 31,-45-1,-7 4,-2 0</inkml:trace>
  <inkml:trace contextRef="#ctx0" brushRef="#br0" timeOffset="1644.856">3664 1642,'-24'-81,"5"-1,3-1,3-5,5 40,-11-73,-41-312,58 418,1 11,0 0,1-1,-1 1,1-1,0 1,0 0,0-1,1 1,0-1,-1 1,2 0,-1 0,0-1,2 0,-1 3,0 1,0 0,0 0,0 0,0 0,0 0,1 0,-1 0,0 1,1-1,-1 1,1-1,-1 1,0 0,1 0,-1 0,1 1,-1-1,0 1,2-1,5 1,87-1,1-4,-1-4,14-7,-4 2,1133-118,115-11,-104 49,-328 5,-919 88,22-1,-30 13,-3-3,1 1,0-1,0 1,1 0,0 1,1-1,0 1,1 0,0 0,1 1,0-1,1 1,0-1,1 1,0 0,1 0,0 0,1-1,1 1,0 2,-2 20,24 681,34 100,-50-745,7 33,-5 0,-4 1,-4 1,-5-1,-16 96,-16-59,35-140,0 0,-1 0,1 0,0 0,0 0,-1 0,1 0,-1 0,1 0,-1 0,1 0,-1 0,0-1,1 1,-1 0,0 0,0 0,0-1,0 1,1-1,-1 1,0 0,0-1,0 0,0 1,0-1,0 1,0-1,0 0,-1 0,1 0,0 0,0 0,0 0,0 0,0 0,0 0,0 0,0 0,0-1,0 1,0 0,0-1,0 1,0-1,0 1,0-1,-1 0,-23-14,-2-2,-1 2,-1 0,0 2,0 2,-25-7,-51-1,0 5,-2 5,1 4,-73 7,-9 1</inkml:trace>
  <inkml:trace contextRef="#ctx0" brushRef="#br0" timeOffset="2356.357">4907 1590,'0'18,"0"20,0 19,0 13,0 11,0 4,0-3,0-7,0-12,0-15,0-13,0-17,0-16,0-9</inkml:trace>
  <inkml:trace contextRef="#ctx0" brushRef="#br0" timeOffset="2617.755">4799 1670,'-9'-16,"-5"-10,-3-3,4 5,9 2,14 4,14 4,15 1,12 2,6 1,5-1,-1 2,-4 3,-8 2,-9 1,-12 7,-10 2</inkml:trace>
  <inkml:trace contextRef="#ctx0" brushRef="#br0" timeOffset="2885.109">4759 1843,'23'7,"21"0,19-8,17-9,13-9,9-5,3-5,-17 4</inkml:trace>
  <inkml:trace contextRef="#ctx0" brushRef="#br0" timeOffset="3150.4">5949 1616,'3'14,"0"13,2 11,0 11,-1 8,0 4,-2 0,-1-5,0-8,-1-8,0-10</inkml:trace>
  <inkml:trace contextRef="#ctx0" brushRef="#br0" timeOffset="3398.937">5548 1522,'21'-7,"22"-4,22-5,21-4,13-4,11-2,3 2,-19 4</inkml:trace>
  <inkml:trace contextRef="#ctx0" brushRef="#br0" timeOffset="4082.563">6538 1764,'0'29,"0"-106,-3 1,-4-1,-2 1,-14-44,11 88,12 32,-1 0,1-1,0 1,-1 0,1-1,0 1,-1 0,1-1,-1 1,1 0,-1 0,1 0,0 0,-1-1,1 1,-1 0,1 0,-1 0,1 0,-1 0,1 0,-1 0,1 0,-1 0,1 0,-1 0,1 1,-1-1,1 0,0 0,-1 0,1 1,-1-1,1 0,-1 0,1 1,0-1,-1 0,1 1,0-1,-1 1,1-1,0 0,0 1,-1-1,1 1,0-1,0 1,0-1,0 0,0 1,-1-1,1 1,0-1,0 1,0-1,0 1,0-1,1 1,-20 79,19-77,0-1,0 0,0 1,0-1,1 0,-1 1,1-1,0 0,0 1,0-1,0 0,0 0,0 0,0 0,1 0,-1 0,1-1,-1 1,1 0,0-1,-1 1,1-1,0 1,0-1,0 0,1 0,-1 0,0 0,0 0,0-1,1 1,-1-1,1 1,17 0,-1-2,1 0,-1 0,0-2,1-1,-1 0,-1-1,1-1,-1-1,1-1,-5 3,119-41,-130 45,-1 0,1 0,-1 0,1 1,0-1,-1 0,1 1,0 0,-1 0,1-1,0 2,-1-1,1 0,0 0,-1 1,1 0,0-1,-1 1,1 0,-1 0,0 1,1-1,-1 0,0 1,1-1,-1 1,0 0,0 0,1 1,2 7,-1-1,-1 1,1-1,-1 1,-1 0,0 0,0 0,-1 1,-1-1,1 0,-2 1,2 2,2 44,4 83,21 106,81 179,-106-411,2-1,-1 1,-1 0,0 0,-1 0,0 0,-1 1,-1-1,0 0,-1 1,0-1,-1 0,-4 10,5-20,-1-1,1 0,-1 0,0 0,0 0,-1 0,1-1,-1 1,1-1,-1 1,0-1,0 0,0 0,0 0,0-1,0 1,-1-1,1 1,0-1,-1 0,1 0,-1-1,1 1,-1-1,1 0,-1 0,0 0,1 0,-1-1,1 1,-4-2,-5 0,-1-1,1-1,0 0,1-1,-1 0,1-1,-1 0,-4-5,-1-2,1 0,0-2,1 0,1-1,0 0,1-1,1-1,0 0,2 0,0-1,1 0,0-1,2 0,1-1,0 1,2-1,0 0,0-8,4 15,0 1,0-1,1 0,1 1,0-1,1 1,0 0,1 0,1 0,0 0,1 1,0-1,0 2,2-1,-1 1,2 0,-1 0,1 1,1 0,0 1,0 0,1 1,11-7,7-2,1 1,1 2,1 0,-1 3,2 0,0 2,0 2,0 1,1 1,0 2,0 2,1 0,14 1</inkml:trace>
  <inkml:trace contextRef="#ctx0" brushRef="#br0" timeOffset="5047.514">1029 2311,'0'1,"0"0,0-1,0 1,0 0,0-1,0 1,1 0,-1-1,0 1,0-1,1 1,-1 0,0-1,1 1,-1-1,0 1,1-1,-1 1,1-1,-1 1,1-1,-1 0,1 1,-1-1,1 1,-1-1,1 0,0 0,-1 1,1-1,-1 0,1 0,0 0,-1 0,1 0,0 0,-1 0,1 0,0 0,0 0,13 2,0 0,0-1,0-1,0-1,1 0,-1 0,0-2,0 0,1 1,462-81,215-16,54 27,-698 69,20-3,1 3,0 4,49 6,-88 0,-25-6,-18-4,-65 2,67 3</inkml:trace>
  <inkml:trace contextRef="#ctx0" brushRef="#br0" timeOffset="5296.12">2848 1910,'-117'-7,"113"12,20 1,144 31,-124-32,0 2,0 2,-1 1,-1 2,1 1,15 10,-45-20,0-1,0 1,0 0,-1 0,1 0,-1 1,1 0,-1 0,0 0,-1 0,1 0,-1 1,0 0,0 0,0 0,-1 0,1 0,-1 0,-1 1,1-1,-1 1,0-1,0 1,0-1,-1 1,0 0,0-1,0 1,-1 0,0-1,0 1,0-1,-3 6,-4 9,-2 0,0-1,-1 0,-1-1,-1 0,-1-1,0 0,-16 13,-77 70,-4-8</inkml:trace>
  <inkml:trace contextRef="#ctx0" brushRef="#br0" timeOffset="6554.489">0 1376,'1'-8,"-1"0,1 0,0 0,0 1,1-1,0 1,1-1,0 1,0 0,0 0,1 0,0 0,0 0,1 1,0 0,0 0,0 0,1 1,0 0,0 0,0 0,0 1,1-1,0 2,0-1,0 1,0 0,1 0,-1 1,1 0,5 0,-7 1,1 1,-1 0,1 0,-1 1,1 0,-1 0,0 1,1-1,-1 1,0 1,0-1,0 1,-1 0,1 0,-1 1,1 0,-1 0,0 0,-1 0,1 1,-1 0,0 0,0 0,0 0,-1 1,1-1,-1 1,-1 0,1 0,-1 0,0 0,-1 0,1 1,-1-1,0 1,-1-1,0 1,17 193,-17-200,0 0,0 1,-1-1,1 0,0 1,-1-1,1 1,0-1,0 0,-1 1,1-1,0 1,0-1,0 1,0-1,-1 1,1-1,0 1,0-1,0 1,0-1,0 1,0-1,0 0,0 1,1-1,-1 1,0-1,0 1,0-1,0 1,1-1,-1 1,0-1,1 0,-1 1,0-1,0 0,1 1,-1-1,1 0,-1 1,0-1,1 0,-1 0,1 1,-1-1,0 0,1 0,-1 0,1 0,-1 1,1-1,-1 0,1 0,-1 0,1 0,-1 0,1 0,-1 0,1-1,-1 1,1 0,-1 0,1 0,-1 0,1-1,40-143,14-145,-54 279,-3 21,-10 243,13-236,0 0,0 1,2-1,0-1,2 1,0 0,0-1,3 4,-4-13,-1-1,1 0,1 0,-1 0,1-1,0 0,1 0,-1 0,1 0,0-1,1 0,-1 0,1-1,0 1,0-2,0 1,1-1,-1 0,6 1,-8-2,0 0,0 0,0-1,0 0,0 0,0 0,1-1,-1 1,0-1,1 0,-1-1,0 0,1 1,-1-1,0-1,0 1,0-1,0 0,0 0,-1-1,1 1,0-1,-1 0,0 0,0-1,0 1,0-1,0 0,-1 0,0 0,1-1,-2 1,4-5,-2-14</inkml:trace>
  <inkml:trace contextRef="#ctx0" brushRef="#br0" timeOffset="6814.87">200 1442,'12'-2,"17"-6,17-5,17-8,11-5,7-2,-1 1,-15 5</inkml:trace>
  <inkml:trace contextRef="#ctx0" brushRef="#br0" timeOffset="7310.719">976 1629,'0'-16,"0"-11,0-7,0-2,0 1,2 4,3 8,1 11,2 16,1 13,2 13,-1 10,0 8,0 5,2 0,0-4,1-7,-3-9</inkml:trace>
  <inkml:trace contextRef="#ctx0" brushRef="#br0" timeOffset="8152.623">1443 1068,'5'-3,"-1"0,1 1,0-1,-1 1,1 0,0 0,1 1,-1-1,0 1,0 0,0 0,1 1,-1 0,0 0,1 0,-1 0,0 1,1 0,-1 0,0 1,0-1,0 1,0 0,0 0,-1 1,1-1,0 1,-1 0,0 1,0-1,0 1,0-1,0 1,2 5,4 7,-1 0,-1 1,-1 1,0-1,-1 1,-1 0,-1 1,-1-1,0 1,-1 0,-1 10,9 54,0-55,7-43,-2-28,-3-1,-1 0,-3 0,-1-1,-3 0,0-26,-4-7,-6 66,-1 34,2 2,2 0,1 1,0-1,2 0,1 1,1-1,1 0,1 0,1 0,1-1,1 1,1-1,9 17,-14-33,1-1,0 0,0 0,0 0,0 0,1-1,0 1,0-1,1 0,-1-1,1 1,0-1,1 0,-1-1,0 0,1 0,0 0,0-1,0 0,0 0,0 0,0-1,0 0,1-1,3 0,7-3</inkml:trace>
  <inkml:trace contextRef="#ctx0" brushRef="#br0" timeOffset="8405.945">1551 1215,'18'-5,"20"-5,17-6,15-5,9-2,3 2,-13 4</inkml:trace>
  <inkml:trace contextRef="#ctx0" brushRef="#br0" timeOffset="8653.592">2166 1268,'51'-29,"-50"28,1 0,-1 1,0-1,1 1,-1-1,0 1,1 0,-1 0,1-1,-1 1,1 0,-1 0,1 1,-1-1,1 0,-1 0,0 1,1-1,-1 0,1 1,-1 0,0-1,1 1,-1 0,0 0,0-1,0 1,0 0,0 0,0 0,0 1,0-1,0 0,0 0,0 0,-1 1,1-1,2 10,-1-1,0 1,-1 0,0-1,0 1,-1 0,-1 0,0-1,0 1,-3 6,3-4,-17 124,18-136,-1 0,1 0,-1 0,1 0,0 0,0 0,0 0,0 0,-1 0,1 0,0 0,1 0,-1 0,0 0,0 0,0 0,1 0,-1 0,0 0,1 0,-1 0,1 0,-1 0,1-1,-1 1,1 0,0 0,-1-1,1 1,0 0,0-1,0 1,-1 0,1-1,0 1,0-1,0 1,0-1,0 0,0 0,0 1,0-1,0 0,0 0,0 0,0 0,0 0,0 0,0 0,0 0,0 0,0-1,0 1,0 0,0-1,0 1,0 0,0-1,0 0,0 1,99-66,-64 35</inkml:trace>
  <inkml:trace contextRef="#ctx0" brushRef="#br0" timeOffset="8915.96">2687 1189,'7'-3,"7"-2,0-1</inkml:trace>
  <inkml:trace contextRef="#ctx0" brushRef="#br0" timeOffset="9162.303">2834 1148,'18'-9,"6"-3</inkml:trace>
  <inkml:trace contextRef="#ctx0" brushRef="#br0" timeOffset="9331.921">3155 1068,'0'0</inkml:trace>
  <inkml:trace contextRef="#ctx0" brushRef="#br0" timeOffset="11423.203">8837 1576,'98'-5,"1"-4,30-9,-44 6,1172-179,-923 137,418-54,-648 102,-84 9,-19-3,-1 1,0-1,0 0,0 1,0-1,0 1,0-1,0 1,0-1,0 1,0-1,0 0,0 1,0-1,0 1,0-1,-1 1,1-1,0 0,0 1,0-1,-1 1,1-1,0 0,0 1,-1-1,1 0,0 1,-1-1,1 0,-1 0,1 1,0-1,-1 0,1 0,-1 0,1 1,0-1,-1 0,1 0,-1 0,1 0,-1 0,1 0,0 0,-1 0,1 0,-1 0,1 0,-27 8,-4 0</inkml:trace>
  <inkml:trace contextRef="#ctx0" brushRef="#br0" timeOffset="12057.394">9907 1228,'6'7,"12"4,12 3,12-1,10 0,6-1,-3 1,-6-1,-10 4,-10 4,-13 7,-19 10,-21 11,-24 11,-19 5,-14 3,-4-4,11-14</inkml:trace>
  <inkml:trace contextRef="#ctx0" brushRef="#br0" timeOffset="12800.053">9332 105,'0'8,"0"0,0 0,1 0,0-1,1 1,0 0,0-1,0 1,1-1,0 0,1 0,0 0,0 0,0 0,1-1,1 1,1 4,1-1,0 0,1-1,0 0,0 0,1-1,0 0,0-1,1 0,0-1,4 2,-10-6,0 1,1-1,-1 0,1-1,0 1,-1-1,1 0,0-1,0 1,0-1,0 0,-1-1,1 1,0-1,0 0,-1-1,1 0,0 1,-1-2,0 1,1-1,-1 1,0-1,0-1,1-1,2-2,0-1,0 0,-1-1,-1 1,1-1,-1-1,-1 1,0-1,0 0,-1 0,0 0,-1-1,0 1,-1-1,0 0,-1 0,0 0,0-2,-9-14,8 26,-1 1,1 0,-1 0,1-1,-1 1,1 0,-1 0,1 0,-1 0,0 0,1 0,-1 0,1 0,-1 0,1 0,-1 0,0 0,1 0,-1 0,1 1,-1-1,1 0,-1 0,1 1,-1-1,1 0,-1 1,1-1,-1 0,1 1,0-1,-1 1,1-1,0 1,-1-1,1 0,0 1,-1 0,1-1,0 1,0-1,0 1,0-1,-1 1,1-1,0 1,-6 14,1 0,0 0,1 1,1-1,1 1,0 0,0 0,2 0,1 10,-2-16,5 69,2 0,5-1,2 0,24 74,-33-136,0 0,-2-10,0 0,0 0,-1-1,0 1,0 0,-1 0,0 0,0 0,0 0,0 0,-1 0,-1 2,0-6,0 0,0-1,0 1,-1-1,1 0,-1 1,1-1,-1 0,1-1,-1 1,0 0,0-1,1 1,-1-1,0 0,0 0,1 0,-1 0,0-1,1 1,-1-1,0 1,1-1,-1 0,0 0,1 0,-1-1,1 1,0 0,-1-1,1 0,0 1,0-2,1 3,-8-3,-1-1,1 0,0-1,1 1,-1-2,1 1,0-1,0-1,1 1,0-1,0-1,0 1,1-1,0 0,1-1,0 1,0-1,1 0,0 0,1 0,-3-11,6 17,0 0,1 0,-1 0,1 0,0 0,0 0,0 0,0 0,0 1,1-1,-1 0,1 1,0-1,0 1,0-1,0 1,0 0,0 0,1 0,-1 0,1 0,-1 0,1 1,0-1,70-28,-27 18,-3 4</inkml:trace>
  <inkml:trace contextRef="#ctx0" brushRef="#br0" timeOffset="13068.364">10107 667,'-5'-18,"-3"-11,-3-5,0-1,3 3,2 10,2 12,4 18,5 18,3 14,5 12,3 6,2 2,2-2,-1-9,-4-13</inkml:trace>
  <inkml:trace contextRef="#ctx0" brushRef="#br0" timeOffset="13994.12">10495 25,'4'13,"0"0,1 0,0-1,1 1,1-2,0 1,0-1,1 0,1 0,0-1,0 0,1-1,0 0,1 0,0-1,0-1,1 0,-1 0,2-1,-1-1,1 0,0-1,0 0,0-1,0 0,0-1,1 0,3-1,-12-2,-1 1,1-1,0 0,0 0,-1 0,1-1,-1 1,1-1,-1-1,0 1,1 0,-1-1,-1 0,1 0,0 0,-1 0,1-1,-1 1,0-1,0 0,0 0,-1 0,0 0,1-1,-1 1,-1 0,1-1,-1 0,0 1,2-7,0 0,-2 0,1 0,-1 0,-1 0,0-1,-1 1,0 0,0 0,-2 0,1 0,-2-1,5 11,-1 0,0 0,0 0,0 0,0 1,0-1,0 0,0 0,-1 0,1 0,0 0,0 0,-1 1,1-1,-1 0,1 0,0 0,-1 1,0-1,1 0,-1 1,1-1,-1 0,0 1,1-1,-1 1,0-1,0 1,1-1,-1 1,0 0,0-1,0 1,0 0,0-1,1 1,-1 0,0 0,0 0,0 0,0 0,0 0,0 0,0 0,1 1,-1-1,0 0,0 0,0 1,0-1,0 1,-3 6,1 0,0 0,0 0,1 1,-1 0,2-1,-1 1,1 0,0 0,1 0,0 5,-1 3,1 38,3 1,2-2,2 1,2-1,3 0,3-1,1 0,7 9,0 29,-23-89,0-1,0 1,0-1,-1 1,1-1,0 1,0 0,0-1,-1 1,1-1,0 1,-1-1,1 0,0 1,-1-1,1 1,-1-1,1 0,-1 1,1-1,-1 0,1 1,-1-1,1 0,-1 0,1 0,-1 1,1-1,-1 0,0 0,1 0,-1 0,1 0,-1 0,1 0,-1 0,0 0,1 0,-1 0,1-1,-1 1,1 0,-1 0,1 0,-1-1,1 1,-1 0,1-1,-1 1,1 0,-1-1,1 1,0-1,-1 1,1-1,-32-22,32 22,-12-8,1-1,1 0,-1-1,2 0,-1 0,2-1,0-1,0 1,1-1,0-1,0-3,7 14,1-1,0 1,0-1,0 1,0-1,0 1,1-1,0 1,-1 0,1 0,0 0,1 0,-1 0,0 1,1-1,0 0,-1 1,1 0,0 0,0 0,1 0,-1 0,0 1,0-1,1 1,-1 0,1 0,-1 0,4 0,-6 1,191-53,-147 44</inkml:trace>
  <inkml:trace contextRef="#ctx0" brushRef="#br0" timeOffset="14306.594">11323 399,'22'0,"-19"-1,1 0,0 0,-1 0,1 1,0-1,0 1,-1 0,1 1,0-1,0 0,-1 1,1 0,0 0,-1 0,1 0,-1 1,1-1,-1 1,1 0,-1 0,0 0,0 1,0-1,-1 1,1-1,0 1,-1 0,0 0,1 0,-1 0,0 1,0 1,0 7,-1 0,-1 0,0 0,0 0,-1 0,-1 0,0 0,-1 0,0 0,-1-1,-2 6,-15 80,20-95,1 0,0-1,0 1,0 0,0 0,1 0,-1-1,0 1,1 0,0-1,-1 1,1 0,0-1,-1 1,1 0,0-1,0 0,1 1,-1-1,0 0,0 1,1-1,-1 0,0 0,1 0,-1 0,1 0,-1 0,1-1,0 1,-1 0,1-1,0 1,0-1,-1 0,1 1,0-1,0 0,-1 0,1 0,0-1,0 1,0 0,-1-1,1 1,1-1,8-2,-1 0,1-1,-1-1,0 1,0-1,0-1,-1 0,1-1,-2 1,1-2,-1 1,6-8,10-11</inkml:trace>
  <inkml:trace contextRef="#ctx0" brushRef="#br0" timeOffset="14885.664">10562 734,'11'13,"8"12,4 6,-2 2,-6 3,-4-1,-7-1,-4-7</inkml:trace>
  <inkml:trace contextRef="#ctx0" brushRef="#br0" timeOffset="15319.511">11938 306,'4'3,"3"0</inkml:trace>
  <inkml:trace contextRef="#ctx0" brushRef="#br0" timeOffset="15583.969">12246 292,'0'0</inkml:trace>
  <inkml:trace contextRef="#ctx0" brushRef="#br0" timeOffset="15826.32">12660 253,'0'0</inkml:trace>
  <inkml:trace contextRef="#ctx0" brushRef="#br0" timeOffset="17439.232">2848 1884,'-11'0,"-7"0,-2 0,0 2,4 6,4 7,4 14,6 14,8 15,7 12,6 11,5 7,2 1,2-7,-5-16</inkml:trace>
  <inkml:trace contextRef="#ctx0" brushRef="#br0" timeOffset="17988.568">2887 2044,'19'0,"14"0,11 2,8 6,3 7,0 12,-8 9,-11 10,-13-2</inkml:trace>
  <inkml:trace contextRef="#ctx0" brushRef="#br0" timeOffset="19349.325">1377 1656,'7'-2,"4"4,3 8,-1 13,-3 18,-8 19,-15 20,-23 19,-7-7</inkml:trace>
  <inkml:trace contextRef="#ctx0" brushRef="#br0" timeOffset="23368.968">5361 3702,'5'18,"5"13,4 10,2 5,0 2,-2-1,-2-2,-3-3,-2-7,-4-10</inkml:trace>
  <inkml:trace contextRef="#ctx0" brushRef="#br0" timeOffset="24384.806">5454 3955,'0'-9,"1"0,0-1,0 1,1-1,0 1,0 0,1 0,1 0,-1 0,2 1,-1-1,1 1,0 0,1 0,-1 1,2 0,-1 0,1 0,0 1,0 0,1 0,0 1,0-1,0 2,2-1,-7 4,-1 0,0 0,0 1,0-1,1 1,-1 0,0 0,0 0,1 0,-1 0,0 0,1 1,-1-1,0 1,0-1,0 1,0 0,0 0,1 0,-1 0,-1 0,1 1,0-1,0 0,0 1,-1-1,1 1,-1 0,1 0,-1-1,0 1,0 0,1 0,-1 0,0 2,21 82,-21-76,2 15,-2-14,0 0,1 0,0-1,0 1,1-1,1 0,0 1,4 7,-6-16,-1 0,0 0,1 0,-1-1,1 1,0-1,-1 1,1-1,0 1,0-1,0 0,0 0,0 0,0 0,0-1,0 1,0 0,0-1,1 1,-1-1,0 0,0 0,1 0,-1 0,0 0,0 0,0-1,1 1,-1-1,0 1,0-1,0 0,0 0,0 0,0 0,0 0,65-53,-58 44,0 0,-1-1,0-1,-1 1,0-1,-1 0,0-1,-1 0,-1 0,0 0,0 0,-1 0,-1-1,0 1,-1-1,-1-8,-5 0,0 33,7 3,0 0,1-1,0 1,1 0,1-1,0 0,0 0,2 0,0-1,3 4,-9-12,1-1,-1 0,1 0,0-1,0 1,0 0,0 0,1-1,-1 0,1 1,0-1,-1 0,1 0,0 0,0-1,0 1,1-1,-1 0,0 0,0 0,1 0,-1 0,0-1,1 1,-1-1,1 0,-1 0,1 0,-1-1,1 1,-1-1,0 0,1 0,-1 0,0 0,0 0,0-1,0 0,2-1,2-4,0-1,0 0,-1-1,0 1,-1-1,1 0,-2-1,0 1,0-1,0 0,-1 0,-1 0,0 0,0-1,-1 1,0-1,-1 1,0-1,-1 1,0 0,0-1,-1 1,8 121,-5-105,1 0,-1 0,1-1,1 1,-1 0,1-1,0 0,0 0,1 0,-1 0,1 0,0 0,0-1,1 0,0 0,-1 0,1-1,0 1,1-1,-1 0,0-1,1 1,0-1,0 0,-1-1,1 1,0-1,0 0,0-1,2 1,12-3</inkml:trace>
  <inkml:trace contextRef="#ctx0" brushRef="#br0" timeOffset="25974.308">6336 3621,'1'16,"1"1,1-1,0 0,1 0,0 0,1-1,1 0,1 1,0-2,1 1,0-1,1-1,1 1,0-2,6 7,-15-18,-1 0,0 0,1 0,-1 0,1 0,0 0,-1 0,1 0,0 0,-1 0,1 0,0 0,0-1,0 1,0 0,0 0,0-1,0 1,0-1,0 1,0-1,0 1,0-1,1 0,-1 0,0 1,0-1,0 0,1 0,-1 0,0 0,0 0,0-1,0 1,1 0,-1 0,0-1,0 1,0-1,0 1,0-1,0 1,0-1,0 0,0 0,0 1,0-1,0 0,-1 0,1 0,0 0,-1 0,1 0,0 0,0-1,7-20,-1 0,-1-1,-1 0,-1-1,-1 1,-1-1,-1 1,-2-22,3 112,-1-61,0 0,0 0,1 0,0 0,1-1,-1 1,1-1,0 1,0-1,1 0,-1-1,1 1,0 0,1-1,-1 0,1 0,0 0,0-1,0 1,0-1,0-1,1 1,0-1,-1 0,1 0,0 0,0-1,0 0,5 0,-9-1,1 0,0-1,0 0,0 0,0 0,-1 0,1 0,0 0,-1-1,1 1,-1-1,0 0,1 0,-1 0,0 0,0 0,0 0,0-1,-1 1,1-1,-1 1,1-1,-1 1,0-1,0-1,19-72,-12-40,-17 137,7-13,1 0,0 0,0-1,0 1,1 0,1 0,-1 0,1 0,0 0,1 0,0 0,0 0,1-1,0 0,0 1,1-1,0 0,0 0,0-1,1 1,0-1,1 0,-1 0,6 3,-4-3,1-1,0 0,0-1,0 0,0 0,1-1,0 0,0 0,0-1,0 0,0 0,0-1,0-1,0 1,1-2,-1 1,0-1,0 0,0-1,0 0,0-1,0 0,0 0,-1-1,0 0,1 0,-1-1,-1 0,1-1,-1 1,0-1,0-1,-1 1,4-6,-3 1,-1 1,-1-1,0 0,-1-1,0 1,0-1,-1 0,-1 0,0 0,0 0,-2 0,1-1,-2-5,-8-15,9 33,0-1,0 1,0-1,-1 1,1-1,0 1,0 0,0-1,-1 1,1-1,0 1,0 0,-1-1,1 1,0-1,-1 1,1 0,-1 0,1-1,0 1,-1 0,1 0,-1-1,1 1,0 0,-1 0,1 0,-1 0,1 0,-1 0,1 0,-1-1,1 1,-1 1,1-1,-1 0,1 0,-1 0,1 0,-1 0,1 0,0 0,-1 1,1-1,-1 0,1 0,0 1,-1-1,1 0,-1 1,1-1,0 0,-1 1,1-1,0 0,0 1,-1-1,1 1,0-1,0 1,0-1,0 0,-1 1,1-1,0 1,-3 9,0 0,0 0,1 0,0 1,0-1,2 1,-1-1,1 1,1-1,0 2,-1-4,0-3,0 0,0 0,1 0,0 0,0 0,0 1,0-1,1-1,0 1,0 0,0 0,1-1,-1 1,1-1,0 0,0 0,1 0,-1 0,1 0,0-1,0 0,0 0,0 0,1 0,-1-1,1 1,0-1,2 1,2 0,0 0,0 0,1-1,-1 0,1 0,-1-1,1 0,0-1,-1 0,1-1,0 0,-1 0,1-1,-1 0,1-1,-1 0,7-4,-12 3,1-1,-1 0,-1 0,1-1,-1 1,0-1,0 1,-1-1,1 0,-1 0,-1 0,1 0,-1 0,0-1,0 1,-1 0,0-1,0-2,2-15,-2 24,3-18,-1 0,0 0,-2-1,0 1,-1 0,-3-11,4 27,0 1,0 0,0 0,0 0,0 0,0 0,-1 0,1-1,0 1,-1 0,1 0,-1 0,1 0,-1 0,0 0,1 0,-1 1,0-1,0 0,0 0,0 0,1 1,-1-1,0 0,0 1,0-1,0 1,-1-1,1 1,0 0,0-1,0 1,0 0,0 0,0 0,-1 0,1 0,0 0,0 0,0 0,0 0,0 1,0-1,-1 0,1 1,0-1,0 1,0-1,0 1,0-1,0 1,0 0,1 0,-1-1,0 1,0 0,0 0,1 0,-1 0,0 0,1 0,-1 0,1 0,0 0,-1 0,1 0,0 1,1-1,-1 0,0 0,1 1,-1-1,1 0,-1 0,1 0,-1 0,1 1,0-1,0 0,-1 0,1 0,0 0,0-1,0 1,0 0,0 0,0 0,1-1,-1 1,0-1,0 1,0-1,1 1,-1-1,0 0,0 1,1-1,-1 0,0 0,1 0,-1 0,0 0,0 0,1-1,-1 1,0 0,0-1,1 1,-1-1,1 1,213-55,-213 54,1 0,-1 1,1-1,-1 1,1 0,-1 0,1 0,0 0,-1 0,1 0,-1 1,1-1,0 1,-1 0,0 0,1 0,-1 0,1 0,-1 0,0 1,0-1,0 1,0-1,0 1,0 0,0 0,-1 0,1 0,-1 0,1 0,-1 1,0-1,0 0,0 1,0-1,0 1,5 109,-4-23,-2-87,0 1,1-1,-1 0,1 0,-1 1,1-1,0 0,0 0,0 0,0 0,0 0,1 0,-1 0,0 0,1-1,0 1,-1 0,1-1,0 1,0-1,0 0,0 1,0-1,0 0,0 0,0-1,0 1,0 0,1-1,-1 1,0-1,1 0,-1 1,0-1,0 0,1-1,-1 1,5-1,0 0,0 0,-1-1,1 0,-1 0,1-1,-1 0,0 0,0 0,0-1,0 0,0 0,6-7,-1-1,0 0,0 0,-2-1,1 0,-2-1,0 0,0-1,-1 0,-1 0,-1 0,0-1,-1 1,2-16,-5 26,-3 16,-4 19,5-21,0-1,0 0,1 0,0 0,0 1,1-1,0 0,1 0,0 0,0 0,0 0,1 0,0-1,1 1,0-1,0 0,0 0,1 0,0-1,1 1,-1-1,1 0,0-1,1 0,-1 0,1 0,0-1,0 1,0-2,1 1,0-1,5 1,14-3,-5-5</inkml:trace>
  <inkml:trace contextRef="#ctx0" brushRef="#br0" timeOffset="26161.815">7914 3221,'-11'13,"0"10,12 2,15 3,13-3,2-4</inkml:trace>
  <inkml:trace contextRef="#ctx0" brushRef="#br0" timeOffset="26442.365">8476 3408,'-8'-1,"1"0,0 1,-1-1,1 2,0-1,-1 1,1 0,0 1,0-1,0 2,0-1,0 1,0 0,0 0,1 1,0-1,0 2,0-1,0 1,0 0,1 0,0 0,0 1,1-1,-1 1,1 1,0-1,1 0,0 1,0 0,0 0,1 0,0 0,0 0,1 0,0 0,0 1,0-1,1 1,1-3,-1 0,1 0,-1 0,2 0,-1 0,0 0,1-1,0 1,0-1,0 1,1-1,-1 0,1 0,0 0,1 0,-1 0,0-1,1 1,0-1,0 0,0 0,0 0,1-1,-1 0,0 1,1-1,4 1,7 2,0-1,-1 0,1-1,1-1,-1 0,0-1,0-1,3-1,5-1,-1-1,0-2,0 0,-1-1,0-1,0-1,13-8,17-9</inkml:trace>
  <inkml:trace contextRef="#ctx0" brushRef="#br0" timeOffset="26676.43">8890 3020,'14'13,"11"12,8 8,3 8,0 6,-4 6,-7 8,-10 10,-19 12,-25 14,-28 12,-30 13,-28 10,4-16</inkml:trace>
  <inkml:trace contextRef="#ctx0" brushRef="#br0" timeOffset="27467.518">4879 3675,'-18'18,"-13"17,-8 19,1 19,6 14,9 12,17 1,26-4,28-9,25-13,22-17,-6-18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0:30.8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389 305,'0'19,"0"12,2 8,3 4,1 2,0-1,-2 0,1-1,-1-3,0-7,-2-6,0-5,-1-7</inkml:trace>
  <inkml:trace contextRef="#ctx0" brushRef="#br0" timeOffset="266.027">15 118,'-9'12,"3"5,15 0,17-4,20-10,18-12,14-9,7-8,1-5,-3 2,-9 2,-12 5,-17 5</inkml:trace>
  <inkml:trace contextRef="#ctx0" brushRef="#br0" timeOffset="704.843">830 440,'0'13,"0"12,2 6,1 2,3 0,-1-3,-1-5,2-3,-1-7</inkml:trace>
  <inkml:trace contextRef="#ctx0" brushRef="#br0" timeOffset="955.7">749 198,'12'5,"12"3,2 1</inkml:trace>
  <inkml:trace contextRef="#ctx0" brushRef="#br0" timeOffset="2058.85">1137 386,'5'36,"-4"-21,0 1,1-1,1 1,0-1,1 0,1 0,0 0,1-1,1 0,0 0,1-1,2 3,-10-15,1 0,0 0,-1 0,1 0,0 0,0 0,0 0,0 0,0 0,0-1,0 1,0 0,0-1,1 1,-1-1,0 1,0-1,0 0,1 0,-1 1,0-1,0 0,1 0,-1 0,0 0,1 0,-1 0,0-1,0 1,1 0,-1-1,0 1,0-1,0 1,0-1,0 0,1 1,-1-1,0 0,0 0,-1 1,1-1,0 0,0 0,0 0,-1 0,1 0,0-1,10-16,-1 0,-1-1,0 0,-2-1,0 0,-1 0,-1 0,-1-1,0-7,13-51,-9 68,-5 38,-3-15,26 102,-25-110,0-1,1 1,0-1,0 0,0 0,0 0,0 0,1 0,-1 0,1 0,0-1,0 1,0-1,0 0,0 0,0 0,1 0,-1-1,1 1,-1-1,1 0,-1 0,1 0,0 0,0-1,-1 0,1 1,0-1,2-1,2 0,-1 0,1-1,-1 0,0-1,0 0,0 0,0 0,0-1,0 0,-1 0,0-1,0 0,0 0,-1 0,1 0,-1-1,-1 0,1 0,-1-1,0 1,1-3,2-5,0 1,-1-1,-1 0,0 0,-1-1,-1 1,0-1,-1 0,0 0,-1-6,-1 28,1 1,1-1,-1 0,1 0,0 0,1 0,0 0,0-1,0 1,1-1,0 1,0-1,0-1,1 1,0-1,0 1,1-1,-1-1,1 1,0-1,0 0,1 0,-1-1,5 2,0-2,-1-1,1-1,0 0,0 0,0-1,0 0,1-1,-1 0,-1-1,1 0,0 0,0-2,-1 1,0-1,1-1,-2 0,1 0,0-1,0-1,3-1,-1-1,-1-1,1 1,-1-2,-1 0,0 0,-1-1,0 0,0-1,-2 0,1 0,-2 0,5-13,-2-30,-8 55,-1 0,0-1,0 1,0 0,-1-1,1 1,0 0,0 0,-1-1,1 1,-1 0,1 0,-1-1,1 1,-1 0,0 0,1 0,-1 0,0 0,0 0,0 0,0 0,0 0,0 0,0 1,0-1,0 0,-1 1,1-1,0 1,0-1,0 1,-1 0,1-1,0 1,-1 0,1 0,0 0,-1 0,0 0,-2 1,-1 1,0 0,1 0,0 1,-1-1,1 1,0 0,0 0,0 0,1 1,-1-1,1 1,0 0,0 0,0 0,0 0,1 0,0 1,-1-1,2 1,-1 0,0 0,1-1,0 1,0 0,1 4,-2-5,1 1,0-1,1 1,-1 0,1-1,0 1,0 0,1-1,-1 1,1 0,0-1,0 1,1-1,-1 1,1-1,0 0,0 0,1 1,-1-2,1 1,0 0,0 0,0-1,0 0,1 1,-1-1,1 0,0-1,0 1,0-1,0 0,4 2,5-1,-1 0,0-1,1-1,-1 0,1 0,-1-1,1-1,-1 0,1-1,-1 0,0-1,0-1,0 1,0-2,0 0,-1 0,0-1,0 0,-1-1,1-1,-2 1,1-1,-1-1,0 0,4-5,-9 6,1 1,-1-1,-1 0,1 0,-1-1,-1 1,1-1,-1 1,-1-1,0 0,0 0,-1 0,0 1,0-1,-1 0,0 0,-1 0,0 1,0-1,-1 1,0 0,0-1,-3-2,6 10,-1 1,1-1,0 0,-1 0,1 0,0 0,-1 0,1 0,0 0,0 0,0 0,0 0,0 1,0-1,0 0,0 0,1 0,-1 0,0 0,0 0,1 0,-1 0,1 0,-1 1,1-1,-1 0,1 0,-1 0,1 1,0-1,-1 0,1 1,0-1,0 1,-1-1,1 1,0-1,0 1,0-1,0 1,0 0,-1-1,1 1,0 0,0 0,0 0,0 0,0 0,0 0,0 0,0 0,0 0,0 0,0 0,0 1,0-1,0 0,-1 1,2 0,213 3,-212-4,0-1,0 1,0-1,0 1,0 0,0 0,0 0,0 1,0-1,0 1,-1 0,1-1,0 1,0 1,0-1,-1 0,1 1,-1-1,1 1,-1 0,0-1,1 1,-1 0,0 1,0-1,0 0,-1 1,1-1,0 1,-1-1,0 1,0 0,0-1,0 1,0 0,0 0,-1 0,1 0,-1 0,0 0,0 2,-51 146,50-149,1-1,0 1,-1 0,1-1,0 1,0-1,0 1,0-1,0 1,0 0,0-1,0 1,1-1,-1 1,1-1,-1 1,1-1,0 1,-1-1,1 0,0 1,0-1,0 0,0 0,0 1,0-1,0 0,1 0,-1 0,0 0,0-1,1 1,-1 0,1-1,-1 1,1 0,-1-1,1 0,-1 1,1-1,-1 0,1 0,0 0,-1 0,1 0,0 0,19 1,0-2,1 0,-1-2,0 0,0-1,-1-1,1-1,-1-1,0 0,-1-2,0 0,5-5,12-6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0:33.9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0 977,'19'-3,"0"0,-1-1,0 0,0-2,0 0,0-1,-1-1,0-1,-1 0,0-1,0 0,2-5,-2 5,0-1,-1-1,0 0,-1-1,-1 0,0-1,0-1,-2 0,0-1,-1 0,0 0,1-5,-10 19,0 0,0 0,0 0,0 0,0 0,0 0,-1 0,1-1,0 1,-1 0,0-1,0 1,0 0,0 0,0-1,0 1,0 0,-1-1,1 1,-1 0,0 0,0-1,1 1,-1 0,-1 0,1 0,0 0,0 0,-1 1,1-1,-1 0,0 1,1-1,-1 1,0-1,0 1,0 0,0-1,0 1,0 1,0-1,0 0,-1 0,1 1,0-1,0 1,-1 0,1-1,0 1,-5 3,1-1,0 1,0 0,0 0,0 1,0 0,1 0,0 0,0 1,0 0,0 0,1 0,0 0,0 1,0 0,1-1,0 1,0 1,0-1,1 0,-1 4,-7 27,1 0,2 0,2 1,1 0,2-1,2 1,1 0,2 0,2 0,1-1,3 4,0 16,12 70,-6 0,-3 53,-12-172,1 3,-1 0,0 0,-1 1,0-1,-1 0,0 0,0 0,-1 0,-2 2,-6 2,1-9</inkml:trace>
  <inkml:trace contextRef="#ctx0" brushRef="#br0" timeOffset="440.994">94 1337,'4'-9,"0"0,1 1,0-1,0 1,1 0,0 0,1 1,-1 0,1 0,1 0,-1 1,1 0,0 0,6-2,-3 0,17-12,0 0,2 2,1 1,0 1,1 2,31-9,-62 21,1 1,-1 0,1 1,0-1,-1 0,1 0,0 1,0-1,-1 1,1 0,0-1,0 1,0 0,0 0,-1 0,1 0,0 0,0 1,0-1,0 0,-1 1,1 0,0-1,-1 1,1 0,0 0,-1 0,1 0,-1 0,1 0,-1 0,0 0,1 1,-1-1,0 1,0-1,0 1,0-1,0 1,0 0,-1-1,1 1,0 0,-1-1,1 1,2 37,10 42,-13-79,1 0,1 0,-1 1,0-1,0 0,1 0,-1 0,1 0,0 0,-1-1,1 1,0 0,0-1,0 1,0-1,1 0,-1 0,0 0,0 0,1 0,-1 0,1-1,-1 1,1-1,-1 1,1-1,-1 0,1 0,1-1,3 0,0-1,-1 0,1 0,-1 0,0-1,0 0,0 0,0-1,-1 0,1 0,-1 0,0-1,0 1,0-1,-1-1,0 1,0 0,0-1,-1 0,0 0,0 0,0 0,-1 0,1-1,-2 1,1-1,-1 0,0 1,0-1,-1 0,0 0,0 1,0-1,-1 0,0 0,-1 1,1-1,-1 1,0-1,-1 1,0 0,0 0,0 0,-5-5,6 8,0 1,-1 0,1 0,-1 0,0 1,0-1,0 0,0 1,0 0,0 0,0 0,0 0,0 0,0 1,-1 0,1-1,0 1,0 0,-1 0,1 1,0-1,0 1,0 0,0-1,-1 1,1 1,0-1,0 0,1 1,-1-1,0 1,0 0,1 0,-1 1,-5 3,1 0,0 0,0 1,1 0,0 1,0 0,0 0,1 0,0 0,1 1,0 0,2-6,1 0,-1 0,1 0,0 0,0 1,0-1,0 0,0 0,1 1,0-1,0 1,0-1,0 0,0 1,0-1,1 0,0 1,0-1,0 0,0 0,0 1,0-1,1 0,0 0,0-1,-1 1,2 0,-1-1,0 1,0-1,1 1,-1-1,1 0,2 1,19 8</inkml:trace>
  <inkml:trace contextRef="#ctx0" brushRef="#br0" timeOffset="1313.149">856 1003,'95'-431,"-88"388,-3 0,-1-1,-2 1,-3-17,3 59,-1 0,0 0,1 0,-1 0,0 0,0 0,1 0,-1 0,0 0,0 0,0 0,0 0,0 0,0 0,-1 0,1 0,0 0,0 0,-1 0,1 0,-1 1,1-1,-1 0,1 0,-1 0,1 0,-1 0,0 1,1-1,-1 0,0 1,0-1,0 0,1 1,-1-1,0 1,0 0,0-1,0 1,0-1,0 1,0 0,0 0,0 0,0 0,0 0,0 0,0 0,0 0,0 0,0 0,0 0,0 1,0-1,0 0,0 1,-1-1,-10 16,1 0,0 0,2 1,-1 1,2-1,0 1,2 1,-1-1,-1 16,-6 13,2 1,2 0,3 1,-1 22,7-50,0 0,2 0,0 0,1 0,1-1,1 1,1-1,1 0,1 0,0 0,9 13,-13-26,0-1,0 1,0-1,1 0,0 0,1-1,-1 1,1-1,0 0,0 0,0-1,1 1,0-1,0 0,0-1,0 0,1 0,-1 0,1 0,0-1,0 0,-1-1,1 0,0 0,0 0,1-1,-1 0,0 0,0-1,0 0,0 0,0 0,0-1,-1 0,1-1,0 1,4-4,66-74,-62 117,-14-35,1 1,-1-1,1 1,0-1,0 1,0-1,0 0,0 0,0 0,0 0,1 0,-1-1,1 1,0-1,-1 1,1-1,0 0,0 0,0 0,-1-1,1 1,0 0,0-1,0 0,0 0,0 0,0 0,0-1,2 1,1-1,-1 0,1 0,-1-1,1 0,-1 0,0 0,0 0,0-1,0 0,-1 0,1 0,-1-1,1 1,-1-1,2-2,-2 0,0 0,-1 0,0 0,1 0,-2-1,1 1,-1-1,0 0,-1 0,1 0,-1 0,0 0,-1 0,0-5,0 8,0 0,0 1,-1-1,0 0,1 0,-1 0,0 1,-1-1,1 1,-1-1,1 1,-1-1,0 1,0 0,-1 0,1 0,-1 0,1 0,-1 0,0 1,0-1,0 1,0 0,-1 0,1 0,0 1,-2-1,0 0,1 1,-1 1,1-1,0 1,-1 0,1 0,-1 0,1 1,-1-1,1 1,-1 0,1 0,0 1,0-1,0 1,0 0,0 0,0 0,0 1,0-1,-2 4,-63 72,67-75,-1 0,1 1,0-1,0 1,0-1,1 1,-1 0,1 0,0 0,0 0,0 0,1 0,-1 0,1 0,0 0,0 0,1 0,-1 0,2 3,6 9</inkml:trace>
  <inkml:trace contextRef="#ctx0" brushRef="#br0" timeOffset="1761.08">1659 696,'-9'-1,"0"1,0 0,1 0,-1 1,0 0,1 1,-1 0,1 0,-1 1,1 0,0 0,0 1,0 0,1 0,-1 1,1 0,0 1,1-1,-5 5,10-8,0-1,0 1,0 0,0-1,0 1,1 0,-1-1,1 1,-1 0,1 0,0 0,-1 0,1-1,0 1,0 0,0 0,1 0,-1 0,0 0,1-1,-1 1,1 0,-1 0,1-1,0 1,0 0,0-1,0 1,0-1,0 1,0-1,1 0,0 2,54 37,-48-35,122 73,-129-77,1 0,-1 0,0 0,1 0,-1 0,0 0,0 0,0 1,0-1,0 0,0 1,0-1,0 0,0 1,-1-1,1 1,-1 0,1-1,-1 1,1-1,-1 1,0 0,0-1,0 1,0 0,0-1,0 1,0-1,-1 1,1 0,0-1,-1 1,0-1,1 1,-1-1,0 1,0-1,1 1,-1-1,0 0,0 1,-1-1,1 0,0 0,0 0,-1 0,1 0,0 0,-1 0,1-1,-1 1,0 0,-47 6,48-7,0-1,0 1,0 0,0 0,0 0,0-1,0 1,0-1,0 1,0-1,1 1,-1-1,0 1,0-1,1 1,-1-1,0 0,1 0,-1 1,0-1,1 0,-1 0,1 0,-1 0,1 0,0 1,-1-1,1 0,0 0,0 0,0 0,0 0,0 0,0 0,0 0,0 0,0 0,0 0,0 0,0 0,1 0,-1 0,0 0,1 0,-1 0,1 1,-1-1,1 0,0 0,2-4,0 0,1 0,0 0,0 1,0 0,1-1,-1 2,1-1,0 0,0 1,1 0,-1 0,0 1,1-1,0 1,1 0,8-3</inkml:trace>
  <inkml:trace contextRef="#ctx0" brushRef="#br0" timeOffset="2409.456">1872 602,'-5'18,"-1"13,1 8,0 4,2 2,3-3,2-5,3-8,2-8,3-8,0-6</inkml:trace>
  <inkml:trace contextRef="#ctx0" brushRef="#br0" timeOffset="2646.827">1805 215,'-4'13,"5"8,11-1,4-4</inkml:trace>
  <inkml:trace contextRef="#ctx0" brushRef="#br0" timeOffset="2896.154">2180 0,'-14'21,"-6"17,-1 17,5 15,3 10,5 9,6 0,8-1,7-7,4-8,4-9,0-10,-1-10,-4-12,-2-10,-4-10</inkml:trace>
  <inkml:trace contextRef="#ctx0" brushRef="#br0" timeOffset="3084.293">2127 455,'-5'-16,"1"-7,6-3,11 2,15 0,15-1,15 2,11 0,8 2,0 5,-13 4</inkml:trace>
  <inkml:trace contextRef="#ctx0" brushRef="#br0" timeOffset="6417.176">843 2127,'-15'3,"0"2,0 0,1 1,0 0,0 2,0-1,1 1,0 1,0 1,1 0,1 0,0 1,0 0,1 1,0 1,1-1,-1 4,8-15,1 0,0 0,0 0,0 0,0 0,0 0,0 0,1 0,-1 0,0 0,0 1,1-1,-1 0,1 1,-1-1,1 0,0 1,-1-1,1 0,0 1,0-1,0 1,0-1,0 0,0 1,0-1,1 0,-1 1,0-1,1 0,-1 1,1-1,-1 0,1 1,0-1,0 0,-1 0,1 0,0 0,0 0,0 0,0 0,0 0,1 0,-1 0,0-1,0 1,0 0,1-1,-1 1,0-1,1 0,-1 1,1-1,10-3,0-2,-1 1,0-1,0-1,0 0,-1 0,0-1,0-1,0 0,-1 0,0 0,7-11,-9 12,11-10,0 0,-2-1,0-1,-1-1,-2 0,1-1,-2-1,-1 0,-1 0,-1-1,-1 0,0-1,-2 0,-1 0,1-16,-4 16,0 1,-2 0,0-1,-2 1,-1 0,-1 0,0 0,-2 0,-1 1,-2-3,-31-30,38 54,0 0,1 0,-1 0,1 0,-1 1,0-1,1 1,-1-1,0 1,0-1,0 1,1 0,-1 0,0 0,0 0,0 0,1 1,-1-1,0 0,0 1,1-1,-1 1,0 0,1-1,-1 1,0 0,1 0,-1 0,1 0,0 0,-1 1,1-1,0 0,0 1,-1 0,-8 12,0 1,2 0,0 1,0 0,1 0,1 1,1 0,1 0,0 0,1 0,1 1,0 1,-1-6,0 0,1 1,1-1,0 0,1 1,1-1,0 1,0-1,1 0,1 0,1 0,-1 0,2 0,0-1,0 1,2-2,-1 1,1 0,1-1,0-1,0 1,1-1,1-1,-1 1,2-2,8 7,-8-10,2 0,-1 0,0-1,1-1,0 0,0 0,0-2,0 1,0-2,0 0,0 0,0-1,0-1,0 0,0-1,0 0,-1-1,1-1,-1 0,0 0,0-1,-1-1,2-1,3-2,-1 0,0-1,0-1,-2-1,1 1,-2-2,0 0,0-1,-1 0,-1 0,-1-1,0 0,-1-1,-1 0,0 0,0-6,1-35,-8 56,0 1,0-1,0 1,0-1,0 1,0-1,0 1,0 0,-1-1,1 1,-1-1,1 1,-1-1,0 1,1 0,-1 0,0-1,0 1,0 0,0 0,0 0,0 0,0 0,0 0,0 0,-1 0,1 0,0 1,-1-1,1 1,0-1,-1 1,1-1,-1 1,-1-1,-1 3,0-1,-1 1,1-1,0 1,0 0,0 1,0-1,0 1,1 0,-1 0,1 0,0 0,0 1,0-1,0 1,0-1,1 1,-1 0,1 0,0 1,1-1,-1 0,1 1,0-1,0 1,-1-1,0 1,1 0,0-1,0 1,0 0,0 0,1 0,0-1,0 1,0 0,0 0,1 0,0 0,0-1,0 1,1 0,0-1,-1 1,1-1,1 0,-1 0,1 0,0 0,0 0,0 0,0-1,1 1,-1-1,1 0,0 0,0 0,1 0,8 3,1-1,0 0,0-1,0-1,0 0,1 0,0-2,-1 0,1 0,0-2,-1 0,9-1,48-6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1:04.3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412 1774,'50'31,"2"-2,0-1,2-4,1-1,1-3,0-3,1-2,1-2,1-4,56 4,-7-11,0-4,0-4,-1-6,0-4,0-4,-2-5,-1-5,97-42,-136 47,-1-3,-2-2,-1-4,-1-1,8-10,-47 29,0 0,-1-1,-1-1,-1-1,0-1,-2 0,0-1,-1-1,-1-1,-2 0,0 0,-1-1,-1-1,-2 1,1-6,0-16,-3 0,-2-1,-2 1,-1-1,-3 0,-2 1,-2 0,-2 0,-2 0,-2 1,-2 0,-4-6,5 13,-2-1,-1 2,-2 0,-2 1,-1 1,-2 1,-1 1,-2 1,0 2,-3 0,0 2,-2 1,-1 1,-1 2,-1 1,-1 2,-3 0,-11 0,-1 3,-1 2,0 2,-1 2,-1 2,-25 1,-82-3,-79 7,193 5,-26-4,0 3,-1 4,1 3,1 3,-1 2,2 4,0 4,-20 9,46-8,1 2,1 2,1 2,1 2,2 1,0 2,2 1,2 3,-18 22,8-1,1 1,4 2,2 2,2 1,4 2,-4 17,20-47,2 1,2 1,1 0,2 1,2 0,1 0,2 0,1 1,2-1,2 1,1-1,2 0,5 19,2-10,2-1,1 0,3-1,1 0,3-2,1 0,11 12,-22-37,0-1,2 0,0-1,0 0,2-1,-1-1,2 0,0-1,0-1,1-1,0 0,1-2,0 0,11 3,89 14,-3-15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1:39.65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1452 5483,'-1'0,"-13"0,0-1,0 2,1 0,-1 1,0 0,1 1,-1 0,1 1,-3 2,-3 4,1 1,1 1,0 1,0 0,2 1,-1 0,2 2,0 0,1 0,0 1,2 1,0 0,1 0,-3 9,8-14,2-1,-1 1,1 0,1-1,0 1,1 0,0 0,1 1,1-1,1 10,0 23,-11 75,2 66,9-117,-2 158,26-123,-11 24,-8-16,-3-89,-5-21,1 0,0 0,0 0,0 1,0-1,0 0,1 0,0 0,0 0,0 1,0-1,0 0,0-1,1 1,-1 0,1 0,0-1,0 1,0 0,0-1,0 0,1 0,-1 0,1 0,-1 0,1 0,0 0,0-1,0 1,-1-1,2 0,-1 0,2 0,199-2,-130-3,0-2,39-11,136-10,117 27,-177-31,-85 10,168 3,60-19,29 37,-271-12,-73 8,0 1,1 0,-1 2,1 0,0 1,16 2,290 12,-74 9,-50-11,-4 2,103 23,-295-35,0-1,1 0,-1 0,1 0,-1 0,1-1,-1 1,1-1,-1 0,1-1,0 1,-1-1,1 0,-1 0,0 0,1 0,-1-1,0 0,0 0,0 0,0 0,0-1,0 0,-1 0,1 0,-1 0,0 0,0 0,0-1,0 0,0 0,5-25,-1 1,-1-2,-1 1,-1 0,-2-1,-1 0,-3-17,3 17,-2-743,6 708,-2 49,-1 0,-1 0,-1 0,0-1,-1 1,-1 0,-1-5,0 17,1 0,-1 0,0 0,0 0,0 1,0-1,-1 1,1 0,-1 0,0 0,0 0,0 1,0-1,-1 1,1 0,0 1,-1-1,0 1,1 0,-1 0,0 0,0 1,1-1,-1 1,0 0,0 1,1-1,-1 1,0 0,-35-4,-204-52,137 48,0 5,-93 11,-18-1,57-8,-77 1,-4 11,-82 3,-61-15,154-1,-110-7,8 1,204 9,-145-3,81-26,118 32,69 1,9-5</inkml:trace>
  <inkml:trace contextRef="#ctx0" brushRef="#br0" timeOffset="3911.466">2761 6566,'-1'0,"-1"-1,0 2,1-1,-1 0,1 0,-1 1,0-1,1 0,-1 1,1 0,-1-1,1 1,-1 0,1 0,0 0,-1 0,1 0,0 0,0 0,0 0,0 0,0 1,0-1,0 0,0 1,0-1,1 1,-1-1,0 1,1-1,-1 1,1-1,0 1,0 0,-1-1,1 1,0 0,0-1,1 1,-1-1,0 1,0 0,1-1,-1 1,1-1,-1 0,0 0,1 0,-1 0,0 0,1 0,-1 0,1 0,0 0,-1-1,1 1,0 0,-1 0,1-1,0 1,0 0,0-1,0 1,0-1,-1 1,1-1,0 1,0-1,0 0,0 1,0-1,1 0,-1 0,0 0,0 0,0 0,0 0,0 0,0 0,0 0,0 0,0-1,0 1,0 0,0-1,0 1,0-1,0 1,0-1,36-31,-35 30,-1 0,1 0,-1 0,1-1,-1 1,0 0,0 0,0-1,0 1,0-1,0 1,-1-1,1 1,-1-1,0 1,0-1,0 0,0 1,0-1,-1 1,1-1,-1 1,1-1,-1 1,0-1,0 1,0 0,0-1,-1 1,1 0,0 0,-1 0,0 0,1 0,-1 0,0 0,0 1,0-1,0 1,-1-1,1 1,0 0,0 0,-1 0,1 0,-1 0,1 0,-1 1,1-1,-1 1,-2 0,0 1,0 1,0 0,0 0,0 1,1-1,-1 1,0 0,1 0,0 1,0-1,0 1,0 0,1 0,-1 0,1 1,0-1,0 1,1 0,-1-1,1 1,0 0,1 1,-1-1,1 0,0 0,0 1,0-1,1 0,0 1,0-1,1 1,-1 1,0-5,0 0,1 1,-1-1,0 0,1 1,-1-1,1 0,-1 0,1 0,0 1,0-1,0 0,1 0,-1 0,0-1,1 1,-1 0,1 0,-1-1,1 1,0-1,0 1,0-1,0 0,0 0,0 0,0 0,0 0,0 0,0-1,1 1,-1-1,0 1,1-1,-1 0,0 0,0 0,1 0,-1 0,0-1,2 1,-1 0,0 0,0-1,0 1,0-1,0 1,0-1,0 0,0 0,-1 0,1 0,0-1,-1 1,1-1,-1 0,1 1,-1-1,0 0,0 0,0-1,0 1,0 0,0-1,-1 1,1-1,-1 1,0-1,1 0,-1 0,-1 0,1 1,0-1,-1 0,1 0,-1 0,0 0,0 0,0 0,0 0,-1 0,1 0,-1 0,1 0,-1 0,0 1,-1-1,1 0,0 0,-1 1,1-1,-2-1,-35-28,37 31,0 1,0-1,0 1,0 0,0-1,0 1,0 0,0 0,0 0,0-1,0 1,0 0,0 0,-1 1,1-1,0 0,0 0,0 1,0-1,0 0,0 1,0-1,0 1,0-1,0 1,0-1,1 1,-1 0,0 0,0-1,0 1,1 0,-1 0,0 0,1 0,-1 0,1 0,-1 0,1 0,0 0,-1 0,1 1,-1 5,0 0,1 0,0 0,1 0,-1 0,1 0,1 0,-1 0,1-1,0 1,1 0,0-1,0 1,0-1,1 0,0 0,0-1,0 1,1-1,-1 0,1 0,2 1,12 18,44 71,-4 2,2 15,-22-40,-19-35,2-1,1 0,2-2,1-1,2-1,1-1,2-1,19 13,-1-9,1-2,2-2,0-2,2-3,1-2,1-3,1-2,0-3,1-2,1-2,4-3,156 15,0-10,166-13,567-72,-877 65,263-32,240-62,-371 54,47-11,105-5,-296 55,189-24,127-38,-150 11,-2-11,108-53,208-77,-413 163,-154 35,-50 11,6-1,0-2,0-3,-21-4,-96-12,163 22,22-9,0 0,1 0,-1 0,0 0,0 0,1 0,-1 0,0 0,0 0,1 0,-1 0,0 0,0 0,1 0,-1 0,0 0,0 1,1-1,-1 0,0 0,0 0,0 0,1 0,-1 1,0-1,0 0,0 0,0 1,1-1,-1 0,0 0,0 0,0 1,0-1,0 0,0 0,0 1,0-1,0 0,0 0,0 1,0-1,0 0,0 0,0 1,0-1,0 0,0 0,0 1,0-1,0 0,0 0,-1 1,1-1,0 0,0 0,0 1,137-17,10 0,145 2,-249 17,-43-3,0 0,1 1,-1-1,0 1,0-1,0 1,1-1,-1 1,0-1,0 0,0 1,0-1,0 1,0-1,0 1,0-1,0 1,0-1,0 1,0-1,0 1,-1-1,1 0,0 1,0-1,0 1,-1-1,1 1,0-1,-1 0,1 1,0-1,-1 0,1 1,0-1,-1 0,1 0,0 1,-1-1,1 0,-1 0,1 0,-1 1,1-1,-1 0,1 0,0 0,-1 0,1 0,-1 0,1 0,-1 0,1 0,-1 0,1 0,-1 0,1-1,-1 1,1 0,0 0,-1 0,-220 104,1 12,171-86,48-31,0 1,-1-1,1 1,0-1,0 0,-1 1,1-1,0 0,0 0,0 0,0 0,0 0,0 0,0 0,1 0,-1 0,0-1,1 1,-1 0,1-1,-1 1,1 0,-1-1,1 1,0 0,0-1,0 1,0 0,0-2,-2-4,-9-22,0 0,-2 1,-1 1,-1 0,-11-14,11 24,15 17,0 0,0 1,0-1,1 0,-1 0,0 0,0 1,0-1,-1 0,1 0,0 1,0-1,0 0,0 0,0 1,0-1,0 0,0 0,0 0,-1 1,1-1,0 0,0 0,0 0,0 0,0 1,-1-1,1 0,0 0,0 0,0 0,-1 0,1 0,0 1,0-1,-1 0,1 0,0 0,0 0,-1 0,1 0,0 0,0 0,-1 0,1 0,0 0,0 0,0 0,-1 0,1 0,0-1,0 1,-1 0,1 0,0 0,0 0,0 0,-1 0,1-1,0 1,4 17,0 0,2 0,0 0,0-1,2 0,8 14,-3-4,-6-13,-2-1,1 0,1 1,0-2,1 1,0-1,1 0,1 0,-16-31,-51-99,56 118,1 0,-1 0,1 0,0 0,-1 0,1-1,0 1,0 0,0 0,0 0,0 0,0 0,0-1,0 1,1 0,-1 0,0 0,1 0,-1 0,1 0,-1 0,1 0,-1 0,1 0,0 0,-1 0,1 0,0 0,0 1,0-1,0 0,0 1,0-1,0 0,0 1,0-1,0 1,0 0,0-1,0 1,0 0,54-6,-41 6,51-4,-1-3,0-3,0-3,24-10,-42 12,-46 15,-134 74,116-69,-29 18,-1-3,-1-2,-7 0,38-17,16-10,75-54,103-58,-171 115,-10 8,-15 9,-16 7,-1-1,-2-3,1-1,-5 0,134-40,43-20,-113 29,-36 5,0 9,1 2,0 0,0 1,0 0,0 1,0 0,1 2,-4 1,-23 8,-1-2</inkml:trace>
  <inkml:trace contextRef="#ctx0" brushRef="#br0" timeOffset="5794.697">9472 6874,'0'-3,"0"-2,3-1,0-2,4 1,6 0,8-5,6-4,8-4,10-5,4-3,2 0,-2 4,-6 3,-7 5,-10 8,-12 7,-8 4</inkml:trace>
  <inkml:trace contextRef="#ctx0" brushRef="#br1" timeOffset="192106.179">422 11713,'-180'95,"162"-80,0 0,0 2,2 0,0 0,1 2,1 0,1 1,0 0,2 0,0 2,1-1,2 1,0 1,1-1,-1 13,-6 33,4 0,2 1,4 0,3 1,2-1,6 25,-7-74,0-1,1 1,1-1,1 1,1-1,1 0,0 0,1 0,1-1,1 0,1 0,0-1,1 0,1 0,1-2,0 1,9 7,-3-8,0-1,2 0,0-2,0 0,1-1,0-1,1-1,0-1,0-1,1-1,0-1,0-1,0-1,20 0,-31-3,0-1,0-1,-1 0,1 0,0-1,-1-1,0 0,0 0,0-1,0-1,-1 1,0-2,0 0,0 0,-1 0,0-1,-1-1,0 0,0 0,3-4,6-12,0-1,-2 0,-1-1,0 0,-3-1,0 0,3-16,-2-1,-1 0,-3-1,-1 0,-3 0,-1 0,-3-1,-1 1,-6-33,2 48,0 1,-2 0,-1 0,-1 1,-2 0,-1 1,-1 0,-1 1,-2 1,-1 0,0 1,-2 0,-13-11,29 31,0 1,-1-1,0 1,0 0,0 0,0 0,0 0,-1 1,0 0,1 0,-1 0,-1 0,1 1,0 0,-1 0,1 0,-1 1,1 0,-1 0,1 0,-1 1,0 0,0 0,1 0,-1 1,0-1,1 1,-5 2,4 1,1 1,-1 0,1 1,0-1,0 1,1 0,0 0,0 1,0-1,1 1,-1 2,-18 39</inkml:trace>
  <inkml:trace contextRef="#ctx0" brushRef="#br2" timeOffset="72562.694">16638 12355,'17'28,"2"-2,1 0,0-1,2-1,5 3,-17-18,0 0,1 0,0-2,0 1,1-1,0-1,0 0,1-1,0 0,0-1,0 0,0-1,8 0,-16-2,1-1,-1 0,1 0,-1-1,1 0,-1 0,1 0,-1-1,0 1,0-1,0 0,0-1,0 1,0-1,-1 0,1 0,-1-1,0 1,0-1,0 0,0 0,-1 0,1-1,-1 1,0-1,-1 0,1 0,1-4,4-10,-1 1,-1-1,-1 0,0-1,-2 1,0-1,0-8,-2-5,-1 27,-1 22,3 218,13 31,3 120,-18-383,2 27,-2 1,-1-1,-1 1,-1-1,-1 0,-2 0,-1 0,-1-1,-3 4,10-30,0 1,0-1,0 1,0-1,0 0,-1 1,1-1,-1 0,0 0,1 0,-1 0,0 0,0-1,0 1,0 0,-1-1,1 0,0 1,-1-1,1 0,-1 0,1 0,-1-1,1 1,-1 0,1-1,-1 0,0 0,1 0,-1 0,0 0,1 0,-1-1,0 1,1-1,-2 0,-8-6,1-1,0 0,1 0,0-1,1-1,0 0,0 0,1 0,0-1,1-1,0 1,1-1,0 0,1-1,-5-2,1-1,1-1,1 0,0 0,2 0,0 0,0-1,2 0,0 0,1 0,1 0,1-1,0 1,1 0,1 0,1 0,4-15,0 22,1 1,1-1,-1 1,1 1,1-1,0 2,0-1,1 1,0 1,0 0,1 1,0 0,0 0,0 2,1-1,-1 2,1-1,2 2,10-7,22-7</inkml:trace>
  <inkml:trace contextRef="#ctx0" brushRef="#br2" timeOffset="72953.939">17534 12381,'14'533,"-15"-492,0-23,1 1,0-1,1 1,2-1,-1 0,2 0,1 4,-3-19,-1 0,1 1,-1-1,1 0,0 0,0 0,0 0,0 0,1-1,-1 1,1-1,0 1,-1-1,1 0,0 0,0 0,1-1,-1 1,0-1,1 1,-1-1,0 0,1-1,-1 1,1 0,0-1,-1 0,1 0,-1 0,1 0,0-1,-1 1,1-1,-1 0,1 0,6-2,0 0,0 0,-1-1,1 0,-1-1,0 0,0-1,-1 1,1-2,-1 1,6-7,29-52,-30 35</inkml:trace>
  <inkml:trace contextRef="#ctx0" brushRef="#br2" timeOffset="73188.361">17494 12422,'4'-9,"9"-6,11-4,13-4,9 0,6 2,1 3,-4 6,-11 5</inkml:trace>
  <inkml:trace contextRef="#ctx0" brushRef="#br2" timeOffset="73628.788">17828 12555,'37'312,"-30"-263,-7-49,1 0,-1 0,1 1,-1-1,0 0,1 0,-1 0,1-1,-1 1,1 0,-1 0,1 0,-1 0,1 0,-1 0,1-1,-1 1,1 0,-1 0,0-1,1 1,-1 0,1-1,-1 1,0 0,1-1,-1 1,0-1,0 1,1 0,-1-1,0 1,0-1,0 1,1-1,-1 1,0-1,0 1,0-1,0 1,0-1,0 1,0-1,0 1,0-1,0 1,82-251,-73 231,-9 20,1 0,-1 0,0-1,1 1,-1 0,0 0,0 0,1 0,-1 0,0 0,1 0,-1-1,0 1,1 0,-1 0,0 0,1 0,-1 0,0 0,1 1,-1-1,0 0,1 0,-1 0,0 0,1 0,-1 0,0 1,0-1,1 0,-1 0,0 0,0 1,1-1,-1 0,0 0,0 0,0 1,1-1,-1 0,0 1,0-1,0 0,0 1,0-1,0 0,1 0,-1 1,0-1,0 0,0 1,0-1,0 0,0 1,0-1,0 0,-1 1,1-1,0 0,0 1,0-1,0 0,0 1,0-1,-1 0,1 0,0 1,6 82,-7-67,2 1,0-1,0 1,2-1,0 0,1 0,0 0,2 0,3 7,-8-20,0-1,0 1,1-1,-1 1,0-1,1 0,0 0,-1 0,1 1,0-2,0 1,0 0,0 0,1-1,-1 1,0-1,1 0,-1 1,1-1,-1-1,1 1,0 0,-1 0,1-1,0 0,-1 1,1-1,0 0,0 0,-1-1,1 1,0 0,-1-1,1 0,0 0,-1 1,1-1,-1-1,1 1,-1 0,0-1,2-1,19-17,-4-2</inkml:trace>
  <inkml:trace contextRef="#ctx0" brushRef="#br2" timeOffset="73887.087">18230 12703,'15'4,"13"2,8 0,5-4,2-2,1-3,-3-3,-4-4,-7 1</inkml:trace>
  <inkml:trace contextRef="#ctx0" brushRef="#br2" timeOffset="74055.635">18456 12555,'-9'18,"-3"11,1 5,2 3,2 3,3 0,2 4,3 0,5 0,2-3,1-9</inkml:trace>
  <inkml:trace contextRef="#ctx0" brushRef="#br2" timeOffset="74318.981">18644 12836,'4'-27,"1"-10,1 0,2 0,2 1,1 0,2 0,6-10,-19 46,1 0,-1 1,0-1,0 0,0 0,1 1,-1-1,0 0,0 0,1 1,-1-1,0 0,0 0,1 0,-1 1,0-1,1 0,-1 0,0 0,1 0,-1 0,0 0,1 0,-1 0,1 0,-1 0,0 0,1 0,-1 0,0 0,1 0,-1 0,0 0,1 0,-1 0,0 0,1-1,-1 1,0 0,1 0,-1 0,0-1,0 1,1 0,-1 0,0-1,0 1,0 0,1 0,-1-1,0 1,0 0,0-1,0 1,1 0,-1-1,0 1,0 0,0-1,3 36,-3-33,-1 91,8 89,-6-177,-1 1,1-1,0-1,0 1,1 0,0 0,-1 0,2-1,-1 1,0-1,1 1,0-1,0 0,2 2,6-2,-2-6</inkml:trace>
  <inkml:trace contextRef="#ctx0" brushRef="#br2" timeOffset="74828.481">18764 12261,'178'4,"-81"-7,-94 3,-1 0,1 1,0-1,-1 0,1 1,-1 0,1 0,-1-1,1 1,-1 1,0-1,0 0,1 1,-1-1,0 1,0-1,0 1,0 0,-1 0,1 0,0 0,-1 0,1 0,-1 1,0-1,0 0,0 1,0-1,0 1,-1-1,1 1,-1 0,1-1,-1 1,0-1,0 1,0 0,-1 1,3 147,-3-99,2 0,2 0,4 10,0-22,7 41,-4 0,0 54,-9-132,0 0,-1 1,1-1,-1 0,0 1,0-1,0 1,-1-1,1 0,-1 1,1-1,-1 0,0 1,-1-1,1 0,0 0,-1 0,0 0,0 0,0 0,0-1,0 1,0-1,-1 1,1-1,-1 0,0 0,1 0,-1 0,0 0,0-1,0 1,0-1,-1 0,1 0,-7-1,1 0,0-1,0 0,0 0,0-1,0-1,0 1,0-1,1-1,-1 0,1 0,-7-4,15 7,-1 1,0 0,1 0,-1-1,0 1,1 0,-1-1,1 1,-1 0,1-1,-1 1,0-1,1 1,0-1,-1 1,1-1,-1 0,1 1,0-1,-1 1,1-1,0 0,-1 1,1-1,0 0,0 1,0-1,0 0,0 0,0 1,0-1,0 0,0 1,0-1,0 0,0 1,0-1,1 0,-1 1,0-1,0 0,1 1,-1-1,1 0,-1 1,0-1,1 1,-1-1,1 0,8-7</inkml:trace>
  <inkml:trace contextRef="#ctx0" brushRef="#br2" timeOffset="65230.15">16625 10483,'0'21,"2"-1,0 1,1-1,1 0,1 0,1 0,1-1,0 0,2 0,0-1,1 0,0 0,2-1,0-1,1 0,0 0,2-2,5 5,-16-14,1-1,0 1,0-1,0-1,1 1,-1-1,1 1,0-2,0 1,0-1,0 0,0 0,1 0,-1-1,1 0,-1 0,1-1,-1 0,1 0,-1 0,1-1,-1 0,1-1,-1 1,0-1,0 0,0 0,0-1,0 0,0 0,0-1,-1 1,3-3,-1-2,1-1,-1 0,0 0,-1 0,0-1,0 0,-1 0,0 0,-1-1,0 0,-1 0,0 0,-1 0,0 0,-1-1,0 1,-1 0,0-1,0 1,-3-11,-6 0,9 22,0-1,0 1,0 0,0-1,0 1,0 0,-1-1,1 1,0 0,0-1,0 1,0 0,0-1,-1 1,1 0,0 0,0-1,-1 1,1 0,0 0,0-1,-1 1,1 0,0 0,0 0,-1 0,1 0,0-1,-1 1,1 0,0 0,-1 0,1 0,0 0,-1 0,1 0,0 0,-1 0,1 0,0 0,-1 0,1 0,0 0,-1 1,1-1,0 0,-1 0,1 0,0 0,0 1,-1-1,1 0,0 0,0 0,-1 1,1-1,0 0,0 1,0-1,-1 0,1 0,0 1,0-1,-3 9,1 0,0 1,0-1,1 0,0 1,1-1,0 0,0 1,1-1,2 7,-3-8,13 80,3-1,8 16,12 61,-24-112,-3 1,-2 1,-2 0,-3 0,-2 0,-2 0,-3-1,-2 1,-2-1,-5 8,-34 41,45-97,1 0,-2-1,1 0,0 0,-1 0,0 0,0-1,0 1,0-1,-1 0,1 0,-1-1,0 1,0-1,0 0,0 0,0-1,0 1,-3-1,4-1,0 0,0-1,-1 0,1 1,0-1,0-1,0 1,0-1,0 1,0-1,0 0,1-1,-1 1,1-1,0 1,-1-1,1 0,0 0,1 0,-1-1,1 1,-2-2,-45-86,28 34,3-1,2 0,3-1,2-1,1-16,8 61,1 11,-1-1,1 1,0-1,0 1,0-1,1 0,0 1,0-1,0 0,0 1,1-1,-1 1,1-1,1 1,-1-1,0 1,1 0,0-1,0 1,0 0,1 0,0 0,-1 1,1-1,1 0,80-11,-49 12,175-36,-141 20</inkml:trace>
  <inkml:trace contextRef="#ctx0" brushRef="#br2" timeOffset="66852.739">17534 10576,'1'432,"-2"-417,1 1,0-1,1 0,1 1,0-1,1 0,1 0,0 0,1-1,1 0,0 0,1 0,1 0,0-1,0-1,2 1,6 7,-10-18,-1 0,0 0,1 0,-1-1,1 0,0 0,-1 0,1-1,0 0,0 0,-1 0,1-1,0 0,-1 0,1 0,0-1,-1 0,0 0,1 0,-1-1,0 0,0 1,-1-2,4-2,16-5,135-61,-142 66</inkml:trace>
  <inkml:trace contextRef="#ctx0" brushRef="#br2" timeOffset="67334.93">17547 10590,'3'0,"2"0,5 0,8-3,13-2,9-5,10-4,5-1,0 2,-2 1,-6 2,-9 3,-10 5,-13 3,-8 1</inkml:trace>
  <inkml:trace contextRef="#ctx0" brushRef="#br2" timeOffset="70044.051">18029 10831,'23'24,"-13"-9,-1 0,0 0,-2 1,1 0,-2 0,0 1,-1 0,-1 0,-1 0,0 1,-1-1,-1 1,0-1,-2 5,3-53,1 0,2 0,1 0,6-14,-10 36,1-1,1 1,-1 0,1 0,1 1,0-1,0 1,1 0,0 0,0 1,0 0,1 0,0 0,1 1,0 0,7-5,-12 10,0-1,0 1,0-1,1 1,-1 0,0 0,0 0,1 0,-1 1,0-1,1 1,-1 0,1 0,-1 0,1 1,-1-1,0 1,1 0,-1 0,0 0,0 0,0 0,0 1,0 0,0-1,0 1,0 0,0 0,-1 1,1-1,-1 0,0 1,0 0,0-1,0 1,0 0,0 0,-1 0,1 0,-1 0,0 1,0-1,0 0,0 3,9 144,-9-147,0 1,0-1,1 0,-1 0,1 1,0-1,0 0,0-1,0 1,1 0,-1-1,1 1,-1-1,1 0,0 1,0-2,0 1,0 0,0 0,1-1,-1 0,0 0,1 0,-1 0,1 0,-1-1,1 1,0-1,8 1,0 0,-1-1,1-1,0 0,0 0,0-2,10-2,-14 3,-1 0,0-1,1 1,-1-2,0 1,-1-1,1 0,-1 0,1-1,-1 0,0 0,-1 0,0-1,5-6,3-8</inkml:trace>
  <inkml:trace contextRef="#ctx0" brushRef="#br2" timeOffset="71671.405">18630 10576,'14'1,"1"0,-1-2,0 0,1-1,-1 0,0-1,0 0,0-1,0-1,2-2,13-2,70-18,-98 27,0 0,0 0,1-1,-1 1,0 0,0 0,0 0,1 0,-1 0,0 1,0-1,0 0,0 1,1-1,-1 0,0 1,0-1,0 1,0 0,0-1,0 1,0 0,0 0,-1-1,1 1,0 0,0 0,0 0,-1 0,1 0,-1 0,1 0,-1 0,1 0,-1 1,0-1,1 0,-1 0,0 0,0 1,-5 52,3-43,-7 31,2 1,3-1,0 1,4 41,25 89,-15-121,-2 1,-2 1,-3 14,-2-64,0 0,-1 1,0-1,0 0,0 1,0-1,-1 0,0 0,0 0,0 1,0-1,0 0,-1 0,0 0,0-1,0 1,0 0,-1-1,1 1,-1-1,0 0,0 0,0 0,-1 0,1-1,-1 1,1-1,-1 0,0 0,0 0,0-1,-1 1,-3-1,-1-1,1-1,0 0,0 0,0 0,0-1,0-1,0 1,0-1,1 0,0-1,-3-1,4 1,-1 1,1 0,-1 0,0 0,0 1,0 0,-1 0,1 1,0 0,-1 0,1 1,-1 0,1 0,-1 1,-4 1,-17 8,3 4</inkml:trace>
  <inkml:trace contextRef="#ctx0" brushRef="#br2" timeOffset="75947.52">19566 10362,'71'-13,"92"-6,-155 19,0 0,0 1,0 0,0 1,0-1,0 2,-1-1,1 1,-1 0,1 1,-1-1,0 2,-1-1,1 1,-1 0,0 0,0 0,3 4,-1 2,-1 0,0 0,-1 0,0 1,-1 0,0 0,-1 0,0 1,-1-1,-1 1,0 0,0 0,-1 0,-1 7,-1 24,-1 0,-3 0,-6 26,-116 468,125-530,0 1,0 0,1 0,0 0,1-1,0 1,0 0,1 0,0 0,0 0,1-1,0 1,1-1,0 1,0-1,1 0,0 0,1 1,-4-7,1 0,0-1,0 1,1-1,-1 1,0-1,0 0,1 0,-1 0,0 0,1 0,-1-1,1 1,-1-1,1 1,0-1,-1 0,1 0,-1 0,1-1,-1 1,1 0,-1-1,1 0,-1 1,1-1,-1 0,0 0,2-1,60-46,33-68,-85 103,-12 13,1 0,-1-1,0 1,1 0,-1 0,1 0,-1 1,0-1,1 0,-1 0,0 0,1 0,-1 0,0 0,1 0,-1 1,0-1,1 0,-1 0,0 0,1 1,-1-1,0 0,0 1,1-1,-1 0,0 0,0 1,0-1,1 0,-1 1,0-1,0 0,0 1,0-1,0 1,0-1,0 0,0 1,0-1,0 0,0 1,0-1,0 1,0-1,0 0,0 1,0-1,0 0,0 1,-1-1,1 0,0 1,0-1,0 0,-1 1,1-1,0 0,0 0,-1 1,-32 332,32 112,6-244,-16 122,8-273,-3 0,-2 0,-1-1,-4 0,-1-1,-2-1,-2 0,-3-1,-20 33,32-65,0-1,-1 0,-1-1,0 0,-1 0,0-1,-1-1,-11 8,20-15,1-1,-1 0,0 0,0 0,0 0,0 0,0-1,0 0,0 0,0 0,-1 0,1-1,0 1,-1-1,1 0,0-1,-1 1,1-1,0 0,-1 0,1 0,0 0,0-1,0 0,0 0,0 0,1 0,-1 0,1-1,-1 0,1 0,0 0,0 0,-2-2,2 2,0 0,0-1,0 1,0-1,1 1,0-1,0 0,0 0,0 0,0-1,1 1,-1 0,1 0,0-1,1 1,-1-1,1 1,0-1,0 1,0-1,1 1,-1 0,1-1,0 1,1-1,-1 1,1 0,0 0,0 0,0 0,14-15,2 3</inkml:trace>
  <inkml:trace contextRef="#ctx0" brushRef="#br2" timeOffset="76405.541">20381 11606,'14'0,"15"0,15-2,11-6,10-3,5-5,2-3,-2-2,-13 3</inkml:trace>
  <inkml:trace contextRef="#ctx0" brushRef="#br2" timeOffset="77944.251">21237 11245,'14'-2,"-1"0,1-1,-1-1,0-1,0 1,-1-2,1 0,-1-1,0 0,-1 0,0-1,0-1,0 0,-1 0,-1-1,1-1,9-8,-2-1,0 0,-1-1,-1-1,-1 0,2-7,-11 19,0-1,0 0,-1 0,0 0,-1 0,0-1,-1 0,-1 1,0-1,0 0,-1 0,0 0,-1 1,-1-1,0 0,1 7,-1-1,0 1,0 0,0 0,-1 0,1 1,-1-1,0 1,-1-1,1 1,-1 0,0 0,3 2,-1 1,1 0,-1 0,1 0,-1 0,0 0,1 0,-1 0,0 0,0 1,1-1,-1 0,0 1,0 0,0-1,0 1,0 0,1 0,-1 0,0 0,0 1,0-1,0 0,0 1,1-1,-1 1,0 0,0 0,1-1,-1 1,0 0,1 1,-1-1,1 0,-2 1,-3 6,1-1,-1 1,1 0,1 0,0 0,0 0,0 1,1 0,0 0,1 0,0 0,1 0,0 0,0 8,-10 103,6 0,7 58,-1-73,1 38,1 72,-20 146,16-351,-1 14,0-1,-2 0,0 0,-2-1,-1 1,-2 3,-3-3</inkml:trace>
  <inkml:trace contextRef="#ctx0" brushRef="#br2" timeOffset="78661.582">21170 11699,'50'-59,"2"1,27-20,2-3,-12 11,-3-3,-3-2,-4-3,-3-3,22-45,-67 105,0-1,-1 0,-1 0,-1-1,-1 0,-1 0,-1-1,-1 0,-1 0,-1-2,-2 24,0 0,1 0,-1 0,0 0,-1 1,1-1,0 0,-1 0,1 0,-1 0,1 1,-1-1,0 0,0 0,1 1,-1-1,0 0,-1 1,1-1,0 1,0 0,-1-1,1 1,-1 0,1 0,-1 0,1 0,-1 0,0 0,0 0,1 1,-1-1,0 1,0-1,0 1,0 0,0-1,1 1,-1 0,0 0,0 0,0 1,0-1,0 0,0 1,1-1,-1 1,0 0,0-1,1 1,-1 0,0 0,1 0,-1 0,1 1,-1-1,0 1,-10 10,1 0,0 0,0 1,1 1,1 0,0 0,1 1,1 0,0 0,1 1,1-1,0 1,1 1,1-1,-1 12,-3 16,2 0,2 0,2 0,2 0,1 1,3-1,2-1,1 1,3-1,13 36,-20-66,1-1,0 0,0 0,1-1,1 0,0 0,0 0,1-1,1 0,0 0,0-1,1 0,3 2,-11-10,1 0,0 1,-1-1,1 0,0 0,0-1,0 1,-1 0,1-1,0 0,0 0,0 0,0 0,0 0,0 0,0-1,0 0,0 1,-1-1,1 0,0 0,-1 0,1-1,0 1,-1-1,0 0,1 1,-1-1,2-2,55-67,-54 64,52-70,-56 77,0-1,1 1,-1 0,0 0,1-1,-1 1,0 0,1 0,-1 0,0 0,1 0,-1 0,0 1,1-1,-1 0,0 1,1-1,-1 1,0-1,0 1,0 0,0 0,1-1,-1 1,0 0,0 0,0 0,-1 0,1 0,0 0,0 0,0 0,-1 1,1-1,-1 0,1 0,-1 1,1-1,-1 0,0 0,0 1,1-1,-1 0,0 1,0-1,0 0,-1 1,1-1,0 1,3 8,-1-5,0-1,0 1,1-1,0 0,-1 0,1 0,1-1,-1 1,0-1,1 0,0 0,0 0,0 0,0 0,0-1,0 0,1 0,-1 0,1 0,-1-1,1 0,0 0,0 0,-1 0,1-1,0 0,0 0,0 0,0-1,-1 1,1-1,0 0,0-1,-1 1,1-1,-1 0,1 0,-1 0,0-1,0 1,3-4,-2 3,-1 0,0 0,1 0,-2-1,1 0,0 1,-1-1,0-1,0 1,0 0,0-1,-1 0,1 1,-1-1,0 0,-1 0,1 0,-1 0,0-1,-1 1,1 0,-1 0,0-1,0 1,-1 0,1 0,-1-1,0 1,-1 0,1 0,-1 0,0 0,0 1,0-1,-1 0,0 1,0-1,0 1,0 0,-1 0,-1-1,-1 0,-1 0,1 0,0 1,-1-1,0 2,0-1,0 1,-1 0,1 0,-1 1,1 0,-1 1,0-1,0 1,0 1,1 0,-1 0,0 0,0 1,0 0,0 1,1 0,-1 0,1 0,-1 1,1 0,0 1,0-1,0 2,1-1,-1 0,1 1,0 1,0-1,0 2,4-5,-1-1,1 1,0 1,0-1,1 0,-1 0,0 1,1-1,-1 1,1-1,0 1,0 0,0-1,0 1,0 0,1 0,-1 0,1 0,0 0,0-1,0 1,0 0,0 0,1 0,-1 0,1 0,0-1,0 1,0 0,0-1,0 1,1 0,-1-1,1 1,-1-1,1 0,0 0,0 0,0 0,0 0,2 1,28 12,3-5</inkml:trace>
  <inkml:trace contextRef="#ctx0" brushRef="#br2" timeOffset="79568.829">22654 11218,'-8'-6,"1"0,-1 1,0 0,0 0,0 1,-1 0,0 0,0 1,0 0,0 1,0-1,0 2,-1 0,1 0,0 0,-1 1,1 1,-1 0,1 0,0 0,-1 2,1-1,0 1,0 0,0 1,1 0,0 0,-6 4,5 0,2 0,-1 0,1 0,0 1,1 0,0 0,0 1,1-1,1 1,-4 9,7-15,0-1,-1 0,2 1,-1-1,0 1,1-1,-1 1,1 0,0-1,0 1,1-1,-1 1,1 0,-1-1,1 0,0 1,1-1,-1 1,1-1,-1 0,1 0,0 0,0 0,0 0,0 0,1-1,-1 1,1-1,0 1,0-1,0 0,0 0,0 0,1 0,4 1,0 0,0 0,0 0,0-1,1-1,-1 0,1 0,-1 0,1-1,-1 0,1-1,-1 0,1 0,-1-1,1 0,-1 0,0-1,0 0,0-1,-1 1,1-1,6-6,-8 7,0-1,-1 0,1-1,-1 1,0-1,0 0,-1 0,0-1,0 0,0 1,0-1,-1 0,0-1,0 1,-1 0,0-1,0 0,0 1,-1-1,0 0,0 0,-1 0,0 0,0 0,-1 0,1 0,-1 1,-2-4,-5-2,4 33,3-12,1 0,0 0,0 0,1-1,1 1,-1 0,1-1,1 1,-1-1,2 1,-1-1,1 0,0-1,1 1,-1-1,2 1,-1-1,1-1,1 1,-4-5,1 0,-1 0,1-1,0 0,-1 0,1 0,0 0,0-1,0 1,0-1,0 0,0 0,0-1,-1 1,1-1,0 1,0-1,0-1,-1 1,1 0,-1-1,1 0,-1 0,1 0,-1 0,0 0,0-1,77-76,-67 60,-1 0,-1-1,0 0,-2-1,0 0,-2 0,0-1,-1 0,-1 0,-1-6,5-40,-4 0,-3-52,-4 44,-3 1,-3 0,-11-42,-6 38,24 79,1 0,-1 0,0-1,1 1,-1 0,0 0,1 0,-1 0,0 0,1 0,-1 0,0 0,1 0,-1 1,0-1,1 0,-1 0,0 0,1 1,-1-1,1 0,-1 1,0-1,1 1,-1-1,1 0,-1 1,1-1,0 1,-1 0,1-1,-1 1,1-1,0 1,-1-1,1 1,0 0,0-1,0 1,-1 0,1-1,0 1,0 0,0-1,0 1,0 0,0 0,0-1,0 1,1 0,-1-1,0 1,-7 42,1 0,2 0,2 0,2 21,0-16,-1-3,-1 41,3-1,4 1,11 53,-14-125,0 0,1-1,0 1,1-1,0 1,1-1,1-1,0 1,1-1,0 0,1 0,0-1,1 0,0-1,1 1,4 2,-12-12,0 1,0-1,0 0,0 0,0 0,0-1,0 1,0 0,0-1,0 1,1-1,-1 1,0-1,0 0,0 0,1 0,-1-1,0 1,0 0,0-1,0 1,1-1,-1 0,0 0,0 0,0 0,-1 0,1 0,0 0,0-1,0 1,-1-1,2-1,1-1,-1-1,0 0,1 0,-2 0,1 0,-1-1,0 1,0-1,0 1,-1-1,0 0,1-3,-2 0,1 0,-1-1,-1 1,0-1,0 1,-1 0,0-1,0 1,-1 0,-1 1,1-1,-1 0,-1 1,0 0,0 0,0 0,-1 1,0 0,-1 0,1 0,-1 1,-4-2,-8-8,-2 2,0 0,0 1,-1 2,-1 0,0 1,-23-6,-158-23,200 35,20-1,-15 5,569-141,-235 61,-265 66</inkml:trace>
  <inkml:trace contextRef="#ctx0" brushRef="#br3" timeOffset="-82544.957">12320 1981,'63'-17,"433"-149,-402 132,1237-509,-1168 473,446-177,11 26,14 10,-569 182,-65 29,1 0,-1 0,1 0,-1 0,0 0,1 0,-1 0,0 0,1 0,-1-1,1 1,-1 0,0 0,1 0,-1-1,0 1,1 0,-1 0,0-1,0 1,1 0,-1-1,0 1,0 0,1-1,-1 1,0 0,0-1,0 1,0 0,0-1,0 1,1-1,-1 1,0 0,0-1,0 1,0-1,0 1,-1 0,1-1,0 1,0-1,0 1,0 0,0-1,0 1,-1 0,1-1,0 1,0 0,0-1,-1 1,1 0,0-1,-1 1,1 0,0 0,-1-1,1 1,0 0,-1 0,1 0,0-1,-1 1,1 0,-1 0,1 0,-30-6,12 7,0 0,0 2,0 0,0 1,1 0,0 2,0 0,0 1,-4 3,-5 0,-29 13</inkml:trace>
  <inkml:trace contextRef="#ctx0" brushRef="#br3" timeOffset="-79999.811">12681 1700,'-24'24,"-16"20,-3-1,-1-2,-2-2,-2-2,-1-2,-1-3,-30 14,76-45,-9 5,17-5,393-46,-364 41,225-37,-257 41,0 0,-1 0,1 0,0 0,0 0,0 0,0 0,-1 0,1 0,0 0,0 0,0 0,-1-1,1 1,0 0,0-1,-1 1,1-1,0 1,0-1,-1 1,1-1,-1 1,1-1,0 1,-1-1,1 0,-1 1,0-1,1 0,-1 0,1 1,-1-1,0 0,0 0,1 0,-1 1,0-1,0 0,0 0,0 0,0 0,0 1,0-1,0 0,0 0,-1 0,1 1,0-1,0 0,-1 0,1 0,0 1,-1-1,1 0,-1 1,1-1,-1 0,0 1,1-1,-1 0,-131-94,4-7,128 102,-1 0,0 0,0 0,0 0,0 0,1 1,-1-1,0 0,0 0,0 1,1-1,-1 1,0-1,1 1,-1-1,0 1,1-1,-1 1,1-1,-1 1,0 0,1-1,0 1,-1 0,1 0,-1-1,1 1,0 0,-1 0,1-1,0 1,0 0,0 0,0 0,0 0,0-1,0 1,0 0,0 0,0 0,0 0,0-1,1 1,-1 0,0 0,1 0,-1-1,0 1,1 0,-1-1,1 1,0 0,-2 15,-2-9,0 0,-1 0,0 0,-1-1,0 1,0-1,0 0,-1-1,1 1,-1-1,-1 0,1-1,-1 0,0 0,0 1,-7 4,-23 16,-1-2,-2-1,0-2,-11 2,39-17,26-11,260-137,-407 218,57-34,105-49,153-78,-170 76,-23 10,-23 9,0-1,34-9,-1 0,1 1,0-1,-1 0,1 0,0 0,0 0,0 0,0 0,-1 0,1 0,0 1,1-1,-1 0,0 0,0 0,0 0,0 0,1 0,-1 0,0 1,1-1,-1 0,1 0,-1 0,1 1,-1-1,1 0,0 0,-1 1,1-1,0 1,-1-1,1 1,0-1,0 0,22-29,-15 21,-1 1,0-1,-1 0,0 0,0 0,-1-1,0 0,0 0,-1-1,-1 1,0-1,0 0,-1 0,0-3,-3 14,1 0,0 1,0-1,-1 0,1 0,0 0,-1 1,1-1,0 0,-1 0,1 0,0 0,-1 0,1 0,0 0,-1 0,1 0,0 0,-1 0,1 0,-1 0,1 0,0 0,-1 0,1 0,0 0,-1-1,1 1,0 0,0 0,-1 0,1-1,0 1,-1 0,1 0,0 0,0-1,0 1,-1 0,1-1,0 1,0 0,0-1,0 1,-1 0,1-1,0 1,0 0,0-1,0 1,0 0,0-1,0 1,0 0,0-1,0 1,0 0,0-1,0 1,0 0,0-1,1 1,-1 0,0-1,0 1,0 0,0-1,1 1,-1 0,-18 22,18-22,-64 102,70-124,59-56,-65 79,0-1,0 1,0-1,0 1,0-1,0 0,0 1,0-1,0 1,0-1,0 0,0 1,0-1,1 1,-1-1,0 0,0 1,1-1,-1 0,0 1,0-1,1 0,-1 0,0 1,1-1,-1 0,0 0,1 1,-1-1,0 0,1 0,-1 0,1 0,-1 0,0 1,1-1,-1 0,1 0,-1 0,1 0,-1 0,-15 25,-1-1,-1-1,-1 0,0-1,-20 17,-33 39,98-85,10-2,1 1,0 1,35-1,89-17,-161 26,0-1,0 0,0 0,1 1,-1-1,0 0,0 0,0 0,0 0,0-1,0 1,0 0,0 0,0-1,0 1,0 0,0-1,0 1,0-1,0 1,0-1,0 0,-1 1,1-1,0 0,0 1,-1-1,1 0,0 0,-1 0,1 0,-1 0,1 0,-1 0,0 0,1 0,-1 0,0 0,1 0,-1 0,0 0,0 0,0 0,0 0,0 0,0 0,-1 0,1 0,0 0,0 0,-1 0,1 0,-1-1,-8-6,-2-2,0 0,0-1,1 0,0 0,1-1,-6-11,-11-18,26 41,0 0,-1 0,1 0,0 0,-1 0,1 0,0 0,-1 0,1 0,0 1,0-1,-1 0,1 0,0 0,0 0,-1 0,1 1,0-1,0 0,0 0,-1 0,1 1,0-1,0 0,0 0,-1 1,1-1,0 0,0 0,0 1,0-1,0 0,0 0,0 1,0-1,0 0,0 1,0-1,0 0,0 0,0 1,0-1,0 0,0 1,0-1,0 0,0 0,0 1,0-1,0 0,1 0,-1 1,0-1,0 0,0 0,1 1,-1-1,0 0,0 0,0 0,1 1,-1-1,0 0,0 0,1 0,-1 0,0 0,1 0,5 14,0 0,2-1,-1 0,2 0,0-1,0 0,2 1,-11-13,0-1,0 1,0 0,0-1,-1 1,1-1,0 1,0-1,0 1,0 0,0-1,0 1,0-1,0 1,0-1,0 1,1-1,-1 1,0 0,0-1,0 1,0-1,1 1,-1 0,0-1,0 1,1-1,-1 1,0 0,1 0,-1-1,0 1,1 0,-1-1,0 1,1 0,-1 0,1 0,-1-1,1 1,-1 0,0 0,1 0,-1 0,1 0,-1 0,1 0,-1 0,1 0,-1 0,0 0,1 0,-1 0,1 0,-1 1,1-1,-2-4,-1 1,1-1,-1 1,0-1,0 1,0 0,-1-1,1 1,-1 1,1-1,-1 0,0 1,0-1,0 1,-1 0,1 0,0 0,-1 0,-3-1,-2 5,3 1</inkml:trace>
  <inkml:trace contextRef="#ctx0" brushRef="#br3" timeOffset="-61397.841">17655 751,'-5'-2,"0"0,0 0,0 0,0 1,0 0,0 0,-1 0,1 0,0 1,0 0,-1 0,1 1,0 0,0-1,-1 2,1-1,0 0,0 1,0 0,1 0,-1 1,0-1,1 1,0 0,-1 0,1 1,0-1,0 1,-4 6,1 1,-1-1,2 1,-1 0,1 1,1-1,0 1,1 0,0 0,1 1,1-1,0 1,0 0,1-1,1 3,0-12,0 1,0 0,1-1,-1 1,1 0,0-1,0 1,0-1,1 1,-1-1,1 0,0 1,0-1,0 0,0 0,1-1,-1 1,1 0,0-1,0 1,-1-1,2 0,-1 0,0 0,0 0,1-1,-1 1,0-1,1 0,0 0,-1 0,1-1,0 1,-1-1,2 0,13-1,1-1,-1-2,0 1,1-2,-2 0,1-2,-1 0,0 0,0-2,-1 0,0-1,3-3,32-19,-2-3,-1-2,-1-2,-3-2,32-37,-74 76,26-37,-27 39,-1-1,1 0,-1 1,1-1,-1 0,1 0,-1 0,0 0,1 1,-1-1,0 0,1 0,-1 0,0 0,0 0,0 0,0 0,0 0,0 0,0 0,-1 1,1-1,0 0,0 0,-1 0,1 0,0 0,-1 1,1-1,-1 0,1 0,-1 0,1 1,-1-1,0 0,1 1,-1-1,0 1,0-1,1 1,-1-1,0 1,0-1,0 1,-6 0,0 0,-1 0,1 0,0 1,0 1,0-1,0 1,0 0,0 0,1 1,-1 0,1 1,0-1,-1 1,2 0,-1 0,-4 5,-4 1,0 0,1 1,0 0,0 1,2 0,-1 1,2 1,0 0,0 0,1 1,1 0,-1 3,8-16,0-1,0 1,0 0,1 0,-1-1,1 1,-1 0,1 0,-1 0,1 0,0-1,0 1,0 0,0 0,0 0,0 0,1 0,-1 0,1-1,-1 1,1 0,-1 0,1-1,0 1,0 0,0-1,0 1,0-1,1 1,-1-1,0 0,1 1,-1-1,1 0,-1 0,1 0,-1 0,1 0,0 0,-1 0,1-1,0 1,0-1,0 1,0-1,-1 0,1 0,1 0,10 0,0 0,0-2,0 1,0-2,-1 0,1 0,-1-1,0-1,0 0,0-1,-1 0,0 0,0-1,0-1,-1 0,0 0,4-6,-8 10,-1-1,0 1,0-1,0 0,-1 0,0-1,0 1,0-1,-1 0,0 0,0 0,0-1,-1 1,0-1,1-1,-3 8,-1 1,1 0,0 0,0-1,-1 1,1-1,0 1,-1 0,1-1,-1 1,1-1,-1 1,1-1,-1 1,1-1,-1 1,0-1,1 1,-1-1,1 0,-1 1,0-1,1 0,-1 0,0 0,0 1,1-1,-1 0,0 0,1 0,-1 0,0 0,0 0,1 0,-1 0,0-1,1 1,-1 0,0 0,0-1,1 1,-1 0,1-1,-1 1,0 0,1-1,-1 1,1-1,-1 1,1-1,-1 0,1 1,-1-1,1 1,0-1,-1 0,1 1,0-1,0 0,-1 1,1-1,0 0,0 1,0-1,-1 3,1 0,-1 0,1 0,0 0,0 0,0 0,0 0,0 0,0 0,1 0,-1 0,1 0,-1 0,1 0,0 0,0 0,-1 0,2 0,-1-1,0 1,0 0,0-1,1 1,-1-1,1 1,-1-1,1 0,0 1,-1-1,1 0,0 0,65 21,-41-20,-1-1,0-1,1-2,-1 0,0-2,0 0,12-5,40-11</inkml:trace>
  <inkml:trace contextRef="#ctx0" brushRef="#br3" timeOffset="-60931.033">19205 296,'-3'14,"0"0,2 1,-1-1,2 0,0 1,1-1,0 0,1 1,0-1,2 0,-1 0,2-1,0 1,0-1,2 0,-1 0,3 1,-6-11,-1 0,1 0,0 0,0-1,1 1,-1-1,0 0,1 0,-1 0,1-1,0 1,0-1,-1 0,1 0,0 0,0-1,0 1,0-1,0 0,0 0,0 0,0-1,0 1,0-1,0 0,0 0,-1 0,1-1,0 1,-1-1,1 0,-1 0,1-1,4-2,0 0,-1-1,0 0,0-1,0 1,-1-1,0 0,-1-1,1 1,-2-1,1 0,-1-1,3-7,-5 11,0 1,0-1,-1 0,0 0,0 0,0 0,-1 0,1 0,-1-1,0 1,-1 0,1 0,-1 0,0 0,-1 0,1 0,-1 1,0-1,0 0,0 1,-1-1,1 1,-1 0,0 0,-1 0,1 0,0 0,-1 1,0-1,0 1,0 0,-1 0,1 1,0-1,-1 1,0 0,0 0,1 1,-1 0,0-1,0 1,0 1,0-1,-1 1,1 0,-1 0,-2 2,0 1,0 0,1 0,-1 0,1 1,-1 0,1 1,0-1,1 1,-1 1,1-1,0 1,1 0,-1 1,1-1,0 1,1 0,0 0,0 1,0-1,1 1,0 0,-1 7,3-12,0 0,1 0,-1 0,1 1,0-1,0 0,0 0,0 1,0-1,1 0,0 0,-1 0,1 0,0 0,1 0,-1 0,0 0,1 0,0 0,-1-1,1 1,0-1,1 1,-1-1,0 0,1 0,-1 0,1 0,1 0,23 14</inkml:trace>
  <inkml:trace contextRef="#ctx0" brushRef="#br3" timeOffset="-60550.004">19913 56,'-25'5,"0"1,0 1,0 1,1 2,1 0,-1 2,2 0,-2 2,16-10,0 0,1 1,-1 0,1 0,0 0,0 1,1 0,0 0,0 1,0 0,1 0,0 0,0 0,-1 4,6-9,0 0,1 1,-1-1,0 0,1 0,0 1,-1-1,1 0,0 0,0 0,0 0,0 0,1 0,-1 0,1 0,-1-1,1 1,-1 0,1-1,0 1,0-1,0 0,0 0,0 0,0 0,0 0,0 0,0 0,0 0,1-1,-1 1,0-1,0 0,1 0,-1 0,0 0,1 0,-1 0,0 0,2-1,283 8,-236 3,-50-10,0 1,0-1,0 0,0 0,0 1,0-1,-1 1,1-1,0 1,0-1,0 1,0 0,-1-1,1 1,0 0,-1 0,1-1,0 1,-1 0,1 0,-1 0,1 0,-1 0,0 0,1 0,-1-1,0 1,0 0,0 0,0 0,0 0,0 0,0 0,0 0,0 0,0 0,0 0,0 0,-1 0,1 0,0 0,-1 0,1 0,-1 0,1 0,-1 0,0 0,-7 8,-1 1,-1-1,1 0,-2-1,1 0,-1-1,0 0,-1 0,-1-1,-3 4,-126 64,132-73,7-6</inkml:trace>
  <inkml:trace contextRef="#ctx0" brushRef="#br3" timeOffset="-60267.595">20395 2,'-11'-1,"0"0,0 1,0 1,0 0,0 0,0 1,0 0,1 1,-1 0,1 1,-9 4,14-6,0 1,0-1,0 2,0-1,0 0,1 1,0 0,0 0,0 0,0 0,1 1,-1-1,1 1,0 0,0 0,1 0,0 1,0-1,0 0,0 1,1 0,0-1,0 4,1-6,0 1,0 0,0 0,1-1,0 1,0 0,0-1,0 1,0-1,1 1,-1-1,1 0,0 1,0-1,0 0,0 0,1 0,-1-1,1 1,0-1,0 1,0-1,0 0,0 0,0 0,0 0,1-1,-1 1,4 0,7 3,1-1,-1 0,1-1,0 0,1-1,11-1,1-1,0-2,0-1,0-1,0-1,0-2,-1-1,0-1,18-9,17-9</inkml:trace>
  <inkml:trace contextRef="#ctx0" brushRef="#br3" timeOffset="-58289.249">17949 2301,'50'-56,"-1"-3,-4-1,15-28,-59 86,11-13,-1-2,-1 1,0-2,-1 1,-1-1,0 0,-1-1,-2 0,2-6,-7 24,0 0,1-1,-1 1,0 0,0 0,0 0,0-1,0 1,0 0,0 0,0-1,0 1,-1 0,1 0,-1 0,1-1,-1 1,1 0,-1 0,1 0,-1 0,0 0,0 0,1 0,-1 0,0 0,0 1,0-1,0 0,0 1,0-1,0 0,0 1,-1-1,1 1,0 0,0-1,0 1,-1 0,1 0,0-1,0 1,-1 0,1 0,0 0,-54 20,49-16,0 0,0 1,0 0,0 0,1 0,-1 1,2 0,-1 0,0 0,1 0,0 1,1 0,0 0,0 0,0 0,1 0,0 0,0 1,1-1,0 1,0 0,1-1,0 1,0 0,1-1,0 1,0-1,1 1,0-1,0 0,0 1,1-1,1 0,-1-1,1 1,4 5,3-4,1 0,0-1,0 0,1 0,-1-2,2 0,-1 0,0-1,1 0,0-2,0 1,0-2,0 0,0 0,0-2,0 0,0 0,0-1,0-1,0 0,7-4,87-42,-66 20</inkml:trace>
  <inkml:trace contextRef="#ctx0" brushRef="#br3" timeOffset="-57726.441">18818 1646,'-19'9,"1"0,0 1,1 1,0 0,1 1,0 1,1 1,1 0,0 1,0 0,2 1,0 1,1 0,-3 7,12-23,1 1,0-1,-1 1,1 0,0-1,0 1,0 0,0 0,0 0,0-1,0 1,1 0,-1 0,1 0,0 0,-1 0,1 0,0 0,0 1,0-1,0 0,1 0,-1 0,0 0,1 0,0 0,-1 0,1-1,0 1,0 0,0 0,0 0,0-1,1 1,-1-1,0 1,1-1,-1 1,1-1,0 0,0 1,147 1,-148-3,0 0,-1 0,1 0,0 1,0-1,-1 0,1 1,0-1,-1 0,1 1,0-1,-1 1,1-1,-1 1,1-1,-1 1,1 0,-1-1,1 1,-1-1,1 1,-1 0,0 0,0-1,1 1,-1 0,0 0,0-1,0 1,0 0,0 0,0-1,0 1,0 0,0 0,0-1,0 1,0 0,0 0,-1-1,1 1,0 0,-1 0,1-1,-1 1,1 0,0-1,-1 1,-25 35,23-33,-63 72,66-75,-1 1,1 0,-1 0,1-1,-1 1,1 0,0 0,-1 0,1 0,0-1,0 1,-1 0,1 0,0 0,0 0,0 0,0 0,0 0,0 0,1-1,-1 1,0 0,0 0,1 0,-1 0,0 0,1-1,-1 1,1 0,-1 0,1-1,-1 1,1 0,0-1,-1 1,1 0,0-1,-1 1,1-1,0 1,0-1,0 0,-1 1,1-1,0 0,0 1,0-1,0 0,51 8,-45-8,17 2,-2-1,-1 0,0 1,0 1,0 2,0 0,0 0,-1 2,16 8,-33-14,-1 1,1 0,0-1,-1 1,0 0,1 1,-1-1,0 0,0 1,0-1,0 1,-1-1,1 1,-1 0,1 0,-1 0,0 0,0 0,0 0,-1 0,1 0,-1 0,1 0,-1 0,0 1,-1-1,1 0,0 0,-1 0,0 0,1 0,-1 0,0 0,-1 0,1 0,0 0,-1-1,0 1,0 0,0-1,0 1,-2 1,-5 7,-1 0,0 0,0-1,-2 0,1-1,-1 0,0-1,-1 0,0-1,0-1,0 0,-1 0,-14 2,26-7,0 0,-1-1,1 0,0 1,0-1,-1 0,1 0,0 0,0-1,-1 1,1 0,0-1,0 1,0-1,0 0,0 0,0 0,0 0,0 0,0 0,0-1,0 1,-11-15</inkml:trace>
  <inkml:trace contextRef="#ctx0" brushRef="#br3" timeOffset="-57275.91">19365 1633,'-10'-3,"0"0,-1 1,0 0,1 1,-1 0,0 0,0 1,1 1,-1 0,0 0,0 1,1 0,-1 1,1 0,0 1,0 0,0 1,1 0,-1 0,1 1,0 0,1 1,0 0,0 0,0 1,1 0,0 0,0 1,-24 62,31-68,-1-1,1 0,0 0,0 1,0-1,0 0,0 0,0 1,1-1,-1 0,1 0,0 0,-1 1,1-1,0 0,0 0,0 0,1 0,-1-1,0 1,1 0,-1 0,1-1,0 1,0-1,-1 1,1-1,0 0,0 0,0 0,0 0,1 0,2 1,1 0,0-1,0 0,-1 0,1 0,0 0,0-1,0 0,0-1,0 1,0-1,0 0,0-1,-1 1,1-1,0 0,-1-1,0 1,1-1,-1 0,0 0,0-1,-1 0,2-1,2-2,0 0,-1-1,1 0,-2-1,0 1,0-1,0 0,-1-1,0 1,-1-1,0 0,-1 0,1-4,4-91,-6 118,0 0,1 0,0 0,1-1,0 1,1-1,0 0,5 7,-7-15,0 1,-1-1,1 0,1 0,-1-1,1 1,-1 0,1-1,0 0,0 0,1 0,-1-1,0 1,1-1,0 0,-1 0,1-1,0 0,0 1,0-1,0-1,0 1,0-1,1 0,31-5,-3-5</inkml:trace>
  <inkml:trace contextRef="#ctx0" brushRef="#br3" timeOffset="-56436.586">19633 1432,'-2'7,"0"-1,0 1,1 0,0 0,0 0,0 0,1 0,0 0,0 0,1 0,0 0,0 0,1 0,0 0,0 0,1-1,-1 1,1-1,1 0,-1 1,1-2,0 1,1 0,-1-1,1 0,0 0,0 0,1-1,0 1,-1-1,1-1,1 1,-1-1,0 0,1-1,0 1,-1-1,1 0,5 0,-8-2,1-1,0 0,0 1,0-2,0 1,-1 0,1-1,-1 0,1 0,-1 0,0-1,1 0,-1 1,-1-1,1-1,0 1,-1-1,1 1,-1-1,0 0,0-1,50-91,-48 85,-1 0,-1 1,0-1,0 0,-1-1,0 1,-1 0,-1-1,0-1,-9 3,-1 29,9-16,0 1,1-1,-1 1,0-1,1 1,0 0,0-1,0 1,0-1,1 1,0 0,-1-1,1 1,0-1,1 0,-1 1,0-1,1 0,0 0,0 0,0 0,0 0,0 0,1-1,-1 1,1-1,0 1,0-1,0 0,0 0,0 0,0-1,0 1,1-1,-1 1,0-1,1 0,2 0,3 1,0-1,0 0,1 0,-1-1,0 0,1-1,-1 0,0 0,0-1,0 0,0-1,0 0,0 0,0-1,-1 0,0-1,0 0,0 0,-1 0,1-1,2-3,1-2,0 0,-1-1,0 0,-1 0,0-1,-1 0,-1-1,0 1,0-1,-2-1,0 1,3-12,-2-10,-1 0,-2 0,-1 0,-2-1,-1 1,-2 0,-1 0,-3 0,0 1,-2 0,-2 0,-1 1,-2 0,-3-3,13 30,3 2,-1 1,0-1,0 1,0-1,-1 1,1 0,-1-1,0 1,0 1,-1-1,1 0,-1 1,0 0,0 0,0 0,0 0,-3-1,4 5,1 0,0-1,0 1,0 0,0 1,0-1,0 0,1 0,-1 1,0-1,1 1,-1 0,1-1,-1 1,1 0,0 0,0 0,0 0,0 0,0 0,0 0,0 0,1 0,-1 0,1 1,-1-1,1 0,0 0,0 1,0-1,0 1,0-3,-3 24,2 0,0-1,1 1,1 0,1 0,2 0,0-1,1 0,2 0,0 0,6 11,6 11,3-1,1-2,2 0,2-1,6 5,-27-38,1 3,1 0,0-1,1 0,-1-1,2 0,0 0,0 0,0-2,11 7,-19-13,0-1,0 1,0 0,0-1,0 0,0 1,0-1,0 0,0 0,1 0,-1 0,0-1,0 1,0 0,0-1,0 0,0 1,0-1,0 0,0 0,-1 0,1 0,0 0,0-1,-1 1,1 0,-1-1,1 0,-1 1,1-2,33-55,31-143,-60 188,-2 19,-3 24,-1-29,0 18,9 81,-8-97,0 0,0-1,0 1,0 0,0-1,1 1,-1-1,1 1,0-1,0 0,-1 1,2-1,-1 0,0 0,0-1,0 1,1 0,-1-1,1 1,0-1,-1 0,1 0,0 0,0 0,-1 0,1-1,0 1,0-1,0 0,0 0,0 0,0 0,33-6,-1-4</inkml:trace>
  <inkml:trace contextRef="#ctx0" brushRef="#br3" timeOffset="-56191.243">20608 925,'-13'2,"-5"1</inkml:trace>
  <inkml:trace contextRef="#ctx0" brushRef="#br3" timeOffset="-56036.621">20101 911,'16'-9,"19"-10,19-8,16-10,13-4,8-2,-12 6</inkml:trace>
  <inkml:trace contextRef="#ctx0" brushRef="#br3" timeOffset="-55430.638">20996 978,'0'16,"6"68,-5-81,-1 0,1 0,0 0,0 0,0 0,0-1,1 1,-1 0,1-1,0 1,-1-1,1 1,0-1,1 0,-1 0,0 0,1 0,-1 0,1 0,-1-1,1 1,0-1,-1 0,4 1,-2-2,1-1,0 1,-1-1,1 0,0 0,-1 0,1-1,-1 1,0-1,0 0,1 0,-1-1,0 0,-1 1,1-1,0 0,-1-1,0 1,0-1,0 1,0-1,0 0,-1 0,0 0,1 0,-2-1,1 1,1-4,-1 4,1-1,-1 0,0 0,0 0,-1 0,0 0,1 0,-2-1,1 1,-1 0,1 0,-1-1,-1 1,1 0,-1-1,0 1,0 0,-1 0,1 0,-1 0,0 0,-1 0,1 1,-1-1,0 1,0-1,0 1,-1 0,1 0,-1 0,0 1,0 0,0-1,-1 1,-1-1,-2 1,0 0,0 1,0 0,0 0,0 0,0 1,0 0,-1 1,1 0,0 0,-1 1,1 0,0 0,0 1,0 0,0 0,0 1,0 0,-2 2,-6 9,30-7,4-9,0-2,0-1,-1 0,0-1,0 0,15-9,-11 5,17-6,-11 3,1 1,0 1,0 1,1 2,17-2,-43 10,-1-1,0 1,1 0,-1 0,0 1,1-1,-1 0,0 1,0-1,0 1,1 0,-1 0,0 0,0 0,0 0,0 0,0 1,0-1,-1 0,1 1,0 0,-1-1,1 1,-1 0,0 0,1 0,-1 0,0 0,0 0,0 0,0 0,-1 1,1-1,-1 0,1 0,-1 1,0-1,0 0,0 1,0-1,0 1,1 6,7 35,-8-43,0 0,1 0,-1 0,1-1,-1 1,1 0,-1 0,1-1,-1 1,1 0,0-1,-1 1,1 0,0-1,0 1,-1-1,1 0,0 1,0-1,0 1,0-1,0 0,0 0,-1 1,1-1,0 0,0 0,0 0,0 0,0 0,0 0,0-1,0 1,0 0,-1 0,1 0,0-1,0 1,0-1,0 1,-1-1,1 1,0-1,8-6,0 0,0 0,-1-1,0 0,0-1,-1 0,-1 0,1 0,-1-1,-1 0,0 0,3-10,40-132,-43 199,-4-43,0 1,0-1,1 0,-1 0,1 0,0 0,0 0,1 0,-1 0,1-1,0 1,0-1,0 1,1-1,-1 0,1-1,-1 1,1-1,0 1,0-1,0 0,0-1,0 1,1-1,-1 0,1 0,-1 0,1 0,10 1,-1 0,1-2,0 1,-1-2,1 0,-1 0,1-2,3-1,37-11,-6-2</inkml:trace>
  <inkml:trace contextRef="#ctx0" brushRef="#br3" timeOffset="-54561.514">22039 470,'-16'0,"0"1,0 0,0 1,0 1,0 0,-14 6,25-7,-1 0,1 0,-1 1,1 0,0 0,0 0,1 0,-1 1,1 0,-1 0,1 0,0 0,1 1,-1 0,1-1,0 1,0 0,0 1,1-1,-1 4,2-7,0 1,0 0,0-1,1 1,-1-1,1 1,0 0,-1-1,1 1,1 0,-1-1,0 1,1-1,-1 1,1 0,0-1,0 1,0-1,0 0,0 1,0-1,1 0,-1 1,1-1,0 0,-1 0,1 0,0-1,0 1,0 0,1-1,-1 1,0-1,0 0,1 0,-1 0,1 0,-1 0,1 0,-1-1,1 1,0-1,-1 0,1 0,0 0,-1 0,1 0,10-1,0-1,-1 0,0-1,0-1,0 0,0 0,0-1,-1-1,0 0,0 0,0-1,-1-1,0 1,0-2,-1 1,0-1,-1-1,4-5,21-39,-45 66,11-10,-1 0,1 0,0 0,0 1,0-1,0 0,1 1,-1-1,0 1,1-1,0 1,0-1,0 1,0-1,0 1,0-1,0 1,1-1,0 1,-1-1,1 1,0-1,0 0,0 1,0-1,1 0,-1 0,1 0,-1 0,1 0,0 0,-1 0,1-1,0 1,0-1,0 1,1-1,-1 0,0 0,1 1,1-1,0 0,0 0,0-1,0 1,0-1,0 0,0 0,0 0,0-1,0 1,0-1,0 0,0 0,0 0,0-1,0 1,-1-1,1 0,-1 0,1-1,-1 1,0-1,0 1,0-1,0 0,0 0,-1 0,1-1,3-4,-1 1,0-1,-1 0,0-1,0 1,-1-1,0 0,-1 0,0 0,0 0,0 0,-2-1,0-11,-1 0,-1 1,0-1,-2 0,-1 1,0 0,-2 0,-5-11,11 30,1 0,-1 0,1 0,0 0,-1 0,1 0,-1 0,1-1,0 1,0 0,0 0,0 0,0 0,0 0,0 0,0 0,0 0,0 0,1 0,-1-1,0 1,1 0,-1 0,1 0,-1 0,1 1,-1-1,1 0,0 0,0 0,-1 0,1 1,0-1,0 0,0 1,0-1,0 0,0 1,0-1,0 1,0 0,0-1,0 1,0 0,0 0,0-1,0 1,0 0,1 0,23-5,1 0,0 2,0 0,0 2,0 1,17 3,-39-3,0 0,0 1,0-1,0 1,0 0,0 0,-1 0,1 1,0-1,-1 1,1 0,-1 0,0 0,1 1,-1-1,0 1,0-1,-1 1,1 0,-1 0,1 1,-1-1,0 0,0 1,0-1,-1 1,1 0,-1-1,1 5,2 19,-4-23,0 0,0 1,0-1,1 0,0 1,0-1,0 0,0 0,0 0,1 0,0 0,0 0,0 0,0 0,1-1,-1 1,1-1,0 0,0 0,0 0,1 0,-1 0,1-1,-1 1,4 0,-1-1,0-1,0 0,0 0,0 0,0-1,1 0,-1 0,0-1,0 0,0 0,0 0,0-1,0 1,0-2,0 1,-1-1,1 1,1-3,89-68,-88 65,0 0,0 0,-1-1,0 0,0 0,-1-1,0 0,-1 0,0 0,-1-1,0 0,0 1,-1-1,-1-1,0 1,0 0,-1 0,-1-1,0-9,-1 17,0 1,-1 0,1 0,-1 0,0 0,0 0,0 1,0-1,0 0,-1 1,1-1,-1 1,0 0,1 0,-1 0,0 0,0 1,0-1,-1 1,1 0,0 0,0 0,-1 0,1 0,-1 1,1-1,0 1,-1 0,1 0,-1 1,1-1,-1 1,1-1,0 1,-1 0,1 0,0 0,0 1,0-1,0 1,0 0,0 0,0 0,0 0,1 0,-1 1,1-1,0 1,0 0,-2 0,0 0,1 0,0 1,-1-1,2 1,-1 0,0 0,1 0,-1 0,1 0,0 1,1-1,-1 1,1-1,0 1,0 0,0-1,0 1,1 0,0 0,0-1,1 1,-1 0,1 0,0-1,0 1,0-1,1 1,0-1,-1 1,2-1,-1 0,0 0,1 0,0 0,0 0,0-1,0 1,1-1,-1 0,1 0,1 1,15 5,1-1,0-1,0-1,0 0,1-2,-1 0,1-2,0 0,0-2,0 0,0-1,17-4,77-21,-73 9</inkml:trace>
  <inkml:trace contextRef="#ctx0" brushRef="#br0" timeOffset="24501.769">16719 4587,'0'-2,"0"1,0-1,0-1</inkml:trace>
  <inkml:trace contextRef="#ctx0" brushRef="#br2" timeOffset="30431.096">16638 4640,'9'31,"-3"76,-5-1,-8 66,0-14,5 46,2-205</inkml:trace>
  <inkml:trace contextRef="#ctx0" brushRef="#br2" timeOffset="30713.353">16571 4895,'3'12,"0"0,1-1,0 0,1 1,0-2,1 1,0 0,0-1,1 0,1-1,0 0,0 0,4 3,126 96,-108-89,-1 1,-1 2,-1 0,-1 2,0 1,-2 1,5 10,-27-33,-2-3,0 1,0 0,0-1,0 1,0 0,0 0,0-1,1 1,-1 0,0-1,0 1,1-1,-1 1,0 0,1-1,-1 1,0-1,1 1,-1-1,1 1,-1-1,1 1,-1-1,1 1,-1-1,1 0,0 1,-1-1,1 0,0 0,-1 1,1-1,0 0,-1 0,1 0,0 0,-1 0,1 0,0 0,-1 0,1 0,0 0,-1 0,1 0,0 0,-1-1,1 1,0 0,-1-1,1 1,-1 0,1-1,0 1,2-58,-4 20</inkml:trace>
  <inkml:trace contextRef="#ctx0" brushRef="#br2" timeOffset="30976.678">17026 4895,'-20'-127,"-1"-99,20 220,1 15,1 16,20 237,22 70,-22-178,-5-63,-13-75</inkml:trace>
  <inkml:trace contextRef="#ctx0" brushRef="#br2" timeOffset="32788.989">17253 4842,'12'-11,"0"2,1 0,0 0,0 1,1 1,0 0,0 1,0 0,1 1,0 1,0 1,0 0,0 0,12 1,-23 1,1 1,0 0,-1 0,1 0,0 1,-1-1,1 1,-1 0,1 0,-1 1,1-1,-1 1,0 0,0 0,0 1,0-1,0 1,0 0,-1 0,1 0,-1 0,0 1,0-1,0 1,0 0,-1 0,0 0,1 0,-2 0,1 0,0 1,-1-1,0 1,1 1,3 29,0 0,-3 1,0-1,-3 0,-1 2,1 9,-3 285,12-266,-6-60</inkml:trace>
  <inkml:trace contextRef="#ctx0" brushRef="#br2" timeOffset="33038.623">17333 5149,'5'7,"8"2,13-3,14-4,13-8,12-6,6-7,0-2,-3 1,-13 3</inkml:trace>
  <inkml:trace contextRef="#ctx0" brushRef="#br2" timeOffset="33304.502">18189 5108,'18'3,"16"0,10 0,10-1,8-2,6-5,0-2,-2-3,-12 0</inkml:trace>
  <inkml:trace contextRef="#ctx0" brushRef="#br2" timeOffset="34827.472">18510 4895,'27'22,"-4"-9,1-2,0-2,1 0,0-1,1-1,-1-2,3 0,7 2,114 32,-148-39,1 0,-1 0,0 0,1 0,-1 1,0-1,1 0,-1 1,0-1,0 1,1 0,-1-1,0 1,0 0,0 0,0 0,0 0,0 0,0 0,0 0,0 0,-1 0,1 0,0 0,-1 0,1 1,0-1,-1 0,0 1,1-1,-1 0,0 1,0-1,0 0,1 1,-1-1,-1 0,1 1,0-1,0 0,0 1,-1-1,1 0,-1 1,1-1,-1 0,0 0,1 1,-1-1,0 0,0 0,0 0,-110 77,-109 66,200-129</inkml:trace>
  <inkml:trace contextRef="#ctx0" brushRef="#br2" timeOffset="42094.608">16745 6887,'18'238,"5"65,-23-301,0 2,1-1,-1 1,0-1,0 0,-1 1,1-1,-1 0,0 1,1-1,-1 0,-1 0,1 0,0 0,-1 0,0 0,1 0,-2 1,2-4,0 0,1 0,-1 0,1 0,-1 0,0 0,1 0,-1 0,1 0,-1-1,1 1,-1 0,0 0,1-1,-1 1,1 0,-1-1,1 1,-1-1,1 1,0 0,-1-1,1 1,0-1,-1 1,1-1,0 0,-1 1,1-1,0 1,0-1,0 1,-1-1,1 0,0 1,0-1,0 1,0-1,0 0,0 1,-4-24,0 1,2-1,0 0,2 0,1-10,-1 12,6-135,-1 75,-4-1,-8-69,7 151,-1-1,0 0,1 0,-1 0,1 0,0 1,-1-1,1 0,0 0,0 0,0 0,0 0,1 0,-1 0,0 0,1 0,-1 0,1 1,0-1,0 0,0 0,0 1,0-1,0 0,0 1,0-1,1 1,-1-1,0 1,1 0,-1 0,1 0,0 0,-1 0,2-1,167-29,25 0,-192 31,1-1,0 1,-1-1,1 1,-1 0,1 0,-1 1,1-1,-1 1,1 0,-1 0,1 0,-1 0,0 0,0 1,1-1,-1 1,0 0,0 0,2 2,4 10</inkml:trace>
  <inkml:trace contextRef="#ctx0" brushRef="#br2" timeOffset="42342.214">16719 7141,'16'2,"18"-4,18-5,14-5,8-4,4-2,0-1,-5 4,-5 4,-14 4</inkml:trace>
  <inkml:trace contextRef="#ctx0" brushRef="#br2" timeOffset="42874.136">17614 6860,'-8'1,"0"1,0 0,0 0,0 1,1 0,-1 0,1 1,0 0,0 0,0 1,0 0,1 0,0 1,0-1,0 1,1 1,0-1,0 1,1 0,0 0,0 0,0 0,1 1,0 0,0 0,0 5,5-5,0 0,1 0,0 0,0 0,0-1,1 1,1-1,-1 0,1-1,0 1,1-1,-1 0,1 0,1 0,-1-1,1 0,0 0,0-1,0 0,1 0,-2 0,44 30,-33-25,-2 0,1 2,-1 0,-1 0,0 2,-1-1,0 2,-1 0,0 0,0 3,-10-13,0-1,-1 1,1 0,-1-1,1 1,-1 0,0 0,-1 0,1 0,-1 0,0 0,0 0,0 0,0 0,-1 1,1-1,-1-1,0 1,-1 0,1 0,-1 0,1-1,-1 1,0 0,0-1,-1 0,1 1,-1-1,0 0,1 0,-1-1,-1 1,1-1,0 1,0-1,-4 2,-2 1,-1 0,0 0,1 0,-2-1,1-1,0 0,-1 0,1-1,-1 0,-8 0,15-2,-1 0,1 0,0 0,0 0,-1-1,1 1,0-1,0 0,-1 0,1-1,0 1,0-1,0 0,1 0,-1-1,0 1,1-1,0 1,-1-1,1 0,0-1,1 1,-1 0,0-1,1 1,0-1,0 0,0 0,-1-3,1-1,0 0,0 1,1-1,0 0,1 0,0 0,0 0,0 0,1 1,0-1,1 0,0 0,0 1,2-5,51-109,-53 118,35-63,-14 29,-2-2,-1 0,-2-1,-2-1,-1 0,-3-1,5-27,-19 18,2 50,0 0,0 0,-1 0,1 0,-1 0,1 0,-1 0,1 0,-1 0,1 0,-1 0,0 0,1 1,-1-1,0 0,0 0,1 1,-1-1,0 1,0-1,0 1,0-1,0 1,0-1,0 1,0 0,0-1,0 1,0 0,0 0,0 0,-1 0,1 0,0 0,0 0,0 0,0 1,0-1,0 0,0 1,0-1,0 0,0 1,-7 4,0 1,0 0,0 0,1 1,0-1,0 2,1-1,0 1,0 0,1 0,0 1,1-1,-1 1,2 0,-2 3,-29 99,34-108,-1 1,1-1,0 1,0 0,0-1,0 1,1-1,-1 1,1 0,0-1,0 1,0-1,0 0,1 1,0-1,-1 0,1 0,0 0,0 0,1 0,-1 0,1-1,-1 1,1-1,0 0,0 0,0 0,0 0,2 1,23 7</inkml:trace>
  <inkml:trace contextRef="#ctx0" brushRef="#br2" timeOffset="43152.17">18389 7061,'16'2,"15"1,12 0,14-1,10 0,5-6,2-4,-3-2,-13-1</inkml:trace>
  <inkml:trace contextRef="#ctx0" brushRef="#br2" timeOffset="44371.259">18750 6927,'26'11,"352"72,-374-83,1 1,-1-1,0 1,1 1,-1-1,0 1,0-1,0 1,0 0,0 0,-1 1,1-1,-1 1,1 0,-1 0,0 0,0 1,0-1,-1 0,1 1,-1 0,0 0,0 0,0 0,0 0,-1 0,1 2,-4 1,-1-1,0 1,0 0,-1-1,1 0,-1 1,-1-2,1 1,-1 0,0-1,0 0,-1 0,0 0,1-1,-4 2,3-1,-36 27,-2-1,-2-2,-31 15,35-23</inkml:trace>
  <inkml:trace contextRef="#ctx0" brushRef="#br2" timeOffset="36513.458">19833 4949,'0'16,"0"11,3 9,0 8,2 2,0-2,2-4,0-4,-2-8</inkml:trace>
  <inkml:trace contextRef="#ctx0" brushRef="#br2" timeOffset="37438.219">19646 4721,'26'12,"0"-1,1-2,0 0,0-2,0-1,1-2,23 2,10 3,-40-6,-8-3,0 1,0 0,0 1,-1 1,1 0,-1 1,0 0,0 0,0 2,0-1,-1 1,0 1,0 0,-1 1,0 0,0 0,-1 1,5 6,-7 0,-1 0,0 0,-1 1,-1 0,0 0,-2 0,1 0,-2 0,0 1,-2 15,15 99,-14-129,0 1,0-1,1 1,-1-1,1 1,-1-1,1 1,0-1,0 0,0 0,1 1,-1-1,0 0,1 0,-1 0,1 0,0 0,0-1,0 1,0 0,0-1,0 0,0 1,0-1,0 0,1 0,-1 0,1 0,-1-1,0 1,1 0,-1-1,1 0,-1 0,1 0,2 0,3-5,0-1,0-1,-1 1,0-1,0 0,-1-1,0 1,0-1,-1-1,0 1,0-1,-1 1,0-1,-1-1,0 1,0 0,-1-1,1-8,17-133,-20 169,0 0,1 0,1 0,1-1,0 1,1-1,1 1,1-1,0-1,2 1,-1-1,2 0,0-1,5 6,-11-18,-1-1,1 1,0-1,0 0,0 0,0 0,0 0,1 0,-1-1,0 0,1 1,-1-1,1 0,0-1,-1 1,1-1,-1 1,1-1,0 0,-1 0,1-1,0 1,-1-1,1 0,0 0,-1 0,0 0,1-1,-1 1,0-1,1 0,5-4,0 0,-1-1,0 0,0 0,0-1,-1 1,0-2,-1 1,0-1,2-3,10-27,-1 0,-2-1,-1-1,-3 0,-1 0,-2-1,-2-1,-1 1,-3-1,-2-36,2 20,-3 0,-2 0,-3 1,-2 0,-3 0,-16-50,26 106,0-2,0 1,0-1,0 1,0-1,0 1,-1-1,0 1,0 0,0 0,0 0,0 0,0 0,-1 0,1 1,-1-1,0 1,0 0,0-1,-2 0,2 4,1 0,0-1,-1 1,1 1,0-1,0 0,0 0,0 1,0-1,0 1,0 0,0-1,0 1,1 0,-1 0,1 0,-1 0,1 1,0-1,0 0,0 0,0 1,1-1,-1 1,0 1,-13 40,2 1,1 0,3 0,2 1,1 0,3 15,-3-16,3 2,1-1,3 0,1 0,3 0,1-1,3 0,1 0,3-1,1 0,11 19,-20-52,1 0,0-1,1 0,0 0,1 0,0-1,0-1,1 0,0 0,1 0,-1-2,1 1,11 4,-15-8,0-1,0 1,0-1,0-1,0 1,0-1,1 0,-1-1,0 0,1 0,-1 0,0-1,0 0,1-1,-1 0,0 0,0 0,-1-1,1 0,0 0,-1-1,0 1,0-1,4-4,-2 0,0-1,-1 0,0 0,0-1,-1 1,-1-2,1 1,-2-1,1 1,-1-1,-1 0,0-1,-1 1,0-1,-1 1,0-1,0 1,-1-1,-1 0,0 1,-1-1,0 1,-1-1,0 1,0 0,-5-8,-16-18,23 36,0 1,1-1,-1 0,1 1,-1-1,0 1,0-1,1 1,-1 0,0-1,0 1,1 0,-1-1,0 1,0 0,0 0,0 0,0 0,1 0,-1 0,0 0,0 0,0 0,0 0,1 0,-1 1,0-1,0 0,0 0,1 1,-1-1,0 1,0-1,1 1,-1-1,0 1,1-1,-1 1,1 0,-1-1,0 1,1 0,0-1,-1 1,1 0,-1 0,1 0,-6 11,2 1,-1 0,1 0,1 1,1-1,0 1,0-1,1 1,1 0,0-1,2 8,-2-14,0 1,1 0,0-1,0 1,1-1,0 1,0-1,0 0,1 0,1 0,-1 0,1 0,0-1,0 1,1-1,0 0,0-1,0 1,1-1,0 0,0 0,0-1,1 0,-1 0,1 0,0-1,0 0,0 0,1-1,0 0,86 0,-54-11</inkml:trace>
  <inkml:trace contextRef="#ctx0" brushRef="#br2" timeOffset="37643.354">20636 4548,'13'6,"21"6,25-1,25-1,21-3,13 0,5 1,-19-1</inkml:trace>
  <inkml:trace contextRef="#ctx0" brushRef="#br2" timeOffset="38880.119">21585 4975,'-3'-2,"-4"-6,0 1,0 1,-1-1,1 1,-1 1,-1-1,1 2,-1-1,0 1,0 0,0 1,0 0,-1 0,0 1,1 0,-1 1,-6 0,12 2,0 0,0 1,0 0,0 0,1 0,-1 0,0 0,1 1,0-1,-1 1,1 0,0 0,1 0,-1 1,0-1,1 1,0-1,0 1,0 0,0 0,0 2,-21 88,22-86,1 1,0 0,0-1,1 1,0-1,0 1,1 0,0-1,0 0,2 4,-3-9,1-1,-1 1,0-1,1 1,0-1,-1 0,1 1,0-1,0 0,1 0,-1 0,0-1,1 1,-1 0,1-1,-1 0,1 1,-1-1,1 0,0 0,0-1,0 1,0-1,-1 1,1-1,0 0,0 0,0 0,0 0,0-1,0 1,1-1,3-1,0 0,0-1,-1 1,1-1,-1-1,0 1,0-1,0 0,0-1,0 1,-1-1,0 0,0-1,0 1,-1-1,3-5,54-104,-38 50,-16 56,-6 32,-1-22,4 459,-4-440,4 67,-5-1,-3 1,-4-1,-7 25,14-101,-1-1,0 0,0 1,-1-1,0 0,0-1,-1 1,0-1,-1 1,0-1,0 0,0-1,-1 1,-1-1,1 0,-2 0,5-6,1 1,0-2,0 1,-1 0,1 0,-1-1,1 1,0-1,-1 0,1 1,-1-1,1-1,-1 1,1 0,-1 0,1-1,-1 0,1 1,0-1,-1 0,1 0,0 0,0 0,0-1,0 1,0-1,0 1,0-1,0 0,0 1,1-1,-2-1,-44-72,33 37,1-1,2-1,1 0,3 0,1-1,0-39,4 51,1 0,2 0,1 0,2 0,1 1,5-18,-7 34,0 0,2 1,-1-1,2 1,-1 0,2 0,-1 0,1 1,1 0,0 1,0-1,1 2,0-1,1 1,0 0,6-2,194-91,-196 92,0 0,0-1,-1-1,0 0,-1-1,-1 0,4-6,-10 13,-1-1,0 1,-1-1,0 0,0 0,0-1,0 1,-1 0,0-1,-1 0,0 1,0-1,0 0,0 0,-1 0,0 1,-1-1,0 0,0-3,0 7,0 0,-1 0,1 0,0 0,-1 1,0-1,1 0,-1 1,0-1,-1 1,1 0,0 0,-1 0,1 0,-1 0,1 0,-1 1,0-1,0 1,0-1,0 1,0 0,0 1,0-1,0 0,0 1,0 0,-1 0,1 0,0 0,0 0,0 0,0 1,0 0,0-1,-1 1,1 0,1 1,-1-1,0 0,0 1,0 0,1 0,-1-1,1 2,0-1,-1 0,1 0,0 1,0-1,0 1,1-1,-1 1,0 1,-1 6,0-1,1 0,0 1,1-1,0 1,1-1,0 1,0-1,1 1,0-1,0 1,1-1,1 0,0 0,0 1,0-2,1 1,1 0,-1-1,1 0,1 0,0 0,0-1,0 0,1 0,0-1,0 1,1-1,-1-1,1 0,1 0,-1 0,1-1,1 0,-5-2,-1 0,0-1,0 0,0 0,0 0,1-1,-1 0,0 1,1-1,-1-1,0 1,1-1,-1 1,0-1,0 0,0-1,0 1,0-1,0 0,0 0,0 0,0 0,-1-1,1 0,-1 1,0-1,0 0,0-1,0 1,-1 0,1-1,-1 0,6-11,-1 0,-1 0,-1 0,0-1,-1 0,0 0,-2 0,0-1,0 1,-2 0,0-1,-1 1,-1-7,1 22,1 0,-1 0,1 0,0 1,0-1,-1 0,1 0,0 0,0 0,0 0,0 0,0 0,0 1,0-1,0 0,0 0,0 0,0 0,1 0,-1 0,0 0,1 1,-1-1,1 0,-1 0,1 0,-1 1,1-1,-1 0,1 1,0-1,-1 0,1 1,0-1,0 1,-1-1,1 1,0 0,0-1,0 1,0 0,-1-1,1 1,0 0,0 0,0 0,0 0,0 0,0 0,0 0,0 0,0 0,139 45,-114-36,-18-8,0 1,0 0,0 0,0 1,0 0,-1 0,1 1,-1 0,0 1,0-1,0 1,-1 0,0 1,0 0,0 0,-1 0,1 0,-1 1,-1 0,0 0,4 7,-6 0,0 0,-1 0,-1 0,0 0,-1 0,-1 0,0 0,0 0,-4 9,-4 26,9-47,0 1,1 0,-1 0,1 0,-1 0,1-1,0 1,0 0,1 0,-1 0,0 0,1-1,0 1,-1 0,1 0,0-1,1 1,-1 0,0-1,1 0,-1 1,1-1,0 0,0 1,0-1,0 0,0-1,0 1,1 0,-1-1,0 1,1-1,-1 1,1-1,0 0,0 0,1 0,21 3,1-2,-1 0,0-2,1-1,-1 0,0-2,0-1,0-1,0-1,3-3,112-31,-132 37,-13 4</inkml:trace>
  <inkml:trace contextRef="#ctx0" brushRef="#br2" timeOffset="45339.801">19981 6780,'7'3,"-1"0,1-1,0 1,1-1,-1-1,0 0,0 0,1 0,-1-1,1 0,-1 0,0-1,1 0,-1 0,0 0,0-1,1-1,-2 1,1-1,0 0,0 0,-1-1,0 0,2-1,24-13,0 0,-2-2,0-2,-1 0,-2-2,0-1,-1-1,12-18,-31 35,0 0,-1 0,0 0,-1-1,0 0,0 0,-1 0,-1-1,1 1,-1-2,-3 8,1-1,0 1,-1-1,0 0,0 1,0-1,-1 1,0-1,0 1,0-1,0 1,-1 0,1-1,-1 1,0 0,0 0,-1 0,1 0,-1 1,0-1,0 1,0-1,0 1,-1 0,0 0,1 0,0 1,0-1,-1 1,1 0,0 0,-1 0,0 1,1-1,-1 1,0 0,1 0,-1 0,0 0,0 1,0-1,0 1,0 0,0 1,0-1,0 0,1 1,-1 0,0 0,0 0,0 1,1-1,-1 1,1 0,-1 0,1 0,0 0,0 1,0-1,0 1,0 0,1 0,-1 0,1 0,0 0,-1 0,1 3,-8 17,2 1,1 1,0-1,2 1,1 0,1 0,2 1,0-1,2 21,-1-29,15 594,-11 64,0-582,-1-73</inkml:trace>
  <inkml:trace contextRef="#ctx0" brushRef="#br2" timeOffset="46827.152">20087 7221,'46'-57,"3"1,2 3,32-25,-9 9,13-15,175-179,-255 255,5-5,1-1,-2 0,0-1,-1 0,0-1,-1 0,2-8,-10 22,0 0,0 0,-1-1,1 1,-1 0,0 0,0 0,1-1,-1 1,-1 0,1 0,0 0,0-1,-1 1,1 0,-1 0,0 0,0 0,0 0,0 0,0 0,0 0,0 0,-1 1,1-1,-1 0,1 1,-1-1,0 1,1-1,-1 1,0 0,0 0,0 0,0 0,0 0,0 0,0 1,-2-1,-89-16,87 15,0 1,1 0,-1 0,0 1,0 0,0 0,0 0,0 1,0-1,0 1,0 1,0-1,1 1,-1 0,1 1,-1-1,1 1,0 0,0 1,0-1,0 1,1 0,-1 0,1 0,0 0,0 1,1 0,-1 0,1 0,0 0,-1 3,-2 16,1 0,2 1,0-1,1 1,1 0,2 16,0-15,2 116,21 138,-22-264,-1-3,0-1,1 1,1 0,-1-1,2 1,0-1,1 0,0 0,0 0,5 6,-9-17,0 0,0 0,1 0,-1 0,0 0,0 0,0-1,1 1,-1 0,1-1,-1 1,0 0,1-1,-1 0,1 1,-1-1,1 0,-1 0,1 0,-1 0,1 0,-1 0,1 0,-1-1,1 1,-1 0,1-1,-1 1,1-1,-1 0,0 1,1-1,-1 0,0 0,42-35,-21 10,-1-1,-2 0,0-2,6-15,17-26,-31 105,-8-26,0-1,0 1,0-1,1 0,1 0,-1 0,1 0,1-1,-1 0,1 0,0 0,1-1,0 0,0 0,0 0,0-1,1 0,0-1,0 0,0 0,1-1,-1 0,1 0,0-1,0 0,0 0,0-1,0-1,0 1,0-2,0 1,0-1,6-1,-11 1,0 0,0 0,0 0,0 0,0-1,-1 0,1 0,0 0,-1 0,1 0,-1-1,0 0,1 1,-1-1,-1 0,1-1,0 1,-1 0,0-1,1 1,-1-1,-1 0,1 0,-1 0,1 0,-1 0,0 0,0 0,-1 0,0 0,1 0,-1-1,0 1,-1 0,1 0,-1 0,0 0,0-1,0 1,-1 1,1-1,-1 0,0 0,0 0,-2-2,-1-2,0 1,-1-1,0 1,-1 0,1 1,-1-1,0 1,-1 1,0-1,0 1,0 1,0 0,-1 0,1 0,-1 1,0 0,-5 0,8 1,0 1,0 0,0 0,0 1,0-1,0 1,0 1,0-1,0 1,0 0,0 0,0 1,0 0,1 0,-1 0,1 1,-1 0,1 0,0 0,0 1,0-1,0 1,1 0,0 1,0-1,0 1,-1 2,2-4,1 0,1 0,-1 0,0 0,1 0,-1 0,1 1,0-1,0 0,1 1,-1-1,1 1,-1-1,1 1,0-1,0 1,1-1,-1 1,1-1,0 1,0-1,0 0,0 1,0-1,1 0,-1 0,1 0,0 0,0 0,0 0,1-1,-1 1,1 0,-1-1,1 0,0 0,0 0,0 0,3 1,12 4,1-2,-1 0,2-1,-1-1,0 0,0-2,1 0,-1-2,1 0,-1-1,0 0,1-2,4-2,34-6,-1-2,0-2,-1-3,-1-2,47-27,-89 41,-6 4,0 0,0 0,-1-1,1 0,-1 0,0-1,0 1,-1-1,1-1,-1 1,3-5,-8 8,0 1,0 0,-1 0,1-1,0 1,-1 0,1 0,-1-1,1 1,-1 0,1 0,-1 0,0 0,0 0,0 0,1 0,-1 0,0 0,0 0,0 0,-1 0,1 1,0-1,0 0,0 1,0-1,-1 1,1-1,0 1,0 0,-1 0,1-1,0 1,-1 0,1 0,0 0,-1 0,1 1,0-1,-1 0,1 0,-21-2,1 0,-1 1,0 1,0 2,1 0,-19 4,30-4,0 0,0 1,1 0,-1 0,1 1,0 1,0-1,0 1,1 1,0 0,0 0,0 1,1-1,0 2,-6 6,11-12,0 0,0 0,0-1,1 2,-1-1,1 0,-1 0,1 0,0 1,0-1,0 0,0 1,0 0,0-1,1 1,-1-1,1 1,0 0,-1-1,1 1,1-1,-1 1,0 0,1-1,-1 1,1-1,0 1,0-1,0 1,0-1,0 1,0-1,1 0,-1 0,1 0,0 0,-1 0,1 0,0 0,0 0,0-1,1 1,-1-1,0 1,0-1,2 0,6 1,0-1,0-1,0 1,1-2,-1 1,0-2,0 1,0-1,0-1,0 0,0 0,-1-1,1 0,-1 0,0-1,0-1,-1 0,0 0,0 0,0-1,0 0,-1 0,-1-1,5-6,35-87,-47 115,1 0,0 1,1-1,1 0,0 0,1 0,0-1,5 11,-7-19,1 0,0-1,0 0,1 1,-1-1,1 0,0 0,0 0,0-1,0 1,1-1,0 0,-1 1,1-2,0 1,1 0,-1-1,0 0,1 0,-1 0,1-1,0 1,-1-1,1 0,0 0,0-1,1 1,6-3,1-1,-1 1,-1-2,1 0,0 0,-1-1,0 0,0-1,-1-1,1 1,-1-2,-1 1,1-1,-1-1,-1 0,0 0,5-7,4-5,0-1,-2 0,-1-1,0 0,-2-1,-1-1,-1 0,-1 0,-1-1,-1 0,-1-1,-2 1,0-1,-2 0,3-23,-2 0,-3 0,-1 0,-3 0,-2 0,-3-6,8 52,-20-40,12 55,-4 106,12-75,-8 457,8-488,0 1,1-1,1 1,0-1,1 1,0-1,0 1,1-1,1 0,0-1,0 1,1 0,1-1,-1 0,2-1,-1 1,1-1,1 0,0-1,0 0,6 5,-7-9,0 0,0 0,1 0,-1-1,1 0,0-1,0 0,0 0,0 0,0-1,1-1,-1 1,0-1,0-1,1 1,-1-1,0-1,0 1,0-2,0 1,0-1,-1 0,1 0,-1-1,0 0,0-1,0 1,4-5,11-14</inkml:trace>
  <inkml:trace contextRef="#ctx0" brushRef="#br2" timeOffset="47075.196">21679 6566,'24'0,"26"-3,23-4,20-9,17-5,11-5,0-1,-5 3,-12 3,-20 6,-22 7,-23 10,-26 9,-28 7,-12 1</inkml:trace>
  <inkml:trace contextRef="#ctx0" brushRef="#br2" timeOffset="59981.689">19633 9147,'18'0,"18"0,16 0,15-3,12-2,8-1,4 0,-3 0,-16 0</inkml:trace>
  <inkml:trace contextRef="#ctx0" brushRef="#br2" timeOffset="60794.291">20956 8892,'-2'20,"-1"17,0 10,3 4,4 1,3-2,1-8,1-8,-1-10</inkml:trace>
  <inkml:trace contextRef="#ctx0" brushRef="#br2" timeOffset="61743.403">20729 8598,'28'13,"2"-2,-1-1,2-1,-1-1,1-2,0-1,14 0,26 5,-71-10,142 36,-136-34,0 1,0 0,0 0,-1 1,1-1,-1 1,0 1,0-1,0 1,0 0,-1 0,0 0,0 0,0 1,-1 0,0 0,0 0,0 0,-1 0,1 5,3 112,-6-35,0-87,0 0,0 0,0 0,0 0,0 0,0-1,0 1,0 0,0 0,0 0,1 0,-1 0,0 0,1 0,-1 0,1-1,-1 1,1 0,-1 0,1-1,0 1,-1 0,1-1,0 1,-1 0,1-1,0 1,0-1,0 1,-1-1,1 0,0 1,0-1,0 0,0 1,0-1,0 0,0 0,0 0,0 0,-1 0,1 0,1 0,32-24,-26 14,-2-1,1 0,-1 0,0 0,-1 0,-1-1,0 0,0 0,-2 0,1-1,-1 1,0-6,12 78,-11-45,0-1,0 0,1 0,1 0,1-1,0 1,0-1,1-1,1 1,0-1,1-1,0 1,1-2,7 7,-15-15,0-1,1 1,-1-1,1 1,-1-1,1 0,0 0,-1 0,1 0,0-1,0 1,-1-1,1 1,0-1,0 0,0 0,0 0,-1-1,1 1,0-1,0 0,0 1,-1-1,1 0,-1-1,1 1,-1 0,1-1,-1 1,1-1,-1 0,0 0,0 0,0 0,0 0,-1 0,1-1,0 1,0-2,6-9,-1 0,0 0,0 0,-2-1,0 0,0 0,-1-3,8-49,-4-1,-2 1,-3-1,-3 0,-9-63,8 100,-1-10,-5-83,-5 1,-6-7,12 111,1 21,-1 30,1 373,4-371,1 0,1-1,2 1,1-1,2 1,2-1,0-1,3 0,0 0,3-1,15 28,-24-52,1-1,0 1,0-1,1 0,0-1,0 0,1 0,-1 0,1-1,2 0,-7-3,0 0,0-1,1 0,-1 1,1-1,-1 0,1-1,-1 1,1-1,0 1,-1-1,1 0,-1-1,1 1,0 0,-1-1,1 0,-1 0,1 0,-1 0,0-1,1 1,-1-1,0 0,0 0,0 0,1-1,2-5,0 0,0 0,0 0,-1-1,-1 0,0 0,0 0,0-1,-1 1,-1-1,0 0,0 1,-1-1,0 0,0 0,-1 0,-1 0,0 0,0 0,-1 0,0 0,0 1,-4-7,6 16,0 0,0 1,0-1,-1 0,1 1,0-1,0 0,0 1,-1-1,1 0,0 0,-1 0,1 1,0-1,0 0,-1 0,1 0,0 0,-1 1,1-1,-1 0,1 0,0 0,-1 0,1 0,0 0,-1 0,1 0,0 0,-1 0,1 0,0 0,-1 0,1-1,-1 1,1 0,0 0,-1 0,1 9,0 1,0-1,0 0,1 1,1-1,-1 0,2 0,-1 0,1 0,1 0,-1-1,1 1,1-1,0 0,0 0,0-1,1 1,0-1,1 0,0-1,0 0,0 0,1 0,-1-1,1 0,0 0,1-1,-1 0,1-1,0 0,-5-2,0-1,0 0,0 0,1 0,-1 0,0 0,0-1,0 0,-1 0,1 0,0 0,0-1,0 1,0-2,18-11</inkml:trace>
  <inkml:trace contextRef="#ctx0" brushRef="#br2" timeOffset="61989.094">21438 8451,'20'9,"23"3,25 0,23-5,19-4,11-4,-15-2</inkml:trace>
  <inkml:trace contextRef="#ctx0" brushRef="#br2" timeOffset="63108.319">22454 8825,'-16'-16,"3"2,0 1,0 0,-1 1,-1 1,0 0,-1 1,0 0,-4 0,18 9,0 0,-1 0,1 0,0 1,-1-1,1 1,-1-1,1 1,0 0,-1 0,1 0,-1 1,1-1,-1 1,1-1,0 1,-1 0,1 0,0 0,0 0,-1 0,1 0,0 0,0 1,0-1,1 1,-1 0,0-1,1 1,-1 0,1 0,-1 0,1 0,0 0,0 1,0-1,0 0,0 0,0 1,0 2,-1 1,0 1,0 0,1 0,0 0,0 0,0 0,1 0,0 0,1 0,0 0,0 0,0-1,1 1,0 0,0 0,0-1,1 1,0-1,0 0,1 0,0 0,0 0,0-1,1 1,0-1,0 0,0-1,1 1,-1-1,1 0,0-1,0 1,1-1,5 2,-8-4,0-1,0 0,0 0,-1 0,1 0,0-1,0 1,-1-1,1 0,0 0,-1-1,1 1,-1-1,1 0,-1 1,0-2,0 1,0 0,0 0,0-1,0 0,-1 0,1 0,-1 0,0 0,0 0,0 0,0-1,0 1,3-8,0-1,0 1,-1-1,-1 1,0-1,0 0,-1-1,-1-4,-1-50,32 276,-14-119,-4 1,-4 1,-3 0,-5 0,-4 0,-6 17,6-92,-2-1,0 0,0 0,-1 0,-1-1,-1 1,-1 0,6-12,0-1,0 1,0-1,0 1,-1-1,1 0,-1 0,0 0,0 0,0 0,0-1,-1 1,1-1,-1 0,1 0,-1 0,0-1,0 1,0-1,0 0,0 0,0 0,0-1,0 1,0-1,0 0,0 0,0-1,-1 1,-1-1,-2-3,1 0,0 0,1 0,-1-1,1 0,0 0,0-1,0 0,1 0,0 0,0 0,0-1,1 0,0 0,0 0,1-1,0 1,0-1,1 1,0-1,0 0,1 0,0 0,0-6,-1-7,2-1,0 0,1 1,1-1,1 0,0 1,2 0,1 0,1 0,0 1,1 0,2 0,0 1,1 0,0 1,2 0,0 1,1 1,1 0,0 0,1 2,11-8,49-40,-51 44,0-2,-1-1,-1-1,-1-1,-1 0,-1-2,12-20,-13 11,-3-1,-1-1,-1 0,-3 0,0-2,2-22,-13 58,4-46,-4 47,0 0,0 0,0 0,0 0,0 1,0-1,-1 0,1 0,0 0,-1 0,1 0,0 1,-1-1,1 0,-1 0,1 1,-1-1,0 0,1 1,-1-1,0 1,1-1,-1 1,0-1,0 1,1-1,-1 1,0-1,0 1,0 0,0 0,0-1,1 1,-1 0,0 0,0 0,0 0,0 0,0 0,0 0,0 1,1-1,-1 0,0 0,0 1,0-1,0 0,1 1,-1-1,-7 5,1-1,0 2,0-1,0 1,1 0,0 0,0 0,0 1,1 0,0 0,1 1,-1-1,1 1,1 0,0 0,0 1,0-1,1 1,-1 0,0-1,1 1,0 0,1 0,-1 0,2 0,-1 0,2 0,-1 0,1 0,0 0,1 0,0 0,0-1,1 1,0-1,1 1,0-1,0 0,1 0,0-1,0 1,1-1,-1 0,2-1,-1 1,2 0,2 1,0 0,0-1,1 0,0-1,0 0,0 0,1-1,0-1,0 0,4 1,-12-4,0 0,0-1,0 1,0-1,0 1,0-1,0 0,1-1,-1 1,0-1,0 0,0 0,0 0,0 0,-1-1,1 1,0-1,-1 0,1 0,-1-1,1 1,-1-1,0 0,0 1,0-1,-1-1,1 1,-1 0,1-1,-1 1,0-1,1-3,3-11,-1 0,-1 0,-1 0,0 0,-1-1,-1 0,-1 1,-1-9,3-44,-3 67,0-1,1 1,0-1,0 1,0 0,1-1,-1 1,1 0,0-1,0 1,1 0,-1 0,1 0,0 0,0 0,0 0,0 0,1 1,0-1,0 1,0 0,0 0,0 0,0 0,1 0,0 1,-1 0,1-1,0 1,0 1,0-1,0 1,0-1,1 1,-1 0,3 0,0 2,-1 0,1 0,0 1,-1-1,1 1,-1 1,1-1,-1 1,0 1,0-1,-1 1,1 0,-1 0,1 0,-1 1,-1 0,1 0,-1 0,0 1,0-1,0 1,0 0,2 5,0 1,0-1,-1 1,-1 0,0 0,0 1,-1-1,-1 1,0-1,-1 1,0 6,-23 109,22-126,1 0,0 0,-1 0,1 0,0 0,0 0,0 0,0 0,1 0,-1-1,0 1,1 0,-1-1,1 1,0-1,-1 1,1-1,0 0,0 0,0 0,0 0,0 0,0 0,0-1,0 1,0-1,0 1,1-1,64 2,143-55,-183 46</inkml:trace>
  <inkml:trace contextRef="#ctx0" brushRef="#br2" timeOffset="55246.236">16665 8959,'8'-9,"0"0,1 1,0 0,0 0,0 1,1 1,0-1,1 2,-1-1,1 1,0 1,1 0,-1 1,0 0,1 1,0 0,0 0,0 1,5 1,-11 0,0 0,0 0,-1 1,1-1,0 1,-1 0,1 1,0 0,-1 0,0 0,1 0,-1 1,0 0,0 0,-1 0,1 1,-1-1,1 1,-1 0,0 1,-1-1,1 1,-1-1,0 1,0 0,0 0,0 0,-1 1,0-1,0 1,0 3,2 18,0-1,-2 1,-2 0,0 0,-1 0,-2-1,-1 1,-1-1,-1 1,-1-2,-9 21,15-43,-5 24,20-42,29-75,-3-2,-4-1,22-94,-49 158,-9 29,1 0,-1 0,0 0,0 1,0-1,1 0,-1 0,0 0,0 0,1 0,-1 0,0 0,0 0,1 0,-1 0,0 0,0 0,1 0,-1 0,0 0,0 0,1 0,-1 0,0 0,0 0,-15 102,10-80,0 1,2 0,0 0,2 1,0-1,2 0,1 0,0 0,3 8,-2-23,0-1,0 1,1-1,0 1,0-1,0 0,1 0,0-1,0 1,1-1,0-1,0 1,1-1,-1 0,1 0,0-1,0 1,1-2,-1 1,8 2,-1-2,-1 0,1 0,0-2,0 1,1-2,-1 0,0 0,0-2,1 0,-1 0,12-4,26-18,-37 9</inkml:trace>
  <inkml:trace contextRef="#ctx0" brushRef="#br2" timeOffset="55515.559">16852 9200,'16'-5,"24"-8,27-11,25-10,20-9,11-4,-15 6</inkml:trace>
  <inkml:trace contextRef="#ctx0" brushRef="#br2" timeOffset="56102.335">17748 8758,'13'112,"-5"-14,-4 1,-4 0,-5-1,-11 55,13-131,-2 88,6-108,-1 0,1 0,-1 1,1-1,0 0,0 0,0 0,0 0,0 0,0 0,1 0,-1 0,0-1,1 1,0 0,-1-1,1 1,0-1,0 0,0 0,0 1,0-1,0 0,0-1,0 1,0 0,1-1,-1 1,0-1,0 1,1-1,-1 0,0 0,0 0,2-1,77-23,-58 12,0-1,-2-1,0-1,0-1,-2-1,0-1,11-14,-17 14,-4 4</inkml:trace>
  <inkml:trace contextRef="#ctx0" brushRef="#br2" timeOffset="56364.654">17708 8799,'9'-5,"12"-5,12-4,11-2,8 0,1 0,-1 3,-10 3</inkml:trace>
  <inkml:trace contextRef="#ctx0" brushRef="#br2" timeOffset="58757.689">18056 9039,'8'1,"0"0,0 0,0 1,0 0,0 0,-1 1,1 0,-1 0,1 1,-1-1,0 2,-1-1,1 1,-1 0,0 1,0-1,0 1,-1 0,0 1,0-1,-1 1,1 0,-1 0,-1 0,0 1,0-1,0 1,1 8,1 81,3-113,24-61,64-125,-95 200,1-1,-1 0,1 0,0 0,-1 0,1 0,1 1,-1-1,0 1,1-1,-1 1,1 0,0 0,0 0,-1 0,1 1,0-1,2 0,-3 3,-1 0,0 0,1 0,-1 0,0 1,0-1,0 0,0 0,0 1,0-1,0 1,-1-1,1 1,0-1,-1 1,0 0,1-1,-1 1,0-1,1 1,-1 0,0-1,0 1,-1 0,1-1,0 2,0 1,0 59,-1-49,0 0,1 1,1-1,0 0,1 0,1 0,0 0,0 0,5 7,-7-17,1-1,0 0,0 0,0-1,1 1,-1 0,1-1,0 1,-1-1,1 0,0 0,0 0,0 0,1 0,-1-1,0 1,1-1,-1 0,1 0,-1-1,1 1,-1-1,1 1,0-1,-1 0,1 0,2-1,4 0,0-1,0 0,0 0,0-1,0 0,0-1,-1 0,0-1,2 0,49-42,-38 24</inkml:trace>
  <inkml:trace contextRef="#ctx0" brushRef="#br2" timeOffset="59503.801">18590 8638,'18'3,"0"-1,-1-1,1-1,0-1,0 0,-1-1,1-1,0 0,24-4,-14 4,-11-1,1 2,-1 0,1 1,0 1,0 0,0 2,-1 0,2 1,-16-2,0 0,0 0,0 0,0 0,0 0,0 1,0 0,0-1,-1 1,1 0,-1 0,0 0,1 1,-1-1,0 1,0-1,-1 1,1 0,0-1,-1 1,0 0,1 0,-1 0,0 0,-1 0,1 1,-1-1,1 0,-1 0,0 0,0 0,0 1,0 0,-31 102,15-69,7-21,1 1,1 0,0 0,1 1,1-1,0 1,2 0,0 1,1-1,0 1,2-1,0 1,2 4,7 12,1 0,2-1,2 0,5 8,-6-15,-1 1,-1 0,-2 1,0 0,-2 0,1 18,-7-42,-1 0,0 0,0 0,0 0,0 0,-1 0,0 0,0 0,0 0,0 0,-1-1,0 1,0-1,0 1,-1-1,1 0,-1 0,0 0,0 0,-1 0,1 0,-1-1,0 0,0 0,0 0,0 0,0-1,-1 1,1-1,-1 0,1 0,-1-1,0 0,0 0,0 0,-2 0,-6 0,0 0,-1-1,1-1,-1 0,1-1,0-1,0 0,0 0,0-1,0-1,-1-1,13 6,1 0,-1 0,1 0,-1 0,1 0,-1 0,1 0,-1 0,1 0,-1 0,1 0,-1-1,1 1,0 0,-1 0,1 0,-1-1,1 1,-1 0,1 0,0-1,-1 1,1-1,0 1,-1 0,1-1,0 1,-1-1,1 1,0 0,0-1,0 1,-1-1,1 1,0-1,0 1,0-1,0 1,0-1,0 1,0-1,0 1,0-1,0 1,0-1,0 1,0-1,8-1</inkml:trace>
  <inkml:trace contextRef="#ctx0" brushRef="#br0" timeOffset="119639.969">12547 4627,'-28'-8,"-1"2,0 0,-1 2,1 1,-1 2,1 0,-1 2,1 2,-12 2,-33 8,0 3,2 4,-7 5,46-16,1 1,0 2,1 1,0 1,1 2,1 1,0 1,2 2,0 1,-19 19,31-19,2 1,0 0,2 1,0 0,2 1,0 0,2 1,1-1,1 1,0 1,2 6,0-16,-1 0,0 1,1-1,1 1,1 0,0 0,1 0,1-1,0 1,1 0,1 0,1-1,0 0,2 0,-1 0,2 0,0-1,1 0,0 0,1-1,1-1,9 11,-7-13,0-1,2 0,-1-1,1 0,0-1,1-1,0 0,0-1,0-1,1 0,11 2,39 7,1-4,0-1,1-4,41-3,28-2,200-7,-13-42,-304 48,-1-1,1-1,-1-1,0-1,0 0,0-1,0-2,-1 0,-1 0,1-2,14-11,-19 13,-1 0,0-1,-1-1,0 0,0-1,-1 0,-1 0,0-1,0 0,-1-1,-1 0,0 0,-1 0,0-1,-1 0,-1 0,0-1,-1 1,0-1,-1-1,-2-15,0 1,-2 0,-1 0,-1 1,-2-1,-1 1,-1 0,-2 0,0 1,-2 1,-2-1,0 2,-1 0,-2 1,-1 1,0 0,-2 1,-6-3,7 10,-1 2,-1 1,-1 1,0 0,0 2,-1 0,0 2,-1 0,0 2,0 1,0 0,-1 2,0 1,1 1,-1 1,0 1,0 1,1 1,-1 2,1 0,-6 4,22-8,1 0,0 1,0 1,-1-1,2 1,-1 0,0 1,0-1,1 1,0 1,-2 1,7-6,1 1,-1-1,1 0,0 1,-1-1,1 1,0-1,-1 0,1 1,0-1,-1 1,1-1,0 1,0-1,0 1,-1-1,1 1,0-1,0 1,0 0,0-1,0 1,0-1,0 1,0-1,0 1,0-1,0 1,1-1,-1 1,0-1,0 1,0-1,1 1,-1-1,0 1,1-1,-1 1,0-1,1 0,-1 1,1 0,9 5</inkml:trace>
  <inkml:trace contextRef="#ctx0" brushRef="#br0" timeOffset="120020.508">12828 4627,'24'-31,"2"1,0 2,2 0,1 2,7-4,1-2,119-103,313-286,-113 70,-312 317,-53 57,-4-9</inkml:trace>
  <inkml:trace contextRef="#ctx0" brushRef="#br0" timeOffset="120737.834">12949 4240,'-16'76,"-2"-2,-3 0,-22 46,14-38,8-21,21-61,1 0,-1-1,0 1,0 0,0 0,0 0,1 0,-1-1,0 1,0 0,0 0,1 0,-1 0,0 0,0 0,1 0,-1 0,0 0,0 0,0 0,1 0,-1 0,0 0,0 0,1 0,-1 0,0 0,0 0,1 0,-1 0,0 0,0 0,0 0,1 0,-1 0,0 1,0-1,0 0,1 0,-1 0,0 0,0 1,0-1,0 0,0 0,1 0,-1 1,0-1,0 0,0 0,0 0,0 1,0-1,0 0,0 0,0 1,0-1,17-17,5-8,-15 14,1 0,0 1,1 0,0 0,1 1,0 1,0-1,1 2,0-1,0 1,1 1,0 0,0 1,1 0,-1 1,8-1,160 21,-179-16,0 1,0-1,0 0,0 0,0 0,0 0,0 0,0 0,-1 0,1 0,0-1,0 1,0 0,0-1,0 1,-1 0,1-1,0 1,0-1,-1 1,1-1,0 1,0-1,-1 0,1 1,-1-1,1 0,-1 1,1-1,-1 0,1 0,-1 0,0 1,1-1,-1 0,0 0,0 0,1 0,-1 0,0 1,0-1,0 0,0 0,0 0,0 0,-1 0,1 0,0 0,0 1,-1-1,1 0,-23-42,-5 12,0 1,-2 2,-1 1,-1 1,-2 2,0 1,-17-7,35 19,16 10,0 1,0-1,0 1,1-1,-1 1,0-1,0 1,0 0,0-1,1 1,-1-1,0 1,1-1,-1 1,0 0,1-1,-1 1,0 0,1-1,-1 1,1 0,-1 0,0-1,1 1,-1 0,1 0,-1 0,1-1,-1 1,1 0,-1 0,1 0,-1 0,1 0,-1 0,1 0,-1 0,1 0,-1 0,1 1,-1-1,1 0,-1 0,1 0,20-1</inkml:trace>
  <inkml:trace contextRef="#ctx0" brushRef="#br0" timeOffset="121618.951">14339 3211,'8'-2,"1"0,-1 1,1 1,0-1,-1 2,1-1,-1 1,1 0,-1 1,1 0,-1 0,0 1,0 0,0 0,0 1,-1 0,1 0,-1 1,0 0,-1 0,1 1,-1 0,1 1,1 5,0 1,-1 0,-1 0,0 0,-1 1,0 0,-1 0,-1 1,0-1,-1 0,-1 1,0 0,-1 13,2-4,-2-24,1 1,-1-1,0 0,1 1,-1-1,0 0,1 0,-1 1,0-1,1 0,-1 0,1 0,-1 1,0-1,1 0,-1 0,1 0,-1 0,0 0,1 0,-1 0,1 0,-1 0,1 0,-1 0,0 0,1 0,-1 0,1 0,-1-1,0 1,1 0,-1 0,1 0,-1-1,0 1,1 0,-1 0,0-1,1 1,-1 0,0-1,0 1,1 0,-1-1,0 1,0 0,1-1,-1 1,0-1,0 1,0 0,0-1,0 1,0-1,0 1,0-1,0 1,0 0,0-1,0 1,0-1,16-32,-1 0,-1-1,-3-1,0 0,-2-1,-2 0,19-160,-36 268,7-58,1 1,1 0,0-1,1 1,0 0,1-1,1 1,0 0,1-1,1 0,0 1,1-2,0 1,1 0,1-1,0 0,1-1,0 0,1 0,5 6,-5-12,-1 0,1 0,0 0,0-1,0 0,1-1,-1 0,1-1,0 0,1 0,-1-1,9 1,-13-2,0-1,0 0,0 0,0 0,0 0,0-1,0 0,0-1,-1 1,1-1,0 0,-1 0,1-1,-1 0,0 0,0 0,0-1,0 1,-1-1,1 0,-1 0,4-5,5-12</inkml:trace>
  <inkml:trace contextRef="#ctx0" brushRef="#br0" timeOffset="121859.55">14633 3371,'7'-4,"13"-7,16-8,14-7,10-7,7-4,0-2,-10 4</inkml:trace>
  <inkml:trace contextRef="#ctx0" brushRef="#br0" timeOffset="124568.663">15528 2783,'27'136,"39"335,-39-378,-26-89,1-1,-1 0,1 0,1 0,-1 0,0 0,1 0,-1 0,1-1,0 1,-1-1,1 0,1 0,-1 0,0 0,0-1,1 1,-1-1,1 0,-1 0,1 0,0 0,-1-1,4 1,7-3,-1 0,0-1,1 0,-1-1,-1 0,1-2,-1 1,0-1,0-1,0 0,5-5,-6 5,209-147,-197 135</inkml:trace>
  <inkml:trace contextRef="#ctx0" brushRef="#br0" timeOffset="124788.653">15435 2863,'16'-18,"14"-13,16-8,14-4,12-2,8 0,-1 6,-13 9</inkml:trace>
  <inkml:trace contextRef="#ctx0" brushRef="#br0" timeOffset="125300.439">15983 2850,'19'18,"-1"2,0 0,-2 1,0 0,-2 1,0 1,-1 1,-2 0,0 0,-2 1,0 0,-1 4,8-129,37-112,-38 179,-6 63,10 96,-18-121,1 0,0 0,0 0,0 0,1 0,0-1,0 1,0-1,0 0,0 0,1 0,0 0,0-1,0 1,0-1,1 0,-1-1,1 1,0-1,0 1,0-2,0 1,0 0,1-1,0-1,0 0,-1 0,1 0,0 0,-1-1,1 0,0 0,-1-1,1 0,-1 1,0-2,1 1,-1-1,0 0,0 0,-1 0,1 0,-1-1,0 0,1 0,-2 0,2-2,18-21</inkml:trace>
  <inkml:trace contextRef="#ctx0" brushRef="#br0" timeOffset="125781.651">16264 2462,'88'-49,"2"5,10 0,-92 40,-6 3,0-1,0 1,0-1,0 1,0 0,0 0,0 0,0 0,1 0,-1 0,0 1,1-1,-1 1,0 0,1-1,-1 1,1 0,-1 0,1 1,-1-1,0 0,1 1,-1 0,0-1,1 1,-1 0,0 0,0 0,0 1,0-1,0 0,0 1,0-1,2 3,-3 5,1 0,-1 0,-1 0,0 0,0 0,0 0,-1 0,-1 0,0 4,-3 24,4-11,1 0,1-1,1 1,2-1,0 1,2-1,1-1,0 1,2-1,1 0,1-1,1 0,10 13,-14-22,8 8,-1 1,-2 1,0 0,-2 0,0 1,-2 1,-1 0,0 0,-3 0,3 21,-8-43,-1 1,0 0,0 0,0 0,0-1,-1 1,1-1,-1 1,0-1,-1 1,1-1,-1 0,0 0,0 0,0-1,0 1,-1-1,0 0,1 0,-1 0,0 0,0 0,-1-1,1 0,0 0,-1 0,0-1,1 1,-1-1,0 0,0 0,1-1,-1 1,0-1,-3 0,-21 2,19 0</inkml:trace>
  <inkml:trace contextRef="#ctx0" brushRef="#br0" timeOffset="129369.084">13416 6058,'-19'-13,"13"8,0 0,0 1,-1 0,1 0,-1 1,0 0,0 0,0 0,0 1,0 0,-1 1,-179-6,-90-27,-45 1,169 16,-162-1,24 19,260 1,0 2,1 1,-1 1,1 2,1 1,-1 1,2 2,-1 0,2 2,0 1,0 2,-19 16,40-29,-4 2,0 0,1 0,0 1,0 0,0 1,1 0,0 0,1 0,0 1,0 1,1-1,0 1,1 0,0 0,0 0,1 1,1 0,-1 2,1 22,2 0,2 0,1 0,1-1,3 1,0-1,7 20,-11-45,1 1,0 0,0-1,0 1,1-1,1 0,0-1,0 1,0-1,1 0,1 0,-1 0,1-1,0 0,1 0,0-1,0 0,0-1,9 5,24 7,2-1,0-2,1-3,1-1,-1-2,1-2,2-2,36 7,0-5,1-2,-1-5,1-3,-1-4,54-13,246-38,-147 1,-135 28,-85 26,0 0,0-1,-1-1,0 0,0-2,0 1,-1-2,0 0,5-5,-11 7,9-5,-1 0,-1-2,0 0,-1-1,-1 0,0-1,-1-1,-1 0,-1 0,9-18,-15 24,-1 1,1 0,-2-1,1 0,-2 0,1 0,-1 1,-1-1,0 0,-1 0,0 0,-1-6,-2 7,0 1,0-1,-1 1,0-1,-1 2,1-1,-2 0,1 1,-1 0,-1 1,-5-5,6 8,-1 0,0 0,0 1,-1 0,1 0,0 1,-1 0,0 1,1 0,-1 0,0 0,1 1,-1 1,-2 0,0-1,-10 0</inkml:trace>
  <inkml:trace contextRef="#ctx0" brushRef="#br0" timeOffset="133007.525">13376 6085,'228'-191,"64"-80,-131 119,14 5,-164 139,-5 2</inkml:trace>
  <inkml:trace contextRef="#ctx0" brushRef="#br0" timeOffset="134268.15">13550 5724,'1'0,"-1"1,1-1,0 1,-1 0,1-1,0 1,-1 0,1-1,-1 1,1 0,-1 0,0-1,1 1,-1 0,0 0,1 0,-1 0,0 0,0-1,0 1,0 0,0 0,0 0,0 0,0 0,0 0,0 0,0-1,-1 1,1 0,0 0,0 0,-1 0,1-1,-1 1,1 0,-1 0,0 0,-23 83,-3-1,-4-1,-18 30,49-112,-1 1,1-1,-1 0,1 0,-1 0,1 1,0-1,-1 0,1 1,-1-1,1 0,0 1,-1-1,1 0,0 1,-1-1,1 1,0-1,0 1,-1-1,1 1,0-1,0 1,0-1,0 1,0-1,-1 1,1-1,0 1,0-1,0 1,0-1,1 1,-1-1,0 1,0-1,0 1,0-1,0 1,1-1,-1 1,0-1,0 0,1 1,-1-1,0 1,1-1,-1 0,1 1,-1-1,0 0,1 1,-1-1,1 0,-1 0,1 1,-1-1,1 0,-1 0,1 0,-1 0,1 0,129-86,-95 67,1 1,0 2,2 2,-1 2,2 1,16-2,-55 13,0 0,-1 0,1-1,0 1,-1 0,1 0,0 0,-1-1,1 1,0 0,-1 0,1-1,0 1,0 0,-1-1,1 1,0 0,0-1,0 1,0 0,-1-1,1 1,0-1,0 1,0 0,0-1,0 1,0-1,0 1,0 0,0-1,0 1,0 0,0-1,0 1,0-1,1 1,-1 0,0-1,0 1,0 0,1-1,-1 1,0 0,0-1,1 1,-1 0,0 0,0-1,1 1,-1 0,0 0,1-1,-1 1,0 0,1 0,-1 0,1 0,-1 0,0 0,1-1,-1 1,1 0,-1 0,0 0,1 0,-1 0,-35-19,27 15,-18-10,-3-1,0-2,0 0,2-2,-17-15,43 33,1 1,0-1,-1 1,1-1,0 1,-1-1,1 0,0 1,0-1,0 1,0-1,-1 1,1-1,0 0,0 1,0-1,0 1,0-1,0 0,0 1,1-1,-1 1,0-1,0 1,0-1,1 0,-1 1,0-1,0 1,1-1,-1 1,1-1,-1 1,0 0,1-1,-1 1,1-1,-1 1,1 0,-1-1,1 1,-1 0,1 0,-1-1,1 1,0 0,-1 0,1 0,-1 0,1 0,0 0,-1 0,1 0,-1 0,1 0,0 0,-1 0,1 0,-1 0,1 1,-1-1,1 0,-1 0,1 1,-1-1,1 0,-1 1,1-1,-1 0,1 1,18-1</inkml:trace>
  <inkml:trace contextRef="#ctx0" brushRef="#br0" timeOffset="135274.629">14472 4921,'128'91,"-122"-86,0-1,1 1,0-2,0 1,0-1,1 0,-1 0,1-1,-1 0,1-1,0 1,0-1,0-1,-1 0,1 0,0 0,0-1,0 0,0-1,-1 0,1 0,-1 0,1-1,-1 0,0-1,0 1,0-1,3-3,-2-2,-1 1,0-1,0-1,0 1,-2-1,1 0,-1-1,-1 1,1-1,-2 0,0 0,0 0,-1 0,0-1,-1 1,0 0,-1-1,0 1,-1-1,-1 0,-1-4,3 16,0 0,-1 0,1 0,0 1,0-1,0 0,0 0,0 0,0 0,0 0,0 1,0-1,-1 0,1 0,0 0,0 0,0 0,0 0,0 0,-1 1,1-1,0 0,0 0,0 0,0 0,-1 0,1 0,0 0,0 0,0 0,0 0,-1 0,1 0,0 0,0 0,0 0,0 0,-1 0,1 0,0 0,0-1,0 1,0 0,0 0,-1 0,1 0,0 0,-2 22,1 0,0 1,2-1,1 0,0 1,2-1,1 2,-3-15,26 118,5-2,23 46,-36-111,-10-32,-1 0,-1 1,-2 0,0 0,-2 0,-2 1,0-1,-2 9,-1-33,0 0,0 0,0 0,-1 0,0 0,0-1,0 1,0-1,-1 1,1-1,-1 0,0 0,-4 4,6-7,0 0,-1 1,0-1,1 0,-1 0,0 0,0 0,0 0,1 0,-1 0,0 0,0-1,0 1,0-1,0 0,0 0,-1 1,1-1,0 0,0-1,0 1,0 0,0-1,0 1,0-1,0 1,0-1,0 0,1 0,-1 0,0 0,0 0,1-1,-2 0,-7-9,-1 0,2-1,0 0,0-1,1 0,1 0,0-1,0 0,2 0,0-1,1 1,0-1,-1-13,-1 10,2 0,0 0,2-1,0 1,1-1,0 1,2-1,0 1,1-1,1 1,2-8,0 17,1 0,-1 1,2-1,-1 1,1 0,0 1,1-1,0 2,0-1,1 1,-1 0,1 1,0 0,7-3,21-14,-10 4</inkml:trace>
  <inkml:trace contextRef="#ctx0" brushRef="#br0" timeOffset="135651.657">15141 4601,'16'74,"14"203,-13-88,-15-177,16 74,-18-83,1-1,1 1,-1 0,0-1,1 1,-1-1,1 1,0-1,-1 0,1 0,0 0,1 0,-1 0,0 0,0 0,1-1,-1 1,1-1,0 0,-1 1,1-1,0-1,0 1,-1 0,1-1,0 1,2-1,5-2,1 0,0-1,-1 0,1-1,-1 0,0-1,0 0,-1 0,1-1,-1 0,-1-1,1 0,-1-1,2-2,7-5,-2 0,0 0,-1-2,-1 0,8-13,-2-2</inkml:trace>
  <inkml:trace contextRef="#ctx0" brushRef="#br0" timeOffset="135898.995">15088 4655,'0'-16,"7"-10,11-5,11-4,13-3,8 3,2 3,0 4,-10 7</inkml:trace>
  <inkml:trace contextRef="#ctx0" brushRef="#br0" timeOffset="136315.597">15435 4627,'110'205,"-109"-201,-1-3,0 1,0 0,1 0,-1 0,1-1,-1 1,1 0,-1-1,1 1,0 0,0-1,0 1,0-1,0 1,0-1,0 0,0 1,1-1,-1 0,0 0,1 0,-1 0,1 0,-1 0,1 0,0 0,-1-1,1 1,0-1,0 1,-1-1,1 0,0 1,0-1,0 0,-1 0,1 0,0-1,0 1,-1 0,2-1,5-7,0 0,0-1,-1 0,0 0,-1-1,0 0,-1 0,0 0,0-1,0-3,42-160,-34 216,-10-30,1-1,0-1,0 1,1 0,0-1,1 0,0-1,1 1,7 8,-11-15,0 0,0 1,0-1,1 0,0-1,-1 1,1 0,0-1,0 0,0 0,0 0,1-1,-1 1,0-1,1 0,-1 0,1-1,-1 1,1-1,-1 0,1 0,-1 0,1-1,-1 0,1 0,2-1,47-35,-33 12</inkml:trace>
  <inkml:trace contextRef="#ctx0" brushRef="#br0" timeOffset="136893.007">15823 4280,'25'-24,"148"-93,-160 108,53-23,-64 33,-1 0,1-1,0 1,-1 1,1-1,-1 0,1 0,-1 1,0-1,1 0,-1 1,0-1,0 1,0 0,0-1,0 1,-1 0,1 0,0-1,-1 1,1 0,-1 0,0 0,0 0,1 0,-1 0,-1 0,1-1,0 1,0 0,-1 0,1 0,-1 0,0 1,1 4,-1 15,1 1,1-1,1 1,1-1,1 0,1 0,1 0,1-1,1 0,1 0,9 15,12 14,-12-21,0 0,-2 1,-1 1,-2 1,-1 0,6 23,-12-26,0 0,-2 1,-1 0,-1 0,-2 17,-1-46,1 0,-1 0,0 0,1 0,-1 0,0 0,1 0,-1 0,0 0,0 0,0 0,0-1,0 1,0 0,0 0,0-1,0 1,0-1,-1 1,1-1,0 0,0 1,0-1,-1 0,1 0,0 0,0 0,-1 0,1 0,0 0,0 0,-1-1,1 1,0 0,0-1,0 1,0-1,-1 1,1-1,0 0,0 1,0-1,0 0,0 0,0 1,1-1,-1 0,0 0,0 0,1 0,-1 0,0-1,-7-3,-48-18,62 18,5 2</inkml:trace>
  <inkml:trace contextRef="#ctx0" brushRef="#br1" timeOffset="147187.978">11304 7181,'19'49,"0"20,-4 0,-2 1,-4 0,-2 1,-4-1,-2 1,-4 5,3-35,-2 164,2-204,0 0,-1 1,1-1,-1 1,1-1,0 1,0-1,0 1,-1 0,1-1,1 1,-1-1,0 1,0-1,1 1,-1-1,1 1,-1-1,1 1,-1-1,1 0,0 1,0-1,0 0,0 0,0 0,0 1,0-1,0 0,0 0,0 0,1-1,-1 1,0 0,1 0,-1-1,1 1,-1-1,0 1,1-1,-1 1,2-1,78-49,-51 33,0 1,1 2,0 1,1 1,0 2,0 1,1 1,1 2,16 1,62-1,0 4,21 8,-87-5,836 32,-352-4,-516-30,-1 0,0 1,0 1,1 0,-1 0,0 2,10 3,55 3,-75-10,0 0,-1 0,1-1,-1 1,1-1,-1 0,1 0,-1 0,1 0,-1 0,0-1,0 1,0-1,0 1,0-1,0 0,0 0,0 1,0-1,-1-1,1 1,-1 0,0 0,0-1,0 1,0 0,0-1,0-1,7-45,-3 0,-2 0,-3-25,0 35,1-207,-14-37,13 280,0 1,0-1,0 0,0 1,0-1,0 1,-1-1,1 0,-1 1,0-1,0 1,0 0,0-1,0 1,0 0,0-1,-1 1,1 0,-1 0,0 0,0 0,0 0,0 1,0-1,0 1,0-1,0 1,-1 0,1 0,0 0,-2-1,-44-3,0 2,0 3,0 1,-25 5,56-4,-102 1,-105-9,-67 0,-489 18,742-14,0-1,0-1,0-3,-21-6,-126 1,-12-14,84 12,-75 40,181-25</inkml:trace>
  <inkml:trace contextRef="#ctx0" brushRef="#br1" timeOffset="148720.357">14272 7743,'16'-116,"-8"81,-2-1,-2 0,-1 0,-2 0,-1 0,-2-1,-2 1,-1 1,-5-16,-14 0,15 46,15 17,2-7,-1-1,1 0,0 0,0 0,0-1,1 0,-1-1,1 0,0 0,0-1,4 0,2 2,19 2,-25-6,-1 1,1 1,-1 0,0 0,1 1,-1-1,0 2,0-1,0 1,0 1,-1-1,1 1,-1 1,0-1,0 1,-1 0,1 1,-1 0,0 0,-1 0,1 1,-1 0,1 9,0 1,-2 0,0 0,-1 0,0 0,-1 8,-1-9,1 0,0 0,1 0,1-1,1 1,0-1,6 12,-9-23,1 0,-1-1,1 1,0-1,0 0,0 1,0-1,1-1,-1 1,1 0,0-1,-1 0,1 0,0 0,1 0,-1-1,0 0,0 1,1-1,-1-1,0 1,1-1,-1 0,1 0,-1 0,0 0,1-1,-1 0,1 0,-1 0,0 0,0-1,0 1,0-1,0 0,0-1,0 1,1-2,9-5,0-2,-1 0,0-1,0 0,-2-1,1 0,-2-1,0 0,0 0,-1-1,-1-1,-1 0,0 0,-1 0,-1 0,1-7,-11-31,5 53,-1 0,0 0,1 0,-1 0,0 0,1 0,-1 0,0 0,0 1,0-1,0 0,0 0,0 1,0-1,0 1,0-1,0 1,0-1,0 1,-1-1,1 1,0 0,0 0,0 0,-1 0,1 0,0 0,0 0,0 0,-1 0,1 0,0 1,0-1,0 0,0 1,-1-1,1 1,0-1,0 1,0 0,0-1,0 2,-6 3,0 2,1-1,0 1,0 0,1 0,0 1,0 0,1 0,0 0,0 0,1 1,0-1,0 1,1 0,0 0,0 0,1 0,1 0,0 0,0 6,0-6,1 0,0-1,0 1,1 0,0-1,0 1,1-1,0 0,1 1,0-2,0 1,1 0,-1-1,2 0,-1 0,1 0,0-1,0 0,1 0,0 0,0-1,0 0,1-1,0 0,0 0,0 0,0-1,0 0,1-1,-1 1,1-2,0 1,-1-1,1-1,0 0,0 0,2-1,32-7,-7-6</inkml:trace>
  <inkml:trace contextRef="#ctx0" brushRef="#br1" timeOffset="149294.587">15221 7275,'0'0,"1"0,-1 0,0 0,0 0,1 0,-1 0,0 0,0 0,0 0,1 0,-1-1,0 1,0 0,0 0,0 0,1 0,-1 0,0 0,0-1,0 1,0 0,1 0,-1 0,0 0,0-1,0 1,0 0,0 0,0 0,0-1,0 1,0 0,0 0,0-1,0 1,0 0,0 0,0 0,0-1,0 1,0 0,0 0,0 0,0-1,0 1,24 9,-24-9,9 3,0 0,0 1,-1 0,0 1,0-1,0 2,0-1,-1 1,0 0,0 1,0-1,-1 1,0 1,0-1,-1 1,0 0,0 0,-1 1,0 0,4 22,-1 0,-2 0,-1 0,-1 1,-2 0,-3 28,2-36,0 188,0-208,0 0,0 0,0 1,1-1,0 0,-1 0,2 0,-1 0,0 0,1 0,-1 0,1 0,0 0,1-1,-1 1,1-1,-1 1,1-1,0 0,0 0,0-1,1 1,-1 0,1-1,-1 0,1 0,0 0,0 0,0-1,0 1,0-1,0 0,0-1,6 0,-1-2,0 1,0-1,0-1,-1 1,1-2,0 1,-1-1,0 0,0-1,0 0,-1 0,1-1,-1 0,0 0,-1 0,0-1,0 0,0-1,-1 1,0-1,0 0,-1 0,0-1,-1 1,0-1,0 0,0 1,-1-1,-1-1,0 0,0 5,-2 0,1 0,-1-1,1 1,-2 0,1 0,0 0,-1 0,0 0,0 1,0-1,-1 0,0 1,0 0,0-1,0 1,-1 0,1 1,-1-1,0 1,0 0,0-1,-1 2,0-2,-118-50,57 35,-73-30,138 49,1 0,-1 0,0 0,1 0,-1-1,1 1,-1 0,0 0,1 0,-1-1,1 1,-1 0,1-1,-1 1,1 0,-1-1,1 1,-1-1,1 1,0-1,-1 1,1-1,0 1,-1-1,1 1,0-1,0 0,0 1,-1-1,1 1,0-1,0 0,0 1,0-1,0 1,0-1,0 0,0 1,0-1,0 0,1 1,-1-1,0 1,0-1,0 1,1-1,-1 1,0-1,1 0,30-13,207-31,49-23,-250 61</inkml:trace>
  <inkml:trace contextRef="#ctx0" brushRef="#br1" timeOffset="149544.622">16024 7395,'0'2,"-3"4,-4 2,-2 0</inkml:trace>
  <inkml:trace contextRef="#ctx0" brushRef="#br1" timeOffset="149948.817">14299 8237,'2'18,"3"20,4 15,-1 13,1 11,-1 4,-2 4,-2-3,-1-5,-2-7,-1-11,0-16</inkml:trace>
  <inkml:trace contextRef="#ctx0" brushRef="#br1" timeOffset="150255.343">14285 8331,'0'-13,"0"8,-1 1,1 0,-1-1,1 1,1 0,-1-1,1 1,-1 0,1 0,0-1,1 1,-1 0,1 0,0 0,0 1,0-1,0 0,1 1,-1-1,1 1,2-2,7-1,0 1,0 0,0 1,1 0,0 1,0 0,0 1,0 1,0 0,0 1,0 0,0 1,0 0,3 2,77 19,-89-20,0-1,0 1,0-1,0 1,-1 0,1 1,-1-1,1 1,-1-1,0 1,0 0,0 0,0 1,-1-1,1 1,-1-1,0 1,0-1,0 1,-1 0,1 2,-2 1,-1-1,0 1,-1-1,1 0,-1 0,0 1,-1-1,0 0,0-1,0 1,0-1,-1 1,0-1,0 0,-1 0,1 0,-1-1,0 0,0 0,0 0,-6 3,2 0,1 0,-1 0,-1-1,1 0,-1-1,0 0,0-1,0 0,-1 0,1-1,-1 0,0-1,-1 0,12-2,-1 0,0-1,0 1,0 0,0 0,0-1,0 1,0-1,1 1,-1-1,0 1,0-1,0 1,1-1,-1 0,0 1,1-1,-1 0,1 1,-1-1,1 0,-1 0,1 0,-1 0,1 0,0 1,-1-1,1 0,0 0,0 0,0 0,0 0,0 0,0 0,0 0,0 0,0 0,0 0,1 0,-1 0,0 1,1-1,-1 0,0 0,1 0,-1 0,1 1,-1-1,1 0,0 0,-1 1,1-1,0 0,-1 1,1-1,0 1,0-1,0 1,0-1,64-51,-26 27</inkml:trace>
  <inkml:trace contextRef="#ctx0" brushRef="#br1" timeOffset="151344.012">14927 8250,'-6'0,"-1"0,0 0,1 1,-1 0,1 0,-1 0,1 1,0 0,0 1,0-1,0 1,0 0,0 0,1 1,-1 0,1 0,0 0,0 1,0-1,1 1,0 0,0 0,0 1,1-1,-1 1,1 0,1 0,-1 0,1 0,0 1,0-1,1 0,0 1,0 0,0-1,1-3,1-1,-1 0,0 1,1-1,-1 0,1 0,0 1,0-1,0 0,0 0,0 0,0 0,0 0,1 0,-1 0,1-1,0 1,-1 0,1-1,0 1,0-1,0 0,0 0,0 0,0 0,0 0,0 0,0 0,1-1,-1 1,0-1,1 1,-1-1,5 0,-1 1,1-1,0-1,-1 1,1-1,-1-1,1 1,-1-1,1 0,-1 0,1-2,5-1,0-1,-1-1,0 0,-1 0,1-2,-1 1,-1-1,0 0,0-1,0 0,-2 0,1-1,-1 0,-1 0,1-2,1 2,-8 30,0-15,10 85,-9-86,0-1,-1 0,1 0,0 1,0-1,0 0,1 0,-1 0,0 0,1 0,0 0,-1-1,1 1,0 0,0-1,0 0,0 1,0-1,0 0,0 0,0 0,0 0,1 0,-1 0,0-1,1 1,-1-1,0 0,1 0,-1 0,1 0,-1 0,0 0,1 0,-1-1,1 1,5-5,0 1,-1-1,1 0,-1-1,0 0,0 0,-1 0,1-1,-1 0,-1 0,0-1,0 0,0 1,-1-2,0 1,0 0,-1-1,-1 0,1 0,-1 1,0-6,2-2,-4 13,0 0,0 0,1 0,-1 0,1 0,-1 0,1 0,0 0,0 0,0 1,1-1,-1 0,1 1,-1-1,1 1,0-1,0 1,0 0,0 0,0 0,1 0,-1 0,1 0,-1 1,1-1,0 1,-1-1,1 1,0 0,0 0,0 1,1-1,7 4,1 0,-1 1,0 1,0 0,-1 0,1 1,-1 0,0 1,0 1,-4-3,0 0,-1 0,0 1,0 0,0 0,-1 0,0 0,0 1,0-1,-1 1,0 0,-1 0,1 0,-1 1,0-1,-1 0,0 1,0 0,-1-1,0 1,0-1,-1 1,0 1,1 70,1-78,0 0,0 0,0 0,0 0,0-1,0 1,0-1,0 1,0 0,0-1,0 0,1 1,-1-1,0 0,0 1,1-1,-1 0,0 0,0 0,1 0,-1 0,0 0,0-1,0 1,1 0,-1-1,0 1,0 0,0-1,0 0,0 1,1-1,-1 0,0 1,-1-1,1 0,0 0,1-1,26-17,-1-1,0-1,-2-1,-1-2,0-1,7-11,-20 22,-1 0,0 0,-1-1,-1 0,0 0,-1-1,-1 0,0 0,-1-1,-1 0,-1 0,0 0,-1 0,-1 0,0 0,-3-16,-14-157,19 271,10 54,24 101,1-116,-36-116,0 0,0 0,0 0,1 0,-1-1,1 1,0-1,0 0,0 0,0 0,1 0,-1 0,1-1,0 1,-1-1,1 0,0 0,0-1,1 1,-1-1,0 0,0 0,1 0,-1-1,1 1,2-1,3-3,-1 0,0 0,0 0,-1-1,1-1,-1 0,0 0,0 0,0-1,-1 0,0-1,0 1,0-1,-1-1,0 1,-1-1,1 0,-2-1,1 1,-1-1,0-1,18-62,-22 85,1 1,1-1,0 0,0 0,1 0,1 0,0 0,4 7,-5-16,-1-1,0 1,1 0,0-1,0 1,0-1,0 0,1 0,-1-1,1 1,0 0,-1-1,1 0,0 0,0 0,1-1,-1 1,0-1,1 0,-1 0,0-1,1 1,-1-1,1 0,-1 0,1 0,-1-1,0 0,1 0,-1 0,0 0,1 0,-1-1,3-2,18-8</inkml:trace>
  <inkml:trace contextRef="#ctx0" brushRef="#br1" timeOffset="151687.18">16170 8010,'-309'-1,"275"-4,34 4,1 0,-1 1,0-1,1 0,-1 0,1 1,-1-1,1 0,-1 0,1 1,0-1,-1 1,1-1,0 0,-1 1,1 0,0-1,0 1,0-1,-1 1,1 0,0-1,0 1,0 0,0 0,0 0,-1 0,1 0,0 0,0 0,0 0,121-18,88 0,-205 17,75-3,-6 0</inkml:trace>
  <inkml:trace contextRef="#ctx0" brushRef="#br1" timeOffset="152452.528">16799 8211,'-3'-5,"0"1,0 0,0 0,-1 0,1 0,-1 1,0-1,0 1,0 0,-1 0,1 1,-1-1,1 1,-1 0,0 0,0 0,0 1,0 0,0 0,0 0,0 0,-1 1,1 0,0 0,0 1,0-1,0 1,0 0,0 0,0 1,0-1,0 1,0 1,0-1,1 0,0 1,-1 0,1 0,0 0,0 1,0-1,1 1,0 0,-1 0,0 2,1-1,-1 1,1 0,0 0,0 1,1-1,0 0,0 1,1 0,-1-1,1 1,1 0,-1 0,1 2,0-6,1 0,-1-1,0 1,1 0,-1-1,1 1,0-1,0 1,0-1,0 1,1-1,-1 0,0 1,1-1,0 0,-1 0,1 0,0 0,0 0,0-1,0 1,1-1,-1 1,0-1,1 0,-1 0,1 0,-1 0,1 0,-1-1,1 1,0-1,-1 1,3-1,3-1,0-1,-1 0,1 0,0-1,-1 1,0-2,1 1,-1-1,0 0,-1-1,1 1,-1-1,0-1,0 1,-1-1,1 0,-1 0,-1-1,1 1,-1-1,0 0,-1-1,1 1,0-4,24-82,-21 123,-7-23,1 0,0 1,0-1,1 1,0-1,0 0,1 0,0 0,0 0,0-1,1 1,0-1,0 0,1 0,0 0,0-1,0 0,1 1,-1-2,1 1,1-1,-1 0,0 0,1-1,0 0,0 0,0 0,0-1,0 0,6 0,-4-2,0-1,0-1,-1 0,1 0,0 0,-1-1,1-1,-1 1,0-1,0-1,0 0,-1 0,1 0,-1-1,0 0,2-3,5-6,0 0,-1-1,-1-1,-1 0,0 0,7-17,-8 12,0 0,-2-1,0 0,-2 0,0-1,-2 0,0 0,-2 0,0 0,-2-1,-1 1,-1 0,-1 0,-1 0,-3-11,4 26,0 0,-1 0,0 0,0 1,-1 0,0 0,0 0,-1 0,-4-3,8 9,1 0,-1 0,0 0,-1 0,1 1,0-1,0 1,-1-1,1 1,-1 0,1 0,-1 0,1 0,-1 1,0-1,1 1,-1-1,0 1,1 0,-1 0,0 0,1 1,-1-1,0 0,1 1,-1 0,0 0,1 0,-1 0,1 0,-1 0,1 1,0-1,0 1,-1-1,-5 8,1 0,0 0,0 1,0 0,1 0,1 1,0-1,0 1,1 0,0 0,1 1,1-1,0 1,0 0,1-1,0 1,1 0,1 0,0 5,2 2,0-1,1 1,1 0,1-1,0 0,2 0,0-1,1 0,0 0,2-1,0-1,0 1,2-2,0 0,0 0,1-1,1-1,0 0,1-1,0-1,1 0,0-1,18 6,-31-13,0 0,1-1,-1 1,1-1,-1 0,1 0,0-1,-1 1,1-1,0 0,-1 0,1 0,0-1,-1 0,1 0,-1 0,1 0,-1-1,1 0,11-7</inkml:trace>
  <inkml:trace contextRef="#ctx0" brushRef="#br1" timeOffset="152700.442">17627 8076,'3'-2,"-3"-3,-4-1,-3 1</inkml:trace>
  <inkml:trace contextRef="#ctx0" brushRef="#br1" timeOffset="178070.797">11331 7542,'0'0</inkml:trace>
  <inkml:trace contextRef="#ctx0" brushRef="#br1" timeOffset="185832.036">11371 10791,'-62'-83,"62"82,0 1,0 0,0-1,0 1,0 0,0-1,0 1,-1 0,1-1,0 1,0 0,0 0,0-1,-1 1,1 0,0-1,0 1,-1 0,1 0,0 0,0-1,-1 1,1 0,0 0,-1 0,1 0,0 0,0-1,-1 1,1 0,0 0,-1 0,1 0,0 0,-1 0,1 0,0 0,-1 0,1 0,0 0,-1 0,1 1,0-1,-1 0,1 0,0 0,-1 0,1 0,0 1,0-1,-1 0,1 0,0 0,0 1,-1-1,1 0,0 1,0-1,0 0,0 0,-1 1,-1 22,14 312,-12 40,0-368,0-6,-1 1,1 0,-1 0,1-1,-1 1,1 0,0 0,0-1,0 1,0 0,0 0,1 0,-1-1,0 1,1 0,-1 0,1-1,0 1,-1-1,1 1,0 0,0-1,0 1,0-1,0 0,1 1,-1-1,0 0,1 0,-1 0,0 0,1 0,0 0,-1 0,1 0,-1-1,1 1,0 0,1-1,118-49,-90 42,0 1,0 1,1 2,0 1,-1 1,1 2,0 1,7 3,113 2,96-33,-165 13,1 5,33 2,100 22,-189-16,0 1,0 1,0 2,0 1,2 1,196 10,-61-9,-103-9,-49 3,-10 0,1-1,-1 1,0 0,0-1,0 0,1 0,-1 0,0 0,0 0,1-1,-1 1,0-1,0 0,0 0,0 0,0 0,0-1,0 1,0-1,0 0,-1 0,1 0,-1 0,1 0,-1 0,0-1,0 1,0-1,0 0,0 0,-1 1,1-1,-1-1,2-19,-2-1,-1 0,0 0,-2 0,-1 0,-3-11,-44-184,32 156,3 0,3-1,2-1,1-36,9 91,1 8,-1 0,1 0,-1 0,1-1,-1 1,0 0,0 0,0 0,0-1,0 1,0 0,-1 0,1 0,-1-1,0 1,1 0,-1 0,0 0,0 0,0 0,-1 1,1-1,0 0,-1 0,1 1,-1-1,0 1,1-1,-1 1,0 0,0 0,0-1,0 1,0 1,0-1,0 0,0 0,-2 1,-155 21,42-1,-290 23,-136 22,176-15,135-43,146-9,62-1,32-12,18 2,1 1,0 1,0 1,1 2,29-5,0 2,1 4,0 2,39 1,17 0,303-28,-77 33,-145-15,-120 17,-93 5,-253 1,-313 60,473-61,41-5,0 4,1 3,-11 5,112-12,107-14,0-5,7-8,30-3,20 3,1 9,60 9,116-5,-369 10,1 1,-1 0,1 1,-1-1,0 1,1 0,-1 0,0 0,1 1,-1-1,0 1,0 0,0 0,0 1,-1-1,1 1,-1 0,1 0,-1 0,0 0,0 0,0 1,-1-1,1 1,-1 0,0 0,0 0,0 0,-1 0,1 0,-1 1,1 3,35 296,-35-293,11 52,-3 0,2 54,-11-115,-1-1,0 1,0-1,0 1,0-1,0 1,0-1,0 1,0-1,-1 1,1-1,-1 1,1-1,-1 1,1-1,-1 0,0 1,0-1,1 0,-1 1,0-1,0 0,-1 0,1 0,0 0,0 0,0 0,-1 0,1-1,0 1,-1 0,1-1,-1 1,1-1,-1 1,1-1,-1 0,1 1,-1-1,1 0,-1 0,1 0,-2-1,-288 46,197-39,1 5,0 4,-76 22,20 11,82-23,-2-4,-1-3,-56 6,-37-11,-1-8,-7-8,8 2,11 0,148 1,0-1,0 0,1 0,-1 0,0 0,1-1,-1 1,1-1,-1 0,1 0,0 0,0-1,0 1,0-1,1 1,-1-1,0 0,1 0,0 0,0-1,0 1,0 0,1-1,-1 1,1-1,0 0,0 0,0 1,0-1,1 0,-1 0,1 0,0-2,-4-74,4 0,6-42,-4 68,6-158,-8 209,0 2,1 0,-1 0,1-1,-1 1,0 0,0-1,0 1,0 0,0-1,0 1,0 0,0-1,-1 1,1 0,0-1,-1 1,1 0,-1 0,0-1,1 1,-1 0,0 0,1 0,-1 0,0 0,0 0,0 0,0 0,0 0,0 0,0 1,-1-1,1 0,0 1,0-1,-1 1,1-1,-1 1,-12 3</inkml:trace>
  <inkml:trace contextRef="#ctx0" brushRef="#br1" timeOffset="187358.425">11277 7810,'-9'-1,"0"1,0 0,-1 1,1 0,0 0,0 1,0 0,1 1,-1-1,0 2,1-1,0 2,0-1,0 1,0 0,-1 2,-39 24,1 2,1 3,2 1,2 2,2 2,1 2,2 2,-3 9,11-11,2 2,2 1,2 1,2 0,2 2,3 1,-6 27,1 21,4 2,5 0,1 42,2 0,6 0,6 0,6-1,16 70,34 66,12-2,18 14,-70-228,2-1,3-1,3-1,2-2,2-1,3-1,19 20,22-10,-82-60,-2-4</inkml:trace>
  <inkml:trace contextRef="#ctx0" brushRef="#br1" timeOffset="189117.952">10650 11085,'-112'28,"112"-28,1-1,-1 1,1 0,-1 0,1 0,-1-1,1 1,-1 0,1 0,-1 0,1 0,-1 0,1 0,-1 0,1 0,-1 1,1-1,-1 0,1 0,-1 0,1 0,-1 1,1-1,-1 0,1 1,-1-1,0 0,1 1,-1-1,1 0,-1 1,0-1,0 1,1-1,-1 0,0 1,0-1,1 1,-1-1,0 1,0-1,0 1,0-1,0 1,0-1,0 1,0-1,0 1,0 0,0-1,0 1,0-1,0 1,0-1,0 1,-1-1,1 1,0-1,0 0,-1 1,1-1,0 1,0-1,-1 0,1 1,-1 0,279 13,-255-11,-1 1,1 0,-1 2,0 0,0 2,-1 0,0 1,-1 1,1 2,19 5,-48-38,-5 9,0 1,-1 1,0 0,-1 0,0 2,-1 0,1 0,-2 2,1 0,-10-2,-3-1,-1 1,0 2,0 1,0 1,-1 2,-25 1,45-2,25-4,-2 1,42-25,2-1,1 1,2 4,56-19,-112 44,0 1,-1 0,1-1,0 1,-1-1,0 0,1 0,-1 0,0 0,0 0,0 0,0 0,-1-1,1 1,-1-1,1 1,-1-1,0 0,0 0,1-1,12-24,-14 28,1 0,-1 0,1 0,-1 0,0 0,1 0,-1 0,1 0,-1 0,0 0,1 0,-1 0,1 0,-1 0,0 1,1-1,-1 0,1 0,-1 0,0 1,1-1,-1 0,0 0,0 1,1-1,-1 0,0 1,1-1,-1 0,0 1,0-1,0 0,1 1,-1-1,0 1,0-1,0 0,0 1,0-1,0 1,0-1,0 0,0 1,0-1,0 1,0-1,0 0,0 1,0-1,0 1,-1-1,1 0,0 1,0-1,0 0,-1 1,1-1,0 1,0-1,1 214,3-189,1-42,-2-6,-2-1,-1 1,-1-1,-1 0,-1 1,0-1,-8-21,10 45,1 0,0 0,-1 0,1 0,-1 0,1 0,-1 0,1 1,-1-1,1 0,0 0,-1 0,1 1,-1-1,1 0,0 1,-1-1,1 0,0 1,-1-1,1 0,0 1,0-1,-1 0,1 1,0-1,0 1,0-1,0 1,-1-1,1 0,0 1,0-1,0 1,0-1,0 1,0-1,0 1,0-1,0 1,0-1,1 1,-1-1,0 0,0 1,0-1,0 1,1-1,-1 0,0 1,0-1,1 1,-1-1,0 0,1 1,-3 28,1 0,1 0,2 0,1 0,1 0,2 0,1-1,4 11,3-18,-5-39,-8 11,0-1,-1 0,0 0,-1 0,1 0,-2 0,1 0,-1 1,0-1,0 0,-1 1,-3-5,6 12,0-1,0 0,0 1,0-1,0 1,0-1,0 1,-1-1,1 1,0-1,0 1,-1 0,1-1,0 1,-1-1,1 1,0 0,-1-1,1 1,-1 0,1-1,-1 1,1 0,0-1,-1 1,1 0,-1 0,1 0,-1 0,0-1,1 1,-1 0,1 0,-1 0,1 0,-1 0,1 0,-1 0,1 1,-1-1,1 0,-1 0,1 0,-1 0,1 1,-1-1,1 0,-1 0,1 1,-1-1,1 0,0 1,-1-1,1 1,0-1,-1 0,1 1,0-1,-1 1,1-1,0 1,-11 32,11-29,-2 2,1 0,0 0,0 0,1 0,0 0,0 0,0 0,1 0,0 0,0 0,0 0,1 0,1 3,-2-8,-1-1,0 0,0 0,0 1,1-1,-1 0,0 0,0 1,0-1,1 0,-1 0,0 0,1 0,-1 0,0 1,0-1,1 0,-1 0,0 0,1 0,-1 0,0 0,1 0,-1 0,0 0,1 0,-1 0,0 0,1 0,-1 0,0 0,0-1,1 1,-1 0,0 0,1 0,-1 0,0-1,0 1,1 0,-1 0,0 0,0-1,0 1,1 0,-1 0,0-1,0 1,0 0,0-1,0 1,1 0,-1 0,0-1,0 1,0 0,0-1,0 1,0 0,0-1,0 1,0 0,0-1,0 1,0 0,-1-1,1 1,0 0,3-26,-5 16,-1 1,0-1,-1 1,0 0,0 0,-1 0,0 0,0 1,-1 0,0 0,-1 1,1-1,-1 1,-1 1,0-1,0 1,0 1,0-1,-5-1,12 7,0 0,0 0,0 1,0-1,1 0,-1 0,0 1,0-1,0 0,1 1,-1-1,0 1,0-1,1 1,-1-1,0 1,1 0,-1-1,1 1,-1 0,1-1,-1 1,1 0,-1 0,1-1,0 1,0 0,-1 0,1 0,0 0,0 0,0-1,0 1,0 0,0 0,0 0,0 0,0 0,0-1,0 1,1 0,-1 0,0 0,1 0,-1-1,0 1,1 0,-1 0,1-1,-1 1,1 0,0-1,0 10,-1-8,0-1,0 1,0 0,0 0,-1-1,1 1,0 0,-1 0,1-1,-1 1,0-1,1 1,-1 0,0-1,0 1,0-1,0 0,0 1,-1-1,1 0,0 0,0 1,-1-1,1 0,-1 0,1-1,-1 1,0 0,1 0,-1-1,0 1,1-1,-1 1,0-1,2 0,1 0,-1-1,0 1,0 0,0 0,0 0,1-1,-1 1,0 0,0 0,0 0,0-1,0 1,0 0,0 0,0-1,0 1,0 0,0 0,0-1,0 1,0 0,0 0,0-1,0 1,0 0,0 0,0-1,0 1,0 0,-1 0,1 0,0-1,0 1,0 0,0 0,0 0,-1 0,1-1,0 1,0 0,0 0,-1 0,1 0,0 0,0-1,0 1,-1 0,1 0,0 0,0 0,-1 0,1 0,0 0,20-15,-12 10,1 0,-1 0,1 1,1 0,-1 0,1 1,-1 1,1 0,0 0,0 0,8 1,-18 1,1 0,0 1,0-1,0 0,0 0,-1 1,1-1,0 1,0-1,-1 0,1 1,0 0,-1-1,1 1,0-1,-1 1,1 0,-1-1,1 1,-1 0,1 0,-1-1,0 1,1 0,-1 0,0 0,0-1,1 1,-1 0,0 0,0 0,0 0,0 0,0 0,0-1,0 1,-1 0,1 0,0 0,0 0,-1-1,1 1,0 0,-1 0,-20 43,18-37,0-3,-1 2,1 0,0 0,0 0,0 0,1 1,0-1,0 1,0-1,1 1,0 0,0 6,4 2</inkml:trace>
  <inkml:trace contextRef="#ctx0" brushRef="#br1" timeOffset="194747.879">11478 11941,'-14'-6,"7"29,-1 208,9-157,-1-21,-2 17,4 0,3 0,2-1,6 13,-13-82,18 51,-18-50,1-1,-1 1,1 0,-1 0,1 0,0 0,0 0,-1-1,1 1,0 0,0-1,0 1,0 0,0-1,0 1,0-1,0 1,0-1,0 0,0 0,0 1,0-1,0 0,0 0,0 0,0 0,0 0,0 0,0 0,0 0,0-1,0 1,1 0,-1-1,0 1,0-1,-1 1,1-1,0 1,0-1,0 0,0 1,0-1,-1 0,1 0,108-74,-71 62,0 2,0 2,1 1,0 2,0 2,1 1,1 3,10-3,109-8,238-14,37 17,-62 41,-138-8,-202-22,1-2,-1-1,0-2,0-1,0-1,0-2,12-5,27-2,-63 11,-1-1,0 0,-1-1,1 0,0 0,-1-1,0 0,0 0,-1-1,1 1,-1-2,-1 1,1-1,0-1,7-9,-1 0,-1-1,-1 0,0-1,-1 0,-1 0,-1-1,-1 0,-1 0,0-1,-2 1,0-1,-2 0,0 0,-1-6,0 18,-1 1,0 0,0 0,0 0,-1 0,0 0,-1 0,0 0,0 1,0-1,-1 1,0 0,-1 0,0 0,0 1,0-1,-1 1,0 0,0 1,0 0,-1 0,1 0,-4-1,-7-3,1 1,-1 1,0 1,-1 0,1 1,-1 1,0 0,0 2,-17-1,-254-34,195 22,-19 3,0 6,-1 5,-85 11,40-2,9 3,-98 22,199-25,-71 6,-93-1,-27-4,84-4,92-29,64 24,0 0,0 0,0 0,0 0,0 0,0-1,0 1,1 0,-1 0,0 0,0 0,0 0,0 0,0-1,0 1,0 0,0 0,0 0,0 0,0 0,0-1,0 1,0 0,-1 0,1 0,0 0,0 0,0 0,0-1,0 1,0 0,7 0</inkml:trace>
  <inkml:trace contextRef="#ctx0" brushRef="#br1" timeOffset="198337.533">583 13143,'378'444,"-328"-384,2-2,3-2,3-3,1-2,3-3,17 8,6-5,2-4,2-3,2-5,87 25,31-3,149 21,-266-61,1-4,1-5,0-3,0-5,0-3,0-5,10-5,461-107,-471 98,-1-4,-1-4,-1-4,-2-4,77-41,279-202,-362 224,39-23,3 5,38-12,15 8,113-27,-242 86,120-38,3 7,126-17,429-21,-535 56,2 9,120 6,311 5,-117-16,-427 14,-1-3,0-4,-1-3,-1-4,21-12,-22 10,67-30,66-38,67-29,341-88,-441 172,-57 10,-120 30,0 0,0 0,0-1,-1 1,1 0,0 0,0-1,0 1,0 0,0 0,0-1,-1 1,1 0,0 0,0-1,0 1,0 0,0-1,0 1,0 0,0 0,0-1,0 1,1 0,-1 0,0-1,0 1,0 0,0-1,0 1,0 0,0 0,1 0,-1-1,0 1,0 0,0 0,1 0,-1-1,0 1,0 0,1 0,-1 0,0 0,0 0,1-1,-29-2,10 2</inkml:trace>
  <inkml:trace contextRef="#ctx0" brushRef="#br1" timeOffset="198663.213">10743 12221,'0'0,"0"0,0 0,1 0,-1 0,0 0,1 0,-1 0,0 0,1 0,-1 0,0 0,0 0,1 1,-1-1,0 0,0 0,1 0,-1 1,0-1,0 0,1 0,-1 1,0-1,0 0,0 0,0 1,0-1,1 0,-1 0,0 1,0-1,0 0,0 1,0-1,0 0,0 1,0-1,0 0,0 0,0 1,0-1,0 0,0 1,0-1,0 0,-1 1,1-1,0 0,0 0,0 1,0-1,-1 0,1 0,0 1,0-1,0 0,-1 0,1 0,0 1,0-1,-1 0,1 0,0 0,0 0,-1 0,1 0,0 1,-1-1,1 0,0 0,25 6,275 10,-296-16,1 0,-1 1,1-1,-1 1,0 0,0 1,1-1,-1 1,0-1,0 1,0 0,-1 1,1-1,0 1,-1 0,0-1,1 2,-1-1,0 0,-1 0,1 1,-1 0,1-1,-1 1,0 0,0 0,-1 0,1 1,-1-1,0 0,0 1,0 3,-5 5,-1-1,-1 0,0 0,0 0,-1-1,0 0,-1-1,-1 1,1-1,-2-1,1 0,-1 0,-1-1,1 0,-11 6,10-7,-241 188,214-166</inkml:trace>
  <inkml:trace contextRef="#ctx0" brushRef="#br3" timeOffset="-208153.083">11304 12983,'-9'4,"0"1,0 1,1 0,0 0,0 0,0 1,1 1,0-1,0 1,1 0,0 1,0-1,1 1,0 0,0 1,1-1,1 1,0 0,-2 6,0 9,0 2,1-1,2 0,1 1,1-1,1 1,1-1,2 1,1-1,0 0,2-1,1 1,1-2,1 1,2-1,0 0,1-1,1-1,2 0,0-1,1-1,1 0,0-2,9 6,25 17,1-3,2-2,2-2,1-3,1-2,2-3,0-3,2-3,0-2,1-3,5-2,46 4,1-5,0-4,0-6,82-10,-96-1,-1-3,-1-6,0-3,68-26,-83 20,-1-4,-1-4,-2-3,-2-4,-2-3,-65 39,-1-1,0-1,0 0,-1 0,0-1,0-1,-1 1,-1-1,1-1,-2 0,1 0,-2 0,1-1,-1 0,-1 0,-1-1,1 1,-2-1,2-9,-4-7,-1 1,-2 0,-1 1,-1-1,-1 0,-1 1,-2 0,-1 0,-1 1,-5-9,0-4,-1 1,-2 0,-2 2,-1 0,-21-26,20 41,-1 2,-1 0,0 1,-1 2,-1 0,-1 2,0 1,0 1,-1 1,-1 2,-6-1,-40-10,-1 4,-1 3,0 3,-1 3,0 5,1 2,-1 4,-2 3,-121 16,2 9,-126 39,148-31,118-28,-264 70,286-69,0 1,0 2,2 2,0 1,1 1,1 2,-9 9,31-23,1 0,1 1,0 0,0 1,0 0,2 0,-1 1,1 0,1 0,0 0,0 1,1 0,1 0,0 1,0-1,2 1,-1 4,4 11</inkml:trace>
  <inkml:trace contextRef="#ctx0" brushRef="#br3" timeOffset="-206766.649">14513 13398,'-4'-4,"1"0,-1 0,-1 0,1 1,0-1,-1 1,1 0,-1 1,0-1,0 1,0 0,0 0,-1 1,1-1,0 1,-1 0,1 1,-1-1,1 1,-1 0,1 0,-1 1,1 0,-1 0,1 0,0 0,0 1,-1 0,1 0,-2 2,-3 2,0 0,0 1,1 1,0-1,0 1,0 1,1 0,1 0,0 1,0-1,0 1,1 1,1-1,0 1,1 0,0 1,-1 1,4-11,0 1,0-1,0 0,1 0,-1 0,1 0,-1 1,1-1,-1 0,1 1,0-1,0 0,0 0,1 1,-1-1,0 0,1 1,0-1,-1 0,1 0,0 0,0 0,0 0,0 0,1 0,-1 0,1 0,-1 0,1-1,-1 1,1-1,0 1,0-1,0 0,0 1,0-1,0 0,0 0,0-1,0 1,0 0,2 0,6-2,-1-1,1 0,-1-1,1 1,-1-2,0 1,0-1,-1-1,1 0,-1 0,0 0,0-1,0 0,-1-1,0 0,1-2,12-9,-2-2,0 0,-1-1,-1-1,-1-1,-1 0,-1 0,4-14,-14 84,11 57,-13-100,0-1,0 0,0 1,1-1,-1 0,1 0,0 0,0 0,0 0,0 0,1-1,-1 1,1-1,-1 0,1 1,0-1,0 0,0-1,0 1,0 0,1-1,-1 0,0 0,1 0,-1 0,1 0,-1-1,3 1,5-3,0 0,0-1,0 0,-1 0,1-1,-1 0,0-1,0 0,-1-1,1 0,-1-1,-1 0,1 0,3-5,8-7,0-1,-2 0,0-2,-1 0,-2-1,0-1,-1 0,-2-1,0 0,-2-1,-1 0,-1 0,-1-1,-1-1,-2 1,0-1,-2 1,-1-1,-2-19,1 38,-1 0,0 0,0 0,0-1,-1 1,-1 0,0 1,0-1,0 0,-1 1,-1 0,-4-7,8 14,1-1,-1 1,0 0,0 0,0 1,0-1,0 0,0 0,0 0,-1 1,1-1,0 0,0 1,0-1,-1 1,1 0,0-1,-1 1,1 0,0 0,-1 0,1 0,0 0,-1 0,1 0,-1 0,1 1,0-1,0 0,-1 1,1-1,0 1,0-1,-1 1,1 0,0 0,0-1,0 1,0 0,0 0,0 0,0 1,-33 50,23-22,3 1,0 0,2 1,1 0,2 0,1 0,1 0,2 0,1 0,3 10,-4-22,1 1,2-1,0 0,0 0,2 0,1 0,0-1,1 0,1-1,1 0,1 0,0-1,2 0,10 11,-20-25,1 1,0-1,0 0,0 0,1 0,-1-1,1 0,-1 0,1 0,0 0,0 0,0-1,0 0,0 0,0-1,0 1,0-1,0 0,0 0,0-1,0 0,0 0,0 0,0 0,0-1,0 1,0-1,-1-1,2 0,8-10,-1 0,-1-1,-1-1,0 0,0 0,-2-1,0 0,-1-1,0 0,-1 0,-1-1,-1 0,-1 0,0 0,-1-8,13-58,-4-1,-3 0,-5-1,-5-62,-1 143,0 20,-6 84,4 1,7 52,-3-128,1 0,1-1,1 1,1-1,1 1,1-1,1-1,1 1,0-1,2-1,1 0,1 0,8 11,-16-28,-1 1,1-1,-1 0,1 0,0 0,1 0,-1-1,1 1,-1-1,1 0,0-1,0 1,0-1,1 0,-1 0,0-1,1 0,-1 0,1 0,0 0,-1-1,1 0,-1 0,1-1,0 1,-1-1,1 0,-1-1,0 0,1 1,1-2,13-13</inkml:trace>
  <inkml:trace contextRef="#ctx0" brushRef="#br3" timeOffset="-206521.149">15141 13130,'14'0,"20"-2,23-6,21-5,19-4,13 2,-12 4</inkml:trace>
  <inkml:trace contextRef="#ctx0" brushRef="#br3" timeOffset="-205458.67">14606 14320,'-10'-51,"10"-166,-27 86,21 121,15 24,-2-7,1 0,0-1,1 0,-1 0,1-1,0 0,1 0,-1-1,1 0,0-1,0 0,0-1,0 0,1 0,2-1,18 1,1-2,-1-1,1-1,12-4,-41 5,1 0,0 0,0 1,0-1,0 1,1-1,-1 1,0 1,0-1,0 0,0 1,0 0,0 0,0 0,-1 1,1-1,0 1,-1 0,1 0,-1 0,1 0,-1 1,0-1,3 4,-2 5,1 0,-2 1,1-1,-2 1,0 0,0 0,-1 0,0 0,-1 0,0 0,-2 8,1 2,0 11,-1-24,1 0,1 1,0-1,0 1,1-1,0 1,0-1,1 0,1 1,-1-1,5 8,-7-16,1 1,0-1,0 0,0 0,0 0,0 0,0 0,0 0,0 0,0 0,0-1,0 1,1 0,-1-1,0 1,1-1,-1 1,0-1,1 1,-1-1,0 0,1 0,-1 0,1 0,-1 0,0 0,1 0,-1 0,1-1,-1 1,0 0,1-1,-1 1,0-1,0 0,1 1,-1-1,42-33,-31 22,0 0,-1-1,0 0,-1-1,0 0,-2-1,1 0,-2 0,0-1,-1 0,-1 0,0-1,-1 1,-1-1,0 0,-1 0,-1-2,-1 18,1 1,-1-1,1 0,-1 0,0 0,0 0,0 0,1 0,-1 0,0-1,0 1,0 0,0 0,-1 0,1 0,0 0,0 0,-1 0,1 0,0 0,-1 1,1-1,-1 0,1 0,-1 0,0 0,1 0,-1 1,0-1,0 0,1 1,-1-1,0 0,0 1,0-1,0 1,0-1,0 1,0 0,0-1,0 1,0 0,0 0,0 0,0 0,0 0,0 0,0 0,0 0,0 0,0 0,0 0,0 1,0-1,-4 7,0 0,0 0,1 0,0 1,0 0,1 0,0 0,0 0,1 0,0 1,0-1,1 1,1-1,-1 3,0-3,1 0,0 0,0 0,1 0,0 0,0 0,0 0,1-1,1 1,-1 0,1-1,1 1,-1-1,1 0,0 0,1-1,0 1,0-1,0 0,1 0,0-1,0 0,0 0,1 0,-1 0,8 2,-2-1,0-1,1-1,-1 0,1-1,0 0,0-1,0 0,0-1,0-1,0 0,0-1,0 0,0-1,0 0,0-1,0-1,-1 0,0-1,3-1,26-14</inkml:trace>
  <inkml:trace contextRef="#ctx0" brushRef="#br3" timeOffset="-204981.744">15636 13999,'-1'-1,"1"0,0-1,0 1,0 0,0 0,0-1,0 1,0 0,0 0,0 0,0-1,1 1,-1 0,1 0,-1 0,1-1,-1 1,1 0,0 0,-1 0,1 0,0 0,0 0,0 0,0 1,0-1,0 0,0 0,0 1,0-1,0 1,0-1,0 1,0-1,1 1,-1 0,0-1,0 1,1 0,-1 0,0 0,0 0,1 0,-1 0,0 0,0 0,1 1,-1-1,0 0,0 1,1 0,6 3,-1 1,0 0,1 0,-2 1,1-1,-1 2,1-1,-2 1,1 0,-1 0,0 0,-1 1,1 0,-1 0,-1 0,0 0,0 1,0 3,8 24,-3 1,-1 0,-2 0,-1 4,-2-15,1 1,0-1,2 0,2 0,0-1,1 0,1 0,2 0,1-1,-10-20,0 0,1 0,-1 0,1 0,0 0,0-1,1 1,-1-1,1 0,0 0,0 0,0 0,0-1,0 1,1-1,-1 0,1-1,-1 1,1-1,0 0,-1 0,1 0,0 0,0-1,0 0,-1 0,1-1,0 1,0-1,0 0,-1 0,1-1,-1 1,1-1,-1 0,1 0,-1 0,0-1,2-1,-2 1,-1-1,1 0,-1 0,0 0,0 0,0 0,0-1,-1 1,0-1,0 0,0 1,0-1,-1 0,0 0,0 0,0-1,-1 1,0 0,0 0,0 0,0 0,-1 0,0 0,0 0,0 0,-1 0,0-2,-3-5,0 0,-1 1,0 0,-1 0,0 0,-1 0,0 1,-1 1,0-1,-5-2,-6-5,0 2,-2 1,0 1,0 0,-2 2,1 1,-1 0,0 2,-1 1,0 1,0 1,-1 1,1 1,-1 2,0 0,-8 2,16 1,37 1,33-5,0-2,0-2,0-2,-1-2,44-16,-57 16,88-24,-8 2</inkml:trace>
  <inkml:trace contextRef="#ctx0" brushRef="#br3" timeOffset="-204655.067">17213 13946,'-2'16,"-1"16,4 17,6 13,4 11,4 5,-1 4,-3 1,-4-4,-2-6,-5-12,-4-13,-4-16,-1-12</inkml:trace>
  <inkml:trace contextRef="#ctx0" brushRef="#br3" timeOffset="-204406.736">17146 14454,'-1'-8,"-12"-59,3-1,3 0,3-33,3 97,0 0,1 1,-1-1,1 0,0 0,0 0,0 0,1 0,-1 0,1 0,0 0,0 0,1 0,-1 1,1-1,0 0,0 1,0 0,0-1,0 1,1 0,0 0,-1 0,1 0,0 1,1-1,-1 1,0 0,1 0,-1 0,1 0,-1 1,1-1,0 1,0 0,2 0,2 1,-1 0,0 1,0 0,0 1,0-1,0 2,0-1,0 1,-1-1,1 2,-1-1,0 1,0 0,0 0,-1 1,1 0,4 5,-7-7,0 0,0 1,0 0,0 0,0-1,-1 2,0-1,0 0,0 0,0 1,-1-1,1 1,-1-1,0 1,-1 0,1-1,-1 1,0 0,0-1,-1 1,1 0,-1-1,0 1,0 0,0-1,-1 0,-1 4,-2 1,0-1,-1 0,0-1,0 1,0-1,-1 0,0-1,0 0,-1 0,0 0,0-1,0 0,-1-1,0 0,0 0,0-1,9-2,-1-1,1 0,-1 0,1 1,0-1,-1 0,1 0,-1 0,1 1,-1-1,1 0,-1 0,1 0,-1 0,1 0,-1 0,1 0,-1 0,1 0,-1 0,1 0,-1-1,1 1,-1 0,1 0,-1 0,1-1,-1 1,1 0,-1-1,1 1,0 0,-1-1,1 1,0 0,-1-1,1 1,0-1,-1 1,1-1,0 1,0 0,0-1,1-9</inkml:trace>
  <inkml:trace contextRef="#ctx0" brushRef="#br3" timeOffset="-203313.313">17721 14066,'-16'-2,"0"1,0 1,0 0,0 1,0 1,0 0,0 1,0 1,1 0,-1 1,1 1,1 1,-1 0,1 0,0 2,-5 4,17-12,0-1,1 1,-1 0,1-1,-1 1,1 0,-1 0,1 0,0 0,-1 1,1-1,0 0,0 0,0 1,0-1,0 1,0-1,0 1,0-1,1 1,-1 0,1-1,-1 1,1 0,0-1,-1 1,1 0,0 0,0-1,0 1,0 0,1-1,-1 1,0 0,1 0,-1-1,1 1,0-1,-1 1,1-1,0 1,0-1,0 1,0-1,0 1,0-1,1 0,-1 0,0 0,1 0,-1 0,2 1,8 0,1-1,0 0,0-1,0-1,-1 1,1-2,0 0,-1 0,1-1,-1 0,0-1,0 0,0-1,0 0,-1-1,0 0,0-1,-1 0,0-1,0 1,0-2,-9 8,1 0,-1 1,0-1,0 0,1 1,-1-1,0 0,1 1,-1-1,1 0,-1 1,1-1,-1 1,1-1,-1 1,1-1,-1 1,1-1,0 1,-1-1,1 1,0 0,0 0,-1-1,1 1,0 0,-1 0,1 0,0 0,0 0,-1 0,1 0,0 0,0 0,-1 0,1 0,0 0,0 0,-1 1,1-1,0 0,-1 1,1-1,0 0,-1 1,1-1,0 1,-1-1,1 1,-1-1,1 1,-1-1,1 1,-1 0,1-1,-1 1,0 0,1-1,-1 1,0 0,0-1,0 1,1 0,-1 0,0-1,0 1,0 0,0 0,1 5,0 0,0 0,1 0,-1 0,1 0,1 0,-1-1,1 1,0-1,1 0,-1 0,1 0,0 0,0-1,0 0,1 1,-1-2,1 1,0 0,1-1,-1 0,0 0,6 2,-8-5,-1 0,0-1,1 1,-1 0,0-1,0 1,1-1,-1 0,0 0,0 0,0 0,0 0,0 0,0-1,0 1,-1-1,1 1,0-1,-1 0,1 1,-1-1,1 0,-1 0,0 0,0 0,0 0,0 0,0-1,0 0,16-69,-8-100,-8 168,1 0,0 1,0-1,0 1,0 0,1-1,-1 1,1 1,0-1,0 0,0 0,0 1,0 0,1 0,-1 0,1 0,-1 0,1 1,0-1,0 1,-1 0,1 0,0 1,0-1,0 1,0 0,0 0,0 0,0 0,0 1,0-1,0 1,0 0,1 1,7-2,7 1,0 0,1 1,-1 1,0 1,17 5,-29-7,-1 1,0-1,1 1,-1 0,0 1,-1 0,1 0,-1 0,0 0,0 1,0 0,0 0,-1 0,0 1,0-1,0 1,-1 0,2 3,-1 5,0 1,0-1,-2 1,1 0,-2 0,0-1,-1 1,-1 0,-1 7,1 15,1-35,0 0,0 1,0-1,0 0,1 1,-1-1,1 1,-1-1,1 0,0 0,0 1,0-1,0 0,0 0,1 0,-1 0,1 0,-1-1,1 1,0 0,-1-1,1 1,0-1,0 1,0-1,0 0,1 0,-1 0,0 0,0 0,0-1,1 1,-1-1,1 1,-1-1,0 0,1 0,-1 0,0 0,1 0,-1-1,1 1,-1-1,11-2,0-1,-1 0,1-1,-1-1,0 0,0 0,-1-1,0-1,0 0,-1 0,0-1,0 0,-1-1,0 0,-1-1,0 1,-1-2,0 1,0-1,-2 0,1 0,-2-1,4-12,3-17,-2 0,-2-1,-2 0,-1 0,-3 0,-1-1,-2 1,-3 0,-1 0,-2 0,-8-24,1 19,11 50,1 94,6 41,19 121,-18-224,2-1,1 1,2-1,2 4,-8-28,0-1,1 1,0-1,0 0,1 0,0 0,0-1,1 0,0 0,0 0,1-1,-1 1,2-2,-1 1,1-1,-1 0,8 3,-12-7,1 0,-1 1,1-1,0-1,-1 1,1 0,0-1,0 0,0 0,-1 0,1 0,0-1,0 1,0-1,-1 0,1 0,-1-1,1 1,-1-1,1 1,-1-1,0 0,0-1,0 1,0 0,0-1,2-2,61-87,-60 82,33-52,-39 62,1-1,-1 1,1-1,-1 1,1 0,-1-1,1 1,0-1,-1 1,1 0,-1 0,1-1,0 1,-1 0,1 0,0 0,0 0,-1 0,1 0,0 0,-1 0,1 0,0 0,-1 0,1 0,0 1,-1-1,1 0,0 0,-1 1,1-1,-1 0,1 1,0-1,-1 1,1-1,-1 1,1-1,-1 1,0-1,1 1,-1-1,1 1,-1 0,0-1,0 1,1-1,-1 1,0 0,0 0,15 40,-13-34,-1 0,1 0,0 0,0 0,1 0,-1 0,1 0,1 0,0-1,-1 0,2 0,-1 0,1 0,0-1,0 1,1-1,-1 0,1-1,0 0,0 0,1 0,-1 0,1-1,0 0,0-1,0 1,0-1,0-1,4 1,14-4</inkml:trace>
  <inkml:trace contextRef="#ctx0" brushRef="#br3" timeOffset="-203050.563">18911 13772,'0'0</inkml:trace>
  <inkml:trace contextRef="#ctx0" brushRef="#br3" timeOffset="-202803.997">18363 13665,'16'2,"16"1,17 0,16-1,17-3,16-3,13-3,8-1,-16 1</inkml:trace>
  <inkml:trace contextRef="#ctx0" brushRef="#br3" timeOffset="-202289.348">19820 14053,'-31'-14,"0"2,-1 0,-1 3,0 1,0 1,0 2,-1 1,0 1,0 3,-31 2,58-2,1 1,-1 0,1 0,-1 1,1 0,-1 0,1 0,0 1,0 0,0 0,1 0,-1 1,1 0,0 0,0 0,0 1,0 0,1 0,0 0,0 0,0 1,0-1,1 1,0 0,1 0,-1 0,1 1,0-1,0 1,1 0,1-4,0 0,0 1,0-1,1 1,0-1,-1 1,1-1,0 0,1 0,-1 1,0-1,1 0,0 0,0 0,0 0,0-1,0 1,0-1,1 1,-1-1,1 0,0 0,0 0,0 0,0 0,0 0,0-1,0 0,0 0,1 0,-1 0,0 0,4 0,5 1,0 0,1-1,-1 0,0-1,1 0,-1-1,1-1,11-2,-8-1,-1 0,1 0,-1-2,0 0,-1-1,0 0,0-1,-1 0,0-1,0-1,-1 0,-1-1,0 0,0-1,-1 0,-1 0,0-1,-1 0,-1-1,0 0,-1 0,0-1,-1 1,-1-1,-1 0,0-1,0-10,-1 41,1 1,1-1,0 0,0 0,2 0,0 0,0-1,1 0,1 0,0-1,1 0,3 4,-6-10,-1 0,1-1,0 1,1-1,-1 0,1-1,0 0,0 0,0 0,1-1,-1 0,1 0,0-1,0 0,-1 0,2-1,-1 0,0 0,0-1,0 0,0-1,0 0,0 0,0 0,0-1,0-1,0 1,4-3,6-5,0 0,-1-1,-1-1,0 0,0-1,-1-1,-1 0,-1-1,0-1,-1 0,0-1,-1 0,-1 0,-1-1,-1-1,0 1,-1-2,-1 1,-1 0,2-20,-4 27,-1 1,-1-1,0 1,0-1,-1 0,-1 1,0-1,-1 1,0-1,0 1,-1 0,-1 0,0 0,0 0,-1 1,-1-1,1 1,-2 1,1-1,-1 1,-1 0,0 0,5 7,0 0,1 1,-1-1,0 1,0 0,0 0,0 0,0 0,0 0,0 0,0 1,0 0,0-1,0 1,0 0,0 1,0-1,-1 1,1-1,0 1,0 0,0 0,1 0,-1 0,0 1,0-1,1 1,-1 0,0-1,1 1,0 0,-2 2,-3 3,0 1,0-1,1 1,0 0,1 1,0 0,0-1,1 2,-2 5,-1 6,1 1,1 0,1 0,1 0,1 0,1 0,0 0,2 1,1-1,1 0,0 0,2 0,1-1,3 9,-4-17,0 1,0-1,2 0,-1-1,2 0,-1 0,2 0,0-1,0 0,1-1,0 0,1 0,0-1,0-1,1 0,0 0,0-1,1-1,0 0,0-1,1 0,12 2,-14-5,0 0,0-1,0 0,0-1,0-1,0 0,0 0,-1-1,1-1,0 0,5-2,22-11</inkml:trace>
  <inkml:trace contextRef="#ctx0" brushRef="#br3" timeOffset="-202039.055">20943 13959,'-21'0,"-6"0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5:45.3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125 1539,'-1'-1,"1"1,-1-1,0 0,0 1,1-1,-1 0,0 1,0-1,0 1,0-1,0 1,0 0,0-1,0 1,0 0,0 0,0 0,0 0,0 0,0 0,0 0,0 0,0 0,0 0,0 0,0 1,0-1,1 0,-1 1,0-1,0 1,0-1,0 1,0-1,1 1,-1 0,0-1,0 1,1 0,-1 0,0-1,0 2,-20 39,13-6,2 0,1 0,2 0,1 1,2 0,1 5,0 6,5 168,0-99,-6 1,-4 0,-10 31,1-70,5-39,2 1,2 0,1 33,3-61,-1-11,1 1,-1-1,1 0,0 1,-1-1,1 1,0-1,0 1,0-1,0 1,0-1,0 0,0 1,1-1,-1 1,1-1,-1 1,1-1,-1 0,1 1,0-1,-1 0,1 0,0 0,0 1,0-1,0 0,0 0,0 0,0 0,0-1,1 1,-1 0,0 0,1-1,-1 1,0-1,1 1,-1-1,0 1,1-1,1 0,71-18,-31 14,1 2,-1 1,0 3,4 1,37 7,-55-5,0-1,1-2,-1-1,1-2,23-2,227-51,-56 54,-112 4,-60-6,1-2,-1-3,19-6,128-13,101 17,-167-8,141-10,70 42,-294-14,0 2,0 2,0 2,17 6,25 5,1-3,30-2,142 10,82-1,-315-21,21 4,1 1,-1 3,18 7,-47-10,152 7,-48-7,137 4,-46-2,-216-8,-1 0,1-1,0 1,-1-1,1 1,0-1,-1 0,1 0,-1 0,0 0,1-1,-1 1,0-1,0 1,0-1,0 0,0 0,0 0,0 0,0 0,-1 0,1 0,-1 0,0-1,0 1,0-1,0 1,0-2,15-76,-16 80,4-86,-5-1,-3 1,-4 0,-17-73,-10-122,29 189,4-1,5 1,3 0,12-49,-6 76,-4 0,-2-1,-2-29,-4 91,0 1,0 0,0 0,-1 0,1-1,-1 1,1 0,-1 0,0 0,0 0,-1 0,1 0,-1 0,1 0,-1 1,0-1,0 0,0 1,0 0,-1-1,1 1,0 0,-1 0,0 0,1 1,-1-1,0 1,0-1,0 1,0 0,0 0,0 0,-1 1,1-1,0 1,0-1,0 1,-3 1,-49-2,0 3,0 2,-46 10,-90 7,-356-12,58 29,280-22,1 9,-63 21,146-19,-2-6,-59 0,-77-3,-20 14,161-12,46-6,-2-3,-64 0,-440-12,436-21,60 5,-79-11,79 20,81 7,-1-1,0 1,1 0,-1 1,0-1,0 1,1 0,-1 0,0 1,0 0,1 0,-1 0,1 1,-1 0,1 0,-1 0,1 0,-2 2,-14 11</inkml:trace>
  <inkml:trace contextRef="#ctx0" brushRef="#br0" timeOffset="15586.024">807 1500,'-1'-15,"0"0,1 0,1-1,0 1,2 1,-1-1,2 0,-1 1,2-1,0 1,1 0,1 1,5-11,10-12,2 1,1 0,2 2,8-7,17-12,1 2,3 2,2 3,2 2,1 3,2 3,2 2,1 4,2 2,18-3,182-51,-251 78,-58 3,12 2,0 1</inkml:trace>
  <inkml:trace contextRef="#ctx0" brushRef="#br0" timeOffset="15901.179">1408 550,'1'0,"-1"0,0-1,0 1,0 0,1 0,-1 0,0 0,0 0,1 0,-1 0,0 0,0 0,0 0,1 0,-1 1,0-1,0 0,0 0,1 0,-1 0,0 0,0 0,0 0,1 0,-1 1,0-1,0 0,0 0,0 0,0 0,1 1,-1-1,0 0,0 0,0 0,0 1,0-1,0 0,0 0,0 0,0 1,0-1,0 0,0 0,0 0,0 1,0-1,0 0,0 0,0 0,0 1,0-1,0 0,0 0,0 0,0 1,-1-1,26 1,177-34,-151 22,0 1,1 3,20 2,-65 3,0 2,0-1,0 1,0 0,0 1,0-1,0 2,-1-1,1 1,0-1,0 2,-1-1,0 1,1 0,-1 0,0 1,0 0,-1 0,1 0,-1 1,0 0,0 0,-1 0,1 1,-1-1,0 1,-1 0,1 0,-1 0,-1 1,1-1,1 6,-3-1,0 0,0 1,-2-1,1 0,-1 1,-1-1,0 0,0 0,-1 0,-1 0,0 0,0-1,-1 0,0 0,-3 3,-8 13,-2 0,0-1,-2-1,-22 21,13-17,6-7</inkml:trace>
  <inkml:trace contextRef="#ctx0" brushRef="#br0" timeOffset="16599.668">2799 376,'-9'38,"1"1,2 0,2 1,2-1,1 1,3 11,-1-11,-1 32,-6-140,-3 1,-16-62,-6-35,28 144,1 12,0 0,1 0,0 0,0 0,1 0,0 0,0 0,1 0,0 0,0 0,3-7,0 11,-1 1,1-1,0 1,0 0,0 1,1-1,-1 1,1-1,-1 1,1 1,0-1,0 1,0-1,0 1,0 1,0-1,0 1,0 0,0 0,0 0,1 1,8-2,261-9,-243 17,-22-1</inkml:trace>
  <inkml:trace contextRef="#ctx0" brushRef="#br0" timeOffset="16864.272">2638 564,'21'2,"17"-1,15-6,9-6,5-6,1-5,-2 0,-6 0,-13 5</inkml:trace>
  <inkml:trace contextRef="#ctx0" brushRef="#br0" timeOffset="17752.347">3548 270,'-74'35,"71"-34,1 1,0-1,-1 1,1 0,0 0,0-1,0 2,0-1,1 0,-1 0,0 0,1 1,0-1,-1 1,1 0,0-1,0 1,0 0,1-1,-1 1,1 0,0 0,-1 0,1-1,0 1,1 0,-1 0,3 3,0 0,1-1,0 1,0-1,0 0,1 0,-1 0,1-1,0 0,1 0,-1 0,1 0,0-1,0 0,0 0,0 0,1-1,-6-1,48 21,-33-16,-1 1,1 0,-1 1,-1 1,0 0,0 1,-1 0,0 1,1 3,-11-11,0 1,0 0,-1 0,0 0,0 0,0 0,0 0,-1 1,0-1,0 0,0 1,0-1,-1 1,1 0,-1-1,0 1,-1-1,1 1,-1-1,0 1,0-1,0 1,-1-1,1 0,-1 1,0-1,0 0,-1 0,1-1,-1 1,0 0,0-1,0 0,-1 1,1-1,-1-1,1 1,-1 0,0-1,0 0,0 0,0 0,-1 0,1-1,-1 0,-5 3,-1-2,0 1,-1-2,1 1,0-1,0-1,-1 0,1-1,0 0,-1-1,1 0,0-1,1 0,-2-1,8 3,1-1,0 1,0-1,0 0,0 0,1 0,-1-1,0 1,1-1,0 1,-1-1,1 0,0 0,0 0,1 0,-1 0,1 0,-1-1,1 1,0 0,0-1,1 1,-1-1,1 1,-1-1,1 1,0-1,1 0,-1 1,1-1,-1 1,1 0,1-4,2-7,1 1,0 0,0 0,2 1,-1 0,2 0,0 0,1 0,58-70,-45 59,-2-2,0 1,-2-2,-1-1,0 0,-3-1,5-12,-18 39,0-1,0 1,-1-1,1 1,0-1,-1 0,1 0,-1 1,1-1,-1 0,0 0,0 1,0-1,0 0,0 0,0 0,0 1,-1-1,1 0,-1 0,1 1,-1-1,0 0,1 1,-1-1,0 1,0-1,0 1,0-1,-1 1,1 0,0 0,0-1,-1 1,1 0,-1 0,1 0,-1 0,1 1,-1-1,0 0,1 1,-1-1,0 1,0-1,0 1,-9 1,0 0,-1 0,1 2,0-1,1 1,-1 1,0 0,1 0,0 1,0 0,0 1,1 0,0 1,0 0,0 0,1 1,0 0,0 1,-28 41,36-49,-1 0,1 0,-1 0,1 1,0-1,-1 0,1 0,0 1,0-1,0 0,-1 0,1 1,1-1,-1 0,0 1,0-1,0 0,1 0,-1 0,1 1,-1-1,1 0,-1 0,1 0,0 0,-1 0,1 0,0 0,0 0,0 0,0 0,0 0,0 0,0-1,0 1,0 0,0-1,0 1,1-1,-1 1,0-1,0 0,1 0,-1 1,75 6,-33-9</inkml:trace>
  <inkml:trace contextRef="#ctx0" brushRef="#br0" timeOffset="18076.675">4069 283,'0'0,"1"1,-1-1,0 1,1-1,-1 1,1-1,-1 1,0-1,1 1,-1-1,1 0,-1 1,1-1,-1 0,1 1,-1-1,1 0,0 0,-1 0,1 0,-1 1,1-1,0 0,-1 0,1 0,-1 0,1 0,0 0,-1-1,1 1,-1 0,1 0,-1 0,1 0,0-1,-1 1,1 0,-1-1,1 1,-1 0,1-1,-1 1,0 0,1-1,-1 1,1-1,-1 0,2 0,0 0,0-1,0 1,-1-1,1 1,-1-1,1 0,-1 0,1 0,-1 0,0 0,0 0,0 0,0 0,0 0,-1 0,1-1,-1 1,1 0,-1 0,0-1,0 1,0 0,0-1,0 1,0 0,-1-1,1 1,-1 0,0 0,0 0,1-1,-1 1,-1 0,1 0,0 0,0 1,-1-1,1 0,-1 0,1 1,-1-1,-1 0,-1 1,-1-1,1 1,-1 0,0 0,1 1,-1-1,0 1,0 0,1 0,-1 1,0 0,1-1,-1 2,0-1,1 0,-1 1,1 0,0 0,0 0,-1 1,1-1,1 1,-1 0,0 0,1 0,0 1,-1-1,1 1,0 0,1-1,-1 2,1-1,0 0,0 0,0 1,1-1,-1 1,1-1,0 1,0 4,-4 19,3-3</inkml:trace>
  <inkml:trace contextRef="#ctx0" brushRef="#br0" timeOffset="18377.648">4136 603,'-8'83,"10"-125,-2 41,1-2,0 0,0 0,-1 0,1 0,-1 0,0 0,0 0,0 0,0 0,0 0,-1 0,1 0,-1 0,0 0,0 0,0 1,0-1,-1 0,1 0,-1 1,1-1,-1 1,0-1,0 1,0 0,-2-2,2 5,-1-1,1 1,0-1,0 1,0 0,0 0,0 0,0 0,0 0,0 0,0 1,0-1,1 1,-1-1,0 1,1 0,-1-1,1 1,0 0,0 0,0 0,0 0,0 0,0 0,0 1,1-1,-1 0,1 0,-1 2,0-1,-1 0,1 0,0 0,0 0,0 0,0 0,1 0,-1 0,1 1,0-1,0 0,0 0,0 1,0-1,1 0,-1 0,1 0,0 1,0-1,1 0,-1 0,0 0,1-1,0 1,-1 0,1-1,1 1,-1-1,0 1,0-1,1 0,1 2,16 5</inkml:trace>
  <inkml:trace contextRef="#ctx0" brushRef="#br0" timeOffset="18715.238">4443 564,'13'-226,"-12"46,5 569,16-274,-13-96</inkml:trace>
  <inkml:trace contextRef="#ctx0" brushRef="#br0" timeOffset="19277.842">4737 242,'-1'6,"-1"-1,1 0,1 0,-1 0,1 0,-1 1,2-1,-1 0,1 0,-1 1,1-1,1 0,-1 0,1 0,0 0,0 0,0-1,1 1,-1 0,1-1,0 0,1 0,-1 0,1 0,0 0,2 1,12 10,2 0,0-1,1-1,0-1,5 1,-12-5,-11-7,18 9,0 1,0 1,-1 0,0 2,-1 0,-1 1,0 1,-1 0,-1 2,8 10,-22-26,0 0,-1 1,1-1,-1 0,1 1,-1-1,0 1,0-1,0 1,0 0,0-1,-1 1,1 0,-1 0,0-1,0 1,0 0,0 0,0-1,-1 1,1 0,-1 0,1-1,-1 1,0 0,0-1,-1 1,1-1,0 1,-1-1,1 0,-1 0,0 1,-2 0,-3 1,-1-1,0 0,0-1,0 0,0 0,-1-1,1 0,0 0,-1-1,1 0,0 0,-1-1,1 0,0-1,0 0,0 0,0 0,0-1,0-1,1 1,-1-1,-2-2,5 2,1 1,-1-1,1 0,0 0,0 0,0 0,0-1,1 0,0 0,0 0,0 0,0 0,1 0,0-1,0 1,0-1,1 0,0 1,0-1,1 0,-1 0,1 1,0-1,1 0,-1 0,1 0,0 1,1-1,0 0,-1 1,2 0,0-2,70-130,-25 55,-37 63,-2 0,0 0,-2-1,0 0,-1 0,-1-1,0 0,-2 0,-1 0,0-16,-1 34,-1 0,0 0,0 0,0 0,0 0,0 0,-1 0,1 0,-1 0,0 0,0 0,0 1,0-1,-1 0,1 1,-1-1,1 1,-1-1,0 1,0 0,0-1,0 1,0 0,-1 0,1 1,-1-1,1 1,-1-1,0 1,1 0,-1-1,0 2,0-1,0 0,0 0,0 1,0 0,0-1,-2 1,-4 5,1 1,0 0,0 0,0 0,1 1,0 0,0 0,1 1,0 0,0 0,1 1,0-1,0 1,-3 9,3-7,-27 48,3-2</inkml:trace>
  <inkml:trace contextRef="#ctx0" brushRef="#br0" timeOffset="20131.104">4470 176,'0'7,"-2"6,-6 9,-5 9,-6 6,-1 4,0-1,1-5,2-8,3-9</inkml:trace>
  <inkml:trace contextRef="#ctx0" brushRef="#br0" timeOffset="20702.767">4470 283,'3'13,"0"12,2 9,0 6,2 7,-1 4,-1 2,-1-1,-2-4,0-7,0-7,1-7,0-11,-1-11,-3-5,-1-3</inkml:trace>
  <inkml:trace contextRef="#ctx0" brushRef="#br0" timeOffset="20987.043">4457 751,'9'0,"8"0,5 0,6 0,2 0,2 0,-4 0,-3 0,-9 0,-14 0,-6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6:33.7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934 307,'-9'-7,"0"-1,0 2,-1-1,0 1,0 1,0 0,-1 0,1 1,-1 0,0 1,-1 0,1 1,0 0,-1 1,0 0,1 1,-10 1,-226 37,234-36,1 0,0 0,0 1,0 1,1 0,-1 1,1 0,0 0,0 1,1 1,0 0,0 0,0 1,-4 5,-6 11,0 1,2 1,1 0,1 1,1 1,1 1,2 0,-3 12,-39 92,34-87,1 0,3 0,1 2,3 0,-4 29,15-62,-6 23,2 0,2 1,2-1,1 0,2 1,2-1,1 0,2 0,4 8,57 164,-51-149,3-1,2-1,3-1,2-1,3-1,26 35,-42-75,1-1,0 0,2-1,-1-1,2-1,-1 0,2-1,0-1,0-1,0-1,1 0,1-1,2-1,2 2,0-1,0-1,1-1,-1-2,1 0,0-2,0 0,0-2,0-1,0-1,-1-1,1-2,-1 0,10-5,11-9,-1-1,0-3,-2-1,-1-2,-2-3,0 0,-2-3,-2-1,-1-2,-1-1,-2-1,-2-2,3-9,-10 3,-1-1,-3-1,-1-1,-3 0,-2-1,-2-1,0-14,10-38,-9 51,2-1,-2-1,-2-1,-3 1,-3-1,-1 0,-3 0,-3-5,-8-5,-3 1,-3 1,-3 0,-4-2,13 34,-2 0,-1 2,-1-1,-2 2,0 0,-2 1,-1 1,-1 1,-1 1,-2 1,0 0,-1 2,-1 1,-1 1,-1 2,-1 0,0 2,-1 1,0 2,-1 1,0 1,-1 1,0 2,-5 1,19 5,-1 0,0 2,1 0,-1 1,0 1,1 0,0 2,0 0,0 1,1 1,-1 1,2 0,-1 1,-3 3,-40 27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6:37.3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2528 3557,'-260'-99,"182"72,-1 4,0 3,-2 3,0 4,0 4,-1 3,-75 5,127 1,-254 2,-88 19,315-16,0 3,1 2,0 3,1 2,0 3,-34 16,50-16,0 2,1 1,1 2,1 2,2 1,0 2,-22 24,45-36,1-1,0 2,2-1,0 1,0 0,2 1,0 0,1 0,1 0,0 1,1-1,2 1,0 0,0 0,-6 48,-1-12,-3 16,3-1,2 55,9-108,0 0,1 0,0-1,1 1,1-1,1-1,0 1,1-1,1 0,0-1,1 0,0 0,1-1,1-1,0 0,0 0,2-1,-1-1,1 0,8 4,3-3,0 0,1-2,0 0,0-2,1-1,-1-1,1-1,1-2,-1 0,0-2,5-1,80 6,312 3,-172 5,167-14,-54-35,-85-18,-26 8,-234 42,-1-1,1 0,-2-2,1 0,-1-1,0-1,0 0,6-6,-10 6,0-1,0 0,-1-1,0-1,-1 0,-1 0,0-1,0-1,-2 0,1 0,-1-3,6-19,-3-1,-1 0,-1-1,-3 0,0-1,-3 1,-1-19,-3 38,-1 1,-1-1,-1 0,-1 1,0 0,-1 0,-1 0,-1 1,-1-1,0 2,-1-1,-1 1,0 0,-7-6,-6-14,-16-24,-2 2,-2 1,-3 3,24 31,-1 0,-1 2,-1 1,0 1,-2 1,0 1,-1 1,-15-5,-36-10</inkml:trace>
  <inkml:trace contextRef="#ctx0" brushRef="#br0" timeOffset="2011.168">1993 3304,'4'-20,"53"-63,481-588,48-17,-405 497,9 7,93-63,-198 177,4 4,2 4,3 4,2 4,3 4,-81 41,0 2,1 0,0 1,0 1,0 0,9 0,-27 5,1-1,-1 1,1 0,0 0,-1 0,1 0,0 0,-1 0,1 0,0 0,-1 1,1-1,-1 1,1-1,-1 1,1-1,-1 1,1 0,-1 0,0 0,1 0,-1 0,0 0,0 0,1 0,-1 0,0 1,0-1,-1 0,1 1,0-1,0 1,-1-1,1 1,0-1,-1 1,0 0,1-1,-1 1,0-1,0 1,0 0,0-1,0 1,0 0,0-1,-1 1,1-1,-1 1,1-1,-1 1,0 0,1-1,-1 0,-1 2,-13 31</inkml:trace>
  <inkml:trace contextRef="#ctx0" brushRef="#br0" timeOffset="4734.786">2007 2982,'-2'20,"-1"0,-1 0,0-1,-2 1,-6 14,2-4,-30 90,15-51,3 1,3 0,2 9,3-231,7 89,3 0,3 0,3-7,-3 68,1 0,0 0,0 0,0 0,1 0,-1 1,0-1,1 0,-1 0,1 0,0 0,0 1,0-1,-1 0,1 0,1 1,-1-1,0 1,0-1,1 1,-1 0,1-1,-1 1,1 0,-1 0,1 0,0 0,-1 0,1 1,0-1,0 0,0 1,0-1,-1 1,1 0,0 0,0-1,0 1,0 1,0-1,23 3,0-1,0-2,0 0,0-1,0-2,0 0,0-2,-1 0,23-10,-20 8,183-48,-164 51,-45 4,-1 0,0 1,1-1,-1 1,0-1,0 1,1-1,-1 1,0-1,0 1,0-1,0 1,1-1,-1 1,0-1,0 1,0-1,0 1,0-1,0 1,-1 0,1-1,0 1,0-1,0 1,0-1,-1 1,1-1,0 0,0 1,-1-1,1 1,0-1,-1 1,1-1,0 0,-1 1,1-1,-1 0,1 1,-1-1,1 0,-1 0,1 1,-130 113,-279 218,400-322,28-23,223-207,-147 147,-96 73,1 1,0-1,0 0,0 1,0-1,0 0,0 1,0-1,0 0,0 0,0 1,0-1,0 0,0 1,0-1,0 0,0 0,0 1,0-1,0 0,0 1,1-1,-1 0,0 0,0 1,0-1,0 0,1 0,-1 1,0-1,0 0,0 0,1 0,-1 0,0 1,1-1,-1 0,0 0,0 0,1 0,-1 0,0 0,1 0,-1 0,0 0,0 1,1-1,-1-1,-100 120,66-85,-4 8,-92 84,130-126,0 0,0 0,0 0,0-1,0 1,0 0,0 0,0 0,0-1,0 1,0 0,0 0,0 0,0 0,0-1,0 1,0 0,-1 0,1 0,0 0,0-1,0 1,0 0,0 0,0 0,-1 0,1 0,0 0,0 0,0-1,0 1,0 0,-1 0,1 0,0 0,0 0,0 0,-1 0,1 0,0 0,0 0,13-21,-13 20,133-185,-122 171,-11 14,0 1,-1 0,1-1,0 1,-1 0,1-1,0 1,-1 0,1-1,0 1,-1 0,1 0,-1 0,1-1,0 1,-1 0,1 0,-1 0,1 0,-1 0,1 0,-1 0,1 0,-1 0,1 0,0 0,-1 0,1 0,-1 0,1 0,-1 1,1-1,0 0,-1 0,1 0,-1 1,1-1,0 0,-1 1,1-1,0 0,-1 0,1 1,0-1,0 1,-1-1,1 0,0 1,0-1,0 1,-1-1,1 1,0-1,0 0,0 1,0-1,0 1,0-1,-75 56,75-56,0 0,-1 0,1 1,0-1,-1 0,1 0,0 1,-1-1,1 0,-1 0,1 0,0 0,-1 0,1 1,-1-1,1 0,-1 0,1 0,0 0,-1 0,1 0,-1 0,1-1,0 1,-1 0,1 0,-1 0,1 0,0 0,-1-1,1 1,-1 0,1 0,0-1,-1 1,1 0,0-1,0 1,-1 0,1-1,0 1,0 0,-1-1,1 1,0 0,0-1,0 1,0-1,-1 1,1 0,0-1,0 1,0-1,0 1,0-1,0 1,0 0,0-1,1 1,-1-1,0 1,0-1,0 1,0 0,0-1,10-34,-8 29,12-43,-3 1,-1-2,-3 1,-2-1,-1 0,-4-22,-6 117,-28 277,32-308,1-19,0-25,1 26,1-307,-3 286,2 25,0 0,0 0,0 0,0 0,-1 1,1-1,0 0,0 0,0 0,0 0,-1 0,1 0,0 0,0 0,0 0,-1 0,1 0,0 0,0 0,0 0,-1 0,1 0,0 0,0 0,0 0,-1 0,1 0,0 0,0 0,0 0,-1 0,1 0,0 0,0-1,0 1,0 0,-1 0,1 0,0 0,0 0,0-1,-6 25,0 25,2 0,2 0,2 1,3 7,5-7,-8-50,0 0,0 0,0 0,1 0,-1-1,0 1,0 0,0 0,0 0,1 0,-1 0,0 0,0 0,0-1,1 1,-1 0,0 0,0 0,0 0,1 0,-1 0,0 0,0 0,0 0,1 0,-1 0,0 0,0 0,1 0,-1 0,0 0,0 1,0-1,1 0,-1 0,0 0,0 0,0 0,0 0,1 1,-1-1,0 0,0 0,0 0,0 0,0 1,0-1,1 0,-1 0,0 0,0 1,0-1,0 0,0 0,0 0,0 1,0-1,0 0,0 0,0 0,4-18,-1-23,-3 0,-1 0,-2 1,-2-1,-5-18,-1 18,2 57,9-16,0 2,-1-1,0 1,1 0,-1 0,1 0,0 0,0 1,0-1,0 0,0 0,0 0,0 0,1 0,-1 0,1 0,-1 0,1 0,0 0,0-1,0 1,0 0,0 0,0-1,0 1,1-1,-1 1,1-1,-1 1,1-1,-1 0,1 0,0 1,0-1,-1-1,2 2,9-1,0-1,-1 1,1-2,0 0,-1 0,1-1,-1 0,4-2,23-4,-5 2,1 1,0 2,-1 1,1 2,0 1,6 2,-37-3,0 0,0 0,-1 0,1 0,0 0,-1 0,1 1,-1 0,1-1,-1 1,1 0,-1 0,1 1,-1-1,0 0,1 1,-1-1,0 1,0 0,0 0,0 0,-1 0,1 0,0 0,-1 0,1 0,-1 1,0-1,0 1,0-1,0 1,0-1,-1 1,1-1,-1 1,0 0,1 2,-6 3,-1 0,1 0,-1 0,-1 0,1-1,-1 0,-1-1,1 1,-1-2,0 1,-1-1,1 0,3-1,-241 130,227-122,19-12,0 0,1 0,-1 0,0 0,0 1,0-1,0 0,1 0,-1 0,0 0,0 0,0 0,0 0,1 0,-1 0,0 0,0 1,0-1,0 0,0 0,0 0,0 0,1 0,-1 1,0-1,0 0,0 0,0 0,0 0,21-10,1-4,-1-2,-1-1,0 0,-1-1,-1-1,-1-1,0 0,-2-2,0 1,-2-2,0 0,-13 22,4-6,0 0,0 0,-1 0,0-1,-1 1,0-1,0 0,-1 0,1 0,-2-2,0 10,0-1,0 1,0-1,0 1,0 0,0-1,0 1,0-1,0 1,0 0,0-1,-1 1,1-1,0 1,0 0,-1-1,1 1,0 0,0-1,-1 1,1 0,0-1,-1 1,1 0,0 0,-1 0,1-1,-1 1,1 0,0 0,-1 0,1 0,-1 0,1 0,0-1,-1 1,1 0,-1 0,1 0,-1 0,1 1,0-1,-1 0,1 0,-1 0,1 0,-1 0,1 0,0 1,-1-1,1 0,0 0,-1 1,1-1,0 0,-1 1,1-1,0 0,0 1,-1-1,1 0,0 1,0-1,-86 90,65-65,-67 86,5 4,-7 23,55-80</inkml:trace>
  <inkml:trace contextRef="#ctx0" brushRef="#br0" timeOffset="6441.919">4947 375,'-1'-5,"-3"-8,7 17,3 15,1-1,1 0,0 0,1 0,1-1,1-1,1 0,0 0,0-1,2-1,0 0,1-1,14 11,-22-22,-1 1,1-1,0 0,0 0,0-1,1 0,-1 0,0-1,0 0,0 0,1-1,-1 0,0 0,0 0,0-1,0 0,0-1,-1 1,1-1,-1-1,1 1,-1-1,0 0,-1 0,1-1,-1 0,0 0,0 0,0-1,-1 1,1-1,-1 0,-1-1,1-1,5-4,-1-1,-1-1,0 1,-1-1,0-1,-1 1,-1-1,0 0,-1 0,-1 0,1-10,-3 24,1 0,-1 1,0-1,0 1,1-1,-1 1,0-1,0 0,0 1,1-1,-1 0,0 1,0-1,0 0,0 1,0-1,0 0,0 1,-1-1,1 1,0-1,0 0,0 1,-1-1,1 0,0 1,-1-1,1 1,0-1,-1 1,1-1,-1 1,1-1,-1 1,1 0,-1-1,1 1,-1-1,1 1,-1 0,0 0,1-1,-1 1,1 0,-1 0,0 0,1 0,-1 0,0-1,1 1,-1 1,0-1,1 0,-1 0,0 0,1 0,-1 0,1 0,-1 1,0-1,1 0,-1 1,1-1,-1 0,1 1,-1-1,0 1,-5 13,1 0,0 0,1 1,1 0,0-1,1 1,1 0,0 1,1-1,1 2,-2-10,5 58,3 0,2-1,3 0,3-1,3 0,13 28,2 16,-30-95,20 61,-3 0,-4 2,-3 0,-3 2,-8-66,-1 0,0-1,-1 1,0 0,0 0,-1-1,-1 1,0 0,0-1,-1 0,-1 1,1-1,-2 0,1-1,-1 1,-1-1,0 0,-6 7,10-14,0 0,0 0,0-1,-1 1,1-1,-1 0,1 0,-1 0,1 0,-1 0,0 0,1-1,-1 1,0-1,1 0,-1 0,0 0,0 0,1 0,-1-1,0 1,1-1,-1 1,0-1,1 0,-1 0,1-1,-1 1,1 0,0-1,-1 1,0-2,-4-3,1 0,-1 0,2-1,-1 0,1 0,0 0,0-1,1 1,-3-7,-8-31,1-1,2-1,3 0,1 0,2-1,3 1,2-48,1 80,-2-16,2 0,1 0,2 0,4-23,-5 46,0 1,0-1,0 1,1 0,0 0,0 0,1 0,0 0,0 1,0-1,1 1,0 1,0-1,1 1,0-1,0 1,0 1,0-1,1 1,-1 1,5-2,28-9,-3 6</inkml:trace>
  <inkml:trace contextRef="#ctx0" brushRef="#br0" timeOffset="6916.921">5830 269,'-4'10,"2"-1,-1 1,1 0,1 0,0 0,0 0,1 1,0-1,1 1,-1 2,4 65,3 0,4-1,11 40,-18-98,-3-10,1 1,-1-1,2 1,-1-1,1 1,1-1,0 0,0-1,1 1,-1-1,2 1,0-1,0-1,2 3,-2-8,1 1,-1-1,1 0,0 0,-1-1,1 0,0 0,0-1,0 0,0 0,0-1,0 0,-1 0,1 0,0-1,0 0,-1 0,0-1,1 1,-1-2,1 1,30-14,-1-2,0-1,-1-2,22-18,-29 18</inkml:trace>
  <inkml:trace contextRef="#ctx0" brushRef="#br0" timeOffset="7150.384">5830 229,'6'-14,"10"-7,11 1,10 3,8 5,5 4,1 4,-8 2</inkml:trace>
  <inkml:trace contextRef="#ctx0" brushRef="#br0" timeOffset="7559.2">6284 322,'5'38,"2"0,2 0,1-1,2 0,1-1,7 12,-20-48,0 1,1 0,-1 0,0 0,1 0,-1 0,1 0,-1-1,0 1,1 0,0 0,-1-1,1 1,0 0,-1-1,1 1,0-1,-1 1,1-1,0 1,0-1,0 1,0-1,-1 0,1 1,0-1,0 0,0 0,0 0,0 0,0 0,0 0,0 0,0 0,0 0,-1 0,1 0,0 0,0-1,0 1,0 0,0-1,0 1,-1-1,1 1,0-1,0 1,-1-1,1 0,30-39,-29 37,84-175,-84 215,-3-33,0 0,0 1,0-1,0 0,1 0,0 1,0-1,0 0,0 1,1-1,-1 0,1 1,0-1,1 0,-1 0,1 0,0 0,0 0,0 0,0-1,0 1,1-1,0 1,0-1,0 0,0 0,0 0,1-1,-1 1,1-1,0 0,-1 0,1 0,3 1,1-1,0-1,1 0,-1 0,0-1,1 0,-1-1,0 0,0 0,1 0,4-3,16-5</inkml:trace>
  <inkml:trace contextRef="#ctx0" brushRef="#br0" timeOffset="8025.648">6658 108,'41'-29,"-10"14,1 2,1 2,-1 1,2 1,-1 2,35-3,-66 9,0 0,0 1,0-1,0 1,0 0,0-1,0 1,1 0,-1 0,0 1,0-1,0 0,0 1,0-1,0 1,0 0,0-1,0 1,-1 0,1 0,0 0,0 0,-1 1,1-1,0 0,-1 1,0-1,1 1,-1 0,0-1,0 1,0 0,0 0,0 0,0 0,0 0,-1 0,1 0,-1 0,1 0,-1 0,0 0,0 0,-14 136,12-118,0-1,1 0,1 1,1-1,0 1,2-1,0 1,1-1,5 12,90 202,-98-229,1 1,-1-1,0 0,0 0,-1 1,1-1,-1 1,0-1,0 1,-1-1,1 0,-1 1,0-1,0 0,0 1,-1-1,0 0,0 0,0 0,0 0,0-1,-1 1,1 0,-1-1,0 0,0 0,-1 0,1 0,0 0,-1 0,0-1,0 0,0 0,0 0,0 0,0-1,0 1,-14 2,-1-1,1-1,-1-1,1 0,-1-1,1-1,-4-2,21 4,1-1,-1 0,0 0,1 1,-1-1,0 0,1 0,-1 0,0 0,0 0,1 0,-1 0,0 0,1 0,-1 0,0 0,1-1,-1 1,0 0,1 0,-1-1,0 1,1 0,-1-1,1 1,-1-1,0 1,1-1,-1 1,1-1,0 1,-1-1,1 1,-1-1,1 0,0 1,-1-1,1 0,0 1,0-1,0 0,0 1,-1-1,1 0,0 1,0-1,0 0,0 0,0 1,1-1,-1 0,14-10,4 1</inkml:trace>
  <inkml:trace contextRef="#ctx0" brushRef="#br0" timeOffset="8275.013">7314 697,'0'0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6:24.5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163 94,'9'8,"-3"20,-1-1,-1 0,-1 1,-1 0,-2 0,-1 9,1 8,-15 391,15-433,0-1,0 1,0 0,0 0,0-1,1 1,-1 0,1 0,0-1,0 1,0-1,0 1,0-1,0 1,1-1,-1 1,1-1,-1 0,1 0,0 0,0 0,0 0,0-1,0 1,1 0,-1-1,1 0,-1 1,1-1,-1 0,1 0,-1-1,1 1,0 0,-1-1,1 0,0 1,0-1,-1 0,2-1,146-23,88 12,-96 0,192-9,-321 21,40 1,-1-3,1-2,21-5,-20 2,0 2,0 3,45 4,-13-1,851-1,-935 0,-1 0,1 0,0 0,0 0,0-1,0 1,-1 0,1-1,0 1,0-1,-1 0,1 0,0 0,-1 0,1 0,-1 0,1 0,-1 0,1 0,-1-1,0 1,0-1,0 1,0-1,0 1,0-1,0 1,0-1,0 0,-1 0,1 1,-1-1,1 0,-1 0,0 0,0-1,7-165,-8 144,-18-284,18 301,1-8,-2 1,0 0,-1 0,0 0,-1 1,0-1,-5-6,6 14,-1 1,0 0,0 0,-1 1,1 0,-1-1,0 1,0 1,-1-1,1 1,-1 0,0 0,1 1,-1-1,-1 1,1 1,0-1,0 1,-1 0,1 0,0 1,-1 0,1 0,0 1,-1-1,1 2,0-1,0 0,-1 1,-23 5,-1-2,0-1,0-2,0-1,-18-2,31 1,-326 28,-56-29,217 14,96-16,1-5,-45-11,-32-3,139 19,-122-12,-84 5,2 10,183-8,18 2</inkml:trace>
  <inkml:trace contextRef="#ctx0" brushRef="#br1" timeOffset="48701.812">2610 1390,'-17'0,"0"-1,0-2,0 1,0-2,0 0,1-1,-1-1,-114-25,29-13,-33 32,22-17,-10 15,-1-4,-9 2,64 13,-147-15,-108 15,110 11,202-7,-45 3,1 2,0 2,0 3,1 2,0 3,1 2,-8 6,31-7,0 1,1 2,0 1,-23 22,37-26,1 0,1 0,1 1,0 1,2 0,0 1,1 0,1 1,0 0,2 0,1 1,0 0,2 0,0 1,2-1,0 0,2 1,1 14,2-27,0-1,1 0,0 0,0 0,1 0,0-1,1 0,-1 0,2 0,-1-1,1 0,0 0,1-1,-1 0,1 0,0-1,1 1,0-2,-1 0,5 2,-2 1,36 22,1-3,2-1,0-2,1-3,52 13,25-1,0-6,2-5,71-1,347 4,-389-27,103-18,-146 10,-58 4,0-3,-1-2,0-3,-1-2,-1-3,0-2,19-13,-49 21,-1-1,0-1,-2-1,1-1,-2 0,-1-2,0-1,-2 0,0-1,5-10,-18 23,1 1,-2-2,1 1,-1 0,-1-1,1 0,-2 0,1 0,-2 0,1 0,-1 0,-1 0,1-1,-2 1,0 0,0 0,-1 0,0 0,0 0,-1 0,-1 0,0 1,0-1,0 1,-2 0,1 0,-1 1,0 0,-1 0,1 0,-2 1,1 0,-1 0,-5-3,-2 1,-1 1,0 0,-1 1,0 1,0 0,0 1,0 1,-1 1,0 0,1 2,-1 0,0 1,0 0,-5 2,-30 4,-1 3,1 2,1 3,-2 2,6 1,42-12</inkml:trace>
  <inkml:trace contextRef="#ctx0" brushRef="#br1" timeOffset="49823.284">3546 1858,'5'-35,"4"11,58-205,-63 209,-1 0,-1 0,-1 0,0-1,-2 1,0 0,-1 0,-1 0,-1 0,-5-14,-11-8,20 40,-1 1,1 0,-1 0,1 0,-1 0,0 0,1 0,-1 0,0 0,0 0,0 0,0 1,0-1,0 0,0 1,0-1,0 0,0 1,0-1,0 1,-1 0,1-1,0 1,0 0,0 0,-1 0,1-1,0 1,0 1,-1-1,1 0,0 0,-1 1,0 0,0 1,1 0,-1 0,1 0,-1 0,1 0,0 0,0 1,0-1,0 0,0 0,0 1,1-1,-1 1,1-1,0 1,0-1,-1 1,2-1,-1 1,0-1,0 0,1 1,0-1,-1 1,1-1,0 0,0 1,0-1,0 0,1 0,-1 0,0 0,1 0,1 1,4 2,1 0,1 0,-1-1,1-1,-1 1,1-1,0-1,0 1,1-2,-1 1,0-1,1-1,-1 1,5-2,22 4,-29-4,1 1,-1 1,1-1,-1 1,0 0,0 1,1 0,-1 0,0 1,-1-1,1 1,0 1,-1-1,0 1,0 1,0-1,0 1,0 0,-1 0,0 0,0 1,-1 0,2 2,0 11,0 1,-2 0,0 0,-1 0,-1 0,-1 1,-1-1,-1 1,-2 11,2-3,1 47,1-75,-1 0,1 0,0 0,0 0,0 0,0 0,0 0,0 0,0 0,0 0,1 0,-1-1,0 1,0 0,1-1,-1 1,0-1,1 0,-1 1,0-1,1 0,-1 0,1 0,-1 0,0 0,1 0,-1 0,1 0,-1-1,0 1,1 0,-1-1,0 1,1-1,-1 0,0 1,0-1,0 0,1 0,-1 0,0 0,0 0,0 0,0 0,-1 0,2-1,28-21,-1-2,-1-1,-1-1,-2-1,-1-1,1-4,-15 21,0 0,-1-1,0 0,-2 0,1-1,-1 0,-1 0,-1-1,0 1,-1-1,0-1,-1 1,0-10,-3 24,1 0,-1 1,0-1,0 0,0 0,0 0,0 0,0 0,0 0,0 0,0 0,0 0,-1 0,1 0,0 0,0 0,-1 0,1 1,-1-1,1 0,-1 0,1 0,-1 1,0-1,1 0,-1 1,0-1,0 0,1 1,-1-1,0 1,0-1,0 1,0 0,1-1,-1 1,0 0,0-1,0 1,0 0,0 0,0 0,0 0,0 0,0 0,0 0,0 0,0 1,0-1,0 0,0 0,1 1,-1-1,0 1,0-1,0 1,-45 35,38-26,1 0,0 1,1 0,0 0,0 0,1 0,1 1,0 0,0 0,2 0,-1 0,0 13,2-18,1-1,0 1,0 0,1 0,0-1,0 1,0 0,1-1,0 1,0-1,0 0,1 0,0 0,1 0,-1 0,1 0,0-1,0 0,1 0,-1 0,1 0,1-1,-1 0,4 3,1-2,0 0,0-1,1 0,-1-1,1 0,0 0,0-1,0-1,0 0,0 0,0-1,0 0,0-1,0-1,0 0,0 0,0-1,-1 0,1-1,9-5,17-10</inkml:trace>
  <inkml:trace contextRef="#ctx0" brushRef="#br1" timeOffset="51124.865">4495 1284,'9'0,"18"0,-1 0,1 2,-1 1,22 5,-42-6,1-1,-1 2,1-1,-1 1,0-1,0 2,0-1,0 1,-1 0,1 0,-1 0,0 1,0 0,-1 0,1 0,-1 0,0 1,-1 0,1-1,-1 1,0 2,4 17,-1 1,-1 0,-1 0,-2 0,-1 1,0-1,-2 1,-1-1,-2 0,0 1,1 3,-2 14,1-15,1-1,1 0,2 1,0 0,5 25,-3-47,0 0,0 0,1-1,-1 1,1-1,1 1,-1-1,1 0,1 0,-1-1,4 4,-6-7,0 0,0 0,0 0,0 0,0 0,1-1,-1 1,0-1,1 0,0 1,-1-1,1 0,0-1,-1 1,1 0,0-1,0 0,-1 1,1-1,0 0,0-1,0 1,0 0,-1-1,1 1,0-1,-1 0,1 0,0 0,0-1,3-3,-1-1,0 1,0-1,-1-1,0 1,0-1,0 1,-1-1,0 0,0 0,-1 0,1-1,-2 1,1-1,-1 1,0-1,-1 1,0-1,0 0,0 1,-1-1,0 0,-2-2,-4-20,-1 0,-2 1,-1 0,-1 0,-2 2,0-1,-2 2,-1 0,-1 1,-1 1,-2 0,0 2,-1 0,-19-13,38 32,1 2,1 1,-1-1,1 0,-1 0,1 0,0 0,-1 0,1 0,0 0,0 0,0 0,0-1,0 1,0-1,0 1,0 0,1-1,-1 1,0-1,1 0,-1 1,1-1,0 1,-1-1,1 0,0 1,0-1,0 0,0 1,1-1,-1 0,0 1,1-1,-1 1,1-1,-1 0,1 1,0-1,-1 1,2-1,5-3,2 0,-1 0,0 0,1 1,0 0,0 1,0 0,1 0,6 0,9-4,36-11,1 3,1 3,-1 3,13 1,-73 7,0 1,-1 0,1-1,0 1,0 0,0 0,0 0,-1 0,1 0,0 0,0 0,0 1,0-1,-1 1,1 0,0-1,-1 1,1 0,0 0,-1 0,1 0,-1 0,1 0,-1 0,0 1,0-1,1 0,-1 1,0-1,0 1,0 0,0-1,-1 1,1 0,0-1,-1 1,1 0,-1 0,0 0,1-1,-1 1,0 1,-1 29,3 31,-1-61,-1 0,1 0,-1-1,1 1,0 0,0-1,0 1,0-1,0 1,0-1,0 1,1-1,-1 0,0 1,1-1,-1 0,1 0,-1 0,1 0,0 0,-1-1,1 1,0 0,0-1,-1 1,1-1,0 0,0 0,0 1,1-1,6-2,0 0,0 0,0-1,-1 0,1-1,-1 1,0-2,0 1,0-1,-1 0,0-1,0 1,0-2,0 1,-1-1,0 0,-1 0,1 0,-1-1,-1 0,2-3,1 0,-1-2,0 1,0-1,-1 1,-1-2,0 1,-1 0,-1-1,1-6,-12 54,7-19,0 0,1 0,1 0,0 0,1 0,3 14,-4-25,1 0,0-1,0 1,1 0,-1-1,1 1,0 0,0-1,0 0,0 1,0-1,1 0,0 0,-1-1,1 1,0 0,0-1,1 0,-1 0,0 0,1 0,-1 0,1-1,0 1,-1-1,1 0,0 0,3 0,7-1,-1-1,0-1,0 0,0-1,0 0,-1-1,1 0,-1-1,0-1,0 0,0 0,-1-1,0-1,-1 1,1-2,-2 0,1 0,-1-1,0 0,4-7,2-4,0 0,-1-1,-1-1,-2 0,0-1,-1 0,-2-1,0 0,-2 0,0-1,-2 1,-1-1,-1 0,-1 0,-1 0,-2 0,0 0,-2 0,-1 0,-1 1,-1 0,-1 0,-11-23,17 44,1 1,0-1,0 0,-1 1,0-1,1 1,-1 0,-1-1,1 1,0 0,-1 0,0 1,1-1,-1 0,0 1,-1-1,2 3,1 0,-1 0,1 1,-1-1,1 1,-1-1,1 1,0-1,-1 1,1 0,0 0,-1-1,1 1,0 0,0 0,0 0,0 1,0-1,0 0,0 0,0 0,1 1,-1-1,0 0,1 1,-1-1,1 1,-1-1,1 1,0-1,0 1,-1 0,-7 29,1 1,1-1,2 1,-1 27,4-41,-3 22,3 1,1-1,1 1,3-1,1 0,6 17,-9-44,2 0,0-1,0 0,1 0,1 0,0 0,0-1,1 0,1 0,0-1,0 0,1 0,0-1,1 0,0 0,0-2,1 1,0-1,0 0,0-1,10 3,-12-5,1-1,-1 0,1-1,-1 1,1-2,0 1,-1-2,1 1,0-1,0-1,0 0,-1 0,1-1,0 0,-1 0,1-1,-1-1,0 1,0-2,-1 1,1-1,-1 0,0-1,0 0,0 0,-1-1,5-6,1-4,0-1,-1-1,-1 0,0-1,-2 0,0 0,-2-1,0 0,0-6,33-198,-22 47,-8 0,-11-116,-9 220,-1 74,-20 73,11 5,3 1,4 1,3 0,1 69,6-109,2 0,2 0,1 0,2 0,2-1,1 1,2-2,2 1,2-1,1-1,12 21,-22-49,1 0,0-1,1 0,0 0,0-1,1 1,-1-1,1-1,1 1,0-1,0-1,0 1,0-2,1 1,0-1,-1 0,2 0,1-1,-8-2,-1-1,1 0,0 0,-1 0,1 0,0 0,-1 0,1-1,0 1,-1-1,1 0,-1 0,1 0,-1 0,0 0,1-1,-1 1,0-1,0 1,1-2,14-15</inkml:trace>
  <inkml:trace contextRef="#ctx0" brushRef="#br1" timeOffset="51896.604">6085 869,'28'10,"0"0,0-2,1-1,0-2,0 0,0-2,0-2,1 0,-1-2,1-1,-1-2,23-5,242-51,-267 57,-26 3,-1 1,0-1,1 1,-1-1,0 0,0 1,0-1,1 1,-1-1,0 1,0-1,0 1,0-1,0 1,0-1,0 1,0-1,0 1,0-1,0 1,0-1,0 1,0-1,-1 1,1-1,0 1,0-1,0 1,-1-1,1 0,0 1,-1-1,1 1,0-1,-1 0,1 1,0-1,-1 0,1 0,-1 1,1-1,-1 0,1 0,-1 1,1-1,-1 0,1 0,0 0,-1 0,1 0,-1 0,-17 14,1-3,1 0,0 1,1 0,1 1,0 1,0 0,2 1,0 1,0 0,2 0,0 1,1 0,0 1,2 0,-5 14,11-29,1 0,-1-1,0 1,1 0,0 0,-1 0,1 0,0 0,1 0,-1 0,0 0,1 0,0 0,-1 0,1-1,0 1,1 0,-1 0,0-1,1 1,0-1,-1 1,1-1,0 0,0 0,0 0,1 0,-1 0,0 0,1 0,-1-1,1 0,0 1,-1-1,1 0,0 0,0 0,0 0,0-1,0 1,-1-1,4 0,7-2,-1-1,0-1,0 0,-1-1,1 0,-1-1,0 0,-1 0,1-1,-1-1,-1 0,1 0,-1-1,-1 0,1 0,1-5,92-119,-102 133,0 1,0-1,0 0,1 1,-1-1,0 0,0 1,0-1,1 0,-1 1,0-1,0 0,1 0,-1 1,0-1,1 0,-1 0,0 0,1 1,-1-1,0 0,1 0,-1 0,0 0,1 0,-1 0,0 0,1 0,-1 0,1 0,-1 0,0 0,1 0,-1 0,0 0,1 0,-1 0,0 0,1 0,-1-1,1 1,-1 0,0 0,0 0,1-1,-1 1,0 0,1 0,-1-1,0 1,0 0,0-1,1 1,-1 0,0-1,0 1,0 0,0-1,1 1,-1 0,0-1,0 1,0 0,0-1,0 1,0-1,0 1,0-1,-1 31,0-29,3 87,-1-85,0 0,0-1,0 1,0 0,1-1,-1 1,1 0,-1-1,1 0,0 1,0-1,0 0,0 0,0 0,1 0,-1-1,1 1,-1-1,1 1,0-1,-1 0,1 0,0 0,0 0,0-1,-1 1,1-1,0 1,1-1,2 0,1 0,-1-1,1 0,-1 0,0 0,1-1,-1 1,0-2,0 1,0-1,0 0,-1 0,1 0,-1-1,0 0,0 0,0 0,0-1,-1 1,2-4,8-8,-1-1,-1 0,-1-1,0-1,5-13,7-28,-3 0,-3-2,-2 0,-3-1,-3 0,-3-1,-1-38,-1 49,-3 0,-1 0,-3 1,-4-12,1 43,-2 21,-17 64,11-14,2 0,2 1,3 0,2 1,2-1,2 1,3 0,2-1,2 0,2 0,3 0,1-1,17 39,-24-75,1 0,0 0,1-1,1 0,0 0,0-1,1 0,1-1,0 0,1 0,0-1,0 0,3 0,-12-8,0-1,1 0,-1 0,0 0,1 0,-1 0,1 0,-1-1,1 1,-1-1,1 0,-1 1,1-1,0 0,-1-1,1 1,-1 0,1-1,1 0,16-9</inkml:trace>
  <inkml:trace contextRef="#ctx0" brushRef="#br1" timeOffset="52168.284">7088 535,'20'-4,"23"-5,25-4,21-5,20-2,15-2,4 1,-4 4,-22 4</inkml:trace>
  <inkml:trace contextRef="#ctx0" brushRef="#br1" timeOffset="52943.619">3759 2461,'11'-2,"-1"0,1 0,-1-1,0 0,1 0,-2-1,1-1,0 0,-1 0,0-1,0 0,2-3,26-16,0-3,-2 0,-2-3,-1 0,-1-3,-1 0,-2-2,-2-1,12-24,-4-16,-33 74,0 0,0 1,0-1,-1 1,1-1,-1 0,0 0,0 1,0-1,0 0,0 0,-1 1,1-1,-1 0,0 1,1-1,-1 1,-1-1,1 1,0-1,0 1,-1-1,0 1,1 0,-1 0,0 0,0 0,0 0,-3 1,0-1,1 1,-1 0,0 0,0 0,0 1,0 0,0 0,0 0,0 0,0 1,0 0,0 0,0 0,1 1,-1 0,0 0,1 0,0 0,-1 1,1-1,0 1,0 0,0 0,1 1,-1-1,1 1,0 0,-3 4,-3 3,0 1,1 1,0-1,1 1,1 1,0-1,1 1,0 0,1 0,1 1,0-1,1 1,0 0,2 3,-1 22,2-1,1 1,3-1,7 31,29 112,17 110,-53-261,-2 1,-1 0,-1 0,-2 0,-1 0,-2-1,-3 10,-17 3,12-38</inkml:trace>
  <inkml:trace contextRef="#ctx0" brushRef="#br1" timeOffset="53260.272">4040 2620,'32'-7,"-1"-2,0-1,0-2,-1-1,-1-1,0-2,9-6,-36 20,153-87,-155 88,1 1,0 0,-1-1,1 1,0 0,0 0,-1-1,1 1,0 0,0 0,0 0,-1 0,1 0,0 0,0 0,-1 0,1 0,0 0,0 1,0-1,-1 0,1 0,0 1,-1-1,1 1,0-1,-1 0,1 1,0-1,-1 1,1 0,-1-1,1 1,-1-1,1 1,-1 0,1-1,-1 1,0 0,1 0,-1-1,0 1,0 0,0 0,1-1,-1 1,0 0,0 0,0 0,-1 45,1-37,-4 92,6-87</inkml:trace>
  <inkml:trace contextRef="#ctx0" brushRef="#br1" timeOffset="54305.756">4254 2193,'56'5,"-1"3,-1 3,1 2,-2 2,11 6,-53-17,-1 1,0 0,-1 0,1 1,-1 0,0 1,0 0,-1 0,0 1,-1 0,1 0,-1 1,-1 0,0 0,0 0,-1 1,0 0,0 0,-1 1,12 49,18 38,-34-97,1 0,0 1,0-1,0 0,0 0,0 0,0 1,0-1,0 0,0 0,1 0,-1-1,0 1,1 0,-1 0,1-1,-1 1,1-1,-1 1,1-1,-1 0,1 0,-1 1,1-1,-1 0,1 0,0-1,-1 1,1 0,-1 0,1-1,-1 1,1-1,-1 1,0-1,1 0,-1 1,1-1,-1 0,0 0,0 0,0 0,1-1,44-54,-36 36,-1 0,-1-1,-1 0,-1-1,-1 0,0 0,-2 0,0-13,12 60,-9-16,-1 1,1-1,1 0,0-1,0 1,0-1,1-1,0 0,1 0,0 0,0-1,0 0,1-1,0 0,0-1,0 0,0 0,1-1,0 0,-1-1,1 0,0-1,0 0,0-1,0 0,0-1,0 0,0-1,-1 0,1 0,7-4,0 2,0-2,-1 0,0-1,0 0,0-2,-1 0,-1-1,1 0,-2-1,1-1,-2 0,8-9,-19 20,-1-1,1 1,-1 0,1-1,-1 1,0-1,1 1,-1-1,0 0,0 1,0-1,-1 0,1 0,0 0,-1 0,1 0,-1 1,1-1,-1 0,0 0,0 0,0 0,0 0,0 0,-1 0,1 0,0 0,-1 0,0 0,1 0,-1 0,0 0,0 1,0-1,0 0,0 1,0-1,-1 1,1-1,0 1,-1-1,1 1,-1 0,0 0,1 0,-1 0,-1 0,-6-2,0 2,0-1,0 1,-1 1,1 0,-1 0,1 1,0 0,0 0,-1 1,1 0,0 1,1 0,-1 1,0-1,1 2,0-1,0 1,0 0,1 1,-1 0,1 0,1 1,-1-1,1 1,-1 3,3-5,1 0,0 1,0-1,0 1,1-1,0 1,0 0,1 0,-1 0,1 0,0 4,1-8,0 0,0 0,0 0,0 0,0 0,0 0,1 0,-1 0,1 0,-1 0,1-1,0 1,0 0,0 0,0 0,0-1,0 1,1-1,-1 1,0-1,1 1,-1-1,1 0,-1 1,1-1,0 0,0 0,-1 0,1-1,0 1,0 0,0-1,0 1,0-1,0 1,0-1,8-1,0 1,-1-1,1-1,-1 0,0 0,1-1,-1 0,0-1,-1 0,1 0,-1-1,0 0,0-1,0 0,0 0,-1 0,0-1,0-1,78-97,-85 105,0 0,0 1,0-1,0 0,0 1,0-1,0 1,0-1,0 0,0 1,1-1,-1 0,0 1,0-1,0 0,1 1,-1-1,0 0,0 0,1 1,-1-1,0 0,0 0,1 1,-1-1,0 0,1 0,-1 0,1 0,-1 1,0-1,1 0,-1 0,0 0,1 0,-1 0,0 0,1 0,-1 0,1 0,-1 0,0 0,1 0,-1 0,0-1,1 1,-1 0,1 0,-1 0,0 0,1 9,0-5,-1 0,1 0,0 1,0-1,1 0,-1 0,1-1,0 1,0 0,0 0,0-1,1 0,-1 1,1-1,0 0,0 0,0 0,0-1,1 1,-1-1,1 0,0 0,-1 0,1 0,0 0,0-1,0 0,0 0,0 0,1 0,-1-1,0 0,0 0,0 0,1 0,-1 0,0-1,0 0,0 0,0 0,0 0,0-1,2 0,14-9,0-1,-1 0,0-2,-1 0,-1-1,0 0,-1-2,-1 0,0-1,-1 0,-2-1,1 0,-2-1,-1-1,0-1,1 3,-1 0,-2 0,0-1,0 0,-2-1,-1 1,0-1,-2 0,0 0,-1-1,-2 1,0 0,-1-1,-1 1,-1 0,-1 0,-5-17,8 34,0 0,0 0,0 0,0 1,-1-1,1 1,-1-1,0 1,0 0,0-1,-1 1,1 0,-1 0,0 1,1-1,-1 0,0 1,-1 0,1 0,0 0,-1 0,1 0,-1 1,0 0,1-1,-1 1,0 0,0 1,1-1,-1 1,0 0,0 0,0 0,0 0,0 1,0-1,-2 2,-1 3,0 1,0 0,1 1,0 0,0 0,0 0,1 0,0 1,0 0,1 0,0 0,1 1,0-1,0 1,1 0,-1 4,-5 12,1 2,1-1,2 1,0-1,2 1,1 0,1 0,1 0,2 0,0 0,2 0,1-1,8 24,-9-40,0 1,1-1,0 0,1-1,-1 1,2-1,-1-1,1 1,1-1,0-1,0 0,0 0,1 0,0-2,0 1,0-1,1 0,0-1,0-1,0 1,0-2,10 2,41 4</inkml:trace>
  <inkml:trace contextRef="#ctx0" brushRef="#br1" timeOffset="56781.045">6928 1912,'0'14,"0"13,0 12,0 5,0 3,2-3,1-4,0-6,-1-10</inkml:trace>
  <inkml:trace contextRef="#ctx0" brushRef="#br1" timeOffset="57264.832">6686 1778,'90'-12,"-50"4,0 3,0 1,1 2,-1 1,39 6,-71-4,0 0,0 0,0 1,0 1,0-1,0 1,-1 1,1-1,-1 1,0 0,0 1,-1 0,1 0,-1 0,0 1,0 0,-1 0,1 0,-1 1,-1 0,0 0,0 0,0 1,0-1,-1 1,-1 0,1 3,4 131,-8-141,1 0,0-1,0 1,-1 0,1 0,0 0,0 0,0 0,0 0,0 0,0 0,0 0,0 0,1 0,-1-1,0 1,0 0,1 0,-1 0,1 0,-1 0,1-1,-1 1,1 0,-1 0,1-1,0 1,-1 0,1-1,0 1,0-1,-1 1,1-1,0 1,0-1,0 0,0 1,-1-1,1 0,0 1,0-1,0 0,0 0,0 0,0 0,0 0,0 0,0 0,0 0,0-1,0 1,5-4,1-1,-1 0,0 0,-1 0,1-1,-1 0,0 0,0 0,-1-1,3-3,0 0,19-31,-1-1,-3-1,-1-1,4-17,-18 50,-7 28,-3-8,1 1,0 0,1 0,0 0,0 0,1 0,1 0,-1 0,2 0,-1 0,1 0,1-1,0 1,0-1,1 1,0-1,1 0,-1-1,2 1,-1-1,1 0,1 0,-1-1,7 5,-1-6,0 0,0-1,0-1,1 0,-1-1,1 0,0-1,0 0,1-1,-1-1,0 0,0-1,0 0,0-1,0 0,0-1,-1-1,12-4,39-13</inkml:trace>
  <inkml:trace contextRef="#ctx0" brushRef="#br1" timeOffset="58040.392">4776 3316,'19'-3,"0"0,0-1,-1-1,1-1,-1 0,0-2,-1 0,1-1,-2 0,1-1,-1-1,8-8,9-4,0-1,-2-1,-1-2,0-1,-3-2,0 0,-2-2,9-16,-8-13,-26 60,1-1,-1 1,0-1,1 1,-1-1,0 1,0-1,0 1,0-1,0 1,0-1,-1 0,1 1,-1-1,1 1,-1 0,1-1,-1 1,0-1,1 1,-1 0,0-1,0 1,0 0,0 0,0 0,0 0,0 0,-1 0,1 0,0 0,-1 0,1 1,0-1,-1 0,1 1,-1-1,0 1,-2-1,-1 1,1-1,0 1,0 0,0 0,0 1,0-1,0 1,0 0,0 0,0 1,1-1,-1 1,0-1,1 1,-1 0,1 1,-1-1,1 1,0-1,0 1,0 0,-1 2,-2 2,-1 1,1 0,1 1,-1-1,1 1,1 0,0 0,0 1,0 1,-3 25,1 0,2 0,1 1,2-1,2 1,1 0,5 25,-6-59,21 204,-4-51,-7 1,-6 53,-9-145,-2-15</inkml:trace>
  <inkml:trace contextRef="#ctx0" brushRef="#br1" timeOffset="58497.098">4883 3583,'259'-154,"-119"66,-75 55,-64 33,0 0,1 0,-1 0,0 0,1 1,-1-1,0 0,0 0,1 1,-1-1,0 1,0-1,0 1,0 0,0-1,0 1,0 0,0 0,0 0,0 0,0 0,0 0,-1 0,1 0,0 0,-1 0,1 0,-1 0,1 1,-1-1,1 0,-1 0,0 1,0-1,1 0,-1 0,0 1,0-1,0 0,-1 0,1 1,0-1,0 0,-1 0,1 1,-1-1,1 0,-1 0,0 1,1 6,15 91,-14-96,0 0,1 0,0 0,-1 0,1 0,1 0,-1 0,0-1,1 1,-1-1,1 1,0-1,-1 0,1 0,0 0,1-1,-1 1,0-1,0 0,1 1,-1-1,0-1,1 1,-1 0,1-1,-1 0,2 0,1 0,0-1,0 1,0-2,1 1,-1 0,0-1,0 0,-1-1,1 1,0-1,-1 0,0-1,1 1,-1-1,-1 0,1 0,-1-1,1 1,-1-1,0 0,-1 0,1-1,-1 1,0-1,-1 1,1-2,1-1,-1 1,0-1,-1 0,1 0,-1 0,-1 0,0 0,0 0,-1 0,1 0,-2 0,1-1,-1 1,-1 0,1 0,-1 0,-1 0,1 1,-2-1,1 0,1 5,1-1,-1 0,0 0,-1 1,1-1,-1 1,1 0,-1 0,0 0,0 0,-1 0,1 1,0-1,-1 1,0 0,1 0,-1 0,0 1,0-1,0 1,0 0,0 0,0 0,0 1,-1-1,1 1,0 0,0 0,-1 1,1-1,0 1,0 0,0 0,0 0,0 1,0-1,0 1,1 0,-1 0,0 0,1 1,0-1,-3 3,-19 58,20-30</inkml:trace>
  <inkml:trace contextRef="#ctx0" brushRef="#br1" timeOffset="59437.719">5671 3436,'14'-91,"-3"28,-3 0,-3-1,-2-37,-3 100,1 0,-1 0,0 0,0 0,0 0,0 0,0 0,0 0,0 0,0 0,-1 0,1 0,0 0,-1 0,1 1,0-1,-1 0,1 0,-1 0,1 0,-1 0,0 1,1-1,-1 0,0 1,0-1,1 0,-1 1,0-1,0 1,0-1,0 0,0 2,1 0,0 0,-1-1,1 1,0 0,0 0,0 0,-1-1,1 1,0 0,0 0,0 0,1 0,-1-1,0 1,0 0,0 0,0 0,1-1,-1 1,0 0,1-1,-1 1,1 0,-1 0,1-1,-1 1,1-1,-1 1,1 0,0-1,-1 1,1-1,0 0,-1 1,1-1,0 1,0-1,-1 0,1 0,0 1,0-1,-1 0,1 0,0 0,0 0,0 0,0 0,-1 0,1 0,1-1,16 4,1-2,-1 0,1-1,-1-1,1-1,-1-1,0 0,0-1,14-6,49-7,-79 16,0 0,1 0,-1 1,0-1,1 1,-1 0,0 0,1-1,-1 1,1 1,-1-1,0 0,1 1,-1-1,0 1,1 0,-1-1,0 1,0 0,0 1,0-1,1 0,-2 1,1-1,0 1,0-1,0 1,-1 0,1 0,-1 0,1 0,-1 0,0 0,0 0,0 0,0 0,0 1,0 0,6 79,6 20,-12-99,1-1,0 1,0-1,0 0,1 1,-1-1,0 0,1 0,-1 0,1-1,0 1,-1-1,1 1,0-1,0 0,0 0,0 0,0-1,0 1,0-1,0 1,1-1,-1 0,0 0,0-1,0 1,0-1,0 1,0-1,0 0,0 0,0 0,0-1,0 1,-1-1,1 1,0-1,-1 0,1 0,-1 0,0 0,0-1,0 1,0-1,0 1,0-2,7-5,0-1,-1-1,-1 0,0 0,0 0,-1-1,0 0,-1 0,-1 0,0-1,0 0,-1 1,-1-1,0 0,-1-1,0 1,-1 0,-1 0,0-4,-11-14,11 31,0 1,0-1,1 1,-1 0,0-1,0 1,0 0,1 0,-1-1,0 1,1 0,-1 0,0 0,1 0,0 0,-1 0,1 0,-1 0,1 0,0 0,0 0,-1 0,1 0,0 0,0 0,0 0,0 0,0 0,1 0,-1 1,-1 6,-1 2,1 0,0 0,0 0,1 0,0 0,0 0,1 0,1 0,0 0,0 0,1 0,0 0,1-1,1 4,-3-11,0 0,-1-1,1 1,0 0,0-1,0 1,0-1,1 1,-1-1,0 0,1 0,-1 0,0 0,1-1,-1 1,1-1,-1 1,1-1,-1 0,1 0,0 0,-1 0,1 0,-1-1,1 1,-1-1,1 0,-1 1,0-1,1 0,-1-1,0 1,0 0,0-1,1 1,66-63,-61 54,-1-1,0 1,-1-1,-1 0,1-1,-2 1,0-1,0 0,-1 0,0-1,-1 1,0-7,-3 19,1 0,0 0,-1 0,1 0,-1 0,1 1,0-1,-1 0,1 0,-1 0,1 0,0 0,-1 0,1 0,-1-1,1 1,0 0,-1 0,1 0,-1 0,1 0,0-1,-1 1,1 0,0 0,-1-1,1 1,0 0,0 0,-1-1,1 1,0 0,0-1,-1 1,1 0,0-1,0 1,0 0,0-1,-1 1,1-1,0 1,0 0,0-1,0 1,0-1,0 1,0 0,0-1,0 1,0-1,1 1,-1 0,0-1,0 1,0-1,0 1,0 0,1-1,-1 1,0 0,0-1,1 1,-1 0,0 0,1-1,-5 12,0 0,1 0,0 1,1-1,1 1,0-1,0 1,1-1,0 1,2 8,-2-17,1 0,0 0,-1 0,1 0,0 0,0 1,1-2,-1 1,1 0,-1 0,1 0,0-1,0 1,0-1,0 1,1-1,-1 0,1 0,-1 0,1 0,0-1,0 1,-1-1,1 1,0-1,0 0,1 0,-1 0,0-1,0 1,0-1,0 0,1 0,-1 0,0 0,0 0,1-1,-1 1,0-1,0 0,0 0,1 0,8-4,0 1,0-1,0-1,-1 0,0-1,0 0,-1 0,0-1,0-1,-1 0,0 0,0-1,-1 0,0 0,-1-1,-1 0,1 0,0-4,-2-36,-5 50,0 0,0 0,0 0,0 0,0 0,0 0,-1 0,1-1,0 1,-1 0,1 0,-1 0,1 0,-1 0,1 0,-1 0,0 1,0-1,1 0,-1 0,0 0,0 1,0-1,0 0,0 1,0-1,0 1,0-1,0 1,0 0,0-1,0 1,0 0,0 0,0-1,0 1,-1 0,1 0,0 0,0 0,0 1,0-1,-3 2,0 0,0 1,1-1,-1 1,1-1,0 1,0 0,0 1,0-1,1 0,-1 1,1 0,0-1,0 1,0 0,1 0,-1 0,1 0,0 1,0-1,0 0,1 0,-1 1,1-1,0 3,1-4,0 1,-1-1,1 1,0-1,0 1,1-1,-1 0,1 1,0-1,0 0,0 0,0 0,0-1,1 1,-1 0,1-1,0 0,-1 1,1-1,0 0,1-1,-1 1,0 0,4 0,85 20,21-34,-62-1</inkml:trace>
  <inkml:trace contextRef="#ctx0" brushRef="#br1" timeOffset="60043.126">7248 2848,'-5'-6,"0"0,-1 0,1 1,-2-1,1 2,0-1,-1 1,0 0,0 0,0 1,0 0,-1 0,1 0,-1 1,0 1,1-1,-1 1,0 0,0 1,0 0,0 0,0 1,0 0,0 0,1 1,-1 0,0 0,1 1,-7 3,12-4,-1 0,1 0,0 1,-1-1,1 1,0 0,0-1,1 1,-1 0,0 0,1 0,0 1,0-1,0 0,0 0,0 1,1-1,-1 0,1 1,0-1,0 0,0 1,1-1,-1 1,1-1,0 0,0 0,0 1,0-1,0 0,1 0,0 0,-1 0,1-1,0 1,0 0,0-1,1 1,-1-1,1 0,-1 1,1-1,0-1,0 1,0 0,0-1,0 1,0-1,0 0,2 0,1 1,1 0,0 0,-1-1,1 0,0-1,0 1,0-1,0-1,0 1,0-1,0 0,-1-1,1 0,0 0,-1 0,0-1,1 0,-1 0,0 0,0-1,-1 0,1 0,-1 0,0-1,0 0,0 0,-1 0,0-1,0 1,0-1,0 0,-1 0,0-1,-1 1,1-2,11-18,-5 52,-9-20,1-1,0 1,0-1,1 1,0-1,0 0,0 0,0 0,1 0,-1 0,2 0,-1-1,0 1,1-1,0 0,0 0,0 0,0 0,0-1,1 0,0 0,0 0,0 0,0-1,0 0,0 0,0 0,1-1,-1 0,1 0,-1 0,1-1,0 1,-1-1,2-1,3-3,0 0,1-1,-2 0,1 0,0-1,-1-1,0 1,-1-2,0 1,0-1,0 0,-1-1,0 0,-1 0,0 0,5-11,2-7,-1-2,-1 1,-2-2,0 1,-3-1,0 0,-2-1,-1 0,-1 1,-2-1,-1 0,-1 1,-2-1,-2-5,0 8,6 28,-1 0,1 0,0 0,0 1,0-1,-1 0,1 0,0 0,0 0,0 0,-1 0,1 0,0 0,0 0,0 0,-1 0,1 1,0-1,0 0,-1-1,1 1,0 0,0 0,0 0,-1 0,1 0,0 0,0 0,-1 0,1 0,0 0,0 0,0-1,0 1,-1 0,1 0,0 0,0 0,0-1,0 1,-1 0,-1 27,0 8,2 0,1 0,2 0,1 0,2 0,1 0,2-1,1-1,2 1,1-2,2 0,16 26,-27-50,0-1,0-1,1 1,0-1,1 1,-1-1,1-1,0 1,0-1,1 0,0-1,0 1,0-1,0-1,3 2,7-6,-5-5</inkml:trace>
  <inkml:trace contextRef="#ctx0" brushRef="#br1" timeOffset="60214.975">7422 2527,'21'-4,"20"-7,16-5,20-8,19-3,14-5,11 0,0-1,-20 7</inkml:trace>
  <inkml:trace contextRef="#ctx0" brushRef="#br1" timeOffset="60870.875">6112 4092,'71'-63,"-2"-2,-4-4,-3-2,-3-3,20-37,-58 77,-2-1,-1-1,-1 0,-3-1,-1-1,-1-1,3-24,-13 56,-1 0,0 0,0 1,-1-1,1 0,-1 0,-1 0,0 0,0 0,0 1,-1-2,2 7,0 1,0-1,0 0,-1 0,1 1,0-1,-1 0,1 1,0-1,-1 1,1-1,-1 0,1 1,-1-1,0 1,1-1,-1 1,1-1,-1 1,0 0,1-1,-1 1,0 0,1-1,-1 1,0 0,0 0,1 0,-1 0,0 0,0 0,1 0,-1 0,0 0,0 0,1 0,-1 0,0 0,0 1,1-1,-1 0,0 1,1-1,-1 0,0 1,1-1,-1 1,0-1,-26 31,15-5,0 0,2 1,1 0,2 1,0 0,2 0,1 1,1-1,2 9,-2 80,5-1,6 0,12 53,9 132,-26-109,-5-114</inkml:trace>
  <inkml:trace contextRef="#ctx0" brushRef="#br1" timeOffset="61661.887">6326 4145,'70'-39,"-2"-2,-2-4,-2-2,0-5,-20 15,-1-1,-3-3,0-2,4-9,-27 29,-1 1,-1-2,-1 0,0-1,-2 0,-2-1,0-1,-1 1,2-18,-11-20,0 63,-1 0,1 0,-1 0,1 0,-1 0,0 1,0-1,1 0,-1 0,0 1,0-1,0 1,0-1,0 1,0-1,0 1,0-1,0 1,0 0,0 0,0-1,0 1,0 0,0 0,0 0,0 0,0 0,0 0,0 1,0-1,0 0,0 0,0 1,0-1,0 1,0-1,0 1,0-1,0 1,0 0,1-1,-1 1,0 0,0 0,-39 34,24-16,0 0,1 2,1 0,1 0,1 1,1 1,1 0,1 1,1 0,1 0,2 0,0 2,2-14,2 1,-1 0,2-1,-1 1,2 0,0 0,0-1,2 1,-1 0,1-1,1 0,0 0,1 0,0 0,1-1,1 0,-1 0,2 0,-1-1,1 0,1-1,0 0,0 0,1-1,0 0,0 0,1-1,0-1,0 0,8 3,-11-6,-1 0,1 0,0-1,0 0,0 0,0-1,0 0,0-1,0 0,0 0,0 0,0-1,0 0,0-1,0 0,0 0,0-1,-1 0,1 0,-1-1,0 0,0 0,0 0,-1-1,1 0,-1-1,0 1,2-4,-1 0,0 0,0 0,-1-1,-1 0,0 0,0 0,0-1,-2 1,1-1,-1 0,-1-1,-2 16,1-1,-1 1,1-1,-1 1,1-1,0 1,1-1,-1 0,1 1,-1-1,1 0,0 0,0 0,0 0,0 0,1-1,-1 1,1-1,0 0,0 1,-1-1,2 0,-1-1,0 1,0 0,0-1,1 0,-1 0,1 0,-1 0,1 0,-1-1,1 0,-1 1,1-1,-1 0,1-1,0 1,-1-1,1 0,-1 0,1 0,-1 0,0 0,4-2,0-2,0 1,1-1,-1 0,-1 0,1-1,-1 0,0 0,-1-1,1 0,-1 0,0 0,-1 0,0-1,3-7,-5 12,-1-1,1 0,-1 0,0 1,0-1,0 0,-1 0,0 0,1 0,-1 0,0 0,-1 0,1 0,-1 0,0 0,0 0,0 0,0 0,-1 1,1-1,-1 0,0 1,0 0,-1-1,1 1,-1 0,1 0,-1 0,0 0,0 1,0-1,-2 0,-1 0,0-1,-1 1,1 0,-1 1,0 0,1 0,-1 0,0 1,-1 0,1 0,0 1,0 0,0 0,0 1,0 0,0 0,-6 2,9-2,-1 0,1 0,-1 1,1 0,-1 0,1 0,0 0,0 1,0-1,0 1,0 0,1 0,-1 1,1-1,0 1,0 0,0 0,1 0,-1 0,1 0,0 0,0 1,1-1,-1 1,1-1,-1 5,2-6,-1-1,1 1,0 0,1 0,-1 0,0 0,1 0,0-1,-1 1,1 0,0 0,0-1,1 1,-1-1,1 1,-1-1,1 1,0-1,0 0,0 0,0 0,0 0,0 0,0 0,1-1,-1 1,1-1,-1 0,1 1,0-1,-1 0,3 0,91 16,-45-16</inkml:trace>
  <inkml:trace contextRef="#ctx0" brushRef="#br1" timeOffset="62297.462">7797 3650,'-3'-6,"0"0,-1 0,0 1,0 0,0-1,0 1,-1 1,0-1,0 1,0-1,-1 2,1-1,-1 0,0 1,0 0,0 1,-1-1,1 1,-1 1,1-1,-1 1,1 0,-1 0,0 1,1 0,-1 0,0 1,0-1,1 1,-1 1,1-1,-1 1,1 1,0-1,0 1,0 0,0 0,0 1,1 0,-1 0,1 0,0 0,0 1,-3 5,5-8,0 0,0 1,0 0,1-1,-1 1,1 0,0 1,0-1,0 0,0 0,1 1,-1-1,1 1,0 0,0-1,0 1,0 0,1 0,-1-1,1 1,0 0,0 0,1 0,-1-1,1 1,0 0,0 0,0-1,0 1,1-1,-1 1,1-1,0 0,0 1,0-1,1 0,-1 0,1-1,-1 1,1 0,0-1,2 2,2-2,-1 0,0 0,1-1,-1 0,1 0,-1-1,1 0,-1 0,1 0,0-1,-1 0,0 0,1-1,-1 1,0-2,1 1,-1-1,-1 1,4-3,3-2,1-1,-1 0,-1-1,1 0,-1-1,-1 0,0-1,2-3,-7 8,0-1,0 0,-1 0,0-1,0 1,-1-1,0 0,-1 1,1-2,0-4,-5 20,1-1,0 1,1-1,-1 1,1-1,0 1,1-1,0 1,0-1,0 1,1-1,0 0,0 1,0-1,1 0,0-1,0 1,1 0,0-1,0 0,0 0,0 0,1 0,0-1,0 1,0-1,4 2,-2-3,0 0,0-1,0 0,1 0,-1-1,0 1,1-2,0 1,-1-1,1 0,-1-1,1 0,-1 0,1 0,-1-1,0 0,1-1,-1 1,0-2,-1 1,1-1,0 0,-1 0,2-2,3-2,1-2,-2 0,1 0,-1-1,-1 0,0-1,0 0,-1 0,-1-1,0 0,-1-1,1-3,8-36,-3-1,-2 0,-3-1,-1 0,-4 0,-1 0,-3-1,2 26,-6-211,2 232,2 25,-3 46,3 1,2 0,3-1,3 1,10 37,-10-66,2-1,2 0,0 0,3-1,0-1,2 0,2-1,0-1,2 0,1-1,1-1,11 9,-12-20,-10-15,-6-9</inkml:trace>
  <inkml:trace contextRef="#ctx0" brushRef="#br1" timeOffset="62575.78">7957 3330,'-18'-3,"-9"0,1-2,14-3,17-2,25-3,23-5,18-6,12-6,12-4,2-4,-3 3,-10 5,-13 5,-17 7,-18 9,-20 8,-11 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7:45.7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2594 2089,'-1'-5,"-1"1,0 0,0 0,0 0,-1 0,1 0,-1 0,0 1,0-1,0 1,0 0,-1 0,0 0,1 0,-1 1,0-1,0 1,0 0,0 0,-1 1,1-1,-1 1,1 0,-1 0,1 0,-1 1,-3-1,-9-3,-138-43,132 41,-1 1,0 1,0 1,0 1,-1 1,-9 1,-42-1,-4-29,-10 14,-52-9,-5-8,-58-33,44 19,31 35,28 6,43-6,-100-9,-9 22,149 2,0 1,0 0,0 2,1 0,0 1,-14 8,5 0,0 0,1 2,1 1,-15 15,31-25,-58 82,18 17,18 26,27-106,1 0,2 0,1 0,3 26,1-38,0 0,0-1,1 0,1 0,1 0,0 0,0-1,1 0,1-1,0 0,1 0,10 8,6 12,-9-10,1-1,1 0,1-2,18 13,-27-22,1-2,1 0,-1 0,1-1,0-1,1 0,0-1,0 0,0-1,5 0,-14-3,11 3,0-1,0-1,0-1,1 0,-1-1,0 0,1-2,15-2,83-10,-8 1,13-5,144-60,-247 74,0 0,0 0,0 2,1 0,-1 1,0 0,14 3,89-30,40 2,55 26,-81-13,-2-8,80 10,-91-24,-103 26,-12 7,0 1,0-2,0 1,-1-1,1 0,-1 0,0 0,0-1,0 0,0 0,-1 0,1-1,-1 1,0-1,0 0,-1 0,0 0,0-1,0 1,0-1,-1 0,0 0,0 0,1-5,-3 5,1-1,-1 1,0-1,-1 1,1-1,-1 1,-1 0,1-1,-1 1,0 0,-1 0,1 0,-1 0,0 1,-1-1,1 1,-1-1,-77-142,77 138,-15-31</inkml:trace>
  <inkml:trace contextRef="#ctx0" brushRef="#br0" timeOffset="-9398.765">2729 645,'-70'-44,"-37"-3,-50-27,122 49,-2 3,-1 0,0 3,-2 1,-23-6,49 19,-43-12,0-3,2-3,-6-5,-121-40,156 61,-49-12,0 3,-66-3,76 10,-242-25,265 34,1 2,0 2,0 2,-23 6,63-12,-92 13,71-12,0 1,0 1,0 2,1 0,-1 1,1 1,-13 6,-187 110,197-103,2 0,0 1,1 2,2 0,-4 6,16-20,-87 125,85-121,1 1,0 1,1-1,0 1,1 0,1 1,1-1,0 1,1 0,0 0,1 0,1 3,2-1,0-1,1 0,1 0,1 0,0 0,1 0,1-1,0 0,1 0,1-1,1 1,6 7,31 49,-28-41,2 0,1-1,1-1,2-1,0-1,10 6,-23-26,1 0,0 0,1-2,0 1,-1-1,2-1,-1-1,0 0,1 0,8 0,32 7,93 13,40-24,-120-13,0 0,80-11,-53-2,12-7,92-8,-88 20,-74 13,1 2,-1 2,1 1,0 2,0 2,26 3,15-2,483-1,-549-2,0 0,0-1,-1-1,1 0,-1 0,0-1,0 0,-1-1,1 0,-1-1,-1 0,1-1,-1 0,-1 0,1-1,2-4,-4 2,1 1,-2-2,1 1,-1-1,-1 0,0 0,-1 0,-1-1,1 1,-2-1,0 0,0 0,-1 0,-1-12,-14-68,11 80,0 0,-1 0,-1 1,0-1,0 1,-1 0,-1 1,0-1,0 1,-1 1,-2-3,-18-1,15 12</inkml:trace>
  <inkml:trace contextRef="#ctx0" brushRef="#br0" timeOffset="-6127.845">3276 739,'166'-150,"-161"145,28-28,-1-1,-2-1,-2-2,13-21,-11-22,-29 78,-1 0,0-1,0 1,1 0,-1 0,-1-1,1 1,0 0,-1 0,1 0,-1 0,1 0,-1-1,0 1,0 0,0 0,0 1,0-1,-1 0,1 0,0 1,-1-1,0 0,1 1,-1-1,0 1,1 0,-1 0,0 0,0 0,0 0,0 0,0 0,-1 1,1-1,0 0,0 1,0-1,0 1,-1 0,1 0,0 0,0 0,0 0,0 0,0 0,0 0,0 1,0-1,-1 1,1 0,1 0,-1 0,0 0,0 0,0 0,0 0,1 0,-1 1,0-1,1 1,-1-1,1 1,0-1,0 1,-1 0,1 0,0 0,0 0,1 0,-1 0,0 0,0 2,-14 84,14-74,-8 180,10 56,0-104,0-59,-9 207,3-269,1-9</inkml:trace>
  <inkml:trace contextRef="#ctx0" brushRef="#br0" timeOffset="-4634.029">3330 966,'86'-89,"4"3,3 5,21-9,40-37,-146 121,107-108,-110 108,0 0,-1 0,0-1,0 1,0-1,-1 0,0 0,-1-1,0 1,0 0,0-1,-1 1,0-1,0 0,-1 1,0-1,-1 0,1 1,-2-5,2 9,-1-1,0 1,0-1,0 1,0-1,-1 1,1 0,-1-1,0 1,0 0,0 0,0 0,-1 0,1 1,-1-1,1 1,-1-1,0 1,0 0,0 0,0 0,-1 1,1-1,0 1,-1 0,1-1,-1 2,1-1,-1 0,0 1,1-1,-1 1,0 0,1 0,-1 1,1-1,-1 1,0 0,1 0,-1 0,1 0,0 1,-1-1,1 1,0 0,0 0,-1 1,-5 7,1 0,0 1,1 0,1 1,-1-1,2 1,0 1,0-1,1 1,0 0,1 0,1 0,0 0,0 10,-4 34,1 0,3 0,3 0,4 24,-5-72,0 1,2-1,-1 0,1 1,0-1,1 0,0 0,0-1,1 1,0-1,1 1,-1-1,2-1,-1 1,1-1,0 0,1 0,0 0,5 3,-10-9,0 0,0 0,1 0,-1 0,1-1,-1 1,1-1,-1 0,1 1,-1-1,1 0,-1 0,1-1,-1 1,1 0,-1-1,1 0,-1 1,0-1,1 0,-1 0,0-1,0 1,0 0,0-1,0 1,0-1,0 0,0 1,0-1,-1 0,1-1,45-70,-19 28,-7 73,-20-24,0-1,0 1,0 0,1-1,-1 1,1-1,0 0,0 1,1-1,-1 0,1 0,-1 0,1-1,0 1,0 0,0-1,0 0,1 0,-1 0,0 0,1-1,0 1,-1-1,1 0,0 0,0 0,-1 0,1-1,0 0,0 1,0-2,0 1,0 0,0-1,-1 1,1-1,0 0,0-1,-1 1,1 0,0-2,2-2,-1 0,0 0,0-1,-1 0,0 0,0 0,0-1,-1 1,0-1,0 0,-1 0,1 0,-1 0,-1 0,0 0,0-1,0 1,-1 0,0-1,0 1,-1 0,0-1,0 1,-1-1,0 4,0 0,0 0,0 0,0 0,-1 1,0-1,0 1,0-1,0 1,0 0,-1 0,1 1,-1-1,1 1,-1-1,0 1,0 0,0 1,-1-1,1 1,0 0,-1 0,1 0,0 0,-1 1,1 0,-1 0,1 0,-1 0,1 1,-1 0,1 0,0 0,0 0,-1 1,1 0,0-1,0 1,0 1,1-1,-1 1,-3 2,1 0,1 0,-1 1,1 0,0 0,1 0,0 0,0 1,0 0,0 0,1 0,0 0,1 0,0 1,0-1,0 1,1-1,0 1,1 0,-1 0,2-1,0 6,-1-10,1-1,0 1,-1-1,1 1,0-1,1 1,-1-1,0 0,1 1,-1-1,1 0,0 0,0 0,0 0,0-1,0 1,0 0,0-1,0 0,1 1,-1-1,1 0,-1 0,1 0,-1 0,1-1,-1 1,1-1,0 0,-1 1,1-1,2-1,87-15,119-75,-112 44,43-21,-143 68,1 0,0 0,-1 0,1 0,0 0,-1 0,1-1,0 1,0 0,-1 0,1 0,0-1,0 1,0 0,-1 0,1-1,0 1,0 0,0-1,0 1,-1 0,1 0,0-1,0 1,0 0,0-1,0 1,0 0,0-1,0 1,0 0,0-1,0 1,0 0,0-1,0 1,0 0,1-1,-1 1,0 0,0 0,0-1,0 1,0 0,1 0,-1-1,0 1,0 0,1 0,-1-1,0 1,0 0,1 0,-1 0,0 0,1-1,-1 1,0 0,0 0,1 0,-1 0,0 0,1 0,-1 0,0 0,1 0,-1 0,0 0,-26-3,25 3,-13 0,0 1,1 0,-1 0,1 2,-1-1,1 2,0 0,-7 3,16-6,1 1,-1-1,0 1,1 0,-1 0,1 1,-1-1,1 1,0-1,0 1,0 0,1 0,-1 1,1-1,-1 0,1 1,0-1,1 1,-1 0,1 0,-1 0,1 0,0 0,0 0,1 0,-1 0,1 0,0 0,0 0,1 2,-1-3,0 0,1 0,0 0,0 0,0 0,0 0,0-1,1 1,-1 0,1-1,0 1,-1-1,1 1,0-1,1 0,-1 0,0 0,1 0,-1 0,1 0,-1-1,1 1,0-1,0 0,0 0,0 0,-1 0,1 0,0-1,1 1,-1-1,2 0,4 1,0-1,0-1,0 1,0-1,0-1,-1 1,1-2,0 1,-1-1,7-4,-6 2,0 0,0-1,-1 0,0-1,0 0,0 0,-1 0,0-1,-1 0,0-1,0 1,-1-1,0-1,0 1,-1 0,0-1,-1 0,0 0,-1 0,0-1,14 92,-15-75,0-1,0 1,1-1,0 0,0 1,0-1,1 0,0-1,0 1,0 0,0-1,1 1,-1-1,1 0,0 0,1-1,-1 1,1-1,-1 0,1 0,0-1,0 1,0-1,0 0,1 0,-1-1,1 0,-1 0,1 0,-1 0,1-1,2 0,4-4,0-1,1 0,-1 0,-1-2,1 1,-1-2,-1 1,1-1,-1-1,0 0,-1 0,0-1,-1 0,0-1,-1 0,0 0,0 0,-1-1,-1 0,1-2,12-32,-1 0,-3-2,-2 0,-1 0,-3-1,-3 0,-1 0,-2-1,-3 1,-2-7,-1 42,-2 34,-7 39,4 0,2 1,3 1,2-1,3 0,-2-48,0 0,1 0,1 0,0-1,0 1,1 0,0-1,1 1,1-1,0 0,0 0,1 0,0 0,1-1,1 0,-1 0,1-1,1 0,0 0,0 0,1-1,0 0,0-1,1 0,2 1,-7-5,-1-1,1 0,-1 0,1 0,0-1,0 1,0-1,0 0,0-1,0 1,0-1,0 0,0 0,0-1,0 1,0-1,0 0,0 0,-1-1,1 0,0 0,-1 0,1 0,1-2,9-11</inkml:trace>
  <inkml:trace contextRef="#ctx0" brushRef="#br0" timeOffset="-4368.737">4907 338,'14'-3,"20"-4,20-9,20-8,14-4,9-3,0 2,-6 7,-14 6,-20 6</inkml:trace>
  <inkml:trace contextRef="#ctx0" brushRef="#br0" timeOffset="10882.478">3343 2142,'-4'0,"2"0,7 0,14-2,14-5,18-7,15-7,10-7,10-3,0-1,-2 3,-9 3,-10 7,-14 7,-18 4,-17 5,-13 2,-8 2</inkml:trace>
  <inkml:trace contextRef="#ctx0" brushRef="#br0" timeOffset="11536.322">3544 1861,'-67'62,"-3"-3,-3-3,-78 46,112-75,55-22,50-15,-33 4,0 2,0 1,0 1,22 3,-45-1,-1 1,1 1,-1 0,0 0,1 1,-1 0,-1 1,1 0,0 0,-1 1,0 0,0 0,0 1,-1 0,0 0,0 1,-1 0,3 3,10 16,-20-26,1 0,0-1,0 1,-1 0,1 0,0-1,0 1,0 0,-1 0,1-1,0 1,0 0,0-1,0 1,0 0,-1 0,1-1,0 1,0 0,0-1,0 1,0 0,0-1,0 1,0 0,0-1,0 1,1 0,-1-1,0 1,0 0,0-1,0 1,0 0,1-1,-1 1,0 0,0 0,0-1,1 1,-1 0,0 0,0 0,1-1,-1 1,0 0,0 0,1 0,-1 0,0-1,1 1,-1 0,0 0,1 0,-1 0,0 0,1 0,-1 0,0 0,1 0,-1 0,0 0,1 0,-1 0,0 0,1 1,-1-1,0 0,0-2,1-32,-1-1,-2 1,-2 0,-1 0,-2 1,-1-1,-1 1,-2 1,-1 0,-2 1,-11-18,51 62,-2 3</inkml:trace>
  <inkml:trace contextRef="#ctx0" brushRef="#br0" timeOffset="11984.349">4787 1728,'2'14,"1"11,0 8,-1 5,0 4,-1 0,0-1,-1-6,-2-9,-2-8</inkml:trace>
  <inkml:trace contextRef="#ctx0" brushRef="#br0" timeOffset="12861.344">4680 1581,'123'13,"-73"-9,-1 2,0 3,22 7,-66-15,-1-1,1 2,0-1,-1 1,0-1,1 1,-1 0,0 1,0-1,0 1,0 0,-1 0,1 0,-1 0,1 1,-1-1,0 1,-1 0,1 0,-1 0,1 0,-1 0,-1 1,1-1,1 4,-9 88,0-56,5-39,1 0,0-1,-1 1,1 0,0-1,0 1,0 0,-1 0,1-1,0 1,0 0,0 0,0-1,0 1,0 0,0 0,1-1,-1 1,0 0,0 0,1-1,-1 1,0 0,1-1,-1 1,0-1,1 1,-1 0,1-1,-1 1,1-1,0 1,-1-1,1 1,-1-1,1 0,0 1,-1-1,1 0,0 1,-1-1,1 0,0 0,0 0,-1 0,1 1,0-1,0 0,-1 0,1-1,0 1,0 0,-1 0,2 0,37-22,65-92,-104 113,1 0,-1 0,1 0,0 0,-1 0,1 0,0 0,0 0,-1 1,1-1,0 0,0 0,0 1,0-1,0 0,0 1,0-1,0 1,1 0,-1-1,0 1,0 0,0 0,0-1,1 1,-1 0,0 0,0 0,0 0,0 1,1-1,-1 0,0 0,0 1,0-1,0 1,0-1,0 1,0-1,0 1,0 0,0-1,0 1,0 0,0 0,0 0,97 67,-93-66,0 0,0 0,0-1,1 0,-1 1,0-2,1 1,-1-1,1 1,-1-1,0-1,1 1,-1-1,0 0,1 0,-1-1,0 0,0 1,0-2,0 1,1-1,1-2,0-1,0 1,0-1,-1-1,0 1,0-1,0 0,-1-1,0 1,-1-1,1 0,-1 0,-1 0,0-1,0 1,-1-1,2-6,14-156,-18 170,2-107,-5 0,-16-101,7 153,11 55,1 1,-1 0,0 0,1 0,-1 0,1 0,-1 0,1 0,-1 0,1 0,-1 1,1-1,-1 0,1 0,-1 0,1 1,-1-1,1 0,-1 0,1 1,-1-1,1 0,0 1,-1-1,1 1,-1-1,1 1,0-1,0 0,-1 1,1-1,0 1,0-1,-1 1,1 0,0-1,0 1,0-1,0 1,0-1,0 1,0-1,0 1,0-1,0 1,0-1,0 1,-9 40,2 0,1 1,3 0,1 6,1-29,0-8,-4 45,3 1,2 0,3 0,2 0,6 20,-10-69,0-1,0 1,1 0,0-1,0 1,1-1,0 0,0 0,1 0,0 0,0-1,0 1,1-1,0 0,0 0,1-1,0 0,0 0,0 0,0 0,1-1,0 0,-1-1,2 1,-1-1,0-1,0 0,1 1,0-2,-1 1,4-1,-2-3,0 0,0-1,-1 0,1 0,-1-1,0 0,0 0,0-1,-1 0,1-1,-1 1,0-2,-1 1,0 0,0-1,0-1,-1 1,0 0,0-1,-1 0,0-1,0 1,-1 0,0-1,-1 0,0 0,0 0,-1 0,0 0,0 0,-1 0,0 0,-1 0,0 0,-2-6,4 14,-1 0,0-1,0 1,0 0,0 0,-1 0,1-1,0 1,-1 0,1 0,0 0,-1 0,1-1,-1 1,0 0,1 0,-1 0,0 0,0 0,1 1,-1-1,0 0,0 0,0 0,0 1,0-1,0 0,0 1,0-1,-1 1,1-1,0 1,0 0,0 0,-1-1,1 1,0 0,0 0,0 0,-1 0,1 0,0 1,0-1,0 0,-1 0,1 1,0-1,0 1,0-1,0 1,0-1,0 1,0 0,-3 6,1 0,1 0,0 0,0 1,0-1,1 1,0-1,0 1,1-1,0 1,0 0,1-1,0 1,0-1,1 1,0 0,-1-1,1 1,0-1,1 0,0 0,0 0,0 0,1 0,0-1,0 0,0 1,1-2,0 1,1 0,-1-1,1 0,0 0,0-1,0 0,1 0,-1 0,1-1,0 0,0 0,1-1,-1 0,0 0,1 0,-1-1,1 0,-1-1,1 0,28-3</inkml:trace>
  <inkml:trace contextRef="#ctx0" brushRef="#br0" timeOffset="13115.218">5375 1380,'23'3,"25"-5,28-6,23-8,18-8,12-6,-17 4</inkml:trace>
  <inkml:trace contextRef="#ctx0" brushRef="#br0" timeOffset="14242.8">6551 1528,'0'-4,"-1"-1,0 1,0 0,-1 0,1 0,-1 0,0 0,0 0,0 0,-1 1,1-1,-1 1,0-1,0 1,0 0,0 0,0 1,-1-1,0 1,1-1,-1 1,0 0,0 0,0 1,0-1,0 1,-1 0,1 0,0 1,0-1,-1 1,1 0,-1 0,1 0,0 0,-1 1,1 0,0 0,0 0,0 1,0-1,0 1,0 0,0 0,0 0,0 0,-1 3,-2 1,0 0,0 1,1-1,0 2,1-1,-1 1,2-1,-1 2,1-1,0 0,0 1,1 0,1-1,-1 1,1 0,1 1,-1 6,2-14,0 0,0 0,0 0,0 0,1 0,-1 0,1 0,-1 0,1 0,0 0,0 0,0 0,0-1,0 1,0 0,0-1,1 1,-1-1,0 1,1-1,-1 0,1 1,0-1,-1 0,1 0,0 0,0 0,0-1,0 1,0 0,0-1,0 1,0-1,0 0,0 0,0 0,0 0,0 0,0 0,0 0,0 0,0-1,0 1,-1-1,1 0,0 0,0 1,0-1,0 0,-1-1,1 1,1-1,12-8,-1-1,-1 0,0-1,0 0,-1-1,-1-1,0 0,-1 0,0-1,-2 0,1-1,-2 0,0 0,-1-1,-1 1,3-12,5-8,-5 47,46 246,-32-166,0-2,-5 0,2 39,-17-108,-2 1,0 0,-1-1,-1 1,-1-1,0 0,-3 3,5-17,-1 1,0-1,0 0,0 0,-1 0,0 0,0-1,-1 1,1-1,-1 0,-1 0,1 0,0 0,-1-1,0 0,0 0,-1 0,1-1,-1 1,0-1,1-1,-1 1,0-1,-2 0,2-1,1 0,0-1,-1 1,1-1,0-1,-1 1,1-1,0 0,0 0,-1 0,1-1,0 0,0 0,1 0,-1 0,0-1,1 0,-1 0,1 0,0-1,0 1,0-1,1 0,-1 0,1-1,0 1,-2-4,-5-7,2-1,-1 0,2 0,0-1,1 1,1-1,-3-15,5 18,1-1,0 1,1-1,0 0,1 0,1 1,0-1,1 0,1 1,0-1,1 1,1 0,0 0,0 1,2-1,0 1,0 1,1-1,1 1,0 1,2-3,12-8,1 1,1 0,1 2,1 1,0 2,9-4,49-31,-75 45,-1 0,0-1,0 0,0-1,-1 0,0 0,0-1,-1 0,0 0,0 0,-1-1,-1 0,0 0,0-1,-1 0,0 0,-1 0,0 0,-1 0,0 0,0-1,-2 1,0-12,-14-30,14 52,0-1,-1 1,1 0,-1-1,0 1,1 0,-1 0,0-1,0 1,1 0,-1 0,0 0,0 0,-1 0,1 0,0 1,0-1,0 0,0 0,-1 1,1-1,0 1,-1-1,1 1,0 0,-1-1,1 1,-1 0,1 0,0 0,-1 0,1 0,-1 0,1 0,0 1,-1-1,-2 4,0 0,1 0,-1 0,1 0,0 0,0 1,0 0,1 0,0-1,0 1,0 0,0 1,1-1,0 0,0 0,0 1,1-1,-1 1,2 4,-2-7,0 11,0 1,1-1,1 0,0 0,0 0,2 1,0-2,0 1,1 0,1-1,2 4,-4-11,0 0,0 0,0-1,1 1,0-1,0 0,0 0,1-1,-1 1,1-1,0 0,0 0,1-1,-1 1,1-1,0 0,0-1,0 1,0-1,0-1,1 1,-1-1,0 0,1 0,5-1,-6 0,0 0,0-1,-1 0,1 0,0 0,0-1,-1 0,1 0,-1 0,0-1,0 1,0-1,0-1,0 1,0-1,-1 1,0-1,0-1,0 1,0-1,0 1,-1-1,0 0,0 0,-1 0,1-1,-1 1,0-3,6-12,-2-1,-1-1,-1 1,0-1,-2 0,0-21,-1-113,-1 155,0-1,0 1,0 0,0 0,0 0,0 0,0 0,0 0,0 0,1 0,-1 0,1 0,-1 0,0 0,1 0,-1 0,1 0,0 0,-1 1,1-1,0 0,0 0,-1 1,1-1,0 0,0 1,0-1,0 1,0-1,0 1,0-1,0 1,0 0,0-1,0 1,0 0,0 0,0 0,0 0,0 0,0 0,0 0,0 0,0 0,0 1,0-1,0 0,118 45,-113-43,1-1,-1 1,0 0,0 1,0-1,-1 1,1 1,-1-1,0 1,1 0,-1 0,-1 0,1 0,-1 1,0 0,0 0,0 0,-1 1,1-1,-1 1,-1 0,1 0,-1 0,0 0,1 4,-21 79,4-43,14-44,-1-1,1 1,0-1,-1 1,1-1,0 1,0-1,0 1,0-1,1 1,-1 0,0-1,1 1,-1-1,1 0,-1 1,1-1,0 1,0-1,-1 0,1 0,0 1,0-1,0 0,0 0,1 0,-1 0,0 0,0 0,1 0,-1-1,0 1,1 0,-1-1,1 1,1 0,57 6,-60-7,21 0,0-1,0-1,-1 0,1-2,-1 0,0-2,0 0,3-2,-12 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8:23.1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0 635,'46'-19,"-1"-2,-1-2,-1-2,-1-1,25-23,-40 31,-1 0,0-2,-2-1,0-1,-2-1,0-1,-2-1,-1-1,-1 0,4-10,-20 34,0 0,-1 0,0 0,1-1,-1 1,0 0,0-1,0 1,0-1,-1 1,1-1,-1 1,1-1,-1 0,0 1,0-1,0 1,0-1,-1 0,1 1,-1-1,1 1,-1-1,0 1,0-1,0 1,0 0,-1 0,1-1,-1 1,1 0,-1 0,0 0,1 0,-1 1,0-1,0 0,-1 1,1-1,0 1,0 0,-3-1,-1 3,0 0,0 0,0 0,1 1,-1 0,0 0,1 1,-1-1,1 1,0 1,0-1,0 1,0-1,1 1,-1 1,1-1,0 1,0-1,1 1,-1 0,1 0,0 1,1-1,-3 5,-7 22,0 0,2 0,2 1,1 1,1-1,2 1,1 0,2 0,1 0,5 32,8 130,-4-115,-3 1,-4 0,-3 0,-4-1,-4 1,-17 71,6-86</inkml:trace>
  <inkml:trace contextRef="#ctx0" brushRef="#br0" timeOffset="725.545">121 1037,'79'-56,"-1"-3,-4-3,-2-3,-3-3,-3-4,39-56,-77 91,-3-1,-1-2,-2 0,-2-1,-1-1,-3-1,-1 0,1-13,-10-5,-5 60,-1 0,0 0,0-1,0 1,-1 0,1 0,0-1,0 1,-1 0,1 0,0 0,-1-1,1 1,-1 0,0 0,1 0,-1 0,0 0,0 0,1 0,-1 0,0 0,0 1,0-1,0 0,0 0,0 1,-1-1,1 1,0-1,0 1,0-1,0 1,-1 0,1 0,0 0,0-1,-1 1,1 0,0 0,0 1,-1-1,0 0,-5 3,0 0,0 1,0-1,1 2,-1-1,1 1,0-1,0 2,1-1,0 1,0-1,0 1,0 1,0 1,-12 19,1 1,1 1,1 0,2 1,1 0,2 1,0 0,2 0,2 1,1 0,1 0,2 0,1 1,1-1,2 0,1 0,9 30,-11-46,1 0,1-1,0 1,1-1,1 0,0-1,1 1,1-1,0-1,1 1,6 6,-13-18,0 0,0 0,0 0,1 0,-1 0,1-1,-1 1,1-1,-1 1,1-1,0 0,0 0,-1 0,1 0,0-1,0 1,0-1,0 0,0 0,0 0,0 0,0 0,0-1,0 1,0-1,-1 0,1 0,0 0,0 0,-1 0,1-1,0 1,-1-1,0 0,1 0,-1 0,1-1,72-88,-73 87,-2 4,22-27,-22 27,1-1,-1 1,1 0,-1-1,1 1,-1 0,1 0,-1-1,1 1,-1 0,1 0,-1 0,1 0,0 0,-1 0,1 0,-1 0,1 0,-1 0,1 0,0 0,-1 0,1 0,-1 0,1 1,-1-1,1 0,-1 0,1 1,-1-1,1 0,-1 1,1-1,-1 0,0 1,1-1,-1 1,1-1,-1 1,0-1,0 1,1-1,-1 1,0-1,0 1,1-1,-1 1,0-1,0 1,0-1,0 1,0 0,0-1,0 1,13 58,-13-51,0-1,1 1,1-1,-1 0,1 1,0-1,1 0,0 0,0 0,0 0,1 0,0-1,0 0,1 0,0 0,0 0,4 3,-8-8,1 0,0 0,0 0,0 0,1 0,-1 0,0 0,0-1,0 1,0-1,1 0,-1 0,0 1,0-1,1-1,-1 1,0 0,0-1,1 1,-1-1,0 1,0-1,0 0,0 0,0 0,0 0,0 0,0-1,0 1,-1 0,1-1,0 0,-1 1,1-1,-1 0,0 0,1-1,36-78,-34 69,-1 0,-1 0,0 0,0 0,-1-1,-1 1,0 0,0 0,-2-1,1 1,-1 0,-1 0,0 0,-1 1,-1-1,1 1,-2 0,1 0,-2 0,1 1,-4-3,8 10,-1 1,0 0,0-1,0 1,-1 0,1 1,0-1,-1 0,1 1,-1 0,1 0,-1 0,0 0,1 1,-1-1,0 1,0 0,1 0,-1 0,0 1,1-1,-1 1,0 0,1 0,-1 0,1 1,-1-1,1 1,0 0,-1 0,1 0,0 0,0 0,0 1,1 0,-1-1,1 1,-1 0,1 0,0 0,0 0,0 1,0 2,-2-1,1 0,-1 0,1 0,1 1,-1 0,1-1,0 1,0 0,1 0,0 0,0 0,0 0,1 0,0 0,0 0,0 1,1-1,0 0,0 0,0 0,1 0,0-1,0 1,1 0,-1-1,1 1,1-1,-1 0,1 0,-1 0,2-1,-1 1,35 16,1-7</inkml:trace>
  <inkml:trace contextRef="#ctx0" brushRef="#br0" timeOffset="1365.432">1511 635,'-5'-5,"0"1,0-1,0 1,-1 0,1 0,-1 1,0 0,0 0,0 0,-1 0,1 1,-1 0,1 1,-1 0,0 0,0 0,1 0,-1 1,0 1,0-1,0 1,1 0,-1 0,0 1,1 0,-1 0,1 1,0-1,0 1,0 1,0-1,0 1,1 0,-4 4,3-2,1 0,0 0,1 1,0-1,0 1,0 0,1 0,0 1,0-1,1 1,0-1,0 1,0 6,2-11,-1 0,1 0,0 0,0 1,0-1,0 0,1 0,-1 0,1 0,0 1,0-1,0 0,0-1,0 1,1 0,0 0,-1 0,1-1,0 1,0-1,0 1,1-1,-1 0,0 0,1 0,0 0,-1-1,1 1,0 0,0-1,0 0,0 0,0 0,2 0,8 0,0-2,-1 1,1-2,-1 0,1 0,-1-1,0-1,0 0,0 0,0-2,-1 1,0-1,0-1,0 0,-1 0,0-1,5-6,93-89,-108 103,0-1,0 1,0 0,0-1,1 1,-1 0,0 0,0-1,0 1,1 0,-1 0,0-1,0 1,1 0,-1 0,0 0,0-1,1 1,-1 0,0 0,1 0,-1 0,0 0,1 0,-1 0,0 0,1 0,-1-1,0 1,1 1,-1-1,0 0,1 0,-1 0,0 0,1 0,-1 0,0 0,1 0,-1 0,0 1,0-1,1 0,-1 0,0 0,0 1,1-1,-1 0,0 0,0 1,0-1,1 0,-1 0,0 1,0-1,0 0,0 1,0-1,1 0,-1 1,0-1,0 0,0 1,0-1,0 0,0 1,0-1,0 31,0-22,17 105,-16-110,0 0,1 0,-1-1,1 1,0 0,0 0,0-1,1 0,-1 1,1-1,0 0,0 0,0 0,0 0,0-1,1 0,-1 1,1-1,-1 0,1-1,0 1,0 0,0-1,0 0,0 0,2 0,1-2,0-1,0 1,0-1,0-1,0 1,-1-1,1 0,-1-1,0 1,0-1,0-1,-1 1,1-1,-1 0,0 0,0 0,-1-1,1 0,2-5,11-13,-1-1,-2 0,0-2,-1 0,-2 0,-1-1,-1-1,-2 1,0-2,2-24,-2-8,-2 0,-3 0,-3 0,-6-46,-6 20,3 77,5 34,0 51,4 0,2 0,4 0,3-1,18 72,-25-131,1 0,0-1,1 1,1-1,0 0,1 0,0-1,1 0,0 0,1 0,0-1,1 0,0-1,1 0,8 7,-16-15,1-1,-1 0,0 0,0 1,0-1,1 0,-1-1,0 1,1 0,-1-1,1 1,-1-1,1 0,-1 0,1 0,-1 0,0 0,1-1,-1 1,1-1,-1 1,1-1,-1 0,0 0,0 0,1 0,-1-1,0 1,0-1,0 1,14-16</inkml:trace>
  <inkml:trace contextRef="#ctx0" brushRef="#br0" timeOffset="1616.76">1685 354,'-16'0,"-7"0,-1 3,10 0,15-1,21 1,26-4,25-8,22-9,18-6,11-2,-17 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8:14.9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2164 1,'-18'25,"-16"26,-12 28,-11 30,-6 27,-7 30,-7 30,-6 25,-6 20,0 8,1-3,6-12,10-22,11-26,9-32,13-41</inkml:trace>
  <inkml:trace contextRef="#ctx0" brushRef="#br0" timeOffset="1452.801">1054 2234,'0'100,"-4"0,-5-1,-4 3,-10 6,18-123,9-103,0 78,-3 0,-1-1,-2 1,-7-37,-15-17,24 93,-1 0,1 0,0-1,-1 1,1 0,0 0,0 0,0 0,0 0,0 0,0 0,0 0,1 0,-1 0,0-1,1 1,-1 0,0 0,1 0,-1 0,1 1,0-1,-1 0,1 0,0 0,-1 0,1 1,0-1,0 0,0 1,0-1,0 0,0 1,0-1,0 1,0-1,0 1,0 0,47-3,-38 3,347 9,-343-9,-6 0,0 0,0 1,0-1,0 1,0 1,0 0,0 0,-1 0,1 1,-1 0,1 1,3 1,-11-2,1-1,-1 0,1 0,-1 0,0 0,1 1,-1-1,0 0,-1 0,1 1,0-1,-1 0,1 0,-1 0,1 0,-1 1,0-1,0 0,0 0,0-1,-1 1,1 0,0 0,-1 0,1-1,-1 1,0-1,1 1,-1-1,0 0,0 0,0 0,0 0,0 0,0 0,0 0,1 0,-166 130,118-81,2 2,3 2,-4 10,11-10</inkml:trace>
  <inkml:trace contextRef="#ctx0" brushRef="#br0" timeOffset="5632.035">265 3143,'-12'0,"0"0,0 1,0 1,0 0,0 0,0 1,1 1,-1 0,1 1,0 0,0 0,1 1,0 1,0 0,0 0,1 1,0 0,0 0,1 1,0 0,1 1,0 0,0 0,1 1,-2 6,6-14,1 1,0-1,0 1,1 0,-1-1,1 1,-1 0,1 0,1-1,-1 1,0 0,1-1,0 1,0 0,0-1,0 1,0-1,1 1,0-1,-1 0,1 0,0 1,1-1,-1-1,1 1,-1 0,1-1,0 1,0-1,0 0,0 0,0 0,0 0,1 0,0-1,13 5,0-1,0-2,1 1,0-2,-1-1,1 0,0-1,0 0,0-2,-1 0,1-1,-1-1,1-1,-1 0,-1-1,1-1,-1 0,0-2,-1 1,0-2,4-3,72-65,-90 77,-1 0,0 1,0-1,0 0,1 1,-1-1,0 1,0-1,1 1,-1-1,0 1,1-1,-1 1,0-1,1 1,-1-1,1 1,-1-1,1 1,-1 0,1-1,-1 1,1 0,-1 0,1-1,-1 1,1 0,0 0,-1 0,1 0,-1-1,1 1,0 0,-1 0,1 0,-1 0,1 1,0-1,-1 0,1 0,-1 0,1 0,-1 1,1-1,-1 0,1 0,0 1,-1-1,1 0,-1 1,0-1,1 1,-1-1,1 1,-1-1,0 1,1-1,-1 1,0-1,1 1,-1-1,0 1,4 24,-4-19,0 1,1 0,0-1,0 1,1 0,0-1,0 0,0 1,1-1,0 0,0 0,1 0,0-1,0 1,0-1,0 0,5 4,-4-6,0 0,0 0,0-1,1 0,-1 0,1 0,0 0,-1-1,1 0,0 0,0-1,-1 1,1-1,0-1,0 1,0-1,0 0,-1 0,1-1,-1 1,1-1,-1-1,1 1,-1-1,0 0,0 0,0 0,-1-1,1 1,-1-1,0 0,0-1,0 1,0-1,-1 0,0 0,0 0,0 0,-1 0,1 0,-1-1,-1 0,1 1,-1-1,0 0,0 1,0-2,-2 3,0 1,1-1,-1 0,0 0,-1 0,1 1,-1-1,0 1,0-1,0 1,0 0,0-1,-1 1,1 1,-1-1,0 0,0 0,0 1,0 0,-1 0,1 0,0 0,-1 0,0 0,1 1,-1 0,0 0,0 0,1 0,-1 0,0 1,-4-1,1 0,0 0,-1 1,1 0,-1 0,1 0,0 1,-1 1,1-1,0 1,0 0,0 1,0-1,0 2,1-1,-3 2,8-5,1 0,-1 0,0 0,1 0,-1 1,0-1,1 0,-1 0,0 1,1-1,-1 0,1 1,-1-1,1 1,-1-1,1 1,-1-1,1 1,-1-1,1 1,-1-1,1 1,0 0,-1-1,1 1,0-1,0 1,-1 0,1-1,0 1,0 0,0 0,0-1,0 1,0 0,0-1,0 1,0 0,0-1,1 1,-1 0,0-1,0 1,1 0,-1-1,0 1,1 0,-1-1,0 1,1-1,-1 1,1-1,-1 1,1-1,-1 1,1-1,-1 0,1 1,0-1,-1 0,1 1,0-1,-1 0,1 0,49 7,-22-11,-1-1,0-1,0-2,0 0,24-12,-25 9,0 1,0 2,1 0,0 2,1 1,3 1,-28 4,0 0,0 0,0 0,0 0,0 1,-1 0,1-1,0 1,0 0,0 0,0 1,-1-1,1 1,-1-1,1 1,-1 0,1 0,-1 0,0 0,0 0,0 0,0 1,0-1,-1 1,1-1,-1 1,1 2,23 84,-21-69,-4-18,17 51,-17-52,0 1,1-1,-1 0,1 0,-1 0,1 0,0 0,-1 0,1 0,0 0,0 0,0 0,0 0,-1-1,1 1,0 0,1-1,-1 1,0 0,0-1,0 0,0 1,0-1,1 1,-1-1,0 0,0 0,0 0,1 0,-1 0,0 0,0 0,1 0,-1 0,0-1,0 1,0 0,0-1,1 1,-1-1,0 1,0-1,7-7,-1 1,0-1,-1 0,0-1,0 1,-1-1,0 0,0-1,-1 1,0-1,-1 0,0 0,-1 0,1-4,21-106,-24 120,0 1,0-1,0 0,0 0,0 1,1-1,-1 0,0 0,0 1,0-1,0 0,0 0,1 0,-1 1,0-1,0 0,0 0,1 0,-1 0,0 1,0-1,1 0,-1 0,0 0,0 0,1 0,-1 0,0 0,0 0,1 0,-1 0,0 0,0 0,1 0,-1 0,0 0,0 0,1 0,-1 0,0 0,0 0,1 0,-1 0,0-1,0 1,1 0,-1 0,0 0,0 0,0-1,1 1,-1 0,0 0,0-1,9 32,-9-29,1 8,1 0,0 0,0 0,1-1,0 1,0-1,1 1,0-1,1 0,0-1,1 1,0-1,0 0,0-1,1 1,0-1,1 0,0-1,0 0,0 0,0-1,1 0,14 1</inkml:trace>
  <inkml:trace contextRef="#ctx0" brushRef="#br0" timeOffset="5940.581">1522 3063,'-1'11,"0"0,1 1,0-1,1 0,1 0,-1 0,2 0,-1 0,2 0,-1-1,1 1,1-1,0 0,1 0,-1-1,2 1,-1-1,2-1,-1 1,1-1,0-1,0 1,1-1,0-1,1 0,-1 0,1-1,0 0,1 0,9 2,-16-6,0 0,0-1,0 1,0-1,-1 0,1 0,0 0,0-1,0 0,0 1,0-1,0 0,-1-1,1 1,0-1,-1 0,0 1,1-2,-1 1,0 0,0-1,0 1,0-1,0 0,-1 0,1 0,-1 0,0 0,0-1,0 0,42-113,1-91,-36 190,-1 7</inkml:trace>
  <inkml:trace contextRef="#ctx0" brushRef="#br0" timeOffset="6541.936">2096 3290,'15'-7,"0"-1,-1 0,0-2,0 1,-1-2,0 0,-1 0,0-1,-1-1,0 0,-1 0,2-5,-3 6,-1-1,0 1,-1-2,-1 1,0-1,0 1,-2-2,1 1,-2 0,0-1,-1 0,0 1,-1-1,-1-9,1 23,-1 0,0-1,1 1,-1 0,0 0,0-1,0 1,0 0,0-1,0 1,0 0,0-1,0 1,-1 0,1-1,-1 1,1 0,-1 0,1 0,-1-1,0 1,1 0,-1 0,0 0,0 0,0 0,0 0,0 0,0 1,0-1,0 0,0 0,0 1,0-1,-1 1,1-1,0 1,0 0,-1-1,1 1,0 0,-1 0,1 0,0 0,-1 0,1 0,0 0,-1 0,1 0,0 1,0-1,-1 1,1-1,0 1,0-1,0 1,-1-1,1 1,0 0,0 0,-7 10,0-1,2 1,-1 0,1 0,1 0,0 1,0 0,2 0,-1 0,1 1,1-1,0 1,1 10,-1-16,1-1,1 1,-1-1,1 0,0 1,1-1,-1 1,1-1,0 0,1 1,0-1,0 0,0 0,1 0,0 0,0-1,0 1,0-1,1 1,0-1,1-1,-1 1,1 0,-1-1,1 0,1 0,-1-1,0 1,1-1,0 0,0-1,0 1,1-1,-1 0,1-1,-1 0,0 0,0-1,1 0,-1 0,0 0,1-1,-1 0,0 0,0-1,0 1,0-1,0-1,0 1,0-1,-1 0,1 0,-1-1,0 1,0-1,0-1,-1 1,1 0,-1-1,2-4,3-2,-2 0,1-1,-2 0,1-1,-2 1,0-1,0 0,-1-1,-1 1,0-1,1-10,0-117,-4 139,0 0,0 1,0-1,1 0,-1 0,1 0,-1 1,1-1,-1 0,1 1,0-1,0 1,0-1,0 1,0-1,0 1,0-1,0 1,1 0,-1 0,0 0,1-1,-1 1,1 1,0-1,-1 0,1 0,0 1,-1-1,1 1,0-1,0 1,-1 0,1-1,0 1,0 0,0 0,-1 0,1 1,0-1,0 0,-1 1,1-1,0 1,11 2,-1 1,0 0,0 1,0 0,-1 1,1 0,-1 1,-1 0,1 0,-1 2,-1-1,1 1,-2 0,1 1,-1 0,4 7,-7-5,0 0,-1 0,-1 1,0 0,0-1,-1 1,-1 0,0 0,-1 0,0 0,-1 6,1 45,0-61,1 0,0 0,-1 0,1 0,0 0,0 0,1 0,-1 0,1-1,-1 1,1 0,0-1,0 1,0-1,0 0,1 0,-1 0,0 0,1 0,0 0,-1-1,1 1,0-1,0 0,0 1,0-1,0-1,0 1,0 0,1-1,97 3,-41-13,-3-5</inkml:trace>
  <inkml:trace contextRef="#ctx0" brushRef="#br0" timeOffset="7089.429">3326 2742,'-10'5,"0"0,0 1,1 0,0 1,0 0,0 0,1 1,0 0,1 0,0 1,0 0,0 0,2 1,-1 0,1 0,0 0,1 1,1-1,-1 1,2 0,-1 0,1 0,1 1,0-1,1 1,1-5,0 1,0-1,1 0,0 0,0 0,1-1,-1 1,2 0,-1-1,1 0,0 0,0 0,0 0,1-1,0 1,0-1,1 0,104 74,-80-60,-18-11,-6-6,-1 1,0 0,0 0,-1 1,1-1,-1 1,1 0,-1 0,0 1,-1-1,1 1,-1 0,2 3,-6-6,0 0,0 1,0-1,0 0,0 1,-1-1,1 0,-1 0,1 0,-1 0,0-1,0 1,0 0,0-1,0 1,0-1,0 0,0 0,-1 0,1 0,0 0,-1 0,1 0,-1-1,1 1,-1-1,1 0,-1 0,-1 0,-79 5,81-5,0-1,-1 1,1 0,0-1,0 1,0-1,-1 1,1-1,0 0,0 0,0 0,0 0,0 0,1-1,-1 1,0-1,0 1,1-1,-1 1,1-1,0 0,-1 0,1 0,0 0,0 0,0 0,0 0,0 0,1 0,-1 0,1-1,-1 1,1 0,0-2,2-6,1 0,0 1,0-1,1 1,0 0,1 0,0 1,0-1,1 1,0 0,0 0,1 1,0 0,0 0,7-4,7-9,0 2,1 0,1 2,0 0,1 1,1 2,25-10,-47 21,1 1,-1 0,0-1,1 1,-1 1,1-1,0 0,-1 1,1 0,-1 0,1 0,0 0,-1 1,1-1,-1 1,1 0,-1 0,1 0,-1 1,0-1,1 1,-1 0,0-1,0 2,0-1,0 0,-1 0,1 1,-1 0,1-1,-1 1,0 0,0 0,0 0,0 1,-1-1,1 0,-1 1,47 196,-48-199,0 0,0-1,0 1,0 0,0 0,0 0,0-1,0 1,0 0,0 0,1-1,-1 1,0 0,0-1,1 1,-1 0,0-1,1 1,-1 0,1-1,-1 1,1-1,-1 1,1-1,-1 1,1-1,0 1,-1-1,1 1,0-1,-1 0,1 1,0-1,-1 0,1 0,0 1,0-1,-1 0,1 0,0 0,0 0,-1 0,1 0,0 0,0 0,-1-1,1 1,0 0,0 0,-1-1,1 1,0-1,6-10</inkml:trace>
  <inkml:trace contextRef="#ctx0" brushRef="#br0" timeOffset="7335.772">3487 2501,'-5'16,"1"10,6 5,7-1,2-5</inkml:trace>
  <inkml:trace contextRef="#ctx0" brushRef="#br0" timeOffset="7552.21">3928 3076,'13'-9,"0"-2,-1 1,-1-2,0 1,0-1,-1-1,-1 0,0-1,-1 1,0-2,-1 1,0-1,-2 0,0 0,0-1,-1 1,-1-1,0-9,-3 19,0 0,0 0,-1 1,1-1,-2 0,1 0,0 0,-1 1,0-1,-1 1,-1-4,3 7,1 1,-1-1,0 0,0 1,0-1,-1 1,1 0,0-1,0 1,-1 0,1 0,-1 0,1 0,-1 0,1 0,-1 0,0 0,0 1,1-1,-1 1,0-1,0 1,1 0,-1-1,0 1,0 0,0 0,0 1,1-1,-1 0,0 0,0 1,1-1,-1 1,0 0,0-1,1 1,-1 0,0 0,-4 5,0 0,0 1,0-1,1 1,0 0,0 0,1 1,0 0,0 0,0 0,1 0,1 0,-1 0,1 1,1-1,0 1,0 0,0-1,-1 0,1 0,0 1,0-1,0 0,1 0,0 0,1 0,-1 1,2-1,-1 0,1 0,1 0,-1-1,1 1,0-1,1 1,0-1,0 0,1 0,0-1,0 1,0-1,5 4,0-4,0 0,0-1,0 0,1-1,-1 0,1-1,0 0,0 0,0-1,0-1,1 0,-1 0,11-2,144-22,-63-2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8:18.3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1 679,'13'3,"0"-1,1-1,-1 0,1-1,-1 0,0-1,1 0,-1-1,0-1,0 0,0-1,0 0,0-1,-1 0,0-1,0-1,-1 0,2-1,22-12,0-2,-2-1,0-1,-2-2,0-2,-2 0,-1-2,-2-1,-1-1,-1-1,-2-1,-1-1,-2-1,6-19,-21 49,-1 0,0-1,0 0,-1 0,0 0,0 0,-1 0,0 0,0 0,0-1,-1 1,0 0,-1-1,0 1,0 0,0 0,-1 0,0 0,0 0,-1 0,0 0,0 0,0 6,1-1,-1 1,1 0,-1 0,1 0,-1 0,0 0,1 0,-1 1,0-1,0 1,0 0,1 0,-1 0,0 0,0 1,0-1,1 1,-1-1,0 1,1 0,-1 0,0 0,1 1,-1-1,1 0,0 1,-1 0,1 0,0-1,0 1,0 0,0 1,1-1,-1 0,0 1,1-1,0 0,0 1,-1 0,1-1,1 1,-1 1,-14 29,1 1,3 0,0 1,2 1,2-1,1 1,2 1,1 22,2-43,-30 786,31-799,-1 259,1-212</inkml:trace>
  <inkml:trace contextRef="#ctx0" brushRef="#br0" timeOffset="583.24">147 1079,'99'-41,"-2"-5,-2-3,63-46,88-46,-185 116,-61 33,-83 64,46-44,22-18,0 1,1 1,0 1,1 0,1 0,0 1,0 1,2 0,0 0,1 1,0 1,1-1,-2 9,10-23,-1 0,1 1,-1-1,1 0,0 1,0-1,0 1,0-1,0 0,0 1,1-1,-1 0,1 1,0-1,0 0,-1 0,2 0,-1 1,0-1,0 0,1 0,-1-1,1 1,-1 0,1 0,0-1,-1 1,1-1,0 1,0-1,0 0,1 0,-1 0,0 0,0 0,0-1,1 1,-1 0,0-1,1 0,-1 0,1 0,9 0,0-2,-1 1,1-2,0 1,-1-2,0 0,0 0,0-1,0 0,0-1,-1 0,0 0,-1-1,1-1,-1 0,-1 0,1 0,5-10,-3 8,-1-1,-1 0,0-1,-1 0,0 0,0 0,-1-1,-1-1,-1 1,1-1,-2 0,0 0,-1 0,0 0,-1-1,-1 0,0-3,-1 17,1 0,-1 0,0 0,1 0,-1 0,0 0,0 0,0 0,0 0,0 0,0-1,0 1,0 0,0 0,-1 0,1 0,0 0,-1 0,1 0,-1 0,1 0,-1 0,1 0,-1 0,0 0,1 1,-1-1,0 0,0 0,0 1,0-1,1 0,-1 1,0-1,0 1,0-1,0 1,0 0,0-1,-1 1,1 0,0 0,0-1,0 1,0 0,0 0,0 0,0 1,0-1,0 0,-1 0,1 0,0 1,0-1,0 1,0-1,0 1,0 0,-4 8,0 0,1 0,1 1,0-1,0 1,1 0,0 0,0 0,1 0,1 0,0 0,1 7,-2-10,1-1,1 0,-1 0,1 0,0 0,0 0,1 0,0 0,0 0,0-1,1 1,0-1,0 1,0-1,1 0,-1 0,1 0,0-1,1 1,-1-1,1 0,0-1,0 1,4 2,31 7,1-5</inkml:trace>
  <inkml:trace contextRef="#ctx0" brushRef="#br0" timeOffset="1019.314">1565 652,'-2'0,"-5"-2,0 0,0 0,0 1,0 0,0 0,0 1,0 0,-1 0,1 1,0 0,0 0,0 1,0 0,1 0,-1 0,0 1,1 0,-1 0,1 1,-1 1,-1 3,1 0,0 0,0 1,1 0,0 0,1 1,0-1,1 1,0 0,0 1,1-1,0 1,1-1,0 1,1 0,0 0,1 0,0 2,0-9,1 1,0 0,0-1,0 1,1-1,0 0,0 1,0-1,0 0,0 0,1 0,0 0,0-1,0 1,0-1,0 0,1 0,0 0,-1 0,1 0,0-1,0 0,1 0,-1 0,0 0,1-1,-1 1,1-1,-1 0,1-1,0 1,1-1,19 0,-1 0,1-2,0-1,-1-1,0-1,0-1,0-1,-1-1,0-1,0-2,-1 0,-1-1,0-1,0-1,3-4,-10 9,-1 0,0-1,0 0,-1-1,0-1,-1 0,-1-1,0 0,0 0,-1-1,-1 0,4-9,-12 22,1 0,-1-1,0 1,1 0,-1-1,0 1,0-1,0 1,0 0,0-1,0 1,0 0,0-1,0 1,-1-1,1 1,-1 0,1 0,-1-1,1 1,-1 0,0 0,0-1,1 1,-1 0,0 0,0 0,0 0,0 0,0 0,0 1,-1-1,1 0,0 1,0-1,-1 0,1 1,0-1,-1 1,1 0,0 0,-1-1,1 1,0 0,-1 0,1 0,-1 0,1 0,0 1,-1-1,1 0,0 1,-1-1,1 1,0-1,-1 1,1 0,0-1,0 1,0 0,0 0,0 0,-1 1,-5 4,0 0,1 1,0 0,0 0,0 0,1 1,0 0,1 0,0 0,0 0,0 1,1 0,1 0,-1 0,2 0,-1 0,1 0,0 0,1 0,0 1,1-5,-1 1,1-1,0 0,0 0,0 0,1 0,0 0,0 0,0-1,1 1,-1 0,1-1,0 0,0 0,1 0,-1 0,1 0,0-1,0 1,0-1,0 0,1-1,-1 1,1-1,0 1,0-1,0-1,0 1,0-1,0 0,0 0,3 0,18 2,0-1,1 0,-1-3,0 0,1-1,-1-2,21-5,37-9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8:25.0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1 989,'20'3,"19"0,16-3,12-5,8-7,3-3,-2-2,-13 3,-16 3</inkml:trace>
  <inkml:trace contextRef="#ctx0" brushRef="#br0" timeOffset="1277.168">1124 723,'-9'13,"-6"14,1 14,2 9,3 2,5 0,6-5,3-8,-1-10</inkml:trace>
  <inkml:trace contextRef="#ctx0" brushRef="#br0" timeOffset="1798.48">896 468,'56'6,"13"1,0 2,-1 4,0 2,20 10,-78-22,-1-1,1 1,-1 1,0 0,0 0,0 1,-1 0,1 0,-1 1,-1 0,1 1,-1-1,0 1,0 1,-1-1,0 1,-1 0,0 1,0 0,0-1,-1 1,-1 1,1-1,-1 0,-1 1,0 1,-2 3,-2-1,1 0,-2 1,0-1,0 0,-1 0,-1-1,0 1,-1-1,-10 28,16-39,-1-1,1 0,-1 1,1-1,0 0,-1 1,1-1,0 1,0-1,-1 0,1 1,0-1,0 1,-1-1,1 1,0-1,0 1,0-1,0 1,0-1,0 1,0-1,0 1,0-1,0 1,0-1,0 1,0-1,0 1,1-1,-1 0,0 1,0-1,1 1,-1-1,0 1,0-1,1 0,-1 1,0-1,1 0,-1 1,1-1,-1 0,0 1,1-1,-1 0,1 0,-1 1,1-1,-1 0,1 0,-1 0,1 0,-1 0,1 0,28-15,-11-2,0-2,0 0,-2-1,-1-1,0 0,-1-1,-2-1,4-8,-4 8,-10 20,-2 2,0 1,0-1,0 0,0 0,0 0,0 0,0 1,0-1,0 0,1 0,-1 0,0 1,1-1,-1 0,0 0,1 1,-1-1,1 0,-1 1,1-1,-1 0,1 1,0-1,-1 1,1-1,0 1,-1-1,1 1,0 0,0-1,-1 1,1 0,0-1,0 1,0 0,-1 0,1 0,0 0,0 0,0 0,-1 0,1 0,0 0,0 0,0 1,0-1,-1 0,1 0,0 1,0-1,0 1,37 125,-33-115,0-1,0 0,1-1,0 1,1-1,0-1,0 1,1-1,0 0,2 1,-7-7,0 1,0-1,1 0,-1 0,1 0,-1 0,1 0,0-1,0 0,-1 1,1-1,0-1,0 1,0-1,0 1,0-1,0 0,0-1,0 1,0-1,0 0,0 0,0 0,0 0,0-1,-1 1,1-1,0 0,1-1,1-3,-1 0,1 0,-1 0,-1 0,1-1,-1 0,0 0,-1 0,1 0,-1-1,-1 1,0-1,0 0,0 0,-1 0,0 0,-1 0,0-5,1 13,2-29</inkml:trace>
  <inkml:trace contextRef="#ctx0" brushRef="#br0" timeOffset="2384.35">2019 0,'0'16,"0"14,0 16,0 14,0 12,-2 10,-3 7,-1 2,-2-3,-1-5,0-10,2-13,3-12,3-14,5-13,4-17,0-8</inkml:trace>
  <inkml:trace contextRef="#ctx0" brushRef="#br0" timeOffset="2632.145">1712 321,'22'5,"22"-4,21-8,18-10,11-7,3-3,-16 2</inkml:trace>
  <inkml:trace contextRef="#ctx0" brushRef="#br0" timeOffset="3903.397">2220 869,'38'-32,"-14"14,-2 0,0-2,-1-1,-1 0,-1-2,-1 0,0-1,12-24,-18-8,-12 55,0-1,0 1,0 0,-1-1,1 1,0 0,-1-1,1 1,-1 0,0-1,1 1,-1 0,0 0,0 0,0 0,0 0,0 0,0 0,0 0,0 0,0 0,-1 0,1 1,0-1,0 0,-1 1,1 0,0-1,-1 1,1-1,-1 1,1 0,0 0,-1 0,1 0,-1 0,1 0,0 0,-1 1,-5 1,0 0,0 0,1 1,-1 0,1 0,-1 1,1 0,0 0,1 0,-1 1,1-1,0 2,0-1,0 0,1 1,-1 0,2 0,-1 0,1 1,0-1,0 1,0-1,1 1,0 0,1 0,-1 0,1 1,1-1,-1 4,0-4,1-1,-1 1,1 0,0-1,1 1,-1 0,1-1,1 1,-1-1,1 1,0-1,1 0,-1 0,1 0,1 0,-1 0,1-1,0 1,0-1,0 0,1 0,0-1,0 1,0-1,0 0,1-1,0 1,-1-1,1 0,1 0,2 0,3 1,1-1,0-1,0 0,1-1,-1 0,0-1,0-1,1 0,-1-1,0 0,0-1,-1 0,1-1,0 0,-1-1,0-1,0 0,-1 0,0-1,0-1,0 0,-1 0,0-1,-1-1,0 1,0-1,-1-1,6-10,5-12</inkml:trace>
  <inkml:trace contextRef="#ctx0" brushRef="#br0" timeOffset="5913.963">3021 588,'-7'-5,"0"-1,-1 1,0 0,0 1,-1 0,1 1,-1-1,0 2,0-1,0 1,0 0,0 1,0 0,0 1,0 0,-1 0,1 1,0 0,0 1,0 0,0 0,0 1,0 0,1 0,-1 1,1 0,0 1,0 0,1 0,-1 1,1-1,0 2,1-1,0 1,0 0,0 0,-1 3,5-7,1-1,-1 0,1 1,-1-1,1 1,0 0,0-1,0 1,1 0,-1 0,1 0,-1-1,1 1,0 0,0 0,0 0,1 0,-1 0,1-1,-1 1,1 0,0 0,0-1,0 1,0-1,1 1,-1-1,1 1,-1-1,1 0,0 1,0-1,0 0,0 0,0-1,1 1,-1 0,1-1,-1 1,1-1,-1 0,1 0,0 0,-1 0,1-1,0 1,0-1,0 1,10 1,1-1,-1 0,0-1,1-1,-1 0,0-1,1 0,-1-1,0 0,-1-1,1 0,-1-1,1-1,-1 0,-1-1,1 0,-1-1,-1 0,1 0,-2-1,1-1,6-7,-11 11,-1 0,0 0,0 0,0-1,-1 1,0-1,0 0,-1 0,0 0,0 0,0 0,-1-1,0 1,-1-2,15 301,-15-280,5 57,-4 0,-3 0,-2 0,-4 0,-5 15,-22-7,34-76,0 1,-1-1,1 1,0-1,-1 0,1 0,-1 1,0-1,1 0,-1-1,0 1,1 0,-1 0,0-1,0 1,0-1,0 1,0-1,0 0,1 0,-1 0,0 0,0 0,0 0,0-1,0 1,0-1,0 1,1-1,-1 0,0 1,0-1,1 0,-1 0,0 0,1 0,-1-1,1 1,0 0,-1-1,0 0,-9-11,0-1,1 0,1-1,0 0,1 0,0-1,1 1,1-2,1 1,-3-17,3 22,1-1,0 0,1-1,1 1,0 0,0-1,1 1,1-1,0 1,1-1,0 0,1 1,0 0,1-1,1 1,0 0,0 1,1-1,1 1,0 0,0 0,1 0,0 1,6-5,4 1,2 1,-1 1,2 0,0 2,0 0,1 1,0 1,18-4,17-8,-21 7,1-1,-2-2,0-2,-1-1,-1-1,-1-2,14-13,-38 28,0 0,0 0,-1 0,0-1,0 0,-1 0,0 0,0-1,-1 0,0 0,0 0,-1 0,0-1,-1 1,0-1,-1 0,0 1,0-1,-1 0,0-1,0 9,-1-1,1 1,0 0,-1-1,0 1,1 0,-1 0,0-1,0 1,0 0,0 0,-1 0,1 0,-1 0,1 1,-1-1,1 0,-1 1,0-1,0 1,0-1,0 1,0 0,0 0,0 0,0 0,-1 0,1 1,0-1,0 0,-1 1,1 0,0 0,-1 0,1 0,-1 0,1 0,0 0,-1 1,1-1,0 1,0 0,-1-1,1 1,0 0,0 1,0-1,0 0,0 0,0 1,0-1,1 1,-1 0,-3 6,0 1,1 0,0 0,0 0,1 0,0 1,1-1,0 1,0 0,1 0,1-1,-1 1,2 0,-1 0,1 0,3 8,-3-7,0-1,1 0,1 1,0-1,0 0,1 0,0-1,1 1,0-1,1 0,0 0,0-1,1 0,0 0,0 0,1-1,0 0,0 0,0-1,1 0,0-1,0 0,1 0,7 2,-12-6,0-1,0 1,0-1,0-1,0 1,0-1,0 0,0 0,0 0,0 0,-1-1,1 0,0 0,-1-1,1 1,-1-1,0 0,0 0,0 0,-1 0,1-1,-1 0,1 0,-1 0,0 0,2-4,6-10,-1 0,-1 0,-1-1,0-1,5-18,39-145,-52 181,1 0,0 0,0 0,0 1,0-1,0 0,0 0,1 1,-1-1,1 1,-1-1,1 1,-1 0,1-1,0 1,-1 0,1 0,0 0,0 1,0-1,0 0,0 1,0-1,0 1,0-1,0 1,0 0,0 0,0 0,0 0,0 1,0-1,0 0,0 1,0-1,0 1,0 0,0 0,0 0,0 0,12 4,0 0,0 0,-1 2,0 0,0 0,-1 1,11 9,-18-13,0 0,-1 1,0-1,0 1,0 0,0 0,-1 0,1 0,-1 1,-1 0,1-1,-1 1,0 0,0 0,-1 0,0 0,0 0,0 0,0 7,-3 1,0 0,-1 1,-1-1,0 0,0 0,-2-1,0 2,-13 35,18-48,0-1,1 1,-1-1,0 1,1 0,-1-1,1 1,-1 0,1 0,0-1,0 1,-1 0,1 0,1-1,-1 1,0 0,0 0,1-1,-1 1,1 0,-1-1,1 1,0 0,0-1,-1 1,1-1,0 1,1-1,-1 0,0 1,0-1,0 0,1 0,-1 0,1 0,-1 0,1 0,-1 0,1 0,0 0,6 0,0-1,-1 0,1 0,0 0,0-1,0 0,-1 0,1-1,-1 0,1 0,-1-1,4-2,75-30,2-7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3:28.9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3654 269,'-55'-14,"36"12,-172-38,-54-6,211 44,-83-9,-108-23,124 12,4-1,0 4,-1 4,-46 2,-334-14,456 27,-27 0,1 1,-1 3,-40 8,37-2,-63 12,0 5,2 4,1 6,-101 48,179-65,1 1,1 2,1 2,1 0,-9 12,-14 11,-103 108,129-133,1 1,1 1,1 2,1 0,-8 16,-30 45,36-54,1 1,1 1,3 1,-6 14,19-28,0 0,1 0,2 0,0 1,2 0,0 0,2 0,0-1,3 9,-2-20,1-1,1 1,0-1,0 0,1 0,1-1,0 1,0-1,1 0,0 0,1-1,0 0,0 0,1 0,0-1,1 0,2 1,14 10,0 0,1-2,1-1,1-2,25 11,159 43,-80-30,-96-26,1-1,0-1,1-3,0 0,0-3,3-1,64 3,-2 5,3 5,-51-8,26 0,0-3,27-5,66 4,373 18,-16-23,-460-5,0-3,0-4,3-3,15-2,-56 9,-1-2,0-1,0-1,-1-2,-1-1,0-1,8-9,81-42,-99 57,-1-1,0-1,-1 0,0-1,-1-1,0-1,-2 0,0-1,0-1,-1-2,7-7,-2-1,-1-1,-1-1,-1-1,-2 0,-2-1,0 0,-2-1,9-38,-2 11,-2-1,-2 0,-4-1,1-41,-10 97,-1 1,1-1,-1 1,0-1,-1 1,1 0,-1 0,0-1,0 1,-1 0,1 1,-1-1,0 0,-3-3,-11-17,-56-90,48 80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3:33.8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3735,'56'-88,"-27"31,167-202,-119 164,176-239,-5 55,-201 222,-3-2,19-35,-52 77,356-463,-321 416,2 2,3 2,10-5,66-76,93-134,-141 173,126-158,-76 85,-101 139,1 0,2 3,21-18,5-6,61-74,-46 47,-44 50,1 1,1 2,27-22,34-11,-91 64,0 0,0 0,0 1,0-1,0 0,0 0,0 0,0 0,0 1,0-1,0 0,0 0,0 0,0 0,0 1,0-1,0 0,0 0,0 0,0 0,0 0,1 1,-1-1,0 0,0 0,0 0,0 0,0 0,0 0,1 1,-1-1,0 0,0 0,0 0,0 0,0 0,1 0,-1 0,0 0,-13 16,-156 161,20-1,-137 176,209-245,-277 355,262-355,-36 42,-105 159,147-181,-69 77,-32 38,69-100,29-30,21-27,35-42,-3 0,-1-3,-7 4,-56 55,32-11,39-49,-1-1,-2-1,-1-2,-9 6,24-27,1 1,1 1,1 0,0 1,-9 14,8-9,0-2,-2 0,0 0,-1-2,-4 2,-61 73,90-111,147-180,79-108,207-230,-198 265,-22 27,10-38,-54 58,111-103,-238 273,-1-2,-4-2,11-21,127-189,-12 6,-140 218,2 2,2 1,1 1,5-1,-12 13,-2-1,-1-1,-2-1,17-31,-30 49,2-1,-1 1,2 1,0 0,0 0,1 1,1 1,0 0,0 1,1 1,7-3,-7 8,-31 23,-56 45,23-24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3:34.9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53 190,'10'-15,"-10"15,0 0,0 0,0 1,0-1,0 0,0 0,0 0,0 0,0 0,0 0,1 0,-1 1,0-1,0 0,0 0,0 0,0 0,0 0,0 0,1 0,-1 0,0 0,0 0,0 0,0 0,0 0,1 0,-1 0,-66 123,77-128,27-40,-2-2,-2-1,-3-2,3-8,-14 13,-25 44,-53 72,57-69,-9 10,2 0,-1 1,2 0,0 1,0-1,1 1,1 1,-2 6,7-20,1-1,-1 1,1 0,-1-1,0 1,1 0,-1-1,1 1,0-1,-1 1,1-1,-1 1,1-1,0 1,-1-1,1 1,0-1,-1 0,1 0,0 1,0-1,-1 0,1 0,0 0,0 0,0 0,-1 0,1 0,0 0,0 0,-1 0,1 0,0 0,0-1,0 1,-1 0,1 0,0-1,-1 1,1-1,0 1,-1-1,1 1,-1-1,1 1,0-1,-1 1,1-1,-1 0,0 1,1-1,-1 0,0 1,1-1,-1 0,0 0,1 0,-1 1,22-17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3.0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129 184,'-20'-18,"2"0,0-1,1-1,0-1,-6-12,23 32,0 1,0-1,0 1,0 0,0-1,0 1,0 0,0-1,0 1,-1-1,1 1,0 0,0-1,0 1,0 0,-1-1,1 1,0 0,0-1,-1 1,1 0,0 0,-1-1,1 1,0 0,-1 0,1 0,0 0,-1-1,1 1,0 0,-1 0,1 0,0 0,-1 0,1 0,-1 0,1 0,0 0,-1 0,1 0,-1 0,1 0,0 0,-1 0,1 0,0 1,-1-1,1 0,0 0,-1 0,1 0,0 1,-1-1,1 0,0 0,0 1,-1-1,1 0,0 26,7-9,0 1,1-1,1-1,0 1,2-2,-1 1,2-1,0-1,1 0,0-1,1 0,1-1,0-1,0 0,1-1,1-1,-1 0,1-2,2 1,-10-4,0 1,-1-2,2 1,-1-2,0 1,1-1,-1 0,1-1,-1 0,1-1,0 0,-1 0,1-1,-1 0,1-1,-1 0,1-1,-1 0,0 0,0-1,0 0,-1 0,1-1,-1 0,0-1,-1 0,1 0,1-3,0-4,0-2,-1 1,0-1,-2 0,0 0,0-1,-1 1,-1-1,-1-1,0 1,-2 0,1-1,-2-14,0 28,0 0,0 0,0 0,0 0,-1 0,1 0,-1 0,0 0,0 0,0 0,0 1,0-1,0 0,-1 1,0-1,1 1,-1-1,0 1,0 0,0 0,0 0,-1 0,1 0,-1 0,1 1,-1-1,1 3,1 0,-1-1,0 1,1 0,-1 0,1 0,-1 1,1-1,0 0,-1 0,1 1,0-1,0 1,0-1,0 1,0 0,0-1,0 1,1 0,-1-1,1 1,-1 0,1 0,0 0,0-1,-1 1,1 0,0 0,1 1,-2 23,1 0,2 1,1-1,0 0,2 0,2-1,0 0,1 1,-6-20,65 210,35 143,-87-301,-3 2,-3-1,-3 2,-2-1,-2 0,-4 1,-2-1,-2 0,-14 54,15-95,-2 0,0 0,-1 0,-1-1,-1 0,0-1,-1 0,-6 6,12-17,1-1,-1 1,0-1,-1 0,0 0,1-1,-1 1,-1-1,1-1,0 1,-1-1,0 0,0-1,0 1,0-1,0-1,0 1,-1-1,1-1,0 1,-1-1,1-1,0 1,-4-2,-7-5,1 0,0-2,0 0,1-1,0 0,0-1,1-1,1-1,0 0,1-1,0 0,1-1,1 0,0-1,-3-9,-15-14,2-2,2-1,2-2,2 0,2-1,1-1,-6-33,21 71,1 0,0 0,0 0,1 0,0 0,0 0,1-1,0 1,0 0,1 0,0-1,1 1,0 0,0 0,1 1,0-1,0 0,1 1,0 0,0 0,0 0,1 0,1-1,10-4,0 1,1 0,0 1,1 1,0 1,0 0,1 1,0 1,11-2,4-2,40-14,-7 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3.3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44,'23'-2,"16"-3,14-4,6-1,3 0,-10 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3.5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80,'16'5,"16"-2,17-5,16-7,10-6,6-5,1-2,-13 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4.2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1,'19'39,"-1"1,-2 0,-2 1,8 37,25 74,-45-146,0-1,0 1,0 0,1-1,0 1,1-1,-1 0,1 0,0 0,0 0,0-1,1 1,1 0,-5-5,0 1,0-1,0 0,1 1,-1-1,0 0,0 0,1 0,-1 0,0 0,1 0,-1 0,0 0,0 0,1-1,-1 1,0 0,0-1,0 1,0-1,1 1,-1-1,0 0,0 0,0 1,0-1,0 0,-1 0,1 0,0 0,0 0,0 0,-1 0,1-1,24-43,-25 44,17-42,-3-1,-2 0,-2-1,0-9,13-55,-17 88,-6 21,0 1,0-1,0 0,0 0,0 1,-1-1,1 0,0 0,0 1,0-1,0 0,0 0,0 1,0-1,0 0,0 0,0 1,0-1,0 0,0 1,0-1,0 0,0 0,0 1,1-1,-1 0,0 0,0 1,0-1,0 0,0 0,1 1,-1-1,0 0,0 0,0 0,1 0,-1 1,0-1,0 0,1 0,-1 0,0 0,0 0,1 0,-1 0,0 1,1-1,-1 0,0 0,0 0,1 0,-1 0,0 0,0 0,1-1,-1 1,0 0,1 0,-1 0,2 90,-3-70,1-1,0 1,2 0,0-1,1 0,1 1,1-1,6 15,-9-31,-1 0,1 0,0-1,0 1,0 0,0-1,1 1,-1-1,1 0,-1 0,1 0,0 0,0 0,0-1,0 1,0-1,0 0,0 0,1 0,-1 0,0-1,1 1,-1-1,0 0,1 0,-1 0,0 0,1 0,-1-1,0 0,0 0,1 0,-1 0,0 0,0 0,0-1,0 0,0 1,0-1,-1 0,1 0,-1-1,1 1,-1 0,0-1,0 0,14-15,-2-1,0-1,-1 0,-1-1,0 0,-2-1,-1 0,-1-1,0 1,-1-8,-6 27,24-90,-35 150,3 0,1 0,3 44,3-93,-1-1,1 1,0 0,1 0,0 0,0-1,1 1,0-1,0 1,1-1,0 0,0 1,0-1,1-1,0 1,1-1,-1 1,1-1,1 0,-1-1,1 0,3 3,0-3,1-1,0 0,1-1,-1 0,1 0,-1-1,1 0,-1-1,1 0,0-1,0 0,7-2,31-3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4.7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1,'3'130,"1"-119,0 1,1-1,0 0,1-1,0 1,0-1,1 0,1-1,2 3,2 4,43 48,2-4,2-1,3-4,10 4,73 66,-131-113,-8-6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5.0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317 1,'-12'18,"-10"19,-6 18,-5 15,-4 11,-2 9,0 1,6-2,5-6,8-9,4-11,6-17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5.4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70,'7'2,"9"1,13 1,12-4,12-6,10-4,6-3,2-2,-2 3,-5 2,-8 4,-8 2,-12 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5.7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49 1,'-7'20,"-2"21,-2 17,1 14,2 11,5 5,5 4,7-1,4-4,4-8,2-12,-3-18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6.1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27,'7'-4,"0"0,0 1,0 0,1 0,0 0,-1 1,1 1,0-1,0 1,0 1,0-1,0 1,0 1,0-1,0 1,0 1,0 0,0 0,-1 0,1 1,-1 0,1 0,-1 1,0 0,-1 1,1-1,-1 1,5 4,-2 9,0 0,0 0,-2 1,0 0,-2 0,0 1,-1 0,0 0,-2 0,-1 0,0 0,-2 16,-6 105,8-119,-1-21,1-1,-1 0,0 0,1 1,-1-1,0 0,1 0,-1 1,1-1,-1 0,0 0,1 0,-1 0,1 0,-1 0,1 1,-1-1,1 0,-1 0,0 0,1 0,-1-1,1 1,-1 0,1 0,-1 0,0 0,1 0,-1-1,1 1,-1 0,0 0,1 0,-1-1,0 1,1 0,-1-1,0 1,1 0,-1-1,0 1,0 0,1-1,-1 1,0-1,0 1,0 0,0-1,0 1,1-1,-1 1,0-1,0 1,0 0,0-1,0 1,0-1,94-185,-78 154,2 0,0 1,2 1,2 1,12-12,-33 39,0 0,1 0,-1 0,1 0,-1 0,1 0,0 1,-1-1,1 1,0-1,0 1,0 0,0 0,0 0,1 0,-1 0,0 0,0 0,1 1,-1-1,0 1,1 0,-1-1,1 1,-1 0,0 1,1-1,-1 0,0 1,1-1,-1 1,0 0,1 4,0 0,0 0,-1 1,1 0,-1-1,-1 1,1 0,-1 0,0 0,-1-1,1 1,-1 0,0 0,-1 5,1 3,2 47,-3-21,2-1,2 1,2-1,2 0,3 9,-9-42,1 0,0 0,1 0,-1 0,1-1,0 1,0-1,1 1,0-1,-1 0,2-1,-1 1,1-1,-1 1,1-1,0-1,1 1,-1-1,1 0,-1 0,1 0,0-1,0 0,0 0,0-1,1 0,-1 0,3 0,11-2,0-1,0-1,0-1,-1-1,1-1,-1 0,0-2,-1 0,0-1,0 0,-1-2,14-11,26-20,-12 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48.3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48.6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174 1,'0'0</inkml:trace>
  <inkml:trace contextRef="#ctx0" brushRef="#br0" timeOffset="1">1 94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48.7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48.9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3:04.9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2874 6546,'-112'-13,"-18"3,-58 2,29-1,40-4,-205 14,6 38,295-39,1 1,-1 1,1 1,0 1,0 1,0 0,0 2,1 1,0 1,0 1,-50 26,48-26,0 2,1 0,0 1,1 1,1 1,-7 7,-146 144,160-149,0 0,0 1,2 1,0 0,-5 13,5-3,2 1,1 0,1 0,-1 16,6-35,-4 43,2 1,2 0,3 22,0-5,0-58,0 0,1 0,0 0,1 0,0 0,2-1,-1 0,2 0,0 0,0 0,1-1,1 0,0-1,0 1,4 2,80 96,-81-98,1 1,0-2,1 0,1 0,0-1,0-1,14 7,198 105,34 28,-185-117,83 27,20-33,102-12,338-14,-537-4,-1-3,34-10,39-3,135 14,-93 6,31-14,225 15,-289-17,85-22,95 38,-84-41,-210 41,105-12,-109 5,0 3,0 1,0 2,0 2,-41-1,15-2,0 0,-1 0,1-2,0 0,-1-1,0-1,0-1,-1 0,0-1,0-1,0 0,-1-1,7-7,-10 5,0 0,-1-1,0-1,-1 1,-1-2,0 1,-1-1,-1-1,0 1,-1-1,-1 0,1-6,3-21,-3 0,-1-1,-2 1,-2-1,-2 0,-2 0,-2 1,-2-4,3 11,-22-224,23 229,-1 0,-2 0,-1 1,-1 0,-2 0,-1 1,-1 0,-2 1,-1 0,-1 2,-1-1,-1 2,-8-8,15 23,0-1,-1 1,-1 1,1 0,-1 1,-1 0,0 1,0 0,0 2,-1-1,1 2,-1 0,-1 1,1 0,0 1,-4 0,-340-94,225 73,-80 0,-113-18,226 27,0 5,0 5,-81 6,41 0,-350 13,463-15,-95 0,0-5,-25-9,63 6,0 4,-53 6,32-1,56-1,0 3,1 2,-1 2,1 2,-27 9,22-3,2 0</inkml:trace>
  <inkml:trace contextRef="#ctx0" brushRef="#br0" timeOffset="102895.911">522 4033,'-3'5,"0"1</inkml:trace>
  <inkml:trace contextRef="#ctx0" brushRef="#br0" timeOffset="103173.215">228 4274,'0'0</inkml:trace>
  <inkml:trace contextRef="#ctx0" brushRef="#br0" timeOffset="103174.215">0 4421,'0'0</inkml:trace>
  <inkml:trace contextRef="#ctx0" brushRef="#br0" timeOffset="1853.76">1444 3004,'-5'-1,"0"-1,0 1,-1 1,1-1,-1 1,1 0,0 0,-1 0,1 1,0-1,-1 2,1-1,0 0,0 1,0 0,0 0,0 1,0-1,1 1,-1 0,1 0,0 1,0-1,0 1,0 0,0 0,1 0,0 0,0 1,0-1,0 1,1 0,-1 2,0 1,1 0,-1 0,2 1,-1-1,1 0,0 1,1-1,0 0,1 1,-1-1,1 0,1 1,0-1,0 0,1 0,-1 0,2 0,-1-1,1 1,0-1,1 0,0 0,0 0,0-1,1 0,0 0,0 0,1-1,-1 0,1 0,0 0,1-1,1 1,-3-3,-1 1,0-1,1 0,-1 0,1 0,0-1,-1 0,1 0,0 0,0-1,0 0,0 0,0 0,-1-1,1 0,0 0,0-1,-1 1,1-1,-1 0,1-1,-1 1,0-1,0 0,0-1,0 1,-1-1,1 0,-1 0,0 0,0-1,0 1,-1-1,2-3,-1 1,0-1,-1 0,0 0,0 0,-1-1,0 1,0-1,-1 1,0-1,-1 1,0-1,0 0,-1 1,0-1,0 0,-1 1,0 0,-1-1,0 1,0 0,-1 0,1 1,-2-1,1 1,-1 0,0 0,-1 0,0 1,0-1,0 1,-1 1,1 0,-2 0,1 0,0 0,-1 1,0 1,0-1,0 1,0 1,0-1,-1 1,-7 0,9 2,0 0,1 1,-1-1,0 2,1-1,0 1,-1 0,1 0,0 1,0 0,0 0,0 0,1 1,-1-1,1 1,0 1,0-1,0 1,1 0,0 0,-1 0,2 1,-1-1,1 1,0 0,0 0,0 0,1 1,0-1,-3 8,1 0,0 1,1 0,1-1,0 1,1 0,1 0,0 0,1 0,1 0,0 0,3 9,-2-14,1-1,0 1,1 0,0-1,0 0,1 0,0-1,1 0,0 0,0 0,0-1,1 0,0 0,1-1,0 0,0-1,0 0,0 0,1-1,8 3,-11-4,0-1,0 0,1 0,-1-1,1 0,-1 0,1 0,0-1,-1-1,1 1,0-1,-1 0,1-1,-1 0,0 0,1-1,-1 1,0-2,0 1,-1-1,1 0,-1 0,0-1,0 0,0 0,-1 0,0-1,4-4,-2 0,-1-1,0 1,-1-1,0-1,-1 1,0-1,-1 0,0 0,-1 0,0 0,-1 0,0 0,-1-1,-1 1,1 0,-2 0,0 0,0 0,-2 0,1 0,-1 0,-1 1,0 0,0 0,-1 0,-1 1,0 0,0 0,-1 0,0 1,-1 0,0 1,0 0,5 5,-1-1,1 1,-1 0,0 1,0-1,0 1,0 0,0 0,-1 1,1 0,0-1,-1 2,1-1,-1 1,1 0,-1 0,1 0,-1 1,1-1,0 2,-1-1,1 0,0 1,0 0,-1 0,2 1,-1 0,0-1,0 1,1 1,0-1,0 1,0 0,0 0,0 0,-2 3,-3 7,0 1,1-1,0 1,2 1,-1-1,2 1,0 0,1 1,1-1,0 1,1-1,1 1,1 0,0 0,1-1,1 1,0 0,4 12,-4-23,0 1,0 0,0-1,1 1,0-1,0 0,1 1,-1-2,2 1,-1 0,0-1,1 0,0 0,0 0,1-1,-1 1,1-1,0-1,0 1,0-1,1 0,-1 0,1-1,0 0,-1 0,1-1,0 0,0 0,0 0,0-1,0 0,0 0,0-1,0 0,0 0,4-2,1-2,0-1,-1 0,1-1,-2 0,1-1,-1 0,0 0,0-1,-1-1,0 0,-1 0,0 0,-1-1,0 0,-1-1,0 1,0-1,-2-1,1 1,-2-1,1 1,-2-1,0 0,0 0,-1 0,-1-3,1 9,-1 1,0-1,0 0,0 1,-1-1,0 1,-1-1,1 1,-1-1,0 1,-1 0,0 0,0 0,0 0,0 1,-1-1,0 1,0 0,-1 0,1 0,-1 1,0-1,-1 1,1 0,-1 1,1-1,-1 1,0 0,0 1,0-1,-1 1,1 0,-1 1,-2-1,-4 3,1 1,-1 0,1 0,0 1,0 1,0 0,0 1,1 0,-1 1,1 0,1 1,-1 0,1 0,0 1,1 1,0-1,1 2,-1-1,2 1,-1 0,1 1,1 0,0 0,1 0,0 1,-2 4,4-6,0-1,0 0,1 1,0-1,0 1,1 0,1-1,-1 1,2 0,0 8,0-14,0 0,-1 0,1-1,1 1,-1-1,1 1,-1-1,1 1,0-1,0 0,0 0,1 0,-1 0,1 0,0-1,0 1,0-1,0 1,0-1,0 0,0-1,1 1,-1 0,1-1,-1 0,1 0,0 0,3 1,4-2,0-1,0 0,0 0,0-1,0 0,-1-1,1 0,0-1,-1 0,0-1,0 0,-1 0,1-1,-1 0,0-1,-1 0,1-1,-2 1,1-1,-1-1,0 0,-1 0,0 0,0-1,4-9,-5 9,0 1,-1-1,-1 0,1 0,-1 0,-1-1,0 1,0-1,-1 1,-1-1,0-5,0 12,0 0,-1 0,0 0,1 0,-1 0,-1 0,1 0,-1 0,1 1,-1-1,0 0,0 1,-1-1,1 1,-1 0,0 0,0 0,0 0,0 0,0 1,0 0,-1-1,1 1,-1 0,0 1,0-1,1 0,-1 1,0 0,-3 0,-1 0,0 0,0 0,0 1,0 0,0 0,0 1,0 0,0 1,1 0,-1 0,0 1,1-1,-1 2,1-1,0 1,0 0,0 1,1-1,-3 4,-3 1,1 1,1 0,-1 1,2 0,0 1,0 0,1 0,0 1,1 0,-1 4,6-13,-1 1,1-1,0 1,0 0,1 0,-1-1,1 1,0 0,1 0,-1 0,1 1,0-1,0 0,0 0,1 0,0 0,0 0,0 0,0-1,1 1,0 0,0 0,0-1,1 1,0-1,-1 0,1 0,1 0,-1 0,1-1,-1 1,1-1,0 0,4 3,2-3,0-1,0 1,1-2,-1 1,0-1,1-1,-1 0,1-1,-1 0,1 0,-1-1,0 0,0-1,0 0,0-1,9-4,47-19</inkml:trace>
  <inkml:trace contextRef="#ctx0" brushRef="#br0" timeOffset="3699.425">5228 277,'-10'-10,"1"1,-1 1,-1 0,0 0,0 1,0 0,-1 1,0 0,0 1,0 0,-1 1,0 1,0 0,9 3,0 0,0 0,0 1,0-1,0 1,1 0,-1 1,0-1,0 1,1-1,-1 1,1 0,0 0,-1 1,1-1,0 1,0-1,0 1,1 0,-1 0,1 0,-1 1,1-1,0 1,1-1,-2 2,-1 3,1 0,0 0,0 0,1 1,-1-1,2 1,0-1,0 1,0 0,1 0,0 5,1-10,0 0,-1 0,1 0,1-1,-1 1,0 0,1-1,0 1,0-1,0 0,0 0,1 1,-1-1,1-1,-1 1,1 0,0-1,0 1,1-1,-1 0,0 0,1 0,-1 0,1-1,0 0,-1 1,1-1,2 0,3 1,0-1,0 0,0 0,0-1,0 0,0 0,0-1,0-1,0 1,0-1,-1-1,2 0,-1 0,1-1,0-1,-1 0,0 0,0 0,-1-1,1-1,-1 0,0 0,-1 0,0-1,0 0,-1 0,0-1,0 1,-1-1,0-1,0 1,-1-1,-1 0,2-5,-5 10,1 1,-1-1,0 0,0 0,-1 1,1-1,-1 1,0-1,0 0,-1 1,1 0,-1-1,0 1,-1 0,1 0,0 0,-1 0,0 0,0 1,0-1,-1 1,1 0,-1 0,1 0,-1 0,0 1,0-1,-1 1,0 0,-5-3,1 1,-1 0,0 1,0 0,-1 0,1 1,0 1,-1 0,1 0,-1 1,0 0,-7 2,10 0,0 0,0 1,1 0,-1 0,1 1,-1 0,1 0,0 1,1 0,-1 0,1 1,0 0,1 0,-1 0,1 0,0 1,1 0,-1 0,1 0,1 1,0 0,0-1,0 1,1 0,0 0,0 0,1 1,0-1,1 0,0 0,0 1,1-1,0 0,0 0,1 1,0-1,0 0,1-1,0 1,0 0,1-1,0 0,0 0,1 0,0 0,0-1,1 1,0-2,1 3,1-3,-1-1,1 0,0 0,0-1,0 0,1 0,-1-1,1 0,-1 0,1-1,0 0,0 0,-1-1,1-1,0 1,0-1,-1-1,1 0,-1 0,1 0,-1-1,0-1,0 1,0-1,0-1,-1 1,6-5,-3 2,-1-1,0 0,0 0,0-1,-1 0,-1-1,1 1,-2-2,1 1,-1-1,-1 1,0-2,-1 1,0 0,0-1,-1 0,-1 0,0 0,0-12,-1 13,-1 0,-1 0,0 0,0 0,-1 0,0 1,-1-1,0 1,-1-1,0 1,-1 0,0 0,0 1,-1-1,-1 1,1 0,-1 1,-1 0,0 0,-3-3,8 9,-1 1,1-1,-1 0,1 1,-1 0,1 0,-1 0,1 0,-1 1,0-1,0 1,1 0,-1 0,0 0,0 1,1-1,-1 1,0 0,1 0,-1 0,1 1,-1-1,1 1,0 0,0 0,0 0,-1 0,2 0,-1 1,0-1,1 1,-1 0,1 0,-1 0,-7 9,1 1,0 0,1 1,0 0,1 0,0 0,-1 8,0-3,2-1,0 1,2 0,0 0,1 1,0-1,2 1,0 0,2-1,0 3,0-18,-1-1,1 1,0 0,1-1,-1 1,1 0,0-1,-1 0,1 1,1-1,-1 0,0 0,1 0,0 0,-1-1,1 1,0-1,1 0,-1 0,0 0,1 0,-1 0,1-1,-1 1,1-1,0 0,-1 0,1 0,0-1,0 1,0-1,0 0,0 0,7 0,0-1,1 0,-1-1,0 0,0-1,0 0,0-1,0 0,-1 0,8-5,-6 1,0 1,-1-1,0-1,0 0,-1-1,0 0,-1-1,0 0,0 0,6-12,-12 19,0-1,-1 0,1 0,-1-1,0 1,-1 0,1-1,-1 1,0-1,0 1,-1-1,1 1,-1-1,-1 0,1 1,-1-1,0 1,0-1,0 1,-1-1,0 1,0 0,0 0,-1 0,0 0,0 0,0 0,-2-1,2 2,-1 0,1 1,-1-1,0 1,0 0,0 0,0 0,-1 1,1-1,-1 1,0 0,0 1,1-1,-1 1,0 0,0 0,0 0,0 1,-1-1,1 1,0 1,0-1,0 1,-4 1,-1 0,0 1,0 0,1 1,-1 0,1 1,0 0,1 1,-1-1,1 1,0 1,0 0,1 0,-4 4,0 0,1 1,0 0,1 1,1-1,0 2,0-1,2 1,-1 0,2 1,0 0,1-1,0 1,1 1,0 9,3-21,0-1,0 1,1 0,0 0,-1 0,1-1,1 1,-1 0,0-1,1 1,0-1,0 1,0-1,0 0,0 0,1 0,-1 0,1 0,0-1,0 1,0-1,0 0,1 0,-1 0,0 0,1 0,-1-1,1 0,0 1,-1-1,1-1,0 1,1 0,9 1,0-1,0 0,0-1,0 0,0-1,0 0,0-2,9-2,-10 2,1-1,-1-1,0-1,-1 0,1 0,-1-1,0 0,-1-2,0 1,4-5,-11 10,-1 0,1 0,-1-1,0 0,0 1,0-1,-1 0,0 0,1 0,-1-1,0 1,-1 0,1-1,-1 1,0-1,0 0,-1 1,1-1,-1 0,0 1,0-1,-1 0,1 1,-1-1,0 0,0 1,-1-1,1 1,-1 0,0-1,0 1,-1-1,-1-1,0-1,0 1,-1 0,0 0,0 1,-1-1,0 1,0 0,0 1,0-1,-1 1,1 0,-1 1,0 0,0 0,0 0,-1 1,1 0,-1 1,1-1,-1 1,0 1,1 0,-1 0,0 0,1 1,-1 0,1 0,-1 1,1 0,-1 0,1 1,0 0,0 1,0-1,1 1,-4 3,0 1,0 1,1 0,1 1,-1 0,1 0,1 1,0 0,0 0,2 1,-1-1,1 1,1 1,0-1,1 1,0-1,1 1,0 0,1 0,0 0,1 0,1 0,1 4,-2-12,1-1,0 1,0-1,0 1,0-1,1 0,-1 0,1 1,1-1,-1-1,0 1,1 0,0 0,0-1,0 0,0 1,0-1,1-1,-1 1,1 0,0-1,0 0,0 1,0-2,0 1,1 0,-1-1,0 0,1 0,-1 0,1-1,-1 1,1-1,-1 0,1 0,-1-1,1 1,-1-1,4-1,5-3,0-1,0 0,-1-1,0-1,-1 0,1 0,-1-1,-1-1,0 1,0-2,-1 1,0-1,-1-1,0 0,-1 0,-1 0,1-1,-2 0,0 0,-1 0,0-1,1-6,-3 11,1-1,-1 1,-1-1,0 1,0-1,-1 1,0-1,-1 0,0 1,0-1,-1 1,-1-1,1 1,-1 0,-1 0,0 0,0 1,-1-1,0 1,0 0,-1 0,0 1,-6-6,10 11,-1 1,0-1,1 1,-1 0,0 0,0 0,0 0,0 1,0-1,0 1,0 0,-1 0,1 0,0 0,0 0,0 1,0-1,0 1,0 0,0 0,0 0,0 0,1 1,-1-1,0 1,-1 0,-60 58,47-38,0 1,2 1,1 0,1 1,0 1,2 0,2 0,0 1,1 1,2-1,1 1,1 2,3 1</inkml:trace>
  <inkml:trace contextRef="#ctx0" brushRef="#br0" timeOffset="5002.41">1644 3178,'-35'-4,"34"4,1 0,-1-1,1 1,-1 0,1-1,0 1,-1-1,1 1,-1-1,1 1,0 0,-1-1,1 0,0 1,0-1,-1 1,1-1,0 1,0-1,0 1,0-1,-1 0,1 1,0-1,0 1,0-1,0 0,1 1,-1-1,0 1,0-1,0 0,0 1,1-1,-1 1,0-1,0 1,1-1,-1 1,0-1,1 1,-1-1,1 1,-1 0,1-1,-1 1,1-1,-1 1,1 0,-1 0,1-1,-1 1,1 0,-1 0,1-1,27-22,0 1,1 1,1 1,17-7,-3 1,552-375,-575 386,56-42,2 4,2 3,2 3,6 3,-35 29,-54 15,1 0,-1 1,1-1,-1 0,0 0,1 0,-1 0,1 1,-1-1,0 0,1 0,-1 1,0-1,1 0,-1 1,0-1,1 0,-1 1,0-1,0 0,1 1,-1-1,0 1,0-1,0 0,0 1,1-1,-1 1,0-1,0 1,0-1,0 0,0 1,0-1,0 1,0-1,0 1,-1-1,1 0,0 1,0-1,0 1,0-1,-1 1,1-1,0 0,0 1,-1-1,1 0,0 1,-1-1,1 0,0 1,-1-1,1 0,-19 21,-128 82,102-75,-24 15,5-3</inkml:trace>
  <inkml:trace contextRef="#ctx0" brushRef="#br0" timeOffset="11000.544">2166 2830,'-103'63,"-99"42,29-16,158-80,-3 2,27-21,451-385,336-192,-733 538,-61 44,-16 14,-39 27,-376 259,-198 190,387-279,209-183,31-23,0 0,0-1,0 1,0 0,0-1,0 1,0 0,-1-1,1 1,0 0,0-1,0 1,-1 0,1-1,0 1,0 0,-1 0,1-1,0 1,0 0,-1 0,1 0,0-1,-1 1,1 0,0 0,-1 0,1 0,-1 0,1 0,0 0,-1 0,1 0,0 0,-1 0,1 0,0 0,-1 0,1 0,-1 0,1 0,0 0,-1 0,1 0,0 1,-1-1,1 0,83-104,-61 81,149-149,7 8,149-103,-323 264,95-74,4 5,14-2,-92 61,-16 14,-19 11,-192 138,29-33,-12 7,5 8,-40 47,190-147,36-32,50-40,150-136,224-179,-281 244,5 7,81-37,-133 95,-103 46,1 0,0 0,0 0,0 1,0-1,0 0,0 0,0 1,0-1,0 0,0 0,0 1,0-1,0 0,0 1,0-1,0 0,0 0,0 1,0-1,0 0,0 0,0 1,0-1,0 0,1 0,-1 0,0 1,0-1,0 0,0 0,1 0,-1 1,0-1,0 0,0 0,1 0,-1 0,0 0,0 0,1 1,-1-1,0 0,0 0,1 0,-1 0,0 0,0 0,1 0,-1 0,0 0,0 0,1 0,-1 0,0 0,0 0,1 0,-1-1,0 1,0 0,1 0,-1 0,0 0,0 0,0 0,1-1,-17 21,15-20,-83 81,-3-4,-3-4,39-32,-904 700,798-634,148-106,21-14,327-286,-221 196,576-470,-618 517,2 3,11-2,-49 36,-28 25,-30 26,-28 22,-1-3,-36 29,34-33,-274 255,-121 74,202-202,204-153,38-22,1 1,-1-1,0 1,1 0,-1-1,0 1,0-1,1 1,-1-1,0 1,0-1,0 1,0-1,0 1,0-1,0 1,0-1,0 1,0-1,0 1,0-1,0 1,0 0,0-1,0 1,-1-1,1 1,0-1,0 1,-1-1,1 1,0 0,0-1,-1 1,1-1,-1 1,1 0,0-1,-1 1,1 0,-1 0,1-1,0 1,-1 0,1 0,-1 0,1 0,-1-1,1 1,-1 0,1 0,-1 0,1 0,-1 0,1 0,-1 0,0 1,18-25,0 2,1 0,1 1,1 2,7-6,-3 3,663-597,-660 597,2-2,0 0,1 3,2 0,28-13,-36 28,-29 26,-16 6,-2 0,0-2,-2 0,0-2,-4 2,-1 2,-123 102,-5-6,-5-7,-166 87,258-168,54-34,31-18,219-180,310-245,-496 410,-31 26,-30 24,-47 40,-3-3,-38 23,52-39,-472 346,385-296,137-88,0 0,0 0,0-1,0 1,0 0,0-1,-1 1,1 0,0 0,0-1,0 1,0 0,-1 0,1 0,0-1,0 1,-1 0,1 0,0 0,0-1,-1 1,1 0,0 0,-1 0,1 0,0 0,0 0,-1 0,1 0,0 0,63-65,4 3,31-21,-70 60,-13 11,55-47,3 4,18-8,-58 45,-34 18,1 0,0 1,0-1,0 0,-1 1,1-1,0 1,0-1,0 0,0 1,0-1,0 1,0-1,0 0,0 1,0-1,0 1,0-1,0 0,0 1,0-1,0 1,1-1,-1 0,0 1,0-1,0 0,1 1,-1-1,0 0,0 1,1-1,-1 0,0 1,0-1,1 0,-1 0,1 1,-1-1,0 0,1 0,-1 0,0 0,1 0,-1 1,1-1,-1 0,0 0,1 0,-1 0,1 0,-1 0,1 0,-14 16,0 1,-1-2,-1 0,0 0,-1-2,-5 4,-1 0,-456 338,416-311,195-162,21-11,-133 117,-21 12,1 0,-1 0,0 0,1 0,-1 0,1 0,-1 0,0 0,1 0,-1 0,0 0,1 0,-1 0,0 0,1 1,-1-1,0 0,1 0,-1 0,0 1,1-1,-1 0,0 0,0 1,1-1,-1 0,0 0,0 1,0-1,1 0,-1 1,0-1,0 0,0 1,0-1,0 1,0-1,1 0,-1 1,0-1,0 0,0 1,0-1,-1 1,1-1,0 0,0 1,0-1,0 0,0 1,0-1,-1 0,1 1,0-1,0 0,0 1,-1-1,1 0,0 0,0 1,-1-1,1 0,0 0,-1 1,1-1,0 0,-1 0,1 0,-10 17,-2 0,1-1,-2-1,0 0,-1-1,-11 9,2 0,-157 142,164-155,19-21,130-100,-94 90,-41 38,-71 61,80-93,64-55,3 4,31-19,-48 39,614-481,-36 35,-608 472,76-43,-103 63,0 0,0 1,0-1,0 0,0 1,-1-1,1 1,0-1,0 0,0 1,0-1,0 0,0 1,0-1,0 1,0-1,0 0,1 1,-1-1,0 0,0 1,0-1,0 0,0 1,1-1,-1 0,0 1,0-1,1 0,-1 1,0-1,0 0,1 0,-1 1,0-1,1 0,-1 0,0 0,1 0,-1 1,0-1,1 0,-1 0,1 0,-1 0,0 0,1 0,-1 0,0 0,1 0,-1 0,1 0,-1 0,0 0,1 0,-1-1,0 1,1 0,-1 0,0 0,1 0,-11 15,-1 0,0-1,-1 0,-1 0,0-2,-6 5,5-3,-159 137,-42 19,-43 36,-64 70,311-269,20-18,233-209,-70 74,6 8,6 8,95-46,-245 158,-34 18,0 1,0-1,0 0,0 1,0-1,0 0,0 1,0-1,0 1,1-1,-1 0,0 1,0-1,0 0,1 0,-1 1,0-1,0 0,1 1,-1-1,0 0,0 0,1 0,-1 1,0-1,1 0,-1 0,0 0,1 0,-1 1,0-1,1 0,-1 0,0 0,1 0,-1 0,1 0,-1 0,0 0,1 0,-1 0,0 0,1 0,-1-1,0 1,1 0,-78 81,-147 134,-9-10,-120 73,236-198,96-72,19-19,70-67,191-160,10 10,112-61,-367 278,120-89,4 6,15 0,-126 81,-17 13,-18 12,-159 141,121-114,-120 98,-6-8,-87 45,192-139,66-42,74-63,210-155,307-185,-323 253,-214 134,-53 24,0-1,-1 1,1-1,0 1,0 0,-1-1,1 1,0 0,0-1,0 1,0 0,0-1,0 1,0 0,0-1,0 1,0 0,1-1,-1 1,0 0,0-1,0 1,1 0,-1-1,0 1,1-1,-1 1,1-1,-1 1,1-1,-1 1,1-1,-1 1,1-1,-1 0,1 1,-1-1,1 0,0 1,-1-1,1 0,0 0,-1 0,1 1,0-1,-1 0,1 0,0 0,-1 0,1 0,0 0,-1-1,1 1,0 0,-1 0,1 0,0-1,-110 116,-177 128,-72 33,-211 127,484-354,81-55,84-74,325-270,237-145,-318 266,-284 205,-22 16,-19 21,-83 78,-247 221,-65 26,-51 10,354-294,93-54,-1 1,1-1,0 0,0 0,-1 0,1 0,0 1,-1-1,1 0,0 0,-1 0,1 0,0 0,-1 0,1 0,0 0,-1 0,1 0,0 0,-1 0,1 0,0 0,-1-1,1 1,0 0,-1 0,1 0,0 0,0-1,-1 1,1 0,0 0,0 0,-1-1,1 1,0 0,0-1,0 1,-1 0,1 0,0-1,0 1,0 0,0-1,0 1,0 0,0-1,-1 1,1 0,0-1,0 1,0 0,0-1,1 1,-1 0,0-1,0 1,0 0,0-1,0 1,0 0,0-1,1 1,11-23,26-27,2 2,2 2,3 2,44-34,-56 49,290-243,11 15,127-62,-338 241,-96 63,-26 19,-85 69,-196 145,-258 148,356-262,128-84,55-20,-1-1,1 1,-1-1,0 0,1 1,-1-1,0 1,1-1,-1 0,0 1,0-1,1 0,-1 1,0-1,0 0,0 1,0-1,0 0,0 1,0-1,0 0,0 1,0-1,0 0,-1 1,1-1,0 0,0 1,-1-1,1 1,0-1,-1 0,1 1,-1-1,1 1,-1-1,1 1,-1-1,1 1,-1 0,1-1,-1 1,0 0,1-1,-1 1,1 0,-1 0,0-1,1 1,-1 0,0 0,1 0,-1 0,0 0,1 0,-1 0,0 0,0 0,1 0,-1 0,0 1,103-96,141-83,186-98,-82 55,-250 154,-121 91,-227 183,-233 145,143-132,325-210,-90 42,107-53,0 1,-1-1,1 1,-1 0,1-1,-1 1,1-1,-1 1,1-1,-1 1,1-1,-1 0,0 1,1-1,-1 1,0-1,0 0,1 1,-1-1,0 0,0 0,0 1,0-1,0 0,0 1,0-1,0 0,0 1,0-1,0 0,0 0,-1 1,1-1,0 1,0-1,-1 0,1 1,-1-1,1 0,0 1,-1-1,1 1,-1-1,1 1,-1-1,1 1,-1 0,0-1,1 1,-1 0,1-1,-1 1,0 0,1 0,-1-1,0 1,0 0,1 0,-1 0,0 0,1 0,-1 0,0 0,1 0,-1 0,0 0,0 1,94-105,77-50,8 7,5 9,17 0,-164 114,52-36,3 4,21-6,-81 51,-27 22,-11 0,-1 0,0 0,0-1,-1-1,0 1,-1-1,-3 2,4-3,-139 115,-6-6,-17 1,7-8,-4-7,-147 64,297-159,-78 25,95-32,1-1,0 0,-1 0,1 0,0 0,-1 0,1 0,0 0,-1 0,1 0,0 0,-1 0,1 0,0 0,-1 0,1 0,0 0,-1 0,1 0,0 0,-1 0,1-1,0 1,-1 0,1 0,0 0,-1-1,1 1,0 0,0 0,-1-1,1 1,0 0,0 0,0-1,0 1,-1 0,1-1,0 1,0 0,0-1,0 1,0 0,0-1,0 1,0-1,0 1,0 0,0-1,0 1,0 0,0-1,0 1,0 0,0-1,0 1,1 0,-1-1,0 1,0 0,0-1,0 1,1 0,-1-1,18-21,143-113,-115 101,599-417,-420 301,-71 43,-141 102,-37 28,-252 208,-246 153,339-266,171-118,25-17,141-116,-118 105,705-498,-412 302,-218 139,-105 72,-28 23,-255 200,266-201,-130 100,-5-6,-31 10,134-90,33-20,12-8,18-12,179-127,13 5,-208 136,359-222,-319 197,-62 36,-95 66,4 5,-9 15,-26 18,106-84,22-19,22-19,44-36,2 3,55-36,-86 64,80-57,3 5,74-35,-139 86,-24 20,-25 13,-101 89,73-74,-377 306,399-328,24-19,271-222,-62 73,-191 143,-16 12,-18 12,-8 5,-100 91,-123 84,255-208,111-86,4 5,44-20,-129 89,11-5,-53 38,-14 8,-306 248,170-139,130-109,19-16,23-19,127-105,125-78,-212 163,-75 60,-79 60,-4-5,-14 4,54-40,6-5</inkml:trace>
  <inkml:trace contextRef="#ctx0" brushRef="#br0" timeOffset="12334.222">1591 3338,'105'-109,"5"6,44-28,-26 28,5 5,15-1,-89 69,-58 30,-1 0,0 0,1 0,-1 1,1-1,-1 0,0 1,1-1,-1 0,1 1,-1-1,0 0,0 1,1-1,-1 1,0-1,0 1,1-1,-1 1,0-1,0 1,0-1,0 1,0-1,0 0,0 1,0-1,0 1,0-1,0 1,0-1,0 1,0-1,0 1,0-1,-1 1,1-1,0 1,0-1,-1 1,1-1,0 0,-1 1,1-1,0 0,-1 1,1-1,0 0,-1 1,1-1,-1 0,1 0,-1 1,1-1,0 0,-1 0,-28 36,-1-1,-1-2,-2-1,-14 10,8-7,-260 228,257-231,44-37,148-144,-114 116,106-102,133-94,-219 195,-55 34,-1 1,1-1,-1 1,1-1,-1 1,0-1,1 1,-1-1,0 1,1 0,-1-1,0 1,0 0,0-1,0 1,0-1,1 1,-1 0,0-1,0 1,0 0,-1-1,1 1,0 0,0-1,0 1,0-1,-1 1,1 0,0-1,0 1,-1-1,1 1,-1-1,1 1,0-1,-1 1,1-1,-1 1,1-1,-1 0,1 1,-1-1,0 1,-22 29,-2-1,-1-1,-1-2,-4 2,5-3,-37 33,-2-3,-48 30,71-63,41-28,61-62,-41 51,128-114,110-73,-131 120,-106 75,-16 13,-45 42,-183 155,164-151</inkml:trace>
  <inkml:trace contextRef="#ctx0" brushRef="#br0" timeOffset="13485.164">1685 3245,'-129'89,"147"-116,-8 17,-6 7,0-1,0 1,-1-1,0 0,1 0,-1 0,0 0,-1-1,1 1,-1-1,0 0,0 0,1-4,-4 6,-1 1,1 0,-1-1,1 1,-1 0,0 0,0 0,0 0,0 1,0-1,0 1,0-1,-1 1,1 0,-1-1,1 1,-1 0,1 1,-1-1,1 0,-1 1,0 0,1-1,-1 1,0 0,0 0,1 1,-1-1,0 0,1 1,-3 0,-1 0,-1 0,1 0,0 0,0 1,0 0,0 0,0 0,0 1,0 0,1 0,-1 0,1 1,0-1,0 1,0 1,1-1,0 1,-1 0,1 0,1 0,-1 0,1 1,0-1,0 1,1 0,0 0,0 0,0 0,1 0,-1 0,1 1,1-1,-1 0,1 1,1 5,-1-11,0 0,0 0,0 0,0 0,0 0,0 0,0 0,0 0,0 0,1 0,-1 0,0 0,0 0,1 0,-1 0,1-1,-1 1,1 0,-1 0,1 0,0-1,-1 1,1 0,0-1,0 1,-1-1,1 1,0-1,0 1,0-1,0 1,0-1,0 0,0 1,0-1,-1 0,1 0,0 0,0 0,0 0,0 0,0 0,0 0,0 0,0 0,0 0,0-1,0 1,0 0,0-1,43-26,-29 15,-1-2,-1 1,0-2,-1 0,0 0,-1-1,-1-1,-1 1,0-2,-1 1,4-16,-11 31,0 1,-1 0,1 0,-1 0,1 0,-1-1,0 1,1 0,-1 0,0-1,0 1,0 0,0 0,0-1,0 1,0 0,0-1,-1 1,1 0,0 0,-1-1,1 1,-1 0,1 0,-1 0,0 0,1 0,-1 0,0 0,0 0,0 0,0 0,0 0,0 0,0 0,0 1,0-1,0 1,0-1,0 0,-1 1,1 0,0-1,0 1,-1 0,1 0,0-1,-1 1,0 0,-7 2,0 0,1 1,-1-1,0 2,1-1,-1 1,1 1,0-1,1 1,-1 1,1-1,0 1,0 0,1 1,-1 0,2 0,-1 0,-1 0,1 1,0-1,1 1,-1 0,2 0,-1 1,1 0,0-1,1 1,0 1,0-1,1 0,0 1,1-1,0 1,1 4,0-12,0 0,1 0,0 0,-1 0,1 0,0 0,0 0,0 0,0 0,0 0,1-1,-1 1,0 0,1-1,0 1,-1-1,1 1,0-1,-1 0,1 0,0 0,0 0,0 0,0 0,0-1,0 1,0-1,1 1,-1-1,0 0,1 0,67-5,-52-1,0-1,0-1,-1 0,0-2,-1 0,0 0,0-2,-2 0,1-1,-1 0,-1-1,6-8,-17 21,0-1,0 1,0-1,0 0,0 1,0-1,-1 0,1 0,-1 0,1 0,-1-1,0 1,0 0,0 0,0-1,0 1,0-1,-1 1,1-1,-1 1,0-1,0 1,0-1,0 1,0-1,0 1,-1-1,1 1,-1-1,0 1,0-1,1 1,-2 0,1-1,0 1,0 0,-1 0,1 0,-1 0,0 0,-1-1,-2 1,-1-1,0 1,0 1,0-1,0 1,0 0,0 1,0-1,-1 1,1 1,0-1,0 1,0 0,0 0,0 1,0-1,0 1,0 1,1-1,-1 1,1 0,-1 0,0 2,-4 1,1 2,-1-1,1 1,1 0,0 1,0 0,1 0,0 1,0 0,1 0,-3 8,-5 46,14-63,0 1,0 0,0 0,0-1,0 1,1 0,-1 0,1-1,-1 1,1 0,0-1,0 1,0 0,0-1,0 1,0-1,0 0,0 1,0-1,1 0,-1 0,0 0,1 0,-1 0,1 0,0 0,-1 0,1 0,0-1,-1 1,1-1,0 1,0-1,1 0,4-1,1 0,0-1,-1 0,0 0,1-1,-1 1,0-2,0 1,-1-1,1 0,-1-1,0 1,0-1,0 0,-1-1,1 1,-1-1,1-2,0 1,0-1,0 1,0-1,-1-1,0 1,-1-1,1 0,-2 0,1 0,-1 0,-1 0,0-1,0 0,0-6,-2 13,0 1,-1-1,1 0,-1 1,1-1,-1 1,0-1,0 1,0-1,0 1,0 0,-1-1,1 1,-1 0,1 0,-1 0,0 0,0 0,0 1,0-1,0 0,0 1,0 0,0-1,-1 1,1 0,-1 0,1 0,-1 1,1-1,-1 0,-1 1,-3-1,1 0,-1 0,0 1,0 0,1 0,-1 1,0 0,0 0,1 1,-1-1,1 1,-2 2,1-1,0 0,0 1,1 0,0 0,0 1,0 0,0 0,1 0,0 1,0-1,0 1,1 0,0 1,0-1,1 1,-1 0,2 0,-1 0,-1 5,4-10,0-1,0 0,0 0,0 1,1-1,-1 0,0 0,1 1,-1-1,1 0,-1 0,1 0,-1 0,1 0,0 0,0 0,-1 0,1 0,0 0,0 0,0 0,0-1,0 1,0 0,0-1,0 1,0 0,1-1,-1 0,0 1,0-1,0 0,1 1,-1-1,0 0,0 0,1 0,-1 0,0 0,2-1,17-1</inkml:trace>
  <inkml:trace contextRef="#ctx0" brushRef="#br0" timeOffset="82614.077">6177 2068,'4'-6,"0"-1,1 1,0 0,1 0,0 0,-1 1,2 0,-1 0,1 1,-1-1,1 1,0 1,0-1,1 1,-1 1,1-1,0 1,0 1,-1-1,1 1,0 1,0-1,2 1,-5 4,0 0,-1 0,1 1,-1-1,0 1,0 0,-1 0,0 0,0 0,0 1,0 0,-1-1,0 1,0 0,0 0,-1 0,0 0,0 0,-1 0,0 0,0 1,0-1,-1 5,0 29,-2 0,-2-1,-1 0,-11 37,17-75,-4 18,14-29,137-306,-135 294,-11 22,-1 0,1 0,-1 0,1 0,-1 0,1 0,-1 0,1 0,-1 0,1 1,-1-1,1 0,-1 0,0 0,1 1,-1-1,1 0,-1 0,1 1,-1-1,0 0,1 1,-1-1,0 0,1 1,-1-1,0 1,0-1,1 1,-1-1,0 1,0-1,0 0,1 1,-1-1,0 1,0-1,0 1,0 0,0-1,0 1,0-1,0 1,0-1,0 1,-1-1,1 0,0 1,0-1,0 1,-1-1,1 1,0-1,3 93,-4-70,1 1,1-1,2 0,0 0,1 0,5 14,-8-33,0-1,0 0,0 0,0 0,0 0,1 0,-1 0,1-1,0 1,-1 0,1-1,1 1,-1-1,0 0,1 0,-1 0,1 0,-1 0,1 0,0-1,0 1,0-1,0 0,0 0,0 0,0 0,0 0,0-1,1 1,-1-1,0 0,0 0,1 0,2-1,4-4,-1 0,1-1,-1 0,0 0,0-1,-1-1,0 1,0-1,-1 0,0-1,0 0,-1 0,0 0,-1-1,0 0,0 0,-1 0,2-9,2-2,-1-1,-1 0,-1 0,-1 0,0-1,-2 0,-1-9,-13 138,12-80,0 1,1-1,2 0,1 1,5 17,-7-35,0 1,1-1,1 0,-1 0,1 0,1 0,0-1,0 0,1 0,0 0,0-1,0 1,1-1,1-1,-1 0,9 6,6-1</inkml:trace>
  <inkml:trace contextRef="#ctx0" brushRef="#br0" timeOffset="83206.332">7179 2296,'154'3,"-153"-3,1 0,-1 1,1-1,-1 0,1 1,-1 0,1-1,-1 1,0 0,1 0,-1 0,0 0,0 0,1 0,-1 0,0 0,0 0,0 1,-1-1,1 0,0 1,0-1,-1 1,1-1,-1 1,1-1,-1 1,0-1,1 1,-1-1,0 1,0-1,0 1,0-1,0 1,-1 0,1-1,0 1,-1-1,1 1,-1-1,1 0,-1 1,0-1,0 1,0-1,0 0,0 0,0 1,0-1,0 0,0 0,0 0,-76 66,28-31,49-35,0 0,-1 0,1 0,0 0,0 0,0 0,0 0,0 0,0 0,0 0,1 0,-1 0,0 0,0 0,1 0,-1 0,0 0,1-1,-1 1,1 0,0 0,-1 0,1 0,0-1,-1 1,1 0,0-1,0 1,-1-1,1 1,0 0,0-1,0 0,0 1,0-1,0 0,0 1,0-1,0 0,0 0,0 0,0 0,0 0,0 0,0 0,0 0,0 0,0 0,0-1,0 1,0 0,0-1,6 3,12 3,116 43,-129-45,0 0,-1 0,1 1,-1 0,0 0,0 0,-1 0,1 1,-1-1,0 1,0 1,0-1,-1 0,0 1,0-1,0 1,-1 0,0 0,0 0,1 6,-3-7,1 1,-1-1,-1 0,1 1,-1-1,1 0,-2 1,1-1,-1 0,1 0,-1 0,-1 0,1 0,-1 0,0-1,0 1,0-1,0 0,-1 0,0 0,0 0,0-1,-4 3,-4 3,0-1,-1 0,0-1,0 0,-1-1,0-1,0 0,-2-1,6 0,0-1,0-1,0 1,-1-2,1 1,-1-2,1 1,0-1,-1-1,1 0,-1 0,1-1,0-1,0 0,0 0,0 0,-8-5,0-3,4 2</inkml:trace>
  <inkml:trace contextRef="#ctx0" brushRef="#br0" timeOffset="84323.841">7647 2054,'5'0,"5"0,11-2,8-1,11 0,8 1,7 0,0 1,-1 1,-6 4,-9 5,-11 6,-10 7,-8-2</inkml:trace>
  <inkml:trace contextRef="#ctx0" brushRef="#br0" timeOffset="84525.822">7780 2335,'16'3,"15"-1,12 1,12 0,4-2,2 0,0 0,-4-1,-12 0</inkml:trace>
  <inkml:trace contextRef="#ctx0" brushRef="#br0" timeOffset="85180.313">8836 2242,'240'7,"42"14,220 17,16-22,86-15,-576-1,-1 1,1 1,-1 1,0 1,0 2,0 1,0 1,-1 1,3 3,-29-12,-1 0,1 0,0 0,0 0,-1 0,1 0,0 0,0 1,0-1,-1 0,1 0,0 0,0 1,0-1,0 0,0 0,-1 0,1 1,0-1,0 0,0 0,0 1,0-1,0 0,0 0,0 1,0-1,0 0,0 0,0 1,0-1,0 0,0 1,0-1,0 0,0 0,0 0,0 1,0-1,1 0,-1 0,0 1,0-1,0 0,-34-3,30 3,-22-3</inkml:trace>
  <inkml:trace contextRef="#ctx0" brushRef="#br0" timeOffset="88235.965">9425 1213,'-8'-7,"5"4,-1 0,1 1,0-1,-1 1,1 0,-1-1,0 2,1-1,-1 0,0 1,0 0,0 0,0 0,-1 0,1 1,0-1,-4 1,6 2,1-1,0 1,-1-1,1 1,0 0,0-1,0 1,0 0,0 0,1 0,-1 0,1 0,-1 0,1 0,0 0,-1 0,1 0,0 0,0 0,0 0,1 0,-1 0,1 0,-1 0,1 0,-1 0,1 0,0 0,0 0,1 1,3 10,1-1,0 1,0-1,1-1,1 1,0-1,1 0,0-1,0 0,1-1,1 0,-1 0,4 0,-12-6,1-1,0 0,0 0,0-1,0 1,0-1,0 1,0-1,1 0,-1 0,0 0,1-1,-1 1,1-1,-1 0,0 0,1 0,-1 0,1 0,-1-1,1 0,-1 0,0 0,1 0,-1 0,0-1,0 1,0-1,0 0,0 0,0 0,-1 0,1 0,-1-1,1 1,-1-1,2-2,4-7,-1 0,-1 0,1-1,-2 0,0 0,0 0,-1-1,-1 1,0-1,-1 0,-1 0,0 0,-1 0,0 0,-2-11,-1 104,10 343,-6-415,1 17,-2 1,0-1,-1 0,-1 0,-2-1,-2 10,-21 10,26-42,0-1,1 1,-1 0,0-1,0 1,0-1,0 1,0-1,0 1,0-1,0 0,0 1,0-1,0 0,0 0,-1 0,1 0,0 0,0 0,0 0,0 0,0 0,0 0,0-1,0 1,0 0,0-1,0 1,0-1,0 1,0-1,0 0,0 1,0-1,1 0,-1 0,0 1,0-1,1 0,-1 0,1 0,-1 0,0-1,-5-10,1 0,0-1,1 0,0 0,1 0,0 0,1-1,1 1,0-1,0 1,2-12,0 18,-1 0,1 0,0 0,1-1,0 1,0 1,0-1,1 0,0 0,0 1,1 0,-1-1,1 1,1 1,-1-1,1 1,0-1,1 2,-1-1,1 0,0 1,0 0,0 0,0 1,1 0,0 0,-1 0,3 1,25-7,1 1,-1 2,1 2,0 1,0 1,0 3,18 2,6 10,-58-12,0-1,1 1,-1 0,0-1,0 1,0 0,0 0,0 0,0 0,0 0,0 1,0-1,-1 0,1 0,0 0,-1 1,1-1,-1 0,1 1,-1-1,0 0,1 1,-1-1,0 1,0-1,0 0,0 1,0-1,0 1,-1-1,1 0,0 1,-1-1,1 0,-1 1,1-1,-1 0,0 0,0 1,0-1,-7 10,0 0,-2 0,1-1,-1 0,-1-1,0 0,0 0,0-2,-1 1,-1-1,-9 4,8-4,68-21,-30 7,1 0,0 2,1 1,-1 1,2 0,-24 3,0 0,0-1,-1 1,1 0,0 0,0 0,-1 1,1-1,0 0,-1 1,1 0,0 0,-1 0,1 0,-1 0,1 0,-1 1,0-1,0 1,1 0,-1-1,0 1,-1 0,1 0,0 1,0-1,-1 0,1 0,-1 1,0-1,0 1,0-1,0 1,0 0,-1-1,1 1,-1 0,1-1,-1 1,0 0,0 0,0-1,-1 1,1 0,-1 0,-4 9,-1 1,0-1,-1-1,0 1,-1-1,0 0,-1-1,0 0,-1 0,0-1,0 0,-1-1,0 0,6-4,-1 1,1-1,-1 0,0 0,0 0,-1-1,1 0,-1 0,1-1,-1 0,0 0,0 0,0-1,-3 0,1-7,4-2</inkml:trace>
  <inkml:trace contextRef="#ctx0" brushRef="#br0" timeOffset="88491.719">10308 1520,'13'0,"12"0,11 0,10-2,8-4,8 1,1-3,-10 1</inkml:trace>
  <inkml:trace contextRef="#ctx0" brushRef="#br0" timeOffset="89425.607">10922 1146,'-3'26,"1"0,1 1,1-1,1 1,3 14,-3-33,1 0,0 1,0-1,0 0,1 0,1 0,-1-1,1 1,0-1,1 0,0 0,0 0,0-1,1 1,0-1,0-1,1 1,-1-1,2 0,-2-2,-1 0,0 0,1-1,0 0,-1 0,1 0,0-1,0 0,0 0,0-1,0 1,0-1,0-1,0 1,0-1,0 0,0 0,0-1,0 0,0 0,-1 0,1 0,-1-1,0 0,1-1,-2 1,1-1,0 0,3-3,4-4,-1-1,0 0,-1 0,-1-1,0-1,-1 1,0-1,-1 0,0-1,3-13,-4 8,-1 1,-2-1,0 0,0 0,-2-1,-1 1,-3 8,-2 29,-3 48,4 1,2-1,3 4,0 3,-1 2,3-17,-3 0,-3 0,-2 0,-2-1,-3 0,-11 31,19-80,1-2,0 1,-1-1,0 0,0 0,0 0,0-1,-1 1,0 0,0-1,0 0,0 1,-1-1,0-1,0 1,-2 1,4-5,0 0,1 0,-1 0,0 0,0-1,0 1,1-1,-1 1,0-1,1 0,-1 1,0-1,1 0,-1 0,1 0,-1 0,1-1,0 1,0 0,-1-1,1 1,0 0,0-1,0 0,0 1,1-1,-1 1,0-1,1 0,-1 0,1 1,-1-1,1-1,-7-21,0 0,2-1,1 0,1 0,1 0,1-1,1 1,3-18,-3 32,-1-1,2 1,-1-1,2 1,-1 0,2-1,-1 1,2 0,-1 0,2 1,-1-1,1 1,1 0,0 0,0 1,1-1,0 1,1 1,0-1,0 2,1-1,0 1,0 0,1 1,5-3,3 4,0 0,0 2,1 0,0 2,-1 0,1 0,-1 2,1 1,0 0,-1 1,0 1,0 0,0 2,8 3,-22-8,0 0,0 0,0 0,-1 1,1 0,-1-1,1 1,-1 0,1 0,-1 1,0-1,0 1,0 0,0 0,-1 0,1 0,-1 0,0 0,0 1,0-1,0 1,-1-1,1 1,-1 0,0 0,0-1,0 1,0 0,-1 0,0 0,0 0,0 0,0 0,-5 9,0 0,0-1,-1 0,-1 0,0-1,-1 1,0-2,0 1,-1-1,-7 5,-10 15,13-14,8-11,0 0,0 0,1 0,-1 1,1-1,1 1,-1 0,1 1,0-1,1 1,-1-1,1 3,2-8,1 1,0-1,-1 1,1-1,0 0,0 1,0-1,0 0,0 1,0-1,0 0,0 0,0 0,1 0,-1 0,0 0,1 0,-1-1,1 1,-1 0,1-1,-1 1,1-1,-1 0,1 1,0-1,-1 0,1 0,-1 0,1 0,0 0,-1 0,1-1,0 1,41 2,-1-3,1-1,-1-2,1-2,5-4,46-5,-91 15,37-6,0 1,1 2,-1 2,30 4,-39 2</inkml:trace>
  <inkml:trace contextRef="#ctx0" brushRef="#br0" timeOffset="90237.84">11257 2363,'454'-23,"-320"14,204-12,-288 27,-49 4,-10 1</inkml:trace>
  <inkml:trace contextRef="#ctx0" brushRef="#br0" timeOffset="91400.48">9786 2870,'302'242,"-129"-77,-133-130,-39-35,0 0,0 0,0 0,0-1,0 1,0 0,0-1,0 1,0 0,0-1,-1 1,1-1,0 0,0 1,0-1,-1 0,1 1,0-1,-1 0,1 0,-1 1,1-1,-1 0,1 0,-1 0,1 0,-1 0,0 0,0 0,1 0,-1 0,0 0,0 0,0 0,5-26,-1 0,-1 0,-1 0,-1 0,-3-14,2 22,0-12,0 1,-2-1,-2 1,-1-1,-1 1,-1 1,-10-23,17 50,0 1,-1-1,1 1,-1-1,1 0,-1 1,0-1,0 1,1-1,-1 1,0 0,-1-1,1 1,0 0,0 0,0 0,-1-1,1 1,-1 1,1-1,0 0,-1 0,0 1,1-1,-1 0,1 1,-1 0,0-1,1 1,-1 0,0 0,0 0,1 0,-1 0,0 0,1 0,-1 1,0-1,1 1,-1-1,1 1,-1 0,0-1,-58 67,3 14,5 2,3 3,3 1,5 3,-1 13,23-49</inkml:trace>
  <inkml:trace contextRef="#ctx0" brushRef="#br0" timeOffset="93034.2">10441 3378,'35'-21,"-22"15,1 1,0 0,1 1,-1 1,1 0,0 1,-1 0,1 1,13 1,-26 0,0 1,0-1,1 1,-1-1,0 1,0 0,0 0,0-1,0 2,-1-1,1 0,0 0,0 0,-1 1,1-1,-1 1,1-1,-1 1,1 0,-1 0,0 0,0-1,0 1,0 0,0 0,-1 0,1 0,0 1,-1-1,0 0,1 0,-1 0,0 0,0 2,-17 73,11-63,-1-1,-1 1,1-2,-2 1,0-1,0-1,-1 1,-1-2,0 1,0-1,-1-1,-9 5,63-31,-32 14,-1 1,1 1,0-1,0 2,0-1,-1 1,1 1,0 0,0 0,6 2,-12-2,0 0,1 1,-1 0,0-1,-1 1,1 1,0-1,-1 0,1 1,-1 0,0 0,1 0,-2 0,1 0,0 1,-1-1,1 1,-1 0,0 0,0 0,0 0,-1 0,0 0,0 0,1 1,-2 0,1 0,-1 1,1-1,-2 0,1 0,0 0,-1 0,0 1,0-1,-1 0,1 0,-1-1,0 1,0 0,-1-1,0 1,1-1,-1 0,-1 0,1 0,-1 0,1 0,-1-1,0 0,0 1,-4 0,-1 3,-1-1,0 0,0-1,-1 0,0-1,0 0,0-1,0 0,0-1,0 0,-9 0,19-1,0-1,0 1,0-1,0 0,0 0,-1 1,1-1,0 0,0 0,0 0,0 0,-1 0,1-1,0 1,0 0,0 0,0-1,0 1,0-1,0 1,0-1,0 1,0-1,0 0,0 0,0 1,0-1,0 0,0 0,1 0,-1 0,0 0,1 0,-1 0,1 0,-1 0,1 0,-1 0,1 0,0 0,0 0,-1-1,11-15,5 0</inkml:trace>
  <inkml:trace contextRef="#ctx0" brushRef="#br0" timeOffset="93287.618">11003 3245,'13'4,"12"2,11 0,12-2,10-3,6-4,4-4,-1-3,-5 0,-13 2</inkml:trace>
  <inkml:trace contextRef="#ctx0" brushRef="#br0" timeOffset="93628.697">11671 2977,'11'20,"13"14,12 8,11 6,8-1,7-1,2-4,-2-5,-3-4,-8-3,-10-4,-12-7</inkml:trace>
  <inkml:trace contextRef="#ctx0" brushRef="#br0" timeOffset="93894.537">12205 2964,'-15'20,"-16"19,-12 16,-14 14,-7 10,-6 4,4-2,7-9,15-11,14-17</inkml:trace>
  <inkml:trace contextRef="#ctx0" brushRef="#br0" timeOffset="94209.315">12379 3258,'15'-11,"0"0,0 2,1 0,1 0,-1 1,1 2,1-1,-1 2,1 0,0 1,6 0,-21 4,0-1,0 0,-1 0,1 1,0 0,0-1,-1 1,1 0,0 1,0-1,0 0,-1 1,1-1,0 1,-1 0,1 0,0 0,-1 0,1 1,-1-1,0 1,1-1,-1 1,0 0,0 0,0 0,0 0,0 0,-1 0,1 1,-1-1,1 1,-1-1,0 1,0-1,0 1,0 0,0-1,-1 1,1 0,-3 10,0-1,-1 0,-1 0,0 0,0 0,-1-1,0 0,-1 0,-1 0,1-1,-2 1,-1 0,-5 10,1-1,-3 3,1 2,1-1,1 2,1 0,-1 7,12-32,0 1,1 0,-1-1,1 1,-1 0,1 0,0 0,0-1,-1 1,1 0,0 0,1 0,-1 0,0-1,1 1,-1 0,1 0,-1 0,1-1,0 1,-1 0,1-1,0 1,0-1,0 1,1-1,-1 1,0-1,0 0,1 0,-1 0,1 1,-1-1,1-1,-1 1,1 0,0 0,0 0,-1-1,1 1,0-1,0 0,0 1,0-1,21 3,0-2,0 0,0-1,0-1,0-2,0 0,-1-1,1-2,9-3,-22 7,127-33,-84 20</inkml:trace>
  <inkml:trace contextRef="#ctx0" brushRef="#br0" timeOffset="96372.352">8008 1988,'7'0,"4"0,5 0,5 0,5 0,2 0,5 0,-1 0,1 0,-5 0,-3 0,-7-3,-7 0</inkml:trace>
  <inkml:trace contextRef="#ctx0" brushRef="#br0" timeOffset="102609.164">1123 3565,'-5'5,"-3"3,-5 3,-3 2,2-2</inkml:trace>
  <inkml:trace contextRef="#ctx0" brushRef="#br0" timeOffset="104643.203">976 3672,'-18'12,"-13"7,-8 6,2-1</inkml:trace>
  <inkml:trace contextRef="#ctx0" brushRef="#br0" timeOffset="127902.696">1417 3232,'-1'-1,"1"0,-1 0,0 0,0 0,0 1,1-1,-1 0,0 1,0-1,0 1,0-1,0 1,0-1,0 1,0 0,0-1,-1 1,1 0,0 0,0 0,0 0,0 0,0 0,0 0,0 0,0 0,-1 1,1-1,0 0,0 1,0-1,0 1,0-1,0 1,0-1,1 1,-1 0,0-1,0 1,0 0,0 0,1 0,-1 0,1 0,-1-1,0 1,1 0,-1 0,1 1,0-1,-1 0,1 0,0 0,0 0,0 0,0 0,0 0,0 0,0 0,0 1,-2 6,0 1,1-1,0 1,1-1,0 1,0-1,1 1,0-1,1 0,-1 1,2-1,-1 0,1 0,1 1,-3-5,1 0,0-1,0 1,0-1,1 0,-1 0,1 0,-1 0,1 0,0-1,0 1,0-1,1 0,-1 1,0-2,1 1,-1 0,1-1,0 1,0-1,-1 0,1 0,0-1,0 1,0-1,0 0,0 0,0 0,0-1,0 1,1-1,1-1,-1 1,1-1,-1-1,1 1,-1-1,0 0,0 0,0 0,0-1,-1 1,1-1,-1-1,0 1,0 0,0-1,-1 0,0 0,0 0,0 0,0-1,0-1,-2 3,1 1,-1 0,0-1,0 1,0-1,-1 1,1-1,-1 0,0 1,0-1,0 1,-1-1,1 0,-1 1,0-1,0 1,0-1,0 1,-1 0,1-1,-1 1,0 0,0 0,0 0,0 0,-1 1,1-1,-1 1,1-1,-1 1,0 0,0 0,0 0,0 0,-1 0,-1-1,-1 1,1-1,0 1,-1 0,0 0,1 1,-1-1,0 1,0 1,0-1,0 1,0 0,0 0,1 1,-1 0,0 0,0 0,0 1,1-1,-1 1,1 1,-1-1,1 1,0 0,0 0,0 1,0-1,1 1,0 0,-1 0,1 1,1-1,-1 1,1 0,0 0,0 0,0 0,-1 5,1-6,1 0,0 0,1 0,-1 0,1 0,0 1,-1-1,2 1,-1-1,1 1,-1-1,1 1,1-1,-1 1,0-1,1 1,0-1,0 1,1-1,-1 0,1 0,0 1,0-1,0-1,1 1,-1 0,1 0,0-1,0 1,0-1,0 0,1 0,-1 0,1-1,0 1,0-1,0 0,0 0,5-2,-1 0,0 0,0-1,0 0,1-1,-1 0,0 0,-1-1,1 0,0 0,-1-1,0 0,0 0,0-1,0 0,-1 0,1 0,-1-1,-1 0,1 0,-1-1,0 1,0-1,-1 0,0 0,-1-1,1 1,-1-1,0-1,-2 5,0 0,0 0,-1-1,1 1,-1 0,0-1,0 1,0 0,-1 0,1-1,-1 1,0 0,0 0,-1 0,1 0,-1 0,0 0,0 0,0 0,0 1,-1-1,0 1,0 0,0 0,0 0,0 0,0 0,-1 1,1-1,-1 1,0 0,0 0,0 0,0 1,-3-2,1 1,-1-1,1 1,0 0,-1 1,1-1,-1 1,1 1,-1-1,0 1,1 0,-1 0,1 1,-1 0,0 0,1 1,0 0,-1 0,1 0,0 1,0 0,0 0,1 1,-3 1,3 0,0 1,0 0,1 0,-1 1,2-1,-1 1,1 0,0 0,0 0,0 0,1 1,1-1,-1 1,1-1,0 4,1-7,-1 0,1 0,0 0,0 0,0 1,1-1,-1 0,1 0,0 0,0 0,1 0,-1-1,1 1,0 0,0-1,0 1,0-1,1 1,-1-1,1 0,0 0,0 0,0-1,0 1,1-1,-1 1,1-1,3 1,0-1,-1-1,1-1,0 0,-1 0,1 0,0 0,-1-1,1 0,0-1,-1 0,1 0,-1 0,0 0,0-1,0 0,0-1,0 1,-1-1,1 0,-1-1,0 1,0-1,-1 0,0 0,1 0,-2-1,1 1,-1-1,1 0,-2 0,1 0,-1-1,0 1,1-3,-1 4,-1-1,1 1,-1-1,0 0,0 0,-1 0,0 1,0-1,0 0,-1 0,0 0,0 1,0-1,0 0,-1 1,0-1,-1 1,1 0,-1 0,0 0,0 0,0 0,-1 0,0 1,0 0,0 0,0 0,-1 0,1 0,-1 1,0 0,0 0,0 1,-1-1,1 1,-1 0,-3-1,6 2,-1 0,1 0,-1 1,1-1,-1 1,1-1,-1 1,1 0,-1 0,1 1,-1-1,1 1,-1 0,1 0,0 0,-1 0,1 0,0 1,0 0,0-1,0 1,0 0,0 1,0-1,1 0,-1 1,1 0,0-1,0 1,0 0,-1 1,-1 1,1 0,0 0,0 0,0 0,1 0,0 1,0-1,0 1,1 0,-1-1,1 1,1 0,-1 0,1 0,0 0,0-1,1 1,-1 0,2 0,-1 0,0-1,1 1,0-1,0 1,1-1,0 0,0 0,0 0,0 0,1 0,0-1,0 1,0-1,0 0,1-1,-1 1,1-1,0 1,0-2,5 3,-3-4,0 1,0-2,0 1,0-1,0 0,0 0,0-1,0 0,0 0,0-1,0 0,0 0,-1-1,1 0,-1 0,0 0,0-1,0 0,0 0,0 0,-1-1,0 0,0 0,0 0,-1-1,1 1,-1-1,-1 0,1 0,-1-1,0 1,-1-1,1 1,0-5,-3 6,0 1,0 0,0 0,-1-1,0 1,0 0,0 0,0 0,0 0,-1 0,0 0,0 0,0 1,0-1,0 1,-1-1,0 1,0 0,0 0,0 0,0 0,0 0,-1 1,1 0,-1 0,0 0,-2-1,0-1,0 1,-1 1,1-1,0 1,-1 0,1 1,-1 0,1 0,-1 0,0 1,1 0,-1 0,0 0,1 1,-1 0,0 0,-2 2,3 1,0 0,1 1,-1-1,1 1,0 1,0-1,0 1,1 0,0 0,0 0,1 0,0 1,0-1,0 1,1 0,0 0,0 0,0 0,1 0,1 0,-1 0,1 1,0-1,0 0,1 0,0 1,1-1,-1 0,3 3,5 37</inkml:trace>
  <inkml:trace contextRef="#ctx0" brushRef="#br0" timeOffset="133859.698">1430 2790,'-1'-1,"0"0,0-1,-1 1,1 0,0 0,-1 0,1 1,0-1,-1 0,1 0,-1 1,0-1,1 1,-1 0,1-1,-1 1,0 0,1 0,-1 0,0 0,1 0,-1 0,0 0,0 0,-1 1,-1 0,1 0,0 0,0 0,-1 0,1 1,0 0,1-1,-1 1,0 0,0 1,1-1,-1 0,1 1,0-1,0 1,0 0,0 0,0 0,0 0,1 0,-1 0,1 0,0 0,0 1,0-1,1 0,-1 1,1-1,0 1,0-1,0 0,0 4,0-3,-8 34,3 0,1 0,2 0,2 1,1-1,2 1,2-1,1 0,2 0,11 32,-14-57,0-1,1 1,1-1,0-1,0 1,1-1,0 0,1-1,0 0,9 7,-14-14,1 1,-1-1,1 0,0 0,0 0,0 0,0-1,1 0,-1 0,1-1,-1 1,1-1,0-1,-1 1,1-1,0 0,0 0,-1 0,1-1,0 0,-1 0,1 0,-1-1,1 0,-1 0,3-2,6-5,-1-1,0 0,-1-2,0 1,-1-1,0-1,-1 0,0 0,-1-1,-1 0,0-1,-1 0,-1 0,0 0,-1-1,-1 0,0 0,1-15,-2 15,0 0,-2 0,0 0,0 0,-2 0,0 0,-1 0,0 0,-2 0,-3-12,4 20,0 0,0 0,-1 0,0 0,-1 1,0-1,0 1,0 0,-1 1,0-1,0 1,0 1,-1-1,0 1,0 0,-1 0,1 1,-1 0,0 1,-5-2,5 2,1 1,-1 0,0 1,0-1,0 2,0-1,0 1,0 0,0 1,-1 0,2 0,-1 0,0 1,0 1,0-1,1 1,0 1,-1-1,1 1,0 0,1 1,-3 1,-3 5,0-1,1 2,0-1,1 2,0-1,1 1,0 1,1-1,1 2,-6 14,5-13,1 0,1 1,1 0,0 0,1 0,1 1,0 0,2-1,0 1,1 0,0 0,2 0,0-1,1 1,1 0,0-1,-1-10,1-1,0 0,0 0,0 0,1-1,0 0,0 1,0-1,1-1,-1 1,1-1,0 0,0-1,1 1,-1-1,1 0,0-1,0 0,0 0,0 0,0-1,0 0,0 0,3-1,52 2</inkml:trace>
  <inkml:trace contextRef="#ctx0" brushRef="#br0" timeOffset="136568.992">5160 223,'-7'-2,"0"0,0 1,0-1,0 1,0 1,0-1,0 1,0 0,0 1,0 0,0 0,0 0,0 1,0 0,1 1,-1-1,1 1,-1 0,1 1,0 0,0 0,1 0,-1 0,1 1,0 0,0 0,0 1,1-1,-4 6,4-5,0 0,1 0,-1 0,1 0,0 1,1-1,0 1,0-1,0 1,1 0,0 0,0 0,1 0,0 0,0 0,0 0,1 0,0-1,0 1,1 0,0 0,0-1,1 1,0-1,0 0,0 1,1-2,0 1,0 0,0-1,1 0,0 0,0 0,2 2,10 1,0 0,1-1,0 0,0-2,0 0,1-1,-1-1,1 0,0-2,0 0,0-1,0-1,-1-1,1-1,5-1,-3 1,0 0,0-2,0 0,-1-1,0-1,0-1,0-1,-1-1,-1 0,1-2,15-13,-29 21,-1 0,0-1,0 1,-1-1,1 0,-1 0,0 0,0-1,-1 1,0-1,0 0,0 1,0-1,-1 0,0 0,0 0,-1 0,0 0,0 0,0 0,-1 0,0 0,0 0,0 0,-1 0,0 1,-1-5,-3-2,0 0,0 0,-1 1,-1 0,0 0,0 1,-1 0,0 0,-1 1,0 0,0 1,-2-1,3 2,0 0,-1 1,1-1,-2 2,1 0,0 0,-1 0,0 2,0-1,0 1,-1 1,1 0,-1 1,1 0,-1 1,0 0,1 0,-1 1,1 1,0 0,-1 1,1 0,0 1,0 0,1 0,-1 1,1 1,0 0,0 0,1 1,0 0,0 1,0-1,1 3,-1 1,2 1,0 0,0 1,1 0,1 0,0 0,1 0,0 1,1 0,0 0,2 0,-1 0,2 0,0 0,0 0,1 0,2 2,-2-5,1-1,0 1,1-1,1 1,-1-1,2 0,-1-1,1 1,1-1,-1 0,2 0,-1-1,1 1,1-1,-1-1,1 0,1 0,-1 0,1-1,0 0,1-1,5 3,-6-4,0 0,0 0,1-1,-1 0,1 0,-1-1,1-1,0 1,0-2,0 1,0-1,0-1,-1 0,1 0,0-1,0 0,-1-1,1 0,-1 0,0-1,0-1,0 1,-1-1,1-1,-1 1,-1-2,1 1,-1-1,0 0,0 0,-1-1,0 0,0 0,-1 0,4-8,-5 3,-1 0,0 0,0 0,-2 0,1 0,-2-1,0 1,0-1,-1 1,-1 0,0 0,-1 0,0 0,-1 0,-1 0,0 1,0 0,-1 0,-1 0,0 1,-1 0,0 0,0 1,-1 0,-1 1,0 0,0 0,0 1,-1 0,0 1,-6-3,12 8,0 0,0 0,0 1,0-1,0 1,0 0,-1 0,1 1,0-1,-1 1,1 1,0-1,-1 1,1 0,0 0,0 0,-1 1,1 0,0 0,1 0,-1 0,0 1,1 0,-1 0,1 0,0 1,0-1,0 1,0 0,1 0,0 0,0 1,0-1,-2 4,-2 5,-1 0,2 0,0 1,1 0,0 0,1 0,1 0,0 1,1-1,0 1,1 0,1-1,0 1,1 0,1 0,0-1,1 1,1-1,0 0,1 0,6 13,-6-21,-1 1,1-1,0 0,0-1,1 1,0-1,0 0,0-1,1 1,-1-1,1-1,0 1,0-1,5 2,42 9</inkml:trace>
  <inkml:trace contextRef="#ctx0" brushRef="#br0" timeOffset="204347.922">2928 9046,'-1'0,"-1"-1,1 0,0 1,0-1,0 0,0 0,0 0,0 1,0-1,1 0,-1 0,0-1,0 1,1 0,-1 0,1 0,-1 0,1-1,0 1,-1 0,1 0,0-1,0 1,-1 0,1 0,0-1,1 1,-1 0,0-1,0 1,0 0,1 0,-1-1,1 1,-1 0,1 0,-1 0,1 0,0 0,-1 0,1 0,0 0,0 0,0 0,0 0,0 0,0 0,0 1,0-1,1 0,0-2,1 0,-1 0,1 0,0 0,0 0,0 1,0-1,0 1,0 0,1 0,-1 0,1 1,0-1,-1 1,1 0,0 0,0 0,0 0,-1 1,1 0,0 0,0 0,0 0,0 0,0 1,0-1,0 1,-1 0,1 1,0-1,-1 1,1-1,-1 1,3 1,0 2,0 1,0-1,0 1,-1 0,0 0,0 1,-1-1,1 1,-1 0,-1 0,1 1,-1-1,-1 1,1-1,-2 1,2 6,1 8,-2-1,0 2,-1-1,-1 0,-3 11,0-5,-1 0,-2 0,0-1,-2 0,-1 0,-1-1,-4 4,6-18,12-27,143-318,-98 237,-49 95,0 1,0 0,0-1,0 1,0 0,0-1,0 1,1 0,-1-1,0 1,0 0,0 0,0-1,0 1,1 0,-1 0,0-1,0 1,0 0,1 0,-1-1,0 1,0 0,1 0,-1 0,0 0,1 0,-1-1,0 1,0 0,1 0,-1 0,0 0,1 0,-1 0,0 0,1 0,-1 0,0 0,1 0,-1 0,0 0,1 0,-1 0,0 0,0 1,1-1,-1 0,0 0,1 0,-1 0,0 1,0-1,1 0,-1 0,0 0,0 1,0-1,1 0,-1 1,0-1,4 21,-1 70,-3-59,0 0,3 0,0 0,2-1,2 1,1-1,3 7,-9-33,-1 0,2 0,-1 0,0 0,1 0,0 0,0-1,1 1,-1-1,1 0,0 0,0 0,0 0,0-1,1 0,-1 0,1 0,0 0,0-1,0 0,0 0,1 0,-1-1,0 0,1 0,-1 0,1 0,-1-1,1 0,-1 0,1-1,-1 1,1-1,-1 0,1-1,-1 1,1-2,-2 2,0 0,0-1,0 0,-1 0,1 0,-1 0,1 0,-1-1,0 0,0 1,0-1,0 0,-1 0,1-1,-1 1,0-1,0 1,0-1,0 1,-1-1,1 0,-1 0,0 0,0 0,-1 0,1 0,-1 0,0 0,0 0,0 0,0-1,-1 1,0 0,0 0,0 0,0 0,-11-9</inkml:trace>
  <inkml:trace contextRef="#ctx0" brushRef="#br0" timeOffset="204950.645">3048 9287,'-51'26,"51"-25,1 0,-1 0,0-1,1 1,-1 0,1 0,-1-1,1 1,-1 0,1-1,0 1,-1 0,1-1,0 1,0-1,-1 1,1-1,0 0,0 1,0-1,-1 0,1 1,0-1,0 0,0 0,0 0,0 0,-1 0,1 0,0 0,0 0,0 0,0 0,0-1,179-9,29 8,-208 2,0 0,0 0,1 0,-1 0,0 0,0 0,1 1,-1-1,0 0,0 1,0-1,0 1,0-1,1 1,-1 0,0-1,0 1,0 0,-1 0,1 0,0 0,0-1,0 1,-1 0,1 0,0 1,-1-1,2 7</inkml:trace>
  <inkml:trace contextRef="#ctx0" brushRef="#br0" timeOffset="-211153.822">3516 8552,'-164'-41,"111"40,0 2,0 3,0 2,-22 6,40-7,27-4,1-1,-1 2,1-1,-1 1,1 0,0 0,0 1,0 0,0 0,0 1,-3 2,-200 159,203-158,1 0,-1 0,1 0,0 1,1 0,0 0,0 0,1 1,0 0,0 0,1 0,0 1,0-3,-9 24,-32 108,31 67,13-192,-1 0,1-1,1 1,0 0,1 0,1 0,0-1,0 1,3 4,114 214,-113-220,2-1,-1 0,1 0,1 0,0-1,0-1,1 0,0 0,1-1,0-1,6 4,37 25,-47-29,2-2,-1 1,0-2,1 1,0-1,0 0,0-1,1-1,-1 1,1-2,2 1,82 11,146-14,-222-1,1-1,-1-1,1-1,-2-1,1-1,0 0,-1-1,-1-1,1-1,-2-1,3-1,-18 11,14-10,-1-1,0 0,0-1,-2-1,0 0,0-1,2-4,-2 3,3-7,-1 0,-1-1,-1 0,-1-1,-1-1,5-20,-7 11,-1 0,-2 0,-1-1,-3 0,0 1,-4-23,2-17,-1 49,-1 0,-1 0,-1 1,-2-1,-2-4,0 0,-35-79,40 101,-8-20,-2 1,-1 0,-1 1,-1 1,-19-22,-12-3,24 25</inkml:trace>
  <inkml:trace contextRef="#ctx0" brushRef="#br0" timeOffset="-204358.425">3249 8418,'2'18,"4"-24,0-125,-7-514,-11 421,-9 1,-11-171,44-386,-12 706,12-417,-1 275,-16-204,0 284,5-1,18-132,-5 156,-3-114,-23 31,12 23,-5 210,-2 0,-1 0,-2-1,-1 0,-8 12,7-15,-100 251,112-283,-1 0,1 0,0 0,0 0,1 1,-1-1,0 0,0 1,1-1,-1 1,1-1,-1 1,1-1,-1 1,1-1,0 1,0-1,0 1,0-1,0 1,0-1,0 1,0 0,1-1,-1 1,1-1,-1 1,1-1,0 0,-1 1,1-1,0 0,0 1,0-1,0 0,0 0,0 0,0 0,0 0,1 0,-1 0,0 0,0 0,1-1,-1 1,1 0,-1-1,1 1,-1-1,1 0,31 0,1-1,-1-2,0-2,0-1,-1-1,5-3,-24 7,37-11,-29 7,-1 2,1 0,0 1,1 1,20 0,-41 3,-1 0,0 0,1 0,-1 1,0-1,1 0,-1 0,0 0,1 0,-1 0,0 0,1 0,-1 0,0 0,1 0,-1 0,0 0,1 0,-1 0,0 0,1 0,-1-1,0 1,1 0,-1 0,0 0,1 0,-1-1,0 1,1 0,-1 0,0-1,0 1,0 0,1-1,-1 1,0 0,0 0,0-1,0 1,1 0,-1-1,0 1,0 0,0-1,0 1,0-1,0 1,0 0,0-1,0 1,0 0,0-1,0 1,0 0,0-1,-1 1,1 0,0-1,0 1,0-1,-18-21,11 14,-132-231,69 121,70 118,0 0,0 0,0 1,0-1,0 0,0 0,0 1,0-1,0 0,0 0,0 1,0-1,-1 0,1 0,0 0,0 1,0-1,0 0,0 0,-1 0,1 1,0-1,0 0,0 0,0 0,-1 0,1 0,0 1,0-1,0 0,-1 0,1 0,0 0,0 0,-1 0,1 0,0 0,0 0,-1 0,1 0,0 0,0 0,-1 0,1 0,0 0,0 0,-1 0,1 0,0 0,0 0,0-1,-1 1,1 0,0 0,0 0,0 0,-1 0,1-1,0 1,0 28,0-24,-2 25,-2 1,-1-1,-1 0,-2 0,-1 0,-1-1,-1-1,-1 0,-2 0,-12 18,20-35,6-10,1 1,-1-1,0 1,0-1,0 1,0-1,0 1,0-1,0 1,0-1,0 1,0-1,0 1,0-1,-1 0,1 1,0-1,0 1,0-1,-1 1,1-1,0 0,0 1,-1-1,1 1,0-1,-1 0,1 1,0-1,-1 0,1 0,-1 1,1-1,-1 0,1 0,0 0,-1 1,1-1,-1 0,1 0,-1 0,1 0,-1 0,1 0,-1 0,1 0,-1 0,1 0,-1 0,1 0,-1-1,1 1,0 0,-1 0,1 0,-1-1,4-16,1 0,1 0,1 1,0 0,1 0,6-9,2-8,0 12,-20 38,-2-1,1 0,-2 0,0-1,-1 0,-1-1,-10 13,10-13,-41 47,51-61,0 0,1 0,-1 0,0-1,1 1,-1 0,0 0,1 0,-1-1,0 1,1 0,-1 0,0-1,0 1,1 0,-1 0,0-1,0 1,0 0,0-1,1 1,-1 0,0-1,0 1,0-1,0 1,0 0,0-1,0 1,0 0,0-1,0 1,0 0,0-1,0 1,0-1,0 1,0 0,0-1,-1 1,1 0,0-1,0 1,0 0,-1-1,1 1,0 0,0 0,-1-1,1 1,0 0,0 0,-1-1,1 1,0 0,-1 0,1 0,0 0,-1-1,1 1,0 0,-1 0,1 0,-1 0,1 0,0 0,-1 0,1 0,3-1,0 0,0 0,1 0,-1 0,0 0,1 1,-1 0,0 0,1 0,-1 0,1 0,-1 0,0 1,1 0,-1 0,0 0,1 0,13 2,11-1,0-2,0-2,0 0,-1-2,1 0,17-7,20-2,-64 13,0-1,0 1,0 0,0 0,1-1,-1 1,0 0,0-1,0 1,0-1,0 1,0-1,0 0,0 1,0-1,0 0,-1 0,1 0,0 0,0 0,-1 0,1 0,-1 0,1 0,-1 0,1 0,-1 0,1 0,-1 0,0 0,0 0,0-1,0 1,0 0,0 0,0 0,0 0,0 0,0-1,0 1,-1 0,1 0,0 0,-1 0,1 0,-1 0,0 0,1 0,-1 0,0 0,1 0,-1 0,0 0,-1 0,-115-189,117 190,0 0,0 1,0-1,0 1,-1-1,1 0,0 1,0-1,-1 0,1 1,0-1,-1 0,1 0,0 1,-1-1,1 0,0 0,-1 1,1-1,-1 0,1 0,0 0,-1 0,1 0,-1 0,1 0,-1 0,1 0,0 0,-1 0,1 0,-1 0,1 0,-1 0,1 0,0 0,-1 0,1 0,0-1,-1 1,1 0,-1 0,1-1,0 1,-1 0,1 0,0-1,0 1,-1 0,1-1,0 1,0 0,-1-1,1 1,0-1,0 1,0 0,0-1,-1 1,1-1,0 1,0-1,0 1,0 0,0-1,0 1,0-1,-2 38,2-30,1 48,-10 128,4-161,1-18,1-16,-1-17,1-41,-16 110,14-45,5 5,0 0,0 1,0-1,0 0,0 0,0 1,-1-1,1 0,0 0,0 1,0-1,0 0,0 0,-1 0,1 1,0-1,0 0,0 0,-1 0,1 0,0 0,0 0,-1 1,1-1,0 0,0 0,0 0,-1 0,1 0,0 0,0 0,-1 0,1 0,0 0,0 0,-1 0,1 0,0 0,0 0,-1 0,1 0,0-1,0 1,-1 0,1 0,0 0,0 0,0 0,-1-1,1 1,0 0,0 0,0 0,0-1,-1 1,1 0,0 0,0 0,0-1,0 1,0 0,0 0,0-1,0 1,0 0,0 0,0-1,0 1,0 0,0 0,-15 18,-40 35,-15 5,70-58,-1 0,1-1,0 1,0 0,0 0,0-1,-1 1,1 0,0 0,0 0,-1 0,1 0,0-1,0 1,-1 0,1 0,0 0,0 0,-1 0,1 0,0 0,-1 0,1 0,0 0,0 0,-1 0,1 0,0 0,-1 0,1 0,0 0,0 0,-1 0,1 1,0-1,0 0,-1 0,1 0,0 0,0 1,-1-1,1 0,0 0,0 0,0 1,0-1,-1 0,12-25,21-27,-4 9,-2-2,-2-1,-2 0,2-12,-3 2,-22 71,-17 38,-2-2,-2 0,-3-2,-18 28,14-31,28-46,1 0,0 0,0 0,0 0,0 0,0 0,0-1,0 1,0 0,-1 0,1 0,0 0,0 0,0 0,0 0,0 0,-1 0,1 0,0 0,0 0,0 0,0 0,-1 0,1 0,0 0,0 0,0 0,0 0,-1 0,1 0,0 0,0 0,0 0,0 0,0 0,-1 0,1 0,0 0,0 0,0 1,5-18,41-72,-46 88,0 0,0 1,1-1,-1 0,0 1,1-1,-1 0,0 1,1-1,-1 0,1 1,-1-1,1 1,-1-1,1 1,-1-1,1 1,0-1,-1 1,1 0,0-1,-1 1,1 0,0 0,0-1,-1 1,1 0,0 0,0 0,-1 0,1 0,0 0,0 0,-1 0,1 0,0 0,-1 1,1-1,0 0,0 0,-1 1,1-1,0 0,-1 1,1-1,-1 1,1-1,0 1,-1-1,1 1,-1-1,1 1,-1 0,0-1,1 1,-1 0,1-1,-1 1,0 0,2 3,-1-1,1 1,0 0,0-1,0 1,1-1,-1 0,1 0,0 0,0 0,0 0,0-1,0 1,1-1,-1 0,1 0,-1 0,1 0,0-1,0 0,0 0,0 1,113 41,-117-43,1 1,-1-1,1 1,0-1,-1 1,1-1,0 0,0 1,-1-1,1 0,0 0,0 1,-1-1,1 0,0 0,0 0,0 0,-1 0,1 0,0 0,0 0,-1 0,1-1,0 1,0 0,0 0,-1-1,1 1,0-1,-1 1,1 0,0-1,-1 1,1-1,-1 1,1-1,-1 0,1 1,-1-1,1 0,-1 1,1-1,-1 0,0 1,1-1,-1 0,0 0,0 1,0-1,0 0,1 0,-1 0,0 1,0-1,-3-48,2 47,-53-246,49 232,14 40,90 161,-78-163,-21-22,0 1,1-1,-1 0,0 0,1 0,-1 0,1 0,-1 0,1 0,-1 0,0 0,1 0,-1 0,1 0,-1 0,1 0,-1 0,0 0,1 0,-1 0,1-1,-1 1,0 0,1 0,-1 0,0-1,1 1,-1 0,0-1,1 1,-1 0,0 0,0-1,1 1,-1-1,0 1,0 0,0-1,1 1,-1-1,0 1,0 0,0-1,0 1,0-1,0 1,0 0,0-1,0 1,0-1,0 1,0-1,0 1,0 0,-1-1,1 1,0-1,0 1,0 0,0-1,-1 1,1 0,0-1,-1 1,-1-17,-1 1,-1-1,-1 1,0 0,-1 0,-1 1,0 0,-1 0,-1 1,-4-6,-17-15,28 36,1-1,0 0,0 1,0-1,0 1,0 0,0-1,0 1,0 0,0 0,0 0,0-1,0 1,0 0,0 0,1 0,-1 0,1 1,-1-1,0 0,1 0,0 0,-1 0,1 1,0-1,-1 0,1 0,0 1,0-1,0 0,0 0,0 1,1-1,-1 0,0 0,0 0,1 1,-1-1,0 0,8 81,2-41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27.0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14,'2'18,"1"18,0 18,-1 16,0 12,-1 9,-1 3,-2-2,-3-8,-1-11,1-16,1-17</inkml:trace>
  <inkml:trace contextRef="#ctx0" brushRef="#br0" timeOffset="406.905">370 1,'-19'62,"-3"-2,-3 0,-3-2,-2 0,-2-2,-33 42,53-81,-58 69,70-86,1-1,-1 1,0 0,1 0,-1-1,1 1,-1 0,0-1,1 1,-1-1,0 1,0 0,1-1,-1 1,0-1,0 1,0 0,0-1,1 1,-1-1,0 1,0-1,0 1,0-1,0 1,0-1,0 1,0-1,0 1,0-1,-1 1,1-1,0 1,0 0,0-1,0 1,-1-1,1 1,0 0,0-1,-1 1,1-1,0 1,-1 0,1-1,-1 1,1 0,0 0,-1-1,1 1,-1 0,1 0,-1 0,1-1,0 1,-1 0,1 0,-1 0,1 0,-1 0,1 0,-1 0,1 0,-1 0,2-3,1 0,-1-1,1 1,0 0,0 0,0 0,0 1,1-1,-1 0,1 1,-1-1,1 1,0 0,0 0,0 0,0 1,1-1,-1 0,0 1,1 0,-1 0,1 0,-1 1,1-1,-1 1,1-1,-1 1,1 0,0 1,-1-1,1 1,-1-1,1 1,-1 0,1 0,-1 1,0-1,1 1,-1 0,2 1,137 143,-127-132,1 0,1-1,0-1,1-1,0 0,0-1,1-1,1-1,-1-1,1-1,1 0,-1-1,1-2,0 0,0-1,0-1,0-1,0-1,-1 0,1-2,0-1,0 0,-1-1,0-2,0 0,17-9,-28 11,0 0,-1 0,0-1,0 0,0 0,-1-1,1 0,-2-1,1 0,-1 0,1-2,7-15</inkml:trace>
  <inkml:trace contextRef="#ctx0" brushRef="#br0" timeOffset="796.839">1267 215,'22'2,"18"1,12 0,9 0,6-4,2-1,-1-3,-3 0,-6 1,-8 1,-11 0,-12 2</inkml:trace>
  <inkml:trace contextRef="#ctx0" brushRef="#br0" timeOffset="1044.245">1520 469,'19'2,"14"1,13 0,9-1,5-2,2-2,0-1,-7 1,-12 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23.3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107 496,'0'23,"0"18,0 15,-2 8,-1 5,-2 2,-1-2,0-6,-1-6,0-12,-2-12,1-13</inkml:trace>
  <inkml:trace contextRef="#ctx0" brushRef="#br0" timeOffset="355.83">1 590,'76'69,"-30"-24,-3 2,-2 1,-2 2,-2 2,0 5,-6-11,-30-46,-1 0,0 0,1 0,-1 0,1 0,-1 0,1 0,-1 1,0-1,1 0,-1 0,1-1,-1 1,1 0,-1 0,0 0,1 0,-1 0,1 0,-1-1,0 1,1 0,-1 0,1 0,-1-1,0 1,1 0,-1-1,0 1,0 0,1-1,-1 1,0 0,0-1,1 1,-1-1,0 1,0 0,0-1,0 1,0-1,0 1,1-1,-1 1,0 0,0-1,0 1,0-1,-1 1,1-1,0 1,0 0,0-1,0 1,0-1,-1 1,1 0,0-1,0 1,0-209,-2-220,4 396,-1 33,-1 0,0 1,0-1,0 1,0-1,0 0,0 1,1-1,-1 0,0 1,0-1,1 0,-1 1,0-1,1 0,-1 0,0 1,0-1,1 0,-1 0,1 1,-1-1,0 0,1 0,-1 0,0 0,1 0,-1 0,1 0,-1 0,0 0,1 0,-1 0,1 0,-1 0,0 0,1 0,-1 0,1 0,-1 0,0 0,1-1,-1 1,0 0,1 0,-1 0,0-1,1 1,-1 0,0 0,1-1,-1 1,0 0,0-1,1 1,-1 0,0-1,0 1,0 0,0-1,1 1,-1-1,12 31,1 6</inkml:trace>
  <inkml:trace contextRef="#ctx0" brushRef="#br0" timeOffset="701.953">535 977,'3'9,"-1"-1,1 0,1 1,0-1,0-1,0 1,1 0,0-1,0 0,1 0,0-1,0 0,1 0,0 0,0-1,0 0,1 0,-1 0,1-1,0-1,0 1,1-1,-1-1,4 2,-9-4,0 0,-1 0,1-1,0 1,0-1,-1 1,1-1,-1 0,1 0,-1 0,1 0,-1 0,1-1,-1 1,0-1,0 1,0-1,0 0,0 0,0 0,0 0,-1 0,1 0,-1-1,1 1,-1 0,0-1,0 1,0-1,0-1,12-83,-12 76,-1-1,-1 1,0-1,0 1,-1-1,-1 1,0 0,-1 0,0 0,0 0,-1 0,0 1,-1 0,-1 0,1 1,-7-7,11 15,0-1,0 0,0 1,0-1,0 1,0-1,0 1,-1 0,1 0,-1 0,1 0,-1 1,1-1,-1 1,1-1,-1 1,1 0,-1 0,0 0,1 1,-1-1,1 0,-1 1,1 0,-1-1,1 1,-1 0,1 0,0 1,0-1,-1 0,1 1,0-1,0 1,0 0,1 0,-1-1,0 1,1 1,-1-1,1 0,-1 0,0 2,-5 7,1-1,0 1,0 1,1-1,1 1,0 0,0 0,1 1,1-1,0 0,0 1,2 0,-1-1,2 1,-1 0,2-1,0 1,0-1,1 0,2 5,9 10</inkml:trace>
  <inkml:trace contextRef="#ctx0" brushRef="#br0" timeOffset="1243.553">1164 242,'0'12,"2"14,3 17,1 15,1 13,0 11,-1 7,-2 4,-2-2,-1-5,0-10,-1-12,-3-12,-2-15,-1-13</inkml:trace>
  <inkml:trace contextRef="#ctx0" brushRef="#br0" timeOffset="2281.683">937 697,'-14'20,"43"-10,6-8,0-2,0-1,0-2,31-6,7-1,-38 7,9-4,2 2,-1 2,0 2,1 2,-1 2,0 3,12 3,-47-7,1 1,-1 1,-1 0,1 0,0 1,-1 0,0 0,0 1,-1 0,1 1,-1 0,-1 0,1 1,-1 0,-1 0,2 2,-8-9,0-1,0 0,1 1,-1-1,0 0,0 1,0-1,0 1,1-1,-1 1,0-1,0 1,0-1,0 0,0 1,0-1,0 1,0-1,0 1,0-1,-1 1,1-1,0 0,0 1,0-1,0 1,-1-1,1 0,0 1,0-1,-1 0,1 1,0-1,-1 0,1 1,0-1,-1 0,1 0,0 1,-1-1,1 0,-1 0,1 0,-1 1,1-1,0 0,-1 0,1 0,-1 0,1 0,-1 0,1 0,-1 0,1 0,0 0,-1 0,0 0,-32-3,28 2,-3-1,1 0,0 1,0 0,-1 0,1 0,-1 1,1 0,0 1,-1 0,1 0,0 0,-1 1,1 0,0 1,0 0,1 0,-1 0,0 0,1 1,0 1,0-1,0 1,1 0,-1 0,1 0,0 1,1 0,-1 0,1 0,-2 5,2-2,2 0,-1 0,1 0,0 1,1-1,0 1,1-1,0 0,0 1,2 4,-2-10,1-1,-1 1,1-1,0 1,0-1,0 0,1 1,-1-1,1 0,0 0,0 0,0 0,0 0,0-1,1 1,-1-1,1 1,0-1,0 0,-1 0,2 0,-1 0,0-1,0 1,0-1,1 0,-1 0,0 0,2 0,1 0,0-1,0 0,0 0,0 0,0-1,0 0,0 0,0-1,0 1,-1-1,1-1,-1 1,1-1,-1 0,0 0,0 0,0-1,0 0,-1 0,1 0,-1 0,0-1,2-3,6-7,-1-1,-1 0,0-1,-1 0,0-1,3-14,2-11,-10 100,-3-46,0 1,1-1,0 0,0 0,1 0,1-1,0 1,0-1,1 1,1-1,-1-1,2 1,-1-1,1 0,0-1,1 1,0-1,1-1,-1 0,1 0,1-1,-1 0,8 4,-12-9,-1-1,1 1,-1-1,1 0,-1 0,1 0,-1 0,1-1,-1 0,1 0,-1 0,1 0,-1-1,0 0,0 1,0-2,0 1,0 0,0-1,-1 0,1 0,-1 0,0 0,63-87,-46 37,-1 0,-3-1,-2 0,-3-1,-2-1,-3 0,-1-24,8-148,-11-44,-3 231,-3 32,-1 28,-10 106,5 1,5 29,4-124,-1 28,-2 20,4 0,3 0,3 0,6 15,30 23,-40-113,0 0,0 0,1 0,-1-1,1 1,0-1,0 1,1-1,-1 0,0 0,1-1,0 1,0-1,0 1,0-1,0 0,0-1,0 1,1-1,-1 0,1 0,-1 0,1 0,-1-1,4 0,-2-3,1 1,-1-2,0 1,0-1,-1 0,1 0,-1 0,0-1,0 0,0 0,-1 0,1-1,-1 1,-1-1,1 0,-1 0,0 0,0-1,-1 1,0-1,0 0,1-6,29-79,-32 91,1 1,-1 0,1-1,-1 1,1-1,-1 1,1 0,-1-1,1 1,-1 0,1-1,-1 1,1 0,0 0,-1 0,1-1,-1 1,1 0,0 0,-1 0,1 0,0 0,-1 0,1 0,-1 0,1 1,0-1,-1 0,1 0,-1 0,1 1,-1-1,1 0,0 1,-1-1,1 0,-1 1,0-1,1 1,-1-1,1 1,-1-1,0 1,1-1,-1 1,0-1,1 1,-1-1,0 1,0 0,0-1,1 1,-1-1,0 1,0 0,0-1,0 1,0 0,0-1,0 1,0-1,-1 1,1 0,0-1,0 1,0-1,-1 1,1-1,0 1,-1 0,14 82,-12-65,1-1,0 1,1-1,1 0,1 0,1 0,0 0,1-1,0 0,1-1,7 9,-12-20,-1-1,1 1,1-1,-1 0,0 0,1 0,0 0,-1-1,1 1,0-1,0 0,1 0,-1 0,0-1,1 0,-1 0,0 0,1 0,0 0,-1-1,1 0,-1 0,1 0,-1-1,1 1,4-2,16-9</inkml:trace>
  <inkml:trace contextRef="#ctx0" brushRef="#br0" timeOffset="2528.405">2821 670,'-11'7,"-4"0,0-9,-1-7,2-3</inkml:trace>
  <inkml:trace contextRef="#ctx0" brushRef="#br0" timeOffset="2707.886">2126 349,'-2'12,"5"5,15 3,17-3,17-8,17-11,15-11,12-6,5-2,-1 2,-5 12,-13 16,-20 6</inkml:trace>
  <inkml:trace contextRef="#ctx0" brushRef="#br0" timeOffset="3042.086">3062 1151,'1'4,"0"0,0 0,0 0,1 0,0-1,0 1,0 0,0-1,1 0,-1 1,1-1,0 0,0 0,0 0,0-1,0 1,1-1,-1 0,1 0,0 0,-1 0,1 0,0-1,0 0,0 0,0 0,0 0,0-1,1 1,-1-1,0 0,0 0,0-1,0 1,0-1,0 0,1 0,-2 0,1-1,0 0,0 1,0-1,2-2,4-5,0 1,0-1,-1-1,0 0,-1 0,0-1,0 0,-2 0,1-1,-1 0,-1 0,0 0,-1-1,0 1,-1-1,0 0,-1 0,-1 0,0-1,-1-3,1 11,-1-1,0 1,-1 0,0 0,0 0,0 0,-1 0,0 0,0 1,0-1,0 0,-1 1,0 0,-1-1,1 1,-1 1,0-1,0 0,0 1,-1 0,1 0,-1 0,0 1,0-1,-1 1,1 0,-1 1,1 0,-1-1,0 2,0-1,0 1,0 0,0 0,0 0,0 1,0 0,0 0,-3 1,2 0,0 1,0-1,0 1,0 1,0-1,1 1,-1 1,1-1,0 1,0 0,0 0,0 1,1 0,-1 0,1 0,1 1,-1-1,1 1,0 0,0 1,1-1,0 0,0 1,0 0,1 0,-2 6,1-2,1 1,-1-1,2 1,0 0,0-1,1 1,0 0,1-1,1 1,0 0,0-1,1 0,1 1,0-1,0 0,4 5,-3-7,1-1,1 0,0 0,0-1,0 0,1 0,0 0,0-1,1 0,-1-1,1 0,0 0,1-1,-1 0,1-1,0 0,0 0,0-1,4 0,17 2,0-1,0-2,1 0,-1-3,24-3,121-29,-103 14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36.3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11,'7'-4,"2"-2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33.8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216 628,'0'18,"0"20,0 19,0 19,2 16,1 13,2 7,0 5,0-2,-4-6,-2-23</inkml:trace>
  <inkml:trace contextRef="#ctx0" brushRef="#br0" timeOffset="313.414">1 1042,'0'-12,"-1"-1,2 0,0 0,0 1,1-1,1 1,0-1,1 1,0 0,1 0,0 1,1-1,0 1,0 0,2 1,-1 0,1 0,1 0,0 1,0 0,1 1,0 0,0 1,1 0,0 0,0 1,0 1,1 0,0 0,0 1,0 1,1 0,-1 0,1 2,-3 0,0 2,0-1,0 2,0-1,0 1,-1 1,1 0,-1 0,1 1,-1 0,0 0,0 1,-1 0,4 4,-7-6,0 1,0 0,-1 0,0 1,0-1,0 1,0 0,-1 0,0 0,0 0,0 1,-1-1,1 1,-1 0,-1 0,1-1,-1 1,0 0,0 0,-1 0,0 1,0-1,0 0,-1 2,-1 0,0 1,-1-1,0 1,0-1,-1 0,0 0,0 0,-1-1,0 1,-1-1,1 0,-1-1,0 1,-1-1,0-1,0 1,-6 3,-2 1,-1-1,0-1,0 0,-1-1,0 0,0-2,-1 0,-4 0,13-2,0-1,0-1,0 0,0 0,0 0,0-1,0-1,0 1,-1-1,1-1,1 0,-4-1,11 3,0 0,0-1,0 1,0 0,0-1,0 1,0-1,0 1,0-1,0 1,0-1,1 0,-1 1,0-1,0 0,1 0,-1 1,0-1,1 0,-1 0,1 0,-1 0,1 0,-1 0,1 0,0 0,0 0,-1 0,1 0,0 0,0 0,0 0,0 0,0-1,0 1,0 0,1 0,-1 0,0 0,1 0,-1 0,33-32,-5 16</inkml:trace>
  <inkml:trace contextRef="#ctx0" brushRef="#br0" timeOffset="1369.924">737 935,'8'-2,"-3"1,0 0,-1 0,1 0,0-1,-1 1,1-1,-1-1,0 1,0 0,0-1,0 0,0 0,0 0,2-3,-6 4,0 0,-1 1,1-1,0 1,-1-1,1 1,-1-1,1 1,-1 0,0-1,0 1,0 0,0-1,0 1,0 0,0 0,0 0,0 0,0 0,0 0,-1 0,1 0,-1 0,1 1,0-1,-1 0,1 1,-1 0,1-1,-1 1,1 0,-1-1,0 1,1 0,-1 0,-1 1,-10-4,0 1,0 0,-1 1,1 1,-1 0,1 1,-1 0,1 1,0 1,0 0,-5 2,13-3,-1-1,1 1,0 1,0-1,0 1,0 0,0 0,1 0,-1 1,1-1,0 1,0 0,0 1,1-1,-1 1,1-1,0 1,1 0,-1 0,1 0,0 1,0-1,0 0,1 1,0-1,0 1,0 0,1 1,1-3,-1 1,1 0,1 0,-1-1,1 1,0-1,0 1,0-1,0 0,1 0,0 0,-1 0,2 0,-1 0,0-1,1 0,-1 1,1-1,0-1,0 1,1 0,-1-1,0 0,1 0,-1 0,1-1,0 0,-1 0,1 0,0 0,0-1,0 1,-1-1,1-1,0 1,0 0,0-1,0 0,-1-1,1 1,4-2,3-1,0-1,0 0,-1 0,1-2,-1 1,-1-1,1-1,-1 0,0 0,-1-1,0 0,0 0,-1-1,-1-1,1 1,-2-1,1 0,-2-1,1 0,-1 0,-1 0,-1 0,1 0,-2-1,0 0,0 1,-1-1,-1 0,0 0,-1 0,0-1,-4 0,1 19,0 25,2-13,1 0,1 0,0 0,1 0,1 0,1 0,0-1,1 1,1-1,1 0,0 0,1 0,1-1,3 5,-9-17,1 1,0-1,0 0,0 0,0 0,0 0,1 0,0-1,-1 1,1-1,0 0,0 0,0-1,0 1,0-1,0 0,1 0,-1 0,0 0,1-1,-1 0,0 0,1 0,-1 0,1-1,-1 0,0 1,0-2,1 1,-1 0,0-1,0 0,0 0,-1 0,1 0,1-2,6-6,-1 0,0-1,-1-1,0 0,-1 0,0 0,-1-1,0 0,-1-1,0 1,-1-1,-1 0,0-1,-1 1,-1-1,0-5,9-26,-8 77,-3-21,11 120,-10-125,1 0,0 0,0 0,0-1,0 1,1-1,-1 1,1-1,1 0,-1 0,0 0,1 0,0-1,0 1,0-1,0 0,1 0,-1 0,1-1,0 0,-1 0,1 0,5 1,-4-1,0-1,0 0,0-1,0 1,0-1,0 0,0 0,0-1,1 0,-2 0,1 0,0-1,0 0,0 0,-1 0,1-1,-1 0,0 0,1 0,-2-1,1 0,0 0,-1 0,1 0,-1-1,-1 1,1-1,0-1,5-7,-1-1,0 0,-1 0,-1-1,0 1,-1-2,0 1,-1 0,-1-1,0-5,3-20,-4 62,1 1,1-1,1 0,1-1,1 1,9 18,-12-32,-1 0,1 0,1 0,-1-1,1 0,0 0,0 0,1-1,0 0,0 0,0 0,0 0,1-1,0 0,0-1,0 0,0 0,0 0,1-1,-1 0,2 0,-2-1,1 0,0-1,0 0,0 0,0-1,-1 0,1 0,0-1,0 0,-1 0,0-1,1 0,-1 0,0-1,0 1,-1-2,1 1,-1-1,0 0,0 0,2-3,6-7,-2 0,1 0,-2-1,0-1,-1 0,-1 0,0-1,0-3,9-34,-3-1,-2 0,-2-1,-3 0,-2-1,-3 1,-2-23,0 7,-4 0,-2 0,-10-41,7 83,2 27,-4 83,1 75,7 0,17 146,-13-273,1 1,2-1,0 0,2 0,1-1,1 0,1 0,1-1,13 21,23 3,-46-48,1 0,-1 0,1 0,-1 0,1 0,0 0,0-1,-1 1,1 0,0-1,0 1,0-1,0 0,0 0,0 0,0 0,0 0,-1 0,1 0,0-1,0 1,0-1,0 1,0-1,-1 0,1 1,0-1,-1 0,1 0,0 0,0-1,13-16</inkml:trace>
  <inkml:trace contextRef="#ctx0" brushRef="#br0" timeOffset="1620.293">1619 334,'18'11,"20"7,19-1,16 0,12-3,6-5,5 0,-3-1,-9 4,-11 4,-18-1</inkml:trace>
  <inkml:trace contextRef="#ctx0" brushRef="#br0" timeOffset="1886.204">2448 761,'-2'12,"-1"7,0 0,1 0,1 0,1 0,0 0,2 1,2 12,-3-29,-1-1,1 1,0-1,0 1,0-1,0 0,0 1,0-1,0 0,1 0,-1 0,1 0,0 0,-1 0,1-1,0 1,0 0,0-1,0 0,1 1,-1-1,0 0,0 0,1 0,-1 0,1-1,-1 1,1-1,-1 1,1-1,-1 0,1 0,-1 0,1 0,-1-1,1 1,-1-1,1 1,-1-1,0 0,1 0,-1 0,0 0,1 0,-1-1,7-4,0-1,-1 0,0-1,0 1,-1-1,0-1,0 1,-1-1,0-1,-1 1,0-1,0 0,-1 0,0 0,-1-1,0 1,-1-1,0 0,0 0,-2 0,1 1,-2-12,1 13,-1 1,0 0,-1 0,0-1,0 1,-1 0,0 0,0 1,-1-1,0 1,0 0,-1 0,0 0,-5-6,7 10,0 0,-1 0,1 0,-1 0,0 1,0-1,0 1,0 0,0 0,0 0,-1 1,1-1,-1 1,1 0,-1 1,1-1,-1 1,1 0,-1 0,0 0,1 0,-1 1,1 0,-1 0,1 0,0 1,-3 0,-5 5,1 0,1 0,0 1,0 0,0 1,1 0,0 0,1 1,0 0,1 1,0 0,0 0,1 0,1 1,0 0,1 0,0 0,0 1,1-1,0 8,1-13,1 0,-1 1,1-1,1 0,-1 1,1-1,1 1,-1-1,1 0,1 0,-1 1,1-1,0 0,1 0,0 0,0-1,0 1,1-1,0 1,0-1,1-1,-1 1,1 0,0-1,1 0,0 0,-1-1,1 0,1 0,-1 0,1-1,-1 0,1 0,0 0,0-1,2 0,-1-1,-1 0,1-1,0 0,-1 0,1-1,-1 0,1 0,-1-1,1 0,-1 0,0-1,0 0,0 0,0-1,0 0,-1 0,0 0,0-1,0 0,0 0,-1 0,0-1,3-4,23-28</inkml:trace>
  <inkml:trace contextRef="#ctx0" brushRef="#br0" timeOffset="2230.918">2689 173,'-8'-4,"-1"0,0 0,0 1,-1 0,1 0,-1 1,1 0,-1 1,0 0,1 1,-1 0,0 0,1 1,-1 0,0 1,1 0,-1 1,1 0,0 0,0 1,0 0,0 0,1 1,0 0,0 1,-5 4,-1 0,1 1,0 1,1 0,0 1,1 0,0 0,1 1,1 1,0 0,1 0,0 0,-1 7,8-19,0 0,0 1,0-1,0 0,0 0,1 1,-1-1,1 0,0 1,0-1,0 1,0-1,1 0,0 1,-1-1,1 0,0 0,1 0,-1 0,0 1,1-2,0 1,0 0,0 0,0 0,0-1,0 1,1-1,-1 0,2 1,9 4,0 0,1-1,0 0,0-1,0-1,1 0,14 1,29 9,-42-9,1 0,-1 1,0 1,0 1,-1 1,0 0,0 0,-1 2,-1 0,1 0,-2 1,0 1,0 0,-1 1,-1 0,0 0,-1 1,0 2,97 281,-104-294,0 0,1 0,-1-1,0 1,1 0,0-1,0 0,0 0,0 0,1 0,-1 0,1-1,0 1,-1-1,1 0,0 0,0 0,1-1,-1 1,0-1,0 0,1 0,-1-1,1 1,-1-1,0 0,1 0,-1-1,1 1,1-2,73-40,-43 14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32.4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188 184,'-37'83,"-4"-1,-36 51,45-69,32-62,1-1,0 0,0 1,0-1,-1 1,1-1,1 0,-1 0,0 1,0-1,0 0,0 0,1 0,-1-1,1 1,-1 0,0 0,1-1,0 1,-1-1,1 1,-1-1,1 1,-1-1,1 0,0 0,-1 0,1 0,0 0,-1 0,1-1,-1 1,1 0,0-1,-1 1,1-1,-1 0,0 0,1 1,0-2,1 2,82-19,118-16,-185 33,-1 1,0 1,1 0,-1 2,1 0,-1 1,0 0,0 1,-1 1,1 1,7 4,-18-7,15 7,-19-25,-39-68,-4 3,-21-27,37 63,-3 1,-1 2,-3 0,0 2,-6-2,15 24,23 17,-1 0,1 0,0-1,0 1,-1 0,1 0,0 0,-1 0,1-1,0 1,-1 0,1 0,0 0,-1 0,1 0,0 0,-1 0,1 0,0 0,-1 0,1 0,-1 0,1 0,0 0,-1 0,1 0,0 0,-1 0,1 1,0-1,-1 0,1 0,0 0,0 0,-1 1,1-1,0 0,0 0,-1 1,1-1,0 0,0 1,0-1,-1 0,1 1,0-1,0 0,0 1,0-1,0 0,0 1,0-1,0 0,0 1,0-1,0 0,0 1,0-1,0 0,0 1,0-1,0 1,0-1,0 0,0 0,1 1,-1-1,2 7,0 0,1 0,0 0,0-1,1 0,0 1,0-1,0 0,1-1,-1 1,1-1,4 2,18 20</inkml:trace>
  <inkml:trace contextRef="#ctx0" brushRef="#br0" timeOffset="679.911">763 117,'7'-3,"0"0,0 1,0-1,0 1,0 1,1-1,-1 1,0 1,1-1,-1 1,1 1,-1-1,1 1,-1 1,0-1,0 1,1 1,-1-1,-1 1,1 0,0 1,-1-1,1 1,-1 1,0-1,-1 1,1 0,0 1,3 10,-1 1,-1-1,0 1,-1 0,-1 1,-1 0,0-1,-1 1,-1 0,-1 1,-1-1,0 0,-1 0,-1 0,-1 0,-2 8,0 18,5-43,0 35,0-35,0-1,0 1,0-1,0 1,1 0,-1-1,0 1,0-1,0 1,0-1,1 1,-1-1,0 1,0-1,1 1,-1-1,0 1,1-1,-1 1,1-1,-1 0,1 1,-1-1,1 0,-1 1,1-1,-1 0,1 0,-1 1,1-1,-1 0,1 0,-1 0,1 0,0 0,-1 0,1 0,-1 0,1 0,-1 0,1 0,0 0,-1 0,1 0,-1 0,1-1,-1 1,1 0,-1 0,1-1,-1 1,1 0,-1-1,1 1,9-8,-1 0,0 0,0-1,0 0,-1-1,-1 0,0 0,0 0,0-3,3-2,22-40,-3-1,-2-2,-2 0,11-45,-32 94,-5 22,1-13,-12 81,-6 109,18-176,1 0,0 0,2 0,-1-1,1 1,1-1,1 0,0 0,0 0,1 0,1-1,5 8,-7-14,0 0,1 0,0 0,0 0,0-1,1 0,-1 0,1-1,0 0,1 0,-1 0,1-1,-1 0,1-1,6 2,-10-3,0-1,1 1,-1-1,0 1,1-1,-1 0,1-1,-1 1,0-1,1 0,-1 0,0 0,0 0,0-1,0 0,0 0,0 0,0 0,0-1,-1 1,1-1,-1 0,0 0,0 0,0-1,0 1,-1-1,1 1,0-3,0 2,-1 0,0-1,-1 1,1 0,-1-1,0 1,0-1,0 1,0-1,-1 1,0-1,0 1,0-1,0 0,-1 1,0-1,0 1,0-1,-1 1,1 0,-1-1,0 1,0 0,-1 0,1 0,-1 1,0-1,0 0,0 1,0 0,-1-1,-10-8,0 0,-1 1,0 0,-1 1,0 1,-1 1,-4-2,-32-10,-1 1,-1 4,-1 1,-31-2,106 13,165 2,83-14,-42-12,-134 14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30.9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219 184,'-10'47,"-2"1,-2-1,-2-1,-2-1,-2 0,-2-2,-13 19,-37 67,74-109,23-26,6-6,-1 1,2 2,-1 1,1 1,0 2,1 1,-1 1,1 2,-1 1,1 2,-1 1,22 6,106 42,-158-51,0 0,-1-1,1 1,0-1,0 1,0-1,0 0,-1 1,1-1,0 0,-1 0,1 0,0-1,-1 1,1 0,-1-1,0 1,0-1,1 1,-1-1,0 1,0-1,0 0,-1 1,1-1,0 0,-1 0,1 0,-1 0,1 0,-1 0,0 0,0 1,0-1,0 0,0 0,0 0,-1 0,1 0,-1 0,1 0,-1 0,0 1,1-1,-1 0,-1-1,-7-26,-1 0,-2 0,0 1,-2 1,-1 0,-2 1,-16-21,9 14,-1 0,-2 2,-1 1,-1 2,-2 1,-21-15,13 25,55 49,11-6,3 0</inkml:trace>
  <inkml:trace contextRef="#ctx0" brushRef="#br0" timeOffset="620.919">821 90,'-2'20,"2"0,0 1,1-1,2 0,0 1,1-1,1-1,0 1,2-1,0 0,1 0,1-1,1 0,8 12,-14-25,-1 1,1 0,0-1,0 0,0 0,1 0,0 0,0-1,0 0,1 0,-1 0,1-1,0 1,0-2,0 1,0 0,0-1,1 0,-1-1,1 0,-1 0,1 0,0 0,-1-1,1 0,0-1,-1 0,5 0,1-6,0 0,-1-1,0 0,0-1,-1 0,0 0,0-1,-1-1,-1 1,0-2,0 1,-1-1,-1 0,0 0,0-1,-1 0,0-3,4-6,-1-1,-1-1,-1 1,-1-1,-1 0,-1 0,-1 0,-1-1,-2-13,-7 10,7 28,1 0,0-1,0 1,-1 0,1-1,0 1,0 0,-1-1,1 1,0 0,-1 0,1-1,0 1,-1 0,1 0,-1 0,1 0,0 0,-1-1,1 1,-1 0,1 0,0 0,-1 0,1 0,-1 0,1 0,-1 0,1 0,0 1,-1-1,1 0,-1 0,1 0,0 0,-1 0,1 1,0-1,-1 0,1 0,0 1,-1-1,1 0,0 1,0-1,-1 0,1 1,0-1,0 0,-1 1,1-1,0 0,0 1,0-1,0 1,0-1,0 1,0-1,0 0,0 1,0-1,0 1,-5 11,0 1,1 0,1 1,0-1,1 1,0-1,1 1,1 12,-1-8,2 83,5 0,3-1,5 0,5 1,11 85,-26-162,-2-14,0 1,-1-1,0 0,-1 0,0 0,0 1,-1-1,-1 6,2-14,-1-1,1 0,0 0,0 0,-1 0,1 0,0 0,-1 0,1 0,-1 0,0 0,1 0,-1 0,0 0,1-1,-1 1,0 0,0 0,0-1,0 1,0 0,0-1,0 1,0-1,0 1,0-1,0 0,0 1,0-1,0 0,0 0,0 0,0 0,0 0,-1 0,1 0,0 0,0 0,0-1,0 1,0 0,-1-1,-41-28,19 2,1-2,2 0,0-1,2-1,2-1,0 0,-4-18,19 45,-2-1,0-1,0 0,1 0,0-1,1 1,-1-1,1 1,1-1,-1 0,2 0,-1 1,1-1,0 0,0 0,1 0,0 0,1 1,-1-1,1 0,1 1,0 0,2-5,4 4,0 1,0 1,1 0,0 0,0 1,0 0,1 0,-1 1,1 1,0 0,0 0,1 2,4-1,-2-2,564-85,-471 77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30.0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 14,'0'-2,"0"-3,0-1</inkml:trace>
  <inkml:trace contextRef="#ctx0" brushRef="#br0" timeOffset="418.67">1 148,'46'-8,"1"2,0 2,0 2,0 3,0 1,38 8,39 0,111-1,1-11,0-10,50-16,-37-8,-38 4,34 7,-216 24,-88 1,21-3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59.3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1,'-2'9,"1"3,6-1,1-1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59.6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5 384,'-3'-29,"2"0,1 0,1 0,2 0,0 0,2 1,2 0,0 0,2 0,1 1,11-23,-5 29,-4 38,-4 164,32 148,-36-304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59.9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80 1,'12'15,"10"18,10 16,7 11,4 9,-1 9,-8 9,-12 11,-21 13,-28 17,-40 22,-47 20,-4-17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00.4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1,'-11'25,"-7"28,1 29,2 27,9 25,15 14,21 5,26-5,29-17,27-21,-6-30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58.7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1 374,'13'-93,"-4"-1,-3-93,-4 276,4-1,4-1,19 76,-20-130,0-9</inkml:trace>
  <inkml:trace contextRef="#ctx0" brushRef="#br0" timeOffset="343.509">228 268,'-1'9,"1"0,-1-1,2 1,-1 0,1-1,1 1,0 0,0-1,0 1,1-1,0 0,1 0,0 0,0-1,1 1,0-1,0 0,0 0,1-1,0 1,1-1,5 4,-9-9,0 0,1 0,-1 0,1-1,-1 1,1-1,0 0,-1 0,1 0,-1-1,1 1,-1-1,1 1,-1-1,1 0,-1-1,0 1,1-1,-1 1,0-1,0 0,0 0,0 0,-1-1,1 1,0-1,-1 1,0-1,1 0,4-6,0 0,-1-1,0 0,0 0,-1 0,0 0,-1-1,2-7,-2 4,-1 0,0 0,-1 0,0 0,-2 0,1-1,-2 1,-1-6,2 14,-1-1,0 1,-1 0,1 0,-1 0,-1 0,1 0,-1 1,0-1,0 1,0-1,-1 1,0 0,0 1,0-1,-1 1,0-1,1 1,-1 1,-2-2,5 4,-1 0,1 0,0 0,-1 0,1 0,-1 0,1 1,-1-1,0 1,1 0,-1 0,1-1,-1 2,0-1,1 0,-1 1,1-1,-1 1,0 0,1 0,0 0,-1 0,1 0,0 0,-1 1,1-1,0 1,0-1,0 1,-1 1,-44 68,43-61,0 1,0 0,1 0,0 0,1 0,0 0,1 0,0 1,1-1,0 0,1 1,0-1,0 0,2 1,-1-1,2 2,12 19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30.4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0 244,'1'-9,"1"0,0 0,0 1,1-1,0 0,1 1,0 0,0 0,5-8,1 0,66-116,-76 132,1 0,-1 1,0-1,0 0,1 1,-1-1,0 0,0 0,1 1,-1-1,0 0,1 0,-1 0,0 1,1-1,-1 0,0 0,1 0,-1 0,1 0,-1 0,0 0,1 0,-1 0,0 0,1 0,-1 0,1 0,-1 0,0 0,1 0,-1 0,0 0,1-1,-1 1,0 0,1 0,-1 0,0-1,1 1,-1 0,0 0,0-1,1 1,-1 0,0-1,0 1,0 0,1-1,-1 1,0 0,0-1,0 1,-2 37,2-36,-19 122,-4 76,23-182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31.2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53,'16'-11,"-3"4,1 1,0 0,0 1,0 0,0 1,1 1,0 0,6 1,-20 2,0 0,1 0,-1 0,1 0,-1 0,0 0,1 1,-1-1,0 1,1-1,-1 1,0-1,0 1,1 0,-1 0,0-1,0 1,0 0,0 0,0 0,0 0,0 0,0 1,-1-1,1 0,0 0,-1 0,1 1,-1-1,1 0,-1 1,0-1,1 1,-1-1,0 0,0 1,0-1,0 0,0 1,0-1,0 1,-1 0,-15 59,-1-26,-1-1,-2-1,-24 29,10-12,32-48,1-1,0 0,0-1,1 1,-1 0,0-1,0 1,1 0,-1 0,0 0,1 0,-1-1,1 1,-1 0,1 0,-1 0,1 0,0 0,0 0,-1 1,1-1,0 0,0 0,0 0,0 0,0 0,0 0,0 0,1 0,-1 0,0 0,1 0,-1 0,0 0,1 0,-1 0,1 0,0 0,-1 0,1 0,0-1,-1 1,2 1,5-1,0-1,0 1,0-1,0 0,0 0,1-1,-1 0,0 0,-1-1,1 0,5-2,-1 1,229-72,-210 67,-9 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32.1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61,'28'-12,"0"1,1 1,1 2,-1 1,1 1,16 0,-44 6,-1-1,1 1,0 0,0 0,0 1,0-1,0 0,0 1,0-1,0 1,0-1,-1 1,1 0,0 0,-1 0,1 0,0 0,-1 0,1 1,-1-1,1 0,-1 1,0-1,0 1,0-1,0 1,0 0,0 0,0-1,0 1,-1 0,1 0,-1 0,1 0,-1-1,0 1,1 0,-1 0,0 0,0 0,-1 0,1 0,0 0,-1 0,1 0,-1 0,-3 10,0 0,-1 0,0 0,-1-1,0 0,-1 0,0-1,0 1,-1-2,-4 4,-15 22,26-35,0 0,0 1,1-1,-1 1,0-1,0 1,1-1,-1 1,0 0,1-1,-1 1,0 0,1-1,-1 1,1 0,0 0,-1 0,1 0,0-1,-1 1,1 0,0 0,0 0,0 0,-1 0,1 0,0 0,0-1,1 1,-1 0,0 0,0 0,0 0,1 0,-1 0,0 0,1-1,-1 1,0 0,1 0,-1 0,1-1,0 1,-1 0,1-1,0 1,-1-1,1 1,0 0,-1-1,1 1,0-1,0 0,0 1,0-1,-1 0,1 0,0 1,0-1,1 0,124-11,-96 8,-8 0,0 1,0 0,0 2,1 1,-1 0,2 2,-22-3,-1 0,1 0,-1 0,1 1,0-1,-1 0,1 1,-1-1,1 1,-1-1,1 1,-1 0,0 0,1 0,-1 0,0 0,1 0,-1 0,0 0,0 0,0 0,0 1,0-1,0 0,-1 1,1-1,0 1,-1-1,1 1,-1-1,1 1,-1-1,0 1,0-1,1 1,-1 0,0-1,0 1,-1-1,1 1,0-1,-1 1,1 0,-6 8,-1 1,-1-1,1 0,-1 0,-1-1,0 0,0-1,-1 0,0 0,-1-1,1 0,-8 2,10-3,-164 96,148-93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32.7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110 1,'-15'22,"2"1,0 1,1 0,1 0,2 1,0 1,2 0,0 0,2 0,1 1,1-1,2 1,0 0,3 17,-2-42,0 0,1 0,-1 0,1 0,-1-1,1 1,0 0,-1 0,1 0,0-1,0 1,0 0,1-1,-1 1,0-1,1 1,-1-1,0 0,1 1,0-1,-1 0,1 0,0 0,-1 0,1-1,0 1,0 0,0-1,0 1,0-1,0 0,0 0,0 1,1-1,74-9,-66 6,87-20,-54 11</inkml:trace>
  <inkml:trace contextRef="#ctx0" brushRef="#br0" timeOffset="245.857">365 214,'-7'18,"-2"22,0 23,2 23,2 21,0 19,-7 14,0-16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51.3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9:03.4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699 1561,'-14'-9,"-4"-4</inkml:trace>
  <inkml:trace contextRef="#ctx0" brushRef="#br0" timeOffset="918.087">244 879,'2'-45,"1"1,3 1,1-1,2 1,2 0,2 1,2-1,-3 12,1 0,2 1,1 1,1 0,1 2,1 0,2 1,1 1,1 0,1 2,0 1,2 1,1 1,0 2,2 0,0 2,0 1,2 2,7-2,40-5,1 3,0 4,1 3,0 4,1 3,18 5,14-6,0 6,1 5,-1 4,-1 6,-1 4,0 5,-2 5,13 10,-93-31,-1 2,-1 1,0 1,-1 1,-1 1,0 2,-1 0,-1 1,-1 2,0 0,-2 2,-1 0,0 1,-2 0,-1 2,9 18,-15-16,-1-1,-1 1,-1 1,-2-1,-1 1,-1 0,-1 0,-2 0,0 1,-3-1,0 0,-2-1,-1 1,-1-1,-1 0,-2 0,-6 10,-12 25,-4-1,-2-2,-3-1,-2-2,-3-2,-40 41,1-8,-5-5,-2-3,-4-4,-4-4,-2-4,-3-5,-3-4,-16 2,65-34,-2-2,-1-2,0-3,-2-3,0-2,-1-3,0-3,0-2,-61-2,89-8,1-2,1-1,-1-2,1-1,0-1,1-2,0-1,1-1,1-2,0-1,1 0,1-3,0 0,2-1,0-1,2-2,0 0,2-1,-4-9,-56-79,6-4,-24-56,78 141,2-2,2 0,1-1,1 0,3-1,0-1,3 0,1 0,1-1,2 1,2-1,2 0,1 0,4-22,3 33,1 0,2 1,1 1,0 0,2 1,1 0,1 1,0 0,2 2,1 0,0 1,2 1,0 1,1 0,1 2,15-8,-10 6,0 1,1 2,0 0,2 2,-1 2,2 1,-1 1,24-3,2 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07.9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537 72,'1'-1,"1"0,-1-1,0 1,0 0,0-1,0 1,0 0,0-1,-1 0,1 1,0-1,-1 1,1-1,-1 0,0 1,0-1,1 0,-1 1,0-1,0 0,0 0,-1 1,1-1,0 0,-1 1,1-1,-1 1,1-1,-1 0,0 1,0-1,0 1,0-1,0 1,0 0,0 0,0-1,0 1,-1 0,1 0,0 0,-1 0,1 0,-1 0,1 1,-1-1,1 0,-2 1,-24-3,0 1,0 2,1 1,-26 4,36-3,0 1,0 0,1 1,0 1,-1 0,2 1,-1 0,1 2,0 0,0 0,1 1,0 1,1 0,0 1,0 0,1 1,1 0,0 0,1 1,0 1,1 0,0 1,-4 7,2 0,0 1,2 1,0 0,2 0,0 0,2 0,1 1,1 0,1 0,1 0,2 17,0-33,0 1,0-1,1 0,1 0,-1 0,1-1,1 1,0-1,0 0,0 0,1-1,0 1,1-1,0-1,0 1,0-1,1 0,0-1,0 0,7 4,4 0,0 0,0-1,1-1,0-1,0-1,1-1,0 0,0-2,1 0,-1 1,0-1,0-1,0-1,1-1,-1-1,0-1,0 0,0-2,-1 0,0-1,0-2,0 0,-1-1,0 0,11-9,-16 7,-1-1,0 0,-1-1,0 0,-1-1,0 0,-1-1,-1 0,0 0,-2-1,1 0,-2-1,0 1,-1-1,-1-1,0 1,-2 0,0-1,0 0,-2 1,0-1,-1 0,-1 1,-1-1,0 1,-1 0,-1 0,-1 0,0 0,-1 1,-1 0,-1 1,0 0,0 0,-6-5,4 9,0 1,-1 0,-1 1,1 0,-1 1,-1 1,0 0,0 0,0 1,0 1,-1 1,0 0,0 1,0 0,-1 1,1 1,0 1,-1 0,1 1,-1 0,1 1,0 1,0 1,0 0,-3 2,-70 25,9 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14.9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28 188,'-3'-3,"2"0,4 1,5-3,8 0,6 2,7 0,2 1,0 1,0 0,0 1,-5 0,-5 1</inkml:trace>
  <inkml:trace contextRef="#ctx0" brushRef="#br0" timeOffset="272.393">0 335,'7'5,"9"1,9-1,6-2,6-5,2-4,2-1,1-2,-2 1,-4 1,-8 3</inkml:trace>
  <inkml:trace contextRef="#ctx0" brushRef="#br0" timeOffset="536.824">415 41,'9'4,"7"5,9 4,6 7,5 5,3 5,4 4,1 3,1 3,-4 0,-1-1,-6-6,-5-5,-7-6,-6-7</inkml:trace>
  <inkml:trace contextRef="#ctx0" brushRef="#br0" timeOffset="720.329">736 1,'-5'22,"-3"24,-5 20,-8 15,-6 9,-6 3,-2-3,3-7,7-19</inkml:trace>
  <inkml:trace contextRef="#ctx0" brushRef="#br0" timeOffset="1312.187">1016 282,'0'304,"6"-254,-6-48,0-1,1 0,-1 0,1 0,-1 0,1 0,0 0,-1 0,1 0,0-1,0 1,-1 0,1 0,0-1,0 1,0 0,0-1,0 1,0-1,0 1,0-1,0 1,0-1,0 0,1 0,-1 1,0-1,0 0,0 0,0 0,0 0,0 0,1-1,-1 1,0 0,0 0,0-1,0 1,0-1,0 1,0-1,1 0,109-72,-67 38,42-18,-67 45</inkml:trace>
  <inkml:trace contextRef="#ctx0" brushRef="#br0" timeOffset="1564.52">1297 389,'-12'-14,"-3"0,1 12,5 20,6 24,4 27,1 21,1 16,0 12,-1-13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12.9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0 227,'9'-2,"13"-3,8-1,9-1,7-3,2 2,-3 1,-6 2,-9 4,-11 7,-8 3</inkml:trace>
  <inkml:trace contextRef="#ctx0" brushRef="#br0" timeOffset="188.756">80 401,'14'5,"11"1,10 0,9-4,6-6,1-8,-2-7,-8-2</inkml:trace>
  <inkml:trace contextRef="#ctx0" brushRef="#br0" timeOffset="404.877">495 27,'9'9,"10"8,10 3,8 0,4 2,2 1,-2 1,-3 2,-6 0,-6-1,-5-1,-7-5</inkml:trace>
  <inkml:trace contextRef="#ctx0" brushRef="#br0" timeOffset="608.334">775 0,'-11'21,"-6"17,-5 12,-1 9,4 3,4-2,6-6,4-11,4-12,4-11</inkml:trace>
  <inkml:trace contextRef="#ctx0" brushRef="#br0" timeOffset="1011.718">936 81,'18'-6,"72"-10,-87 18,-1 0,0-1,0 1,0 0,0 0,0 0,0 0,0 0,-1 1,1-1,-1 1,1-1,-1 1,0-1,0 1,0-1,-1 1,1 0,0 0,-1-1,0 1,0 0,0 0,0 0,0 0,0-1,-1 1,1 0,-1 0,0-1,0 1,0-1,0 1,-13 66,15-68,0 0,0 0,0 0,0 0,0 0,0 0,1-1,-1 1,0-1,0 1,1-1,-1 1,0-1,1 1,-1-1,1 0,-1 0,0 0,1 0,-1 0,1 0,-1 0,0-1,1 1,-1 0,0-1,1 1,-1-1,0 1,1-1,-1 0,0 0,0 1,0-1,0 0,0 0,9-2,-8 2,0 0,1 0,-1 1,0-1,1 1,-1 0,1-1,-1 1,1 0,-1 0,0 1,1-1,-1 0,1 1,-1 0,0-1,1 1,-1 0,0 0,0 0,0 1,0-1,0 0,0 1,0 0,0-1,0 1,-1 0,1 0,-1 0,1 0,-1 0,0 0,0 0,0 0,0 0,0 1,0-1,-1 0,1 1,-1-1,0 1,1-1,-1 10,-1-1,0 1,-1-1,0 0,0 0,-1 0,-1 0,0 0,0-1,-1 1,-1-1,1 0,-2-1,1 0,-1 0,-1 0,1 0,-1-1,-1-1,0 0,0 0,0 0,-1-1,-9 4,-13 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11.2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40,'9'0,"10"0,9 0,5 0,6-3,1 0,-1 1,-2-1,-3 2,-8 0</inkml:trace>
  <inkml:trace contextRef="#ctx0" brushRef="#br0" timeOffset="266.332">107 241,'0'13,"5"5,7 2,10-3,10-5,8-5,7-8,4-7,-2-5,-9 0</inkml:trace>
  <inkml:trace contextRef="#ctx0" brushRef="#br0" timeOffset="468.789">575 0,'-2'0,"3"3,7 2,6 5,5 3,7 5,3 5,1 3,0 5,0 3,-1 1,-4 1,-2-1,-4-4,-6-8</inkml:trace>
  <inkml:trace contextRef="#ctx0" brushRef="#br0" timeOffset="696.181">789 27,'-2'4,"-4"11,-4 12,-6 13,-4 12,-4 10,-2 3,1-2,5-6,6-10,5-13</inkml:trace>
  <inkml:trace contextRef="#ctx0" brushRef="#br0" timeOffset="1033.375">963 174,'10'-5,"-5"1,1 1,0 0,0 0,0 1,0-1,0 1,1 1,-1-1,1 1,-1 0,1 1,5-1,-10 3,1 0,-1 1,0-1,1 0,-1 1,0 0,-1-1,1 1,0 0,-1 0,0 0,1 0,-1 0,-1 0,1 0,0 1,-1-1,1 0,-1 0,0 1,0-1,0 0,-1 0,1 1,-1-1,0 0,0 0,-3 24,-1-1,-1 0,-1 0,-10 22,-11 38,28-85,-1 0,1-1,-1 1,1 0,-1 0,1 0,-1 0,1 0,0 1,-1-1,1 0,0 0,0 0,0 0,0 0,0 0,0 0,0 0,1 0,-1 0,0 0,0 1,1-1,-1 0,1 0,-1 0,1-1,-1 1,1 0,0 0,-1 0,1 0,0 0,0-1,-1 1,1 0,0-1,0 1,0-1,0 1,0-1,0 1,0-1,0 0,0 1,0-1,0 0,0 0,1 0,-1 0,9-2,0-1,0-1,0 1,0-2,-1 1,1-1,-1-1,2-1,17-10,81-43,-64 35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09.4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82,'14'-3,"9"0,7 0,3 0,3 2,2 0,0 0,-1 1,-2 0,-4 0,-6 0,-6 0</inkml:trace>
  <inkml:trace contextRef="#ctx0" brushRef="#br0" timeOffset="258.547">14 335,'6'7,"13"2,8 0,10-2,7-4,5-6,2-3,0-4,-1-2,-2-2,-3 0,-9 2</inkml:trace>
  <inkml:trace contextRef="#ctx0" brushRef="#br0" timeOffset="519.84">588 67,'5'0,"6"5,7 3,9 6,3 4,4 4,2 5,3 5,-1 1,-1 2,-1 0,-3-2,-4-2,-8-6</inkml:trace>
  <inkml:trace contextRef="#ctx0" brushRef="#br0" timeOffset="755.217">883 1,'-12'16,"-7"14,-7 16,-2 11,-1 10,0 7,0 0,3-3,3-10,6-12,6-15</inkml:trace>
  <inkml:trace contextRef="#ctx0" brushRef="#br0" timeOffset="1064.469">1123 376,'43'-242,"-38"219,-1 17,-2 19,6 475,2-410,1-11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20.3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630 117,'-2'-6,"0"0,0 0,-1 0,1 0,-1 0,-1 0,1 1,-1 0,0 0,0 0,0 0,-1 0,0 1,0 0,0 0,0 0,-1 1,0-1,1 1,-1 1,0-1,0 1,-1 0,1 0,-6 0,-2 0,0 0,1 1,-1 0,0 1,0 1,1 0,-1 1,1 1,-1 0,1 1,-12 4,4 1,0 0,1 1,0 0,1 2,0 1,1 0,0 1,2 1,-1 1,2 0,0 1,1 0,0 2,2-1,-10 19,15-25,0 1,1 0,0 0,0 1,2 0,0 0,0 0,1 0,1 0,1 1,0-1,0 1,2-1,0 1,0-1,2 0,-1 1,2-1,0 0,1-1,0 1,1-1,0 0,1 0,4 5,0-6,1 0,0 0,0-1,1-1,0 0,1-1,0 0,1-1,0-1,0 0,0-1,1-1,0 0,0-1,0-1,1-1,-1 0,1-1,-1 0,1-2,-1 0,1 0,-1-2,0 0,4-2,0-1,-1-2,0 1,-1-2,1-1,-2 0,1-1,-2-1,1-1,-2 0,0-1,0 0,-1-2,-1 1,-1-2,0 1,-1-2,-1 0,-1 0,5-14,-10 19,-2 0,0 0,0 0,-1 0,-1-1,0 1,-1 0,-1 0,0-1,0 1,-1 1,-1-1,0 0,-1 1,-1 0,1 0,-2 0,0 1,0 0,-1 0,0 1,-1 0,0 0,-1 1,0 0,0 1,-1 0,0 0,-12-5,10 5,-1 0,0 1,-1 0,0 1,0 1,0 0,0 1,-1 1,0 0,1 1,-1 1,0 0,-11 2,-10 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21.3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555 97,'-11'-9,"0"0,-1 1,1 1,-2-1,1 2,-1 0,0 0,0 1,-1 1,1 0,-1 1,0 1,0 0,0 0,0 2,0-1,0 2,-1 0,1 1,0 0,1 1,-1 1,0 0,1 1,-1 1,2-3,1 1,0 1,0 0,0 1,0 0,1 0,0 1,1 0,-1 1,2 0,-1 1,1-1,0 2,1-1,0 1,0 0,1 1,0-1,1 1,1 0,-2 6,1-2,0 0,2 0,0 0,0 0,1 1,1-1,1 1,0-1,1 1,1-1,0 0,1 1,1-1,0 0,1-1,1 1,0-1,1 0,0 0,1-1,1 0,0 0,0-1,2-1,-1 1,2-2,-1 1,1-2,1 1,0-2,4 3,4-3,0 0,0-1,0-1,1-2,0 0,0-1,0-1,1-1,-1-1,0-1,0-1,0 0,0-2,0-1,0-1,-1-1,0 0,-1-2,1 0,-2-1,1-1,-2-1,14-11,-24 16,-1 0,0 0,-1 0,0-1,0 1,0-2,-1 1,0 0,-1-1,0 0,0 0,-1-1,0 1,-1-1,0 1,0-1,-1 0,-1 1,1-1,-2 0,1 0,-1 0,-1 1,1-1,-2 1,1-1,-1 1,-1 0,-3-7,0-1,-1 1,-1 0,-1 0,0 0,-1 1,0 1,-1 0,-1 1,0 0,-1 0,0 2,-1 0,0 0,-1 2,0 0,0 1,-1 0,0 1,-1 1,0 1,-3 0,14 4,1 0,0 1,-1 0,1 0,-1 0,1 1,0 0,-1 1,1-1,0 1,0 0,0 1,0-1,1 1,-1 0,1 1,-1-1,1 1,-4 4,-15 17</inkml:trace>
  <inkml:trace contextRef="#ctx0" brushRef="#br0" timeOffset="1029.469">1491 44,'-14'-7,"1"0,-1 1,0 1,0 1,-1 0,1 0,-1 2,0 0,0 0,0 1,0 1,0 1,0 0,1 1,-1 0,0 2,1-1,-1 2,-3 2,11-4,1 0,0 0,0 1,1 0,-1 0,1 1,0-1,0 1,1 0,-1 1,1-1,0 1,0 0,1 0,0 0,0 0,0 1,1-1,0 1,0-1,1 1,-1 6,-2 15,2 0,1 0,1 0,2 0,1 1,-3-15,0-1,2 1,-1 0,2-1,0 0,1 1,0-1,1 0,0-1,1 1,0-1,1 0,1-1,-1 0,2 0,0 0,0-1,1-1,0 0,1 0,-1-1,2 0,-1 0,1-2,0 1,1-2,0 0,12 4,-10-7,0 0,-1-1,1 0,0-1,0-1,-1 0,1-1,0-1,-1 0,0-1,1-1,-2 0,1-1,-1 0,1-1,-2-1,9-5,-11 6,-1-1,1 1,-2-2,1 1,-1-1,0 0,-1-1,0 0,-1 0,0 0,0-1,-1 0,0 0,-1 0,-1-1,0 1,0-1,-1 0,0 0,-1 0,-1 0,0 0,-2-2,0 1,-1-1,0 1,-1-1,-1 1,0 1,-1-1,0 1,-1 0,0 0,-1 1,-1 0,1 0,-2 1,1 0,-1 0,-1 1,0 1,0 0,-1 0,0 1,0 1,0 0,-1 1,0 0,0 1,-1 0,1 1,-1 0,1 1,-1 1,0 0,0 1,1 1,-1 0,0 1,-2 0,-57 16,9 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47.9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 90,'-35'0,"89"-19,-13 4,0 1,1 3,1 1,0 2,0 2,0 2,9 1,-39 4,-1 1,0 0,0 0,0 1,0 1,0 0,-1 0,1 1,-1 1,0 0,-1 0,0 1,0 1,0-1,-1 2,0-1,0 1,-1 1,-1-1,1 1,-1 1,-1-1,5 11,80 186,-67-177,-32-54,-3 12,-1 3</inkml:trace>
  <inkml:trace contextRef="#ctx0" brushRef="#br0" timeOffset="390">516 344,'9'1,"1"1,-1 0,1 0,-1 1,0 1,0-1,-1 2,1-1,-1 1,6 4,-3-2,36 23,-36-22,1 1,0-1,0-1,1 0,0-1,0-1,0 0,1 0,-1-1,1-1,0-1,1 0,1 0,-14-2,1-1,-1 1,0-1,1 0,-1 1,0-1,0 0,0 0,0-1,0 1,0 0,0-1,0 1,0-1,0 0,-1 1,1-1,-1 0,1 0,-1 0,0 0,0 0,0 0,0-1,0 1,0 0,-1 0,1-1,0-1,3-74,-7 65,-1-1,0 1,0-1,-2 1,1 1,-2-1,0 1,0 0,-1 1,0-1,-1 2,-10-11,31 44,4-2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49.2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0 166,'47'-29,"0"3,2 1,4 2,-33 12,0 2,0 1,1 0,0 1,1 2,-1 0,1 1,0 1,0 1,0 1,1 1,-1 1,1 1,-14 1,0 0,0 0,0 1,-1 0,1 1,-1 0,0 0,-1 0,1 1,-1 0,0 1,0 0,-1 0,0 0,-1 1,1 0,2 5,9 19,-1 1,-2 0,-1 1,-1 2,12 32,-20-56,0 0,1-1,1 1,-1-1,2 0,-1-1,2 0,-1 0,1 0,1-1,5 5,-17-17</inkml:trace>
  <inkml:trace contextRef="#ctx0" brushRef="#br0" timeOffset="388.299">561 420,'71'31,"119"61,-189-92,-1 1,1-1,0 0,-1 1,1-1,-1 0,1 0,0 0,-1 1,1-1,-1 0,1 0,0 0,-1 0,1 0,0 0,-1 0,1-1,0 1,-1 0,1 0,-1 0,1 0,0-1,-1 1,1 0,-1-1,1 1,-1 0,1-1,-1 1,1-1,-1 1,0-1,1 1,-1-1,1 1,-1-1,0 1,0-1,1 0,-1 1,0-1,0 1,0-1,0 0,1 1,-1-1,0 0,0 1,0-1,0 1,-1-1,1 0,0 1,0-1,-6-41,5 39,-7-27,-1 0,-2 0,-1 1,-1 1,-2 0,-1 0,-1 2,-9-12,16 29,18 28,7 8,-1 2,-2 0,-1 1,5 20,2 23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50.7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33,'0'1,"0"-1,0 0,0 1,0-1,0 1,0-1,0 0,0 1,1-1,-1 1,0-1,0 0,0 1,1-1,-1 0,0 1,0-1,1 0,-1 1,0-1,0 0,1 0,-1 1,0-1,1 0,-1 0,1 1,-1-1,0 0,1 0,-1 0,1 0,-1 0,0 0,1 0,-1 0,1 0,-1 0,0 0,1 0,-1 0,1 0,-1 0,0 0,1 0,-1 0,1-1,-1 1,0 0,1 0,-1 0,0-1,1 1,-1 0,0-1,82-16,69-6,-138 23,0 0,0 2,0-1,-1 1,1 1,-1 0,1 1,-1 0,0 1,-1 1,1-1,-1 2,0 0,-1 0,1 1,-1 0,-1 1,0 0,0 0,-1 1,1 1,13 23,-1 1,-2 1,-2 1,-1 0,0 8,4 5,-13-25,-23-26,3-9</inkml:trace>
  <inkml:trace contextRef="#ctx0" brushRef="#br0" timeOffset="404.717">375 368,'0'1,"1"0,-1 1,1-1,-1 0,1 0,0 1,-1-1,1 0,0 0,0 0,0 0,0 0,0 0,0 0,0 0,0 0,0-1,0 1,1 0,-1-1,0 1,0-1,1 1,-1-1,0 1,1-1,-1 0,1 0,-1 0,0 0,1 0,-1 0,1 0,-1 0,1-1,3 2,16 2,9 1,0 0,-1 3,0 0,0 2,27 12,-48-17,30 10,-37-14,-1 0,1 0,0 0,0 0,0-1,0 1,0 0,-1 0,1-1,0 1,0 0,-1-1,1 1,0-1,0 1,-1-1,1 1,0-1,-1 1,1-1,-1 0,1 1,-1-1,1 0,-1 0,0 1,1-1,-1 0,0 0,1 0,-1 1,0-1,0 0,0 0,0 0,0 0,0 0,0 1,0-1,0 0,0 0,0 0,-1 0,1 1,-2-19,-1 0,-1 0,0 0,-2 1,0 0,-4-7,-3-10,-17-73,43 187,-8-35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52.0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66,'49'-14,"1"2,1 3,0 1,0 3,36 2,-67 3,0 0,1 1,-1 1,0 1,-1 1,1 1,-1 1,0 0,0 1,0 1,-1 1,0 1,-1 0,0 2,3 3,13 14,-1 1,-2 1,-1 2,-2 1,9 16,-34-48,-1-1,0-1,0 1,0-1,0 1,-1 0,1-1,0 1,0 0,-1 0,1-1,0 1,-1 0,1 0,-1 0,1 0,-1 0,0 0,1 0,-1 0,0 0,0 0,1 0,-1 0,0 0,0 0,0 0,0 0,-1 0,1 0,0 0,0 0,0 0,-1 0,1 0,-1 0,1 0,-1 0,1 0,-1 0,1-1,-1 1,0 0,1 0,-2 0,-12 1,-2-1</inkml:trace>
  <inkml:trace contextRef="#ctx0" brushRef="#br0" timeOffset="408.932">562 347,'49'-1,"-21"0,-1 0,0 2,0 1,0 1,0 2,0 0,3 3,-30-7,1-1,-1 1,1 0,0-1,0 1,-1 0,1-1,0 1,0-1,0 0,-1 1,1-1,0 1,0-1,0 0,0 0,0 0,0 0,0 1,0-1,0 0,0 0,0-1,0 1,-1 0,1 0,0 0,0-1,0 1,0 0,0-1,0 1,-1-1,1 1,0-1,0 1,0-1,-1 0,1 1,-1-1,1 0,0 1,-1-1,1 0,-1 0,1 0,-1 0,0 1,1-1,-1 0,0 0,0 0,1 0,-1 0,0 0,0 0,0 0,-4-15,0 1,-2 0,1 0,-2 0,0 0,-5-6,3 2,-26-43,21 38,1-1,0 0,2 0,-5-20,16 46,1 0,-1-1,1 1,-1 0,1 0,-1-1,1 1,0-1,0 1,-1-1,1 1,0-1,0 1,-1-1,1 0,0 1,0-1,0 0,0 0,-1 1,1-1,0 0,0 0,0 0,0 0,0 0,0 0,0 0,-1-1,1 1,0 0,0 0,0-1,0 1,-1-1,1 1,0 0,0-1,-1 0,1 1,0-1,-1 1,1-1,-1 0,1 1,0-1,-1 0,0 0,1 1,-1-1,1 0,-1 0,0 0,0 0,1 1,-1-1,0 0,0 0,0 0,0 0,0 0,0 0,0 1,0-1,-1 0,1 0,0 0,0 0,11 13,0 0,0 0,-2 1,1 1,-2-1,1 2,-2-1,0 1,-1 0,0 0,-1 1,-1 0,-1 0,1 9,16 68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12.8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132 0,'-3'60,"-4"-1,-2 0,-2 0,-13 34,18-70,-66 214,107-279,-27 37,-1-1,1 1,0 0,1 0,-1 1,1 1,0-1,0 1,0 1,0-1,0 2,0-1,1 1,-1 1,1-1,7 2,12-3,17-2,-34 1</inkml:trace>
  <inkml:trace contextRef="#ctx0" brushRef="#br0" timeOffset="260.695">360 309,'-9'15,"-3"16,0 10,3 12,4 12,4 7,2 8,0 3,1-11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14.6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27 186,'-7'21,"1"0,2 1,0 0,1 0,1 0,1 0,1 0,1 0,1 1,2 3,-3-21,-1-1,1 0,0 0,0 0,1 0,-1 0,1 0,0 0,0 0,0-1,1 1,-1-1,1 1,0-1,-1 0,2 0,-1 0,0-1,1 1,-1-1,1 0,-1 0,1 0,0 0,0-1,0 1,0-1,0 0,1 0,-1-1,0 1,0-1,1 0,-1 0,1 0,3-2,0 0,0 0,0-1,0 0,-1 0,0 0,1-1,-1-1,0 1,-1-1,1 0,-1-1,0 1,-1-1,1 0,-1-1,0 1,0-2,4-6,0-1,-1 0,0 0,-2-1,0 0,0 0,-1 0,-1-6,-1 16,-2-1,1 0,-1 0,0 0,0 0,-1 0,0 0,0 0,-1 0,0 0,0 1,0-1,-1 0,0 0,-1 1,1-1,-1 1,0 0,-1 0,1 0,-1 0,-1 0,1 1,-1 0,0 0,0 0,0 1,-1-1,1 1,-1 1,0-1,-4-1,4 3,1 1,-1-1,0 1,0 1,0-1,0 1,0 0,1 0,-1 0,0 1,0 0,0 0,0 1,1 0,-1 0,1 0,-1 0,1 1,0 0,0 0,0 1,0-1,1 1,-1 0,1 0,0 0,0 1,1 0,-1-1,1 1,0 0,0 1,1-1,-2 4,0-2,1-1,0 1,0 1,0-1,1 0,0 1,1-1,-1 1,1 0,1 0,0-1,0 1,0 0,1-1,0 1,0 0,1-1,0 1,1-1,-1 0,1 0,1 0,-1 0,1 0,1-1,2 4,-2-5,1-1,-1 1,1-1,0 0,1-1,-1 1,1-2,-1 1,1 0,0-1,6 1,33 5</inkml:trace>
  <inkml:trace contextRef="#ctx0" brushRef="#br0" timeOffset="503.479">587 145,'2'-5,"-1"0,0 0,0 0,-1 0,0-1,0 1,0 0,0 0,-1 0,0 0,0-1,0 1,-1 0,0 1,0-1,0 0,0 0,-1 1,0-1,0 1,0 0,0 0,-1 0,1 0,-1 1,0 0,0-1,0 1,-1 1,1-1,-1 0,-1 1,2 1,1 1,0 0,-1 0,1 0,0 0,-1 1,1-1,0 1,0 0,0 0,-1 0,1 1,0-1,0 1,0-1,1 1,-1 0,0 0,1 0,-1 1,1-1,0 0,0 1,0 0,-1 1,-39 77,31 2,11-80,0-1,0 1,1-1,-1 1,0-1,1 0,0 1,-1-1,1 0,0 1,0-1,0 0,1 0,-1 0,1 0,-1 0,1 0,-1-1,1 1,0 0,0-1,0 1,0-1,0 0,0 1,0-1,0 0,1 0,-1-1,0 1,1 0,1-1,5-1,0 0,0-1,0 0,0-1,-1 0,1 0,-1-1,0 0,0 0,0-1,-1 0,1 0,-1-1,0 0,0-1,75-72,-82 78,1 1,-1-1,0 0,0 1,0-1,1 0,-1 1,0-1,1 0,-1 1,1-1,-1 1,0-1,1 1,-1-1,1 1,0-1,-1 1,1-1,-1 1,1 0,0-1,-1 1,1 0,0-1,-1 1,1 0,0 0,-1 0,1 0,0 0,0 0,-1 0,1 0,0 0,-1 0,1 0,0 0,-1 0,1 1,0-1,-1 0,1 1,0-1,-1 0,1 1,-1-1,1 0,0 1,-1-1,1 1,-1-1,1 1,-1 0,0-1,1 1,-1-1,0 1,1 0,-1-1,0 1,0 0,1-1,-1 1,0 0,0 0,-2 150,-1-126,-36 232,15-196,23-59,0-1,0 0,0 1,0-1,0 0,0 0,0 0,-1 0,1 0,0 0,-1 0,1 0,0-1,-1 1,1 0,-1-1,1 1,-1-1,0 0,1 0,-1 1,1-1,-1 0,0 0,1 0,-1 0,1-1,-1 1,1 0,-1-1,1 1,-1-1,1 0,-1 1,1-1,-1 0,1 0,-1 0,0 0,0 0,1 0,-1 0,0 0,0 0,0 0,1-1,-1 1,0-1,1 1,-1-1,1 0,0 1,0-1,0 0,0 0,0 0,0 0,0 0,0 0,1 0,-1 0,1 0,-1-1,1 1,0 0,0 0,0 0,0 0,1-1,-1 0,7-7</inkml:trace>
  <inkml:trace contextRef="#ctx0" brushRef="#br0" timeOffset="947.972">1162 65,'-8'-4,"0"0,-1 1,0 0,0 0,0 1,0 0,0 0,0 1,-1 0,1 1,0 0,0 0,-1 1,1 1,0-1,0 1,0 1,0 0,0 0,1 1,-1 0,1 0,0 1,0 0,-7 6,4 0,0 1,1 1,1 0,0 0,0 1,2-1,0 2,0-1,1 1,1 0,0 1,1-1,1 1,1 0,0 0,1 0,0 0,2 11,1-17,0 0,0 0,1 0,0 0,1 0,0-1,0 0,1 0,0 0,1 0,0-1,0 0,1 0,0-1,0 1,1-2,0 1,0-1,1 0,-1-1,1 0,0 0,1-1,-1 0,1-1,0 0,0 0,3-1,108 14,-115-16,1 0,-1 0,0-1,0 0,0 0,0-1,0 1,0-1,0-1,0 1,-1-1,1 0,-1 0,0 0,0-1,0 0,0 0,1-2,-4 3,0 0,0 0,0-1,0 1,-1-1,1 1,-1-1,0 0,0 0,0 1,-1-1,1 0,-1 0,0 0,0 0,0 1,-1-1,1 0,-1 0,0 0,0 1,0-1,-1 0,1 1,-1-1,0 1,0 0,0 0,0-1,-1 1,1 1,-1-1,0 0,1 1,-1-1,-1 1,1 0,0 0,0 0,-1 0,1 1,-1-1,0 1,1 0,-1 0,0 0,-3 0,0 1,-1 0,1 0,-1 1,1 0,-1 0,1 1,0 0,0 0,0 1,0 0,0 0,0 1,1 0,-1 0,1 0,0 1,0 0,1 0,0 0,-1 1,2 0,-1 0,1 0,0 0,0 1,1-1,0 1,0 0,0 0,1 1,0-1,0 0,1 1,0-1,1 2,-1-5,1-1,0 1,0-1,1 1,-1 0,1-1,0 1,0-1,0 0,0 1,0-1,1 0,0 0,-1 0,1 0,2 3,15 14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20.4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 0,'-2'0,"-3"0,-4 0,-1 3,0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18.7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28 458,'-15'-129,"6"0,5-15,8 578,-4-424,1 13,0 1,2-1,0 0,1-1,2 1,1 4,6 2</inkml:trace>
  <inkml:trace contextRef="#ctx0" brushRef="#br0" timeOffset="337.494">214 471,'-4'11,"1"1,-1-1,2 0,-1 1,2 0,-1-1,2 1,0 0,0 0,1 0,0-1,1 1,0-1,2 3,-3-11,0 0,1 0,-1 0,1-1,0 1,0 0,0-1,0 1,0-1,1 0,-1 0,1 0,-1 0,1 0,0 0,0-1,-1 1,1-1,0 0,1 0,-1 0,0 0,0 0,0-1,1 0,-1 1,0-1,0 0,1-1,0 1,5-1,0-1,0 0,0-1,-1 0,1 0,-1-1,0 0,0 0,0-1,3-2,-4 3,0-1,0 0,0-1,-1 0,1 0,-1 0,-1-1,1 1,-1-1,-1-1,1 1,-1-1,0 0,-1 0,0 0,0 0,-1 0,0-1,0 1,-1-1,0 1,-1-1,0 0,0 1,-1-1,0 0,0 1,-1-1,0 1,0 0,-1-1,-1 1,-2-5,0 5,0 0,0 1,-1 0,0 0,0 1,-1-1,0 2,0-1,0 1,-1 0,0 1,0 0,0 1,0-1,-2 1,7 2,-1 0,1 0,0 0,-1 0,1 1,-1 0,1-1,-1 2,1-1,0 1,-1-1,1 1,-1 0,1 1,0-1,0 1,0 0,0 0,0 0,0 0,1 1,-1-1,1 1,-1 0,1 0,0 1,0-1,0 1,1-1,-1 1,1 0,0 0,-1 3,1-2,0 1,0-1,0 1,1 0,0-1,0 1,1 0,0 0,0 0,0 0,1-1,-1 1,1 0,1-1,-1 1,1 0,0-1,0 0,1 1,0-1,0 0,0 0,0 0,1-1,-1 1,2-1,20 20</inkml:trace>
  <inkml:trace contextRef="#ctx0" brushRef="#br0" timeOffset="659.636">643 552,'0'14,"8"71,-7-82,0 0,0-1,0 0,1 1,-1-1,1 0,-1 1,1-1,0 0,0 0,0 0,0 0,0-1,0 1,0-1,1 1,-1-1,1 0,-1 0,1 0,-1 0,1 0,0 0,-1-1,1 1,0-1,-1 0,1 0,1 0,6-1,0-1,-1 0,0-1,0 0,0 0,0-1,0 0,0 0,-1-1,0 0,0-1,0 0,-1 0,0-1,0 0,-1 0,0 0,0-1,0 0,-1 0,0 0,-1-1,0 0,0 0,0-2,-3 5,0-1,-1 1,1 0,-1 0,-1 0,1 0,-1 0,0 0,0 0,-1 0,0 0,0 1,0-1,-1 0,0 1,0 0,0 0,-1 0,1 0,-1 0,0 1,-1-1,1 1,-1 0,0 1,0-1,0 1,0 0,0 0,-1 0,0 1,1 0,-1 0,0 0,0 1,0 0,0 0,0 1,0 0,0 0,0 0,-1 0,1 1,0 0,0 1,1-1,-1 1,0 0,0 0,1 1,-1 0,1 0,0 0,0 1,0-1,1 1,-1 0,1 1,0-1,0 1,0 0,-2 3,3-3,1 1,0-1,0 0,0 1,0-1,1 1,0-1,0 1,0-1,1 1,0 0,0-1,1 1,-1 0,1-1,0 1,1 0,-1-1,1 0,0 1,1-1,-1 0,3 3,13 12</inkml:trace>
  <inkml:trace contextRef="#ctx0" brushRef="#br0" timeOffset="1025.175">1070 231,'6'75,"-5"-74,0 1,0 0,-1 0,1-1,0 1,0 0,0-1,1 1,-1-1,0 0,1 1,-1-1,1 0,-1 0,1 1,-1-1,1-1,0 1,0 0,-1 0,1-1,0 1,0-1,0 1,0-1,0 0,-1 0,1 1,0-2,0 1,0 0,0 0,0-1,0 1,0 0,0-1,0 0,5-3,0 0,0-1,0 0,0 0,-1-1,0 0,0 0,-1 0,1-1,-1 0,-1 0,1 0,-1 0,-1-1,1 0,-1 0,-1 0,1 0,-1 0,0-7,0 11,-1 0,-1 1,1-1,0 0,-1 1,0-1,0 0,0 1,0-1,-1 0,0 1,1-1,-1 0,0 1,-1-1,1 1,-1-1,1 1,-1 0,0 0,0 0,-1 0,1 0,-1 0,1 0,-1 1,0 0,0-1,0 1,0 0,0 0,-1 1,1-1,0 0,-1 1,1 0,-1 0,0 0,1 1,-1-1,0 1,-2 0,0 2,1 0,-1 1,0 0,1 0,0 1,-1 0,1 0,1 0,-1 0,1 1,-1-1,1 1,1 0,-1 1,1-1,0 1,0-1,0 1,1 0,0 0,0 0,1 0,-1 0,1 0,1 1,-1-1,1 0,0 6,6 14,5-5</inkml:trace>
  <inkml:trace contextRef="#ctx0" brushRef="#br0" timeOffset="1432.782">1779 124,'0'-5,"0"-1,-1 1,0 0,1 0,-2 0,1-1,-1 1,1 0,-1 1,-1-1,1 0,-1 1,1-1,-1 1,-1 0,1 0,-1 0,1 0,-1 1,0-1,0 1,-1 0,1 0,-1 0,1 1,-1 0,0 0,0 0,0 0,0 1,0 0,0 0,0 0,-1 1,1 0,0 0,-1 0,1 0,-5 2,1 0,-1 1,1 0,-1 0,1 1,0 1,0-1,1 2,-1-1,1 1,1 0,-1 1,1-1,0 2,0-1,1 1,0 0,0 0,1 1,0-1,1 1,-1 2,-3 6,1 1,1 0,1 0,0 0,1 1,1 0,1 0,0 0,2 0,1 14,-1-23,1 0,0 0,1 0,0 0,1 0,0 0,0-1,1 1,0-1,1 0,0 0,0-1,1 0,0 0,1 0,0 0,0-1,0 0,1-1,0 0,0 0,1 0,-1-1,9 3,-1-3,0 0,1-2,0 0,-1-1,1 0,0-2,0 0,0-1,0 0,0-1,-1-1,1-1,-1 0,0-2,0 1,0-2,-1 0,0-1,0-1,-1 0,0 0,-1-2,0 0,0 0,10-13,-9 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17.7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1 201,'11'5,"11"1,10-1,14 0,13-2,9-1,10-3,2-1,0-1,-3 0,-8 1,-8 1,-13 0,-12 1,-10 0,-9 2,-10 1,-6 0</inkml:trace>
  <inkml:trace contextRef="#ctx0" brushRef="#br0" timeOffset="328.967">508 0,'36'11,"0"-3,1-1,0-1,11-1,134 27,-177-31,0 1,0-1,0 1,0 0,-1 0,1 0,-1 1,1 0,-1 0,0 0,0 0,0 0,0 1,-1 0,0 0,1 0,-2 0,1 0,0 1,-1-1,0 1,0 0,0 0,0 0,-1 0,0 0,0 0,0 0,-1 0,1 0,-2 4,-3 13,-1-1,-2 0,0 0,-1-1,-1 1,-1-2,0 0,-2 0,0-1,-1 0,-12 12,19-23,-36 50,29-38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43.5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46.9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157 1,'-17'90,"-115"495,167-730,32-294,-55 391,-8 57,-2 24,-2 0,-1 0,-1 0,-2 0,-8 31,10-53,-94 457,92-454,6-32,65-420,-45 283,-17 142,-3 40,-3 130,-7-1,-21 115,26-259,2-19,2-24,61-313,-60 333,9-48,2 1,3 0,3 0,-9 38,-2 23,-4 67,-15 21,-3-1,-20 61,12-53,13-59,8-35,5-25,20-108,-5-1,1-107,-20 227,0 11,-1 6,-44 414,38-389,72-536,-64 550,-9 46,-5-1,-3 0,-4-1,-13 27,23-87,10-30,0 0,0 0,0 0,-1-1,1 1,0 0,0 0,-1 0,1 0,0 0,0 0,-1 0,1 0,0 0,0 0,-1 0,1 0,0 0,0 0,-1 0,1 0,0 0,0 0,-1 0,1 0,0 0,0 1,0-1,-1 0,1 0,0 0,0 0,0 0,-1 1,1-1,0 0,0 0,0 0,0 1,-1-1,1 0,0 0,0 1,0-1,0 0,0 0,0 1,-2-29,2 26,16-408,-16 349,-8 128,-2-1,-4 0,-2-1,15-63,-40 131,41-133,0-1,-1 1,1 0,0 0,0-1,0 1,0 0,-1 0,1-1,0 1,0 0,-1 0,1-1,0 1,0 0,-1 0,1 0,0 0,-1 0,1 0,0-1,-1 1,1 0,0 0,0 0,-1 0,1 0,0 0,-1 0,1 0,0 0,-1 0,1 0,0 1,-1-1,1 0,0 0,0 0,-1 0,1 0,0 1,-1-1,1 0,0 0,2-31,1 1,1-1,2 1,9-26,-11 41,71-251,-66 242,-8 24,-1 1,0-1,0 0,0 0,0 0,1 1,-1-1,0 0,0 0,0 0,1 0,-1 0,0 0,0 0,0 1,1-1,-1 0,0 0,0 0,1 0,-1 0,0 0,0 0,0 0,1 0,-1 0,0 0,0 0,1 0,-1 0,0-1,0 1,1 0,-43 223,-9 123,40-271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48.7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273 158,'-2'-2,"-1"19,-38 183,-23 50,61-239,8-25,32-100,-6-2,-5-2,-4 0,-3-30,-20 143,-4 22,-135 740,137-742,2-21,3-26,1 5,8-74,-5 0,-3 0,-9-54,-11 76,17 79,0-1,0 1,0-1,0 1,0-1,-1 1,1-1,0 1,0-1,-1 1,1-1,0 1,-1-1,1 1,-1 0,1-1,0 1,-1 0,1-1,-1 1,1 0,-1-1,1 1,-1 0,1 0,-1 0,1-1,-1 1,1 0,-1 0,1 0,-1 0,0 0,1 0,-1 0,1 0,-1 0,1 0,-1 1,1-1,-1 0,1 0,-1 0,1 1,-1-1,1 0,-1 1,1-1,-1 0,1 1,0-1,-1 0,1 1,-1-1,1 1,0-1,0 1,-1-1,1 1,0-1,0 1,-1 0,-6 11,0 2,1-1,0 1,1-1,0 1,1 1,0 2,-3 11,-66 268,70-282,8-25,47-163,18-126,-59 251,-8 39,-4 22,-74 452,73-416,7-51,3-14,-2 0,1 0,-2-1,-1 1,0-1,-1 0,0-5,-1 8,7-51,-3-1,-3-1,-3 0,-9 104,-6 63,-33 164,43-247,-2-46,9-24,2 0,2 1,3 0,15-51,-8 50,-16 54,0 1,0-1,0 0,0 0,0 0,0 1,0-1,0 0,0 0,0 0,0 1,0-1,0 0,0 0,0 0,0 0,1 1,-1-1,0 0,0 0,0 0,0 0,0 1,0-1,1 0,-1 0,0 0,0 0,0 0,0 0,1 0,-1 0,0 0,0 1,0-1,1 0,-1 0,0 0,0 0,0 0,1 0,-1 0,0 0,0 0,0 0,0 0,1-1,-1 1,0 0,0 0,1 23,-25 306,21-210,3-71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50.3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136 88,'-43'167,"33"-110,-70 335,78-382,5-22,39-194,4-116,-28 190,-13 99,-1 24,-2 26,-4 59,-4-1,-10 48,6-50,-20 147,30-209,5-22,18-89,-4-1,1-48,1 1,-16 139,-5 39,-31 401,23-284,11-142,1-19,10-68,-4-1,-4 0,-4-79,-1 129,-1-45,-1 68,1 22,-8 115,-5-1,-11 31,19-126,1-25,2-21,-1-96,-15-163,11 243,7 31,0 0,0 1,0-1,-1 0,1 1,0-1,0 0,-1 0,1 1,0-1,0 0,-1 0,1 1,0-1,-1 0,1 0,0 0,-1 0,1 1,0-1,-1 0,1 0,0 0,-1 0,1 0,0 0,-1 0,1 0,-1 0,1 0,0 0,-1 0,1 0,0 0,-1-1,1 1,0 0,-1 0,1 0,0 0,-1-1,1 1,0 0,0 0,-1-1,1 1,0 0,0 0,-1-1,1 1,0 0,0-1,0 1,0 0,-1-1,1 1,0 0,0-1,0 1,-9 24,2 0,0 1,2 0,1 0,1 0,0 11,1-19,-8 139,12-142,4-25,9-54,-2-2,-4 0,-2 0,-3-62,-3 96,-1 27,0 5,0 8,-42 444,41-429,2-29,3-37,6-312,-12 326,-2 23,2 23,-7 245,4-171,-1-6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52.0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 59,'-28'163,"10"-68,-1 4,3 1,4 15,12-115,1 0,-1 0,0 0,0 0,1 0,-1 0,0 0,0 0,1 0,-1 1,0-1,0 0,1 0,-1 0,0 0,0 0,0 1,1-1,-1 0,0 0,0 0,0 1,35-208,20-204,-47 396,-6 44,-45 288,7-88,37-220,3-32,-3 17,100-432,-80 377,-16 63,-9 66,-109 488,110-539,3-24,7-29,9-36,4 1,3 0,15-28,-9 51,-29 47,0 1,1 0,-1 0,0 0,1-1,-1 1,1 0,-1 0,0 0,1 0,-1 0,0 0,1-1,-1 1,1 0,-1 0,0 0,1 1,-1-1,1 0,-1 0,0 0,1 0,-1 0,1 0,-1 0,0 1,1-1,-1 0,0 0,1 1,-1-1,0 0,0 0,1 1,-1-1,0 0,0 1,1-1,-1 0,0 1,0-1,0 0,0 1,1-1,-1 1,0-1,0 0,0 1,0-1,0 1,0-1,0 0,0 1,0-1,0 1,0-1,-1 0,1 1,3 28,-5 21,-3 0,-2 0,-1 0,-6 10,5-20,-5 10,11-53,34-159,13-11,-44 173,0 0,0 1,0-1,0 0,0 0,0 1,1-1,-1 0,0 0,0 1,0-1,0 0,0 0,0 1,1-1,-1 0,0 0,0 0,0 1,1-1,-1 0,0 0,0 0,1 0,-1 1,0-1,0 0,1 0,-1 0,0 0,0 0,1 0,-1 0,0 0,1 0,-1 0,0 0,0 0,1 0,-1 0,0 0,0 0,1 0,-1 0,0 0,0 0,1-1,-1 1,0 0,0 24,-1 1,-1-1,-2 0,0 0,-2 0,0 0,0 3,-9 28,15-55,0 0,0 0,0 0,0-1,0 1,-1 0,1 0,0 0,0 0,0 0,0-1,0 1,0 0,-1 0,1 0,0 0,0 0,0 0,0 0,0 0,-1 0,1 0,0-1,0 1,0 0,0 0,-1 0,1 0,0 0,0 0,0 0,-1 0,1 0,0 0,0 1,0-1,0 0,-1 0,1 0,0 0,0 0,0 0,0 0,0 0,-1 0,0-21,1 21,5-104,-5 104,1 0,-1 1,0-1,0 0,0 0,0 0,0 0,1 0,-1 0,0 0,0 0,0 0,0 0,1 0,-1 0,0 0,0 0,0 0,0 0,0 0,1 0,-1 0,0 0,0-1,0 1,0 0,0 0,1 0,-1 0,0 0,0 0,0 0,0 0,0-1,0 1,0 0,0 0,2 19,-13 42,3-31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37.1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2743 217,'-30'-24,"-111"-30,38 26,-2 4,0 6,-21 2,-38-8,86 12,-1 3,0 3,0 4,0 3,-68 11,-183 20,294-28,0 2,0 2,1 1,0 2,1 1,0 2,-9 6,25-12,-224 95,205-84,1 2,2 1,0 2,1 1,2 2,1 1,-7 9,19-20,-88 91,52-6,38-64,-5 6,11-27,1 0,1 1,1 0,0 1,2-1,0 1,1 0,1 1,0 4,3-1,1-1,0 1,2-1,1 0,0 0,2 0,0-1,2 1,0-2,1 1,1-1,1 0,6 6,-6-10,2 1,0-1,0-1,1-1,1 0,1 0,0-2,0 0,2-1,-1 0,3-1,35 14,1-3,1-3,1-2,0-3,1-2,22 0,97 2,-66-8,75 11,-132-5,113 15,292-26,-282-22,-82 6,252-36,-137 7,-175 33,-2-2,0-1,0-1,-2-3,24-16,-38 22,0-1,-1 0,0-1,-1-1,-1-1,-1 0,3-6,-10 10,-1 0,-1-1,-1 0,0 0,0 0,-1 0,-1 0,-1-1,0 1,0-1,-2 1,0-1,-1-7,0-24,0 10,-1 0,-2 0,-1 0,-2 1,-2 0,-1 0,-2 2,-8-17,-75-189,-12-3,67 194,15 33</inkml:trace>
  <inkml:trace contextRef="#ctx0" brushRef="#br0" timeOffset="17006.148">1045 779,'0'-11,"0"26,-7 201,-11 18,17-225,0-14,2-17,38-340,-30 301,13-57,-21 118,-1 0,0 0,1-1,-1 1,0 0,1 0,-1 0,0 0,1 0,-1 0,1 1,-1-1,0 0,1 0,-1 0,0 0,1 0,-1 0,0 1,1-1,-1 0,0 0,0 0,1 1,-1-1,0 0,1 1,-1-1,0 0,0 0,0 1,0-1,1 0,-1 1,0-1,0 0,0 1,0-1,0 1,0-1,0 0,0 1,0-1,0 0,0 1,0-1,0 1,0-1,0 0,0 1,0-1,0 0,-1 1,1-1,0 0,0 1,0-1,-1 0,1 0,0 1,0-1,-6 219,-21 142,24-341,3-25,3-34,17-133,-5-73,-15 219,-8 46,-45 158,-25 46,59-172,9-26,9-26,1 0,0 0,0 0,0-1,0 1,0 0,-1 0,1 0,0 0,0-1,0 1,-1 0,1 0,0 0,0 0,0 0,-1 0,1 0,0-1,0 1,-1 0,1 0,0 0,0 0,-1 0,1 0,0 0,0 0,-1 0,1 1,45-238,-25 117,-21 120,1 0,0 0,0 0,0 0,-1 0,1 0,0-1,0 1,-1 0,1 0,0 0,0 0,0 0,-1 0,1 0,0 0,0 0,0-1,0 1,-1 0,1 0,0 0,0 0,0-1,0 1,0 0,0 0,-1 0,1-1,0 1,0 0,0 0,0 0,0-1,0 1,0 0,0 0,0-1,-11 24,-8 22,3 1,1 0,2 1,3 1,-4 39,15-62,-1-26,0 1,0 0,0-1,0 1,0 0,0 0,0-1,0 1,0 0,1 0,-1 0,0-1,0 1,0 0,1 0,-1 0,0-1,0 1,0 0,1 0,-1 0,0 0,0 0,1-1,-1 1,0 0,0 0,1 0,-1 0,0 0,0 0,1 0,-1 0,0 0,1 0,-1 0,0 0,0 0,1 0,-1 0,0 1,0-1,1 0,-1 0,0 0,0 0,1 0,-1 0,0 1,0-1,0 0,1 0,-1 0,0 1,0-1,0 0,0 0,0 1,1-1,-1 0,12-25,0-1,-2 0,-1-1,-1 0,2-15,-10 41,12-53,-3 0,-2-1,-2-1,-3-40,-2 85,-1 22,-22 404,17-370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55.6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196 185,'-8'28,"-26"179,-23 57,48-230,4-24,6-24,53-387,-36 144,-26 346,-3 0,-5-1,-12 34,9-57,16-61,2-13,3-19,14-75,13-158,-34 243,-5 39,-78 310,75-261,21-82,67-263,-52 174,-22 96,-6 17,-6 25,-10 27,4 1,3 0,0 20,16-45,6-46,1-11,-2-1,0 0,0 0,-2-1,0 1,-2-1,1-5,-3 16,8-40,-2 1,-3-2,-2 1,-1 0,-5-25,4 73,-1 1,1-1,0 0,-1 0,1 0,0 0,-1 0,1 0,0 1,-1-1,1 0,0 0,-1 0,1 0,0 0,-1 0,1 0,-1-1,1 1,0 0,-1 0,1 0,0 0,-1 0,1 0,0-1,0 1,-1 0,1 0,0 0,-1-1,1 1,0 0,0-1,-1 1,1 0,0 0,0-1,0 1,0 0,-1-1,1 1,0 0,0-1,0 1,0 0,0-1,0 1,0-1,0 1,0 0,0-1,0 1,0 0,0-1,0 1,0 0,1-1,-1 1,0 0,0-1,0 1,0 0,1-1,-1 1,0 0,-12 28,-7 52,3 1,4 1,0 56,5-52,3-13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57.1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226 124,'-11'43,"-55"271,98-598,-10 87,-37 246,-92 367,98-392,16-73,8-24,34-228,-49 281,-1 20,0 0,0 0,0 0,0 0,0 0,0 0,0 1,1-1,-1 0,0 1,0-1,0 0,0 1,0-1,0 1,1-1,-1 1,0 0,0-1,1 1,-1 0,0-1,1 1,-1 0,1 0,-1 0,1 0,-1-1,1 1,-1 0,1 0,0 0,0 0,0 0,-1 0,1 0,0 1,-27 59,2 2,3 1,-2 20,5 4,19-88,0 0,0 0,1 0,-1 0,0-1,0 1,0 0,1 0,-1 0,0 0,0 0,1-1,-1 1,0 0,0 0,1 0,-1 0,0 0,0 0,1 0,-1 0,0 0,0 0,1 0,-1 0,0 0,0 0,1 0,-1 0,0 0,0 1,1-1,-1 0,0 0,0 0,0 0,1 0,-1 1,0-1,0 0,0 0,1 0,-1 1,0-1,0 0,0 0,0 1,0-1,0 0,0 0,1 0,-1 1,0-1,0 0,0 1,0-1,0 0,0 0,0 1,0-1,0 0,0 0,-1 1,1-1,0 0,0 0,0 1,14-20,11-37,-3 0,-1-1,-4-2,1-12,-2 7,-27 92,-19 77,6 1,-5 57,55-510,-25 324,-3 30,-4 39,-27 316,24-289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59.7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164 99,'-16'23,"-88"254,61-137,126-404,-16-1,-81 300,-17 58,4 2,4 1,-4 48,28-137,3-27,-2 8,95-416,-93 409,-4 24,-6 34,-18 89,6-39,3 1,5 0,2 9,10-78,-2-21,0 1,1-1,-1 0,0 0,1 0,-1 1,0-1,1 0,-1 0,0 0,1 0,-1 1,0-1,1 0,-1 0,0 0,1 0,-1 0,0 0,1 0,-1 0,0 0,1 0,-1 0,1-1,-1 1,0 0,1 0,-1 0,0 0,1 0,-1-1,0 1,0 0,1 0,-1-1,0 1,0 0,1 0,-1-1,0 1,0 0,0-1,1 1,-1 0,0-1,0 1,0 0,0-1,0 1,0 0,0-1,0 1,0 0,0-1,0 1,0 0,0-1,0 1,0-1,0 1,0 0,0-1,0 1,13-39,0 0,-3-1,-1 0,0-12,-4 23,16-124,-24 321,-19 48,21-260,7-23,4 1,2 0,4 0,12-29,-19 73,-9 22,0 1,0-1,0 0,0 0,0 0,0 1,0-1,1 0,-1 0,0 0,0 1,0-1,0 0,1 0,-1 0,0 0,0 0,0 1,1-1,-1 0,0 0,0 0,0 0,1 0,-1 0,0 0,0 0,1 0,-1 0,0 0,0 0,0 0,1 0,-1 0,0 0,0 0,1 0,-1 0,0 0,-33 181,-32 81,57-243,7-19,1 0,-1 0,1 0,-1 0,1 0,-1 0,1 0,0 0,-1 0,1 0,-1-1,1 1,-1 0,1 0,0-1,-1 1,1 0,-1-1,1 1,0 0,-1-1,1 1,0 0,0-1,-1 1,1-1,0 1,0-1,0 1,0 0,-1-1,1 1,0-1,0 1,0-1,0 1,0-1,0 1,0-1,0 1,0-1,0 1,1-1,-1 1,0-1,0 1,0 0,1-1,-1 1,0-1,-2-288,4 73,-6 281,-3-1,-3 1,-10 35,9-49,-22 96,59-262,8-33,28-68,-45 189,-17 40,-2-1,0 1,0-1,-1 0,-1 0,0 0,-3 7,-3 8,-11 34,5-18,2 2,1-1,-3 35,32-131,62-324,-73 366,-5 31,-54 490,63-664,-7 130,11-97,23-100,-32 207,-4 18,-3 23,-76 266,54-213,16-52,1-11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21.7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296 6,'-4'-1,"0"0,-1 0,1 0,-1 0,1 1,-1 0,0 0,1 0,-1 0,1 1,-1 0,1 0,-1 0,1 0,0 1,-1 0,1 0,0 0,0 0,0 1,1-1,-1 1,1 0,-1 0,1 1,-15 11,2 1,0 1,1 1,1 0,0 0,1 2,2-1,0 2,0-1,2 2,1-1,1 1,0 0,2 1,1-1,0 1,2 0,0 5,6-9,0-1,1 1,0-1,2 0,0-1,1 1,1-1,0-1,2 0,0 0,0-1,1-1,1 0,6 5,68 95,-81-105,-1 1,-1-1,0 1,0 1,-1-1,0 0,-1 1,0 0,-1-1,0 1,0 0,-1 0,-1 0,0-1,0 1,-1 0,-1-1,1 1,-2-1,1 0,-2 0,1 0,-1-1,-1 1,1-1,-2 0,1-1,-1 1,-1-2,1 1,-1-1,-5 4,-32 27,61-31,-8-8,1 1,0 0,-1 0,1 0,0 2,-1-1,1 1,-1 0,0 1,1-1,-1 2,0-1,-1 1,1 0,-1 1,1 0,-2 0,1 1,0 0,-1 0,0 0,4 7,-2 6,0 1,-2 0,-1 0,0 0,-1 1,-1 0,-1 0,-1 0,-1 0,-1-1,-2 8,-32 249,10-109,17-117,3 0,2 0,2 0,2 0,2 1,6 19,-8-62,0 0,1 0,1 0,-1 0,1-1,1 1,0-1,0 0,0 0,1 0,0 0,1-1,0 0,0 0,0-1,1 1,0-1,0-1,0 1,1-1,0-1,0 1,0-1,1-1,-1 1,1-2,0 1,6 0,52-7,-41-4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25.2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1,'19'9,"14"10,11 10,8 10,1 7,-2 8,-2 5,-7 4,-7 4,-7-4,-7-6,-8-7,-7-13</inkml:trace>
  <inkml:trace contextRef="#ctx0" brushRef="#br0" timeOffset="252.909">389 121,'-10'7,"-6"13,-7 15,-2 13,-3 12,0 9,-1 7,1 1,2-3,4-7,5-15</inkml:trace>
  <inkml:trace contextRef="#ctx0" brushRef="#br0" timeOffset="518.748">589 642,'114'-280,"-105"263,-8 17,-1 0,1 0,-1 0,1 0,-1 0,1 0,-1 0,0 0,1 1,-1-1,1 0,-1 0,1 0,-1 0,0 1,1-1,-1 0,0 1,1-1,-1 0,0 0,1 1,-1-1,0 1,1-1,-1 0,0 1,0-1,0 1,1-1,-1 0,0 1,0-1,0 1,0-1,0 1,0-1,0 1,0-1,0 0,0 1,0-1,0 1,0-1,0 1,-1-1,1 1,0-1,0 0,0 1,-1-1,8 219,-1-168,1 1,3-1,2 0,2-1,11 21,-8-29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29.8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92,'-2'2,"-1"0,1 0,0 0,0 0,0 1,0-1,1 1,-1 0,1-1,0 1,-1 0,1 0,0 0,1 0,-1 0,0 0,1 0,0 0,-1 0,1 0,1 0,-1 0,0 0,1 0,-1 0,1 0,0 0,0 0,1 0,-1-2,1 0,0-1,-1 1,1-1,0 0,-1 1,1-1,0 0,0 0,-1 0,1 0,0-1,0 1,-1 0,1-1,0 1,-1-1,1 1,-1-1,1 0,-1 0,1 0,-1 0,1 0,-1 0,0 0,1 0,-1-1,0 1,0 0,0-1,0 1,0-1,0 1,-1-1,1 1,0-1,-1 0,1 1,-1-1,0 0,19-74,-19 73,0 0,1 0,-2 0,1 1,0-1,0 0,-1 0,0 1,0-1,1 0,-1 1,-1-1,1 1,0-1,-1 1,1 0,-1-1,0 1,1 0,-1 0,0 0,-1 0,1 1,0-1,0 1,-3-2,3 2,0 0,0 1,0-1,0 1,0 0,1-1,-1 1,-1 0,1 0,0 0,0 0,0 1,1-1,-1 0,0 1,0 0,0-1,0 1,0 0,0 0,1 0,-1 0,0 0,1 0,-1 1,1-1,-1 0,1 1,0-1,-1 1,1 0,0-1,0 1,0 0,0 1,-23 69,19-40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30.1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87 58,'-10'13,"7"-44,2 21,1 9,0 0,1 0,-1 0,0 0,0 0,0 0,0 0,0 0,0 0,0 0,0 0,-1 0,1 0,0 0,-1 1,1-1,0 0,-1 0,1 0,-1 0,1 0,-1 1,0-1,1 0,-1 0,0 1,1-1,-1 1,0-1,0 0,0 1,0-1,0 1,1 0,-1-1,0 1,0 0,0 0,0-1,0 1,0 0,0 0,0 0,0 0,0 0,0 0,-1 1,-2 2,0 1,0 0,1 0,-1 0,1 0,0 1,0-1,0 1,1 0,-1 0,1 0,1 0,-1 0,1 1,-1-1,2 0,-1 1,0-1,1 0,0 1,1-1,-1 1,1-1,0 1,8 9,1-5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30.6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63 396,'-6'-56,"2"0,2-1,3 1,3 0,9-49,-8 95,-5 35,-36 239,-2 51,39-264,2-12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30.9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0 391,'1'-59,"2"0,3 1,2-1,15-49,-6 61,-11 49,-4 76,-4-51,0 15,-4 320,19-264,-5-64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31.5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0 164,'14'2,"13"1,11 3,9-1,7 2,4 1,1 0,-3 1,-4-2,-6-1,-6-2,-11-2</inkml:trace>
  <inkml:trace contextRef="#ctx0" brushRef="#br0" timeOffset="342.789">415 4,'-1'0,"0"0,1-1,-1 1,1-1,-1 1,1 0,-1 0,1-1,-1 1,0 0,1 0,-1 0,0 0,1-1,-1 1,1 0,-1 0,0 0,1 0,-1 1,0-1,1 0,-1 0,1 0,-1 0,0 1,1-1,-1 0,1 0,-1 1,1-1,-1 1,1-1,-1 0,1 1,-1-1,1 1,-1-1,1 1,0-1,-1 1,1 0,0-1,0 1,-1-1,1 1,0 0,126 32,-110-30,0 1,-1 0,1 1,-1 1,0 0,-1 1,0 0,0 1,0 1,-1 0,0 1,-1 1,0 0,6 8,-16-16,0 0,-1 1,1-1,-1 0,1 1,-1 0,-1-1,1 1,0 0,-1-1,0 1,1 0,-2 0,1-1,0 1,-1 0,1 0,-1-1,0 1,-1-1,1 1,-1-1,1 1,-1-1,0 0,0 0,0 0,-1 1,-78 74,-59 20,119-86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27.9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95 232,'0'5,"0"8,-2 11,-3 12,-6 13,-2 8,-2 4,-1 1,3-4,3-9,4-11,2-9,5-15,4-11,1-14,3-9,-2-1</inkml:trace>
  <inkml:trace contextRef="#ctx0" brushRef="#br0" timeOffset="391.066">55 273,'67'70,"-3"2,-3 4,17 32,-68-93,32 34,-41-49,1-1,-1 0,1 1,-1-1,0 0,1 0,-1 0,0 0,0 0,0 0,1 0,-1 0,0 0,-1-1,1 1,0 0,0-1,0 1,-1-1,1 1,-1-1,1 1,-1-1,0 1,0-1,1 1,-1-1,0 0,0 1,-1-1,1 1,0-1,0 0,0 1,3-290,-4-37,8 394,-1-26</inkml:trace>
  <inkml:trace contextRef="#ctx0" brushRef="#br0" timeOffset="1216.286">603 139,'141'7,"-17"-36,-122 29,-1 0,1 0,0 0,-1 1,1-1,-1 1,1-1,-1 1,1-1,-1 1,0 0,1 0,-1 0,0 0,1 0,-1 0,0 0,0 0,0 0,0 1,0-1,0 0,0 1,-1-1,1 1,0-1,-1 1,1-1,-1 1,1-1,-1 1,0-1,0 1,0 0,0-1,0 1,0-1,0 1,0 0,-1-1,1 1,-1-1,1 1,-1-1,0 1,1-1,-1 0,-1 2,1 4,-34 207,17-121,4 0,0 52,13-135,-2-21,0-3</inkml:trace>
  <inkml:trace contextRef="#ctx0" brushRef="#br0" timeOffset="1476.84">603 460,'-12'6,"0"4,7-2,15-3,16-8,15-7,13-7,8-5,2-1,2 3,-3 6,-6 4,-13 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47.4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1 188,'6'4,"12"5,14 0,16-2,12-1,13-3,7-3,4-4,-4-4,-10-1,-18 2</inkml:trace>
  <inkml:trace contextRef="#ctx0" brushRef="#br0" timeOffset="384.969">361 1,'2'8,"0"1,1-1,0 1,0-1,1 0,0 0,0-1,1 1,0-1,0 0,1 0,0-1,0 1,1-1,-1-1,1 1,0-1,7 3,159 88,-170-95,1 0,-1 0,0 0,1 1,-1-1,0 1,0 0,0 0,0 0,-1 0,1 1,-1-1,1 1,-1 0,0-1,0 1,0 0,0 0,0 0,-1 1,1-1,-1 0,0 1,0-1,0 0,-1 1,1-1,-1 1,0-1,0 1,0 0,0-1,0 1,-1-1,0 0,0 1,0-1,-1 2,-9 13,0-2,-2 0,0 0,-1-1,0 0,-1-2,-1 0,0 0,-5 1,19-12,-76 54,3-5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44.8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135 160,'-3'16,"-2"16,-4 15,-3 10,-6 7,-3 2,-1-2,1-6,4-12,10-15,8-20,4-12</inkml:trace>
  <inkml:trace contextRef="#ctx0" brushRef="#br0" timeOffset="330.919">120 293,'10'28,"0"-1,2 0,1 0,1-2,1 0,1 0,1-1,7 5,-17-18,1-1,0-1,0 1,1-1,0-1,0 0,1 0,0-1,1 0,-1 0,1-2,0 1,12 3,-21-9,-1 1,0-1,1 0,-1 0,1 0,-1 0,1 0,-1-1,1 1,-1 0,1-1,-1 1,0-1,1 1,-1-1,0 0,1 0,-1 1,0-1,0 0,0 0,0 0,0 0,0 0,0-1,0 1,0 0,0 0,-1-1,1 1,0 0,-1-1,1 1,-1 0,0-1,1 0,7-60,-8 55,0-55,-3 0,-3 0,-3-3,-10-157,25 170,-6 51,0 0,1 0,-1 0,0 0,1 0,-1 0,0 0,1 0,-1 0,1 0,-1 1,1-1,0 0,-1 0,1 1,0-1,0 0,-1 1,1-1,0 0,0 1,0-1,0 1,0 0,0-1,-1 1,1 0,0-1,0 1,0 0,0 0,0 0,0 0,0 0,0 0,0 0,0 0,0 1,0-1,0 0,0 0,0 1,0-1,0 1,1 0,41 41,-24-13</inkml:trace>
  <inkml:trace contextRef="#ctx0" brushRef="#br0" timeOffset="888.334">629 267,'249'-30,"-246"30,1 0,-1 0,1 0,-1 1,0-1,1 1,-1-1,1 1,-1 1,0-1,0 0,1 1,-1-1,0 1,0 0,-1 0,1 0,0 0,-1 1,1-1,-1 1,0 0,0-1,0 1,0 0,0 0,-1 0,1 0,-1 1,0-1,0 0,0 1,0-1,0 1,-1-1,0 2,1 19,-2 0,0-1,-2 1,0-1,-2 0,0 0,-2 0,-8 20,7-19,-42 161,48-172</inkml:trace>
  <inkml:trace contextRef="#ctx0" brushRef="#br0" timeOffset="1165.855">669 494,'7'2,"9"1,10-2,13-6,11-7,8-6,4-4,-2-1,-12 4</inkml:trace>
  <inkml:trace contextRef="#ctx0" brushRef="#br0" timeOffset="1348.351">1311 267,'-16'7,"-5"4,0 3,5 1,7 0,4-2</inkml:trace>
  <inkml:trace contextRef="#ctx0" brushRef="#br0" timeOffset="1530.87">1311 628,'-5'13,"-1"8,0 1,4-2,4-9,6-10,2-3</inkml:trace>
  <inkml:trace contextRef="#ctx0" brushRef="#br0" timeOffset="2080.322">1551 347,'11'-10,"0"1,0 0,1 1,0 0,0 1,1 0,0 1,0 1,0 0,1 1,0 0,13-1,-24 4,0 0,0 0,0 0,0 1,0 0,0-1,-1 1,1 0,0 1,0-1,0 0,0 1,0-1,0 1,0 0,-1 0,1 0,0 1,-1-1,1 1,0-1,-1 1,0 0,0 0,1 0,-1 0,0 0,0 1,-1-1,1 0,0 1,-1-1,0 1,0 0,1 0,-1 1,-1 6,0 1,-1-1,-1 0,0 0,0 0,-1 0,0 0,0 0,-1-1,-1 1,1-1,-2 0,1 0,-1-1,-5 5,9-9,-152 197,133-159,21-41,-1 0,1 1,0-1,0 0,0 0,0 0,1 0,-1 0,0 0,0 0,1 0,-1 0,0 0,1-1,-1 1,1 0,-1 0,1 0,-1 0,1 0,0-1,0 1,-1 0,1-1,0 1,0 0,0-1,-1 1,1-1,0 1,0-1,0 0,0 1,0-1,0 0,0 0,0 0,0 0,0 1,0-1,0-1,0 1,0 0,1 0,17 0,1-1,-1-1,0-1,1-1,-1-1,13-4,-7 2,14-4,288-63,-310 72,-12 2,0 0,1-1,-1 1,0-1,0 0,1 0,-1-1,0 1,0-1,0 0,0-1,-1 1,1-1,-1 0,1 0,-1 0,0-1,0 0,-1 1,1-1,-1-1,1 0,10-29,-1-1,-2 0,-1 0,-2-1,3-37,-6 43,3-22,-5 91,-3 29,-2-22,2 0,2 0,2 0,2 0,11 41,-4-48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39.0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2179 549,'-9'2,"0"1,0-1,0 2,0-1,0 1,1 1,-1-1,1 2,1-1,-1 1,1 0,0 0,0 1,0 0,1 0,0 1,1 0,0 0,0 0,0 0,1 1,1 0,-1 0,-1 9,5-16,0 0,-1 0,1 1,0-1,0 0,1 0,-1 0,0 0,1 0,-1 1,1-1,0 0,0 0,0 0,0-1,0 1,0 0,0 0,1 0,-1-1,1 1,-1-1,1 1,-1-1,1 0,0 1,0-1,0 0,0 0,0 0,0 0,0-1,0 1,0-1,0 1,0-1,1 1,83 1,-56-8,-1-1,0-1,0-2,0 0,-2-2,1-2,-2 0,0-2,24-18,-46 31,-1 2,0-1,-1 1,1-1,-1 0,1 0,-1 0,0 0,0-1,0 1,0 0,0-1,0 0,-1 1,1-1,-1 0,0 0,1-2,-3 5,0 0,0-1,0 1,1 0,-1 0,0 0,0-1,0 1,0 0,0 0,0 0,0 1,0-1,0 0,0 0,0 0,0 1,0-1,0 1,0-1,0 1,0-1,1 1,-1-1,0 1,0-1,0 1,1 0,-1 0,1-1,-1 1,-3 3,0 0,0 0,0 1,0-1,1 1,0-1,0 1,0 0,1 1,0-1,0 0,-1 2,3-6,-1 1,0 0,1 1,0-1,-1 0,1 0,0 0,0 0,0 0,0 0,0 0,1 0,-1 0,1 0,-1 0,1 0,0 0,0 0,0 0,0 0,0-1,0 1,0 0,1-1,-1 1,0-1,1 1,-1-1,1 0,0 1,0-1,-1 0,1 0,1 0,5 2,1-1,-1 0,1 0,-1-1,1 0,0 0,-1-1,1 0,0-1,0 0,-1 0,1-1,-1 0,1-1,-1 0,0 0,0 0,0-1,-1-1,1 1,-1-1,0 0,0-1,4-4,-8 8,-1 0,0 0,0 0,0-1,0 1,0-1,-1 1,1-1,-1 1,0-1,1 0,-1 1,0-1,-1 0,1 0,0 0,-1 0,0 0,1 0,-1 0,0 0,-1 0,1 0,-1 0,1 0,-1 0,0 0,0 1,0-1,0 0,0 0,-1 1,1-1,-1 1,0-1,0 1,0 0,0 0,0 0,0 0,-1 0,1 0,-1 0,1 1,-1-1,-1 0,-8-2,0 1,0 0,0 0,0 1,0 1,-1 0,1 1,-1 0,1 1,0 0,-7 2,19-3,0 0,0 0,0 0,1 0,-1 0,0 0,0 1,0-1,0 0,1 0,-1 0,0 0,0 0,0 0,0 1,0-1,0 0,0 0,1 0,-1 0,0 1,0-1,0 0,0 0,0 0,0 1,0-1,0 0,0 0,0 0,0 1,0-1,0 0,0 0,0 0,0 1,25 1,263-20,-285 17,1 1,0 0,-1 0,1 0,0 0,0 1,-1 0,1-1,-1 1,1 1,-1-1,1 0,-1 1,0 0,1-1,-1 1,0 1,0-1,-1 0,1 1,0-1,-1 1,1 0,-1 0,0 0,0 0,0 0,-1 1,1-1,-1 0,1 1,-1-1,0 1,-1 0,1-1,0 3,-14 110,13-116,0 1,0-1,1 1,-1-1,0 1,0-1,0 1,0-1,0 1,1-1,-1 1,0-1,0 1,1-1,-1 0,0 1,1-1,-1 1,0-1,1 0,-1 1,1-1,-1 0,0 0,1 1,-1-1,1 0,-1 0,1 0,-1 0,1 1,-1-1,1 0,-1 0,1 0,-1 0,1 0,-1 0,1 0,-1 0,1-1,-1 1,1 0,-1 0,1 0,-1 0,1-1,-1 1,0 0,1 0,-1-1,1 1,-1 0,0-1,1 1,-1-1,27-19,1-8,-2-2,-1-1,-1-1,0-3,-8 12,3 1,-18 21,-1 1,0 0,1 0,-1 0,0 0,1 0,-1 0,0 0,1 0,-1 0,0 0,1 0,-1 0,1 0,-1 0,0 0,1 0,-1 0,0 0,1 0,-1 0,0 1,1-1,-1 0,0 0,1 0,-1 1,0-1,0 0,1 0,-1 1,0-1,0 0,0 0,1 1,-1-1,0 0,0 1,0-1,0 0,0 1,1-1,-1 0,0 1,0-1,0 1,0-1,0 0,0 1,0-1,0 0,0 1,-1-1,1 0,0 1,0-1,0 0,0 1,0-1,-1 0,1 1,0-1,0 0,0 1,-1-1,1 0,0 0,-1 1,-1 25,2 65,0-88,1 1,0-1,1 1,-1-1,0 1,1-1,0 0,0 0,0 0,0 0,0 0,1 0,-1 0,1-1,-1 1,1-1,0 0,0 0,0 0,1 0,-1 0,0-1,3 1,50 4,-29-11</inkml:trace>
  <inkml:trace contextRef="#ctx0" brushRef="#br0" timeOffset="969.7">3357 375,'0'15,"1"-1,1 0,0 0,1 0,1 0,0 0,1-1,0 1,1-1,1-1,0 1,1-1,0 0,0-1,2 0,-1 0,1-1,1 0,8 6,-17-14,0 0,1 0,-1-1,1 1,-1 0,1-1,0 0,0 0,0 0,0 0,0 0,0 0,0-1,0 1,0-1,0 0,0 0,0 0,0 0,0-1,0 1,0-1,0 1,0-1,0 0,0-1,0 1,-1 0,1-1,0 0,-1 1,1-1,-1 0,0 0,0 0,0-1,11-14,-1 0,-1-1,0 0,-2-1,0 0,-1-1,-1 0,2-12,12-29,-13 85,-8-21,0-1,0 0,0 1,0-1,0 0,1 1,-1-1,1 0,0 1,0-1,-1 0,1 0,1 0,-1 0,0 0,0 0,1 0,-1 0,1 0,0-1,-1 1,1-1,0 1,0-1,0 0,0 1,0-1,0 0,1 0,-1-1,0 1,0 0,1-1,-1 0,0 1,1-1,-1 0,1 0,-1 0,0 0,1-1,-1 1,3-1,2-1,0 0,0-1,0 1,0-1,0-1,-1 1,0-1,1-1,-1 1,-1-1,1 0,-1 0,1 0,-2-1,1 0,0 0,-1 0,-1-1,1 1,-1-1,0 0,0 0,-1 0,0 0,0-1,-1 1,1-2,-3 7,1 0,-1 0,0 0,0 0,0 0,0 0,0 0,-1 0,1 0,0 0,-1 0,1 1,-1-1,0 1,0-1,0 1,1 0,-1-1,0 1,0 0,-1 0,1 0,0 1,0-1,0 1,-1-1,1 1,0-1,0 1,-1 0,1 0,0 0,-1 1,1-1,0 1,0-1,0 1,-1-1,1 1,0 0,0 0,0 0,0 1,0-1,0 0,1 1,-1-1,0 1,1-1,-6 4,1 0,1 0,-1 1,1 0,0 0,0 0,1 0,0 1,0 0,0-1,1 2,0-1,1 0,-1 0,1 1,1 0,-1-1,1 1,1 0,-1-1,2 1,-1 0,1 0,0-1,0 1,1 0,0-1,0 1,1-1,0 0,0 0,1 0,1 2,2-2,0 0,1 0,0 0,0-1,0 0,1 0,0-1,0 0,0-1,1 0,-1 0,1-1,0 0,0-1,0 0,1-1,-1 0,0-1,0 0,1 0,-1-1,0 0,0-1,0 0,0-1,0 0,0 0,-1-1,1-1,-1 1,0-2,0 1,-1-1,0 0,0-1,0 0,-1 0,1-2,0-5,-1-1,0 0,-1 0,-1-1,-1 0,0 0,-1 0,0-1,-1 1,-1-1,-1 1,0-1,-2-2,2 2,0 16,0-1,-1 1,1 0,0-1,0 1,0 0,0-1,0 1,0-1,1 1,-1 0,0-1,1 1,-1 0,0-1,1 1,0 0,-1 0,1-1,0 1,0 0,0 0,0 0,-1 0,1 0,1 0,-1 0,0 0,0 1,0-1,0 0,1 1,-1-1,0 1,1-1,-1 1,0-1,1 1,-1 0,0 0,1 0,-1 0,1 0,-1 0,0 0,1 0,-1 1,0-1,1 0,-1 1,0-1,1 1,5 0,0 1,0-1,0 1,0 0,0 1,0 0,-1 0,0 0,1 1,-1 0,-1 0,1 1,-1-1,1 1,-1 1,0-1,-1 1,0-1,0 1,0 0,0 1,-1-1,0 1,0-1,-1 1,2 7,-15 87,0-40,11-58,0 0,0 0,0 0,0 0,1 0,-1 0,1 0,0 0,0-1,0 1,0 0,1-1,-1 1,0 0,1-1,0 0,0 1,0-1,0 0,0 0,0 0,0 0,1 0,-1-1,1 1,-1-1,1 0,0 1,-1-1,1 0,0-1,0 1,0 0,0-1,0 0,0 0,0 1,0-2,2 1,14 0,0 0,-1-1,1-1,0-1,-1-1,0-1,0 0,0-1,0-1,-1 0,5-5,16-8</inkml:trace>
  <inkml:trace contextRef="#ctx0" brushRef="#br0" timeOffset="1552.433">4760 188,'-9'0,"0"-1,0 2,0-1,0 1,0 0,0 1,1 0,-1 1,0-1,1 2,0-1,-1 1,1 0,1 1,-1 0,1 0,0 1,0 0,0 0,-3 5,8-8,1 0,0-1,0 1,0 0,0 0,0 0,0 0,1 0,-1 0,1 0,0 0,0 0,0 0,1 0,-1 0,1 0,-1 0,1 0,0 0,0 0,0-1,1 1,-1 0,1-1,-1 1,1-1,0 1,0-1,0 0,0 0,0 0,2 1,82 56,-51-42,-24-13,0 1,0 0,-1 1,0 0,0 0,-1 1,1 0,-1 1,-1 0,0 1,5 6,-12-12,0-1,0 1,-1 0,1 0,-1 0,0-1,0 1,0 0,0 0,0 0,-1 0,1-1,-1 1,0 0,0 0,0-1,0 1,0 0,0-1,-1 1,1-1,-1 0,0 0,0 1,0-1,0 0,0 0,0-1,-1 1,1 0,0-1,-1 1,1-1,-1 0,0 0,1 0,-1 0,0-1,0 1,0-1,0 1,1-1,-1 0,0 0,0 0,0-1,0 1,0-1,1 1,0-1,1 0,-1 0,0 0,0 0,1 0,-1 0,0-1,1 1,0 0,-1-1,1 1,0-1,-1 0,1 1,0-1,0 0,0 0,1 1,-1-1,0 0,1 0,-1 0,1 0,0 0,-1 0,1 0,0 0,0 0,1 0,-1 0,0 0,1-1,17-65,-10 53,0 0,1 0,0 1,2 0,-1 0,2 1,0 1,0 0,1 1,0 0,9-4,-21 13,0 1,1 0,-1-1,1 1,0 0,-1 0,1 0,0 0,-1 0,1 0,0 1,0-1,0 1,0-1,0 1,0 0,0-1,0 1,0 0,0 0,-1 1,1-1,0 0,0 1,0-1,0 1,0-1,0 1,0 0,-1 0,1 0,0 0,-1 0,1 0,-1 0,1 1,-1-1,1 1,-1-1,0 1,0-1,0 1,0 0,11 91,-12-59,1-22,-2-4,1 0,0 0,1 0,0 0,0 0,1 0,0 0,0 0,1 0,0-1,0 1,1-1,0 0,3 6,-6-12,0-1,1 1,-1 0,0 0,0 0,0-1,0 1,1 0,-1-1,0 1,1-1,-1 0,0 1,1-1,-1 0,1 0,-1 0,0 0,1 0,-1 0,1 0,-1 0,0-1,1 1,-1-1,0 1,1-1,-1 1,0-1,0 0,0 1,1-1,0-1,12-10</inkml:trace>
  <inkml:trace contextRef="#ctx0" brushRef="#br0" timeOffset="1836.243">4960 0,'-13'0,"-8"3,-1 4,-1 7,5 3,8 2,9 4,12 1,11 2,2-3</inkml:trace>
  <inkml:trace contextRef="#ctx0" brushRef="#br0" timeOffset="2101.996">5282 442,'17'-20,"-1"-1,-1-1,-1-1,-1 0,-1 0,-1-1,-1-1,-1 0,-1 0,0-4,-7-9,-1 37,0 0,0 1,0-1,0 0,0 1,0-1,0 0,0 1,-1-1,1 0,0 1,0-1,-1 0,1 1,0-1,-1 1,1-1,-1 1,1-1,-1 1,1-1,-1 1,1-1,-1 1,0 0,1-1,-1 1,1 0,-1-1,0 1,1 0,-1 0,0 0,1-1,-1 1,0 0,0 0,1 0,-1 0,0 0,1 1,-1-1,0 0,1 0,-1 0,0 1,1-1,-1 0,0 0,1 1,-8 4,0 1,1 1,0-1,0 1,0 0,1 0,0 1,1 0,0 0,0 1,0-1,1 1,-2 6,0-1,0 0,1 0,1 1,0 0,1-1,0 1,1 6,1-17,1 0,0 1,0-1,0 1,1-1,-1 0,1 0,0 1,0-1,1 0,-1 0,1 0,0 0,0 0,0-1,1 1,-1 0,1-1,0 0,0 0,0 0,0 0,1 0,-1 0,1-1,0 0,2 2,9 0,1 0,0 0,0-2,0 0,0 0,0-2,1 0,-1-1,0 0,0-2,0 0,0 0,-1-2,1 0,-1 0,0-2,4-2,35-19,-11 0</inkml:trace>
  <inkml:trace contextRef="#ctx0" brushRef="#br0" timeOffset="2972.471">3623 242,'-2'2,"-1"6,0 7,1 11,0 11,-1 9,-5 11,-1-4</inkml:trace>
  <inkml:trace contextRef="#ctx0" brushRef="#br0" timeOffset="-1602.743">1 897,'21'-77,"-11"48,-1 1,-2-1,-1-1,-1 1,-1-1,-2 0,-1 0,-1 0,-2 0,-1 0,-2-6,5 34,0-1,-1 1,1-1,-1 1,0-1,0 1,0 0,0-1,0 1,0 0,0 0,-1 0,1 0,-1 0,0 0,0 0,1 1,-1-1,0 1,-1-1,2 2,0 0,0 1,0-1,0 1,1-1,-1 1,0-1,0 1,0-1,1 1,-1 0,0 0,1-1,-1 1,1 0,-1 0,1 0,-1-1,1 1,0 0,-1 0,1 0,0 0,0 0,0 0,-1 0,1 0,0 0,0 0,0 0,1 0,-1 0,0 0,0 0,0 0,1-1,-1 1,1 0,-1 0,0 0,1 0,0 0,3 3,1 1,-1-1,1 0,1 0,-1-1,0 0,1 0,0 0,0 0,0-1,0 0,0 0,0-1,0 0,0 0,1 0,-1-1,4 0,12 4,-15-4,-1 0,0 0,0 1,0-1,1 2,-1-1,0 1,0 0,-1 0,1 0,0 1,-1 0,1 0,-1 1,0-1,0 1,-1 0,1 0,-1 1,1 0,-2-1,1 1,0 1,-1-1,0 0,0 1,-1 0,3 4,-3 14,0-1,-1 0,-1 1,-1-1,-4 23,-2 62,7-106,-1 0,1 0,0 0,0 0,0 0,0 0,0-1,1 1,-1 0,0 0,1 0,0 0,-1 0,1 0,0 0,0-1,0 1,0 0,0-1,0 1,0-1,1 1,-1-1,1 0,-1 1,1-1,-1 0,1 0,0 0,0 0,-1 0,1 0,0-1,0 1,0-1,0 1,0-1,0 0,0 0,0 1,0-2,0 1,0 0,11-5,0 0,0-1,-1-1,0 0,0-1,-1 0,0-1,-1 0,1 0,-2-1,7-8,-3 5,0-1,-1 0,0-1,-1 0,-1-1,0 0,-1 0,-1-1,-1 0,0-1,3-13,-10 29,1 0,0 0,0 0,-1 0,1-1,-1 1,0 0,1 0,-1 0,0-1,0 1,-1 0,1 0,0-1,-1 1,1 0,-1 0,0 0,0 0,0 0,0 0,0 0,0 0,-1 0,1 0,0 1,-1-1,1 0,-1 1,0-1,0 1,1 0,-1 0,0-1,0 1,-1 3,0-1,0 0,0 1,0 0,0 0,1 0,-1 0,1 0,-1 0,1 1,0-1,0 1,0-1,0 1,1 0,-1 0,1 0,-1 0,1 0,0 0,0 0,0 0,1 2,-4 8,0 0,2 0,0 1,0-1,1 0,1 1,0-1,1 1,0-1,1 1,1-1,0 0,0 0,6 11,-6-17,0 1,0-2,1 1,0 0,0-1,0 0,1 0,0 0,0 0,1-1,0 0,0 0,0-1,0 1,1-1,-1-1,1 1,0-1,0 0,0-1,1 0,-1 0,1 0,-1-1,1 0,6 0,-6-2,-1 1,1-1,-1 0,0-1,0 0,1 0,-1 0,0-1,-1 0,5-3,23-14</inkml:trace>
  <inkml:trace contextRef="#ctx0" brushRef="#br0" timeOffset="-1099.428">829 509,'10'1,"-1"1,0 0,1 0,-1 1,0 0,-1 1,1 0,-1 0,1 1,-1 0,-1 0,1 1,-1 0,0 1,0-1,0 1,-1 1,-1-1,1 1,-1 0,0 0,-1 0,0 1,0 0,-1 0,0 0,0 0,-1 0,-1 1,1 4,10 190,-6-36,-6-161,0-1,0 1,1-1,0 0,0 1,0-1,1 0,0 0,0 1,0-1,1-1,0 1,0 0,1-1,-1 0,1 1,0-1,1-1,-1 1,1-1,0 0,0 0,0 0,1 0,-1-1,1 0,0 0,0-1,0 0,0 0,0 0,0-1,3 1,-4-2,0 0,-1-1,1 1,0-1,-1 0,1-1,-1 1,1-1,-1 1,0-1,0-1,1 1,-2-1,1 1,0-1,0 0,-1 0,0-1,0 1,0-1,0 0,0 1,0-1,-1-1,0 1,0 0,0 0,-1-1,1 1,-1-3,2-2,-2 1,1-1,-1 0,-1-1,1 1,-1 0,-1 0,0 0,0 0,-1 0,0 0,-1 1,0-1,0 0,-2-2,-8-11,-2 2,0 0,-1 1,0 1,-2 0,0 1,-1 1,-1 1,0 1,-1 0,0 2,-1 0,-1 2,0 0,0 1,-1 2,0 0,-10 0,-18 0,112 9,0-2,0-3,-1-3,1-2,49-14,-32 4</inkml:trace>
  <inkml:trace contextRef="#ctx0" brushRef="#br0" timeOffset="13089.024">215 1552,'-16'429,"13"-394,0-12,1 0,1-1,1 1,2 0,0 0,1-1,1 2,-3-21,0 1,1 0,-1-1,1 0,-1 1,1-1,0 0,1 0,-1 0,0 0,1 0,0-1,-1 1,1-1,0 0,0 0,1 0,-1 0,0 0,1-1,-1 1,1-1,-1 0,1 0,0 0,-1-1,1 1,0-1,-1 0,1 0,0 0,0 0,-1-1,1 0,0 0,-1 0,1 0,-1 0,1-1,2-1,12-5,0-2,0 0,-1-1,0-1,-1-1,-1 0,0-1,0-1,-2 0,0 0,0-2,-2 0,0 0,-1-1,4-10,-12 24,0 2,0-1,-1 1,0-1,1 0,-1 1,0-1,0 0,-1 0,1 0,0 0,-1 0,0 0,0 0,0 0,0 1,0-1,-1 0,1 0,-1-2,0 5,0 0,-1-1,1 1,0-1,-1 1,1 0,0 0,-1 0,1 0,0 0,0 0,-1 0,1 0,0 0,-1 1,1-1,0 1,0-1,-1 1,1-1,0 1,0 0,0-1,0 1,0 0,0 0,0 0,0 0,0 0,0 0,0 0,1 0,-1 0,0 0,1 1,-6 5,0 1,1 0,0 1,1-1,0 1,0 0,1 0,0 0,1 1,0-1,0 1,1-1,0 6,0-11,1 0,0 1,0-1,0 1,0-1,1 1,0-1,0 1,0-1,0 0,1 0,0 0,-1 0,2 0,-1 0,0 0,1 0,0-1,-1 1,1-1,1 0,-1 0,0 0,1 0,0-1,-1 1,1-1,0 0,4 1,-4-2,0 0,0 0,0 0,0-1,0 1,1-1,-1 0,0 0,0-1,0 1,0-1,0 0,0 0,0 0,0-1,0 0,0 1,0-1,-1 0,2-1,18-14</inkml:trace>
  <inkml:trace contextRef="#ctx0" brushRef="#br0" timeOffset="14348.452">134 1792,'9'2,"0"0,0-1,0 0,1 0,-1-1,0 0,0-1,1 0,4-2,3 1,170-27,92-9,-269 36,0 1,0 0,0 0,0 1,1 1,-1-1,0 2,0-1,-1 1,1 1,0 0,-1 0,1 1,-1 0,0 1,-1 0,1 0,-1 1,0 0,0 0,0 1,1 3,-2 5,-1 0,-1 0,0 1,-1 0,-1 0,-1 0,0 0,-1 1,0-1,-1 0,-1 1,-3 13,3-9,0 0,5 109,-4-128,0-1,0 1,0-1,0 1,0-1,1 0,-1 1,0-1,1 1,-1-1,1 0,0 0,-1 1,1-1,0 0,0 0,0 0,0 0,0 0,0 0,0 0,0 0,0 0,0 0,1-1,-1 1,0 0,0-1,1 1,-1-1,1 1,-1-1,0 0,1 0,-1 0,1 1,-1-1,1-1,-1 1,0 0,2 0,3-6,0 0,0 0,0 0,-1 0,0-1,0 0,-1 0,0 0,0-1,-1 1,0-1,2-6,-2 7,8-20,-2-1,-1-1,-1 1,3-26,-29 132,19 20,0-96,0 1,1-1,0 1,-1 0,1-1,0 0,0 1,1-1,-1 0,0 1,1-1,-1 0,1 0,0 0,0 0,0-1,0 1,0 0,0-1,0 1,1-1,-1 0,0 0,1 0,-1 0,1 0,-1 0,1-1,-1 1,1-1,0 0,-1 0,1 0,-1 0,3 0,5-3,0 0,-1 0,1-1,-1 0,0-1,0 0,0-1,-1 1,0-2,0 1,0-1,-1 0,0-1,0 0,-1 0,0 0,-1-1,0 1,0-1,0-1,-2 1,1-1,-1 0,0 1,-1-1,0-4,-1 12,0-1,0 0,-1 0,1 0,-1 0,1 0,-1 0,0 0,0 0,-1 0,1 0,0 0,-1 1,0-1,0 0,0 0,0 0,-14 14,11-2,0 0,0 0,1 0,1 1,-1 0,2-1,-1 1,1 0,1 0,0 0,0 0,1 0,0-1,0 1,2 2,-2-9,0-1,0 0,0 0,0 1,0-1,1 0,-1 0,0 0,1 0,0-1,0 1,-1 0,1-1,0 1,0-1,0 1,1-1,-1 0,0 0,0 0,1 0,-1-1,0 1,1-1,-1 1,1-1,-1 0,1 0,-1 0,1 0,-1 0,1 0,-1-1,2 0,78-36,-53 16,-1-2,-1-2,-1 0,-1-1,7-11,41-90,-84 195,4 0,3 1,2 32,2-73,18 534,-18-507,-3-55,-22-108,5-37,2-106,15 233,1 1,1-1,1 0,1 0,0 0,1 1,1-1,1 1,0 0,1 0,1 0,1 0,0 1,1 0,8-10,-13 22,1 1,0 0,0 0,0 0,0 0,1 0,-1 1,1 0,-1 0,1 0,0 0,0 1,0 0,0 0,0 0,0 1,0 0,0 0,0 0,0 0,0 1,0 0,0 0,0 0,0 0,0 1,-1 0,1 0,-1 0,1 1,-1 0,0-1,2 3,-1-2,0 1,0 0,0 0,0 0,-1 1,0 0,1 0,-2 0,1 0,-1 0,0 1,0 0,0 0,-1-1,0 1,0 1,0-1,-1 0,0 0,0 1,-1-1,1 0,-1 1,-1-1,1 1,-2 2,-1-1,0 0,-1 1,0-1,-1-1,0 1,0-1,0 0,-1 0,0 0,0-1,-1 0,0 0,0-1,0 1,-1-2,1 1,-1-1,-1 0,1-1,0 0,-1 0,1-1,-1 0,-5 1,-3-3</inkml:trace>
  <inkml:trace contextRef="#ctx0" brushRef="#br0" timeOffset="15893.912">2674 1846,'-5'-3,"-1"0,0 0,1 1,-2-1,1 2,0-1,0 1,0 0,-1 0,1 0,0 1,-1 0,1 0,-1 1,1 0,0 0,0 1,-1-1,1 1,0 0,1 1,-1 0,-4 2,1 0,1 0,0 0,0 1,0 0,1 0,0 1,0 0,1 0,0 0,0 1,0 0,1 0,1 0,-1 1,-1 5,5-11,0 1,0-1,1 0,-1 0,1 1,0-1,0 0,0 0,0 1,0-1,1 0,-1 1,1-1,0 0,0 0,0 0,1 0,-1 0,1 0,0 0,-1-1,1 1,0 0,1-1,-1 0,0 1,1-1,-1 0,1 0,0 0,0-1,0 1,0-1,0 1,0-1,0 0,0 0,0 0,0-1,1 1,1-1,20 3,0-2,-1-1,1-1,-1-1,1-1,-1-1,0-1,0-1,0-2,-1 0,0-1,-1-1,19-12,61-39,-90 40,-31 23,16 1,1 0,0 0,0 0,0 0,0 0,1 0,-1 1,1-1,0 1,0-1,0 1,1 0,-1-1,1 1,0 0,0-1,0 1,0 0,0-1,1 1,0-1,0 1,1 2,-1-3,0 1,0-1,1 1,-1-1,1 0,0 1,0-1,0 0,0 0,0-1,1 1,-1 0,1-1,0 1,0-1,0 0,0 0,0 0,0-1,1 1,-1-1,0 1,1-1,-1 0,1-1,0 1,-1 0,1-1,0 0,-1 0,1 0,1-1,4 1,1-2,0 1,0-1,-1-1,1 0,-1 0,0-1,0 0,0 0,-1-1,5-3,-6 2,0 1,-1-1,0 0,0 0,-1-1,1 0,-1 0,-1 0,0 0,0-1,0 0,-1 0,0 0,-1 5,-1-1,0 0,0 0,0 0,-1 0,1-1,-1 1,0 0,0 0,0 0,-1 0,0 0,1 0,-1 0,-1 0,1 0,0 0,-1 0,0 1,0-1,0 1,0-1,-1 1,0 0,1 0,-1 0,-2-2,1 2,1 1,-1 0,1-1,-1 1,0 0,0 1,0-1,0 1,0 0,0 0,-1 0,1 0,0 1,-1 0,1 0,0 0,-1 0,1 1,0-1,0 1,-1 0,1 0,0 1,0-1,0 1,0 0,1 0,-3 2,0 0,0 0,0 0,0 1,1 0,0 0,0 0,0 0,1 1,0 0,0 0,0 0,1 0,0 1,0 0,0-1,-1 8,4-11,-1 0,1 0,-1 1,1-1,0 0,1 1,-1-1,0 0,1 0,0 1,0-1,0 0,0 0,0 0,1 0,-1 0,1 0,0 0,0-1,0 1,0-1,0 1,1-1,-1 0,2 1,19 14</inkml:trace>
  <inkml:trace contextRef="#ctx0" brushRef="#br0" timeOffset="16449.478">3370 1940,'-4'-12,"-5"-18,1 0,1 0,1-1,2 0,1-4,3 33,0-1,-1 1,1 0,0 0,0 0,0 0,1 0,-1 0,0-1,1 1,-1 0,1 0,0 0,0 0,0 0,0 0,0 1,0-1,0 0,1 0,-1 1,0-1,1 1,0-1,-1 1,1 0,0 0,0-1,0 1,-1 0,1 1,0-1,0 0,0 1,1-1,-1 1,0-1,0 1,0 0,1 0,7 0,-1 1,0 1,0 0,0 0,0 1,0 0,-1 0,1 1,-1 0,0 0,0 1,0 0,0 1,-1-1,0 2,-1-1,1 1,-1 0,0 0,-1 0,0 1,0 0,0 0,-1 1,-1-1,1 1,-1-1,-1 1,1 0,-2 0,1 1,-1-1,-1 0,1 0,-2 9,-19 76,22-92,-1 0,1-1,0 1,0-1,0 1,0-1,0 0,0 0,0 0,0 0,1 0,-1-1,0 1,1 0,-1-1,0 0,1 0,-1 0,0 0,1 0,-1 0,0 0,1-1,-1 1,0-1,1 0,-1 1,0-1,0 0,19-5,-1-1,0-1,0-1,0 0,-2-2,1 0,-1-1,-1 0,0-2,-1 0,11-12,-21 20,0 0,-1-1,1 1,-1-1,-1 0,1-1,-1 1,-1-1,1 1,-1-1,0 0,-1 0,0-1,0 1,-1-1,-1 8,0 0,0 0,0 0,0 0,0 0,0 0,0 0,0 0,0 0,0 0,-1-1,1 1,0 0,-1 0,1 0,-1 0,1 1,-1-1,1 0,-1 0,0 0,1 0,-1 0,0 1,0-1,0 0,0 1,0-1,0 1,1-1,-1 1,0-1,0 1,-1 0,1-1,0 1,0 0,0 0,0 0,0 0,0 0,0 0,0 0,0 0,-1 0,-43 22,40-17,-1 0,2-1,-1 2,1-1,0 0,0 1,0 0,1 0,0 0,0 0,0 1,1-1,0 1,0-1,1 1,0 0,0 0,0 0,1 0,0-1,0 1,1 0,0 0,0 0,1-1,0 1,0 0,0-1,1 0,0 1,0-1,1 0,-1-1,1 1,1-1,0 1,4 0,0-1,1-1,-1 1,1-2,0 1,0-1,0-1,1 0,-1 0,1-1,-1-1,1 1,-1-2,1 0,-1 0,0 0,6-3,33-7</inkml:trace>
  <inkml:trace contextRef="#ctx0" brushRef="#br0" timeOffset="16796.816">4345 1605,'-17'2,"0"0,0 1,0 0,0 2,1 0,0 1,0 0,0 2,1 0,0 0,0 1,1 1,1 1,-5 4,16-15,0 1,0 1,0-1,0 0,0 0,0 1,0-1,0 1,1 0,-1-1,0 1,1 0,0 0,-1 0,1 0,0 0,0 0,0 1,0-1,1 0,-1 0,1 1,-1-1,1 1,0-1,0 0,0 1,0-1,0 0,0 1,1-1,-1 0,1 1,-1-1,1 0,1 2,4 0,-1-1,1 0,0 0,0-1,1 1,-1-1,0 0,1-1,-1 0,1 0,6 0,1 1,39 4,-27-4,-1 1,-1 2,1 0,0 1,11 6,-34-12,0 1,0-1,-1 1,1-1,0 1,-1-1,1 1,0 0,-1 0,1 0,-1 0,0 0,1 0,-1 0,0 0,1 1,-1-1,0 1,0-1,0 1,0-1,0 1,-1-1,1 1,0 0,-1-1,1 1,-1 0,0 0,1-1,-1 1,0 0,0 0,0-1,0 1,-1 0,1 0,0 0,-1-1,1 1,-1 0,0-1,1 1,-1-1,0 1,-8 7,1 0,-2-1,1 0,-1 0,0-1,-1-1,0 0,0 0,0-1,-4 3,-72 28,87-36,1 0,-1 0,0 0,0 0,1 0,-1 0,0 0,1 0,-1 0,0 0,1 0,-1 0,0 0,0-1,1 1,-1 0,0 0,0 0,1-1,-1 1,0 0,0 0,0-1,0 1,1 0,-1 0,0-1,0 1,0 0,0-1,0 1,0 0,0 0,0-1,1 1,-1 0,0-1,0 1,0 0,-1-1,1 1,0 0,0 0,0-1,0 1,0 0,0-1,0 1,0 0,-1 0,1-1,0 1,0 0,0 0,-1-1,1 1,0 0,0 0,-1 0,1-1,0 1,0 0,-1 0,1 0,0 0,22-20,5-1</inkml:trace>
  <inkml:trace contextRef="#ctx0" brushRef="#br0" timeOffset="18530.116">4626 1712,'2'216,"14"58,9 37,-21-285,-3-64,-55-384,52 404,-5-39,2 1,3-1,5-47,-4 101,1 0,-1 0,1 0,0 0,0 0,0 0,1 0,-1 1,1-1,-1 0,1 0,0 0,0 1,0-1,1 0,-1 1,1-1,-1 1,1-1,0 1,0 0,0 0,0 0,0 0,0 0,1 0,-1 1,1-1,-1 1,1-1,-1 1,1 0,0 0,0 0,0 1,0-1,-1 1,3-1,3 5,0 0,0 0,-1 1,1 0,-1 1,0-1,-1 1,1 1,-1-1,0 1,-1 0,0 0,0 1,-1-1,4 8,-2-5,-1 1,1 0,-2 1,0-1,0 1,-1 0,0 0,-1 0,0 2,-2-10,1-1,-1 1,0-1,0 1,0-1,-1 1,1-1,-1 0,0 1,0-1,0 0,0 1,-1-1,1 0,-1 0,0 0,0 0,0 0,0-1,-1 1,1-1,-1 1,1-1,-1 0,0 0,0 0,0 0,0-1,0 1,0-1,0 1,-1-1,-2 0,4 0,-1 0,1-1,0 1,0-1,0 0,-1 0,1 0,0 0,0 0,-1 0,1 0,0-1,0 1,0-1,-1 0,1 1,0-1,0 0,0 0,0-1,0 1,1 0,-1-1,0 1,0-1,1 1,-1-1,1 0,0 1,-1-1,1 0,0 0,0 0,0 0,0 0,1-1,-1 1,0 0,1 0,0 0,-1-1,1 1,0 0,0 0,0-1,1 1,-1-2,3-6,0 1,1-1,-1 0,2 1,-1 0,2 0,-1 1,1-1,0 1,1 0,0 1,0-1,0 2,1-1,0 1,1 0,-1 0,1 1,0 1,0-1,1 1,5-1,-11 3,0 0,0 0,0 1,0 0,0 0,1 0,-1 0,0 0,1 1,-1 0,0 0,1 0,-1 1,0-1,1 1,-1 0,0 0,0 0,0 1,0 0,0-1,0 2,0-1,0 0,-1 1,1-1,-1 1,0 0,0 0,0 0,0 1,-1-1,1 1,-1-1,2 4,39 97,-42-103,-1 0,1 0,1 0,-1 0,0 0,0 0,0 0,0 0,1 0,-1-1,0 1,1-1,-1 1,0-1,1 1,-1-1,1 0,-1 0,0 1,1-1,-1 0,1-1,-1 1,1 0,-1 0,1 0,-1-1,0 1,1-1,-1 1,0-1,1 0,-1 1,1-2,40-33,-29 21,0-1,-1-1,-1 0,0 0,-1-1,-1-1,3-9,-16 38,1 0,0 0,1 1,0-1,0 1,2 0,-1-1,1 1,0-9,0 0,0 0,0 1,0-1,1 0,-1 0,1 0,0 0,0 0,0 0,0 0,1-1,-1 1,1 0,-1 0,1-1,0 1,0-1,0 0,0 0,1 1,-1-1,1-1,-1 1,1 0,0-1,-1 1,1-1,0 0,0 0,0 0,0 0,0 0,0-1,0 1,1-1,-1 0,5-1,0 0,0-1,0 0,0-1,0 0,-1 0,1 0,-1-1,0 0,0-1,0 1,0-1,-1-1,0 1,0-1,-1 0,1 0,-1-1,0 0,-1 1,0-2,0 1,-1 0,1-1,-2 0,1 0,-1 0,0 0,0-3,-4 21,1 0,0 0,0 0,1 1,1-1,0 0,0 0,1 0,0 0,1 0,2 5,-4-13,1 0,0 0,0 0,-1 0,1 0,1 0,-1-1,0 1,0-1,1 1,-1-1,0 0,1 0,-1 0,1 0,0-1,-1 1,1-1,0 1,-1-1,1 0,0 0,-1 0,1 0,0-1,-1 1,1-1,0 0,-1 1,1-1,-1 0,1-1,0 1,73-54,-59 33,-2 0,0-2,-2 1,0-2,-2 0,6-18,-3 11,-14 31,18-32,-18 33,0-1,1 1,-1-1,0 1,1-1,-1 1,1 0,-1-1,1 1,-1-1,1 1,-1 0,1 0,-1-1,1 1,0 0,-1 0,1 0,-1-1,1 1,0 0,-1 0,1 0,0 0,-1 0,1 0,-1 0,1 1,0-1,-1 0,1 0,-1 0,1 0,-1 1,1-1,0 0,-1 1,1-1,-1 0,1 1,-1-1,0 1,1-1,-1 1,1-1,-1 1,0-1,1 1,-1-1,0 1,0-1,0 1,1 0,6 14,-1 0,-1 0,0 1,-1-1,0 1,-1 0,-1 7,0-10,18 152,-13-95,2-1,4 0,10 32,-21-94,-1-1,1 1,0-1,0 0,1 0,0 0,0 0,0 0,1-1,-1 0,2 1,-1-1,0-1,1 1,0-1,0 1,3 1,-5-7,-1 1,1-1,-1 0,0 0,1 0,-1 0,0 0,1 0,-1-1,0 1,0-1,0 1,0-1,-1 0,1 0,0 0,-1 0,1 0,-1 0,1 0,-1 0,0-1,0 1,0 0,-1-1,1 1,0-1,-1 1,0-1,1 1,-1-1,0 1,0-1,-1 0,4-26,-2-1,0 1,-3 0,0 0,-2 0,-1 0,-1 1,-1-1,-2 2,-9-21,12 32,0-1,-1 1,-1 0,-1 1,0 0,-1 0,0 1,-1 1,-1 0,-9-9,33 28,0-1,1 0,-1-1,1 0,1-1,-1-1,0 0,0-1,1 0,-1-1,1 0,-1-1,1-1,-1 0,0-1,5-2,-4 1,0 0,-1-1,0-1,0 0,-1 0,1-2,3-3,-13 7,-16 11,7-3,0 0,0 1,0 0,1 0,-1 0,1 0,1 1,-1 0,1 0,0 0,0 1,1-1,-1 1,1 0,1 0,0 0,0 0,3-4,0 1,1-1,-1 0,1 0,0 0,0 0,0-1,0 1,1 0,-1-1,1 0,0 1,-1-1,1 0,0-1,0 1,0 0,1-1,-1 0,0 1,0-1,1-1,-1 1,1 0,-1-1,1 0,-1 1,1-2,-1 1,0 0,1-1,-1 1,3-2,-1 1,-1 0,1 0,0-1,-1 0,1 0,-1 0,0-1,0 0,0 1,0-2,0 1,0 0,-1-1,0 1,1-1,-1 0,-1 0,1 0,-1 0,1-1,-1 1,0-1,-1 1,1-1,-1 0,0 0,0 0,-1 1,1-1,-1 0,0 0,0 0,-1 0,0-3,1 6,-1-1,0 1,1 0,-1-1,0 1,0 0,0 0,0-1,-1 1,1 0,-1 0,1 0,-1 1,0-1,1 0,-1 1,0-1,0 1,0-1,0 1,-1 0,1 0,0 0,0 0,-1 0,1 1,-1-1,1 1,0-1,-1 1,1 0,-1 0,1 0,-1 0,1 1,-1-1,-5 1,0 1,0 0,0 0,0 0,0 1,1 0,-1 1,1-1,0 1,-2 3,-41 45,49-51,0 0,0 1,1-1,-1 1,0-1,1 1,-1-1,1 1,-1-1,1 1,0-1,0 1,0 0,0-1,0 1,0-1,0 1,0 0,0-1,1 1,-1-1,1 1,-1-1,1 1,0-1,0 1,-1-1,1 0,0 1,0-1,0 0,1 0,-1 0,0 0,0 0,0 0,1 0,-1 0,1 0,-1-1,1 1,-1 0,58 9,-27-13</inkml:trace>
  <inkml:trace contextRef="#ctx0" brushRef="#br0" timeOffset="19088.686">6270 1391,'-92'-9,"90"9,0 0,0 1,-1-1,1 1,0-1,0 1,0 0,0 0,0 0,0 0,0 0,0 1,0-1,0 1,1-1,-1 1,1-1,-1 1,1 0,-1 0,1 0,0 0,0 0,0 0,0 0,0 0,1 0,-1 0,1 0,-1 1,1-1,0 0,0 0,0 1,0-1,0 0,0 0,1 1,-1-1,4 14,1-1,0 0,1 0,0 0,2-1,0 0,0 0,1-1,1 0,5 5,8 15,124 180,-144-208,-2-3,-1 0,1 0,0-1,0 1,-1 0,1 0,0-1,1 1,-1-1,0 1,0-1,1 1,-1-1,1 0,-1 0,1 1,0-1,-1 0,1-1,0 1,0 0,-1 0,1-1,0 1,0-1,0 0,0 1,0-1,0 0,0 0,0 0,0 0,0-1,0 1,-1 0,1-1,0 1,1-1,5-10,-1 0,-1 0,1-1,-2 1,0-1,0 0,-1-1,0 1,-1-1,-1 0,0 0,14-86,-5-1,-5 1,-6-99,0 164,-4-46,-3 74,0 22,-4 27,2 1,2 1,2 0,2-1,2 28,0-43,-2 12,2 0,1 0,3 0,1-1,2 1,1-1,3 0,9 24,-9-47,-10-17,0-1,0 1,0 0,0 0,0 0,0 0,0 0,0-1,1 1,-1 0,0 0,0 0,0 0,0 0,0-1,0 1,0 0,1 0,-1 0,0 0,0 0,0 0,0 0,0 0,1 0,-1 0,0 0,0-1,0 1,0 0,1 0,-1 0,0 0,0 0,0 0,0 0,1 1,-1-1,0 0,0 0,0 0,0 0,1 0,-1 0,0 0,0 0,-17-47,4 18</inkml:trace>
  <inkml:trace contextRef="#ctx0" brushRef="#br0" timeOffset="19355.933">6338 1578,'15'0,"16"0,12 0,11-2,8-4,4-2,5-4,0-3,-4-4,-8 3,-17 3,-16 3</inkml:trace>
  <inkml:trace contextRef="#ctx0" brushRef="#br0" timeOffset="21172.373">348 2983,'-27'-4,"22"3,0 0,0 0,0 0,0 0,-1 1,1 0,0 0,0 0,-1 1,1 0,0 0,0 0,0 0,0 1,0 0,0 0,1 1,-1-1,0 1,1 0,0 0,0 0,0 1,0-1,0 1,1 0,0 0,-3 4,2-2,0 0,0 1,1-1,-1 1,2 0,-1 0,1 0,0 0,0 0,1 0,0 1,0-1,1 1,-1-1,2 0,-1 1,1-1,0 0,1 1,0-1,0 0,0 0,1 0,0-1,1 1,-1 0,1-1,0 0,1 0,0 0,0-1,0 0,0 0,1 0,0 0,0-1,0 0,0 0,1-1,3 2,2-2,0 0,0-1,0-1,0 0,1 0,-1-1,0-1,0 0,0-1,1 0,-2-1,1 0,0-1,-1 0,1-1,-1 0,0-1,-1 0,0-1,0 0,0 0,-1-1,0 0,0-1,-1 0,0-1,-1 1,0-1,0-1,1-4,3-24,-11 39,-1 0,1-1,-1 1,1 0,-1-1,1 1,-1 0,1-1,0 1,-1 0,0 0,1 0,-1 0,1-1,-1 1,1 0,-1 0,1 0,-1 0,1 0,-1 0,1 1,-1-1,1 0,-1 0,1 0,-1 0,1 0,-1 1,1-1,-1 0,1 1,-1-1,1 0,-1 1,1-1,0 0,-1 1,1-1,0 1,-1-1,1 0,0 1,0-1,-1 1,1-1,0 1,0-1,0 1,0 0,0-1,0 1,0-1,-1 1,2-1,-1 1,0 0,-3 3,0 1,1-1,0 1,0 0,0 0,0 0,1 0,0 0,0 0,0 0,1 0,0 0,0 1,0-1,1 0,-1 0,1 0,0 0,1 0,-1 0,1 0,0 0,0 0,1-1,-1 1,1-1,0 0,0 0,1 0,-1 0,1 0,0-1,0 1,0-1,0 0,1 0,-1-1,1 1,-1-1,1 0,0-1,0 1,0-1,0 0,0 0,0-1,-1 0,0-1,0 1,0-1,0 0,0 0,0-1,0 1,0-1,0 0,-1 0,1 0,-1-1,1 1,-1-1,0 0,0 0,0 0,0 0,-1 0,1-1,-1 1,0-1,0 1,0-1,0 0,-1 0,0 0,0 0,0 0,0 0,0 0,-1-1,0 1,0 0,0 0,0 0,-1-1,1 1,-1 0,0 0,0 0,-1 0,1 0,-1 0,0 1,0-1,0 0,-1 1,-1-2,2 1,-1 1,0 0,0-1,0 1,0 0,-1 1,1-1,-1 1,1-1,-1 1,0 0,0 0,0 1,0-1,0 1,-1 0,1 0,0 1,-1-1,1 1,0 0,-2 0,3 5,18-1,11-2,1-2,-1 0,0-2,1-1,-1-1,5-3,70-8,-98 14,-1 0,1 1,0-1,-1 1,1 0,0-1,0 1,0 0,-1 1,1-1,0 0,0 1,-1 0,1-1,0 1,-1 0,1 1,-1-1,1 0,-1 1,0-1,1 1,-1 0,0 0,0-1,0 1,0 1,-1-1,1 0,-1 0,1 1,-1-1,1 3,-1 1,-1 0,0 1,0-1,0 1,-1-1,0 0,0 1,-1-1,0 0,0 0,0 1,-9 31,11-38,0 1,0-1,-1 0,1 1,0-1,0 0,0 1,0-1,-1 0,1 1,0-1,0 0,0 1,0-1,0 1,0-1,0 0,0 1,0-1,0 1,0-1,0 0,0 1,1-1,-1 0,0 1,0-1,0 1,0-1,1 0,-1 1,0-1,0 0,1 0,-1 1,0-1,1 0,-1 0,0 1,1-1,-1 0,0 0,1 0,-1 0,0 1,1-1,-1 0,0 0,1 0,-1 0,1 0,-1 0,0 0,1 0,-1 0,1 0,-1 0,0 0,1 0,-1-1,0 1,1 0,-1 0,1 0,-1 0,0-1,1 1,-1 0,0 0,1-1,23-19,-7 1,-2-1,0-1,-1 0,-1-1,1-6,-8 17,4-5,-5 51,-6-21,5 117,-3-126,0-1,0 0,0 0,1 0,-1 0,1 0,0 0,0 0,0 0,1-1,0 1,-1-1,1 0,0 0,0 0,1 0,-1 0,1-1,-1 1,1-1,0 0,0 0,0-1,0 1,0-1,0 0,0 0,2 1,23-2,-3-4</inkml:trace>
  <inkml:trace contextRef="#ctx0" brushRef="#br0" timeOffset="21470.275">1378 3022,'-3'6,"1"0,0 1,0-1,0 1,1 0,0-1,0 1,1 0,0-1,0 1,0 0,1 0,0-1,1 1,-1-1,1 1,0-1,1 1,-1-1,1 0,1 0,-1-1,1 1,0 0,0-1,1 0,-1 0,1-1,0 1,1-1,2 2,-2-2,1-1,-1 0,1-1,-1 1,1-1,0-1,0 1,-1-1,1 0,0-1,0 1,0-2,0 1,0-1,0 0,0 0,0 0,0-1,0-1,-1 1,1-1,-1 0,0 0,0-1,0 1,0-2,-1 1,1 0,-1-1,0 0,-1 0,1-1,-1 1,0-1,0 0,-1 0,1-3,26-112,-29 122,-1-1,0 0,0 0,0 1,0-1,0 0,0 0,0 0,0 1,0-1,1 0,-1 0,0 0,0 1,0-1,0 0,1 0,-1 0,0 0,0 0,0 0,1 1,-1-1,0 0,0 0,0 0,1 0,-1 0,0 0,0 0,1 0,-1 0,0 0,0 0,1 0,-1 0,0 0,0 0,0 0,1 0,-1 0,0-1,0 1,1 0,-1 0,0 0,0 0,0 0,0 0,1-1,-1 1,0 0,0 0,0 0,0-1,0 1,1 0,-1 0,0 0,0-1,0 1,0 0,11 23,-10-20,8 19</inkml:trace>
  <inkml:trace contextRef="#ctx0" brushRef="#br0" timeOffset="22049.774">1805 3209,'7'0,"0"1,0-1,0-1,0 1,0-1,0 0,0-1,0 0,0 0,-1 0,1-1,-1 0,0 0,0-1,0 0,0 0,0 0,-1 0,0-1,0 0,0 0,-1-1,3-2,4-8,0 0,-1-1,0 1,-1-2,-2 0,1 0,3-18,-10 34,1-3,0 1,0 0,-1-1,0 0,0 1,0-1,0 0,-1 1,1-1,-1 0,0 0,-1 0,1 1,-1-1,0 0,0 1,-1-1,1 1,-1-1,0 1,-1-1,2 5,-1-1,1 1,-1 0,0 0,1 0,-1 0,1 0,-1 0,0 0,1 1,-1-1,1 1,-1-1,0 1,1-1,0 1,-1 0,1 0,-1 0,1 0,0 0,0 0,-1 0,1 0,0 0,0 1,0-1,0 0,0 1,1-1,-1 1,0-1,1 1,-1 0,-4 5,1 0,-1 0,1 0,1 1,0 0,0-1,0 1,1 0,0 0,0 0,1 0,0 1,1-1,0 0,0 0,1 1,0-1,0 0,1 0,0 0,0 0,1 0,0 0,0-1,1 1,0-1,1 0,-1 0,1-1,0 1,1-1,0 0,0-1,0 1,1-1,-1 0,1-1,0 0,1 0,-1 0,4 1,-2-4,0 0,0-1,0 0,1 0,-1-1,0 0,0 0,0-1,-1 0,1-1,0 0,-1 0,0-1,1 0,-1-1,-1 0,1 0,-1 0,0-1,0 0,-1 0,1-1,-1 0,-1 0,0-1,0 1,0-1,-1 0,0 0,0-1,-1 1,0-1,-1 0,0 1,0-1,0-7,-1-93,-1 107,0 0,1 0,-1 0,1 0,0 0,-1 1,1-1,0 0,0 1,0-1,0 0,1 1,-1 0,0-1,1 1,-1 0,1-1,-1 1,1 0,-1 0,1 0,0 0,-1 1,1-1,0 0,0 1,0-1,0 1,0 0,0-1,-1 1,1 0,0 0,0 0,0 1,0-1,0 0,0 1,0-1,-1 1,1 0,0-1,0 1,0 0,11 0,-8-2,1 1,0 0,-1 0,1 0,-1 0,1 1,0 0,-1 0,0 1,1-1,-1 1,0 0,0 1,0-1,0 1,0 0,-1 0,1 1,-1-1,0 1,0 0,0 0,2 3,-2 3,-1 0,0 1,-1-1,0 0,0 1,-1-1,-1 1,0 0,0-1,-1 1,0-1,-1 1,0-1,-2 5,-7 73,11-86,0 1,1 0,-1 0,1 0,-1 0,1-1,0 1,0 0,0-1,0 1,1 0,-1-1,1 0,-1 1,1-1,0 0,0 0,0 0,0 0,0 0,0 0,1 0,-1-1,1 0,-1 1,1-1,-1 0,1 0,0 0,0 0,0-1,-1 1,1-1,0 0,0 0,0 0,2 0,11-1,-1-1,0 0,0-1,-1-1,1-1,-1 0,0 0,4-3,25-12</inkml:trace>
  <inkml:trace contextRef="#ctx0" brushRef="#br0" timeOffset="22658.218">2969 2902,'-7'-4,"1"0,0 1,-1 0,1 1,-1-1,0 1,0 0,0 1,0 0,0 0,0 0,0 1,-1 0,1 1,0-1,0 1,0 1,0-1,0 1,0 1,1-1,-1 1,1 0,-1 0,1 1,0 0,0 0,1 1,-3 2,7-6,0-1,0 1,0 0,1 0,-1 0,0 0,1 0,-1 0,1 0,-1 0,1 0,-1 1,1-1,0 0,0 0,-1 0,1 1,0-1,0 0,0 0,0 0,0 1,1-1,-1 0,0 0,1 0,-1 0,0 0,1 1,-1-1,1 0,0 0,-1 0,1 0,0 0,0-1,-1 1,1 0,0 0,0 0,0-1,0 1,0 0,0-1,1 1,53 19,2-9,-42-10,-1 1,1 1,0 0,-1 1,0 0,0 2,0-1,0 2,-1 0,0 0,7 7,-17-12,-1 1,0 0,0 0,0 0,0 0,-1 0,1 1,-1-1,0 0,0 1,0-1,0 1,0-1,-1 1,0 0,0-1,0 1,0-1,0 1,-1-1,1 1,-1-1,0 1,0-1,-1 1,1-1,-1 0,1 0,-1 0,0 0,0 0,0 0,-1 0,1-1,-1 1,0-1,1 1,-1-1,0 0,0 0,0-1,-1 1,1-1,-2 1,4-1,0 0,-1 0,1 0,0-1,-1 1,1 0,-1-1,1 1,-1-1,1 0,-1 1,1-1,-1 0,1 0,-1 0,1 0,-1 0,0 0,1-1,-1 1,1 0,-1-1,1 1,0-1,-1 1,1-1,-1 0,1 0,0 0,0 0,-1 0,1 0,0 0,0 0,0 0,0 0,0-1,0 1,1 0,-1-1,0 1,1 0,-1-1,1 1,-1-1,1 1,0-1,0 0,-1 1,1-1,0 1,0-1,1 1,-1-1,0 1,0-1,1 1,-1-1,1 0,5-16,0 1,1-1,2 1,-1 0,2 1,0 0,1 1,1 0,0 0,1 1,8-6,-17 14,2 0,-1 1,0-1,1 1,0 0,0 1,1-1,-1 1,1 0,0 1,0 0,0 0,7-2,-12 6,0-1,0 1,0 0,0 0,0 0,0 0,-1 0,1 0,0 1,-1-1,1 0,-1 1,1 0,-1-1,0 1,1 0,-1-1,0 1,0 0,0 0,-1 0,1 0,0 0,-1 0,1 0,-1 0,0 0,0 0,0 1,0-1,0 0,0 0,0 0,-1 0,0 1,2 0,0 42,0-21,0-1,1 1,1-1,1 0,4 9,-8-30,0 0,1-1,-1 1,0-1,1 1,-1-1,1 1,-1-1,1 1,0-1,0 0,-1 1,1-1,0 0,0 0,1 1,-1-1,0 0,0 0,0 0,1 0,-1-1,0 1,1 0,-1 0,1-1,-1 1,1-1,-1 1,1-1,0 0,-1 0,1 0,-1 0,1 0,-1 0,1 0,0 0,-1 0,1-1,-1 1,1-1,-1 1,1-1,-1 0,1 1,-1-1,0 0,0 0,1 0,-1 0,0 0,1-1,5-7,0 0,0 0,-1 0,0-1,-1 0,0 0,-1 0,0-1,8-23</inkml:trace>
  <inkml:trace contextRef="#ctx0" brushRef="#br0" timeOffset="22815.799">3235 2594,'-13'-9,"-12"-5,-4-1,1 3,4 6,4 5,7 8,10 10,10 6,12 4,11 2,8 2,-1-3</inkml:trace>
  <inkml:trace contextRef="#ctx0" brushRef="#br0" timeOffset="23297.351">3544 3035,'16'-35,"-2"0,0-1,-3 0,0-5,-9-1,-4 42,1 0,-1 0,1 0,-1 1,1-1,-1 0,1 1,0-1,-1 1,1-1,0 1,-1 0,1 0,0-1,0 1,-1 0,1 0,0 0,0 0,0 0,0 1,1-1,-1 0,0 0,0 1,1-1,-1 0,1 1,-1-1,1 1,-1 0,-4 9,1 0,0 0,0 0,1 0,0 1,1 0,1-1,0 1,0 0,1-1,1 1,1 11,-1-18,0 0,0 0,0 0,0 0,1 0,0 0,0-1,1 1,-1-1,1 1,0-1,0 0,0 0,1 0,-1 0,1-1,0 0,0 1,0-1,0-1,1 1,-1-1,1 1,0-1,-1-1,1 1,0-1,0 0,0 0,3 0,5-1,0-1,-1-1,1 0,-1-1,0 0,0-1,0 0,0-1,-1 0,1-1,-1 0,-1-1,1 0,-1-1,-1 0,1-1,-1 0,-1 0,1-1,-2 0,1 0,-2-1,1 0,-1 0,-1 0,0-1,2-10,-24 58,13-23,0 1,1 0,1-1,0 1,1 0,0 0,1 4,0-15,0 0,0 0,0 0,1 0,-1 0,1 0,0 0,0 0,0-1,0 1,0 0,1-1,-1 1,1-1,0 1,-1-1,1 0,0 1,1-1,-1 0,0 0,0-1,1 1,-1 0,1-1,0 0,-1 1,1-1,0 0,0 0,0-1,0 1,-1-1,1 1,0-1,0 0,1 0,2-1,-1 0,0 0,0 0,0 0,0-1,0 0,-1 0,1-1,0 1,-1-1,0 0,1 0,-1 0,-1-1,1 1,0-1,-1 0,0 0,3-4,11-16</inkml:trace>
  <inkml:trace contextRef="#ctx0" brushRef="#br0" timeOffset="23464.318">4065 2648,'-16'-2,"-10"1,-2 3,2 4,5 1,1 1,3-1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12.4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335 123,'-48'160,"-7"-2,-27 45,72-184,10-19,0 0,-1 0,1 0,0 0,-1 0,1 0,-1 0,1 0,0-1,-1 1,1 0,0 0,-1 0,1 0,0-1,-1 1,1 0,0 0,0 0,-1-1,1 1,0 0,0-1,-1 1,1 0,0 0,0-1,0 1,-1 0,1-1,0 1,0-1,0 1,0 0,0-1,0 1,0 0,0-1,0 1,0 0,0-1,0 1,0-1,0 1,0 0,0-1,0 1,1 0,-1-1,0 1,0 0,0-1,1 1,-1 0,0 0,0-1,1 1,-1 0,0 0,1-1,43-157,-28 111,23-81,-5-2,-5-5,-22 99,-3 23,-2 28,-6 52,-3 0,-3 0,-2-1,-11 24,-94 298,251-726,-115 275,-2 0,-3-1,4-52,-32 179,-79 364,62-290,27-103,9-29,29-75,-3-14,-3-1,-5-1,-3-1,8-84,-76 374,29-137,-60 205,71-237,10-24,7-24,22-47,-3-2,-3 0,16-64,-28 83,-2 1,-2-2,2-31,-13 68,-3 21,-79 271,33-101,45-152,9-28,26-68,-8 2,-3 0,-3-1,-2-1,-3 0,0-43,-10 99,1 1,0-1,-1 1,0-1,-1 0,1 1,-1-1,-1 1,0 0,0-1,-1 1,-2-5,4 13,0-1,-1 1,1-1,0 1,-1 0,1-1,-1 1,1 0,0 0,-1 0,1 0,-1 0,1 0,0 1,-1-1,1 0,0 1,-1-1,1 1,0-1,0 1,-1 0,1 0,0-1,0 1,0 0,0 0,0 0,0 0,0 0,0 0,1 0,-1 1,0-1,0 0,1 0,-1 1,1-1,0 0,-1 1,1-1,0 0,-1 1,1-1,-27 50,2 1,3 0,-14 52,19-54,-58 185,73-193,11-47,45-92,-47 78,17-40,-3-1,-2-1,-3-1,-3 0,-2-1,0-42,-14 91,-4 38,-45 174,9-31,-32 71,73-234,8-21,23-68,-4 0,-3-2,-5-1,-3 0,1-63,-20 132,-6 43,-136 454,142-465,7-23,5-11,22-66,-4-2,13-82,-26 54,-15 88,-5 28,-24 77,-21 75,-18 94,63-208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16.3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141 137,'0'-11,"0"-7,-1 26,-33 170,22-129,-80 317,91-347,12-38,24-68,-5-3,15-74,-23 73,-8 31,2 0,3 1,8-13,-15 50,-12 21,1 1,-1 0,0 0,1-1,-1 1,0 0,1 0,-1 0,1-1,-1 1,0 0,1 0,-1 0,1 0,-1 0,0 0,1 0,-1 0,1 0,-1 0,1 0,-1 0,0 0,1 0,-1 0,1 1,-1-1,0 0,1 0,-1 0,0 1,1-1,-1 0,0 1,1-1,-1 0,0 0,1 1,-1-1,0 0,0 1,0-1,1 1,-1-1,0 0,0 1,0-1,0 1,0-1,0 0,0 1,0-1,0 1,0-1,0 1,0-1,0 0,0 1,0-1,0 1,0-1,0 0,0 1,-1-1,1 1,0-1,0 0,-1 1,1-1,1 28,-2-1,-1 1,-1 0,-1-1,-9 27,8-27,-24 101,-35 91,57-203,8-25,7-30,32-103,47-104,-62 195,-21 57,-22 96,10-74,-100 370,90-332,27-124,77-323,-69 331,-15 58,-44 172,-9 3,45-175,9-28,-1 6,1 1,0 1,1-1,0 0,1 1,0 0,1 0,7-9,1 0,-12 5,0 1,0-1,2 1,0 0,1 0,0 0,1 0,9-26,27-96,-43 174,-79 372,75-389,4-27,5-35,25-111,36-106,-56 230,-5 24,-7 19,-27 107,-41 200,62-262,2-12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19.3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 91,'-1'138,"-19"137,-11-54,44-264,131-577,-124 559,-15 61,-8 66,-24 89,-23 64,31-143,-25 99,48-217,14-41,3 0,26-67,-34 121,-13 29,0 1,0-1,0 0,1 1,-1-1,0 0,0 1,0-1,1 0,-1 0,0 1,0-1,1 0,-1 0,0 1,0-1,1 0,-1 0,0 0,1 1,-1-1,0 0,0 0,1 0,-1 0,1 0,-1 0,0 0,1 0,-1 0,0 0,1 0,-1 0,0 0,1 0,-1 0,0 0,1 0,-1 0,0-1,0 1,1 0,-1 0,0 0,1-1,-1 1,0 0,0 0,1-1,-1 1,0 0,0 0,0-1,1 1,-1 0,0-1,2 24,-1 0,-1 1,-1-1,-1 0,-1 0,-4 16,5-29,-41 175,39-176,6-22,19-91,5 2,21-52,-37 128,-10 26,0 0,0 0,0 1,0-1,0 0,1 0,-1 0,0 1,0-1,0 0,0 0,0 0,1 0,-1 0,0 1,0-1,0 0,1 0,-1 0,0 0,0 0,0 0,1 0,-1 0,0 0,0 0,1 0,-1 1,0-1,0-1,1 1,-1 0,0 0,0 0,0 0,1 0,-1 0,0 0,0 0,1 0,-1 0,0 0,0-1,0 1,0 0,1 0,-1 0,0 0,0-1,0 1,2 26,-6 33,-2 1,-3-2,-10 34,7-43,10-76,22-95,33-111,-50 225,-4 15,-4 20,-26 121,-10 129,38-233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27.5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67,'0'-2,"0"1,-3 8,0 10,1 11,-3 9,0 8,-1 4,0-1,1-4,2-6,3-10,4-13,2-8</inkml:trace>
  <inkml:trace contextRef="#ctx0" brushRef="#br0" timeOffset="467.067">294 1,'-26'48,"0"3,-3-2,-2 0,-2-2,-33 37,61-80,3 0,-1-1,1 0,-1 0,0 0,0 0,0 0,-1-1,1 1,-1-1,1 0,-1 0,0 0,0-1,0 0,0 1,0-1,0 0,3-2,-1 0,1 0,0 0,0 0,0 0,0 0,0-1,0 1,0 0,0-1,1 1,-1 0,0-1,1 1,-1-1,1 1,0-1,-1 1,1-1,0 1,0-1,0 1,0-1,0 1,0-1,0 0,1 1,-1-1,1 1,-1-1,1 1,-1 0,1-1,0 1,0-1,2-7,0 0,1 1,0 0,0-1,1 1,0 1,0-1,1 1,0 0,0 0,1 0,0 1,0 0,0 1,1-1,0 1,0 1,0 0,0 0,7-2,-10 7,0 0,0 0,0 0,0 1,-1 0,1 0,0 0,-1 0,0 1,0 0,0 0,0 0,0 0,0 1,-1-1,1 1,-1 0,0 0,-1 0,1 1,-1-1,1 0,-1 1,0 0,-1 0,1-1,-1 1,0 1,3 4,-2-4,0 0,0 0,0 0,1 0,-1 0,1-1,1 1,-1-1,1 0,0 0,0 0,1-1,-1 1,1-1,0 0,0 0,0-1,1 0,-1 0,1 0,0 0,-1-1,1 0,1 0,-1-1,0 1,0-1,0-1,6 1,6-5,0-1,0 0,-1-1,0-1,0-1,-1 0,0-1,0-1,0-1,-1 2,-4 1,-1 1</inkml:trace>
  <inkml:trace contextRef="#ctx0" brushRef="#br0" timeOffset="732.639">656 241,'0'-9,"-2"-5,-2 4,1 13,1 18,0 20,1 20,-2 17,-4 14,-2-8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21.7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194 97,'0'0,"0"-1,1 1,-1 0,0-1,0 1,1-1,-1 1,0 0,1-1,-1 1,0 0,1-1,-1 1,0 0,1-1,-1 1,1 0,-1 0,0-1,1 1,-1 0,1 0,-1 0,1 0,-1 0,1 0,-1 0,1 0,-1 0,1 0,-1 0,1 0,-1 0,1 0,-1 0,0 0,1 0,-1 1,1-1,-1 0,1 0,-1 0,0 1,1-1,-1 0,1 1,-1-1,0 0,1 1,-1-1,0 1,0-1,1 0,-1 1,0-1,0 1,3 30,-53 209,19-98,-44 165,67-285,3-39,46-235,-36 228,22-124,7 1,25-57,-44 167,-7 28,-7 25,-10 33,-2 1,-2-1,-5 10,3-11,-37 120,-33 67,75-215,10-36,74-191,-31 100,8-47,-161 519,86-241,24-124,0-1,1 1,-1 0,0 0,0 0,0 0,1 0,-1 0,0-1,0 1,1 0,-1 0,0 0,0 0,1 0,-1 0,0 0,0 0,1 0,-1 0,0 0,0 0,1 0,-1 1,0-1,0 0,1 0,-1 0,0 0,0 0,1 0,-1 1,0-1,0 0,0 0,0 0,1 0,-1 1,0-1,0 0,0 0,0 1,0-1,0 0,1 0,-1 1,0-1,0 0,0 0,0 1,0-1,0 0,0 0,0 1,14-24,10-28,-3-1,-2-1,9-43,16-43,-32 108,-5 23,-7 23,-63 293,37-207,26-101,0 0,0 0,0 0,-1 0,1 0,0 0,0 0,0 0,0 0,-1 0,1 0,0 0,0 0,0 0,-1 0,1 0,0 0,0 0,0 0,0 0,-1 0,1 0,0 0,4-22,78-342,-63 317,-16 49,-23 105,-7 0,-4 0,-9 7,30-93,6-38,51-259,-24 186,-23 90,1 0,-1 1,0-1,0 0,1 1,-1-1,0 0,0 0,1 0,-1 1,0-1,0 0,1 0,-1 0,0 0,1 1,-1-1,0 0,1 0,-1 0,0 0,1 0,-1 0,0 0,1 0,-1 0,1 0,-1 0,0 0,1 0,-1 0,0-1,1 1,-1 0,0 0,0 0,1 0,-1-1,0 1,1 0,-1 0,0-1,0 1,1 29,-2 0,-1 0,-1-1,-1 1,-2-1,-3 8,2-6,-7 33,14-63,-1-1,1 1,0 0,0 0,0 0,0 0,0-1,-1 1,1 0,0 0,0 0,0 0,-1 0,1 0,0 0,0-1,0 1,-1 0,1 0,0 0,0 0,0 0,-1 0,1 0,0 0,0 0,0 0,-1 0,1 0,20-187,0-23,-19 197,0 24,-3 96,-5-1,-4 0,-22 47,10-88</inkml:trace>
  <inkml:trace contextRef="#ctx0" brushRef="#br0" timeOffset="10580.299">74 899,'0'18,"0"15,-2 12,-1 6,-2 7,-1 1,2-1,1-4,0-7,2-9,1-11</inkml:trace>
  <inkml:trace contextRef="#ctx0" brushRef="#br0" timeOffset="10872.514">395 939,'-90'83,"-4"-4,-8 0,30-24,66-50,-24 31,30-35,1 0,-1 1,1-1,0 0,-1 0,1 0,0 0,0 0,0 0,0 0,0 0,0 0,0 0,0-1,1 1,-1 0,0-1,0 1,1-1,-1 1,0-1,0 1,1-1,-1 0,1 0,-1 0,1 0,0 1,195 19,-138-17,-19 0,-8 0,-1-1,1-2,0-1,-1-2,4-1,-12-2</inkml:trace>
  <inkml:trace contextRef="#ctx0" brushRef="#br0" timeOffset="11277.384">542 1126,'-8'12,"1"0,0 1,1 0,1 0,0 0,0 0,2 1,-1 0,2 0,0 0,0 12,-4 166,6-191,-1 0,0 0,1 0,-1 0,1 0,0 0,-1 0,1 1,0-1,0 0,-1 0,1 0,0 1,0-1,0 0,1 0,-1 0,0 0,0 1,1-1,-1 0,0 0,1 0,-1 0,1 0,0 0,-1 0,1 0,0 0,-1 0,1 0,0 0,0 0,0-1,0 1,0 0,0-1,0 1,0-1,0 1,0-1,0 1,1-1,-1 0,0 1,0-1,0 0,0 0,1 0,-1 0,0 0,0 0,1 0,122-70,10 19,-111 46</inkml:trace>
  <inkml:trace contextRef="#ctx0" brushRef="#br0" timeOffset="11545.318">730 1300,'-9'18,"-3"18,0 16,3 15,2 14,3 14,-7 14,-2-12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30.8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1,'2'16,"1"16,0 15,-1 10,0 5,-1 0,-1-2,0-6,0-9,0-12</inkml:trace>
  <inkml:trace contextRef="#ctx0" brushRef="#br0" timeOffset="755.109">255 54,'-81'147,"65"-121,7-12,-50 59,45-69,18-14,-1 8,0 0,1 0,-1 0,1 0,-1 1,1-1,0 1,-1 0,1 0,0 0,0 0,0 1,0-1,0 1,0 0,0 1,0-1,-1 1,1-1,0 1,0 0,0 0,-1 1,1-1,0 1,-1 0,1 0,89 64,-92-65,9 8,-3-2,0-1,0 0,1 0,-1 0,1-1,0 0,1-1,-1 0,1 0,0-1,0 0,0 0,3 0,-8-4,0 0,0-1,0 1,0-1,0 0,-1 0,1 0,0 0,-1-1,0 1,1-1,-1 0,0 0,0 0,-1 0,1-1,-1 1,1-1,-1 1,0-1,-1 0,1 0,-1 0,1 0,-1 0,0-4,3-1,43-128,-47 134,1 1,0 0,0 0,0 0,0 0,0 1,1-1,-1 0,1 0,-1 1,1-1,-1 1,1-1,0 1,0 0,0 0,0 0,0 0,0 0,0 0,0 0,0 0,0 1,0 0,0-1,1 1,-1 0,0 0,0 0,1 0,-1 0,0 0,0 1,0-1,2 1,17 0,57 6,-76-6,0-1,0 1,1 0,-1 0,0 0,0 0,0 0,0 0,0 0,0 1,-1-1,1 1,0 0,-1-1,1 1,-1 0,1 0,-1 0,0 0,0 0,0 0,0 0,0 0,-1 1,1-1,-1 0,1 0,-1 1,0-1,0 1,0 2,-1 1,0-1,-1 1,1-1,-1 0,0 1,0-1,-1 0,1 0,-1-1,0 1,-1-1,1 1,-1-1,-2 2,-8 12,13-18,1 1,0-1,-1 0,1 1,-1-1,1 1,0-1,-1 1,1-1,0 0,0 1,-1-1,1 1,0-1,0 1,0-1,0 1,0-1,-1 1,1 0,0-1,0 1,0-1,0 1,1-1,-1 1,0-1,0 1,0-1,0 1,0-1,1 1,-1-1,0 1,0-1,1 1,-1-1,0 0,1 1,-1-1,1 1,-1-1,0 0,1 1,-1-1,1 0,-1 0,1 1,-1-1,1 0,-1 0,1 0,-1 0,1 0,-1 1,1-1,-1 0,1 0,38 1,-31-2,1 1,-2-1,0 1,0 0,0 0,0 0,0 1,0 0,0 0,0 0,0 1,0 1,0-1,-1 1,1 0,-1 0,2 2,-7-4,0 0,0 0,0 0,0 0,0 0,-1 0,1 0,0 1,-1-1,1 0,-1 1,1-1,-1 0,1 1,-1-1,0 1,0-1,0 0,0 1,0-1,0 1,0-1,0 0,-1 1,1-1,0 1,-1-1,1 0,-1 1,0-1,1 0,-1 0,0 0,0 1,0-1,0 0,0 0,0 0,-43 37,23-25,-1 0,0-1,-1-2,0 0,-12 2,-15-6,36-12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29.4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44 53,'3'-9,"0"4,0 9,-1 16,-2 15,-5 14,-2 9,-4 5,-1-5,1-9,5-14,3-12</inkml:trace>
  <inkml:trace contextRef="#ctx0" brushRef="#br0" timeOffset="650.145">258 0,'-6'37,"-3"-1,-1 0,-1 0,-2-1,-2-1,-1 0,-1-1,-13 16,-20 23,50-72,0 1,0 0,0-1,-1 1,1 0,0 0,0-1,-1 1,1 0,-1-1,1 1,0-1,-1 1,1-1,-1 1,0-1,1 1,-1-1,1 1,-1-1,0 1,1-1,-1 0,0 0,1 1,-1-1,0 0,0 0,1 0,-1 0,0 1,0-1,1 0,-1-1,0 1,0 0,1 0,-1 0,0 0,1 0,-1-1,0 1,0 0,1-1,-1 1,1-1,-1 1,0 0,1-1,-1 1,1-1,-1 0,1 1,-1-1,1 1,-1-1,1 0,0 1,-1-1,1 0,0 1,0-1,0 0,-1 0,1 1,0-1,0 0,0 0,1-6,0-1,0 1,1 0,-1 0,2-1,-1 2,1-1,0 0,0 0,1 1,0 0,0 0,1 0,0 0,0 1,0-1,0 1,1 1,3-4,-6 7,0-1,0 1,0 0,0 0,0 0,0 0,0 1,0-1,0 1,0 0,0 0,0 0,0 0,0 0,0 1,0-1,0 1,0 0,0 0,0 0,0 0,0 0,0 1,-1 0,1-1,-1 1,1 0,0 1,61 65,-60-63,15 21,-14-18,0 0,0 0,0-1,1 0,0 0,1 0,-1-1,1 0,1 0,-1 0,1-1,0-1,0 1,0-1,1 0,4 1,-10-5,1 0,-1 0,0-1,0 1,0 0,0-1,0 0,0 0,0 0,0 0,-1 0,1-1,0 1,-1-1,1 1,-1-1,1 0,-1 0,0-1,0 1,0 0,0-1,0 1,0-1,-1 1,1-1,-1 0,1-2,28-84,-30 86,5-20,-5 18,0 1,1-1,0 1,0 0,0-1,0 1,0 0,1 0,0 0,0 0,0 0,1 0,-1 0,1 1,0-1,0 1,2-2,13-6,0 2,0 0,1 1,0 1,0 1,1 0,4 1,-22 4,1-1,-1 1,1 0,0 0,-1 0,1 0,0 1,0-1,-1 1,1-1,0 1,0 0,0 0,0 0,-1 1,1-1,0 1,0-1,0 1,-1 0,1 0,0 0,-1 1,1-1,-1 1,0-1,1 1,-1 0,0 0,0 0,0 0,0 0,0 0,-1 0,1 1,-1-1,1 1,-2 5,-1 0,0 0,0 0,-1 0,0-1,0 1,-1 0,0-1,0 0,-1 0,0 0,0 0,-1 0,-2 6,-72 126,72-98,8-40,-1 0,1 0,0 0,0 0,-1 0,1 0,0-1,0 1,0 0,0-1,0 1,0 0,0-1,0 0,1 1,-1-1,0 1,0-1,0 0,0 0,0 0,1 0,-1 0,0 0,0 0,0 0,1 0,-1 0,0-1,0 1,0-1,0 1,0 0,1-1,134-60,220-120,-238 124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14.2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9941 1486,'-13'5,"-6"1</inkml:trace>
  <inkml:trace contextRef="#ctx0" brushRef="#br0" timeOffset="-1298.798">7481 630,'-5'11,"0"1,1-1,0 1,1 0,1 0,0 0,0 1,1-1,1 0,0 2,0-3,10 439,-9-386,16 206,8-174,-24-93,0-1,0 1,0 0,1 0,-1-1,1 1,0-1,-1 1,1-1,0 0,1 1,-1-1,0 0,1-1,-1 1,1 0,-1-1,1 1,0-1,0 0,-1 0,1 0,0 0,0 0,0-1,0 1,0-1,0 0,0 0,2 0,2-3,1-1,0 0,-1 0,0-1,0 1,0-2,-1 1,1-1,-1 0,-1 0,1 0,-1-1,0 0,0 0,-1 0,0-1,-1 0,3-6,57-152,-57 148,4 30,2 64,-11-57,2 0,0 0,1 0,1-1,1 1,1-1,8 17,-13-32,0 1,0-1,0 0,1 0,-1 0,1 0,0 0,-1 0,1-1,1 0,-1 1,0-1,0 0,1 0,-1-1,1 1,0-1,-1 0,1 0,0 0,0 0,0-1,0 0,0 1,-1-1,1-1,0 1,0 0,0-1,0 0,-1 0,1 0,0-1,2 0,27-14</inkml:trace>
  <inkml:trace contextRef="#ctx0" brushRef="#br0" timeOffset="-1051.982">8096 1192,'-20'2,"-12"1,-2 2,4-2,7-6,8-2</inkml:trace>
  <inkml:trace contextRef="#ctx0" brushRef="#br0" timeOffset="-799.64">7441 965,'19'2,"21"1,22 0,21-3,20-6,14-4,4-3,-20 1</inkml:trace>
  <inkml:trace contextRef="#ctx0" brushRef="#br0" timeOffset="-250.353">8631 1473,'-16'-8,"0"1,-1 0,0 2,0 0,0 1,-1 0,1 2,-1 0,0 1,0 0,1 2,-1 0,0 1,-8 2,22-3,0 0,0 1,0-1,1 1,-1 0,0 0,1 0,-1 0,1 0,0 1,0 0,0 0,0 0,0 0,1 0,-1 0,1 1,0-1,0 1,0 0,0-1,1 1,-1 0,1 0,0 0,0 0,1 0,-1 0,1 1,0-1,0 0,0 0,1 0,-1 0,1 0,0 0,0 0,1 0,-1 0,3 3,-1-1,1-1,0 0,1 0,0 0,-1-1,1 1,1-1,-1 0,0-1,1 1,0-1,0 0,0-1,0 1,1-1,-1 0,0-1,1 0,0 0,-1 0,1-1,-1 0,6 0,1-1,-1 0,1-1,-1 0,0-1,0 0,0-1,0-1,-1 0,1 0,-1-1,0 0,1-3,-3 3,0-1,-1 0,0 0,0-1,-1 0,0 0,-1-1,1 0,-2 0,1 0,-1-1,-1 0,0 0,0 0,-1-1,0 1,-1-1,0 1,1-11,-9-1,-3 39,7-9,0 0,1 0,0 0,1 0,-1 0,2 1,-1-1,1 0,0 0,1 0,-1 0,2 0,-1 0,1-1,0 1,1-1,0 1,0-1,1-1,-1 1,2-1,-1 1,0-1,1-1,1 1,-1-1,0 0,1-1,0 1,0-1,1-1,-1 1,1-1,0 0,5-3,0-1,0 0,0-1,0 0,0-1,-1 0,1-1,-1-1,0 0,0 0,-1-1,1-1,-1 0,-1 0,1-1,-1-1,-1 0,0 0,6-7,3-4,-1-1,-1 0,-1-1,0-1,-2 0,-1-1,0 0,-2-1,-1 0,-1-1,-1 0,-2 0,0 0,-2-1,-1 0,0 1,-3-1,0 0,-1 0,-2 1,-1-1,-1 1,-1 0,-9-21,14 39,-2 0,1 0,-1 1,0-1,-1 1,1 0,-2 0,1 1,-1-1,-2-1,7 7,0 0,-1 0,1 0,0 0,-1 1,1-1,-1 0,1 1,-1-1,0 1,1-1,-1 1,0 0,1-1,-1 1,0 0,1 0,-1 0,0 1,1-1,-1 0,0 1,1-1,-1 1,1-1,-1 1,1 0,-1-1,1 1,-1 0,1 0,0 0,0 0,-1 0,1 1,0-1,0 0,0 1,0-1,0 0,0 1,0 0,-28 71,23-35,2 1,2 0,1 0,3 0,0-1,3 1,1-1,2 0,1 0,2-1,4 5,-7-15,1 0,1-1,1 0,1 0,2-1,0-1,2 0,0-1,2-1,1 0,0-2,17 14,35 2,-41-28</inkml:trace>
  <inkml:trace contextRef="#ctx0" brushRef="#br0" timeOffset="-2548.358">5903 1473,'0'13,"0"15,0 8,0 5,3 3,0-2,0-4,-1-7</inkml:trace>
  <inkml:trace contextRef="#ctx0" brushRef="#br0" timeOffset="-1907.458">5690 1205,'190'28,"50"12,-231-39,1 1,-1 1,0 0,0 0,0 0,0 1,0 1,-1 0,1 0,-2 0,1 1,0 0,-1 1,0 0,-1 0,1 0,-1 1,-1 0,1 0,-1 0,2 6,-3 2,0 0,-1 0,-1 0,0 1,-1-1,-1 1,-1 2,4 59,-3-76,0 0,0 0,0 0,0 0,0 0,0 0,1 0,-1 0,1 0,-1 0,1 0,0 0,0 0,0 0,0-1,0 1,0 0,1-1,-1 1,0-1,1 1,-1-1,1 0,0 0,-1 1,1-1,0 0,0-1,0 1,0 0,-1 0,1-1,0 1,0-1,0 0,0 1,1-1,-1 0,0 0,0 0,0-1,0 1,9-5,-1 0,1-1,-1 0,-1-1,1 0,-1 0,0-1,0-1,-1 1,-1-1,1 0,2-6,76-123,-86 138,0 1,0-1,1 0,-1 1,0-1,0 0,1 0,-1 1,0-1,0 0,1 1,-1-1,0 0,1 0,-1 0,0 1,1-1,-1 0,0 0,1 0,-1 0,0 0,1 0,-1 1,1-1,-1 0,0 0,1 0,-1 0,1 0,-1-1,0 1,1 0,-1 0,0 0,1 0,-1 0,0 0,1-1,-1 1,0 0,1 0,-1-1,0 1,1 0,-1 0,0-1,0 1,1 0,-1-1,0 1,0 0,0-1,1 1,-1 0,0-1,0 1,0 0,0-1,0 1,0-1,0 1,0 0,0-1,0 1,0-1,0 1,0 0,0-1,0 1,3 32,-2-26,-1 11,1 0,2 0,-1 0,2 0,0-1,1 0,1 2,-4-14,0 1,0-1,0 0,1 0,-1 0,1 0,0-1,0 1,0-1,0 1,1-1,-1 0,1 0,0-1,0 1,0-1,0 0,0 0,1 0,-1-1,1 1,-1-1,1 0,-1 0,1-1,0 1,4-1,-2-1,0 0,1 0,-1 0,0-1,0 0,-1-1,1 1,0-1,-1 0,0-1,1 0,-1 0,-1 0,1-1,-1 0,1 0,-1 0,-1 0,4-5,2-5,0 1,-1-2,0 0,-1 0,-1 0,-1-1,2-6,-8 21,7-16,1 22,2 57,-10-48,2 0,0-1,0 1,1 0,1-1,0 1,0-1,2 0,-1-1,1 1,8 9,23 1,-21-22</inkml:trace>
  <inkml:trace contextRef="#ctx0" brushRef="#br0" timeOffset="-1624.069">6973 992,'-15'7,"-9"6,1 6,4 2,9-3,7-4</inkml:trace>
  <inkml:trace contextRef="#ctx0" brushRef="#br0" timeOffset="-3712.11">2922 1379,'5'0,"6"0,9 0,10-2,8-1,8 0,7-2,2 1,0 0,-4 3,-5 2,-7 4,-7-1,-9 3,-8-1</inkml:trace>
  <inkml:trace contextRef="#ctx0" brushRef="#br0" timeOffset="-3462.356">3096 1606,'21'12,"15"3,13-1,8-2,5-4,1-3,-1-2,-2-4,-4-2,-7-3,-12 0</inkml:trace>
  <inkml:trace contextRef="#ctx0" brushRef="#br0" timeOffset="-3088.193">3939 1513,'0'17,"-2"-11,1 1,0 0,1 0,0 0,0-1,0 1,1 0,0 0,0-1,1 1,0 0,0-1,0 1,1-1,0 0,0 0,0 0,1 0,0-1,0 1,1-1,-1 0,1-1,0 1,4 2,-2-5,-1 1,1-1,0-1,0 1,0-1,0 0,0-1,0 0,0 0,0 0,0-1,0 0,0 0,0-1,0 0,0 0,-1-1,1 0,-1 0,0 0,0-1,0 0,3-2,2-2,-1-1,0 0,0 0,-1-1,-1 0,1 0,-2-1,1 0,-2-1,1 1,-2-2,2-1,-4 7,-1 0,0 1,0-1,0 0,-1 0,0 0,0 0,-1 0,0 0,0 0,-1-1,0 1,0 0,0 0,-1 1,0-1,-1 0,1 1,-1-1,-1 1,1 0,-1 0,0 0,0 0,-1 1,1-1,-1 1,-1 0,1 1,-4-3,1 2,0 1,0 0,0 0,-1 0,0 1,0 1,0-1,0 2,0-1,0 1,0 0,0 1,-1 0,1 1,0 0,0 0,0 1,0 0,0 0,0 1,0 1,1-1,-1 1,1 1,0-1,1 1,-1 1,1 0,0 0,0 0,1 1,0-1,0 2,-4 6,3-7,1 1,0 0,1 1,0 0,0 0,1 0,0 0,1 0,0 1,0 0,1-1,0 1,1 0,0 0,0 0,1 0,1 0,0 0,0 0,1 0,0 0,0 0,1-1,1 1,4 8,15 13</inkml:trace>
  <inkml:trace contextRef="#ctx0" brushRef="#br0" timeOffset="-5812.277">757 1085,'-3'23,"0"20,1 16,-1 10,2 8,0 1,-2 0,0-7,-2-9,-1-12,-1-16,1-12</inkml:trace>
  <inkml:trace contextRef="#ctx0" brushRef="#br0" timeOffset="-5361.63">636 1205,'17'-16,"0"0,0 1,2 0,0 2,0 0,1 1,1 2,0 0,0 0,1 2,0 1,0 1,1 1,19-2,-38 5,1 1,-1 0,1 0,-1 0,1 1,-1-1,1 1,-1 0,1 0,-1 1,1 0,-1-1,1 1,-1 1,0-1,1 1,-1 0,0 0,0 0,0 0,0 1,-1-1,1 1,-1 0,1 0,-1 0,0 1,0-1,0 1,-1 0,2 2,-4 4,0-1,-1 0,0 1,0-1,-1 0,0 1,-1-1,0 0,0-1,-1 1,0 0,-1-1,1 0,-2 0,1-1,-1 1,-1 0,-88 97,95-104,0-1,-1 0,1 1,0-1,0 1,0-1,0 1,0-1,0 1,1-1,-1 1,0-1,0 1,0-1,0 1,1-1,-1 1,0-1,0 1,1-1,-1 0,0 1,1-1,-1 0,0 1,1-1,-1 0,0 1,1-1,-1 0,1 0,-1 1,1-1,-1 0,1 0,-1 0,1 0,-1 0,1 0,-1 0,1 0,-1 0,1 0,-1 0,1 0,-1 0,1 0,-1 0,0 0,1 0,-1-1,1 1,-1 0,1 0,-1 0,1-1,-1 1,0 0,1-1,3 1,6 0,0 1,0 0,0 0,0 1,0 0,0 1,-1 0,1 1,-1 0,0 0,0 1,0 0,-1 1,0 0,0 0,0 1,-1 0,0 0,0 1,-1-1,0 1,0 1,-1-1,0 1,-1 0,0 0,3 9,-7-8,-1 0,0 0,0-1,-1 1,0 0,0 0,-1-1,-1 0,0 1,0-1,0 0,-1-1,-1 1,0-1,0 0,0-1,-1 1,0-1,0-1,-1 1,0-1,0 0,0-1,-9 4,11-4,-1-1,0 0,0 0,-1-1,1 0,0 0,-1 0,0-1,0 0,0-1,0 0,-1 0,8-1,-1 0,1 0,-1 0,1-1,-1 1,1 0,0-1,-1 1,1-1,0 1,-1-1,1 0,0 0,0 1,0-1,0 0,0 0,0 0,0 0,0 0,0-1,0 1,0 0,0 0,1 0,-1-1,1 1,-1 0,1-1,-1 1,1-1,0 1,0 0,0-1,0 1,0-1,8-52,6 19</inkml:trace>
  <inkml:trace contextRef="#ctx0" brushRef="#br0" timeOffset="-4881.153">1265 1218,'114'-32,"51"-8,-163 39,0 0,-1 1,1-1,0 1,0-1,0 1,0 0,0-1,0 1,0 0,-1 1,1-1,0 0,0 0,0 1,0-1,0 1,-1 0,1-1,0 1,0 0,-1 0,1 0,-1 0,1 0,-1 1,1-1,-1 0,0 1,1-1,-1 1,0-1,0 1,0 0,0-1,-1 1,1 0,0 0,-1 0,1-1,-1 1,0 0,1 0,-1 0,0 0,0 0,0 0,-1 1,-5 14,-1 0,-1 0,-1-1,0 0,-1 0,0-1,-2 0,0-1,-3 3,8-10,-44 55,51-61,1 0,-1 0,1-1,-1 1,1 0,-1-1,1 1,0-1,-1 1,1-1,0 1,-1-1,1 1,0-1,0 1,-1-1,1 0,0 0,0 1,0-1,-1 0,1 0,0 0,0 0,0 0,-1 0,1 0,0 0,0 0,0 0,0-1,-1 1,1 0,0 0,0-1,-1 1,1-1,0 1,0-1,-1 1,1-1,1 1,32-8,-20 4,0 0,1 1,0 0,-1 1,1 1,0 0,0 1,0 1,0 0,0 1,0 0,2 2,-14-3,0 1,0-1,0 1,0-1,0 1,-1 0,1 0,-1 0,1 0,-1 1,0-1,0 1,0-1,0 1,0 0,-1 0,1 0,-1 0,0 0,0 0,0 0,0 0,0 0,-1 0,1 1,-1-1,0 0,0 0,0 1,-1-1,1 0,-1 0,0 1,-1 8,-1-1,-1 1,0-1,-1 1,0-1,0-1,-1 1,-4 3,-5 8,0-1,-2-1,0 0,-2-1,0-1,-1-1,0-1,-1-1,-4 1,24-15,0 0,0 1,0-2,-1 1,1 0,0 0,0 0,-1 0,1-1,-1 1,1-1,-1 1,1-1,0 0,-1 1,0-1,1 0,-1 0,1 0,-1 0,1 0,-1 0,1-1,-1 1,1 0,-1-1,1 1,0-1,-1 1,1-1,0 0,-1 0,1 0,0 0,0 0,-1 0,1 0,0 0,0 0,0 0,1 0,-1-1,6-59,7 25</inkml:trace>
  <inkml:trace contextRef="#ctx0" brushRef="#br0" timeOffset="-4382.163">1853 1192,'39'-16,"2"1,-1 2,1 2,1 2,12-1,-51 9,0 0,-1 1,1-1,0 0,0 1,0-1,0 1,-1 0,1 0,0 0,0 1,0-1,0 1,0-1,-1 1,1 0,0 0,0 0,-1 1,1-1,-1 1,1-1,-1 1,0 0,0 0,0 0,0 0,0 0,0 0,0 0,-1 1,1-1,-1 1,1 0,-1-1,0 1,0 0,0-1,-1 1,1 0,-1 0,1 0,-1 1,-3 10,-1 1,0-1,-1 1,-1-1,0 0,-1-1,0 0,-1 0,0 0,-1-1,-10 10,-36 41,55-62,0-1,0 1,0-1,0 1,0-1,0 1,0 0,0-1,1 1,-1-1,0 1,0-1,1 1,-1-1,0 0,1 1,-1-1,0 1,1-1,-1 0,1 1,-1-1,0 0,1 1,-1-1,1 0,-1 0,1 1,-1-1,1 0,-1 0,1 0,0 0,-1 0,1 0,-1 0,1 0,-1 0,1 0,-1 0,1 0,-1 0,1 0,0 0,-1 0,1-1,-1 1,1 0,-1 0,0-1,1 1,-1 0,1-1,-1 1,1-1,-1 1,1-1,3 1,7-3,1 2,0-1,0 2,0-1,0 2,0-1,0 2,0 0,0 0,0 1,-1 0,1 1,-1 1,0 0,0 0,-1 1,5 3,-9-4,0-1,0 1,-1 0,1 1,-1-1,-1 1,1 0,-1 0,0 0,0 1,-1 0,0 0,0-1,0 2,-1-1,0 0,-1 0,0 1,0-1,0 1,-1-1,0 1,0-1,-1 1,0-1,-1 0,1 1,-1-1,-1 0,1 0,-1 0,0 0,-1-1,0 1,0-1,-4 5,1-4,0 0,0-1,-1 0,0 0,0-1,0 0,-1 0,1-1,-1 0,0 0,0-1,0-1,-1 1,1-1,-3-1,-20-5,23-2</inkml:trace>
  <inkml:trace contextRef="#ctx0" brushRef="#br0" timeOffset="3611.311">35 524,'-6'15,"0"-1,1 1,0 1,1-1,1 1,1-1,0 1,1 0,0 0,2 0,0 0,-2 6,23 585,-19 500,2-789,12-232,-16-83,0 0,0-1,0 1,1 0,-1-1,1 1,0-1,0 1,0-1,0 0,0 1,0-1,0 0,1-1,-1 1,1 0,0-1,-1 1,1-1,0 0,0 0,0 0,0 0,0-1,0 1,0-1,9 0,0-1,0-1,0 0,-1 0,1-1,-1-1,0 0,0 0,8-5,6-2,62-23,2 3,0 4,2 4,45-4,9 11,1 6,0 7,68 10,440 54,-463-39,229 16,1-18,179-24,-124-23,364-6,-501 51,-320-16,0-1,1 0,-1-2,0 0,0-2,0 0,0 0,0-2,-1-1,14-5,-2-14,-29 25,-1-1,1 1,-1-1,1 1,-1-1,1 1,-1-1,0 1,1-1,-1 0,0 1,1-1,-1 0,0 1,0-1,0 0,1 1,-1-1,0 0,0 1,0-1,0 0,0 0,0 1,-1-1,1 0,0 1,0-1,0 0,-1 1,1-1,0 0,-1 1,1-1,0 1,-1-1,1 0,-1 1,1-1,-1 1,1-1,-1 1,0 0,1-1,-1 1,1-1,-1 1,0 0,0 0,-24-10,20 10,17 6,50 17,0-3,2-3,0-2,0-3,2-3,-1-3,1-3,9-2,171-5,1-10,169-34,-22 2,-143 26,1 11,119 17,-41 13,296 13,-64-47,-462 13,-74 1,0 0,0-2,0-1,0-1,-1-1,1-1,16-6,-31 4,0 0,-1-1,1 0,-2-1,1 0,-1 0,-1-1,0-1,0 1,-1-1,0 0,-1-1,0 0,-1 0,-1 0,1 0,0-7,1 2,21-58,-3-2,-4 0,-3-1,-4 0,1-54,0-120,-12-29,-2 230,10-909,-9 955,-1 0,1-1,-1 1,-1 0,1 0,-1 0,1 0,-2 0,1 0,0 0,-1 0,0 0,0 0,-1 1,1-1,-1 1,0 0,0-1,-1 1,-4-4,0 0,0 0,-1 1,0 0,0 0,-1 1,0 0,0 1,0 0,-1 1,1 0,-1 1,0 0,0 1,-10-2,-294-1,-410-41,-84 51,265 2,-749-18,734 10,-409-13,134 0,454 13,-458-25,210 36,556-8,0-3,0-3,0-3,-12-6,-11-4,-2 5,1 3,-11 5,-186 2,-3-48,-19 50,166-29,147 30,0-1,1 1,-1-1,1 1,-1 0,1 0,-1 0,1 0,0 0,-1 0,1 0,0 0,0 1,0-1,0 0,0 1,0-1,0 0,0 1,1 0,-1-1,1 1,-1-1,1 1,-1 0,1-1,0 1,0 0,0-1,0 1,0 0,0-1,0 1,1 0,-1-1,0 1,1 1,-1 5,-11 107,0-48</inkml:trace>
  <inkml:trace contextRef="#ctx0" brushRef="#br0" timeOffset="4586.772">476 243,'2'-16,"1"-7,0 4,-9 19,-21 31,-27 41,-37 45,-39 41,2-6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23.5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1354 78,'-13'-10,"-1"1,0 0,-1 1,0 1,0 0,0 1,-1 1,0 1,0 0,0 1,-1 0,1 1,-1 1,1 1,-1 1,1 0,-2 1,-20 4,1 1,0 2,0 2,1 2,1 0,-32 18,13-5,1 2,2 3,0 2,2 1,2 3,1 2,3 2,1 2,1 1,3 3,2 1,2 1,2 2,3 1,2 2,-16 42,27-44,1 1,3 0,2 1,3 0,1 0,4 1,1 0,3-1,3 1,1-1,3 0,3 0,2-1,2-1,18 38,-21-62,1 0,2-2,1 0,1 0,1-2,1 0,1-1,1-2,1 0,1-1,1-1,1-2,0 0,1-2,0-1,2-1,-1-1,2-2,-1-1,1-1,19 2,-11-5,0-2,0-2,0-2,1-1,-1-1,0-3,-1-1,1-1,-1-2,-1-2,0-2,-1-1,10-6,6-7,-1-1,-1-3,-1-2,-2-2,-2-2,-1-1,-3-3,16-21,-21 19,-2-1,-2-2,-2-1,-2-2,-2-1,-3 0,-1-2,12-53,-23 65,-1 0,-2-1,-2 0,-2 0,-2 0,-1 0,-2 0,-2 0,-2 1,-2-1,-2 1,-5-12,7 29,-1 0,-2 0,0 1,-2 0,0 1,-1 1,-2 0,0 1,-1 0,-1 2,0 0,-2 1,0 1,-1 0,0 2,-1 1,-1 0,0 2,0 0,-1 2,-1 1,0 0,0 2,0 1,-13 0,6 4,0 1,0 2,0 1,1 2,-1 1,1 1,0 1,1 2,0 2,1 0,0 2,1 1,0 2,2 0,0 2,1 0,0 2,2 1,1 1,-15 20,24-27,0 1,2 1,0 0,1 0,1 1,0 0,2 1,0-1,1 2,1-1,1 1,1-1,1 1,0 19,9 47</inkml:trace>
  <inkml:trace contextRef="#ctx0" brushRef="#br0" timeOffset="411.008">1634 2149,'-2'19,"-1"14,0 11,1 8,3 0,1 2,0-2,2-5,1-7,-3-9,-7-10,-2-9</inkml:trace>
  <inkml:trace contextRef="#ctx0" brushRef="#br0" timeOffset="588.525">1234 2256,'21'-18,"22"-13,22-10,18-5,14-4,5 2,-2 7,-12 11,-21 9</inkml:trace>
  <inkml:trace contextRef="#ctx0" brushRef="#br0" timeOffset="1271.431">1127 2550,'-14'-7,"0"0,0 0,0 1,-1 1,0 0,0 1,-1 1,1 0,-1 2,1-1,-1 2,0 0,1 1,-1 0,0 1,1 1,0 1,0 0,0 1,0 0,-6 4,-26 18,1 2,2 2,1 2,1 1,2 3,1 1,3 2,1 1,-1 6,3-8,1 2,3 1,1 1,2 2,3 1,1 0,2 1,3 2,1 0,3 0,2 1,2 1,-2 46,12-36,3 1,3-1,2 0,3-1,3 0,2-1,3 0,2-2,3-1,2 0,2-2,22 27,-37-58,1 0,1-1,1 0,1-2,0 0,2-1,0-1,2 0,0-2,0-1,1 0,1-2,1-1,0 0,23 6,-21-12,1-1,-1-1,1-1,0-2,-1-1,1-1,0-1,0-1,-1-2,0-1,0-1,10-5,6-3,0-3,0-2,-2-1,-1-2,0-2,-2-2,0-2,-1-2,-1 0,-2-3,-2-1,-1-1,-2-1,-1-2,-2-1,-2-1,-1-1,-3-1,-1-1,-3 0,11-43,-11 17,-3-1,-3 0,-3 0,-3-1,-4 0,-2 1,-4-1,-3 1,-17-69,16 99,-2 0,-2 1,-1 0,-3 1,-1 1,-1 1,-9-9,18 29,-1 0,-1 1,-1 1,0 0,-1 1,0 0,-1 2,-1-1,0 2,0 0,-1 2,0 0,-1 0,0 2,-1 0,-1 1,1 3,1 0,-1 1,0 0,-1 2,1 1,0 0,0 1,1 1,-1 1,0 1,1 1,0 1,0 0,1 1,0 1,-5 4,-6 5,1 1,0 1,2 2,0 0,1 2,2 1,0 0,2 2,-4 8,6-6,1 1,2 0,1 2,1 0,2 0,1 1,1 0,2 1,2 0,1 1,0 27,6 61</inkml:trace>
  <inkml:trace contextRef="#ctx0" brushRef="#br0" timeOffset="1660.37">1741 4609,'5'18,"1"18,2 16,5 13,1 6,-1 6,0-2,-3-5,-3-7,-2-9,-3-15</inkml:trace>
  <inkml:trace contextRef="#ctx0" brushRef="#br0" timeOffset="1908.709">1340 4903,'12'-18,"14"-13,20-10,19-5,18-4,12 0,8 4,-1 7,-10 11,-20 9</inkml:trace>
  <inkml:trace contextRef="#ctx0" brushRef="#br0" timeOffset="2546.642">1166 5144,'-21'-6,"0"2,-1 1,0 1,0 1,0 0,0 2,0 1,1 0,-1 2,0 0,1 1,0 2,0 0,1 1,0 1,-1 2,-34 24,2 2,2 3,2 1,1 3,2 2,3 2,-27 38,33-39,1 2,3 1,2 1,2 2,3 1,1 1,4 1,2 1,2 0,3 2,2 0,0 21,8-10,2-1,3 1,4-1,2 0,4 0,2-1,3 0,4-1,2-2,17 33,-23-61,1-2,2 0,2-1,1-1,1-1,26 27,-38-47,2 0,-1 0,1-1,1-1,0-1,0 0,1 0,0-1,0-1,1-1,0 0,0-1,1-1,-1 0,1-2,0 1,6-2,19-4,1-2,-2-2,1-1,-1-3,0-1,-1-2,-1-2,0-1,-1-2,-1-2,12-10,-10 9,0-2,-2-2,-1-1,-1-2,-1-2,-1-1,-2-1,-2-1,-1-2,-2-1,-1-1,-2-2,-2 0,-1-1,6-23,-11 13,-2 0,-3 0,-2-1,-2 0,-3 0,-2-1,-2 1,-2-1,-3 1,-2 0,-2 1,-3-2,-5-10,-3 0,-2 2,-3 0,-2 2,-4 1,-1 1,-3 2,-3 1,-18-17,40 48,-1 2,-1 0,-1 1,-1 0,0 2,-2 1,0 0,0 2,-2 1,0 1,0 1,-1 1,-1 1,0 1,-23-4,39 12,-1 1,1 0,0 1,0 0,0 1,0 0,0 0,1 1,-1 1,1 0,-1 0,1 1,1 0,-1 1,1 0,0 0,0 1,1 0,0 1,0 0,0 0,1 1,-4 7,-6 12,1 1,2 1,1 0,1 0,2 2,1-1,1 1,2 0,1 1,2 6,-10 86</inkml:trace>
  <inkml:trace contextRef="#ctx0" brushRef="#br0" timeOffset="2999.701">1060 7617,'5'23,"3"19,3 13,2 9,1 5,-2 2,-3 1,-4-4,-6-3,-3-14</inkml:trace>
  <inkml:trace contextRef="#ctx0" brushRef="#br0" timeOffset="3275.961">646 7938,'5'-16,"7"-12,14-10,16-8,15-6,13-4,13-3,8 1,3 4,-4 10,-10 13,-17 17,-18 12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21.5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636 24,'-36'3,"-1"1,1 2,0 1,0 2,1 2,0 1,1 1,0 3,-31 18,53-25,0 0,1 1,0 1,0 0,1 0,1 1,0 0,0 1,2 0,-1 0,2 1,-2 3,-49 176,32-68,5 0,6 2,5 0,6 0,6 25,2-85,2 0,4-1,2 0,8 17,-11-50,1 0,2-1,1 0,1-1,2-1,1 0,2-1,0-2,5 4,-5-11,-1-2,2 0,1-2,0 0,0-1,2-1,0-2,0 0,1-2,1 0,0-2,19 4,15 0,1-2,-1-3,2-3,-1-2,7-3,-8-1,-1-3,1-2,-1-2,-1-4,26-9,-52 12,-1-2,0-1,-1-1,-1-2,0 0,-1-3,0 0,-2-1,-1-2,13-13,-13 6,-2 0,0-1,-3-2,0 0,-2-1,-1-1,-2 0,-1-1,-2-1,-2 0,-1-1,-1 0,-2 0,-2 0,-1-23,-2-15,-4 0,-3 0,-3 1,-4 0,-2 1,-4 1,-12-27,10 34,-2 1,-3 1,-3 2,-2 0,-3 2,-3 2,-43-52,70 95,-1 1,0 0,-1 1,0 1,-1-1,-1 2,1 0,-2 1,1 0,-1 1,-1 0,1 2,-1 0,0 0,-1 2,1 0,-1 1,0 0,0 2,0 0,0 0,0 2,0 0,0 1,-4 2,0 5,1 1,-1 1,1 0,1 2,1 0,-1 2,2 0,0 0,1 2,1 0,0 1,1 0,1 1,1 1,0 3,-52 87</inkml:trace>
  <inkml:trace contextRef="#ctx0" brushRef="#br0" timeOffset="756.545">1372 2162,'0'7,"0"9,0 9,0 9,0 7,0 9,0 5,0 2,0-2,0-6,0-8,0-15,0-17,0-11</inkml:trace>
  <inkml:trace contextRef="#ctx0" brushRef="#br0" timeOffset="1021.915">1091 2283,'9'-5,"17"-8,20-8,17-13,17-9,11-5,5 0,-4 8,-11 13,-20 10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32.3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0,'3'0,"2"2,1 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44.9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 1,'5'30,"-1"0,-2 1,-1-1,-2 1,0-1,-3 7,4-36,-25 191,24-190,1-1,-1 0,0 1,0-1,1 1,-1-1,1 1,-1-1,1 1,0 0,0-1,0 1,-1-1,1 1,1 0,-1-1,0 1,0-1,1 1,-1-1,1 1,-1 0,1-1,-1 0,1 1,0-1,0 1,0-1,0 0,0 0,0 1,0-1,0 0,1 0,-1 0,0 0,1-1,-1 1,0 0,1 0,-1-1,1 1,-1-1,1 1,-1-1,1 0,0 0,1 1,14-6,0 0,0-1,0-1,-1 0,0-1,0-1,-1 0,10-8,-11 8,172-110,-155 101</inkml:trace>
  <inkml:trace contextRef="#ctx0" brushRef="#br0" timeOffset="262.3">361 95,'-2'13,"-1"17,0 18,1 20,0 18,-2 22,-6 23,-2-12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32.9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  <inkml:trace contextRef="#ctx0" brushRef="#br0" timeOffset="11131.324">215 67,'0'16,"2"16,3 20,3 13,3 15,-1 9,-2 3,-5 0,-5-5,-2-12,-1-19</inkml:trace>
  <inkml:trace contextRef="#ctx0" brushRef="#br0" timeOffset="11478.433">483 148,'-28'56,"-3"-1,-1-2,-4 0,20-28,-25 34,-2-1,-2-2,-15 10,36-41,24-25,1 0,-1 0,0 0,1 0,-1 0,0 0,0 0,1 0,-1 0,0 1,1-1,-1 0,0 0,0 0,1 0,-1 0,0 1,0-1,1 0,-1 0,0 1,0-1,0 0,0 0,1 1,-1-1,0 0,0 0,0 1,0-1,0 0,0 1,0-1,0 0,0 0,0 1,0-1,0 1,20-9,0 2,0 0,0 1,0 1,1 1,0 1,0 1,-1 1,1 0,0 2,0 0,-1 2,1 0,-1 1,0 1,-1 1,1 1,-1 0,-1 1,3 3,106 103,-125-113,-1 0,1-1,0 0,0 1,0-1,0 0,0 0,0 0,0 0,0 0,1 0,-1-1,0 1,0-1,1 0,-1 1,0-1,1 0,-1 0,0-1,1 1,-1 0,0-1,1 1,-1-1,0 0,0 0,0 0,0 0,0 0,0 0,0-1,0 1,0-1,-1 1,1-1,0 1,0-3,15-16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42.7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0,'0'16,"2"19,1 19,0 19,0 12,-2 9,0-1,0-8,1-12,4-18,2-17,0-16</inkml:trace>
  <inkml:trace contextRef="#ctx0" brushRef="#br0" timeOffset="362.323">294 40,'-9'30,"-2"1,-1-1,-1-1,-1 0,-2-1,-1 0,-1-2,-19 21,-89 87,125-133,0-1,1 1,-1 0,0-1,1 1,-1 0,1-1,-1 1,0 0,1 0,0 0,-1-1,1 1,0 0,-1 0,1 0,0 0,0 0,0 0,-1 0,1 0,0 0,0 0,1 0,-1-1,0 1,0 0,0 0,1 0,-1 0,0 0,1 0,-1 0,1-1,-1 1,1 0,-1 0,1-1,-1 1,1 0,0-1,0 1,-1 0,1-1,0 1,0-1,0 1,-1-1,1 0,0 1,0-1,0 0,0 0,0 0,0 1,0-1,0 0,0 0,0 0,-1 0,1-1,0 1,1 0,129 62,-96-43,1-1,1-2,1-1,0-2,15 1,-47-11,0-2,0 1,0-1,1 0,-1 0,0-1,1 0,-1 0,1 0,-1-1,0 0,1 0,-1 0,0-1,0 0,0-1,0 1,0-1,-1 0,1 0,-1-1,0 0,0 0,0 0,2-2,10-22,-4 0</inkml:trace>
  <inkml:trace contextRef="#ctx0" brushRef="#br0" timeOffset="741.395">616 334,'18'-7,"1"1,0 1,1 1,-1 1,1 1,0 0,-1 1,1 2,11 1,-28-3,-1 1,0 0,1 0,-1 0,0 0,1 0,-1 0,1 0,-1 1,0 0,0-1,1 1,-1 0,0 0,0 0,0 0,0 0,0 1,0-1,0 1,0-1,-1 1,1 0,0-1,-1 1,0 0,1 0,-1 0,0 0,0 1,1 1,-2 7,-1-1,1 1,-2 0,0 0,0-1,-1 1,0-1,0 0,-1 0,-1 0,0 0,0-1,-4 5,-6 15,0 10,15-38,0 0,0-1,0 1,0-1,0 1,1-1,-1 1,0-1,1 1,-1-1,0 1,1-1,-1 1,0-1,1 1,-1-1,1 0,-1 1,1-1,-1 0,1 1,-1-1,1 0,-1 0,1 0,0 1,-1-1,1 0,-1 0,1 0,0 0,-1 0,1 0,-1 0,1 0,-1 0,1 0,0-1,-1 1,1 0,-1 0,1 0,-1-1,1 1,-1 0,1-1,-1 1,1 0,-1-1,1 1,-1-1,0 1,1-1,2 0,12-4,-4-1,1 1,-1 1,1 0,-1 1,1 0,0 0,1 1,-1 1,0 0,0 1,0 0,1 1,-1 1,0 0,10 2,-19-2,1 0,-1 0,0 0,0 1,0-1,0 1,-1-1,1 1,0 0,-1 0,0 0,0 0,0 0,0 1,-1-1,1 1,-1-1,0 1,0 0,0-1,0 1,-1 0,1 0,-1-1,0 1,0 0,-1 0,0 3,0 4,-1 0,-1-1,1 0,-2 1,0-1,0 0,0-1,-2 1,-3 6,-4 1,-1 0,-1-1,0-1,0-1,-2 0,0-1,0 0,-1-2,-2 1,-21 10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31.6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80,'0'-2,"0"1,0 3,0 4,0 1</inkml:trace>
  <inkml:trace contextRef="#ctx0" brushRef="#br0" timeOffset="9892.159">134 0,'0'21,"2"17,4 17,2 10,0 7,-2 3,-1 1,-1-5,-3-6,0-13,-1-15</inkml:trace>
  <inkml:trace contextRef="#ctx0" brushRef="#br0" timeOffset="10472.109">508 27,'-335'349,"332"-346,2-3,0 1,0-1,0 1,0-1,0 1,0-1,0 1,0 0,0-1,0 1,0 0,1 0,-1 0,0 0,1-1,-1 1,0 0,1 0,-1 0,1 0,0 0,-1 1,1-1,0 0,0 0,-1 0,1 0,0 0,0 0,0 0,0 1,0-1,1 0,-1 0,0 0,0 0,1 0,-1 0,1 0,-1 0,1 0,-1 0,1 0,109-6,-61 4,0 3,0 2,0 1,0 3,-1 3,-1 1,40 16,-86-27,1-1,-1 1,0 0,0-1,1 1,-1-1,1 1,-1-1,0 0,1 0,-1 1,1-1,-1 0,0 0,1 0,-1 0,1-1,-1 1,1 0,-1-1,0 1,1-1,-1 1,0-1,0 0,1 1,-1-1,0 0,0 0,0 0,0 0,0 0,0 0,0 0,0 0,0 0,-1-1,1 1,0 0,-1 0,1-1,-1 1,1-1,-1 1,0 0,1-1,-1 1,12-45,-11 37,0-1,1 1,0 0,1 0,0 0,0 0,1 0,0 0,0 1,1 0,0 0,0 0,1 0,0 1,1 0,0 0,0 1,0 0,1 0,-1 1,2 0,4-3,-8 6,1 0,0 0,0 0,-1 0,1 1,0 0,0 1,1-1,-1 1,0 0,0 0,0 1,0 0,0 0,0 0,0 1,-1 0,1 0,0 1,-1-1,0 1,1 0,-1 1,0-1,-1 1,1 0,-1 0,1 0,-1 1,0 0,-1 0,1 0,-1 0,2 5,-2 6,-2-1,0 0,0 1,-2-1,0 1,0-1,-2 0,0 0,0 0,-2 0,0-1,0 1,-1-1,-1 0,-3 3,9-15,-24 51,14-33,2 0,0 1,1 0,1 1,-3 19,9-39,1 0,-1-1,1 1,0 0,0 0,0 0,0 0,0 0,0-1,1 1,-1 0,1 0,-1 0,1 0,0-1,-1 1,1 0,0-1,0 1,0-1,0 1,1-1,-1 1,0-1,1 0,-1 1,0-1,1 0,0 0,-1 0,1 0,0-1,-1 1,3 0,67 0,-26-12,-1-2,-1-2,19-10,-11 5,51-19,-7 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40.4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 1,'0'2,"-2"3,-1 3,0 3,1 3,0 7,1 8,3 12,3 9,1 5,-1 5,-1 2,-1-1,-2-7,0-7,-1-10,-2-11,-1-10</inkml:trace>
  <inkml:trace contextRef="#ctx0" brushRef="#br0" timeOffset="571.391">414 108,'-32'35,"-2"0,-2-2,-1-2,-2-1,-21 11,54-37,5-4,0 0,-1 0,1 1,0-1,0 1,-1-1,1 1,0 0,0-1,0 1,0 0,0 0,0 0,0-1,0 1,0 0,0 0,1 1,-1-1,0 0,1 0,-1 0,1 0,-1 1,1-1,-1 0,1 0,0 1,0-1,-1 0,1 1,0-1,0 0,1 1,-1-1,0 0,0 0,0 1,1-1,-1 0,1 1,87 76,-80-70,0 0,0 0,1-1,0 0,1 0,-1-1,1-1,0 1,1-2,-1 1,1-1,0-1,0 0,2 0,17-2,1-2,-1 0,0-2,0-1,0-2,0 0,0-3,-2 0,1-2,-1 0,9-7,-28 13,0 1,-1-1,1-1,-1 0,0 0,-1 0,1-1,-2 0,1-1,-1 1,0-1,0-1,-1 1,0-1,0 0,-1 0,0 0,-1 0,0-2,2-4,0 0,-1-1,-1 1,0-1,-1 0,-1 0,-1 0,0-3,0 18,1 1,-1-1,0 0,0 0,1 0,-1 0,0 0,0 0,0 1,0-1,0 0,0 0,-1 0,1 0,0 0,0 0,-1 0,1 1,0-1,-1 0,1 0,-1 1,1-1,-1 0,1 0,-1 1,1-1,-1 0,0 1,1-1,-1 1,0-1,0 1,1-1,-1 1,0 0,0-1,0 1,0 0,0 0,1-1,-1 1,0 0,0 0,0 0,0 0,0 0,0 0,0 1,1-1,-1 0,0 0,0 1,0-1,0 0,0 1,-4 6,0 1,0-1,1 1,-1 0,2 0,-1 1,2-1,-1 1,1 0,0 0,0 0,1 6,-1-6,-7 67,2 1,5 0,3 36,2-30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30.6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169 49,'0'-4,"0"-5,0-2,3 1,2 1,1 3</inkml:trace>
  <inkml:trace contextRef="#ctx0" brushRef="#br0" timeOffset="8227.418">543 116,'0'0</inkml:trace>
  <inkml:trace contextRef="#ctx0" brushRef="#br0" timeOffset="8632.774">865 23,'-1'0,"1"1,0-1,0 0,-1 0,1 1,0-1,0 0,-1 0,1 1,0-1,-1 0,1 0,0 0,-1 0,1 0,0 1,-1-1,1 0,0 0,-1 0,1 0,-1 0,1 0,0 0,-1 0,1 0,0 0,-1 0,1-1,0 1,-1 0,1 0,0 0,-1 0,1-1,0 1,-1 0,1 0,0 0,0-1,-1 1,1 0,0-1,0 1,-1 0,1 0,0-1,0 1,0 0,0-1,-1 1,1 0,0-1,0 1,0-1,0 1,0 0,0-1,0 1,0 0,0-1,0 1,0 0,0-1,1 1,-1-1,-129 49,83-27,-54 24,-2-5,-1-4,-3-5,-80 13,161-37,24-7,1 0,0 0,-1 0,1 1,0-1,-1 0,1 0,0 1,-1-1,1 0,0 1,0-1,0 0,-1 1,1-1,0 0,0 1,0-1,0 1,0-1,-1 0,1 1,0-1,0 1,0-1,0 0,0 1,0-1,0 0,1 1,-1-1,0 1,0-1,0 0,0 1,0-1,1 0,-1 1,0-1,0 0,0 1,1-1,-1 0,0 1,1-1,-1 0,0 0,1 1,-1-1,0 0,1 0,-1 0,0 0,1 1,-1-1,1 0,42 18,-26-17</inkml:trace>
  <inkml:trace contextRef="#ctx0" brushRef="#br0" timeOffset="9105.479">397 9,'-18'6,"0"0,1 2,-1 0,2 0,-1 2,2 0,-1 1,1 1,1 0,0 1,1 0,0 1,1 1,-1 2,11-15,-164 202,194-213,-16 4,-1 1,1 0,0 1,0 0,1 1,-1 0,0 1,1 1,-1 0,1 0,-1 1,0 1,1 0,-1 1,0 0,0 1,-1 0,1 1,-1 0,5 3,120 89,-71-46,-64-49,0-1,0 1,0-1,0 0,0 1,0-1,0 0,0 0,1 0,-1 0,0 0,1 0,-1 0,1 0,-1-1,1 1,-1 0,1-1,-1 1,1-1,0 0,-1 0,1 1,0-1,-1 0,1-1,0 1,0 0,-1 0,1-1,-1 1,1-1,0 1,-1-1,1 1,-1-1,1 0,-1 0,0 0,1 0,-1 0,0 0,0 0,1-1,-1 1,0 0,0-1,0 0,2-13,-1 1,-1-1,0 1,-1-1,0 0,-1 1,-1-1,0 1,-1-1,-1 1,0 0,-3-3,1-3,-2 2,0-1,-1 1,-1 0,0 1,-2 0,0 1,-1 0,-3-2,5 6,11 8,6 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5:32.5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778 135,'-1'-3,"-1"0,1 1,-1-1,1 0,-1 1,0 0,0-1,0 1,0 0,-1 0,1 0,0 0,-1 0,0 1,1-1,-1 1,0 0,-1-1,-105-39,-9 7,25 17,75 15,0 1,-1 1,1 1,0 0,0 2,0 0,1 0,-13 6,-77 38,97-41,0 1,1 0,0 0,0 1,0 0,1 0,0 1,1 0,0 1,0-1,1 1,1 1,-1-1,-1 6,3-4,1 0,0-1,0 1,1 0,1 0,0 1,0-1,1 0,1 0,0 0,1 0,0 0,1 0,0 0,1 0,5 10,1-7,0-1,1 0,1-1,0 0,1-1,0 0,1-1,0-1,1 0,0-1,0 0,1-2,0 0,1 0,-1-2,1 0,6 1,1-2,1 0,0-2,0-1,0 0,0-2,6-2,-19 2,7 0,0-1,0-1,0-1,0-1,-1 0,0-1,0-1,0-1,-1-1,0 0,-1-1,3-3,-9 3,-1 0,-1 0,0-1,-1 0,0-1,0 0,-1 0,-1 0,0-1,-1 1,0-1,-1 0,2-13,0-130,-6 149,1 0,-1 0,-1 0,1 0,-1 0,-1 0,1 0,-1 0,0 1,0-1,-1 1,0 0,0 0,-1 0,0 1,1 0,-2 0,1 0,-3-2,-20-17,21 15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5:47.4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1 908,'106'-4,"1"-6,-1-4,98-26,1723-294,-1693 305,851-138,-375-7,-249 56,-395 100,-236 65,120-37</inkml:trace>
  <inkml:trace contextRef="#ctx0" brushRef="#br0" timeOffset="1128.145">522 614,'-118'79,"-3"-6,-34 10,120-66,64-12,3-3,0 1,-1 2,0 1,0 2,0 1,-1 1,20 10,-13-6,117 36,-151-49,-1 0,0-1,0 1,0-1,0 1,1-1,-1 0,0 1,0-1,1 0,-1-1,0 1,0 0,0-1,1 1,-1-1,0 0,0 1,0-1,0 0,0-1,0 1,0 0,0 0,-1-1,1 1,0-1,-1 1,1-1,-1 0,0 0,1 0,-1 0,0 0,0 0,0 0,0 0,-1 0,1 0,-1 0,1 0,-1-2,2-13,-1 0,0-1,-1 1,-1 0,-1-1,-1 1,0 0,-1 0,-1 0,0 1,-2-1,0 1,0 1,-1-1,-1 1,-5-4,0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5:49.8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2567,'-10'-237,"28"134,-17 100,0 0,0-1,1 1,-1 0,1 0,0 0,0 0,0 0,0 0,0 0,1 1,-1-1,1 1,0-1,-1 1,1 0,0 0,0 1,1-1,-1 0,0 1,0 0,1 0,-1 0,1 0,-1 1,3-1,5 3,-1 1,1 0,-1 1,0 0,0 0,0 1,0 1,-1 0,0 0,0 0,0 1,-1 1,0-1,-1 1,0 1,0 0,-6-8,60 82,-59-80,-1-1,1 1,-1 0,0 0,0 0,0 0,0 0,-1 0,1 0,-1 0,0 0,0 0,0 0,0 0,0 0,-1 1,1-1,-1 0,0 0,0 0,0-1,0 1,0 0,-1 0,1 0,-1-1,0 1,0-1,0 0,0 1,-1 0,0-1,0 1,-1-1,1 0,-1 0,1 0,-1 0,1 0,-1-1,0 1,0-1,0 0,0-1,0 1,0-1,0 1,0-1,0 0,0-1,0 1,0-1,0 0,0 1,0-2,0 1,1 0,-1-1,0 0,1 0,-1 0,1 0,0-1,0 1,0-1,0 0,0 0,0 0,1 0,1 2,1-1,-1 1,1-1,0 1,0-1,0 0,0 1,0-1,0 1,0-1,0 1,1-1,-1 1,1-1,-1 1,1-1,-1 1,1-1,0 1,0 0,0 0,-1-1,1 1,1 0,-1 0,0 0,0 0,0 0,0 0,1 0,-1 0,0 1,1-1,0 0,54-20,-52 19,90-20,-64 16,0-1,0-1,-1-2,0-1,-1-1,2-2,-28 13,1 0,-1 0,0 0,0 0,1 0,-1 0,0-1,0 1,0-1,0 1,-1-1,1 0,0 0,-1 0,1 0,-1 0,0 0,0 0,0 0,0 0,0-1,0 1,0 0,-1-1,1 1,-1-1,0 1,1-1,-1 1,0-1,-1 1,1 0,0-1,-1 0,-2-2,-1-1,-1 1,1 0,-1 0,1 1,-1-1,-1 1,1 0,0 0,-1 1,0 0,0 0,0 0,0 1,0 0,-1 0,1 0,-1 1,1 0,-7 0,11 1,-1 1,1-1,0 1,0 0,0 0,0 0,0 0,0 0,0 1,1-1,-1 1,0-1,1 1,-1-1,1 1,-1 0,1 0,0 0,0 0,0 0,0 0,0 0,0 0,1 0,-1 0,0 0,1 1,0-1,0 0,0 0,0 1,0-1,0 0,0 0,1 1,-1-1,1 0,-1 0,1 0,0 0,0 0,0 0,0 0,1 0,-1 0,0 0,1-1,-1 1,2 1,1 3,1 0,1 0,-1 0,1-1,0 0,0 0,0 0,1-1,-1 0,1 0,0 0,1-1,-1 0,0-1,1 0,0 0,5 1,9 0,1 0,0-1,0-2,0 0,8-2,43-6</inkml:trace>
  <inkml:trace contextRef="#ctx0" brushRef="#br0" timeOffset="1397.629">1481 1859,'5'9,"18"30,1 0,2-2,1-1,2-1,6 3,-32-35,-1 1,1-1,0 0,0 0,0 0,0-1,1 1,-1-1,1 1,-1-1,1 0,0-1,0 1,0-1,0 1,0-1,0 0,0-1,1 1,-1-1,0 0,0 0,1 0,-1 0,0-1,0 0,0 0,0 0,0 0,0 0,0-1,0 0,0 0,0 0,3-9,-1 1,0-1,-1 0,0 0,0 0,-2-1,1 0,-1 0,-1 0,0 0,-1 0,0 0,-1 0,0-1,-1 1,-1-4,-33-220,35 235,-1 0,1-1,-1 0,1 0,0 0,-1 0,1 0,0 0,0 0,0 0,0 0,1 0,-1 0,0 0,1 0,-1 1,1-1,0 0,0 0,0 0,0 1,0-1,0 0,0 1,0-1,1 1,-1 0,2-2,7 1</inkml:trace>
  <inkml:trace contextRef="#ctx0" brushRef="#br0" timeOffset="2213.227">2002 2020,'19'-15,"-2"0,0-1,0 0,-1-1,-2-1,1-1,-2 0,-1-1,0 0,-2-1,6-13,-15 30,1 0,-1 0,0 0,0 0,0 0,0 0,-1 0,0 0,0 0,0 0,0 0,-1-1,0 1,1 0,-1 0,-1 0,1 1,-1-1,1 0,-1 0,0 1,0-1,-1 1,1 0,-1-1,0 1,1 0,-1 1,-1-1,1 0,0 1,-1 0,1 0,-1 0,0 0,1 0,-1 1,0 0,1 1,1 0,-1 1,1-1,-1 1,1 0,-1 0,1 0,0 0,-1 0,1 0,0 0,0 1,0 0,0-1,0 1,0 0,0 0,1 0,-1 0,1 0,-1 0,1 0,0 0,0 1,0-1,0 1,-19 66,19-60,-1 0,1 0,1 0,0 0,0 0,1 0,0 0,0 0,1 0,0-1,1 1,0 0,0-1,1 0,0 0,0 0,1 0,0-1,1 1,-1-1,1-1,1 1,-1-1,1 0,0 0,0-1,1 0,0 0,0-1,0 0,0-1,1 0,-1 0,1 0,0-1,0 0,-1-1,4 0,-4-1,-1 0,1-1,0 0,-1-1,1 1,-1-1,0-1,0 1,1-1,-1-1,-1 1,1-1,-1 0,1-1,-1 0,0 1,-1-2,1 1,-1-1,0 0,-1 0,1 0,-1-1,0 1,-1-1,0 0,0 0,0-1,-1 1,0 0,0-1,-1 1,0-3,2-21,-2 0,0 1,-3-1,0 0,-3-6,5 36,-1 0,1 0,-1 0,1 0,0-1,0 1,-1 0,1 0,0 0,0 0,0 0,0 0,0 0,0-1,1 1,-1 0,0 0,0 0,1 0,-1 0,1 0,-1 0,1 0,-1 0,1 0,0 0,-1 0,1 0,0 1,0-1,0 0,0 0,0 1,-1-1,1 1,0-1,0 1,1-1,-1 1,0-1,0 1,0 0,0 0,0 0,0 0,0-1,0 1,1 1,-1-1,0 0,0 0,0 0,0 0,0 1,0-1,0 1,157 47,-152-47,0 1,0 0,0 0,0 1,0-1,0 1,-1 1,1-1,-1 1,0 0,0 0,0 0,-1 1,1-1,-1 1,0 0,0 1,-1-1,0 1,0-1,0 1,-1 0,0-1,-1 1,1-1,0 1,0-1,1 0,0 0,0 0,0 0,0-1,1 1,-1-1,1 0,0 0,1 0,-1 0,1-1,-1 0,1 0,0 0,0-1,0 1,1-1,-1 0,1-1,-1 1,1-1,-1 0,4-3,0 0,-1 0,0-1,1 0,-1-1,0 0,-1 0,1 0,-1-1,1 0,-2-1,1 1,-1-2,1 1,-2 0,1-1,-1 0,0-1,0 1,-1-1,0 0,0 0,-1 0,0 0,-1-1,0 1,2-9,-2 7,0 0,0 0,-1-1,0 1,0 0,-1-1,-1 1,0 0,0 0,-2-5,3 16,0-1,0 0,0 0,1 0,-1 1,0-1,0 0,0 0,0 0,0 1,0-1,0 0,-1 0,1 0,0 1,0-1,0 0,0 0,0 0,0 0,0 1,0-1,0 0,-1 0,1 0,0 0,0 1,0-1,0 0,0 0,-1 0,1 0,0 0,0 0,0 0,0 1,-1-1,1 0,0 0,0 0,0 0,-1 0,1 0,0 0,0 0,0 0,-1 0,1 0,0 0,0 0,0 0,-1 0,1-1,0 1,0 0,0 0,-1 0,1 0,0 14,0 0,1 0,1 0,0 0,1 0,0 0,1-1,1 0,0 1,5 6,-8-13,1-1,1 0,-1 0,1 0,0 0,1-1,-1 1,1-1,0 0,0-1,1 1,-1-1,1 0,0 0,0-1,1 0,0 1,14 1</inkml:trace>
  <inkml:trace contextRef="#ctx0" brushRef="#br0" timeOffset="2471.572">2938 1070,'-14'7,"-4"6,1 9,10 4,11 1,11-3,3-4</inkml:trace>
  <inkml:trace contextRef="#ctx0" brushRef="#br0" timeOffset="2739.853">3380 749,'-9'20,"0"0,2 1,1-1,0 1,2 1,0-1,2 1,0-1,1 14,3 65,3-1,5 0,5-1,3 0,5-2,4 0,5-2,36 76,-41-105,-5-15,-2 1,-2 1,-3 1,8 49,-21-94,0 1,-1-1,0 0,0 1,-1-1,0 0,0 1,-1-1,0 0,-1 1,0-1,0 0,-1 0,0 0,0-1,-1 1,0-1,0 0,-1 0,0 0,0 0,0-1,-1 0,0 0,0 0,-4 1,-25 9</inkml:trace>
  <inkml:trace contextRef="#ctx0" brushRef="#br0" timeOffset="3071.315">3339 1685,'-1'0,"0"0,0 1,0-1,0 0,0 0,0 0,0-1,0 1,0 0,0 0,0 0,0-1,0 1,0-1,0 1,0-1,1 1,-1-1,0 1,0-1,0 0,1 1,-1-1,0 0,1 0,-1 1,0-1,1 0,-1 0,1 0,0 0,-1 0,1 0,0 0,-1 0,1 0,0 0,0 0,0 0,0 0,0 0,0 0,0 0,0 0,0 0,1 0,-1 0,0 0,1 0,-1 0,1 0,-1 0,1 1,-1-1,1 0,-1 0,1 0,0 1,0-1,-1 0,1 0,22-18,0 1,1 1,0 0,2 2,0 1,-17 9,13-8,0 2,1 0,0 1,1 2,0 0,0 1,1 2,0 0,20 0,-39 5,0 0,0 1,0 0,0 0,0 0,0 1,0-1,-1 1,1 1,-1-1,1 1,-1 0,0 0,0 1,0-1,-1 1,1 0,-1 1,0-1,0 1,-1 0,1 0,-1 0,0 0,0 0,-1 1,1-1,-1 1,0 0,-1-1,0 1,0 0,1 4,-1 4,-1-11,0-1,1 1,-1 0,0-1,1 1,-1 0,1-1,0 1,0-1,0 1,0-1,0 0,0 1,1-1,-1 0,1 0,0 0,1 1,17-9,-9-6</inkml:trace>
  <inkml:trace contextRef="#ctx0" brushRef="#br0" timeOffset="3227.398">3807 1017,'-9'16,"-3"12,5 6,12 1,16-2,3-8</inkml:trace>
  <inkml:trace contextRef="#ctx0" brushRef="#br0" timeOffset="3796.328">4421 1271,'-16'0,"1"0,-1 1,0 1,0 0,1 1,-1 1,1 1,0 0,0 1,0 0,1 1,0 1,1 0,-1 1,2 0,-1 1,-5 7,15-15,1-1,0 1,0 0,0 0,0 1,0-1,0 0,0 0,1 1,-1-1,1 1,0 0,0-1,0 1,0 0,0 0,0 0,1-1,0 1,-1 0,1 0,0 0,0 0,1 0,-1 0,0 0,1-1,0 1,0 0,0 0,0-1,0 1,0 0,1-1,-1 1,1-1,0 0,0 0,2 2,9 2,0 0,1-1,0-1,0 0,0-1,1-1,-1 0,1-1,-1-1,1 0,-1 0,1-2,-1 0,0 0,1-2,17-1,1-1,-2-2,1-2,-1 0,0-2,-1-1,-1-2,0-1,-1-1,0-1,0-4,-28 23,0-1,0 0,0 0,0 0,0 0,0 1,0-1,0 0,0 0,0 0,0 1,1-1,-1 0,0 0,0 0,0 0,0 0,0 1,0-1,0 0,0 0,1 0,-1 0,0 0,0 1,0-1,0 0,1 0,-1 0,0 0,0 0,0 0,0 0,1 0,-1 0,0 0,0 0,0 0,0 0,1 0,-1 0,0 0,0 0,0 0,1 0,-1 0,0 0,0 0,0 0,0 0,1 0,-1 0,0-1,0 1,0 0,0 0,0 0,1 0,-1 0,0-1,-7 24,4-14,3-8,-1 1,0 0,1 0,0 0,-1 0,1 0,0 0,0 0,0 0,0-1,0 1,0 0,1 0,-1 0,1 0,-1 0,1 0,0-1,0 1,-1 0,1 0,1-1,-1 1,0-1,0 1,0-1,1 1,-1-1,1 0,-1 0,1 0,0 0,-1 0,1 0,0 0,-1 0,1-1,0 1,0-1,0 1,0-1,0 0,0 0,0 1,0-1,-1-1,1 1,2 0,5-1,0 0,0 0,0-1,0 0,-1 0,1-1,-1 0,1 0,-1-1,0 0,0-1,-1 0,0 0,1-1,-2 0,1 0,-1 0,0-1,0 0,0 0,-1 0,0-1,-1 0,0 0,0 0,-1-1,0 1,0-1,-3 3,1 0,-2 0,1 0,-1 0,0 1,0-1,0 0,-1 1,0-1,0 1,0-1,-1 1,0 0,0 0,0 0,-1 0,1 1,-1 0,0-1,0 1,-1 0,1 1,-1-1,0 1,0 0,0 0,0 1,-1-1,-1 1,3 0,-1-1,0 1,0 1,0-1,0 1,0 0,0 0,0 0,0 1,-1 0,1 0,0 0,0 0,0 1,0 0,-1 0,1 1,0-1,1 1,-1 0,0 0,0 1,1-1,0 1,-1 0,1 0,0 1,0-1,1 1,-1 0,1 0,-3 4,2 0,0 0,1 0,-1 0,2 0,-1 0,1 1,0-1,1 1,0 0,1-1,-1 1,2 0,0 6,-1-12,1 1,-1 0,1 0,0 0,0-1,1 1,-1 0,1-1,-1 1,1-1,0 0,1 0,-1 0,0 0,1 0,0 0,0 0,-1-1,2 1,-1-1,0 0,0 0,1 0,-1-1,1 1,-1-1,1 0,0 0,0 0,-1 0,3 0,32-2,-1-4</inkml:trace>
  <inkml:trace contextRef="#ctx0" brushRef="#br0" timeOffset="4083.879">4957 749,'-11'2,"1"1,-1 0,1 0,0 1,0 0,0 1,0 0,1 1,0 0,0 0,0 1,1 0,0 0,-5 7,9-10,0 0,1 1,-1 0,1-1,0 1,0 0,1 1,0-1,0 0,0 1,0-1,1 1,0 0,0-1,0 1,1 0,0 0,0 0,0-1,1 1,0 0,0-1,1 1,-1 0,1-1,0 0,1 1,0 0,7 9,2 0,0-1,0 0,1-1,1 0,0-1,1 0,0-2,4 3,30 22,-32-22,-7-3,2-1,-1 0,1 0,1-1,0-1,0 0,0-1,0-1,1 0,0 0,6 0,6-3,1-1,-1-1,1-2,-1 0,0-2,24-6,31-7</inkml:trace>
  <inkml:trace contextRef="#ctx0" brushRef="#br0" timeOffset="4538.966">6694 856,'-8'-6,"-1"1,0-1,0 1,-1 1,1 0,-1 0,0 1,0 0,0 1,0 0,0 0,-1 1,1 1,0 0,-1 0,1 1,-1 0,1 1,0 0,0 0,0 1,0 1,0-1,1 2,0-1,0 2,0-1,-2 2,6-2,1 0,-1 0,1 1,0-1,0 1,0 0,1 0,0 0,1 0,-1 1,1-1,-1 7,2-11,0 0,1 1,0-1,-1 1,1-1,0 1,0-1,1 1,-1-1,0 1,1-1,-1 1,1-1,0 0,0 1,0-1,0 0,0 0,1 1,-1-1,1 0,-1 0,1-1,0 1,0 0,-1-1,1 1,0-1,1 1,-1-1,0 0,0 0,0 0,1 0,1 1,6-2,0 0,-1 0,1 0,0-1,-1-1,1 0,-1 0,1-1,-1 0,0 0,0-1,0 0,-1-1,0 0,1 0,-2-1,1 0,-1-1,0 1,0-1,0-1,2-4,1 0,-1-1,-1 0,0 0,-1-1,0 0,-1 0,-1-1,0 1,-1-1,0 0,-2 0,1-8,1-14,-2-1,-2 1,-2-1,-3-19,3 32,-2 0,0 0,-2 1,-1 0,0 0,-6-9,13 32,0 0,0 0,-1-1,1 1,0 0,0 0,-1 0,1 0,-1 0,1 0,-1 0,0-1,1 1,-1 1,0-1,1 0,-1 0,0 0,0 0,0 0,0 1,0-1,0 0,0 1,0-1,0 1,0-1,-1 1,1 0,0-1,0 1,0 0,0 0,-1 0,1 0,0 0,0 0,0 0,-1 0,1 1,0-1,0 0,0 1,0-1,0 1,-1-1,1 1,0-1,0 1,0 0,0-1,1 1,-1 0,0 0,0 0,0 0,1 0,-1 0,0 0,1 0,-1 0,1 0,-1 0,1 0,-1 2,-9 19,1 1,0 0,2 0,1 1,1 0,0 0,2 0,1 0,1 9,0-19,0 0,1 0,1 0,0 0,1 0,0-1,1 1,1 0,0-1,1 0,0 0,1 0,0-1,1 0,1 0,0 0,0-1,1-1,1 1,0-1,0-1,1 0,3 2,40 17,-2-8</inkml:trace>
  <inkml:trace contextRef="#ctx0" brushRef="#br0" timeOffset="4908.525">7108 736,'-7'-4,"-1"-1,0 2,0-1,0 1,0 0,0 1,-1-1,1 2,-1-1,0 1,1 1,-1 0,0 0,0 0,1 1,-1 1,1-1,-1 1,1 1,-1-1,1 2,0-1,0 1,1 0,-1 1,1-1,0 2,0-1,0 1,1 0,0 0,0 1,1-1,0 2,0-1,-3 5,7-10,0 0,0 0,0 0,0 0,1 0,-1 1,1-1,-1 0,1 0,0 1,-1-1,1 0,0 0,1 1,-1-1,0 0,1 0,-1 1,1-1,0 0,-1 0,1 0,0 0,1 0,-1 0,0 0,0 0,1 0,-1-1,1 1,0 0,-1-1,1 1,0-1,0 0,0 0,0 0,0 0,0 0,0 0,0 0,0-1,1 1,0 0,6 0,1 1,0-1,0-1,0 0,0 0,0-1,0 0,0-1,0 0,-1-1,1 0,-1 0,1-1,-1 0,0-1,-1 0,1 0,5-5,-8 5,0 1,0-1,0 1,-1-2,0 1,0 0,0-1,-1 0,0 0,0-1,-1 1,1-1,-1 1,-1-1,1 0,-1 0,-1-1,1 1,-1 0,0-1,-1 1,0 0,0-1,0 1,-2-5,3 11,-1 0,0 0,0 0,0 0,0 0,0 0,0 0,0 0,-1 0,1 0,0 0,0 0,-1 0,1 0,-1 0,1 0,-1 0,1 0,-1 1,1-1,-1 0,0 0,1 1,-1-1,0 0,0 1,0-1,1 1,-1-1,0 1,0-1,0 1,0 0,0-1,0 1,0 0,0 0,0 0,0-1,0 1,0 0,0 0,0 1,0-1,0 0,0 0,0 0,0 1,0-1,0 0,0 1,1-1,-1 1,0-1,0 1,0 0,0-1,1 1,-1 0,0-1,1 1,-1 0,1 0,-1 0,0 0,1-1,0 1,-1 1,-1 4,0 0,0 0,0 0,1 0,0 0,0 1,1-1,0 1,0-1,0 0,1 1,0-1,0 0,0 0,1 1,0-1,0 0,1-1,0 1,0 0,0-1,0 1,1-1,0 0,0 0,1-1,-1 1,1-1,0 0,0 0,0-1,1 1,3 1,79 13,-44-16</inkml:trace>
  <inkml:trace contextRef="#ctx0" brushRef="#br0" timeOffset="5461.319">7670 562,'-18'1,"0"0,0 1,0 1,0 1,1 0,-1 1,1 1,0 1,1 0,0 1,0 1,-1 2,15-11,0 1,0-1,0 1,1 0,-1 0,0 0,1 0,-1 0,1 0,-1 1,1-1,0 0,-1 1,1-1,0 1,0-1,0 1,0 0,0-1,0 1,1 0,-1 0,0 0,1-1,0 1,-1 0,1 0,0 0,0 0,0 0,0 0,0 0,0 0,1 0,-1-1,1 1,-1 0,1 0,0 0,0-1,0 1,0 0,0-1,0 1,0-1,0 1,1 0,8 3,-1-1,1 1,0-2,0 0,0 0,1-1,-1 0,1 0,-1-1,1-1,0 0,0 1,21 2,1-2,-1-1,1-1,-1-2,0-2,0 0,0-2,0-2,-1-1,13-6,-37 12,1 0,-1 0,0 0,0-1,0 0,0 0,-1-1,0 0,0 0,-1-1,1 1,-2-1,2-2,12 38,-11-26,-1 1,1-1,-1-1,1 1,0-1,0-1,0 1,0-1,1 0,-1-1,0 1,0-2,1 1,-1-1,0 0,0 0,0-1,0 0,0 0,0-1,-1 0,1 0,-1 0,1-1,-2-1,-1 1,-1-1,1 1,-1-1,1 0,-1-1,-1 1,1 0,-1-1,0 1,0-1,0 0,-1 0,0 0,0 0,-1 0,0 0,0 0,0 0,0 1,-1-1,0 0,-1 0,1 0,-1 0,0 1,0-1,-1 1,0 0,0-1,0 1,0 0,-3-2,3 5,1-1,-1 1,1 0,-1 1,0-1,1 0,-1 1,0 0,0 0,0-1,0 2,0-1,-1 0,1 1,0-1,0 1,0 0,0 0,-1 0,1 1,0-1,0 1,0-1,0 1,0 0,0 0,0 1,0-1,0 1,0-1,0 1,-6 4,-1 0,1 1,0 0,0 1,1 0,0 0,0 0,0 3,2-4,1 0,0 0,0 0,1 1,0 0,0 0,1 0,0 0,1 0,-1 1,1-1,1 1,0-1,0 1,1 0,0 5,2-10,0-1,0 1,0-1,1 1,0-1,-1 0,1 0,0 0,0-1,1 1,-1 0,0-1,1 0,0 0,-1 0,1-1,0 1,0-1,0 0,0 0,0 0,0 0,0-1,1 1,-1-1,0 0,0-1,0 1,0-1,4-1,31-1</inkml:trace>
  <inkml:trace contextRef="#ctx0" brushRef="#br0" timeOffset="5711.65">8325 1,'-13'0,"-12"4,-8 9,-4 9,4 7,4 4,7 2,7 3,11-1,7-7</inkml:trace>
  <inkml:trace contextRef="#ctx0" brushRef="#br0" timeOffset="5882.702">8486 602,'18'4,"15"3,14-1,9-4,8-6,3-8,2-7,-3-11,-14 0</inkml:trace>
  <inkml:trace contextRef="#ctx0" brushRef="#br0" timeOffset="7490.56">211 3810,'-1'-64,"-1"23,1 0,3 0,1 0,2 0,2 0,1 1,8-20,-15 56,0-1,0 1,1 0,-1 0,1 0,0 0,0 1,0-1,1 0,-1 1,1-1,0 1,0 0,0 0,1 0,-1 1,1-1,-1 1,1-1,0 1,0 0,0 1,0-1,0 1,0 0,0 0,0 0,1 0,-1 1,0 0,5 0,3 5,0 2,0 0,-1 0,0 1,0 0,-1 1,0 0,-1 0,0 1,0 1,-1-1,0 1,-1 1,5 11,1-5,-2 0,0 1,-2 1,0-1,3 12,-12-29,0 0,0 0,0 0,0 0,-1 0,1 0,-1 0,1 0,-1 0,1 0,-1 0,0 0,0-1,0 1,0 0,-1-1,1 1,0-1,-1 1,1-1,-1 0,1 1,-1-1,1 0,-1 0,0 0,0 0,0-1,1 1,-1 0,0-1,0 1,0-1,0 0,0 1,0-1,0 0,0 0,0-1,0 1,0 0,0-1,0 1,0-1,0 1,0-1,1 0,-1 0,0 0,0 0,1 0,-1 0,1 0,-1-1,-2-1,0 1,1-1,-1 1,1-1,0 0,0 0,0-1,0 1,0-1,1 1,0-1,-1 0,2 0,-1 0,0 0,1 0,-1 0,1-1,1 1,-1 0,0-1,1 1,0-1,0 1,0 0,1-1,0 1,-1 0,1-1,1 1,-1 0,1 0,-1 0,1 0,0 0,1 0,-1 0,1 1,0-1,-1 1,2 0,-1-1,15-12,0 0,1 1,1 1,0 1,1 1,0 1,1 0,0 2,20-6,-37 13,-2 0,1 0,-1 0,1 0,-1 1,1 0,0-1,-1 1,1 0,0 1,0-1,0 1,0 0,-1 0,1 0,0 0,0 0,0 1,0 0,0 0,-1 0,1 0,0 1,-1-1,1 1,-1 0,0 0,0 0,1 1,-1 0,1 5,-1 1,0 0,-1 0,0 0,0 1,-1-1,0 0,-1 0,0 3,9 61,-9-71,1-1,-1 1,1-1,-1 1,1-1,0 1,0-1,-1 0,1 1,0-1,0 0,0 1,0-1,1 0,-1 0,0 0,0 0,1 0,-1 0,1-1,-1 1,1 0,-1-1,1 1,-1-1,1 1,-1-1,1 0,0 0,-1 0,1 0,-1 0,1 0,0 0,-1 0,1-1,-1 1,1 0,0-1,-1 0,1 1,58-38,-49 27,1-1,-1 0,-1-1,0 0,-1 0,-1-1,0-1,0 1,-2-1,1 0,-2-1,0 1,-1-1,-1 0,-1 0,0 0,0-2,-3 36,2-1,0 0,1 0,0 0,1 0,6 14,-6-19,1 0,0-1,1 1,0-1,1 1,0-2,1 1,0-1,1 0,0 0,0-1,1 0,0-1,7 5,-1-6</inkml:trace>
  <inkml:trace contextRef="#ctx0" brushRef="#br0" timeOffset="8282.884">1294 3196,'-1'13,"1"0,0 1,1-1,0 0,1 0,1 0,0 0,1-1,0 1,1-1,0 0,1 0,0 0,1-1,1 0,0 0,-6-8,1-1,-1 1,1-1,0 1,0-1,0 0,0 0,0-1,0 1,1-1,-1 1,1-1,-1 0,0 0,1-1,0 1,-1-1,1 0,-1 1,1-2,0 1,-1 0,1-1,-1 1,1-1,-1 0,1 0,-1-1,0 1,1-1,-1 0,0 1,0-2,0 1,0 0,-1 0,1-1,-1 1,1-1,-1 0,0 0,0 0,0-1,8-11,-1 0,-1-1,-1 0,0-1,-1 1,-1-1,0-1,-1 1,-1 0,0-18,3 1,-6 34,1 0,0 0,-1 0,1 0,0 0,-1 0,1 1,0-1,-1 0,1 0,0 1,-1-1,1 0,-1 1,1-1,-1 1,1-1,-1 1,1-1,-1 1,1-1,-1 1,1 0,-1-1,0 1,1-1,-1 1,0 0,0-1,0 1,1 0,-1-1,0 1,0 0,0 0,0-1,0 1,0 0,0-1,-1 1,1 0,0-1,0 1,0 1,2 8,1 1,0-1,1 0,0 0,0 0,1-1,0 1,1-1,0 0,1-1,-1 0,2 0,-1 0,1-1,0 0,0 0,1-1,0 0,0-1,1 0,-1 0,1-1,0 0,1-1,-1 0,0 0,6-1,-10-2,0 0,1-1,-1 0,0 0,0 0,-1-1,1 0,0 0,0 0,-1-1,0 0,1 0,-1 0,0-1,0 0,-1 0,1 0,-1 0,0-1,0 1,0-1,-1 0,0-1,0 1,0 0,1-5,4-10,0-1,-2 1,0-2,-1 1,-1-1,0-19,0-60,-4 0,-5 0,-11-53,12 119,2 21,1 25,-2 129,15 135,-12-256,2 0,0 0,1 0,1 0,1 0,0-1,2 0,0 0,1 0,1-1,0 0,2 1,-9-15,0 0,1 0,-1 0,1-1,0 1,-1 0,1-1,0 0,1 0,-1 0,0 0,1 0,-1-1,1 1,-1-1,1 0,0 0,-1 0,1-1,0 1,0-1,-1 0,1 0,0 0,0 0,0-1,-1 0,1 0,0 0,-1 0,1 0,-1-1,1 1,-1-1,0 0,1 0,-1-1,0 1,0 0,2-4,0 0,-1-1,0 0,-1 0,1 0,-1 0,0 0,-1-1,0 0,0 1,-1-1,0 0,0 0,-1 0,0 0,0 1,-1-1,0 0,0 0,-2-3,0-2,0-1,-2 1,0 1,0-1,-1 1,-1-1,0 2,0-1,-1 1,-8-8,8 10,-2 0,1 1,-1 0,0 1,0 0,-1 1,0 0,0 1,-1 0,0 0,1 1,-1 1,-1 0,1 1,0 0,-11 0,-20 9,43-6,0-1,0 1,0 0,0-1,0 1,1-1,-1 1,0-1,0 1,0-1,0 1,1-1,-1 1,0-1,1 1,-1-1,0 1,1-1,-1 0,0 1,1-1,-1 0,1 1,-1-1,1 0,-1 1,1-1,-1 0,1 0,-1 0,1 1,-1-1,1 0,-1 0,1 0,-1 0,1 0,-1 0,1 0,0 0,-1 0,1 0,-1-1,1 1,-1 0,1 0,-1 0,1-1,-1 1,1 0,116-15,107-42,-101 22</inkml:trace>
  <inkml:trace contextRef="#ctx0" brushRef="#br0" timeOffset="8551.454">3393 2701,'4'16,"4"12,3 8,0 3,-2-2,-3-1,-3-5,-3-9,-2-6</inkml:trace>
  <inkml:trace contextRef="#ctx0" brushRef="#br0" timeOffset="8970.881">3219 2474,'37'9,"27"3,-1 2,-1 4,0 2,-2 3,27 15,-78-33,1 0,-1 0,0 1,0 1,-1 0,0 0,0 0,0 1,-1 0,-1 0,1 1,-1 0,-1 0,1 1,-2-1,1 1,-1 0,0 3,-2-5,-3-7,1 0,0 1,0-1,0 1,0-1,0 0,0 1,1-1,-1 1,0-1,1 0,-1 1,1-1,-1 0,1 0,0 1,0-1,-1 0,1 0,0 0,0 0,0 0,0 0,0 0,1 0,-1 0,0-1,0 1,0 0,1-1,-1 1,0-1,1 1,-1-1,0 0,1 1,3-5,0 0,0 1,-1-1,1-1,-1 1,0-1,0 1,-1-1,1 0,-1-1,0 1,1-4,0 1,12-21,-1-1,-2-1,-2 0,0 0,-2-2,0-8,-1 147,-7-99,0 0,0 0,1 0,0-1,1 1,-1 0,1-1,1 0,-1 0,1 0,0 0,0 0,1-1,-1 0,1 0,0 0,1 0,-1-1,1 0,0 0,0-1,0 1,1-1,-1-1,1 1,0-1,-1 0,1-1,7 2,1-3,-1 1,1-2,0 1,-1-2,1 0,-1-1,8-3,39-13</inkml:trace>
  <inkml:trace contextRef="#ctx0" brushRef="#br0" timeOffset="10620.24">5357 2166,'-11'-2,"1"0,-1 0,0 1,0 0,0 1,0 0,0 1,0 0,0 1,0 0,0 1,1 0,0 1,-1 0,1 1,0 0,1 0,-1 1,1 0,0 0,1 1,0 1,0-1,0 1,1 1,0-1,1 1,0 1,0-1,1 1,0 0,1 0,2-5,0-1,0 1,1-1,0 1,0 0,0 0,1-1,0 1,0 0,0 0,0 0,1 0,-1-1,1 1,1 0,-1-1,1 1,-1 0,1-1,0 0,1 0,-1 1,1-1,0 0,0-1,0 1,1-1,-1 1,1-1,0 0,0 0,0-1,0 1,0-1,0 0,1 0,1 0,-1 0,0-1,1-1,-1 1,0-1,0 0,1 0,-1 0,0-1,0 0,0 0,1 0,-1-1,0 0,-1 0,1 0,0 0,-1-1,1 0,-1 0,0 0,1 0,-2-1,1 1,0-1,1-2,3-4,1-1,-2 0,0-1,0 1,-1-1,0-1,-1 1,0-1,1-6,0-19,-2-1,-1 1,-3-1,0 0,-3 1,-1-1,-2 1,-1 0,-2 1,-5-11,3 1,-11-37,10 71,5 38,-4 61,4 0,3 81,4-145,1 0,1-1,1 1,0-1,2 0,1 0,2 4,-6-18,1 0,0 0,1 0,-1-1,1 1,1-1,-1 0,1 0,0-1,1 1,-1-1,1 0,0 0,0-1,0 0,1 0,0-1,-1 1,1-1,1-1,-1 1,1-1,2 0,1-1,-1 0,1-1,-1 0,1-1,-1 0,0 0,1-1,-1 0,0-1,0 0,0-1,0 0,-1-1,1 0,-1 0,7-6,-1 1,-2-1,1 0,-1-1,-1-1,0 0,-1 0,-1-1,0 0,0-1,1-6,8 83,-17-57,-1-1,2 1,-1 0,1-1,-1 1,1-1,0 0,1 0,-1 0,1-1,0 1,0-1,0 0,0 0,0 0,1 0,-1-1,1 0,0 0,0 0,0 0,-1-1,2 0,-1 0,0 0,0-1,0 0,0 0,0 0,1 0,-1-1,0 0,4-1,-4 1,0-1,0 0,0-1,0 1,0-1,0 0,0 0,-1-1,0 1,0-1,0 0,0 0,0 0,-1-1,0 1,0-1,0 0,0 0,-1 0,0 0,0 0,0 0,-1-1,1 1,-1-1,-1 1,1-1,-1 1,0-1,0 1,0-1,-1 0,0 1,0 0,-1-1,1 1,-1 0,0-1,-1 1,1 0,-3-3,0 2,0 1,0 0,-1 0,1 1,-1-1,0 1,0 0,0 1,-1 0,1 0,-1 0,0 1,0 0,0 0,0 0,0 1,0 0,0 1,0 0,0 0,-1 0,1 1,0 0,0 0,0 1,0 0,0 0,1 1,-1-1,0 2,-5 3,11-7,-1 1,1 0,0-1,0 1,-1 0,1 0,0 0,0 0,0 0,0 0,0 0,0 0,1 1,-1-1,0 0,1 1,-1-1,0 0,1 1,0-1,-1 0,1 1,0-1,0 1,0-1,0 1,0-1,0 1,0-1,0 1,0-1,1 0,-1 1,1-1,-1 0,1 1,-1-1,1 0,0 1,0-1,0 0,0 0,-1 0,2 0,0 1,6 0,0 0,1 0,-1-1,1 0,-1-1,1 0,0 0,-1-1,1 0,-1-1,1 1,-1-2,0 1,0-1,5-3,219-102,-230 107,0 1,1-1,-1 1,0 0,1-1,-1 1,1 0,-1 1,0-1,1 0,-1 1,0-1,0 1,1 0,-1 0,0-1,0 2,0-1,0 0,0 0,0 1,0-1,0 1,-1-1,1 1,0 0,-1 0,1 0,-1 0,0 0,0 0,0 0,0 0,0 0,0 0,-1 1,1-1,-1 0,1 1,-1 0,9 23,-6-15,0-1,0 0,1 0,1-1,0 1,0-1,1 0,3 5,-7-13,-1 1,0-1,1 0,-1 0,1 0,-1 0,1 0,0 0,-1 0,1-1,0 1,-1-1,1 1,0-1,0 1,0-1,0 0,-1 0,1 0,0 0,0 0,0 0,0-1,-1 1,1-1,0 1,0-1,-1 0,1 1,0-1,-1 0,1 0,-1 0,1 0,-1-1,1 1,-1 0,1-2,46-56,-34 33,-2-1,0-1,-2 0,0 0,-2-1,0-8,8 140,-15-100,0 0,0-1,1 1,-1-1,0 1,1-1,0 0,-1 1,1-1,0 0,0 0,0 0,1-1,-1 1,0 0,1-1,-1 1,1-1,-1 0,1 0,0 0,-1 0,1-1,0 1,0-1,-1 1,1-1,0 0,0 0,0 0,0-1,-1 1,1 0,2-2,3 0,1-1,0 0,-1-1,0 0,0 0,0-1,0 0,-1-1,0 1,1-3,1-1,0 0,-1 0,-1-1,1 0,-2-1,1 0,-2 0,1 0,-1-1,-1 1,0-1,-1 0,1-9,1 52,-4-26,0 0,0 0,1 0,0 0,0-1,0 1,1-1,-1 1,1-1,0 0,0 0,1 0,-1 0,1 0,0-1,0 0,0 0,0 0,0 0,1-1,-1 1,1-1,0 0,0-1,0 1,0-1,0 0,0 0,0-1,0 1,0-1,0 0,0 0,0-1,0 0,1 0,10-2,-1-1,0 0,-1-1,1 0,-1-2,0 0,-1 0,1-1,-1-1,-1 0,0-1,0 0,-1-1,0 0,-1 0,0-2,-1 1,0-1,-1 0,-1-1,0 0,4-13,-12-33,1 59,0-1,-1 1,1-1,-1 1,0 0,0-1,1 1,-1 0,0 0,0 0,0 0,0 0,0 0,0 0,-1 0,1 0,0 0,0 0,-1 1,1-1,0 1,-1-1,1 1,-1-1,1 1,-1 0,1 0,0 0,-1-1,1 1,-1 1,1-1,-1 0,1 0,-1 1,1-1,-1 0,1 1,-1 0,-3 2,0 1,1-1,-1 1,1 0,0 1,0-1,0 1,1 0,-1 0,1 0,0 0,1 1,-1-1,1 1,0 0,1-1,-1 1,1 0,0 0,0 0,1 0,0 0,0 0,1 0,-1 0,1 1,0-2,0-1,0 1,1-1,-1 1,1-1,0 1,1-1,-1 0,1 0,-1 0,1 0,0-1,0 1,1-1,-1 1,1-1,0 0,0-1,0 1,0-1,0 1,0-1,1-1,-1 1,3 0,5 2,0-1,1-1,-1 0,1-1,-1 0,1-1,-1 0,1-1,1 0,31-7</inkml:trace>
  <inkml:trace contextRef="#ctx0" brushRef="#br0" timeOffset="11160.218">7376 1578,'-1'9,"0"-1,0 1,1-1,0 1,0-1,1 1,0 0,0-1,1 0,1 1,-1-1,1 0,1 0,-1 0,1-1,1 1,-1-1,1 0,0 0,1-1,0 1,0-1,0 0,3 1,0-4,-1 0,0 0,0-1,1 0,0-1,-1 0,1 0,0-1,-1 0,1-1,0 0,-1 0,1 0,-1-1,1-1,-1 1,0-2,0 1,0-1,-1 0,1 0,-1-1,0 0,0-1,0 1,-1-1,0 0,0-1,-1 0,1 0,-2 0,1 0,-1-1,0 0,0 1,-1-2,0 1,0-3,17-122,-22 153,1 0,1 0,1 0,0 0,5 19,-5-34,0 1,0-1,1 0,-1 0,1 0,0 0,1 0,-1-1,1 1,0-1,0 1,0-1,1 0,0 0,-1-1,1 1,1-1,-1 0,0 0,1 0,-1 0,1-1,0 0,0 0,1 0,-1-1,0 0,0-1,1 0,-1 0,1 0,-1 0,0-1,0 0,1 0,-1 0,0-1,0 0,0 0,0 0,0 0,-1-1,1 0,-1 0,0 0,1-1,-1 0,7-6,1-1,-2 0,0-1,0 0,-1-1,5-9,-1-2,-1 0,-1-1,-1 0,-1-1,-2 0,2-13,9 173,-18-132,0 1,1-1,-1 1,1-1,-1 1,1-1,0 1,0-1,0 1,1-1,-1 0,0 0,1 0,0 0,-1 0,1 0,0 0,0 0,0-1,0 1,0-1,0 1,1-1,-1 0,0 0,1 0,2 1,4-7</inkml:trace>
  <inkml:trace contextRef="#ctx0" brushRef="#br0" timeOffset="11883.095">8125 1123,'-1'4,"-1"0,1-1,1 1,-1 0,0 0,1 0,0 0,0-1,0 1,0 0,1 0,-1 0,1 0,0-1,0 1,1 0,-1-1,1 1,-1-1,1 1,0-1,1 0,-1 0,0 0,1 0,0 0,0 0,0-1,1 2,56 38,-43-30,1 0,-1 1,-1 1,0 0,7 10,-10-5,-1 0,0 0,-2 1,0 1,-1 0,-1 0,-1 0,0 6,3 6,-10-31,0-1,0 0,0 1,0-1,1 0,-1 1,0-1,0 0,1 1,-1-1,1 0,-1 0,1 0,0 1,-1-1,1 0,0 0,0 0,0 0,0 0,0 0,0 0,0-1,0 1,0 0,0 0,1-1,-1 1,0-1,0 1,1-1,-1 1,0-1,0 0,1 0,-1 0,0 0,1 0,-1 0,1 0,-1 0,0 0,0-1,1 1,0-1,5-6,1-1,-1-1,-1 1,0-1,0-1,0 1,-1-1,-1 0,0 0,0 0,1-8,-3 14,12-40,-2-1,-1 0,1-24,-14 82,2 1,0 0,0 0,1-1,1 1,1 0,0-1,0 1,1-1,1 0,0 0,6 9,-8-19,0 1,1-1,-1 0,1-1,-1 1,1 0,0-1,0 0,0 0,1 0,-1-1,0 1,1-1,-1 0,1 0,-1-1,1 1,-1-1,1 0,-1 0,1 0,-1-1,1 0,-1 0,1 0,-1 0,0-1,1 0,-1 1,0-2,0 1,0 0,-1-1,1 0,0 1,-1-2,0 1,0 0,0-1,2-1,16-19,-2-1,0 0,-2-1,0-1,-2-1,-1 0,-1-1,-2-1,-1 0,-1 0,-2 0,0-1,-3-1,0 1,-2 0,-2-24,0 53,1-9,-1 1,0-1,0 1,-2 0,1-1,-1 1,0 0,-1 0,-1 0,0-1,3 9,0 0,-1 0,1 0,-1 0,1 0,-1 0,0 1,0-1,0 1,0-1,0 1,0-1,0 1,0 0,-1 0,1 0,0 1,-1-1,1 0,-1 1,1 0,0-1,-1 1,1 0,-1 0,1 0,-1 1,1-1,-1 1,1-1,0 1,-1 0,1 0,0 0,-2 0,-3 3,-1-1,1 1,0 0,0 1,0-1,1 2,-1-1,1 1,0-1,0 2,-1 3,1-1,0 1,0 1,1-1,0 1,1 0,0 0,0 1,2-1,-1 1,1-1,1 1,0 0,1 0,0 0,1-1,0 1,1 0,0-1,1 1,0-1,3 6,1 1,0 0,1 0,1-1,1 0,1-1,0 0,1-1,0 0,1-1,1 0,0-1,1-1,8 6,0-4,-1-2,2 0,0-1,0-1,1-1,0-2,1 0,0-2,0-1,0-1,0-1,3-1,38-3</inkml:trace>
  <inkml:trace contextRef="#ctx0" brushRef="#br0" timeOffset="13376.727">1320 4346,'-18'6,"1"0,-1 2,1 0,1 1,-1 0,2 1,-1 1,2 1,-1 0,2 1,-1 1,2-1,0 2,1 0,0 1,1 0,1 0,0 1,1 0,1 0,-3 12,5 24,6-51,-1-1,0 0,0 0,1 0,-1 1,1-1,-1 0,1 0,-1 0,1 0,0 0,-1 0,1 0,0 0,0 0,0 0,0 0,0-1,0 1,0 0,0-1,0 1,0-1,0 1,0-1,1 1,-1-1,0 0,0 1,0-1,1 0,-1 0,0 0,0 0,1 0,-1 0,0 0,0-1,2 1,9-5,-1 0,1-1,-1 0,0-1,0 0,-1-1,0 0,0 0,-1-1,0 0,-1-1,0 0,0 0,-1-1,1-3,8-10,-1-1,-1-1,-2 0,0-1,-2 0,0-1,-3 0,0-1,-1 1,-2-1,-1 0,-2 0,0 0,-2-1,-1 1,-2 0,0 0,-2 1,-10-28,3 26,12 30,1-1,0 1,-1-1,1 1,-1 0,1 0,-1-1,1 1,0 0,-1 0,1 0,-1-1,1 1,-1 0,0 0,1 0,-1 0,1 0,-1 0,1 0,-1 0,1 0,-1 0,1 0,-1 0,1 1,-1-1,1 0,-1 0,1 0,-1 1,1-1,0 0,-1 1,1-1,-1 0,1 1,0-1,-1 1,1-1,0 0,-1 1,1-1,0 1,0-1,-1 1,1-1,0 1,0-1,0 1,0-1,0 1,0-1,0 1,0-1,0 1,0-1,0 1,0 0,0-1,0 1,0-1,1 1,-1-1,0 1,0-1,1 0,-1 1,0-1,-5 49,2-1,2 1,3-1,5 33,-7-77,1 9,1 28,2 0,1 0,3-1,1 1,1-1,5 6,-13-42,-1 0,0 0,1 0,0 0,0-1,0 1,0 0,1-1,0 0,-1 1,1-1,0 0,1-1,-1 1,0 0,1-1,-1 0,1 0,0 0,0 0,0 0,0-1,0 0,0 0,0 0,0 0,1-1,0 1,6-4,0-1,-1 0,0-1,1 0,-2 0,1-1,-1 0,0-1,0 0,0 0,-1-1,-1 0,1-1,-1 1,-1-2,1 1,-1 0,0-3,6-8,-1 0,-1-1,-1 0,-1-1,-1 1,0-2,-2 1,0-1,-2 0,-1 0,0-2,-10-23,8 48,-1-1,1 1,-1 0,1 0,-1-1,1 1,-1 0,0 0,1 0,-1-1,1 1,-1 0,0 0,1 0,-1 0,1 0,-1 0,0 0,1 1,-1-1,1 0,-1 0,1 0,-1 1,0-1,1 0,-1 0,1 1,-1-1,1 1,-1-1,1 0,0 1,-1-1,1 1,0-1,-1 1,1-1,0 1,-1-1,1 1,0-1,0 1,-1 0,1-1,0 1,0-1,0 1,0 0,0-1,0 1,0-1,0 1,0 0,0-1,1 1,-1-1,0 1,0 0,0-1,1 1,-1-1,0 1,1-1,-4 14,1 0,0-1,1 1,1 0,0 0,1 0,0-1,1 1,1 0,0-1,1 0,0 1,1-1,1-1,0 1,1-1,0 0,1 0,-3-8,0 1,0-1,1 0,-1 0,1-1,0 0,0 0,0 0,1-1,-1 1,0-2,1 1,0-1,-1 0,1 0,0-1,0 0,-1 0,1 0,0-1,0 0,-1 0,1-1,-1 0,4-2,18-5,-1-2,0-2,-1 0,0-1,3-4,37-25</inkml:trace>
  <inkml:trace contextRef="#ctx0" brushRef="#br0" timeOffset="14277.999">3005 4091,'28'-41,"-1"-2,-2-1,-2 0,-2-2,-2-1,-2 0,-2-2,-2 1,-2-2,-1-12,-9 57,1-6,0 0,-1-1,0 1,-1 0,0-1,-1 1,0-1,-1 1,0 0,-1 0,-3-8,6 17,-1 1,1 0,-1 0,1 0,-1 0,1 0,-1 0,0 0,1 0,-1 0,0 0,0 0,0 0,0 0,0 0,0 1,0-1,0 0,0 1,0-1,0 1,0-1,0 1,-1 0,1-1,0 1,0 0,-1 0,1 0,0 0,0 0,0 0,-1 0,1 0,0 1,0-1,0 0,-1 1,1-1,0 1,0-1,0 1,-36 41,25-12,2 1,0 0,3 0,0 1,2 0,2 0,0 1,3-1,2 24,-3-31,1-1,1 1,2-1,0 1,2-1,0 0,2 0,1-1,5 12,-11-31,1 0,-1-1,1 1,-1 0,1-1,1 0,-1 0,0 0,1 0,-1-1,1 1,0-1,0 0,0 0,0 0,0 0,0-1,1 0,-1 0,0 0,1 0,-1-1,1 1,-1-1,0 0,1-1,-1 1,1-1,-1 0,0 0,1 0,-1-1,0 1,0-1,0 0,0 0,0 0,0-1,-1 0,1 1,0-2,9-7,-1-1,-1 0,0-1,0 0,-2-1,1 0,-2-1,0 1,0-2,-2 1,0-1,-1 0,0 0,-1 0,-1-1,-1 0,0 1,-1-10,14 106,-15-78,26 76,-26-76,1 1,0-1,0 0,0 0,1 0,-1 0,1 0,-1 0,1 0,-1-1,1 1,0 0,0-1,0 0,0 1,0-1,0 0,0 0,0 0,1 0,-1 0,0-1,1 1,-1-1,0 1,1-1,-1 0,0 0,1 0,-1 0,3-1,5-3,-1-1,0-1,0 0,-1 0,1-1,-1 1,0-2,-1 1,0-1,0-1,-1 1,0-1,-1 0,1 0,4-7,0 0,0 0,-2-1,0 0,-1-1,-1 1,0-1,-1-1,-1-3,-14 77,9-49,0 0,1 1,-1-1,1 0,1 1,-1-1,1 0,0 0,1 1,-1-1,1 0,0 0,1 0,0-1,0 1,0 0,0-1,1 0,0 0,0 0,0 0,1-1,-1 0,1 1,0-2,0 1,1-1,-1 1,1-1,0-1,0 1,3 0,-2-2,0 0,0-1,0 0,0 0,1-1,-1 1,0-2,0 1,0-1,2-1,30-11</inkml:trace>
  <inkml:trace contextRef="#ctx0" brushRef="#br0" timeOffset="15130.338">4288 3557,'-9'2,"0"0,-1 0,1 1,1 1,-1 0,1 0,-1 0,1 1,0 0,1 1,-1 0,1 0,0 1,1-1,-1 2,2-1,-1 0,1 1,0 0,0 1,1-1,0 1,4-7,-1 1,1-1,0 1,0-1,0 1,0-1,1 1,-1-1,1 1,-1-1,1 0,0 1,0-1,0 0,0 0,1 0,-1 0,0 0,1 0,0 0,-1 0,1 0,0 0,0-1,0 1,0-1,0 0,0 0,0 1,0-1,1 0,-1-1,0 1,1 0,85 17,-65-15,-1-2,0 0,0-1,0-1,0-1,0-1,0-1,0-1,-1-1,0-1,0-1,0-1,-1 0,7-6,-21 10,0 0,0-1,-1 0,0 0,0 0,0-1,-1 0,1 1,-2-1,1-1,-1 1,0-1,-1 1,1-1,-2 0,1 0,-1 0,0 0,-1 0,1 0,-2 0,1 0,-1 0,-1 0,1 0,-1 1,-1-2,0-3,2 9,0 0,0 0,-1 1,1-1,1 0,-1 0,0 0,1 0,0 0,-1 0,1 0,1 0,-1-1,0 1,1 0,-1 0,1 0,0 1,0-1,0 0,0 0,1 0,-1 1,1-1,-1 0,1 1,0 0,0-1,0 1,1 0,-1 0,0 0,3-1,12-2,-1 0,1 2,1 0,-1 0,0 2,0 0,1 1,-1 1,7 1,-16-2,1 0,-1 1,1 0,-1 0,0 1,1 0,-1 0,0 1,0 0,0 0,-1 1,1 0,-1 0,0 1,0 0,0 0,-1 1,0-1,0 2,0-1,-1 0,0 1,3 5,6 26,-13-34,-1 0,1 0,0 0,0 0,1 0,-1 0,1 0,0-1,0 1,0-1,0 1,1-1,-1 0,1 1,0-1,0-1,0 1,0 0,1-1,-1 1,1-1,-1 0,1-1,0 1,0 0,0-1,0 0,4 1,1-3,0-1,0 0,1 0,-1-1,-1 0,1 0,0-1,-1 0,0-1,0 0,0 0,0-1,-1 1,0-2,0 1,-4 3,23-18,0-1,-2-1,-1-2,-1 0,-1-1,-2-1,0-1,3-9,-4 90,-17-48,0-1,0 1,1 0,0-1,0 1,0-1,0 1,1-1,-1 0,1 0,0 0,1 0,-1-1,1 1,-1-1,1 0,0 0,0 0,0-1,1 1,-1-1,1 0,-1 0,1-1,0 1,0-1,-1 0,1-1,0 1,0-1,0 0,0 0,0 0,0-1,0 1,0-1,-1 0,1-1,4-1,1-4,0-1,0 0,-1-1,0 0,-1 0,0-1,0 0,-1 0,-1-1,0 0,0 0,-1 0,0-1,-1 0,0 0,-1 0,0-1,-1 1,-1 0,0-1,0 1,-2-1,0-5,1 14,1 21,1-10,0-1,0 1,1-1,0 0,0 0,0 0,1 0,0 0,0-1,0 1,0-1,1 0,0-1,0 1,1-1,-1 0,1 0,0-1,0 0,0 0,0 0,1-1,-1 0,7 2,9 1,0 0,1-1,-1-2,1 0,0-2,21-1,52-10,-6-4</inkml:trace>
  <inkml:trace contextRef="#ctx0" brushRef="#br0" timeOffset="17680.658">4783 4292,'-8'-2,"0"1,-1-1,1 2,-1-1,1 1,-1 0,1 1,-1 0,1 0,0 1,0 0,-1 0,1 1,1 0,-1 0,0 1,1 0,0 1,0 0,0 0,0 0,1 1,0-1,0 2,0-1,1 1,0-1,-3 6,3-3,0-1,1 1,0 0,0 0,1 1,0-1,1 1,0-1,0 5,1-11,1 0,0 0,-1 0,1 0,1 0,-1 0,0 0,1 0,-1 0,1 0,0 0,0-1,0 1,1 0,-1 0,1-1,-1 1,1-1,0 0,0 1,0-1,0 0,0 0,0 0,1 0,-1-1,1 1,-1 0,1-1,0 0,-1 0,3 1,0-1,0 0,0 0,0 0,1-1,-1 0,0 0,0 0,1-1,-1 1,0-1,0 0,0-1,0 0,0 1,0-1,0-1,0 1,-1-1,0 0,1 0,-1 0,0-1,0 1,-1-1,2-1,3-4,1-1,-2 0,1 0,-2-1,1 0,-1 0,-1 0,0-1,-1 0,1-1,-1-1,-1-1,0-1,0 1,-2 0,0 0,-1-1,0 1,-3-15,-4 9,7 21,0 0,0 0,0 1,0-1,0 0,0 1,0-1,0 0,0 0,0 1,-1-1,1 0,0 0,0 1,0-1,0 0,0 0,0 1,-1-1,1 0,0 0,0 1,0-1,-1 0,1 0,0 0,0 0,0 1,-1-1,1 0,0 0,0 0,-1 0,1 0,0 0,-1 0,1 0,0 0,0 0,-1 0,1 0,0 0,0 0,-1 0,1 0,0 0,-1 0,1 0,0 0,0 0,-1 0,1 0,0-1,0 1,-1 0,1 0,0 0,0 0,0-1,-1 1,1 0,0 0,0-1,0 1,0 0,0 0,-1-1,1 1,-3 13,1-1,0 1,1-1,0 1,0 0,2 0,0-1,0 1,1 0,0-1,1 0,1 1,0-1,1 0,-2-6,0 0,0 0,1-1,0 1,0-1,0 0,0 0,1-1,0 1,0-1,0 0,1 0,-1-1,1 1,0-1,0-1,3 2,25 7</inkml:trace>
  <inkml:trace contextRef="#ctx0" brushRef="#br0" timeOffset="18182.36">5264 4119,'-14'6,"0"1,0 1,1 0,0 1,0 1,1 0,1 0,-1 1,2 1,-1 0,2 0,0 1,0 0,1 1,1 0,0 0,1 1,0-1,0 8,5-19,0 0,1 0,0-1,0 1,0 0,0 0,0 0,0 0,1-1,-1 1,1 0,0 0,0-1,0 1,0 0,0-1,1 1,-1-1,1 0,0 1,-1-1,1 0,0 0,0 0,1 0,-1 0,0-1,1 1,-1-1,1 1,-1-1,1 0,-1 0,1 0,0 0,0-1,-1 1,1-1,0 0,0 0,0 1,0-2,1 1,17-4,-1 0,0-2,0 0,0-1,-1-2,0 1,-1-2,0-1,0 0,8-8,163-118,-188 137,-1-1,1 0,-1 0,1 0,0 0,-1 1,1-1,0 0,-1 1,1-1,0 0,0 1,0-1,0 1,0-1,-1 1,1 0,0-1,0 1,0 0,0 0,0 0,0-1,0 1,0 0,0 0,0 0,0 1,0-1,0 0,0 0,0 0,0 1,0-1,0 1,0-1,0 1,0-1,0 1,-1-1,1 1,0 0,0-1,-1 1,1 0,0 0,-1-1,1 2,0 28,-2-28,0 0,0 0,1 0,-1 0,1 1,0-1,0 0,0 0,0 1,0-1,0 0,0 0,1 1,-1-1,1 0,0 0,0 0,-1 0,1 0,1 0,-1 0,0 0,0 0,1 0,-1-1,1 1,-1 0,1-1,0 1,0-1,0 0,0 0,-1 0,2 0,0 1,6-3,-1-1,0 0,0-1,0 1,0-1,-1-1,1 0,-1 0,0 0,0-1,0 0,0 0,-1-1,0 0,0 0,0-1,2 0,1-1,-1 0,0-1,-1 1,0-2,-1 1,1-1,-2 0,1 0,-2-1,1 1,1-8,-6 16,0 0,0 1,0-1,0 0,0 0,0 0,0 0,0 0,-1 0,1 0,-1 0,0 0,1 0,-1 0,0 1,0-1,0 0,0 1,-1-1,1 1,0-1,-1 1,1-1,-1 1,1 0,-1 0,1 0,-1 0,0 0,0 0,0 0,1 1,-3-1,-65-3,61 6,1 1,1-1,-1 1,0 0,1 0,-1 1,1 0,0 0,0 1,1-1,-1 1,1 0,0 1,1 0,-1-1,1 1,0 0,0 1,1-1,0 1,0 0,1 0,-1 0,1 3,1-8,1 0,0 1,0-1,0 0,1 0,-1 1,0-1,1 0,0 0,-1 1,1-1,0 0,0 0,0 0,0 0,1 0,-1 0,1 0,-1-1,1 1,1 1,16 11</inkml:trace>
  <inkml:trace contextRef="#ctx0" brushRef="#br0" timeOffset="19317.001">6052 3851,'15'786,"-21"-722,1-78,-15-298,-26-48,45 359,0-1,0 0,1 0,-1 0,0 0,1 0,0 0,-1 0,1 0,0 0,0 0,0 0,0 0,1 0,-1 0,0 1,1-1,0 0,-1 0,1 0,0 0,0 0,0 1,0-1,0 0,0 1,0-1,1 1,-1-1,1 1,-1 0,1-1,-1 1,1 0,0 0,0 0,0 0,-1 1,1-1,0 0,0 1,0-1,0 1,0 0,0 0,0 0,1 0,10 4,-1 0,1 1,-1 1,0 0,-1 0,1 1,-1 1,-1 0,1 1,-2 0,1 0,3 5,-11-12,1 0,-1 0,1 0,-1 0,0 0,0 1,0-1,0 1,0-1,-1 1,1 0,-1 0,0 0,0 0,0-1,0 2,0-1,-1 0,1 0,-1 0,0 0,0 0,0 0,0 0,0 1,-1-1,1 0,-1 0,0 0,0 0,0 0,-1-1,0 3,-3-1,-1 1,1 0,-1-1,0 0,0 0,-1-1,1 0,-1 0,0 0,0-1,0 0,0 0,0-1,0 0,0 0,0-1,-1 0,-4 0,13-1,-1 1,0 0,0 0,1 0,-1 0,0 0,0-1,1 1,-1 0,0 0,0-1,0 1,0 0,1 0,-1-1,0 1,0 0,0 0,0-1,0 1,0 0,0 0,0-1,0 1,0 0,0-1,0 1,0 0,0-1,0 1,0 0,0 0,0-1,0 1,0 0,0 0,0-1,0 1,-1 0,1-1,0 1,0 0,0 0,0 0,-1-1,1 1,0 0,0 0,-1 0,1 0,0-1,0 1,-1 0,1 0,0 0,0 0,-1 0,1 0,0 0,-1 0,1 0,0 0,-1 0,1 0,0 0,0 0,-1 0,1 0,0 0,-1 0,21-14,52-23,66-44,-130 75,-1 0,1-1,-1 0,0-1,-1 0,0 0,0 0,-1-1,0 1,0-1,-1-1,0 1,-1 0,2-7,-4 13,0-1,0 1,-1 0,1 0,-1-1,1 1,-1 0,0-1,0 1,-1 0,1-1,-1 1,1 0,-1-1,0 1,-1 0,1 0,0 0,-1 0,0 0,1 0,-1 0,0 1,-1-1,-1-1,3 3,1 1,-1-1,0 1,0 0,1-1,-1 1,0 0,0-1,0 1,0 0,1 0,-1 0,0 0,0 0,0 0,0 0,0 0,1 0,-1 1,0-1,0 0,0 0,1 1,-1-1,0 0,0 1,1-1,-1 1,0-1,1 1,-1 0,0-1,1 1,-1-1,1 1,-1 0,1 0,-1-1,1 1,0 0,-1 0,1-1,0 2,-11 37,10-29,0-1,0 1,1-1,1 1,0 0,0-1,1 0,0 1,0-1,1 0,0 0,1 0,0 0,0-1,1 0,0 0,1 0,0 0,0-1,0 0,1 0,0-1,0 1,1-2,0 1,0-1,0 0,1-1,-1 0,1 0,0-1,0 0,6 1,-11-4,0 0,0 0,0 0,1 0,-1-1,0 0,0 1,0-1,0-1,0 1,0-1,-1 1,1-1,0 0,-1-1,0 1,1-1,-1 1,0-1,0 0,0 0,-1 0,1-1,-1 1,1 0,-1-1,0 0,-1 1,1-1,-1 0,1-1,3-12,0 0,-1-1,-1 1,0-1,-2 0,0-11,-11-129,10 157,-1 0,1 0,-1 0,1-1,-1 1,1 0,0 0,0 0,0 0,0-1,-1 1,2 0,-1 0,0 0,0-1,0 1,0 0,1 0,-1 0,1 0,-1 0,1-1,-1 1,1 0,-1 0,1 0,0 0,0 1,-1-1,1 0,0 0,0 0,0 1,0-1,0 0,0 1,0-1,0 1,0-1,1 1,-1 0,0-1,0 1,0 0,0 0,1 0,-1 0,1 0,162 31,-159-31,0 0,0 1,0 0,0 0,0 0,-1 0,1 1,0 0,0 0,-1 0,0 1,1-1,-1 1,0 0,0 0,0 1,-1-1,1 1,-1 0,0 0,0 0,0 0,-1 1,2 0,5 57,-10-56,2 1,-1 0,1 0,0 0,0 0,1 0,0-1,0 1,1-1,0 1,2 3,-4-9,0 0,0 1,0-1,0 0,0 0,1 0,-1-1,0 1,0 0,1 0,-1-1,1 1,-1-1,0 1,1-1,-1 1,1-1,0 0,-1 0,1 0,-1 0,1 0,-1 0,1 0,-1 0,1-1,-1 1,1-1,-1 1,0-1,1 1,-1-1,2-1,42-30,-29 14,0 0,-1-1,-2-1,0-1,-1 1,0-2,-2 0,-1 0,-1-1,-1 0,2-8,-6 103,-3-63,0 0,1 0,1 0,-1 0,2 0,-1 0,1-1,0 1,1-1,0 0,0 0,1 0,0 0,0-1,1 0,4 4,-9-9,1-1,0 0,-1 0,1 0,0-1,0 1,-1 0,1-1,0 1,0-1,0 0,0 1,0-1,0 0,0 0,0 0,0-1,-1 1,1 0,0-1,2 0,14-7</inkml:trace>
  <inkml:trace contextRef="#ctx0" brushRef="#br0" timeOffset="19499.516">7162 3222,'2'9,"2"3</inkml:trace>
  <inkml:trace contextRef="#ctx0" brushRef="#br0" timeOffset="19749.932">7417 3063,'9'50,"-2"0,-2 1,-3 0,-1 3,1 29,-2-47,2 0,2 0,1 0,1 0,2-1,2 0,1 0,1-1,6 7,-16-36,0 0,0 0,1 0,0 0,-1 0,2-1,-1 1,0-1,1 0,0 0,0-1,0 1,1-1,-1 0,1 0,-1 0,1 0,0-1,0 0,0 0,1 0,-1-1,0 0,1 0,-1 0,1 0,-1-1,1 0,-1 0,1-1,-1 1,0-1,1 0,-1-1,4-1,56-53,-39 23</inkml:trace>
  <inkml:trace contextRef="#ctx0" brushRef="#br0" timeOffset="20024.21">7402 3396,'21'-14,"25"-10,27-10,24-6,16-9,-12 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31.5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1961 78,'-187'-59,"149"54,1 1,-1 2,0 2,0 1,-13 4,0 3,0 3,0 2,-26 11,-30 9,-174 35,244-57,1 2,0 1,1 2,1 2,0 0,2 3,0 1,1 1,1 1,-19 22,4-5,3 2,1 2,2 1,2 2,3 2,-17 32,-63 185,84-196,3 0,3 2,-3 26,20-71,3 0,0 0,1 1,2 0,1-1,2 1,0 0,2-1,1 0,5 15,9 8,1-1,3-1,2-1,25 36,26 49,-46-74,-17-27,2 0,1-1,1-1,2-1,1 0,1-2,1 0,2-1,1-2,0 0,17 10,-6-15,2-2,0-2,1-1,1-2,0-1,0-2,1-2,0-2,0-2,0-1,17-3,-18-1,0-2,-1-1,0-2,0-2,-1-1,0-2,0-2,-2-1,1-2,-2-1,-1-2,0-2,-2-1,16-14,-20 13,-1-1,-1-2,-2 0,0-1,-2-2,-2 0,0-1,-2-1,-2-1,0 0,-3-2,0 1,-3-1,6-33,-4 2,-3-1,-3 0,-2-1,-4 1,-3 0,-3-1,-10-45,-84-357,60 298,22 90,-1-7,-3 1,-5 0,-9-14,28 83,0 2,-1-1,-1 1,-1 0,-1 1,0 0,-1 1,0 0,7 9,-1 1,1-1,-1 1,0 0,0 0,0 1,-1 0,0 1,1-1,-1 1,0 1,-1 0,1 0,0 0,-1 1,1 0,-1 1,1 0,-8 1,-45 13,4 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37.1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121 118,'-12'18,"-3"17,1 12,0 10,3 6,3 1,1 0,1-6,0-6,0-14</inkml:trace>
  <inkml:trace contextRef="#ctx0" brushRef="#br0" timeOffset="414.053">0 144,'3'-8,"0"0,0 0,0 0,1 1,0-1,0 1,1 0,0 0,1 0,-1 1,1 0,0 0,1 0,-1 1,1 0,0 0,1 1,-1 0,1 0,0 1,0 0,0 0,0 1,0 0,1 0,-1 1,0 0,1 0,5 1,-11 1,1-1,-1 1,0 0,0 0,1 0,-1 0,0 0,0 1,-1 0,1-1,0 1,0 0,-1 0,1 1,-1-1,0 0,0 1,0 0,0-1,0 1,0 0,-1 0,1 0,-1 0,0 0,0 0,0 0,0 1,0-1,-1 0,0 0,0 1,0-1,0 1,0 8,0-1,-1 1,-1-1,1 0,-2 1,0-1,0 0,-1 0,-2 3,-6 9,0-1,-1-1,-2-1,0 0,-1 0,-7 5,9-11,28-16,11-10,-17 6,0 1,0 0,1 1,-1 0,1 0,0 1,0 0,0 1,0 0,1 0,-1 1,1 0,-1 1,1 0,-1 0,1 1,0 0,-8 1,1-1,-1 0,1 1,-1-1,0 1,1 0,-1 0,0 0,0 0,0 0,-1 1,1-1,0 0,-1 1,0-1,1 1,-1 0,0-1,-1 1,1 0,0 0,-1-1,1 1,-1 0,0 0,0 0,0 0,0 0,-20 80,10-63,0-1,-2 0,0-1,-1-1,0 0,-2 0,0-2,-1 1,0-2,-13 8,29-21,-1 0,0 0,0 1,0-1,0 0,0 0,0-1,-1 1,1 0,0 0,0 0,0-1,-1 1,1-1,-1 1,1-1,0 1,-1-1,1 0,-1 0,1 0,0 0,-1 0,1 0,-1 0,1 0,-1 0,1-1,0 1,-1 0,1-1,0 0,-1 1,1-1,0 0,0 1,-1-1,1 0,0 0,0 0,0 0,0 0,-1-1,-1-17</inkml:trace>
  <inkml:trace contextRef="#ctx0" brushRef="#br0" timeOffset="846.573">455 170,'35'-8,"0"2,0 1,0 1,4 2,-37 2,-1-1,1 1,0 0,-1 0,1 0,0 0,0 0,-1 0,1 0,0 0,0 1,-1-1,1 1,-1-1,1 1,0 0,-1 0,1 0,-1 0,0 0,1 0,-1 0,0 0,1 0,-1 1,0-1,0 0,0 1,0-1,0 1,-1-1,1 1,0-1,-1 1,1 0,-1-1,1 1,-1 0,0 0,0-1,0 1,0 1,-3 6,0 0,0 0,-1 0,0-1,-1 1,0-1,0 0,0 0,-1-1,-1 0,1 0,-1 0,-2 0,-6 9,-29 35,45-50,-1 0,1-1,-1 1,1 0,0 0,0 0,-1-1,1 1,0 0,0-1,0 1,0 0,-1-1,1 1,0-1,0 0,0 1,0-1,0 0,0 0,0 1,1-1,-1 0,0 0,0 0,0 0,0 0,0-1,0 1,0 0,1-1,0 1,27-1,-25 0,0 0,1 0,-1 0,0 0,0 1,0 0,0 0,0 0,1 0,-1 0,0 1,0 0,0 0,0 0,0 1,0-1,0 1,0 0,-1 0,1 0,-1 0,1 1,-1-1,0 1,0 0,0 0,0 0,-1 0,1 1,-1-1,0 1,2 3,-4 3,-1 0,0 1,-1-1,1 0,-2 0,0 0,0 0,-1-1,0 1,0-1,-1 0,0 0,-1 0,0-1,0 0,-1 0,0-1,-1 0,1 0,1-1,3-1,0-1,0 0,-1 1,0-2,0 1,0 0,0-1,-1 0,1 0,-1 0,0 0,0-1,0 0,0 0,0 0,4-3,-1 1,1-1,0 0,0 0,0 1,0-1,0 0,0 0,0 0,0 0,0-1,1 1,-1 0,0 0,1 0,-1-1,1 1,-1 0,1 0,-1-1,1 1,0-1,0 1,0 0,0-1,0 1,0 0,0-1,0 0,0-1,-1-19</inkml:trace>
  <inkml:trace contextRef="#ctx0" brushRef="#br0" timeOffset="1300.445">790 157,'39'-10,"1"1,0 1,1 3,0 1,5 2,-44 2,1-1,-1 1,1 0,-1 0,0 0,1 1,-1-1,1 0,-1 1,0-1,1 1,-1 0,0 0,1 0,-1 0,0 0,0 1,0-1,0 1,0-1,0 1,-1-1,1 1,-1 0,1 0,-1 0,1 0,-1 0,0 0,0 1,0-1,0 0,0 0,-1 1,1-1,-1 1,0-1,1 0,-1 1,0-1,0 1,-1-1,1 1,0-1,-4 12,0-1,-1 0,0-1,-1 1,-1-1,0 0,0-1,-1 0,0 0,-1 0,-1-1,-3 3,-32 41,75-59,-10-3,-11 3,0 1,0 0,1 1,-1 0,1 0,0 1,0 1,0-1,0 1,0 1,9 0,-17 1,1 0,-1-1,1 1,-1 0,1 0,-1 0,0 1,0-1,0 0,0 1,0 0,0-1,0 1,0 0,0 0,-1 0,1 0,-1 0,0 0,1 1,-1-1,0 0,0 1,0-1,-1 1,1-1,-1 1,1-1,-1 1,0-1,0 1,0-1,0 1,0 0,-1-1,-23 90,10-60,-1-2,-2 0,-1-1,-1-1,-17 19,7-26,23-26</inkml:trace>
  <inkml:trace contextRef="#ctx0" brushRef="#br0" timeOffset="1566.149">1324 264,'14'0,"11"0,8 0,8 0,5 0,5-2,0-1,-1 0,-6 1,-5 0,-9 1</inkml:trace>
  <inkml:trace contextRef="#ctx0" brushRef="#br0" timeOffset="1830.445">1472 505,'9'11,"14"0,17-10,18-11,12-8,9-6,3-4,-11 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41.2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0 200,'21'0,"18"0,16 0,12 0,8 0,4 0,-4-2,-7-1,-15 0</inkml:trace>
  <inkml:trace contextRef="#ctx0" brushRef="#br0" timeOffset="278.294">429 0,'3'5,"1"0,0-1,0 0,0 1,0-1,1-1,0 1,-1-1,1 1,0-1,1-1,-1 1,1-1,-1 0,1 0,0-1,-1 1,1-1,4 0,-8-1,98 20,-69-16,-1 2,0 1,0 1,-1 1,12 7,-38-15,0 0,0 1,0-1,0 0,-1 1,1-1,-1 1,1 0,-1 0,1 0,-1 0,0 1,0-1,0 1,0-1,0 1,-1-1,1 1,-1 0,0 0,0 0,0 0,0 0,0 0,-1 0,1 0,-1 0,0 0,0 0,0 1,0-1,-1 0,-5 13,-1-1,-1 0,0 0,-1-1,-1 0,0 0,-1-1,-1-1,0 0,0-1,-1 0,0 0,5-4,-82 72,58-50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40.6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14 318,'14'-62,"3"0,2 1,10-16,-4 22,-25 55,0 1,-1-1,1 0,0 1,0-1,0 0,0 1,-1-1,1 0,0 1,0-1,0 1,0-1,0 0,0 1,0-1,0 1,0-1,0 0,0 1,0-1,0 1,0-1,1 0,-1 1,0-1,0 1,0-1,0 0,1 1,-1-1,0 0,0 0,1 1,-1-1,0 0,1 1,-1-1,0 0,1 0,-1 0,0 1,1-1,-1 0,1 0,-1 0,0 0,1 0,-1 0,1 0,-1 0,0 0,1 0,-1 0,1 0,-1 0,0 0,1 0,-1 0,0 0,1 0,-1-1,1 1,-1 0,0 0,1 0,-1-1,0 1,1 0,-1-1,4 47,-3 0,-1 1,-3-1,-7 44,6-60,-24 177,18-156</inkml:trace>
  <inkml:trace contextRef="#ctx0" brushRef="#br0" timeOffset="262.353">1 680,'22'-2,"18"-4,14-4,13-6,5-2,3-3,-12 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42.3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161 712,'0'16,"0"14,0 9,0 7,0 5,0 0,0-1,0-5,-3-10,0-11</inkml:trace>
  <inkml:trace contextRef="#ctx0" brushRef="#br0" timeOffset="715.782">0 538,'28'-3,"1"2,0 1,-1 1,0 2,1 0,-1 2,0 1,-1 1,6 4,-24-8,-1 0,1 1,-1 0,0 1,0 0,0 0,-1 0,1 1,-2 0,1 1,0 0,-1 0,-1 0,1 0,-1 1,0 0,-1 0,0 1,0-1,-1 1,0 0,0-1,-1 1,-1 1,1-1,-1 4,0 11,-1 1,-2-1,0 0,-1 1,-2 2,1-5,4-20,-1-1,0 0,1 0,-1 0,1 0,-1 0,1 0,0 0,-1 0,1 0,0 0,0 0,0 0,-1 0,1 0,0 0,1 0,-1 0,0 0,0 0,0 0,0 0,1 0,-1 0,1 0,-1 0,1 0,-1 0,1 0,-1 0,1 0,0 0,-1-1,1 1,0 0,0-1,0 1,0 0,-1-1,1 1,0-1,0 1,0-1,0 0,0 1,1-1,7-4,-1 0,1 0,-1-1,0 0,0-1,-1 0,1 0,5-6,-1 1,94-84,-105 94,-1 0,1 0,0 0,-1 0,1 0,0 0,0 0,0 0,0 0,0 0,0 0,0 0,0 0,0 1,0-1,0 0,1 1,-1-1,0 1,0-1,1 1,-1 0,0 0,1-1,-1 1,0 0,1 0,-1 0,0 0,1 1,-1-1,0 0,0 1,1-1,-1 0,0 1,0-1,1 1,-1 0,0-1,0 1,0 0,0 0,0 0,0 0,1 1,20 149,-21-148,1 0,-1 0,0 1,1-1,0 0,0 0,0-1,0 1,0 0,1-1,-1 1,1-1,0 0,0 0,-1 0,1 0,1-1,-1 1,0-1,0 1,0-1,1 0,-1 0,1-1,-1 1,0-1,1 0,-1 0,1 0,-1 0,1 0,-1-1,1 0,-1 1,0-1,1 0,-1-1,0 1,0-1,3-1,10-10,0 0,0-1,-2-1,0 0,-1-1,0-1,-1 0,-1 0,-1-1,0-1,-2 1,0-2,5-17,12-32,-2-1,-4-1,-3-1,-3 0,-3-1,-2-26,-13 0,6 98,-1 0,0 0,0 0,0 0,0 0,0 0,-1 0,1 1,0-1,0 0,0 0,-1 0,1 0,0 0,-1 1,1-1,-1 0,1 0,-1 1,1-1,-1 0,0 1,1-1,-1 0,0 1,0-1,1 1,-1-1,0 1,0-1,0 1,0 0,1 0,-1-1,0 1,0 0,0 0,0 0,0 0,0 0,0 0,0 0,1 0,-1 0,0 0,0 1,0-1,0 0,0 0,0 1,1-1,-1 1,0-1,0 1,1-1,-1 1,0 0,1-1,-1 1,0 0,-35 48,24-25,2 2,0 0,2 0,1 0,1 1,1 0,1 0,2 1,0-1,2 1,1-1,2 0,1 5,4 18,2-1,3-1,2 0,1-1,3 0,21 35,-40-80,4 8,0-1,1 1,0-1,0 0,1 0,0-1,0 1,1-1,0-1,1 1,-1-1,2-1,-1 1,1-1,-1-1,2 0,-1 0,-5-4,-1-1,1 1,-1-1,1 0,0 0,-1 0,1-1,-1 1,1-1,-1 0,1 0,-1 0,1 0,-1-1,0 1,0-1,0 0,0 0,0 0,0 0,2-2,15-14</inkml:trace>
  <inkml:trace contextRef="#ctx0" brushRef="#br0" timeOffset="994.084">775 471,'25'-4,"27"-5,22-4,17-3,9 0,1 1,-17 4</inkml:trace>
  <inkml:trace contextRef="#ctx0" brushRef="#br0" timeOffset="1704.678">1337 952,'20'-19,"0"-2,-2 0,0-1,-2-1,0-1,-2 0,-1-1,0 0,-2-1,7-24,-17 46,1 1,-1-1,0 1,0-1,0 1,-1-1,1 0,-1 1,0-1,0 0,0 0,-1 1,1-1,-1 0,0 1,0-1,0 1,0-1,-1 1,1 0,-1-1,-1 0,1 4,-1 0,1 0,0 0,-1 0,1 0,-1 1,1-1,0 1,-1 0,1 0,0 0,0 0,0 0,-1 0,1 0,0 1,1-1,-1 1,0-1,0 1,1 0,-1 0,1 0,-1 0,1 0,0 0,0 0,0 0,-1 2,-6 9,-1 0,2 1,0 1,1-1,0 1,1 0,1 0,0 1,1-1,1 1,0 0,1 0,1 13,1-23,0-1,0 1,0 0,0-1,1 0,0 1,0-1,1 0,-1 0,1 0,0 0,0 0,1-1,0 0,-1 1,1-1,1-1,-1 1,1-1,-1 1,1-1,0 0,0-1,0 1,0-1,1 0,-1-1,1 1,1-1,3 1,1 0,0-1,-1 0,1-1,0-1,0 1,-1-2,1 1,-1-1,1-1,-1 0,0-1,0 0,0 0,1-2,-1-1,0 1,-1-2,-1 0,1 0,-1 0,0-1,-1 0,0-1,0 1,-1-1,-1-1,0 1,0-1,-1 0,0 0,-1 0,0-1,0 1,-2-1,1 1,-2-1,1 0,-2 1,-1-12,2 15,0 6,-1 1,1-1,-1 1,1-1,0 1,0-1,0 1,0-1,0 1,0-1,0 1,0-1,1 1,-1-1,1 1,-1 0,1-1,-1 1,1 0,0-1,0 1,0 0,-1 0,1-1,0 1,1 0,-1 0,0 0,0 0,0 1,1-1,-1 0,0 0,1 1,-1-1,9 0,-1 0,1 0,0 1,-1 0,1 1,0 0,-1 0,1 1,-1 1,0 0,0 0,0 0,0 1,0 1,-1-1,1 1,-1 1,6 5,-9-6,0 2,0-1,0 0,-1 1,0 0,-1 0,1 0,-1 1,-1-1,1 1,-1-1,-1 1,1 0,-1 0,-1 0,1 6,13 62,-13-73,0-1,0 1,1 0,-1 0,1 0,0-1,0 1,0-1,0 0,0 1,0-1,1 0,-1 0,1 0,-1-1,1 1,0-1,0 1,0-1,0 0,0 0,0 0,0-1,0 1,0-1,0 1,0-1,0 0,1 0,-1 0,2-1,7-1,0 0,-1-1,1 0,-1 0,0-1,0-1,10-5,-6 1,1 0,-2-1,0 0,0-1,0-1,-2 0,0-1,0 0,-1-1,0-1,-2 1,1-1,-2-1,0 0,-1 0,-1 0,1-3,-3-4,-5 23,1 1,0-1,0 0,0 0,0 0,0 0,-1 0,1 0,0 0,0 0,0 0,0 0,-1 0,1 0,0 0,0 0,0 0,0 0,-1 0,1 0,0 0,0 0,0 0,0 0,0 0,-1 0,1-1,0 1,0 0,0 0,0 0,0 0,-1 0,1 0,0 0,0-1,0 1,0 0,0 0,-8 19,5-6,1 0,0 0,0 1,2-1,-1 1,2-1,0 1,2 8,-2-17,0-1,0 1,0 0,1-1,0 1,0-1,0 0,0 1,1-1,-1 0,1 0,0-1,1 1,-1-1,1 1,-1-1,1 0,0 0,0-1,0 1,1-1,-1 0,0 0,1 0,1 0,18 3</inkml:trace>
  <inkml:trace contextRef="#ctx0" brushRef="#br0" timeOffset="1963.515">2513 190,'-16'3,"-5"4,1 9,6 10,10 8,15 5,5-4</inkml:trace>
  <inkml:trace contextRef="#ctx0" brushRef="#br0" timeOffset="2210.114">2754 859,'3'3,"0"-1,0 0,0 0,0 0,0-1,0 1,1-1,-1 1,1-1,-1 0,1-1,0 1,-1-1,1 1,0-1,-1 0,1 0,0-1,-1 1,1-1,-1 0,1 0,0 0,-1 0,0-1,1 1,-1-1,0 0,0 0,0 0,0 0,0-1,4-3,0 0,-1 0,0 0,-1-1,0 0,0 0,0-1,-1 1,0-1,0 0,-1 0,0 0,0-2,0-1,-1 1,-1 0,0-1,0 1,-1 0,-1-1,0 1,0 0,-2-5,3 12,-1-1,1 1,-1 0,0 0,0 0,0 0,-1 1,1-1,-1 0,1 0,-1 1,0-1,0 1,0 0,0-1,-1 1,1 0,-1 0,1 1,-1-1,0 0,1 1,-1-1,0 1,0 0,0 0,0 0,0 1,0-1,0 1,-1-1,-1 1,0 1,0 0,0 0,0 0,1 0,-1 1,1 0,-1 0,1 0,0 1,0-1,0 1,0 0,0 0,0 0,1 1,0-1,-1 1,1 0,1 0,-1 0,1 0,-1 0,1 2,-3 2,1 1,1 0,-1 0,2 0,-1 0,1 0,1 0,-1 1,1-1,1 1,0 6,1-11,0 1,0-1,1 0,-1 1,1-1,0 0,1 0,-1 0,1 0,0-1,0 1,1-1,-1 0,1 0,0 0,0 0,0 0,1-1,2 2,23 12</inkml:trace>
  <inkml:trace contextRef="#ctx0" brushRef="#br0" timeOffset="2537.239">3115 806,'-20'-164,"6"84,14 79,-1 0,1 0,0 0,-1 0,1 0,0 0,0 0,0 0,0 0,0 0,0 0,0 0,0 0,0 0,1 0,-1 0,0 0,1 0,-1 0,0 0,1 1,-1-1,1 0,0 0,-1 0,1 0,0 1,-1-1,1 0,0 1,0-1,0 0,0 1,-1-1,1 1,0 0,0-1,0 1,0 0,0-1,0 1,0 0,0 0,0 0,0 0,0 0,0 0,0 0,0 0,0 0,0 0,0 1,0-1,0 0,0 1,0-1,0 1,0-1,0 1,0-1,-1 1,2 0,198 81,-196-80,0 0,0 0,0 0,0 0,0 1,0 0,-1-1,1 1,-1 1,0-1,0 0,0 1,-1-1,1 1,-1 0,1 0,-1 0,-1 0,1 1,-1-1,1 0,-1 1,0-1,-1 1,1-1,-1 1,0-1,0 1,0-1,-1 2,-25 107,26-111,0-1,0 1,0-1,0 1,0 0,1-1,-1 1,1-1,-1 1,1-1,-1 1,1-1,0 0,0 1,0-1,0 0,0 1,0-1,0 0,0 0,0 0,0 0,1 0,-1 0,0 0,1-1,-1 1,1 0,-1-1,1 1,-1-1,1 1,-1-1,1 0,0 0,60 1,55-31,-55 7</inkml:trace>
  <inkml:trace contextRef="#ctx0" brushRef="#br0" timeOffset="4284.846">4091 458,'32'-4,"0"1,1 1,-1 2,32 4,-56-3,1 0,-1 0,0 1,0 0,0 1,0 0,0 0,0 1,-1 0,1 0,-1 1,-1-1,1 2,0-1,-1 1,0 0,-1 0,1 1,-1-1,0 1,2 4,-1 8,0 0,-1 1,-1-1,-1 1,-1 0,0-1,-1 1,-2 0,0 0,-1 0,-1 0,-4 17,2-5,2-7,-2 6,1-1,2 0,1 1,3 18,-2-41,1 0,0-1,1 1,0-1,0 0,0 0,1 1,0-1,1-1,-1 1,1 0,1-1,-1 0,1 0,0 0,0-1,1 0,0 0,0 0,5 3,-8-6,1 1,0-1,0 0,0 0,0-1,0 1,0-1,0 0,0 0,1-1,-1 1,0-1,0 0,1 0,-1 0,0 0,1-1,-1 0,0 0,0 0,0 0,0-1,0 0,0 0,0 0,0 0,-1 0,1-1,-1 1,0-1,0 0,0 0,0-1,0 1,-1 0,1-1,-1 0,0 1,0-1,0 0,0 0,-1 0,0 0,1-2,0-3,-1-1,0 0,0 0,0 1,-1-1,-1 0,0 0,0 1,-1-1,0 1,-1-1,0 1,0 0,-1 0,0 0,-1 0,0 1,0 0,-2-2,-8-10,-1 0,0 2,-1 0,-1 1,-1 1,0 0,-3 1,-26-16,-1 2,-1 2,-11-1,17 1,44 26,0 0,0 0,0 0,1 0,-1 0,0 0,0 0,1 0,-1 1,1-1,-1 0,1 0,-1 0,1 1,-1-1,1 0,0 0,-1 1,1-1,0 1,-1-1,1 1,0-1,0 1,0-1,0 1,-1 0,1-1,0 1,0 0,0 0,0-1,0 1,0 0,0 0,183-42,-154 36,208-29,-235 35,-1-1,0 0,0 1,0-1,0 0,0 1,0-1,0 1,1 0,-1 0,0 0,0 0,0 0,0 0,0 1,0-1,0 0,0 1,0 0,0 0,0-1,0 1,0 0,0 0,-1 1,1-1,0 0,-1 1,1-1,-1 1,1-1,-1 1,0 0,0-1,0 1,0 0,0 0,1 1,-16 39,12-39,0 1,0 0,1 0,-1 0,1 0,0 0,0 0,0 0,0 0,1 0,0 0,0 1,0-1,0 0,1 0,0 3,2-4,0-1,0 1,0-1,0 0,0 0,0 0,1 0,-1-1,1 1,-1-1,1 0,-1 0,1 0,0 0,0-1,-1 0,1 0,0 0,0 0,-1 0,1-1,0 1,0-1,-1 0,1 0,-1-1,1 1,2-2,-2 2,0 0,0 0,0-1,0 1,0-1,0 0,0-1,0 1,-1 0,1-1,-1 0,0 0,0 0,0 0,0 0,0-1,-1 1,0-1,1 0,-1 0,-1 0,1 0,0 0,-1 0,0 0,0 0,0-1,-1 1,1 0,-1-1,0 1,0 0,-1-1,1 1,-1 0,0-1,0 1,-1 0,1 0,-1 0,-1-3,-3 0,-1 1,0 0,0 0,-1 0,0 1,0 0,0 0,0 1,-1 0,1 1,-1 0,0 0,0 1,-1 0,0 0,107-6,-28-3,-37 4,0 2,0 2,1 0,30 3,-60 1,-1-1,1 1,-1-1,1 1,-1 0,1 0,-1 0,1 0,-1 0,0 1,0-1,0 1,1 0,-2-1,1 1,0 0,0 0,0 0,-1 0,1 1,-1-1,0 0,0 1,0-1,0 0,0 1,0-1,-1 1,1 0,-1-1,1 1,-1 0,0-1,0 1,-1-1,1 1,0 0,-1 0,0 17,0-19,1 1,-1 0,0 0,1 0,-1 0,1 0,0 1,0-1,0 0,0 0,0 0,0 0,0 0,1 0,-1 0,1 0,0 0,-1 0,1 0,0 0,0-1,0 1,0 0,1-1,-1 1,0 0,1-1,-1 1,1-1,-1 0,1 0,0 1,-1-1,1 0,0 0,0-1,0 1,0 0,0-1,2 1,5-2,0 0,0 0,0-1,-1 0,1-1,0 0,-1 0,1-1,-1 0,0-1,-1 0,1 0,-1 0,0-1,0 0,0-1,-1 1,0-1,-1 0,1-1,-1 0,-1 1,1-1,0-3,-1-7,-13 27,8-8,0 1,0 0,0-1,0 1,1 0,-1 0,0 0,1-1,-1 1,1 0,-1 0,1 0,0 0,0 0,0 0,0 0,0 0,1 0,-1 0,0 0,1 0,0 0,-1-1,1 1,0 0,0 0,0-1,0 1,0 0,0-1,1 1,-1-1,0 0,1 1,-1-1,1 0,-1 0,1 0,0 0,0 0,9 3,0-2,0 1,0-1,1-1,-1 0,0-1,1 0,-1 0,1-1,-1-1,0 0,0-1,0 0,0 0,0-1,9-5,-17 7,-2 1,0 0,1 1,-1-1,0 0,0 0,0 1,1-1,-1 1,0-1,1 1,-1 0,1-1,-1 1,0 0,1 0,-1 0,1 0,-1 0,0 0,1 1,-1-1,1 0,-1 1,0-1,1 1,-1-1,0 1,0 0,1-1,-1 1,0 0,0 0,0 0,0 0,0 0,0 0,6 4,0 0,0-1,0 0,1-1,-1 1,1-1,0-1,0 0,0 0,0 0,0-1,0 0,1-1,-1 0,0 0,0-1,1 0,-1 0,0-1,0 0,0 0,0-1,-1 0,1 0,-1-1,0 0,0-1,0 1,1-2,-5 4,-1 1,0-1,1 1,-1-1,0 0,0 0,0 0,0 0,-1 0,1-1,-1 1,1 0,-1-1,0 1,0-1,0 0,0 1,0-1,0 0,-1 1,1-1,-1 0,0 0,0 1,0-1,0 0,-1 0,1 0,-1 1,1-1,-1 0,0 1,0-1,0 1,-1-1,1 1,-1-1,1 1,-1 0,0 0,1 0,-1 0,0 0,-1 0,-2-2,-1 0,0 1,0 0,0 0,0 1,0-1,0 1,-1 1,1-1,-1 1,1 0,-1 1,1-1,-1 1,0 1,1-1,-1 1,1 0,-1 1,1-1,-1 1,1 1,0-1,0 1,0 0,1 0,-1 1,1 0,-1 0,1 0,0 1,1-1,-1 1,1 0,0 1,0-1,1 1,-1-1,1 1,0 1,3-3,0 0,0 0,0 1,0-1,1 0,0 0,0 0,0 0,0-1,1 1,-1 0,1 0,0-1,0 1,1-1,-1 0,1 1,-1-1,1 0,0 0,0-1,0 1,1-1,-1 0,1 1,-1-1,1-1,0 1,-1 0,1-1,0 0,0 0,0 0,0-1,26 8</inkml:trace>
  <inkml:trace contextRef="#ctx0" brushRef="#br0" timeOffset="4549.141">5988 3,'-15'-2,"-13"1,-6 6,-1 8,4 7,9 7,7 6,11 3,13 3,5-5</inkml:trace>
  <inkml:trace contextRef="#ctx0" brushRef="#br0" timeOffset="4797.476">6056 565,'14'16,"8"7,6 0,5-4,3-5,2-7,3-10,-3-11,-6-2</inkml:trace>
  <inkml:trace contextRef="#ctx0" brushRef="#br0" timeOffset="5558.627">642 1675,'32'-12,"1"-1,-2-2,0-1,-1-2,-1 0,0-2,-1-2,4-5,-5 7,-1 0,-1-2,-1-1,-1-1,-1-1,-1-1,-1-1,-2-1,10-18,-15-17,-15 62,1-1,0 1,0 0,0 0,-1 1,1-1,0 0,-1 0,1 1,0-1,-1 0,1 1,-1 0,1-1,-1 1,0 0,1 0,-1 0,1 0,-1 0,1 0,-1 0,1 0,-1 1,1-1,-1 0,1 1,-1 0,1-1,-1 1,1 0,0 0,-1 0,1 0,0 0,0 0,0 0,0 0,0 0,0 0,0 1,0 0,-10 7,0 1,1 0,0 1,1 0,0 0,1 1,0 1,1-1,0 1,1 0,1 1,0-1,1 1,0 0,1 0,1 1,-1 6,2-10,0 0,1-1,1 1,-1 0,2-1,-1 1,2 0,-1-1,1 0,1 0,0 0,0 0,1 0,0-1,1 0,0 0,0 0,1-1,0 0,1 0,0-1,0 0,7 5,-9-8,0 1,1-1,-1 0,1-1,0 0,0 0,1 0,-1-1,0 0,1 0,0-1,-1 0,1 0,0-1,-1 0,1 0,0-1,-1 0,1 0,-1-1,1 0,-1 0,0-1,1 0,-1 0,-1-1,1 0,-1 0,1 0,-1-1,1-1,3-5,0 0,-1 0,0-1,-1 0,0 0,-1-1,0 0,2-6,-6 46,-5 8,1-16,0 0,1 1,1-1,0 0,5 17,-6-33,1-1,-1 0,1 0,0 1,0-1,0 0,0 0,0 0,0 0,0 0,1 0,-1 0,1 0,-1-1,1 1,0 0,0-1,0 1,0-1,0 0,0 0,0 0,0 0,0 0,0 0,1 0,0-1,13 0</inkml:trace>
  <inkml:trace contextRef="#ctx0" brushRef="#br0" timeOffset="6256.936">1323 1260,'17'10,"0"-1,0-1,1-1,0-1,0 0,1-2,0 0,0 0,0-2,1-1,73 15,-89-15,1-1,-1 1,0 0,0 0,0 1,0 0,0-1,0 1,0 0,-1 1,1-1,-1 1,0-1,1 1,-1 0,0 0,-1 1,1-1,-1 1,1-1,-1 1,0 0,0-1,-1 1,1 0,-1 1,1 1,3 186,-4-189,0 0,0 0,0 0,0 0,0 0,1 0,-1-1,1 1,0 0,0-1,0 1,0-1,1 0,-1 0,0 0,1 0,0 0,-1 0,1 0,0-1,0 0,0 1,0-1,0 0,0-1,0 1,0 0,0-1,1 0,-1 0,0 0,0 0,0 0,3-1,4 0,1-1,-1 0,0-1,0-1,0 1,0-1,0-1,-1 0,0 0,0-1,1-1,-1 0,-1 0,1-1,-1 0,-1-1,0 0,0 0,0-1,-1 1,-1-1,1-1,-2 1,0-1,0 1,1-7,-6 28,0 1,0-1,1 0,1 0,0 0,1 0,0 0,0 0,4 10,0-16,-1 0,1-1,0 1,0-1,0-1,0 1,1-1,0 0,-1 0,1-1,0 0,0 0,1-1,-1 0,0 0,0-1,1 1,-1-2,0 1,1-1,-1 0,0 0,0-1,0 0,0-1,0 1,3-3,4-1,-1 0,0-1,-1 0,1-1,-1-1,-1 0,0 0,0-1,-1-1,0 0,-1 0,0-1,-1 0,0 0,-1-1,0 0,-1-1,0 1,3-15,-10 139,1-106,0-1,0 1,1 0,0-1,0 1,0-1,1 1,-1-1,1 0,0 0,0 1,1-1,-1-1,1 1,0 0,0-1,0 1,0-1,1 0,-1 0,1 0,0 0,0-1,0 0,0 0,0 0,1 0,-1 0,0-1,1 0,2 1,20 0</inkml:trace>
  <inkml:trace contextRef="#ctx0" brushRef="#br0" timeOffset="6429.482">2513 1046,'-11'18,"3"13,11 6,6-4</inkml:trace>
  <inkml:trace contextRef="#ctx0" brushRef="#br0" timeOffset="7248.924">3022 1461,'-20'-6,"-1"1,1 1,-1 1,0 1,1 0,-1 2,-9 1,23-1,1 1,0 0,0 0,0 0,0 1,0 0,0 0,1 1,-1-1,0 1,1 1,0-1,0 1,0-1,0 2,1-1,-1 0,1 1,0 0,1 0,-1 0,1 0,0 1,0-1,0 1,0 3,2-7,0 0,0 0,0 1,0-1,1 0,-1 0,1 1,-1-1,1 0,0 1,0-1,0 1,0-1,1 0,-1 1,1-1,-1 0,1 0,0 1,0-1,0 0,0 0,0 0,0 0,1 0,-1 0,1 0,-1-1,1 1,0 0,-1-1,1 1,0-1,0 0,0 0,0 1,0-1,1-1,0 2,8-1,1 1,0-1,0-1,0 0,0-1,0 0,0-1,-1 0,1-1,-1-1,1 1,-1-2,0 1,-1-2,1 1,-1-2,0 1,0-1,8-8,-12 10,1 0,-1 0,1-1,-2 1,1-1,-1-1,1 1,-2-1,4-6,-6 3,-8 20,3-1,0 0,1 0,0 0,1 0,0 1,0-1,1 0,0 1,1 4,0-10,-1-1,1 0,0 0,0 1,0-1,0 0,0 0,1 0,-1 0,1 0,0-1,0 1,0 0,0-1,0 1,1-1,-1 0,1 0,-1 0,1 0,0 0,0-1,0 1,0-1,0 0,0 0,0 0,2 0,2 0,1-1,-1 0,1 0,-1-1,1 0,-1 0,0-1,1 0,-1 0,0-1,0 0,0 0,-1-1,1 1,-1-2,0 1,0 0,0-1,-1 0,0-1,0 1,0-1,0 0,-1 0,0-1,0 1,-1-1,0 0,0 0,0 0,-1 0,0 0,-1-1,0 1,1-4,7-82,-9 92,1-1,-1 0,1 0,0 0,-1 0,1 1,0-1,0 0,0 1,0-1,1 1,-1-1,0 1,1 0,-1-1,1 1,-1 0,1 0,-1 0,1 0,0 0,0 0,0 1,-1-1,1 1,0-1,0 1,0 0,0-1,0 1,0 0,1 0,64 11,-65-11,3 1,-1-1,0 1,1 0,-1 0,0 1,0 0,0-1,0 1,0 0,0 1,0-1,-1 1,1 0,-1 0,1 0,-1 0,0 0,-1 1,1-1,-1 1,1 0,-1 0,0 0,0 0,-1 0,1 0,-1 0,0 1,0-1,0 2,0 31,-2-32,0-1,1 1,-1-1,1 1,0-1,0 1,0-1,1 1,-1-1,1 0,0 1,1-1,-1 0,1 1,0-1,0 0,0 0,0 0,1-1,-1 1,1 0,0-1,0 0,0 0,1 0,-1 0,1 0,0-1,0 1,0-1,3 1,-1-2,0 0,0-1,0 0,0 0,0 0,0-1,0 0,0 0,0-1,0 0,-1 0,1 0,-1 0,1-1,-1 0,0 0,0-1,0 1,0-1,-1 0,0 0,0-1,3-3,-1 1,0 0,0-1,-1 0,0 0,0-1,-1 1,0-1,-1 0,0 0,0 0,-1 0,0-1,-1 1,1-7,-2 16,-1 0,1 0,0 0,0 0,-1 0,1 0,0 0,-1 0,1 0,0 0,0 0,-1 0,1 0,0 0,-1 0,1 0,0-1,0 1,-1 0,1 0,0 0,0 0,-1 0,1-1,0 1,0 0,0 0,-1 0,1-1,0 1,0 0,0 0,0-1,-1 1,1 0,0 0,0-1,0 1,0 0,0-1,0 1,0 0,0 0,0-1,0 1,0 0,0-1,0 1,0 0,0 0,0-1,0 1,0 0,0 0,1-1,-1 1,0 0,0 0,0-1,-10 25,7-8,0 0,1 0,1 0,0 0,2 0,-1 1,2-1,0 0,1 0,-2-13,0 0,0 0,-1-1,2 1,-1 0,0-1,0 1,1-1,0 0,-1 1,1-1,0 0,0 0,0 0,0 0,1-1,-1 1,0 0,1-1,-1 0,1 1,0-1,0 0,14 2</inkml:trace>
  <inkml:trace contextRef="#ctx0" brushRef="#br0" timeOffset="7501.35">3756 1087,'-11'18,"-2"10,2 1</inkml:trace>
  <inkml:trace contextRef="#ctx0" brushRef="#br0" timeOffset="8477.562">3930 1381,'3'-2,"0"0,0 0,0 0,0 0,0 1,0-1,1 1,-1 0,0 0,1 0,-1 1,1-1,-1 1,1 0,-1 0,1 0,-1 0,1 1,-1-1,1 1,-1 0,0 0,1 0,-1 1,0-1,0 1,0-1,0 1,0 0,0 0,0 1,-1-1,1 1,4 10,-1 0,0 1,-1-1,-1 1,0 0,-1 1,0-1,-1 1,-1-1,0 1,-1 0,-1 1,2-3,-1 74,-2-61,2 0,0-1,2 1,0 0,2 0,1-1,1 0,1 0,6 13,-10-32,0 0,0 0,0-1,0 1,1-1,0 1,0-1,1 0,-1-1,1 1,0-1,1 0,-1 0,0-1,1 1,0-1,0-1,0 1,0-1,0 0,1 0,-1-1,1 1,-1-2,1 1,-1-1,1 0,0 0,-1 0,1-1,-1 0,1-1,-1 1,0-1,0-1,0 1,0-1,5-3,-4-1,-1-1,0 0,0 0,-1 0,0-1,0 0,-1 0,0 0,-1-1,0 1,0-1,-1 0,-1 0,1 0,-1 0,-1 0,0 0,-1 0,1 0,-2 1,0-1,0 0,0 0,-1 1,-1-1,-2-5,-1 2,1-1,-2 1,1 0,-2 0,0 1,0 0,-1 1,-1 0,0 1,0 0,-1 0,0 1,0 1,-1 0,-1 1,1 0,-1 1,0 1,0 0,-1 1,0 0,-14-1,5 3,25 2,-1 0,0 0,0 0,0 1,0-1,1 0,-1 0,0 0,0 0,0 1,0-1,0 0,0 0,1 0,-1 1,0-1,0 0,0 0,0 1,0-1,0 0,0 0,0 0,0 1,0-1,0 0,0 0,0 1,0-1,0 0,0 0,29 5,2-1,-1-1,0-2,1-1,-1-2,15-2,-11 1,0-2,0-1,-1-2,0-1,29-12,-61 21,0 0,0 0,0 0,0 0,-1 0,1 0,0 0,0-1,0 1,0 0,0-1,0 1,-1 0,1-1,0 1,0-1,-1 1,1-1,0 1,0-1,-1 0,1 1,-1-1,1 0,-1 0,1 1,-1-1,1 0,-1 0,0 0,1 0,-1 0,0 1,0-1,0 0,1 0,-1 0,0 0,0 0,0 0,-1 0,1 0,0 1,0-1,0 0,-1 0,1 0,0 0,-1 0,1 1,-1-1,1 0,-1 0,1 1,-1-1,0 0,1 1,-1-1,0 0,1 1,-1-1,0 1,0-1,0 1,-3-2,-1 0,1 0,0 1,-1 0,1-1,-1 2,1-1,-1 0,0 1,1 0,-1 0,0 1,1-1,-1 1,1 0,-1 0,1 0,-1 1,1-1,0 1,-1 0,1 1,0-1,1 1,-1-1,0 1,1 1,-1-1,1 0,0 1,0-1,2-1,1 0,-1-1,1 1,-1-1,1 1,0 0,0 0,0-1,0 1,0 0,0-1,0 1,0 0,1-1,-1 1,0 0,1-1,0 1,-1-1,1 1,0-1,0 1,0-1,0 1,0-1,0 0,0 0,0 1,1-1,-1 0,0 0,1 0,-1-1,1 1,-1 0,1 0,0-1,63 18,-55-18,0 1,0-2,0 1,0-1,0-1,0 0,0 0,0-1,-1 0,1-1,-1 0,-7 4,-1-1,0 1,1 0,-1 0,1-1,-1 1,0 0,1 0,-1 1,1-1,-1 0,0 0,1 1,-1-1,0 0,1 1,-1 0,0-1,1 1,-1 0,0-1,0 1,0 0,0 0,0 0,0 0,0 0,0 0,0 1,0-1,-1 0,1 0,0 0,-1 1,1-1,-1 0,1 1,12 16,-7-13,0-1,1-1,-1 1,1-1,0 0,0-1,0 0,0 0,0 0,0-1,1 0,-1 0,0-1,1 0,-1 0,1-1,-1 0,0 0,0 0,1-1,-1-1,0 1,-1-1,1 0,0 0,-1-1,0 0,0 0,0-1,0 0,1-2,0-1,0 0,-1 0,0 0,-1-1,1 0,-2 0,1-1,-2 1,1-1,-1 0,-1 0,1 0,-2 0,1-3,1-156,-5 131,-2 1,-1 0,-2 0,-6-21,0 35,-1 38,8 20,2 1,1-1,2 1,3 30,-2-62,-1 13,1 1,1 0,1-1,0 1,1-1,1 0,0 0,1 0,1 0,1-1,0 0,1 0,1-1,1 0,0 0,0-1,2-1,0 0,0 0,4 2,-14-14,1 1,-1 0,0-1,0 1,1-1,-1 0,1 0,-1 0,1 0,-1 0,1-1,-1 1,1-1,0 1,0-1,-1 0,1 0,0 0,-1-1,1 1,0 0,-1-1,3-1,5-6</inkml:trace>
  <inkml:trace contextRef="#ctx0" brushRef="#br0" timeOffset="8915.644">4773 1246,'120'11,"-76"-9,0 2,-1 2,1 1,-1 3,40 14,-76-22,0 1,0 0,0 0,-1 0,1 1,-1 0,0 1,0-1,0 1,-1 0,1 0,-1 1,0 0,-1-1,0 2,0-1,0 0,-1 1,1 0,-2 0,1 0,-1 0,0 0,0 5,-1 93,-1-103,0-1,0 0,0 0,1 1,-1-1,0 0,0 0,1 0,-1 1,1-1,-1 0,1 0,0 0,-1 0,1 0,0 0,0 0,0 0,0 0,0 0,0-1,0 1,0 0,0-1,0 1,0-1,0 1,0-1,0 1,1-1,-1 0,0 1,0-1,0 0,1 0,-1 0,0 0,0 0,1 0,-1 0,0-1,0 1,1 0,-1-1,0 1,0-1,53-27,-47 23,-1 0,-1-1,1 0,-1-1,0 1,0-1,-1 0,0 0,0 0,-1 0,0-1,0 0,-1 1,0-1,1-5,-2 8,-1 0,1 1,-1-1,0 0,0 0,-1 1,1-1,-1 0,0 0,0 1,-1-1,1 1,-1-1,0 1,0 0,-1 0,1 0,-1 0,0 0,0 0,0 1,0-1,-1 1,0 0,1 0,-1 0,-1 1,0-1,0 0,-1 0,1 1,-1 0,0 1,0-1,0 1,0 0,0 0,0 1,0 0,0 0,0 0,0 1,0 0,0 0,0 0,0 1,1 0,-1 0,0 0,1 1,0 0,-1 0,-1 2,0 0,0 0,0 0,1 0,0 1,0 0,0 1,1-1,0 1,0 0,1 0,0 1,0-1,0 1,1 0,0 0,1 0,0 0,0 1,2-7,-1-1,1 1,0 0,0 0,0 0,0 0,0 0,0-1,1 1,-1 0,0 0,1 0,0-1,-1 1,1 0,0-1,0 1,0-1,0 1,0-1,0 1,0-1,1 1,-1-1,1 0,-1 0,1 0,-1 0,1 0,-1 0,1 0,0-1,-1 1,1 0,0-1,0 1,0-1,69-4,-30-11,-3-2</inkml:trace>
  <inkml:trace contextRef="#ctx0" brushRef="#br0" timeOffset="9101.394">5481 819,'-20'2,"-14"8,-6 9,0 8,4 6,8 4,9 1,13 1,11-3,14-2,13-2,1-7</inkml:trace>
  <inkml:trace contextRef="#ctx0" brushRef="#br0" timeOffset="9274.535">5628 1487,'16'11,"12"5,13-6,8-9,5-9,0-8,-9-1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33.5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1422 58,'-62'-15,"0"1,-1 4,0 3,-1 2,-28 3,56 3,1 1,-1 2,1 1,0 2,1 2,0 1,0 1,1 2,0 1,2 2,-1 1,2 2,0 1,2 1,0 1,1 1,2 2,0 1,-15 21,-9 24,3 2,3 2,4 2,3 2,4 1,3 2,3 0,-11 73,23-80,3 0,4 1,3 0,3-1,3 1,4 0,3 0,4-1,2-1,4-1,3 0,3-1,9 10,90 154,-68-137,-55-98,13 28,1-2,2 1,0-2,2-1,1 0,1-1,17 14,-21-28,0-1,0-1,1 0,0-1,1-1,-1-1,1-1,0 0,1-1,-1-1,0-1,14-1,-28 0,67 6,1-4,0-2,0-4,-1-3,1-3,34-11,-76 11,-1 0,0-2,-1-2,0 0,-1-2,0-1,-2-1,0-1,-1-2,-1 0,-1-2,-1 0,-1-2,12-18,-6 5,-3 0,-1-1,-2-1,-1-2,-3 0,-1 0,-2-2,-2 0,-2 0,-1-7,9-135,-8 0,-9-6,0 173,-2-62,-4 0,-3 1,-3 0,-4 1,-4 0,-2 1,-29-62,15 51,-5 3,-4 1,-3 2,-3 2,-42-47,84 115,-1 1,0 0,-1 1,0 0,-1 1,0 0,0 0,-1 1,0 1,-1 0,0 1,-1 0,1 1,-1 0,0 1,-4 0,-24 3</inkml:trace>
  <inkml:trace contextRef="#ctx0" brushRef="#br0" timeOffset="33173.08">2197 3173,'-5'7,"0"1,0 0,1 1,0-1,1 1,0 0,0-1,1 1,0 0,1 1,-1 3,1 175,2-171,2 0,0 0,1 0,1-1,1 0,0 0,1 0,0 0,2-1,-1 0,2-1,0 0,1-1,0 0,1 0,0-1,1-1,7 4,-14-10</inkml:trace>
  <inkml:trace contextRef="#ctx0" brushRef="#br0" timeOffset="37622.143">2116 3400,'-30'-52,"76"153,-22-48,2-1,3-2,2-1,2-1,2-2,39 40,-55-71,1 0,0-1,1-1,1-1,0-2,0 0,1-1,1-1,-1-1,1-1,0-1,1-1,-1-1,1-2,-1 0,1-1,15-4,-8 0,0-3,-1 0,1-3,-2 0,0-2,14-8,133-42,-117 53,1 1,-1 4,3 2,64-4,17-12,90-24,32-6,-200 38,-1 3,1 2,0 3,0 4,0 2,0 3,-1 3,4 3,-14 4,-1 2,-1 2,-1 3,-1 2,17 13,-52-29,0 0,0 0,1-2,0 0,0-1,1 0,0-2,0 0,1-1,0-1,-1 0,1-2,0 0,0-1,0-1,7-2,325-124,-328 122,1 1,-1 2,1 0,-1 1,1 2,0 0,-1 2,1 0,-1 2,0 0,0 2,16 7,18 9,0-2,1-3,56 10,51-9,-105-14,-1 3,0 2,43 14,-21 5,-61-20,0-1,1 0,0-2,0-1,0 0,1-2,0 0,16-1,-28-3,0-1,0 0,0 0,-1-1,1 0,-1-1,0 0,0-1,0 0,-1 0,0-1,0 0,0 0,0-1,-1 0,0-1,12-13,-1-1,-1-1,-1-1,-1 0,0-4,135-294,-114 237,36-105,-71 189,0-1,0 1,0-1,0 1,-1-1,1 0,0 0,-1 1,1-1,-1 0,0 0,1 0,-1 1,0-1,0 0,0 0,-1 0,1 0,0 1,-1-1,1 0,-1 0,1 1,-1-1,0 0,0 1,0-1,0 0,0 1,0-1,0 1,0 0,-1-1,1 1,0 0,-1 0,1 0,-1 0,-1-1,-17 3</inkml:trace>
  <inkml:trace contextRef="#ctx0" brushRef="#br0" timeOffset="41141.02">3895 4430,'26'-5,"94"48,216 102,-330-142,42 22,-47-24,0-1,0 1,0 0,0 0,0 0,0 0,0 0,0 0,0 0,-1 0,1 1,0-1,-1 0,1 0,-1 1,1-1,-1 0,0 1,1-1,-1 0,0 1,0-1,0 1,0-1,0 0,0 1,-1-1,1 0,0 1,-1-1,1 0,-1 1,1-1,-1 0,0 1,-8 10,0-1,-1 0,0-1,-1 0,0 0,-1-1,-8 5,-3 3,-9 8,-1-2,0-1,-2-2,-1-2,0-1,-28 9,64-26,0-1,0 1,0 0,0 0,0 0,0-1,0 1,0 0,-1 0,1-1,0 1,0 0,0 0,0 0,0 0,0-1,-1 1,1 0,0 0,0 0,0 0,-1 0,1 0,0-1,0 1,0 0,-1 0,1 0,0 0,0 0,-1 0,1 0,0 0,0 0,0 0,-1 0,1 0,0 0,0 0,-1 0,1 0,0 0,0 0,0 1,-1-1,1 0,0 0,0 0,0 0,0 0,-1 1,17-17,-12 13,13-12</inkml:trace>
  <inkml:trace contextRef="#ctx0" brushRef="#br0" timeOffset="41583.724">4603 4844,'2'0,"-3"0,-7 2,-6 6,-10 8,-10 10,-8 10,-6 8,-4 3,0 1,4-4,6-6,10-8,13-9,14-11,7-6</inkml:trace>
  <inkml:trace contextRef="#ctx0" brushRef="#br0" timeOffset="42207.026">4924 4670,'12'-8,"-1"1,1 0,0 0,1 1,-1 1,1 0,0 0,0 2,1 0,-1 0,1 1,12 0,-22 1,1 1,-1 0,0 0,0 0,1 0,-1 1,0 0,0-1,0 2,0-1,0 0,0 1,0 0,0 0,-1 0,1 0,-1 0,1 1,-1 0,0 0,0 0,0 0,0 0,-1 0,1 1,-1-1,0 1,0 0,0 0,-1 0,1 0,-1 0,3 17,-2 1,0 0,-1 1,-1-1,-2 0,0 0,-1 0,-1-1,-1 1,-1-1,-1 0,-3 5,-6 31,14-24,2-32,1-1,-1 1,1-1,-1 0,1 1,0-1,-1 1,1-1,0 0,-1 1,1-1,0 0,0 0,-1 0,1 0,0 0,0 0,-1 0,1 0,0 0,0 0,-1 0,1 0,0 0,-1 0,1-1,0 1,-1 0,1-1,0 1,-1 0,1-1,0 1,-1-1,1 1,-1-1,1 1,-1-1,1 1,-1-1,1 0,22-18,-1-1,-1-1,0-1,-2-1,0 0,-2-1,5-12,79-154,-90 168,-6 39,-12 61,2-51,2-1,1 1,1 0,2 0,0-1,2 1,1-1,1 1,3 7,-7-29,1-1,-1 1,1 0,-1-1,1 1,1-1,-1 0,1 0,0 0,-1 0,2 0,-1 0,0-1,1 0,0 1,-1-1,1-1,1 1,-1 0,0-1,1 0,-1 0,1 0,-1-1,1 0,0 0,0 0,-1 0,1-1,0 1,0-1,0 0,0-1,0 1,0-1,-1 0,1-1,0 1,-1-1,1 1,-1-1,1-1,-1 1,30-46,-24 22</inkml:trace>
  <inkml:trace contextRef="#ctx0" brushRef="#br0" timeOffset="42453.326">5071 4857,'18'0,"18"-2,15-8,14-6,9-8,6-4,-2 0,-5 3,-9 6,-7 5,-9 6,-14 4</inkml:trace>
  <inkml:trace contextRef="#ctx0" brushRef="#br0" timeOffset="42916.109">5966 5031,'3'-32,"1"-1,2 1,1 0,2 1,1-1,1 2,1 0,2 0,16-24,0 9,-30 45,0 0,1-1,-1 1,1 0,-1 0,0 0,1 0,-1 0,1 0,-1 0,1 0,-1 0,0 0,1 0,-1 0,1 0,-1 0,1 0,-1 0,0 1,1-1,-1 0,0 0,1 0,-1 1,1-1,-1 0,0 0,1 1,-1-1,0 0,0 1,1-1,-1 0,0 1,0-1,0 0,1 1,-1-1,0 1,0-1,0 1,0-1,0 0,0 1,0-1,0 1,0-1,0 1,0-1,0 0,0 1,0-1,0 1,0-1,-1 0,1 1,0-1,1 197,-1-107,2-34,-3 0,-2 0,-2-1,-4 0,-4 14,-10-13,23-54,-1-1,0 1,0-1,0 0,0 0,0 1,0-1,0 0,-1 0,1 0,0 0,0 0,-1-1,1 1,-1 0,1-1,-1 1,1-1,-1 1,1-1,-1 0,0 1,1-1,-1 0,1 0,-1 0,0 0,1-1,-1 1,1 0,-1-1,1 1,-1-1,-1 0,-56-46,58 47,1-1,0 1,-1 0,1 0,0 0,-1-1,1 1,0 0,-1-1,1 1,0 0,0-1,-1 1,1 0,0-1,0 1,0 0,-1-1,1 1,0-1,0 1,0 0,0-1,0 1,0-1,0 1,0 0,0-1,0 1,0-1,0 1,0-1,0 1,0 0,0-1,1 1,-1-1,0 1,0 0,0-1,1 1,-1 0,0-1,0 1,1 0,-1-1,0 1,1 0,-1 0,0-1,1 1,-1 0,1 0,-1 0,0 0,1-1,-1 1,28-1,-25 1,46-2,0-1,0-3,0-2,-1-3,37-12,-49 14,22-7</inkml:trace>
  <inkml:trace contextRef="#ctx0" brushRef="#br0" timeOffset="44840.803">10592 4149,'-513'330,"477"-301,61-21,98-11,-87 0,-1 2,1 1,0 2,0 2,2 1,86 43,-50-15,73 4,-126-24,-18-6</inkml:trace>
  <inkml:trace contextRef="#ctx0" brushRef="#br0" timeOffset="45778.759">11288 4416,'17'-5,"1"2,-1 0,1 1,0 1,-1 0,1 2,14 1,-25-1,0 0,0 1,0 0,0 0,-1 0,1 1,-1 0,0 0,1 1,-1-1,-1 1,1 1,-1-1,1 1,-1 0,-1 0,1 0,-1 1,0 0,0 0,0 0,1 11,0 0,-1 1,-1-1,-1 1,0 0,-1 0,-1 0,-1-1,0 1,-2 0,0-1,-1 1,0-1,-2 0,-5 13,-30 88,66-155,22-62,-4-1,-5-2,3-24,-33 117,-9 37,-4 41,0-17,2 0,2 0,3 0,6 36,-8-82,0-1,1 1,0 0,0 0,1 0,0-1,0 1,0-1,0 1,1-1,0 0,0 0,1 0,-1 0,1-1,0 1,0-1,1 0,-1 0,1-1,0 1,0-1,0 0,0 0,0-1,1 1,-1-1,1-1,0 1,-1-1,1 0,0 0,0 0,0-1,5 0,-8-1,1-1,-1 1,1-1,-1 0,0 0,0 0,0 0,0-1,0 1,0-1,0 0,-1 0,0 0,1 0,-1 0,0 0,-1 0,1-1,0 1,-1-1,0 0,0 1,0-1,0 0,0-3,3-19</inkml:trace>
  <inkml:trace contextRef="#ctx0" brushRef="#br0" timeOffset="46045.087">11395 4630,'16'2,"18"-1,18-3,13-9,12-8,6-7,1 0,-15 4</inkml:trace>
  <inkml:trace contextRef="#ctx0" brushRef="#br0" timeOffset="46343.906">12089 4670,'8'-10,"0"1,1 0,0 0,1 0,0 1,0 1,1 0,0 0,0 1,0 0,1 1,0 1,0 0,0 0,0 1,1 0,-1 1,-9 2,-1 0,1 0,0 0,-1 1,1-1,-1 0,1 1,-1 0,1-1,-1 1,0 0,1 0,-1 0,0 1,0-1,0 1,0-1,0 1,0 0,0-1,0 1,-1 0,1 0,-1 0,1 1,-1-1,0 0,0 0,0 1,0-1,0 1,0-1,-1 1,1-1,-1 1,0-1,0 3,-8 98,-92 203,99-303,-9 52,10-53,0-1,0 0,0 0,1 1,-1-1,0 0,1 0,-1 0,1 0,-1 1,1-1,0 0,0 0,-1 0,1 0,0 0,0-1,0 1,0 0,0 0,0 0,0-1,0 1,0-1,0 1,0-1,0 1,1-1,-1 1,0-1,0 0,1 0,-1 0,0 0,0 0,1 0,-1 0,0 0,0 0,1-1,18-2,0-2,-1-1,0 0,0-1,-1-1,0-1,0 0,12-10,-7 6,118-69,-113 64</inkml:trace>
  <inkml:trace contextRef="#ctx0" brushRef="#br0" timeOffset="48491.442">10700 3988,'-23'25,"0"-2,-2-1,0-1,-2-1,-10 5,-1 2,-37 28,2 3,-47 50,118-107,-9 10,12-18,7-6</inkml:trace>
  <inkml:trace contextRef="#ctx0" brushRef="#br0" timeOffset="50009.79">8159 2999,'9'90,"-4"-21,3-1,3-1,3 0,2 0,9 12,-21-67,0 0,1-1,1 0,0 1,1-2,0 1,0-1,1 0,1-1,0 0,0 0,0-1,1 0,0 0,1-1,0-1,0 0,0 0,3 0,19 3,1-2,0-1,0-2,1-1,-1-2,1-1,23-4,-14 3,87-7,-1-5,88-23,-94 10,2 6,0 5,1 6,0 5,107 11,-117 7,108 28,-200-35,-1 1,0 2,0 0,-1 2,0 1,-1 0,-1 2,2 2,-16-12,2 2,0 0,1 0,0 0,0-2,1 1,0-1,0-1,0 0,0 0,9 1,-15-6,1 0,-1-1,1 1,-1-1,0 0,1 0,-1-1,0 0,-1 0,1 0,0 0,-1-1,0 0,0 1,0-2,3-2,11-10,1 1,1 1,0 2,1 0,0 1,1 1,0 1,1 1,0 1,1 1,-1 1,1 1,1 1,-1 1,0 1,1 2,-1 0,1 1,-1 2,0 1,0 0,0 2,8 3,279 105,-212-94,0-5,1-4,1-5,-1-4,33-6,130 5,-208 1,-23 2,0-2,1-1,-1-2,1-1,-1-2,0-1,0-1,-1-2,0-1,13-6,-18 2,-1-1,-1-1,0-1,-1-1,-1-1,0-1,-2-1,0 0,-1-2,-1 0,-2-2,13-21,-27 44,-1 0,0 0,0 0,0 0,0 0,0-1,0 1,0 0,0 0,0 0,-1-1,1 1,-1-1,1 1,-1 0,1-1,-1 1,0-1,1 1,-1-1,0 1,0-1,0 1,0-1,-1 1,1-1,0 1,-1-1,1 1,-1-1,1 1,-1 0,1-1,-1 1,0 0,0 0,0-1,0 1,0 0,0 0,0 0,0 0,0 0,-1 0,1 0,0 1,0-1,-1 0,1 1,-1-1,1 1,-1-1,1 1,-1 0,-17 1,-2 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32.4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4 359,'-2'-18,"1"-1,1 1,0-1,2 1,0 0,5-18,-6 26,2-10,1 0,1 1,0-1,2 1,0 1,1-1,6-10,-13 28,-1 0,0 0,1-1,-1 1,1 0,0 0,-1 0,1 0,0 0,0 0,-1 0,1 0,0 0,0 0,0 0,0 1,0-1,0 0,1 1,-1-1,0 0,0 1,0 0,1-1,-1 1,0 0,0-1,1 1,-1 0,0 0,1 0,-1 0,0 1,0-1,1 0,-1 0,0 1,0-1,1 1,-1-1,0 1,0-1,0 1,0 0,1 0,8 10,0 2,0-1,-1 1,-1 0,0 1,-1 0,0 0,-1 3,3 3,69 169,-78-188,1 0,0 0,-1 1,1-1,-1 0,1 0,-1 1,1-1,-1 0,0 1,0-1,0 0,0 1,0-1,0 0,0 1,0-1,0 0,-1 0,1 1,0-1,-1 0,1 1,-1-1,0 0,1 0,-1 0,0 0,0 0,1 0,-1 0,0 0,0 0,0 0,0 0,-1 0,1-1,0 1,0 0,0-1,-1 1,1-1,0 1,0-1,-1 0,1 0,0 0,-1 1,1-1,0 0,-1 0,1-1,0 1,-2 0,-1-1,0 0,1-1,-1 1,0-1,0 0,1 0,-1 0,1 0,0-1,0 1,-1-1,2 0,-1 0,0 0,1 0,-1-1,1 1,0-1,0 1,0-1,0 0,1 0,0 1,0-1,0 0,0-3,3 4,0 0,1 1,-1-1,1 1,0-1,0 1,0 0,0 0,0 1,0-1,1 0,-1 1,0 0,1 0,-1 0,1 0,-1 1,1-1,0 1,-1 0,1 0,0 0,-1 0,2 1,2-1,34-2,-8 1,1 0,0-2,0-2,-1-1,0-1,0-2,-1-2,12-5,19-33,-61 48,-1-1,0 1,1-1,-1 0,0 1,0-1,0 0,0 0,0 1,-1-1,1 0,-1 0,1 0,-1 0,0 0,1 0,-1 0,0 0,0 0,0 0,-1 0,1 0,0 0,-1 0,1 0,-1 0,0 0,0 1,0-1,0 0,0 0,0 1,0-1,0 0,-1 1,1 0,-1-2,-1 1,-1 0,1 0,0 0,0 1,-1-1,1 1,-1 0,1 0,-1 0,0 0,1 1,-1-1,0 1,0 0,1 0,-1 0,0 1,1-1,-1 1,0 0,1 0,-1 0,1 1,-1-1,1 1,0 0,-1 0,1 0,0 0,0 0,1 1,-1-1,0 1,1 0,0 0,-1 0,1 0,0 0,1 0,-1 1,1-1,-1 1,1-1,0 1,0-1,0 1,1 1,-2 2,1-1,0 0,0 1,0-1,1 1,0-1,0 1,1-1,0 1,0-1,1 1,-1-1,1 0,1 0,-1 0,1 0,0 0,0 0,1-1,0 0,0 1,0-1,0-1,1 1,0-1,0 0,0 0,1 0,-1 0,1-1,4 2,5 1,1 0,-1-1,1-1,0 0,0-2,0 1,0-2,1 0,-1-1,0-1,0 0,1-1,7-3,19-5,-1-1,0-2,0-3,15-8,-15 6,-1-2,0-2,-2-2,-1-1,0-2,1-4,11-30,-49 60,0 0,0-1,0 1,0-1,-1 0,1 1,-1-1,1 0,-1 1,0-1,1 0,-1 1,0-1,0 0,0 0,0 1,-1-1,1 0,0 1,-1-1,1 0,-1 1,0-1,1 1,-1-1,0 0,0 1,0 0,0-1,0 1,0 0,-1-1,1 1,0 0,-1 0,1 0,0 0,-1 0,1 1,-1-1,0 0,1 1,-11-3,0 1,0 0,0 1,0 0,0 1,0 1,0 0,0 0,0 1,0 1,0 0,1 0,-1 1,1 1,0 0,0 0,1 1,0 1,-9 6,-45 47,63-58,-1 0,1 0,-1 0,1 1,0-1,0 0,0 1,0-1,0 1,1-1,-1 1,1-1,0 1,0-1,-1 1,2 0,-1-1,0 1,0-1,1 1,0-1,-1 1,1-1,0 1,0-1,0 0,1 1,-1-1,0 0,1 0,-1 0,2 0,6 5,0-1,0 0,1 0,0-1,0-1,0 0,1 0,0-1,-1 0,1-1,0 0,0-1,0 0,1 0,-1-2,0 1,0-1,5-2,-2 1,1 0,-1-1,1-1,-1 0,0-1,0-1,-1 0,0-1,6-4,-12 6,-6 4,1 0,-1-1,0 1,1 0,0 0,-1 0,1 0,-1 0,1 0,0 1,0-1,-1 0,1 1,0-1,0 1,0 0,0 0,-1 0,1 0,0 0,0 0,0 0,0 0,0 1,-1-1,1 1,0 0,1 0,2 4,-1 1,1 0,-1 0,0 0,-1 0,0 1,0 0,0-1,-1 1,2 6,3 8,14 36,-3 1,-2 1,-3 0,-3 1,-2 0,-3 1,-2 50,-4-90,0-1,-2 0,0 0,-2 0,0 0,-4 8,7-21,0-1,-1 0,1 0,-2 0,1 0,-1 0,0-1,0 0,0 0,-1 0,0 0,0-1,0 1,0-1,-1 0,1-1,-1 0,0 0,0 0,0 0,-3 0,-1-3,1 0,0-1,-1 0,1 0,-1-1,1 0,0-1,0 0,0 0,1-1,-1 0,1 0,0-1,0 0,0-1,1 0,-1 0,1 0,1-1,0 0,0-1,0 1,-2-5,-15-15,2-2,0 0,2-1,1 0,2-2,1 0,1-1,12 28,-1 0,1 0,0-1,0 1,1-1,-1 1,1-1,1 1,-1-1,1 0,0 0,0 1,0-1,1 0,0 1,0-1,0 1,1-1,0 1,0 0,0-1,1 1,0 0,0 0,0 1,0-1,1 1,0 0,0-1,9-3,1 1,-1 0,1 1,1 0,-1 1,1 0,0 2,10-2,-6 1,51-12,-3 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26.8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148 667,'0'0</inkml:trace>
  <inkml:trace contextRef="#ctx0" brushRef="#br0" timeOffset="1648.786">1 694,'18'1,"0"0,0-1,0-1,0-1,0-1,-1 0,1-1,-1-1,0-1,0 0,0-1,-1-1,0 0,-1-2,0 0,0 0,-1-1,0-1,6-8,-19 20,8-8,1 0,-2-1,1 0,-1 0,-1-1,1 0,-2 0,1-1,-7 11,1-1,-1 0,1 0,-1 1,0-1,1 0,-1 0,0 0,0 0,0 0,0 1,0-1,1 0,-1 0,-1 0,1 0,0 0,0 0,0 1,0-1,-1 0,1 0,0 0,-1 0,1 1,-1-1,1 0,-1 0,1 1,-1-1,1 0,-1 1,0-1,1 1,-1-1,0 1,1-1,-1 1,0-1,0 1,0 0,0-1,1 1,-1 0,0 0,-43-3,31 4,1 1,0 0,0 1,0 0,0 1,1 0,0 1,-1 1,2 0,-1 0,1 1,0 0,0 1,1 0,0 0,0 1,1 0,0 1,1 0,0 0,0 0,1 1,-5 11,10-17,0 0,0 0,1 1,-1-1,1 0,0 0,1 0,-1 0,1 0,0 0,0 1,0-2,1 1,0 0,0 0,0 0,0-1,1 1,0-1,0 0,0 0,0 0,1 0,0-1,0 1,0-1,0 0,0 0,0 0,1-1,-1 1,1-1,0 0,0-1,0 1,1-1,11 4,0-1,0-1,0-1,0-1,0 0,0-1,1-1,-1 0,0-1,0-1,0-1,1-1,35-10</inkml:trace>
  <inkml:trace contextRef="#ctx0" brushRef="#br0" timeOffset="2276.048">924 400,'-10'0,"1"1,0 1,0-1,0 1,0 1,0 0,1 0,-1 1,1 0,0 0,0 1,0 0,1 0,-1 1,1 0,1 0,-1 1,1-1,0 2,1-1,-1 1,2-1,-1 1,1 1,0-1,-1 5,4-10,0 1,1-1,-1 1,1-1,-1 1,1-1,0 1,1 0,-1-1,0 1,1-1,0 1,0-1,0 1,0-1,1 0,-1 1,1-1,0 0,0 0,0 0,0 0,1-1,-1 1,1-1,-1 1,1-1,0 0,0 0,0 0,0 0,1-1,-1 1,1 0,8 2,0 1,0-1,1-1,-1 0,1-1,0-1,0 0,0 0,1-1,2-1,1-1,-1 0,0-1,0 0,-1-2,1 0,-1 0,0-2,0 0,-1 0,13-10,-19 12,0-1,-1 0,1 0,-1 0,-1-1,1-1,-1 1,-1-1,1 0,-1 0,0 0,-1-1,0 0,-1 0,1 0,-2 0,1 0,-1-1,-1 1,1-8,0 7,1 31,-3-21,0 6,1 14,1 0,1 0,1 0,1 0,0 0,1-1,1 0,1 0,6 9,-11-25,-1 0,1 0,-1 0,1 0,0-1,0 0,0 1,1-1,-1 0,0 0,1-1,-1 1,1-1,0 0,-1 0,1 0,0 0,0 0,0-1,0 0,-1 0,1 0,0 0,0-1,0 1,0-1,-1 0,1 0,0 0,-1-1,1 1,-1-1,1 0,-1 0,0 0,0-1,0 1,0-1,11-7,0-1,-1-1,-1 0,0-1,-1 0,0-1,-1 0,-1 0,0-1,-1 0,0-1,-1 0,-1 0,0-5,-13 147,7-119,0-1,1 1,-1 0,1 0,1 0,0 0,0-1,0 1,0-1,1 1,0-1,1 0,0 0,-1 0,2-1,-1 0,1 1,-1-1,2-1,-1 1,0-1,1 0,0 0,0 0,0-1,0 0,0 0,1-1,-1 0,1 0,42 4,-3-7</inkml:trace>
  <inkml:trace contextRef="#ctx0" brushRef="#br0" timeOffset="3062.807">2167 507,'-8'-4,"0"1,0 0,-1 1,1 0,0 0,-1 1,1 0,-1 0,1 1,-1 0,0 0,1 1,-1 0,1 1,-1 0,1 0,0 1,0 0,0 0,0 1,1 0,-1 0,1 1,0 0,0 0,1 1,0 0,0 0,0 0,0 1,1 0,0 0,1 0,-3 5,6-11,1 0,-1 1,1-1,-1 0,0 0,1 0,0 1,-1-1,1 0,0 0,0 1,-1-1,1 0,0 0,0 1,1-1,-1 0,0 1,0-1,1 0,-1 0,0 1,1-1,-1 0,1 0,0 0,-1 0,1 0,0 0,0 0,0 0,-1 0,1 0,0 0,0 0,0 0,1-1,-1 1,0-1,0 1,0 0,2-1,54 2,-41-6,0 0,-1-2,0 0,0 0,0-2,-1 0,0 0,-1-1,0-1,0 0,-1-1,0-1,-1 1,7-11,-7 20,-10 25,-1-12,0-6,1 0,-1 1,1-1,0 1,0-1,1 0,0 0,0 0,0 0,0 0,1 0,0 0,0-1,0 1,0-1,1 0,-1 0,1 0,0-1,1 1,-1-1,1 0,-1 0,1-1,0 1,0-1,0 0,0 0,0-1,1 1,-1-1,0 0,1-1,5 1,0-1,-1-1,1 0,0 0,0-1,-1 0,1-1,-1 0,0 0,0-2,0 1,0-1,-1 0,0-1,0 0,4-4,5-5,-1 0,0-2,-1 0,-1-1,-1 0,0-1,1-4,-1-1,-2-1,0-1,-2 0,-1 0,-1-1,-1 0,-1 0,-2 0,0-1,-2 0,-1 0,-2 1,0-1,-2 0,-1-1,-3-2,0 26,3 23,-3 239,8-179,-2-19,0-20,1-1,2 1,2 0,3 13,-6-47,-1 0,1-1,0 1,0 0,0-1,1 1,0-1,0 0,0 1,0-1,0 0,1 0,0-1,0 1,0 0,0-1,1 0,-1 0,1 0,0 0,0 0,0-1,0 0,0 0,1 0,-1 0,0 0,1-1,0 0,-1 0,1 0,0-1,-1 0,1 0,7-4,-2-1,1-1,0 0,-1-1,0 0,-1 0,0-1,0 0,0-1,-1 0,-1 0,1-1,-1 0,4-9,32-42,-42 61,0 0,0 0,-1 0,1 0,0 0,0 0,0 1,-1-1,1 0,0 1,-1-1,1 0,0 1,-1-1,1 1,-1-1,1 1,0-1,-1 1,1 0,-1-1,1 1,-1 0,0-1,1 1,-1 0,0-1,1 1,-1 0,0 0,0-1,0 1,0 0,0 0,0-1,0 1,0 0,0 0,0 0,0-1,0 1,0 0,-1 0,1-1,0 2,3 15,-3-7,1 1,0-1,1 1,0-1,1 1,0-1,1 0,0 0,0 0,1-1,0 0,1 0,0 0,0 0,1-1,5 5,-10-12,1 1,-1-1,1 0,-1 1,1-1,0 0,-1-1,1 1,0 0,0-1,-1 0,1 0,0 1,0-1,0-1,-1 1,1 0,0-1,0 0,-1 1,3-2,13-7</inkml:trace>
  <inkml:trace contextRef="#ctx0" brushRef="#br0" timeOffset="3340.127">3102 387,'-16'-9,"-5"-4</inkml:trace>
  <inkml:trace contextRef="#ctx0" brushRef="#br0" timeOffset="3589.46">2421 172,'14'3,"15"0,17-3,17-3,15-5,15-3,10 2,6 2,-16 2</inkml:trace>
  <inkml:trace contextRef="#ctx0" brushRef="#br0" timeOffset="3852.755">3677 614,'-14'-12,"-2"1,1 0,-1 1,-1 1,0 0,0 2,-1 0,0 0,0 2,0 0,-10 0,21 5,1 1,0 0,0 0,0 0,0 1,0 0,0 0,1 1,-1-1,1 1,-1 0,1 1,0 0,0-1,0 1,1 1,0-1,0 1,0 0,0 0,0 0,1 0,0 0,0 1,1 0,0-1,0 1,0 0,0 0,1 0,0 0,0 0,1 1,0-1,0 0,0 0,1 0,0 1,0-1,0 0,2 3,-2-6,0 0,0 1,0-1,0 0,1 0,-1 0,1 0,0 0,0 0,0-1,0 1,0 0,1-1,-1 0,1 0,0 1,-1-2,1 1,0 0,0 0,0-1,1 0,-1 0,0 0,0 0,1 0,-1 0,1-1,-1 0,0 0,1 0,5 0,0-1,-1 0,1 0,0-1,-1-1,0 1,1-1,-1-1,0 1,0-1,5-4,0-1,0-1,-1 0,-1-1,1 0,-2-1,1 0,-2 0,1-1,-2-1,0 1,-1-1,0-1,0 0,1-6,-4 55,-4-28,0 0,0 0,1-1,-1 1,1 0,0 0,1-1,-1 1,1-1,0 1,0-1,1 0,0 0,0 0,0 0,0-1,1 1,0-1,0 0,0 0,0 0,1 0,-1-1,1 1,2-1,5 2,0 0,0-1,0-1,0 0,1-1,-1 0,1-1,0-1,-1 0,1 0,0-1,-1-1,7-1,48-9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34.9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1 133,'18'-9,"13"-5,10-3,10 0,5 0,2 0,-2 2,-6 3,-9 3,-11 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37.6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 7,'0'4,"-2"-2,-8-7,-2-2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36.2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12 347,'2'14,"3"13,6 12,5 7,6 6,7 3,5 1,4-2,2-6,-2-6,-1-9,-6-6,-8-9</inkml:trace>
  <inkml:trace contextRef="#ctx0" brushRef="#br0" timeOffset="251.463">293 334,'-18'16,"-11"16,-7 17,-5 11,-1 7,3 1,7-1,6-7,8-8,7-12</inkml:trace>
  <inkml:trace contextRef="#ctx0" brushRef="#br0" timeOffset="564.296">467 668,'220'-13,"-217"12,-1 1,0-1,1 1,-1-1,0 1,1 0,-1 0,0 0,1 0,-1 0,1 1,-1-1,0 1,0 0,1-1,-1 1,0 0,0 0,0 0,0 1,0-1,0 0,0 1,0-1,0 1,-1 0,1 0,-1-1,1 1,-1 0,0 0,0 0,0 1,0-1,0 0,0 0,0 1,-1-1,1 0,-1 1,-3 9,-2-1,1 1,-1-1,-1 0,0-1,0 1,-1-1,-1-1,-6 8,-10 15,19-24,-3 1,0 2,1-1,1 1,-1 0,2 0,0 1,0 0,1 0,0 0,0 4,4-15,0 1,0 0,0 0,0-1,0 1,1 0,-1 0,0-1,1 1,0 0,-1-1,1 1,0-1,0 1,-1-1,1 1,0-1,1 1,-1-1,0 0,0 0,1 1,-1-1,0 0,1 0,-1 0,1-1,-1 1,1 0,0 0,-1-1,1 1,0-1,0 0,0 1,63-2,-50-2,0-1,0-1,-1 0,1-1,-1-1,-1 0,11-8,11-8</inkml:trace>
  <inkml:trace contextRef="#ctx0" brushRef="#br0" timeOffset="1183.186">680 26,'53'-7,"-3"-1,1 3,0 1,-1 3,1 2,22 4,-66-5,-1 1,0-1,0 1,0 0,0 1,0-1,0 1,-1 0,1 1,-1-1,1 1,-1 0,0 1,0-1,0 1,0 0,-1 0,0 1,1-1,-2 1,1 0,0 0,-1 0,0 1,0-1,-1 1,2 3,-9 144,16 467,-11-608,3 8,-2 0,0 1,-1-1,-1 1,-1-1,-1 0,-1 0,-1 0,0 0,-2-1,0 1,-1-2,-1 1,-6 9,13-25,0 0,0-1,-1 1,1 0,-1-1,1 1,-1-1,0 0,0 0,0 0,0 0,0 0,-1-1,1 1,-1-1,1 0,-1 0,1 0,-1-1,1 1,-1-1,0 0,1 0,-1 0,1 0,-1-1,0 1,1-1,-1 0,1 0,-1-1,1 1,0-1,0 1,-1-1,1 0,0 0,1 0,-1-1,0 1,1-1,-1 0,1 1,-1-2,3 2,-1 1,1 0,0-1,0 1,0 0,0-1,0 1,0-1,1 1,-1 0,0 0,1-1,-1 1,1 0,-1 0,1-1,0 1,-1 0,1 0,0 0,0 0,0 0,0 0,0 0,0 0,0 0,0 1,0-1,0 0,1 1,-1-1,0 1,0-1,1 1,-1-1,0 1,1 0,-1 0,0 0,1 0,0 0,5-3,13-5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34.6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95 12,'0'-1,"-1"0,1 0,-1 1,1-1,-1 0,1 1,-1-1,1 0,-1 1,0-1,0 1,1-1,-1 1,0 0,0-1,1 1,-1 0,0-1,0 1,0 0,1 0,-1 0,0 0,0 0,0 0,0 0,0 0,1 0,-1 0,0 0,0 0,0 1,1-1,-1 0,0 0,0 1,0-1,1 1,-1-1,0 1,1-1,-1 1,0-1,1 1,-1 0,1-1,-1 1,1 0,-1 0,1-1,0 1,-1 0,1 0,0 0,0-1,-1 1,1 0,0 0,0 0,0 0,0-1,0 1,0 0,0 0,0 0,0 0,1 0,-1-1,0 2,-8 255,-37 53,44-309,0 1,0-1,1 1,-1-1,1 1,-1 0,1-1,0 1,0 0,-1 0,1-1,0 1,1 0,-1-1,0 1,0 0,1-1,-1 1,1 0,0-1,-1 1,1-1,0 1,0-1,0 1,0-1,0 0,0 1,0-1,0 0,1 0,-1 0,0 0,1 0,-1 0,1 0,-1 0,1-1,0 1,133 4,-120-5,1-1,-1-1,1 0,-1-1,0-1,0 0,0-1,0 0,-1-2,4-1,10-21,-21 14</inkml:trace>
  <inkml:trace contextRef="#ctx0" brushRef="#br0" timeOffset="542.064">537 119,'6'13,"10"12,6 6,7 4,7 2,4-2,5-2,-1-2,-4-2,-3-1,-9-1,-9-3,-7-5</inkml:trace>
  <inkml:trace contextRef="#ctx0" brushRef="#br0" timeOffset="807.358">804 91,'-19'14,"-9"11,-8 11,-4 10,0 6,2 4,5 2,7-1,7-10</inkml:trace>
  <inkml:trace contextRef="#ctx0" brushRef="#br0" timeOffset="1058.301">1125 506,'87'-202,"-82"185,-4 63,-2-36,-6 49,3 1,3 0,3 26,-1-77,0-1,0 1,1 0,0 0,1-1,0 1,0-1,1 0,0 0,0 0,2 1,9 9</inkml:trace>
  <inkml:trace contextRef="#ctx0" brushRef="#br0" timeOffset="4256.06">911 52,'-16'4,"-8"7,-4 5,-1 5,-1 6,0 7,0 4,4 4,2 0,2-2,5-7</inkml:trace>
  <inkml:trace contextRef="#ctx0" brushRef="#br0" timeOffset="4526.839">523 119,'0'-5,"0"3,0 7,2 11,3 13,1 9,0-1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50.9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144 1670,'181'-250,"-64"79,347-468,29 77,-449 515,-113 131,40-47</inkml:trace>
  <inkml:trace contextRef="#ctx0" brushRef="#br0" timeOffset="884.077">170 1376,'0'-3,"0"-7,-3 43,-14 51,-3-1,-3-1,-12 20,19-56,7-20,5-14,12-29,6-10,-2-1,-1-1,-1 0,-2 0,-1-1,-1 0,-1 0,-2-1,-1 1,-2-19,-11-3,12 52,0-1,0 0,0 1,0-1,0 1,0-1,0 1,0-1,0 1,0 0,1-1,-1 1,0 0,0 0,0 0,0 0,1 0,-1 0,0 0,0 0,0 1,0-1,1 0,-1 1,0-1,0 1,0-1,0 1,0-1,0 1,0 0,4 1,274 75,-277-77,0 0,1 1,-1-1,0 0,1 1,-1-1,0 1,0 0,1 0,-1 0,0 0,0 0,0 0,0 1,0-1,-1 1,1-1,0 1,-1 0,1-1,-1 1,1 0,-1 0,0 0,0 0,0 1,0-1,0 0,-1 0,1 0,0 1,-1-1,0 0,0 1,1-1,-1 0,-1 1,1-1,0 0,-1 1,1-1,-7 8,1-1,-2 0,1-1,-1 1,-1-1,0-1,0 0,-1 1,-4 3,-353 280,338-262,23-17,12-11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52.8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25 361,'16'-16,"-1"0,-1 0,-1-2,0 1,-1-2,-1 0,-1 0,-1-1,0 0,-2 0,0-1,-1 0,2-16,-8 35,1 0,-1 1,0-1,0 0,1 0,-1 0,0 0,-1 0,1 1,0-1,0 0,-1 0,1 0,-1 0,0 1,1-1,-1 0,0 1,0-1,0 1,0-1,0 1,-1-1,1 1,0 0,-1-1,1 1,-1 0,1 0,-1 0,1 0,-1 0,0 1,1-1,-1 0,0 1,0-1,0 1,0 0,1-1,-2 1,-4 3,-1 1,1-1,-1 1,1 1,1-1,-1 1,1 0,-1 1,2 0,-1 0,1 0,-1 0,2 1,-1 0,1 0,0 0,0 1,1-1,0 1,-1 5,0-3,1 0,0-1,0 2,1-1,0 0,1 0,1 1,-1-1,2 9,-1-16,1 1,0 0,-1-1,1 1,1 0,-1-1,0 1,1-1,0 0,0 0,0 1,0-1,1 0,-1-1,1 1,-1 0,1-1,0 1,0-1,0 0,0 0,1 0,-1-1,1 1,-1-1,1 1,-1-1,2 0,9 1,0 0,0-1,0 0,0-1,0-1,0 0,0-1,0-1,0 0,2-2,38-9</inkml:trace>
  <inkml:trace contextRef="#ctx0" brushRef="#br0" timeOffset="262.465">600 0,'-10'0,"-1"1,0 0,1 0,-1 2,1-1,-1 1,1 0,0 1,0 0,1 1,-1 0,1 1,0 0,0 0,1 1,0 0,0 0,1 1,-1 0,2 0,-1 1,1-1,1 2,-1-1,2 1,-1-1,1 1,1 0,0 1,0-1,1 1,0-1,2-6,0 0,0-1,0 1,1 0,0-1,-1 1,1-1,0 1,1-1,-1 1,1-1,-1 0,1 0,0 1,0-1,0-1,1 1,-1 0,1 0,0-1,-1 0,1 1,0-1,0 0,0 0,1-1,-1 1,0-1,3 1,2 1,1-1,0 0,0-1,0 0,-1 0,1-1,0 0,0-1,0 0,0 0,7-2,13-7,0 0,-1-2,0-1,-1-1,-1-2,14-10,2-2</inkml:trace>
  <inkml:trace contextRef="#ctx0" brushRef="#br0" timeOffset="512.86">1015 133,'-3'0,"-4"0,-2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06.8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 0,'-4'0,"-11"0,-3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05.2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107 694,'16'9,"12"8,10 5,6 6,2 3,0 2,-6 1,-6-1,-8-4,-8-7</inkml:trace>
  <inkml:trace contextRef="#ctx0" brushRef="#br0" timeOffset="246.341">361 587,'-7'18,"-4"18,-3 13,-1 13,0 7,-1 3,4-2,2-8,5-14</inkml:trace>
  <inkml:trace contextRef="#ctx0" brushRef="#br0" timeOffset="442.852">668 694,'0'16,"0"12,-2 8,-1 5,0 0,1-3,0-3,6-5,4-5,5-8,7-6,8-4,5-10,4-7,2-7,0-8,-5-4,-8 3</inkml:trace>
  <inkml:trace contextRef="#ctx0" brushRef="#br0" timeOffset="636.329">976 774,'-2'18,"1"11,4 5,3 1,5-1,3 1,1-1,-1-2,-6-2,-4-6</inkml:trace>
  <inkml:trace contextRef="#ctx0" brushRef="#br0" timeOffset="1355.055">0 360,'96'-28,"-1"-5,0-3,17-7,506-162,-543 191,-73 15,0 0,0 0,0 1,-1-1,1 1,0-1,-1 1,1 0,-1-1,0 1,0 0,0 0,0 0,0 0,0 0,0 0,0 0,-1 1,1-1,-1 0,0 0,0 0,1 1,-1-1,-1 0,1 0,0 1,-1-1,1 0,-1 0,1 0,-1 0,0 0,-1 2,0 16,5-2,0 0,1-1,1 0,0 0,1 0,1-1,1 1,0-2,1 1,1-1,0-1,9 10,10 19,1 5,-2 1,-2 1,-2 2,-3 0,-2 1,-3 1,-1 1,0 17,-2 37,-14-107,1-1,-1 1,0-1,0 0,0 1,0-1,0 0,-1 0,1 0,0 0,-1 0,1 0,0 0,-1 0,1 0,-1-1,1 1,-1-1,0 1,1-1,-1 1,1-1,-1 0,0 0,1 0,-1 0,0 0,1 0,-1-1,0 1,-1-1,-5 1,-19 1,0 1,1 1,0 2,-1 0,2 2,-1 1,1 0,0 2,-9 6,20-7,22-5,8-7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03.5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1 281,'55'176,"-25"-48,-17-64,3-1,2 0,25 52,-41-108,0 0,1-1,0 1,0-1,0 1,1-1,0 0,0 0,1-1,-1 0,1 1,1-1,-1-1,1 1,-1-1,1 0,0 0,1-1,-1 0,1 0,-1 0,1-1,0 0,0 0,0-1,0 0,0 0,0-1,1 0,4 0,5-7,-1-1,-1 0,1-1,-1-1,-1-1,0 0,-1 0,0-2,0 1,-1-2,-1 0,0 0,6-12,11-13</inkml:trace>
  <inkml:trace contextRef="#ctx0" brushRef="#br0" timeOffset="248.452">27 187,'14'-12,"15"-10,15-6,13-5,9-1,1 2,-10 7</inkml:trace>
  <inkml:trace contextRef="#ctx0" brushRef="#br0" timeOffset="447.919">508 307,'7'16,"9"10,9 4,8 5,9-1,6-3,1-2,-2 0,-8-2,-8 0,-9-3,-10-5,-8-6</inkml:trace>
  <inkml:trace contextRef="#ctx0" brushRef="#br0" timeOffset="648.385">749 267,'-16'22,"-10"20,-2 16,0 7,6 3,7-2,7-5,6-14</inkml:trace>
  <inkml:trace contextRef="#ctx0" brushRef="#br0" timeOffset="1032.691">1003 387,'6'-2,"2"-2,0 1,1 0,0 1,0 0,-1 0,1 1,0 0,0 0,0 1,1 0,-1 1,0 0,3 1,-9 1,0 1,0-1,0 1,0 0,-1 0,1 0,-1 0,0 0,0 1,-1-1,0 1,1-1,-1 1,0-1,-1 1,0 0,1-1,-1 1,-1 0,1 0,-1-1,1 1,-1 0,-1-1,1 1,-1 1,-21 74,24-80,-1 0,1-1,-1 1,1 0,-1 0,1 0,-1 0,1 0,-1 0,1-1,-1 1,1 0,-1 0,1 1,-1-1,1 0,-1 0,1 0,-1 0,1 0,-1 0,1 1,-1-1,1 0,-1 0,0 1,1-1,-1 0,1 1,-1-1,0 1,1-1,-1 0,0 1,1-1,-1 1,0-1,0 1,1-1,-1 1,0-1,0 1,0-1,0 1,0-1,0 1,0-1,0 1,0-1,0 1,0-1,0 1,0-1,0 1,0-1,0 1,-1-1,1 1,0-1,0 1,-1-1,1 0,0 1,-1-1,1 1,0-1,-1 0,1 1,-1-1,61-27,-50 21,0 0,1 1,0 0,0 1,0 0,0 1,1 0,-1 1,1 1,8-1,-18 2,0 0,-1 0,1 0,0 1,-1-1,1 1,-1-1,1 1,-1-1,1 1,-1 0,1 0,-1 0,0 0,0 0,1 0,-1 0,0 0,0 0,0 1,0-1,0 0,0 1,-1-1,1 1,0-1,-1 1,1-1,-1 1,1 0,-1-1,0 1,0-1,0 1,0 0,0-1,0 2,-15 59,10-52,-1 0,0 0,-1-1,0 0,0 0,-1 0,0-1,-1 0,0-1,0 0,-7 4,-21-2,27-14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59.1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642 117,'14'14,"11"11,10 6,7 4,0 2,-3 0,-4-1,-8-4,-7-6,-7-7</inkml:trace>
  <inkml:trace contextRef="#ctx0" brushRef="#br0" timeOffset="262.412">949 38,'-15'9,"-11"12,-5 14,-1 12,-1 10,1 6,4 4,5-3,5-5,7-8,5-13</inkml:trace>
  <inkml:trace contextRef="#ctx0" brushRef="#br0" timeOffset="514.837">1030 291,'6'-2,"1"-1,1 0,0 0,0 1,0 0,0 0,0 1,0 0,0 0,0 1,1 0,-1 1,0-1,0 2,5 0,-9 2,-1 1,1-1,-1 1,0-1,-1 1,1 0,-1 0,0 0,0 0,-1 1,0-1,1 0,-2 1,1-1,-1 1,0-1,0 1,0-1,-1 1,1-1,-2 0,1 1,0-1,-1 1,-5 26,-1 53,8-84,1 1,0-1,-1 0,1 1,0-1,0 0,0 0,0 1,0-1,0 0,0 0,0 0,0-1,0 1,1 0,-1 0,0-1,1 1,-1 0,0-1,1 1,-1-1,1 0,-1 0,1 1,-1-1,1 0,-1 0,1 0,-1 0,1-1,-1 1,1 0,-1-1,1 1,54-19,93-67,-104 55</inkml:trace>
  <inkml:trace contextRef="#ctx0" brushRef="#br0" timeOffset="3305.298">54 117,'18'-11,"16"-6,10-5,7-1,0 4,-7 4,-16 8,-12 5</inkml:trace>
  <inkml:trace contextRef="#ctx0" brushRef="#br0" timeOffset="3596.036">0 225,'1'28,"1"1,1-1,1 0,2 0,0 0,2-1,5 11,41 98,43 135,-96-267,-1-1,1 0,0 0,0 0,0 0,0 0,0 0,0 0,1 0,0-1,-1 1,1 0,0-1,1 1,-1-1,0 0,1 0,-1 0,1 0,-1 0,1 0,0-1,0 1,0-1,0 0,0 0,0 0,1 0,10-1,0-1,0-1,1 0,-1-1,-1 0,1-1,0 0,-1-1,0-1,12-7,-17 9,233-120,-198 101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00.6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1 755,'18'0,"15"2,11 3,12 1,7 4,3 2,-4 4,-5 4,-10 3,-11-1,-11 2,-13-5,-12-4,-7-6</inkml:trace>
  <inkml:trace contextRef="#ctx0" brushRef="#br0" timeOffset="251.89">361 527,'-9'16,"-5"17,-3 11,-1 13,1 7,1 4,1 1,2-4,4-5,4-9,4-10,4-13</inkml:trace>
  <inkml:trace contextRef="#ctx0" brushRef="#br0" timeOffset="643.884">628 782,'16'-7,"0"1,0 1,1 0,0 1,0 1,0 1,7 0,-23 1,1 1,-1 0,1 0,-1 0,0 0,1 1,-1-1,0 0,1 1,-1-1,0 0,1 1,-1 0,0-1,0 1,0 0,1-1,-1 1,0 0,0 0,0 0,0 0,0 0,-1 0,1 0,0 1,0-1,-1 0,1 0,-1 1,1-1,-1 0,1 1,-1-1,0 0,0 1,0-1,0 0,0 1,0-1,0 1,0 0,-18 57,-9 6,28-64,0 0,0 1,-1-1,1 0,0 0,0 0,0 0,0 0,1 0,-1 0,0 0,0 0,1 0,-1-1,0 1,1 0,-1-1,1 1,-1-1,1 0,-1 1,1-1,-1 0,1 0,-1 0,1 0,-1 0,1 0,-1-1,1 1,-1 0,0-1,1 1,-1-1,1 0,-1 1,0-1,1 0,-1 0,0 0,1 0,4-1,11-2,1-2,1 2,-1 0,1 1,-1 0,1 2,0 0,1 2,-18-1,1 1,-1-1,0 1,0 0,0 0,0 0,0 0,-1 0,1 0,0 0,0 1,-1-1,1 1,-1-1,1 1,-1 0,1-1,-1 1,0 0,0 0,0 0,0 0,0 0,-1 0,1 0,-1 0,1 0,-1 1,0-1,0 0,0 0,0 0,0 0,0 1,0-1,-1 0,1 0,-1 0,0 0,1 0,-1 0,0 0,0 0,-1 0,1 0,0-1,0 1,-1 0,1-1,-1 1,-1 0,-3 7,-1 0,0-1,0 0,-1 0,0 0,0-1,-1-1,0 1,0-1,-1-1,0 0,0 0,0-1,0 0,-10 2,-3-3</inkml:trace>
  <inkml:trace contextRef="#ctx0" brushRef="#br0" timeOffset="1120.803">776 126,'21'-11,"248"-86,-263 95,-3 0,0 0,0 0,0 1,0-1,0 1,1 0,-1 0,0 0,1 0,-1 1,0-1,1 1,-1 0,1 0,-1 0,0 0,1 1,-1 0,1-1,-1 1,0 0,0 0,0 1,1-1,-1 1,0 0,-1-1,1 1,0 0,0 1,-1-1,2 3,-1 5,-1 0,0 1,-1-1,0 1,-1 0,0-1,-1 1,0-1,0 1,-2 3,-1 19,0-1,1 0,1 1,2-1,2 1,1-1,1 1,1-1,2 0,2-1,1 0,3 4,5 0,2-1,1-1,23 27,48 80,-89-136,0 1,0 0,-1-1,0 1,0 0,0 0,0 1,-1-1,0 0,0 1,-1-1,1 0,-1 1,0-1,-1 1,1-1,-1 0,0 1,0-1,-1 0,0 0,0 0,0 0,0 1,-10 7,0 0,0-1,-1 0,0-1,-1 0,-1-1,0-1,0 0,0-1,-1-1,-13 4,-127 45,80-35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54.8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1441,'-7'-1,"0"0,0 1,1-1,-1 2,0-1,0 1,0 0,0 0,0 0,1 1,-1 0,1 1,-1 0,1 0,0 0,0 0,0 1,1 0,-1 1,1-1,0 1,0 0,0 0,1 0,0 1,0 0,0-1,1 1,0 1,0-1,0 0,1 1,0 0,0-1,1 1,0 0,0 0,1 0,-1 0,1 1,0-6,1 1,-1-1,0 0,0 1,1-1,-1 0,1 0,0 1,0-1,0 0,0 0,0 0,0 0,0 0,1 0,-1 0,1-1,-1 1,1 0,0-1,0 1,-1-1,1 0,0 0,0 0,1 0,-1 0,0 0,0 0,0 0,1-1,-1 1,0-1,0 0,1 0,-1 0,0 0,1 0,-1 0,0-1,1 1,-1-1,0 1,0-1,0 0,1 0,-1 0,0 0,0 0,0-1,-1 1,2-1,9-9,0 0,-1-1,-1 0,0-1,0 0,-2 0,1-1,-2 0,0-1,0 1,-2-1,1-1,-2 1,2-13,7-41,-2-1,-4-1,-3 0,-3 0,-4-28,2 38,-2-46,5 186,4 0,3 0,4-1,3-1,22 63,-32-119,0 2,1-1,0 0,2 0,1-1,11 19,-21-38,1 0,0 0,0 0,0-1,0 1,1 0,-1 0,0-1,1 1,-1-1,1 1,0-1,-1 1,1-1,0 0,0 0,0 0,-1 0,1 0,0 0,1-1,-1 1,0-1,0 1,0-1,0 0,0 0,0 0,1 0,-1 0,0 0,0-1,0 1,0-1,0 1,0-1,0 0,0 0,0 0,0 0,0 0,0 0,-1 0,1-1,0 1,0-2,7-11,-1 1,-1-1,0 0,-1-1,-1 0,0 0,-1 0,-1 0,0-1,-1 1,-1-1,0 1,-1-10,2 8,-2 0,1 0,-2 0,0 1,-1-1,-1 0,0 1,-1 0,-4-10,-4 14,14 19,4-4,0 1,-1-2,1 1,0-1,1 0,-1 0,0 0,0-1,1 0,-1-1,1 1,-1-1,1 0,5-1,15-3,-1 0,0-1,0-2,21-8,-13 4,-33 10,0 0,0 1,0-1,0 0,0 1,0-1,0 1,0-1,0 1,0 0,0-1,0 1,0 0,0 0,1 0,-1 0,0 0,0 0,0 0,0 0,0 0,1 1,-1-1,0 0,0 1,0-1,0 1,0-1,0 1,0-1,0 1,0 0,0 0,-1-1,1 1,0 0,0 0,-1 0,1 0,0 0,-1 0,1 0,-1 0,1 0,-1 0,0 0,1 0,-1 0,0 1,0-1,0 0,0 0,0 173,0-172,1 0,-1 0,1 1,0-1,0 0,0 0,0 0,0 0,0 0,0 0,1 0,-1 0,1-1,-1 1,1-1,0 1,0-1,-1 1,1-1,0 0,0 0,0 0,1 0,-1 0,0 0,0-1,0 1,1-1,-1 0,0 1,1-1,-1 0,0 0,0 0,2-1,77-27,-62 16,0-1,-1-1,0 0,-1-1,-1-1,-1-1,0 0,-1-1,-1 0,0-2,-2 1,0-1,-1-1,-1 1,6-23,-11-12,-4 54,0 0,0 0,0 0,0 0,0 0,-1 0,1 0,0 0,-1 0,1 0,0 0,-1 0,0 0,1 0,-1 0,1 1,-1-1,0 0,0 0,1 1,-1-1,0 0,0 1,0-1,0 1,0-1,0 1,0-1,0 1,0 0,0-1,0 1,0 0,0 0,0 0,0 0,0 0,0 0,0 0,0 0,0 0,0 0,0 1,0-1,0 0,0 1,-1 0,-7 4,1 1,0 0,0 1,0 0,0 0,1 1,1 0,-1 0,1 0,0 1,1 0,0 0,1 1,0-1,-3 10,4-14,1-1,-1 1,1-1,0 1,1 0,-1 0,1 0,0-1,0 1,0 1,1-1,-1 0,1 0,1 0,-1 0,1 0,0 0,0 0,0 0,1 0,-1-1,1 1,0 0,1-1,-1 1,1-1,0 0,0 0,0 0,1 0,3 2,3-1,1-1,0-1,0 0,0 0,0-1,1 0,-1-1,1-1,-1 0,0 0,1-1,-1 0,1-1,-1-1,0 1,0-2,3-1,37-13</inkml:trace>
  <inkml:trace contextRef="#ctx0" brushRef="#br0" timeOffset="720.813">1606 826,'-15'43,"1"1,3 1,1 0,3 1,1 0,2 0,3 1,2 89,14 95,-2-122,-14-110,1 1,0 0,0 0,0 0,0-1,-1 1,1 0,0 0,0-1,0 1,0 0,0 0,0-1,0 1,-1 0,1 0,0-1,0 1,0 0,0-1,0 1,0 0,0 0,1-1,-1 1,0 0,0-1,0 1,0 0,0 0,0-1,0 1,1 0,-1 0,0-1,0 1,0 0,0 0,1 0,-1-1,0 1,0 0,1 0,-1 0,0 0,0 0,1 0,-1-1,0 1,0 0,1 0,-1 0,0 0,1 0,-1 0,0 0,0 0,1 0,-1 0,0 0,1 0,-1 0,0 1,0-1,1 0,-1 0,0 0,6-222,-7 171,-10-326,10 373,0 0,0 0,1 0,0 0,0 0,0 0,0 0,0 0,1 0,0 0,0 0,0 0,0 1,1-1,-1 0,1 1,0-1,0 1,0 0,1-1,-1 1,1 0,0 0,-1 1,1-1,1 1,-1-1,0 1,1 0,-1 0,1 0,5 1,0 1,0 0,0 0,0 0,0 1,0 1,0 0,0 0,-1 0,1 1,-1 1,0-1,1 1,-1 1,-1 0,1 0,-1 0,0 1,0 0,-1 0,1 1,-1-1,-1 1,0 1,0-1,4 9,-7-11,0-1,-1 1,1 0,-1 0,0 0,-1 0,1 0,-1 0,0 0,-1 0,1 0,-1 0,0 0,0 0,0 0,-1 0,1-1,-1 1,-1-1,1 1,0-1,-1 0,0 1,0-1,-1-1,1 1,-1 0,1-1,-1 0,0 0,0 0,-1 0,-2 1,5-4,1 0,0 0,0 0,0 0,0-1,0 1,0 0,0 0,0-1,0 1,0-1,0 1,0-1,0 1,0-1,0 0,0 0,0 1,0-1,1 0,-1 0,0 0,1 0,-1 0,0 0,1 0,0 0,-1 0,1 0,-1 0,1 0,0 0,0 0,0 0,0 0,-1 0,1-1,1 1,-1 0,0 0,0 0,0 0,1 0,-1 0,0 0,1 0,-1 0,1 0,-1 0,1-1,8-38,2 1,1 0,14-27,-4 6,18-51,-4-1,-6-1,-5-2,-5 0,-5-2,-4-6,-17 59,-2 67,-8 79,9-15,3 1,3-1,3 1,3 0,2-1,4 0,3-1,2 0,4-1,2-1,3-1,3-1,-27-60,4 9,0 0,1 0,1 0,0-1,0 0,1 0,0-1,1 0,6 2</inkml:trace>
  <inkml:trace contextRef="#ctx0" brushRef="#br0" timeOffset="990.687">1726 398,'-14'-2,"-6"-1,4 0,16-2,23-2,24-4,26-3,20-2,13 3,2 3,-9 10,-20 6</inkml:trace>
  <inkml:trace contextRef="#ctx0" brushRef="#br0" timeOffset="1634.168">2300 946,'15'-7,"0"-2,-1 1,0-2,0 0,-1 0,0-1,-1-1,0 0,-1-1,-1 0,0 0,-1-1,0-1,-1 0,0 0,-1 0,-1-1,-1 0,1-6,-5 21,0-1,0 0,0 1,0-1,0 0,-1 0,1 0,-1 0,1 0,-1 0,0 1,0-1,0 0,0 0,0 0,0 0,0 0,-1 0,1 0,-1 0,1 0,-1 0,0 1,1-1,-1 0,0 1,0-1,-1 0,1 1,0-1,0 1,-1 0,1-1,-1 1,1 0,-1 0,0 0,1 0,-1 0,0 0,0 0,0 1,1-1,-1 1,0-1,0 1,0 0,-2 0,-4 3,0 1,0 1,0 0,1 0,-1 0,1 1,1 0,-1 0,1 1,0 0,0 0,1 1,0-1,0 1,1 0,0 0,1 1,-1-1,2 1,-3 7,3-11,1-1,-1 1,1 0,0 1,0-1,0 0,1 0,-1 0,1 0,1 1,-1-1,1 0,0 0,0 0,0 0,1 0,0 0,0 0,0 0,0-1,1 1,0-1,0 1,0-1,0 0,1 0,-1-1,1 1,0-1,0 0,1 0,-1 0,1 0,4 1,0-1,1 0,0-1,0-1,0 0,0 0,0-1,0 0,0-1,0 0,0 0,0-1,-1-1,1 1,0-1,-1-1,0 0,0-1,11-4,-2-2,1 0,-1-1,-1-1,0-1,-1 0,7-8,-5 1,-1 0,-1-1,-1 0,0-1,-2-1,-1-1,-1 1,0-3,8 128,-17-95,0 0,0 0,1 0,0 0,0-1,0 1,0-1,1 0,0 0,0 0,0-1,1 0,0 1,0-1,0-1,0 1,3 1,88 40,-81-44,-18-3</inkml:trace>
  <inkml:trace contextRef="#ctx0" brushRef="#br0" timeOffset="3203.749">2902 197,'0'-2,"0"-1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10.2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207 187,'-47'40,"47"-39,0-1,-1 1,1-1,0 0,0 1,0-1,0 1,-1-1,1 0,0 1,0-1,0 1,0-1,0 1,0-1,0 1,0-1,0 1,0-1,1 0,-1 1,0-1,0 1,0-1,0 0,1 1,-1-1,0 1,0-1,1 0,-1 1,0-1,1 0,-1 1,0-1,1 0,-1 0,1 1,-1-1,0 0,1 0,-1 0,1 0,-1 1,0-1,1 0,-1 0,1 0,-1 0,1 0,-1 0,1 0,-1 0,1 0,-1 0,0 0,1-1,-1 1,1 0,-1 0,0 0,1-1,-1 1,1 0,-1 0,0-1,1 1,-1 0,0-1,28-2,0-1,-1-1,0-2,0 0,20-10,-17 7,450-144,-462 148,-47 3,2 6,0 1</inkml:trace>
  <inkml:trace contextRef="#ctx0" brushRef="#br0" timeOffset="530.99">366 0,'-72'83,"-3"-4,-4-4,-51 37,121-100,30-17,-14 3,40-9,0 2,1 3,0 1,0 2,39 4,-85-1,0 1,0 0,1-1,-1 0,0 1,0-1,1 0,-1 0,0 0,0 0,1-1,-1 1,0-1,0 1,0-1,0 0,0 0,0 0,0 0,0 0,0 0,0-1,0 1,-1 0,1-1,0 0,-1 1,1-1,-1 0,0 0,0 0,0 0,0 0,0 0,0 0,0 0,0 0,-1 0,1 0,-1-2,-1-4,-1 1,0-1,0 1,-1 0,0 0,0 0,-1 0,0 0,0 1,0-1,-1 1,0 0,0 1,-1-1,1 1,-1 0,0 1,-1-1,-4-2,-25 1,20 11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20.7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418 1,'-154'159,"-69"23,182-147,41-34,1 0,-1 0,0 0,1 0,-1 0,1 0,0 0,-1-1,1 1,-1 0,1 0,0 0,0-1,0 1,-1 0,1-1,0 1,0-1,0 1,0-1,0 1,0-1,0 0,0 1,0-1,0 0,0 0,0 0,0 0,0 0,1 0,-1 0,0 0,0 0,0 0,0-1,0 1,0 0,0-1,0 1,2 0,112 0,120 9,-133 16,-81-31,-13 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21.5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1 145,'13'-10,"0"2,1-1,0 2,1 0,0 0,0 1,0 1,0 1,1 0,0 1,0 1,0 0,5 1,-15 2,-1-1,1 1,-1 0,0 0,1 1,-1 0,0 0,0 0,0 1,0-1,-1 1,1 0,-1 0,0 1,1 0,-1-1,-1 1,1 0,-1 1,0-1,0 1,0-1,0 1,-1 0,0 0,0 0,0 1,0-1,-1 0,0 1,0-1,-1 0,1 1,-1-1,-1 6,1 19,-2 0,-1 0,-2-1,0 1,-8 20,14-38,11-27,14-22,-2-2,-1 0,-2-2,-2 0,-1-1,-2-1,-3 0,7-35,-43 194,14-68,3 1,2 0,3 0,2 24,22 15,-22-85,1 0,-1 0,1 0,-1-1,1 1,0 0,0-1,0 0,0 1,1-1,-1 0,0 0,1 0,0 0,-1-1,1 1,0-1,0 1,0-1,0 0,0 0,0 0,0-1,0 1,1-1,2 0,-3 0,0-2,1 1,-1 0,0-1,0 1,0-1,0 0,0 0,0 0,-1 0,1-1,-1 1,1-1,-1 1,0-1,0 0,0 0,-1 0,1 0,0 0,-1 0,0-1,0 1,0 0,0-1,0-1,5-20</inkml:trace>
  <inkml:trace contextRef="#ctx0" brushRef="#br0" timeOffset="204.76">160 291,'5'7,"10"2,15-2,12-8,14-10,11-10,5-5,-1-2,-5 2,-14 6</inkml:trace>
  <inkml:trace contextRef="#ctx0" brushRef="#br0" timeOffset="520.106">816 158,'-21'103,"13"-56,2-1,1 1,3 0,3 23,-2-68,1 0,0 0,0 0,0 0,0 0,0 0,0 0,0 0,1 0,-1 0,1 0,-1 0,1-1,0 1,0 0,0 0,0-1,0 1,0 0,0-1,0 1,1-1,-1 1,1-1,-1 0,1 0,-1 0,1 0,0 0,0 0,-1 0,1 0,0 0,0-1,0 1,0-1,0 0,0 1,0-1,0 0,0 0,0 0,0-1,0 1,0 0,0-1,22-7,0-1,-1-1,0-1,0-1,-1-2,18-13,-30 20,2-1,49-45,-55 41</inkml:trace>
  <inkml:trace contextRef="#ctx0" brushRef="#br0" timeOffset="716.096">1083 291,'-4'14,"-2"13,0 14,1 11,2 8,1 8,1 3,1 3,0-10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19.0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 4,'-7'-2,"-2"1,5 5,7 8,11 7,9 6,8 4,5 6,4 4,-1 4,-2 3,-3 0,-5-2,-6-5,-5-9</inkml:trace>
  <inkml:trace contextRef="#ctx0" brushRef="#br0" timeOffset="262.871">262 30,'-12'3,"-7"11,-4 18,-2 16,-2 17,0 10,2 4,3-4,2-11,6-16</inkml:trace>
  <inkml:trace contextRef="#ctx0" brushRef="#br0" timeOffset="748.251">421 245,'8'-10,"0"0,0 1,1 0,1 1,-1 0,1 1,0-1,1 2,5-3,-15 8,1 1,-1-1,0 1,0 0,0-1,1 1,-1 0,0 0,0 0,1 0,-1 0,0 0,0 0,1 1,-1-1,0 0,0 1,0-1,0 1,1-1,-1 1,0-1,0 1,0 0,0 0,0-1,0 1,-1 0,1 0,0 0,0 0,-1 0,1 0,0 0,-1 0,1 1,-1-1,1 0,-1 0,0 1,10 50,-10-28,-1-1,-1 1,-1 0,0-1,-2 1,-3 4,3-7,5-20,-1 0,1-1,0 1,0 0,0-1,-1 1,1 0,0-1,0 1,0 0,0-1,0 1,0 0,1 0,-1-1,0 1,0 0,0-1,1 1,-1 0,0-1,1 1,-1-1,0 1,1 0,-1-1,1 1,-1-1,1 1,-1-1,1 1,-1-1,1 0,0 1,-1-1,1 0,-1 1,1-1,0 0,0 0,-1 0,1 0,0 1,-1-1,1 0,0 0,-1 0,1 0,0-1,41-7,-29 5,-6 2,2-2,1 0,-1 1,0 1,1 0,-1 0,1 0,-1 1,1 1,-1 0,0 0,1 1,-1 0,6 2,-13-3,0 0,0 1,0-1,-1 0,1 1,0-1,-1 1,1 0,0 0,-1 0,0-1,0 1,1 0,-1 0,0 1,-1-1,1 0,0 0,-1 0,1 1,-1-1,1 0,-1 1,0-1,0 0,0 1,0-1,-1 0,1 0,-1 1,1-1,-1 0,0 0,0 1,-41 70,28-56,0-1,-1-1,-1 0,0-2,-1 1,0-2,-1 0,-7 2,28-20,5-1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18.5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0,'15'21,"7"-5,1-1,0-1,1-2,1 0,0-1,15 3,92 45,-130-58,0 0,0 0,0 0,1 0,-1 0,0 0,0 1,-1-1,1 1,0-1,0 1,-1 0,1-1,-1 1,1 0,-1 0,0 0,0 1,0-1,0 0,0 0,0 0,-1 1,1-1,-1 0,0 1,1-1,-1 0,0 1,0-1,-1 1,1-1,0 0,-1 1,1-1,-1 1,-8 11,-1 0,0-1,-1-1,0 1,-1-2,0 0,-1 0,-5 3,2-1,-208 153,224-166,-1 0,0 0,1 0,-1 0,1 0,-1 1,0-1,1 0,-1 0,1 0,-1 1,1-1,-1 0,1 0,-1 1,1-1,-1 0,1 1,-1-1,1 1,-1-1,1 1,0-1,-1 0,1 1,0 0,-1-1,1 1,0-1,0 1,-1-1,1 1,0-1,0 1,0 0,0-1,0 1,0-1,0 1,0 0,0-1,0 1,0-1,0 1,1 0,-1-1,0 1,0-1,1 1,-1-1,0 1,1-1,-1 1,40-11,-15 1</inkml:trace>
  <inkml:trace contextRef="#ctx0" brushRef="#br0" timeOffset="267.282">442 387,'-2'3,"-6"4,-5 9,-8 11,-9 9,-7 8,-6 5,-2 2,2-2,5-4,8-7,13-16,17-17,7-10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32.0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2021 97,'-4'-5,"0"0,-1 0,1 0,-1 0,0 0,0 1,0 0,0 0,-1 1,0-1,0 1,0 0,0 1,0 0,-1 0,1 0,0 0,-1 1,-5 0,-33-11,24 6,1 2,-1 1,1 1,-1 0,0 2,0 0,-8 2,-24-1,9-1,-34 0,0 2,0 4,-30 9,72-9,-31 6,1 2,0 3,1 3,-50 23,61-18,0 2,1 3,2 1,2 3,1 2,1 2,2 2,2 2,2 2,2 1,-9 16,-6 21,3 2,-19 47,53-82,1 0,2 1,3 1,1 0,3 0,3 1,1 50,1-59,1 1,3-1,1 1,3-1,1 0,2-1,2 0,12 30,12 14,3-2,5-2,2-1,5-3,2-2,15 12,-31-45,3-1,1-1,2-3,1-1,2-2,1-2,2-2,2-3,0-1,36 12,-60-29,2 0,-1-1,1-2,0-1,1-1,0-2,-1 0,1-2,0-2,0 0,0-2,-1-1,5-2,64-24,0-5,-2-4,5-7,-65 30,-2 2,-2-2,0-1,-1-1,0-2,-2-1,0-1,-2-1,0-1,21-27,-18 14,-1-1,-2-2,-2 0,-1-2,-2 0,-2-2,-2 0,-2-1,-2 0,-2-1,-2-1,-2 0,-2 0,-2 0,-2 0,-5-41,-16-43,-6 1,-25-70,44 176,-8-40,-2 0,-4 1,-2 2,-3 0,-2 2,-3 1,-3 1,-19-23,36 57,0 1,-2 1,0 1,-2 0,0 2,-1 0,0 2,-2 0,0 1,-21-8,8 12,31 12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33.9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7 471,'19'2,"-1"-1,0 0,1-1,-1-1,1-1,-1-1,0 0,0-1,15-6,-18 6,843-228,-50 83,-586 112,-121 18,-83 12,-38 4,-14 5,-4 1</inkml:trace>
  <inkml:trace contextRef="#ctx0" brushRef="#br0" timeOffset="902.559">355 149,'-300'220,"245"-171,55-48,1 0,-1 0,0 0,1 0,-1 0,1-1,-1 1,1 0,-1 0,1 0,0-1,-1 1,1 0,0-1,0 1,-1-1,1 1,0-1,0 1,0-1,0 0,-1 1,1-1,0 0,0 0,0 1,0-1,0 0,0 0,0 0,0 0,0 0,0-1,0 1,0 0,0 0,0-1,1 1,247 16,-179-6,-1 3,0 3,14 8,-82-23,-1-1,1 0,0 1,-1-1,1 1,0-1,-1 0,1 1,0-1,0 0,-1 0,1 0,0 1,0-1,-1 0,1 0,0 0,0 0,-1 0,1-1,0 1,0 0,-1 0,1 0,0-1,-1 1,1 0,0-1,-1 1,1 0,0-1,-1 1,1-1,-1 1,1-1,-1 1,1-1,-1 0,1 1,-1-1,1 0,-1 1,0-1,1 0,-1 1,0-1,0 0,0 0,0 1,1-1,-1 0,0 0,0 1,0-1,-1 0,1 0,0 1,0-1,0 0,0 0,-1 1,1-1,0 0,-1 0,-8-27,-1 1,-2 0,-1 0,0 1,-4-2,10 16,-60-100,54 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37.0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65 1445,'4'11,"2"4,0 2,-1-2</inkml:trace>
  <inkml:trace contextRef="#ctx0" brushRef="#br0" timeOffset="2423.876">318 1311,'0'0,"-1"1,0-1,0 1,1-1,-1 1,0-1,0 1,0-1,1 0,-1 1,0-1,0 0,0 0,0 0,0 0,0 0,0 0,1 0,-1 0,0 0,0 0,0 0,0 0,0-1,0 1,1 0,-1-1,0 1,0 0,0-1,1 1,-2-1,-4-1,-4-1,1 0,-1 1,0 1,0 0,0 0,0 1,0 0,1 0,-1 1,0 1,0 0,0 0,1 1,-1 0,1 0,0 1,0 1,0-1,1 2,0-1,0 1,0 0,0 1,1-1,0 1,1 1,-1 0,1 0,1 0,-4 6,6-6,1 0,-1 0,1 0,1 1,0-1,0 0,0 1,1-1,0 0,1 1,0-1,0 0,1 1,0-1,0 0,1 0,0 0,1-1,-1 1,2-1,-1 0,1 0,0 0,0 0,1-1,-1 0,2 0,-1-1,1 0,-1 0,1 0,1-1,-1 0,1 0,-1-1,1 0,0 0,0-1,0 0,3 0,1-1,-1 0,0 0,1-1,-1-1,0 0,0-1,0 0,0 0,0-1,0-1,0 1,-1-2,0 0,0 0,0-1,9-6,12-11,-1-2,-1 0,-1-2,13-18,65-82,-103 124,-3 2,0 0,0 0,1 0,-1 0,0 0,1 0,-1 0,1 1,-1-1,1 0,-1 0,1 0,0 0,-1 1,1-1,0 0,0 1,-1-1,1 0,0 1,0-1,0 1,0 0,0-1,0 1,0 0,0-1,0 1,0 0,0 0,0 0,0 0,0 0,0 0,0 0,0 0,0 0,0 1,0-1,0 0,0 0,0 1,0 0,13 49,-13-40,1-1,1 1,0-1,0 0,0 0,1 0,1 0,0 0,0-1,1 1,-4-7,-1 1,1 0,1-1,-1 0,0 1,1-1,-1 0,1 0,-1 0,1-1,0 1,0-1,0 1,0-1,0 0,0 0,0 0,0-1,0 1,1-1,-1 0,0 0,0 0,1 0,-1 0,0-1,0 1,0-1,0 0,0 0,0 0,0 0,0-1,0 1,0-1,0 0,-1 1,1-1,-1-1,3-2,-2 0,1-1,-1 0,1 0,-2 0,1 0,-1 0,0-1,0 1,-1-1,1 1,-1-1,-1 0,0 1,1-1,-2 0,1 1,-1-1,0 1,-1-1,1 1,-1-1,-1 1,1 0,-1 0,0 0,0 0,-1 0,0 1,0-1,0 1,-1 0,1 1,-1-1,0 1,-1 0,1 0,-1 0,0 1,0 0,0 0,0 0,0 1,0 0,-1 0,1 1,-1-1,4 2,0-1,1 1,-1 0,1-1,-1 1,0 0,1 1,-1-1,1 0,-1 1,1-1,-1 1,1 0,-1 0,1 0,-1 0,1 0,0 1,0-1,-1 2,3-3,-1 1,1 0,0 0,0-1,0 1,0 0,0 0,0 0,0-1,0 1,1 0,-1 0,0-1,0 1,1 0,-1 0,0-1,1 1,-1 0,1-1,-1 1,1 0,-1-1,1 1,-1-1,1 1,0-1,-1 1,1-1,0 0,-1 1,1-1,0 0,0 1,-1-1,1 0,0 0,0 0,-1 1,1-1,0 0,0 0,0 0,-1 0,1-1,0 1,0 0,-1 0,1 0,14-1,-1-1,0 0,1-1,-1 0,0-1,-1-1,1 0,-1-1,0 0,0-1,8-6,-11 7,228-122,-180 111,-56 17,-1-1,1 2,0-1,-1 0,1 0,-1 0,1 1,0-1,-1 1,1-1,-1 1,1 0,-1-1,0 1,1 0,-1 0,0 0,1 0,-1 0,0 1,0-1,0 0,0 0,0 1,0-1,-1 1,1-1,0 1,-1-1,1 1,-1-1,1 1,-1 0,3 15,-1-1,0 1,-2 0,0-1,0 1,-4 14,0 26,4-56,0 0,-1 0,1 0,-1-1,1 1,0 0,0 0,-1 0,1 0,0-1,0 1,0 0,0 0,0 0,0 0,0 0,0 0,1-1,-1 1,0 0,0 0,1 0,-1 0,1-1,-1 1,0 0,1 0,-1-1,1 1,0 0,-1-1,1 1,0-1,-1 1,1-1,0 1,0-1,-1 1,1-1,0 0,0 1,0-1,-1 0,1 0,0 1,0-1,0 0,0 0,0 0,0 0,-1 0,1 0,0-1,0 1,0 0,0 0,0-1,-1 1,1 0,0-1,0 1,-1-1,1 1,13-14,-1 0,-1-1,0 0,-1 0,0-2,-2 1,0-1,0-1,-2 1,0-2,28-64,-34 82,-1 1,0 0,0-1,0 1,1-1,-1 1,0-1,0 1,1 0,-1-1,0 1,1 0,-1-1,1 1,-1 0,0 0,1-1,-1 1,1 0,-1 0,1-1,-1 1,0 0,1 0,-1 0,1 0,-1 0,1 0,-1 0,1 0,-1 0,1 0,-1 0,1 0,-1 0,1 0,-1 1,1-1,-1 0,0 0,1 0,-1 1,1-1,-1 0,0 1,1-1,-1 0,0 1,1-1,-1 0,0 1,1-1,-1 1,0-1,0 0,0 1,1-1,-1 1,0-1,0 1,0-1,14 36,-13-30,1 0,0 5,1 1,0-1,1 0,0 0,0 0,2-1,-1 0,1 0,0 0,1-1,0 1,1-2,0 1,0-1,1 0,0-1,2 1,9 1</inkml:trace>
  <inkml:trace contextRef="#ctx0" brushRef="#br0" timeOffset="2739.604">1642 896,'10'15,"0"-1,0 0,2-1,0 0,0-1,1-1,1 1,-1-2,2 0,12 6,52 42,-69-49,-9-7,0 0,0-1,0 1,0 0,1-1,-1 1,0-1,0 0,1 1,-1-1,1 0,-1 0,1 0,0 0,0 0,-1 0,1-1,0 1,0-1,0 1,-1-1,1 1,0-1,0 0,0 0,0 0,0 0,0 0,0-1,0 1,-1 0,1-1,0 1,0-1,0 0,1 0,3-9,0 1,-1-1,0-1,0 1,-1-1,-1 1,1-1,-2 0,1 0,-1-4,0 3,43-210,-39 202</inkml:trace>
  <inkml:trace contextRef="#ctx0" brushRef="#br0" timeOffset="3330.281">2217 1084,'17'-20,"0"-2,-2 0,0-1,-2 0,-1-1,0-1,-2 0,-1 0,-1-1,-1 0,-1 0,-1-2,-4 23,0-1,-1 1,1-1,-1 1,0-1,0 0,-1 1,0-1,0 1,0-1,0 1,-1 0,0-1,-2-3,3 9,1-1,0 0,-1 1,1-1,-1 1,0-1,1 1,-1-1,1 1,-1-1,0 1,1 0,-1-1,0 1,1 0,-1 0,0 0,0-1,1 1,-1 0,0 0,0 0,1 0,-1 0,0 0,0 0,1 0,-1 1,0-1,1 0,-1 0,0 1,0-1,1 0,-1 1,1-1,-1 1,0-1,1 0,-1 1,1 0,-1-1,1 1,-1-1,1 1,-1 0,1-1,0 1,-1 0,1-1,0 1,-19 38,15-29,2 1,0 0,0 0,1 1,0-1,1 0,1 0,-1 0,2 0,-1 1,2-1,-1-1,2 1,-1 0,2-1,-1 1,0-4,-1 0,1-1,0 0,1 1,-1-1,1-1,1 1,-1-1,1 0,0 0,0 0,0-1,0 0,1 0,0-1,0 0,0 0,0 0,0-1,0 0,1-1,-1 0,1 0,1 0,-1-1,0-1,0 1,-1-2,1 1,0-1,-1 0,1 0,-1-1,0 0,0-1,0 1,0-1,-1-1,0 1,1-1,-2 0,1-1,0 1,-1-1,0 0,-1 0,1-1,-1 1,0-1,-1 0,0 0,0-1,0 1,-1 0,0-1,-1 0,1 1,-2-1,1 0,-1-1,1-7,-2 0,0 1,-1-1,0 0,-1 1,-5-14,-3-18,12 46,-1-1,1 1,0-1,-1 1,1-1,0 1,0 0,0-1,0 1,0 0,0 0,1 0,-1 0,0 0,1 0,-1 0,0 0,1 0,-1 1,1-1,-1 1,1-1,-1 1,1-1,0 1,-1 0,1 0,0 0,-1 0,1 0,-1 0,1 0,0 1,-1-1,1 0,-1 1,1 0,-1-1,1 1,-1 0,1 0,14 0,178-1,-191 1,1-1,-1 1,0 0,0 0,0 0,0 0,0 0,0 1,0-1,0 1,0 0,-1 0,1 0,-1 0,1 1,-1-1,0 1,0-1,0 1,0 0,0 0,-1 0,0 0,1 0,-1 0,0 0,0 2,7 93,-9-65,1-30,-1 1,1 0,0 0,0-1,0 1,1 0,-1-1,1 1,0 0,0-1,0 1,1-1,-1 1,1-1,0 0,0 1,0-1,0 0,0 0,1-1,-1 1,1 0,0-1,0 1,0-1,0 0,0 0,0 0,1-1,-1 1,1-1,-1 0,1 0,-1 0,1 0,0-1,-1 1,2-1,8-1,0-1,0 0,0-1,-1 0,1-1,-1 0,0-1,0 0,0-1,5-4,30-19</inkml:trace>
  <inkml:trace contextRef="#ctx0" brushRef="#br0" timeOffset="3864.156">3514 335,'-13'2,"1"1,0 0,1 0,-1 1,1 0,-1 1,1 1,1 0,-1 0,1 1,0 0,0 1,1 0,0 0,1 1,0 0,0 1,1 0,-3 4,9-11,-1 0,1 0,-1 1,1-1,0 0,0 1,1-1,-1 1,1-1,-1 1,1-1,0 1,1-1,-1 1,0-1,1 1,0-1,0 1,0-1,0 0,1 1,-1-1,1 0,0 0,0 0,0 0,0 0,0-1,1 1,-1-1,1 1,0-1,0 0,1 1,11 5,1 0,-1-1,2-1,-1 0,0-1,1-1,0-1,0 0,0-1,1-1,95 19,-112-20,1 0,-1 0,0 0,0 1,1-1,-1 0,0 0,0 1,1-1,-1 1,0-1,0 1,0-1,0 1,1 0,-1-1,0 1,0 0,0 0,-1 0,1 0,0 0,0 0,0 0,-1 0,1 0,-1 0,1 1,-1-1,1 0,-1 0,1 1,-1-1,0 0,0 0,0 1,0-1,0 0,0 1,0 0,-4 2,0 1,-1-1,0 0,1 0,-1-1,0 1,-1-1,1-1,0 1,-1-1,0 1,0-1,-4 0,4 0,-7 4,0-1,-1-1,1-1,-1 0,1 0,-1-1,0-1,0 0,0-1,-2-1,15 1,-1-1,0 1,1 0,-1-1,0 1,1-1,-1 1,1-1,-1 0,1 0,-1 0,1 0,-1 0,1 0,0 0,-1 0,1 0,0-1,0 1,0 0,0-1,0 1,1-1,-1 1,0-1,1 0,-1 1,1-1,-1 1,1-1,0 0,0 0,-1 1,1-1,1 0,-1 1,0-1,0 0,1 1,-1-1,1-1,35-63,-17 44,2 2,0 1,1 0,0 2,2 0,0 2,1 0,0 2,1 1,3 0,-24 9,0 1,-1 0,1 0,0 1,0-1,0 1,0 0,0 0,0 1,0 0,1 0,-1 0,0 0,0 1,0 0,0 0,0 0,0 0,0 1,0 0,-1 0,1 1,-1-1,1 1,-1 0,0 0,0 0,0 1,0 0,93 167,-96-170,-1 0,1 0,-1 0,1-1,0 1,-1 0,1-1,0 1,0 0,0-1,0 1,-1-1,1 1,0-1,0 1,0-1,0 0,0 1,0-1,0 0,0 0,0 0,0 0,0 0,0 0,0 0,1 0,-1 0,0 0,0-1,0 1,0 0,-1-1,1 1,0-1,0 1,0-1,0 1,0-1,0 0,-1 1,1-1,0 0,10-12</inkml:trace>
  <inkml:trace contextRef="#ctx0" brushRef="#br0" timeOffset="4124.236">3781 1,'-16'9,"-5"8,1 5,8 3,13 3,14 3,13 0,1-4</inkml:trace>
  <inkml:trace contextRef="#ctx0" brushRef="#br0" timeOffset="4326.72">4236 496,'11'-12,"0"0,0-1,-2 0,0 0,0-1,-1-1,-1 1,0-1,-1-1,-1 1,-1-1,0 0,0 0,-2 0,0 0,-1-1,-1 1,0-5,0 19,0-1,1 1,-1 0,0 0,0-1,-1 1,1 0,0 0,-1-1,1 1,-1 0,0 0,0 0,0 0,0 0,0 0,0 0,-1 0,1 0,0 0,-1 1,0-1,1 1,-1-1,0 1,0 0,0-1,0 1,0 0,0 0,0 0,0 1,0-1,0 0,-1 1,1 0,0-1,0 1,-1 0,1 0,0 0,0 0,-1 1,1-1,0 1,0-1,0 1,-1 0,1 0,-2 1,-5 6,1 1,-1 1,1 0,1 0,0 1,0-1,1 1,1 1,0-1,0 1,1 0,1 0,0 0,0 1,1-1,1 1,0 0,1 7,0-14,0 0,0 0,1 1,-1-1,1 0,1 0,-1 0,1-1,0 1,0 0,1-1,0 1,0-1,0 0,0 0,1 0,0 0,0 0,0-1,1 0,-1 0,1 0,0 0,0-1,1 0,-1 0,1-1,-1 1,3 0,10 0,1-1,0 0,1-1,-1-1,0-1,0 0,0-2,0 0,0-1,-1-1,4-2,-20 6,106-29,-5-2</inkml:trace>
  <inkml:trace contextRef="#ctx0" brushRef="#br0" timeOffset="6462.192">118 2701,'13'0,"-1"0,1-1,0 0,-1-1,0-1,1 0,-1 0,0-2,0 1,-1-1,0-1,0 0,0-1,5-3,35-24,-1-1,-1-3,-3-2,-1-2,-2-1,-2-3,17-26,-44 56,-1-1,-1 0,-1-1,-1-1,0 0,-2 0,3-7,-10 25,0-1,0 1,-1-1,1 1,0-1,-1 0,1 1,-1-1,1 1,-1-1,0 0,1 0,-1 1,0-1,0 0,0 1,-1-1,1 0,0 1,-1-1,1 0,-1 1,1-1,-1 0,0 1,0-1,1 1,-1 0,0-1,0 1,-1 0,1-1,0 1,0 0,-1 0,1 0,0 0,-1 0,1 0,-1 1,0-1,1 0,-1 1,1-1,-1 1,0-1,1 1,-1 0,0 0,0 0,0 0,-5 2,1 1,0 0,-1 0,1 0,0 1,1 0,-1 0,1 0,-1 1,1 0,1 0,-1 0,1 1,0-1,0 1,0 0,1 0,0 1,0-1,1 1,-1-1,1 1,0 4,-4 26,1-1,2 1,2 0,1 0,2 0,2 0,1 0,10 34,-12-54,13 75,7 32,-6 0,1 99,-20-159,-3-14</inkml:trace>
  <inkml:trace contextRef="#ctx0" brushRef="#br0" timeOffset="7183.706">492 2902,'116'-104,"-5"-5,-5-4,-5-6,44-71,-131 172,-1-1,-1 0,-1-1,0-1,-2 0,0 0,-2-1,4-16,-10 37,-1-1,1 0,-1 1,1-1,-1 0,0 1,0-1,1 0,-1 1,0-1,-1 0,1 1,0-1,0 0,-1 1,1-1,-1 1,1-1,-1 0,0 1,0-1,0 1,1 0,-1-1,0 1,-1 0,1-1,0 1,0 0,-1 0,1 0,0 0,-1 0,1 0,-1 1,1-1,-1 0,1 1,-1-1,0 1,1 0,-1-1,0 1,1 0,-1 0,-5 2,0 1,0 0,1 0,-1 1,1 0,0 0,0 0,1 1,-1-1,1 1,0 1,0-1,0 1,1 0,0 0,0 0,1 0,-1 3,-10 15,2 0,1 1,1 1,1-1,1 2,2-1,0 1,2 0,1 0,1 0,1 1,2 7,-1-26,0 0,1 0,0 1,0-1,1 0,1 0,-1 0,1 0,1-1,0 1,0-1,0 0,1 0,0 0,1-1,0 1,0-1,0-1,1 1,0-1,0-1,1 1,0-1,8 4,-11-6,0 0,0-1,0 0,0 0,1 0,-1-1,0 0,1 0,0 0,-1 0,1-1,-1 0,1 0,0-1,-1 0,1 1,-1-2,1 1,-1-1,0 0,0 0,0 0,0-1,0 0,0 0,0 0,-1 0,0-1,0 0,0 0,0 0,0 0,1-3,33-100,-38 106,0 0,0 0,0 0,0 0,0 0,1 0,-1 0,0 0,0 0,1 0,-1 0,1 0,-1 0,1 0,-1 0,1 0,-1 0,1 1,0-1,-1 0,1 0,0 1,0-1,0 0,0 1,0-1,0 1,-1-1,1 1,0 0,0-1,0 1,0 0,1 0,-1-1,0 1,0 0,0 0,0 0,0 0,0 1,0-1,0 0,0 0,0 0,0 1,0-1,0 1,0-1,0 1,0-1,0 1,36 29,-33-25,1-1,-1 0,1 0,0 0,0 0,0-1,1 0,-1 0,1 0,0 0,-1-1,1 0,0-1,0 1,1-1,-1 0,3 0,-3-3,-1 1,0-1,1 0,-1 0,0-1,0 0,-1 0,1 0,-1 0,1 0,-1-1,0 0,0 0,-1 0,1 0,-1-1,0 0,0 1,0-1,-1 0,0 0,0 0,0-1,0 1,-1 0,0-1,0 1,-1-1,1 1,-1-1,0 0,-1 1,1-1,-1 1,0-1,-1 1,1 0,-1-1,0 1,0 0,-1 0,1 0,-1 0,1 2,0 0,0 0,0 0,-1 0,1 0,0 1,-1-1,0 1,0-1,0 1,0 0,0 0,0 1,0-1,-1 0,1 1,-1 0,1 0,-1 0,1 0,-1 1,0-1,1 1,-1 0,0 0,1 0,-1 1,0-1,1 1,-1 0,1 0,-1 0,1 0,-1 1,1-1,-2 2,2-1,0 1,0-1,0 1,0 0,0 0,0 0,1 0,0 0,-1 1,1-1,0 1,1 0,-1-1,1 1,0 0,-1 0,2 0,-1 0,0 0,1 0,0 0,0 0,0 0,0 0,1 0,-1 0,1 0,0 0,0 0,1 0,-1 0,1-1,0 1,0-1,0 1,0-1,1 0,-1 1,1-1,0-1,0 1,0 0,0-1,1 1,-1-1,1 0,0 0,36 8,0-5</inkml:trace>
  <inkml:trace contextRef="#ctx0" brushRef="#br0" timeOffset="7832.646">1936 2261,'-8'-3,"-1"0,1 1,-1 0,0 1,1 0,-1 1,0-1,0 2,0-1,1 1,-1 0,0 1,1 0,-1 1,1-1,0 2,0-1,0 1,0 0,1 1,-1 0,1 0,0 0,1 1,-1 0,1 1,0-1,1 1,0 0,0 1,0-1,1 1,0 0,1 0,-1 0,1 2,2-8,0 0,0 0,0 0,0 0,0 1,1-1,-1 0,1 1,-1-1,1 1,0-1,0 0,0 1,0-1,0 1,1-1,-1 0,1 1,0-1,0 0,-1 1,1-1,1 0,-1 0,0 0,0 0,1 0,-1 0,1 0,0-1,-1 1,1-1,0 1,0-1,0 1,0-1,0 0,1 0,5-1,0 0,0-1,0 0,0 0,0-1,0 0,-1 0,1-1,-1 0,1-1,-1 1,0-1,0-1,-1 1,1-1,-1 0,4-5,10-9,-1 0,0-1,-2-2,0 1,-2-2,1-2,2-3,-17 28,-1-1,1 0,0 1,-1-1,1 1,0-1,-1 1,1-1,0 1,0-1,0 1,0 0,-1-1,1 1,0 0,0 0,0-1,0 1,0 0,0 0,0 0,0 0,-1 0,1 1,0-1,0 0,0 0,0 1,0-1,0 0,-1 1,1-1,0 1,0-1,-1 1,1-1,0 1,-1-1,1 1,0 0,-1-1,1 1,-1 0,1 0,-1 0,1-1,-1 1,0 0,1 0,-1 0,0 0,0 0,0-1,1 1,-1 0,0 0,0 0,0 0,8 12,-5-9,0 0,1-1,-1 0,1 0,0 0,0 0,0 0,0-1,0 0,0 1,1-2,-1 1,1 0,-1-1,1 0,0 0,-1-1,1 1,0-1,0 0,-1 0,1 0,0-1,0 0,-1 0,1 0,0 0,-1-1,1 0,-1 0,0 0,0 0,0-1,1 0,12-11,-2 0,1-1,-2-1,0 0,-1-1,0 0,-2-1,0-1,-1 0,-1 0,-1-1,0 0,-2 0,0-1,-1 0,-1 0,-1 0,-1 0,-1-3,0-18,-1 0,-2 0,-2 0,-2 0,-1 0,-3 1,-9-27,-8 6,19 65,0 65,8-18,2 0,2-1,2 0,2 0,2 0,3-1,1-1,3 0,1-1,9 11,-23-48,0-1,0-1,1 1,0-1,1 1,-1-1,1-1,1 1,-1-1,1 0,0-1,0 0,1 0,0 0,0-1,2 1,-9-4,0-1,1 0,-1 1,0-1,1 0,-1 1,0-1,0 0,1 0,-1 0,0 0,1 0,-1-1,0 1,0 0,1-1,-1 1,0 0,0-1,1 0,-1 1,0-1,0 0,0 1,0-1,0 0,0 0,0 0,0 0,-1 0,1 0,0 0,0 0,-1 0,1-1,-1 1,1 0,-1 0,1 0,-1-1,0 1,2-54,-8 26</inkml:trace>
  <inkml:trace contextRef="#ctx0" brushRef="#br0" timeOffset="8086.968">2243 1952,'-20'0,"-12"0,-4 3,1 0,7 2,10 1,15-2,20 0,17-7,20-8,19-11,15-9,12-7,9-3,-15 4</inkml:trace>
  <inkml:trace contextRef="#ctx0" brushRef="#br0" timeOffset="8376.804">3406 1779,'0'14,"0"11,0 6,0 2,0 0,0-3,3-5,0-6</inkml:trace>
  <inkml:trace contextRef="#ctx0" brushRef="#br0" timeOffset="8654.118">3233 1484,'151'11,"-122"-11,-1 1,1 1,0 2,0 0,-1 2,13 5,-32-7,-1 0,0 0,1 1,-2 0,1 0,-1 1,0-1,0 2,0-1,-1 1,0 0,0 0,-1 1,0 0,0 0,-1 0,0 0,0 1,-1 0,0-1,-1 1,0 0,0 2,29 129,-31-138,1-1,-1 0,1 1,0-1,-1 0,1 0,0 1,0-1,0 0,0 0,0 0,0 0,0 0,0 0,1-1,-1 1,0 0,1-1,-1 1,0-1,1 1,-1-1,0 1,1-1,-1 0,1 0,-1 0,1 0,-1 0,0 0,1 0,-1 0,1 0,-1-1,1 1,-1-1,0 1,1-1,-1 1,0-1,0 0,1 0,-1 0,0 0,0 0,50-49,-39 33,0-1,-2-1,0 1,-1-2,-1 0,-1 0,-1 0,0-1,-2 1,0-1,-1 0,-2-1,0-3,44 99,-35-65,0-1,1 0,0-1,1 0,0-1,0 0,0-1,1 0,-1-1,1 0,0-1,1-1,-1 0,0-1,1 0,3-1,47 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42.1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118 545,'-23'44,"3"1,1 1,2 1,3 0,-6 36,16-28,4-54,-1 0,1 0,0 1,0-1,0 0,1 0,-1 0,0 1,0-1,1 0,-1 0,0 0,1 0,-1 0,1 0,0 0,-1 0,1 0,0 0,-1 0,1 0,0 0,0-1,0 1,0 0,0 0,0-1,0 1,0-1,0 1,0-1,0 1,0-1,1 0,-1 0,0 1,0-1,0 0,0 0,1 0,-1 0,6-3,-1 0,0 0,0-1,0 0,0 0,-1 0,1-1,-1 1,0-1,-1 0,1-1,-1 1,0-1,0 0,2-6,12-24,-2-1,-2-1,-1 0,-2-1,-2 0,-1-1,-2 0,-2 0,-1 0,-3-1,-2-17,4 12,-3 0,-1-1,-3 1,-1 1,-3-1,-3-5,11 48,1 0,-1 0,1 0,-1 1,0-1,0 0,0 0,0 1,-1-1,1 1,-1-1,1 1,-1 0,0 0,0 0,0 0,0 0,0 0,-1 0,-1-1,2 4,0-1,0 1,0 0,0 0,0 0,0 0,0 0,1 1,-1-1,0 0,1 1,-1-1,1 1,0 0,-1-1,1 1,0 0,0 0,0 0,0 0,0 0,1 0,-1 0,1 0,-1 2,-9 33,1 0,2 0,2 1,1 0,2 1,2 28,-1-33,2 0,1 0,2 0,1 0,2-1,1 0,1 0,2-1,1 0,2-1,4 6,-15-31,0 1,0-1,1 0,0 0,0 0,1 0,-1-1,1 1,0-1,1 0,-1-1,1 1,0-1,0-1,1 1,-1-1,1 0,-1 0,1-1,0 0,0 0,0 0,0-1,0 0,1-1,-1 0,0 0,0 0,0-1,1 0,0 0,4-7,0 1,-1-2,0 1,-1-2,1 1,-2-1,1-1,-2 0,1 0,-1 0,-1-1,0-1,-1 1,0-1,-1 0,-1 0,0-1,1-6,5-13,-1-1,-2 0,-1 0,-1-21,-5 55,0 0,0-1,-1 1,1 0,0 0,0 0,-1 0,1 0,0 0,0 0,-1 0,1 0,0-1,0 1,0 0,-1 0,1 0,0 0,0-1,0 1,0 0,-1 0,1 0,0-1,0 1,0 0,0 0,0-1,0 1,0 0,0 0,0-1,0 1,-1 0,1 0,1-1,-11 27,4-4,1 0,1 0,1 1,0-1,2 1,1-1,0 1,2 0,1-1,2 7,-4-24,0 0,1 0,0 0,0 0,0 0,1 0,-1-1,1 1,0-1,0 1,1-1,0 0,-1-1,1 1,0-1,1 1,-1-1,3 1,16 6</inkml:trace>
  <inkml:trace contextRef="#ctx0" brushRef="#br0" timeOffset="480.414">451 130,'159'47,"-130"-41,0 1,-1 1,0 1,-1 2,24 13,-43-20,-1 2,0-1,0 1,0-1,-1 2,0-1,0 1,-1 0,0 0,0 1,0-1,-1 1,0 0,-1 0,0 1,0-1,-1 1,0-1,0 1,-1 0,0 0,-1 0,0 1,9 125,-9-134,0 0,1 0,-1 0,0 0,0 0,0 0,1 0,-1 0,1 0,-1 0,1 0,-1 0,1 0,-1-1,1 1,0 0,-1 0,1-1,0 1,0 0,-1-1,1 1,0-1,0 1,0-1,0 1,0-1,0 0,0 1,0-1,0 0,0 0,0 0,0 0,0 0,0 0,0 0,0 0,0 0,0 0,0-1,0 1,0 0,0-1,0 1,0 0,-1-1,1 0,0 1,0-1,0 0,37-40,-24 19,-1-1,-1-1,-1 0,-1 0,-1-1,-2-1,0 1,-2-1,0 0,-1-13,-5 61,6 119,-4-134,1 0,-1-1,1 1,1-1,-1 0,1 0,0 0,0 0,1 0,0 0,0-1,0 0,0 0,1 0,0 0,0-1,1 0,-1 0,5 2,-2-2,1 0,0 0,0-1,0-1,0 1,1-2,-1 1,1-1,-1 0,1-1,0 0,1-1,26-4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46.9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161 724,'0'16,"0"12,2 10,1 6,2-1,1 0,-2-3,0-4,-2-5,-1-9</inkml:trace>
  <inkml:trace contextRef="#ctx0" brushRef="#br0" timeOffset="865.786">1 563,'320'-7,"-312"6,0 0,-1 1,1-1,0 2,0-1,-1 1,1 0,-1 1,1-1,-1 2,1-1,-1 1,0 0,0 0,0 1,-1 0,1 0,-1 1,0 0,0 0,-1 0,1 1,-1 5,-1-1,-1 1,1 0,-2 0,1 1,-2-1,1 0,-2 1,1-1,-2 1,0-1,0 1,-1 3,0 71,2-85,0 0,0 0,0 0,0 0,0 0,0 0,0 0,1 0,-1 0,0 0,1 0,-1 0,1 0,-1 0,1 0,-1 0,1 0,0 0,-1 0,1-1,0 1,0 0,0-1,-1 1,1 0,0-1,0 1,0-1,0 1,0-1,0 0,0 1,0-1,0 0,0 0,0 0,1 0,-1 0,0 0,0 0,0 0,0 0,42-22,-33 12,0 0,-1-1,-1 0,1 0,-2-1,1 0,-2 0,0-1,0 0,-1 0,-1-1,2-7,1 0,-7 21,1 0,0 0,0 0,0 1,-1-1,1 0,0 0,0 1,-1-1,1 0,0 1,-1-1,1 0,0 1,-1-1,1 1,0-1,-1 1,1 0,-1-1,1 1,-1 0,0-1,1 1,-1 0,0-1,1 1,-1 0,0 0,0-1,1 1,-1 0,0 0,0 0,0-1,0 1,0 0,0 0,0-1,-1 1,1 0,0 0,0 0,1 3,3 10,1-1,1 1,0-1,0 0,1-1,1 0,7 9,-12-17,0 0,1 0,-1-1,1 0,0 0,-1 0,1 0,1 0,-1-1,0 0,1 1,-1-2,1 1,-1-1,1 1,0-1,0 0,0-1,-1 1,1-1,0 0,0 0,0-1,0 0,0 0,5-3,-1 0,0-1,0-1,0 1,0-1,-1-1,0 0,-1 0,1 0,-1-1,-1 0,1-1,-1 1,-1-1,0 0,0-1,-1 1,0-1,0 0,-1 0,-1 0,0-1,0 0,6-43,-2 0,-3 0,-1 0,-4-1,-2 1,-2 1,-11-48,15 90,-19-99,21 110,0 1,-1-1,1 0,0 0,0 1,-1-1,1 0,0 0,-1 1,1-1,0 0,-1 0,1 0,0 0,-1 0,1 1,0-1,-1 0,1 0,0 0,-1 0,1 0,-1 0,1 0,0 0,-1 0,1 0,0 0,-1 0,1-1,0 1,-1 0,1 0,0 0,-1-1,-3 58,2-1,3 1,2-1,9 49,-9-81,0 0,1 0,2-1,0 0,2 0,0 0,2-1,0-1,2 1,0-2,14 19,-23-36,0 1,1 0,-1-1,1 1,0-1,0 0,0 0,0-1,1 1,-1-1,1 0,-1 0,1-1,0 1,0-1,0 0,0 0,0-1,-1 1,1-1,0 0,0-1,0 1,0-1,0 0,0 0,0 0,0-1,-1 0,1 0,-1 0,1 0,-1-1,3-1,3-6,-1 0,0-1,0 0,-1 0,0-1,-1 0,0 0,-1-1,-1 0,0 0,0 0,-1 0,-1-1,0 0,-1 0,-1 0,0 1,-1-1,-1-11,-8-18,9 43,-1-1,0 1,1 0,-1 0,1 0,-1 0,1-1,-1 1,0 0,1 0,-1 0,1 0,-1 0,1 0,-1 1,0-1,1 0,-1 0,1 0,-1 0,1 1,-1-1,1 0,-1 1,1-1,-1 0,1 1,-1-1,1 1,0-1,-1 0,1 1,-1-1,1 1,0-1,0 1,-1-1,1 1,0 0,0-1,0 1,-1-1,1 1,0-1,0 1,0 0,0-1,0 1,0-1,0 1,1-1,-1 1,0 0,0-1,0 1,0-1,1 1,-3 8,1 0,1 1,-1-1,2 0,-1 1,1-1,1 0,-1 0,1 0,1 0,0 0,0-1,1 2,-2-6,1 1,-1-1,1 0,0 0,0 0,0 0,0 0,1-1,-1 1,1-1,0 0,0 0,0-1,1 1,-1-1,1 0,-1 0,1 0,0 0,-1-1,1 0,0 0,0-1,0 1,1-1,58-19,-38 3</inkml:trace>
  <inkml:trace contextRef="#ctx0" brushRef="#br0" timeOffset="1130.139">976 282,'25'-9,"27"-10,22-8,15-5,10 0,2 4,-5 7,-18 8</inkml:trace>
  <inkml:trace contextRef="#ctx0" brushRef="#br0" timeOffset="2116.541">1859 189,'1'1,"-1"-1,1 1,-1-1,0 1,1-1,-1 1,0 0,0-1,1 1,-1-1,0 1,0 0,0-1,0 1,1-1,-1 1,0 0,0-1,0 1,-1 0,1-1,0 1,0 0,0-1,0 1,-1-1,1 1,0 0,0-1,-1 1,1-1,0 1,-1-1,1 1,-1-1,1 1,-1-1,1 0,-1 1,1-1,-1 1,1-1,-1 0,1 0,-1 1,0-1,1 0,-1 0,0 0,1 0,-1 1,1-1,-1 0,0 0,1 0,-1-1,0 1,1 0,-1 0,0 0,1 0,-1-1,1 1,-1 0,1 0,-1-1,0 1,1 0,-1-1,1 1,-15-7,13 5,-1 0,1 1,-1-1,1 1,-1-1,0 1,1 0,-1 0,0 0,0 0,0 1,0-1,0 1,0 0,0-1,0 2,0-1,0 0,0 0,0 1,0 0,1-1,-1 1,0 0,0 1,0-1,1 0,-1 1,1-1,-1 1,1 0,0 0,-1 0,0 2,-3 6,0 1,1 0,0 1,1-1,0 1,1 0,1 0,0 0,0 0,1 0,0 0,1 0,1 1,0-1,1 5,-2-13,0 0,1-1,-1 1,1 0,-1-1,1 1,0 0,0-1,1 0,-1 1,1-1,0 0,0 1,0-1,0 0,0 0,1-1,-1 1,1 0,0-1,0 1,0-1,0 0,0 0,0 0,0-1,1 1,-1-1,1 0,-1 0,1 0,0 0,-1-1,1 1,0-1,-1 0,1 0,0 0,0-1,3-2,1-1,-1-1,1 0,-1 0,-1 0,1-1,-1 0,0 0,0 0,0-1,-1 0,0 0,-1 0,0-1,0 0,0 1,-1-2,0 1,-1 0,0 0,0-1,0-5,10 79,45 180,9 57,-63-287,-1 0,-1 0,-1 0,0 0,-1 0,-2 14,2-26,0 1,1-1,-1 0,0 0,0 0,-1 0,1 0,-1 0,1-1,-1 1,0 0,0-1,0 1,-1-1,1 0,0 0,-1 1,0-2,1 1,-1 0,0-1,0 1,0-1,0 0,0 0,0 0,0 0,0 0,0-1,-1 1,1-1,0 0,0 0,-1 0,1-1,-6 0,-1-2,1 1,0-1,1 0,-1-1,0 0,1 0,0-1,0 0,0-1,1 1,0-2,0 1,0-1,1 0,0 0,0 0,1-1,0 0,0 0,1-1,0 1,1-1,0 0,0 0,0 0,1 0,1 0,0-1,0 1,1-1,0 1,0-4,5-4,0 0,1 1,0-1,1 1,1 0,1 1,0 0,1 0,0 1,1 1,1-1,0 2,1 0,0 0,1 1,15-9,86-89,-95 80,-1-1,-2 0,0-1,-3-1,0-1,-2 0,-2 0,-1-1,-1 0,-1-7,-2-26,-5 68,0-1,0 1,0-1,0 1,-1-1,1 1,0-1,-1 1,1-1,0 1,0-1,-1 0,1 1,-1-1,1 0,0 1,-1-1,1 0,-1 1,1-1,-1 0,1 0,-1 0,1 1,-1-1,1 0,-1 0,1 0,-1 0,1 0,-1 0,1 0,-1 0,0 0,1 0,-1 0,1-1,-1 1,1 0,-1 0,1 0,-1-1,1 1,0 0,-1 0,1-1,-1 1,1-1,0 1,-1 0,1-1,0 1,-1-1,1 1,0 0,-1-1,1 1,0-1,0 1,0-1,0 0,-5 9,2 0,-1-1,1 1,0 1,1-1,0 0,0 1,1-1,0 1,1 0,0-1,0 1,0-1,1 1,1-1,-1 1,2-1,-1 1,1-1,0 0,1 0,-1-1,2 1,-1-1,1 0,0 0,0 0,1-1,0 1,0-2,1 1,0 0,4 1,-7-3,0-1,0 0,0 0,1-1,-1 1,1-1,0 0,0 0,0-1,0 1,0-1,0 0,0 0,1-1,-1 0,0 0,0 0,0 0,1-1,-1 0,0 0,0 0,0-1,0 1,0-1,-1 0,1-1,0 1,-1-1,0 0,1 0,-1-1,-1 1,1-1,0 0,0-1,3-10,-1-2,0 1,-1-1,0 0,-2 0,0 0,-1 0,-1-1,0 1,-1-7,1-1,-1 1,-1 20,0 0,0 1,1-1,0 0,0 0,0 0,0 0,0 1,1-1,0 0,-1 0,1 1,1-1,-1 0,1 1,-1-1,1 1,0 0,0 0,0-1,1 1,-1 0,1 1,0-1,-1 0,1 1,0 0,1 0,1-2,14 0,-1 0,1 1,0 1,0 1,0 0,5 2,-22-1,0 0,1 0,-1 1,0-1,0 1,0 0,0-1,1 1,-1 0,0 0,0 0,-1 0,1 1,0-1,0 0,0 1,-1 0,1-1,-1 1,1 0,-1 0,0-1,0 1,0 0,0 0,0 0,0 1,0-1,-1 0,1 0,-1 0,0 1,1 0,-4 80,2-79,-16 119,17-121,0 0,0 0,0 0,1-1,-1 1,0 0,1-1,0 1,-1 0,1-1,0 1,0-1,0 1,0-1,0 1,0-1,0 0,1 1,-1-1,0 0,1 0,-1 0,1 0,-1 0,1 0,-1-1,1 1,0 0,-1-1,1 1,0-1,0 0,-1 0,1 1,0-1,0 0,-1 0,1-1,0 1,0 0,0-1,74-23,-44 7,0-1,-1-1,-1-2,12-12,4-6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07.12.2025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0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10.png"/><Relationship Id="rId21" Type="http://schemas.openxmlformats.org/officeDocument/2006/relationships/image" Target="../media/image1210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0.png"/><Relationship Id="rId7" Type="http://schemas.openxmlformats.org/officeDocument/2006/relationships/image" Target="../media/image510.png"/><Relationship Id="rId2" Type="http://schemas.openxmlformats.org/officeDocument/2006/relationships/image" Target="../media/image4.png"/><Relationship Id="rId16" Type="http://schemas.openxmlformats.org/officeDocument/2006/relationships/customXml" Target="../ink/ink7.xml"/><Relationship Id="rId29" Type="http://schemas.openxmlformats.org/officeDocument/2006/relationships/image" Target="../media/image161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710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0.png"/><Relationship Id="rId40" Type="http://schemas.openxmlformats.org/officeDocument/2006/relationships/customXml" Target="../ink/ink19.xml"/><Relationship Id="rId45" Type="http://schemas.openxmlformats.org/officeDocument/2006/relationships/image" Target="../media/image240.png"/><Relationship Id="rId5" Type="http://schemas.openxmlformats.org/officeDocument/2006/relationships/image" Target="../media/image410.png"/><Relationship Id="rId15" Type="http://schemas.openxmlformats.org/officeDocument/2006/relationships/image" Target="../media/image910.png"/><Relationship Id="rId23" Type="http://schemas.openxmlformats.org/officeDocument/2006/relationships/image" Target="../media/image1310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110.png"/><Relationship Id="rId31" Type="http://schemas.openxmlformats.org/officeDocument/2006/relationships/image" Target="../media/image1710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610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10.png"/><Relationship Id="rId30" Type="http://schemas.openxmlformats.org/officeDocument/2006/relationships/customXml" Target="../ink/ink14.xml"/><Relationship Id="rId35" Type="http://schemas.openxmlformats.org/officeDocument/2006/relationships/image" Target="../media/image190.png"/><Relationship Id="rId43" Type="http://schemas.openxmlformats.org/officeDocument/2006/relationships/image" Target="../media/image230.png"/><Relationship Id="rId8" Type="http://schemas.openxmlformats.org/officeDocument/2006/relationships/customXml" Target="../ink/ink3.xml"/><Relationship Id="rId3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10.png"/><Relationship Id="rId25" Type="http://schemas.openxmlformats.org/officeDocument/2006/relationships/image" Target="../media/image1410.png"/><Relationship Id="rId33" Type="http://schemas.openxmlformats.org/officeDocument/2006/relationships/image" Target="../media/image1810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2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9.png"/><Relationship Id="rId7" Type="http://schemas.openxmlformats.org/officeDocument/2006/relationships/image" Target="../media/image3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.xml"/><Relationship Id="rId11" Type="http://schemas.openxmlformats.org/officeDocument/2006/relationships/image" Target="../media/image340.png"/><Relationship Id="rId5" Type="http://schemas.openxmlformats.org/officeDocument/2006/relationships/image" Target="../media/image310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3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image" Target="../media/image400.png"/><Relationship Id="rId18" Type="http://schemas.openxmlformats.org/officeDocument/2006/relationships/customXml" Target="../ink/ink35.xml"/><Relationship Id="rId3" Type="http://schemas.openxmlformats.org/officeDocument/2006/relationships/image" Target="../media/image9.png"/><Relationship Id="rId21" Type="http://schemas.openxmlformats.org/officeDocument/2006/relationships/image" Target="../media/image440.png"/><Relationship Id="rId7" Type="http://schemas.openxmlformats.org/officeDocument/2006/relationships/image" Target="../media/image370.png"/><Relationship Id="rId12" Type="http://schemas.openxmlformats.org/officeDocument/2006/relationships/customXml" Target="../ink/ink32.xml"/><Relationship Id="rId17" Type="http://schemas.openxmlformats.org/officeDocument/2006/relationships/image" Target="../media/image420.png"/><Relationship Id="rId2" Type="http://schemas.openxmlformats.org/officeDocument/2006/relationships/image" Target="../media/image10.png"/><Relationship Id="rId16" Type="http://schemas.openxmlformats.org/officeDocument/2006/relationships/customXml" Target="../ink/ink34.xml"/><Relationship Id="rId20" Type="http://schemas.openxmlformats.org/officeDocument/2006/relationships/customXml" Target="../ink/ink3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11" Type="http://schemas.openxmlformats.org/officeDocument/2006/relationships/image" Target="../media/image390.png"/><Relationship Id="rId5" Type="http://schemas.openxmlformats.org/officeDocument/2006/relationships/image" Target="../media/image360.png"/><Relationship Id="rId15" Type="http://schemas.openxmlformats.org/officeDocument/2006/relationships/image" Target="../media/image411.png"/><Relationship Id="rId10" Type="http://schemas.openxmlformats.org/officeDocument/2006/relationships/customXml" Target="../ink/ink31.xml"/><Relationship Id="rId19" Type="http://schemas.openxmlformats.org/officeDocument/2006/relationships/image" Target="../media/image430.png"/><Relationship Id="rId4" Type="http://schemas.openxmlformats.org/officeDocument/2006/relationships/customXml" Target="../ink/ink28.xml"/><Relationship Id="rId9" Type="http://schemas.openxmlformats.org/officeDocument/2006/relationships/image" Target="../media/image380.png"/><Relationship Id="rId14" Type="http://schemas.openxmlformats.org/officeDocument/2006/relationships/customXml" Target="../ink/ink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2.xml"/><Relationship Id="rId18" Type="http://schemas.openxmlformats.org/officeDocument/2006/relationships/image" Target="../media/image550.png"/><Relationship Id="rId26" Type="http://schemas.openxmlformats.org/officeDocument/2006/relationships/image" Target="../media/image590.png"/><Relationship Id="rId3" Type="http://schemas.openxmlformats.org/officeDocument/2006/relationships/customXml" Target="../ink/ink37.xml"/><Relationship Id="rId21" Type="http://schemas.openxmlformats.org/officeDocument/2006/relationships/customXml" Target="../ink/ink46.xml"/><Relationship Id="rId34" Type="http://schemas.openxmlformats.org/officeDocument/2006/relationships/image" Target="../media/image620.png"/><Relationship Id="rId7" Type="http://schemas.openxmlformats.org/officeDocument/2006/relationships/customXml" Target="../ink/ink39.xml"/><Relationship Id="rId12" Type="http://schemas.openxmlformats.org/officeDocument/2006/relationships/image" Target="../media/image520.png"/><Relationship Id="rId17" Type="http://schemas.openxmlformats.org/officeDocument/2006/relationships/customXml" Target="../ink/ink44.xml"/><Relationship Id="rId25" Type="http://schemas.openxmlformats.org/officeDocument/2006/relationships/customXml" Target="../ink/ink48.xml"/><Relationship Id="rId33" Type="http://schemas.openxmlformats.org/officeDocument/2006/relationships/customXml" Target="../ink/ink53.xml"/><Relationship Id="rId2" Type="http://schemas.openxmlformats.org/officeDocument/2006/relationships/image" Target="../media/image13.png"/><Relationship Id="rId16" Type="http://schemas.openxmlformats.org/officeDocument/2006/relationships/image" Target="../media/image540.png"/><Relationship Id="rId20" Type="http://schemas.openxmlformats.org/officeDocument/2006/relationships/image" Target="../media/image560.png"/><Relationship Id="rId29" Type="http://schemas.openxmlformats.org/officeDocument/2006/relationships/customXml" Target="../ink/ink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0.png"/><Relationship Id="rId11" Type="http://schemas.openxmlformats.org/officeDocument/2006/relationships/customXml" Target="../ink/ink41.xml"/><Relationship Id="rId24" Type="http://schemas.openxmlformats.org/officeDocument/2006/relationships/image" Target="../media/image580.png"/><Relationship Id="rId32" Type="http://schemas.openxmlformats.org/officeDocument/2006/relationships/customXml" Target="../ink/ink52.xml"/><Relationship Id="rId5" Type="http://schemas.openxmlformats.org/officeDocument/2006/relationships/customXml" Target="../ink/ink38.xml"/><Relationship Id="rId15" Type="http://schemas.openxmlformats.org/officeDocument/2006/relationships/customXml" Target="../ink/ink43.xml"/><Relationship Id="rId23" Type="http://schemas.openxmlformats.org/officeDocument/2006/relationships/customXml" Target="../ink/ink47.xml"/><Relationship Id="rId28" Type="http://schemas.openxmlformats.org/officeDocument/2006/relationships/image" Target="../media/image600.png"/><Relationship Id="rId10" Type="http://schemas.openxmlformats.org/officeDocument/2006/relationships/image" Target="../media/image511.png"/><Relationship Id="rId19" Type="http://schemas.openxmlformats.org/officeDocument/2006/relationships/customXml" Target="../ink/ink45.xml"/><Relationship Id="rId31" Type="http://schemas.openxmlformats.org/officeDocument/2006/relationships/customXml" Target="../ink/ink51.xml"/><Relationship Id="rId4" Type="http://schemas.openxmlformats.org/officeDocument/2006/relationships/image" Target="../media/image480.png"/><Relationship Id="rId9" Type="http://schemas.openxmlformats.org/officeDocument/2006/relationships/customXml" Target="../ink/ink40.xml"/><Relationship Id="rId14" Type="http://schemas.openxmlformats.org/officeDocument/2006/relationships/image" Target="../media/image530.png"/><Relationship Id="rId22" Type="http://schemas.openxmlformats.org/officeDocument/2006/relationships/image" Target="../media/image570.png"/><Relationship Id="rId27" Type="http://schemas.openxmlformats.org/officeDocument/2006/relationships/customXml" Target="../ink/ink49.xml"/><Relationship Id="rId30" Type="http://schemas.openxmlformats.org/officeDocument/2006/relationships/image" Target="../media/image611.png"/><Relationship Id="rId8" Type="http://schemas.openxmlformats.org/officeDocument/2006/relationships/image" Target="../media/image50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13" Type="http://schemas.openxmlformats.org/officeDocument/2006/relationships/image" Target="../media/image690.png"/><Relationship Id="rId18" Type="http://schemas.openxmlformats.org/officeDocument/2006/relationships/customXml" Target="../ink/ink61.xml"/><Relationship Id="rId26" Type="http://schemas.openxmlformats.org/officeDocument/2006/relationships/customXml" Target="../ink/ink65.xml"/><Relationship Id="rId3" Type="http://schemas.openxmlformats.org/officeDocument/2006/relationships/image" Target="../media/image15.png"/><Relationship Id="rId21" Type="http://schemas.openxmlformats.org/officeDocument/2006/relationships/image" Target="../media/image730.png"/><Relationship Id="rId7" Type="http://schemas.openxmlformats.org/officeDocument/2006/relationships/image" Target="../media/image660.png"/><Relationship Id="rId12" Type="http://schemas.openxmlformats.org/officeDocument/2006/relationships/customXml" Target="../ink/ink58.xml"/><Relationship Id="rId17" Type="http://schemas.openxmlformats.org/officeDocument/2006/relationships/image" Target="../media/image711.png"/><Relationship Id="rId25" Type="http://schemas.openxmlformats.org/officeDocument/2006/relationships/image" Target="../media/image750.png"/><Relationship Id="rId2" Type="http://schemas.openxmlformats.org/officeDocument/2006/relationships/image" Target="../media/image14.png"/><Relationship Id="rId16" Type="http://schemas.openxmlformats.org/officeDocument/2006/relationships/customXml" Target="../ink/ink60.xml"/><Relationship Id="rId20" Type="http://schemas.openxmlformats.org/officeDocument/2006/relationships/customXml" Target="../ink/ink6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5.xml"/><Relationship Id="rId11" Type="http://schemas.openxmlformats.org/officeDocument/2006/relationships/image" Target="../media/image680.png"/><Relationship Id="rId24" Type="http://schemas.openxmlformats.org/officeDocument/2006/relationships/customXml" Target="../ink/ink64.xml"/><Relationship Id="rId5" Type="http://schemas.openxmlformats.org/officeDocument/2006/relationships/image" Target="../media/image650.png"/><Relationship Id="rId15" Type="http://schemas.openxmlformats.org/officeDocument/2006/relationships/image" Target="../media/image700.png"/><Relationship Id="rId23" Type="http://schemas.openxmlformats.org/officeDocument/2006/relationships/image" Target="../media/image740.png"/><Relationship Id="rId10" Type="http://schemas.openxmlformats.org/officeDocument/2006/relationships/customXml" Target="../ink/ink57.xml"/><Relationship Id="rId19" Type="http://schemas.openxmlformats.org/officeDocument/2006/relationships/image" Target="../media/image720.png"/><Relationship Id="rId4" Type="http://schemas.openxmlformats.org/officeDocument/2006/relationships/customXml" Target="../ink/ink54.xml"/><Relationship Id="rId9" Type="http://schemas.openxmlformats.org/officeDocument/2006/relationships/image" Target="../media/image670.png"/><Relationship Id="rId14" Type="http://schemas.openxmlformats.org/officeDocument/2006/relationships/customXml" Target="../ink/ink59.xml"/><Relationship Id="rId22" Type="http://schemas.openxmlformats.org/officeDocument/2006/relationships/customXml" Target="../ink/ink63.xml"/><Relationship Id="rId27" Type="http://schemas.openxmlformats.org/officeDocument/2006/relationships/image" Target="../media/image7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8.xml"/><Relationship Id="rId13" Type="http://schemas.openxmlformats.org/officeDocument/2006/relationships/image" Target="../media/image600.png"/><Relationship Id="rId3" Type="http://schemas.openxmlformats.org/officeDocument/2006/relationships/image" Target="../media/image16.png"/><Relationship Id="rId7" Type="http://schemas.openxmlformats.org/officeDocument/2006/relationships/image" Target="../media/image790.png"/><Relationship Id="rId12" Type="http://schemas.openxmlformats.org/officeDocument/2006/relationships/customXml" Target="../ink/ink7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7.xml"/><Relationship Id="rId11" Type="http://schemas.openxmlformats.org/officeDocument/2006/relationships/image" Target="../media/image811.png"/><Relationship Id="rId5" Type="http://schemas.openxmlformats.org/officeDocument/2006/relationships/image" Target="../media/image780.png"/><Relationship Id="rId15" Type="http://schemas.openxmlformats.org/officeDocument/2006/relationships/image" Target="../media/image820.png"/><Relationship Id="rId10" Type="http://schemas.openxmlformats.org/officeDocument/2006/relationships/customXml" Target="../ink/ink69.xml"/><Relationship Id="rId4" Type="http://schemas.openxmlformats.org/officeDocument/2006/relationships/customXml" Target="../ink/ink66.xml"/><Relationship Id="rId9" Type="http://schemas.openxmlformats.org/officeDocument/2006/relationships/image" Target="../media/image800.png"/><Relationship Id="rId14" Type="http://schemas.openxmlformats.org/officeDocument/2006/relationships/customXml" Target="../ink/ink71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3.xml"/><Relationship Id="rId21" Type="http://schemas.openxmlformats.org/officeDocument/2006/relationships/image" Target="../media/image920.png"/><Relationship Id="rId42" Type="http://schemas.openxmlformats.org/officeDocument/2006/relationships/customXml" Target="../ink/ink91.xml"/><Relationship Id="rId47" Type="http://schemas.openxmlformats.org/officeDocument/2006/relationships/image" Target="../media/image1040.png"/><Relationship Id="rId63" Type="http://schemas.openxmlformats.org/officeDocument/2006/relationships/image" Target="../media/image1120.png"/><Relationship Id="rId68" Type="http://schemas.openxmlformats.org/officeDocument/2006/relationships/customXml" Target="../ink/ink104.xml"/><Relationship Id="rId84" Type="http://schemas.openxmlformats.org/officeDocument/2006/relationships/customXml" Target="../ink/ink112.xml"/><Relationship Id="rId89" Type="http://schemas.openxmlformats.org/officeDocument/2006/relationships/image" Target="../media/image1250.png"/><Relationship Id="rId16" Type="http://schemas.openxmlformats.org/officeDocument/2006/relationships/customXml" Target="../ink/ink78.xml"/><Relationship Id="rId11" Type="http://schemas.openxmlformats.org/officeDocument/2006/relationships/image" Target="../media/image870.png"/><Relationship Id="rId32" Type="http://schemas.openxmlformats.org/officeDocument/2006/relationships/customXml" Target="../ink/ink86.xml"/><Relationship Id="rId37" Type="http://schemas.openxmlformats.org/officeDocument/2006/relationships/image" Target="../media/image600.png"/><Relationship Id="rId53" Type="http://schemas.openxmlformats.org/officeDocument/2006/relationships/image" Target="../media/image1070.png"/><Relationship Id="rId58" Type="http://schemas.openxmlformats.org/officeDocument/2006/relationships/customXml" Target="../ink/ink99.xml"/><Relationship Id="rId74" Type="http://schemas.openxmlformats.org/officeDocument/2006/relationships/customXml" Target="../ink/ink107.xml"/><Relationship Id="rId79" Type="http://schemas.openxmlformats.org/officeDocument/2006/relationships/image" Target="../media/image1200.png"/><Relationship Id="rId5" Type="http://schemas.openxmlformats.org/officeDocument/2006/relationships/image" Target="../media/image840.png"/><Relationship Id="rId14" Type="http://schemas.openxmlformats.org/officeDocument/2006/relationships/customXml" Target="../ink/ink77.xml"/><Relationship Id="rId22" Type="http://schemas.openxmlformats.org/officeDocument/2006/relationships/customXml" Target="../ink/ink81.xml"/><Relationship Id="rId27" Type="http://schemas.openxmlformats.org/officeDocument/2006/relationships/image" Target="../media/image950.png"/><Relationship Id="rId30" Type="http://schemas.openxmlformats.org/officeDocument/2006/relationships/customXml" Target="../ink/ink85.xml"/><Relationship Id="rId35" Type="http://schemas.openxmlformats.org/officeDocument/2006/relationships/image" Target="../media/image990.png"/><Relationship Id="rId43" Type="http://schemas.openxmlformats.org/officeDocument/2006/relationships/image" Target="../media/image1020.png"/><Relationship Id="rId48" Type="http://schemas.openxmlformats.org/officeDocument/2006/relationships/customXml" Target="../ink/ink94.xml"/><Relationship Id="rId56" Type="http://schemas.openxmlformats.org/officeDocument/2006/relationships/customXml" Target="../ink/ink98.xml"/><Relationship Id="rId64" Type="http://schemas.openxmlformats.org/officeDocument/2006/relationships/customXml" Target="../ink/ink102.xml"/><Relationship Id="rId69" Type="http://schemas.openxmlformats.org/officeDocument/2006/relationships/image" Target="../media/image1150.png"/><Relationship Id="rId77" Type="http://schemas.openxmlformats.org/officeDocument/2006/relationships/image" Target="../media/image1190.png"/><Relationship Id="rId8" Type="http://schemas.openxmlformats.org/officeDocument/2006/relationships/customXml" Target="../ink/ink74.xml"/><Relationship Id="rId51" Type="http://schemas.openxmlformats.org/officeDocument/2006/relationships/image" Target="../media/image1060.png"/><Relationship Id="rId72" Type="http://schemas.openxmlformats.org/officeDocument/2006/relationships/customXml" Target="../ink/ink106.xml"/><Relationship Id="rId80" Type="http://schemas.openxmlformats.org/officeDocument/2006/relationships/customXml" Target="../ink/ink110.xml"/><Relationship Id="rId85" Type="http://schemas.openxmlformats.org/officeDocument/2006/relationships/image" Target="../media/image1230.png"/><Relationship Id="rId3" Type="http://schemas.openxmlformats.org/officeDocument/2006/relationships/image" Target="../media/image15.png"/><Relationship Id="rId12" Type="http://schemas.openxmlformats.org/officeDocument/2006/relationships/customXml" Target="../ink/ink76.xml"/><Relationship Id="rId17" Type="http://schemas.openxmlformats.org/officeDocument/2006/relationships/image" Target="../media/image900.png"/><Relationship Id="rId25" Type="http://schemas.openxmlformats.org/officeDocument/2006/relationships/image" Target="../media/image940.png"/><Relationship Id="rId33" Type="http://schemas.openxmlformats.org/officeDocument/2006/relationships/image" Target="../media/image980.png"/><Relationship Id="rId38" Type="http://schemas.openxmlformats.org/officeDocument/2006/relationships/customXml" Target="../ink/ink89.xml"/><Relationship Id="rId46" Type="http://schemas.openxmlformats.org/officeDocument/2006/relationships/customXml" Target="../ink/ink93.xml"/><Relationship Id="rId59" Type="http://schemas.openxmlformats.org/officeDocument/2006/relationships/image" Target="../media/image1100.png"/><Relationship Id="rId67" Type="http://schemas.openxmlformats.org/officeDocument/2006/relationships/image" Target="../media/image1140.png"/><Relationship Id="rId20" Type="http://schemas.openxmlformats.org/officeDocument/2006/relationships/customXml" Target="../ink/ink80.xml"/><Relationship Id="rId41" Type="http://schemas.openxmlformats.org/officeDocument/2006/relationships/image" Target="../media/image1011.png"/><Relationship Id="rId54" Type="http://schemas.openxmlformats.org/officeDocument/2006/relationships/customXml" Target="../ink/ink97.xml"/><Relationship Id="rId62" Type="http://schemas.openxmlformats.org/officeDocument/2006/relationships/customXml" Target="../ink/ink101.xml"/><Relationship Id="rId70" Type="http://schemas.openxmlformats.org/officeDocument/2006/relationships/customXml" Target="../ink/ink105.xml"/><Relationship Id="rId75" Type="http://schemas.openxmlformats.org/officeDocument/2006/relationships/image" Target="../media/image1180.png"/><Relationship Id="rId83" Type="http://schemas.openxmlformats.org/officeDocument/2006/relationships/image" Target="../media/image1220.png"/><Relationship Id="rId88" Type="http://schemas.openxmlformats.org/officeDocument/2006/relationships/customXml" Target="../ink/ink11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3.xml"/><Relationship Id="rId15" Type="http://schemas.openxmlformats.org/officeDocument/2006/relationships/image" Target="../media/image890.png"/><Relationship Id="rId23" Type="http://schemas.openxmlformats.org/officeDocument/2006/relationships/image" Target="../media/image930.png"/><Relationship Id="rId28" Type="http://schemas.openxmlformats.org/officeDocument/2006/relationships/customXml" Target="../ink/ink84.xml"/><Relationship Id="rId36" Type="http://schemas.openxmlformats.org/officeDocument/2006/relationships/customXml" Target="../ink/ink88.xml"/><Relationship Id="rId49" Type="http://schemas.openxmlformats.org/officeDocument/2006/relationships/image" Target="../media/image1050.png"/><Relationship Id="rId57" Type="http://schemas.openxmlformats.org/officeDocument/2006/relationships/image" Target="../media/image1090.png"/><Relationship Id="rId10" Type="http://schemas.openxmlformats.org/officeDocument/2006/relationships/customXml" Target="../ink/ink75.xml"/><Relationship Id="rId31" Type="http://schemas.openxmlformats.org/officeDocument/2006/relationships/image" Target="../media/image970.png"/><Relationship Id="rId44" Type="http://schemas.openxmlformats.org/officeDocument/2006/relationships/customXml" Target="../ink/ink92.xml"/><Relationship Id="rId52" Type="http://schemas.openxmlformats.org/officeDocument/2006/relationships/customXml" Target="../ink/ink96.xml"/><Relationship Id="rId60" Type="http://schemas.openxmlformats.org/officeDocument/2006/relationships/customXml" Target="../ink/ink100.xml"/><Relationship Id="rId65" Type="http://schemas.openxmlformats.org/officeDocument/2006/relationships/image" Target="../media/image1130.png"/><Relationship Id="rId73" Type="http://schemas.openxmlformats.org/officeDocument/2006/relationships/image" Target="../media/image1170.png"/><Relationship Id="rId78" Type="http://schemas.openxmlformats.org/officeDocument/2006/relationships/customXml" Target="../ink/ink109.xml"/><Relationship Id="rId81" Type="http://schemas.openxmlformats.org/officeDocument/2006/relationships/image" Target="../media/image1212.png"/><Relationship Id="rId86" Type="http://schemas.openxmlformats.org/officeDocument/2006/relationships/customXml" Target="../ink/ink113.xml"/><Relationship Id="rId4" Type="http://schemas.openxmlformats.org/officeDocument/2006/relationships/customXml" Target="../ink/ink72.xml"/><Relationship Id="rId9" Type="http://schemas.openxmlformats.org/officeDocument/2006/relationships/image" Target="../media/image860.png"/><Relationship Id="rId13" Type="http://schemas.openxmlformats.org/officeDocument/2006/relationships/image" Target="../media/image880.png"/><Relationship Id="rId18" Type="http://schemas.openxmlformats.org/officeDocument/2006/relationships/customXml" Target="../ink/ink79.xml"/><Relationship Id="rId39" Type="http://schemas.openxmlformats.org/officeDocument/2006/relationships/image" Target="../media/image1000.png"/><Relationship Id="rId34" Type="http://schemas.openxmlformats.org/officeDocument/2006/relationships/customXml" Target="../ink/ink87.xml"/><Relationship Id="rId50" Type="http://schemas.openxmlformats.org/officeDocument/2006/relationships/customXml" Target="../ink/ink95.xml"/><Relationship Id="rId55" Type="http://schemas.openxmlformats.org/officeDocument/2006/relationships/image" Target="../media/image1080.png"/><Relationship Id="rId76" Type="http://schemas.openxmlformats.org/officeDocument/2006/relationships/customXml" Target="../ink/ink108.xml"/><Relationship Id="rId7" Type="http://schemas.openxmlformats.org/officeDocument/2006/relationships/image" Target="../media/image850.png"/><Relationship Id="rId71" Type="http://schemas.openxmlformats.org/officeDocument/2006/relationships/image" Target="../media/image1160.png"/><Relationship Id="rId2" Type="http://schemas.openxmlformats.org/officeDocument/2006/relationships/image" Target="../media/image17.png"/><Relationship Id="rId29" Type="http://schemas.openxmlformats.org/officeDocument/2006/relationships/image" Target="../media/image960.png"/><Relationship Id="rId24" Type="http://schemas.openxmlformats.org/officeDocument/2006/relationships/customXml" Target="../ink/ink82.xml"/><Relationship Id="rId40" Type="http://schemas.openxmlformats.org/officeDocument/2006/relationships/customXml" Target="../ink/ink90.xml"/><Relationship Id="rId45" Type="http://schemas.openxmlformats.org/officeDocument/2006/relationships/image" Target="../media/image1030.png"/><Relationship Id="rId66" Type="http://schemas.openxmlformats.org/officeDocument/2006/relationships/customXml" Target="../ink/ink103.xml"/><Relationship Id="rId87" Type="http://schemas.openxmlformats.org/officeDocument/2006/relationships/image" Target="../media/image1240.png"/><Relationship Id="rId61" Type="http://schemas.openxmlformats.org/officeDocument/2006/relationships/image" Target="../media/image1111.png"/><Relationship Id="rId82" Type="http://schemas.openxmlformats.org/officeDocument/2006/relationships/customXml" Target="../ink/ink111.xml"/><Relationship Id="rId19" Type="http://schemas.openxmlformats.org/officeDocument/2006/relationships/image" Target="../media/image9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7.xml"/><Relationship Id="rId13" Type="http://schemas.openxmlformats.org/officeDocument/2006/relationships/image" Target="../media/image1312.png"/><Relationship Id="rId18" Type="http://schemas.openxmlformats.org/officeDocument/2006/relationships/customXml" Target="../ink/ink122.xml"/><Relationship Id="rId26" Type="http://schemas.openxmlformats.org/officeDocument/2006/relationships/customXml" Target="../ink/ink126.xml"/><Relationship Id="rId3" Type="http://schemas.openxmlformats.org/officeDocument/2006/relationships/image" Target="../media/image15.png"/><Relationship Id="rId21" Type="http://schemas.openxmlformats.org/officeDocument/2006/relationships/image" Target="../media/image135.png"/><Relationship Id="rId7" Type="http://schemas.openxmlformats.org/officeDocument/2006/relationships/image" Target="../media/image1280.png"/><Relationship Id="rId12" Type="http://schemas.openxmlformats.org/officeDocument/2006/relationships/customXml" Target="../ink/ink119.xml"/><Relationship Id="rId17" Type="http://schemas.openxmlformats.org/officeDocument/2006/relationships/image" Target="../media/image1330.png"/><Relationship Id="rId25" Type="http://schemas.openxmlformats.org/officeDocument/2006/relationships/image" Target="../media/image137.png"/><Relationship Id="rId2" Type="http://schemas.openxmlformats.org/officeDocument/2006/relationships/image" Target="../media/image18.png"/><Relationship Id="rId16" Type="http://schemas.openxmlformats.org/officeDocument/2006/relationships/customXml" Target="../ink/ink121.xml"/><Relationship Id="rId20" Type="http://schemas.openxmlformats.org/officeDocument/2006/relationships/customXml" Target="../ink/ink123.xml"/><Relationship Id="rId29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6.xml"/><Relationship Id="rId11" Type="http://schemas.openxmlformats.org/officeDocument/2006/relationships/image" Target="../media/image1300.png"/><Relationship Id="rId24" Type="http://schemas.openxmlformats.org/officeDocument/2006/relationships/customXml" Target="../ink/ink125.xml"/><Relationship Id="rId5" Type="http://schemas.openxmlformats.org/officeDocument/2006/relationships/image" Target="../media/image1270.png"/><Relationship Id="rId15" Type="http://schemas.openxmlformats.org/officeDocument/2006/relationships/image" Target="../media/image1320.png"/><Relationship Id="rId23" Type="http://schemas.openxmlformats.org/officeDocument/2006/relationships/image" Target="../media/image136.png"/><Relationship Id="rId28" Type="http://schemas.openxmlformats.org/officeDocument/2006/relationships/customXml" Target="../ink/ink127.xml"/><Relationship Id="rId10" Type="http://schemas.openxmlformats.org/officeDocument/2006/relationships/customXml" Target="../ink/ink118.xml"/><Relationship Id="rId19" Type="http://schemas.openxmlformats.org/officeDocument/2006/relationships/image" Target="../media/image134.png"/><Relationship Id="rId4" Type="http://schemas.openxmlformats.org/officeDocument/2006/relationships/customXml" Target="../ink/ink115.xml"/><Relationship Id="rId9" Type="http://schemas.openxmlformats.org/officeDocument/2006/relationships/image" Target="../media/image1290.png"/><Relationship Id="rId14" Type="http://schemas.openxmlformats.org/officeDocument/2006/relationships/customXml" Target="../ink/ink120.xml"/><Relationship Id="rId22" Type="http://schemas.openxmlformats.org/officeDocument/2006/relationships/customXml" Target="../ink/ink124.xml"/><Relationship Id="rId27" Type="http://schemas.openxmlformats.org/officeDocument/2006/relationships/image" Target="../media/image1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customXml" Target="../ink/ink133.xml"/><Relationship Id="rId18" Type="http://schemas.openxmlformats.org/officeDocument/2006/relationships/image" Target="../media/image149.png"/><Relationship Id="rId26" Type="http://schemas.openxmlformats.org/officeDocument/2006/relationships/image" Target="../media/image153.png"/><Relationship Id="rId3" Type="http://schemas.openxmlformats.org/officeDocument/2006/relationships/customXml" Target="../ink/ink128.xml"/><Relationship Id="rId21" Type="http://schemas.openxmlformats.org/officeDocument/2006/relationships/customXml" Target="../ink/ink137.xml"/><Relationship Id="rId7" Type="http://schemas.openxmlformats.org/officeDocument/2006/relationships/customXml" Target="../ink/ink130.xml"/><Relationship Id="rId12" Type="http://schemas.openxmlformats.org/officeDocument/2006/relationships/image" Target="../media/image146.png"/><Relationship Id="rId17" Type="http://schemas.openxmlformats.org/officeDocument/2006/relationships/customXml" Target="../ink/ink135.xml"/><Relationship Id="rId25" Type="http://schemas.openxmlformats.org/officeDocument/2006/relationships/customXml" Target="../ink/ink139.xml"/><Relationship Id="rId2" Type="http://schemas.openxmlformats.org/officeDocument/2006/relationships/image" Target="../media/image20.png"/><Relationship Id="rId16" Type="http://schemas.openxmlformats.org/officeDocument/2006/relationships/image" Target="../media/image148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png"/><Relationship Id="rId11" Type="http://schemas.openxmlformats.org/officeDocument/2006/relationships/customXml" Target="../ink/ink132.xml"/><Relationship Id="rId24" Type="http://schemas.openxmlformats.org/officeDocument/2006/relationships/image" Target="../media/image152.png"/><Relationship Id="rId5" Type="http://schemas.openxmlformats.org/officeDocument/2006/relationships/customXml" Target="../ink/ink129.xml"/><Relationship Id="rId15" Type="http://schemas.openxmlformats.org/officeDocument/2006/relationships/customXml" Target="../ink/ink134.xml"/><Relationship Id="rId23" Type="http://schemas.openxmlformats.org/officeDocument/2006/relationships/customXml" Target="../ink/ink138.xml"/><Relationship Id="rId10" Type="http://schemas.openxmlformats.org/officeDocument/2006/relationships/image" Target="../media/image145.png"/><Relationship Id="rId19" Type="http://schemas.openxmlformats.org/officeDocument/2006/relationships/customXml" Target="../ink/ink136.xml"/><Relationship Id="rId4" Type="http://schemas.openxmlformats.org/officeDocument/2006/relationships/image" Target="../media/image142.png"/><Relationship Id="rId9" Type="http://schemas.openxmlformats.org/officeDocument/2006/relationships/customXml" Target="../ink/ink131.xml"/><Relationship Id="rId14" Type="http://schemas.openxmlformats.org/officeDocument/2006/relationships/image" Target="../media/image147.png"/><Relationship Id="rId22" Type="http://schemas.openxmlformats.org/officeDocument/2006/relationships/image" Target="../media/image151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5.xml"/><Relationship Id="rId18" Type="http://schemas.openxmlformats.org/officeDocument/2006/relationships/image" Target="../media/image162.png"/><Relationship Id="rId26" Type="http://schemas.openxmlformats.org/officeDocument/2006/relationships/image" Target="../media/image166.png"/><Relationship Id="rId21" Type="http://schemas.openxmlformats.org/officeDocument/2006/relationships/customXml" Target="../ink/ink149.xml"/><Relationship Id="rId34" Type="http://schemas.openxmlformats.org/officeDocument/2006/relationships/image" Target="../media/image170.png"/><Relationship Id="rId7" Type="http://schemas.openxmlformats.org/officeDocument/2006/relationships/customXml" Target="../ink/ink142.xml"/><Relationship Id="rId12" Type="http://schemas.openxmlformats.org/officeDocument/2006/relationships/image" Target="../media/image159.png"/><Relationship Id="rId17" Type="http://schemas.openxmlformats.org/officeDocument/2006/relationships/customXml" Target="../ink/ink147.xml"/><Relationship Id="rId25" Type="http://schemas.openxmlformats.org/officeDocument/2006/relationships/customXml" Target="../ink/ink151.xml"/><Relationship Id="rId33" Type="http://schemas.openxmlformats.org/officeDocument/2006/relationships/customXml" Target="../ink/ink155.xml"/><Relationship Id="rId38" Type="http://schemas.openxmlformats.org/officeDocument/2006/relationships/image" Target="../media/image172.png"/><Relationship Id="rId2" Type="http://schemas.openxmlformats.org/officeDocument/2006/relationships/image" Target="../media/image21.png"/><Relationship Id="rId16" Type="http://schemas.openxmlformats.org/officeDocument/2006/relationships/image" Target="../media/image161.png"/><Relationship Id="rId20" Type="http://schemas.openxmlformats.org/officeDocument/2006/relationships/image" Target="../media/image163.png"/><Relationship Id="rId29" Type="http://schemas.openxmlformats.org/officeDocument/2006/relationships/customXml" Target="../ink/ink1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customXml" Target="../ink/ink144.xml"/><Relationship Id="rId24" Type="http://schemas.openxmlformats.org/officeDocument/2006/relationships/image" Target="../media/image165.png"/><Relationship Id="rId32" Type="http://schemas.openxmlformats.org/officeDocument/2006/relationships/image" Target="../media/image169.png"/><Relationship Id="rId37" Type="http://schemas.openxmlformats.org/officeDocument/2006/relationships/customXml" Target="../ink/ink157.xml"/><Relationship Id="rId5" Type="http://schemas.openxmlformats.org/officeDocument/2006/relationships/customXml" Target="../ink/ink141.xml"/><Relationship Id="rId15" Type="http://schemas.openxmlformats.org/officeDocument/2006/relationships/customXml" Target="../ink/ink146.xml"/><Relationship Id="rId23" Type="http://schemas.openxmlformats.org/officeDocument/2006/relationships/customXml" Target="../ink/ink150.xml"/><Relationship Id="rId28" Type="http://schemas.openxmlformats.org/officeDocument/2006/relationships/image" Target="../media/image167.png"/><Relationship Id="rId36" Type="http://schemas.openxmlformats.org/officeDocument/2006/relationships/image" Target="../media/image171.png"/><Relationship Id="rId10" Type="http://schemas.openxmlformats.org/officeDocument/2006/relationships/image" Target="../media/image158.png"/><Relationship Id="rId19" Type="http://schemas.openxmlformats.org/officeDocument/2006/relationships/customXml" Target="../ink/ink148.xml"/><Relationship Id="rId31" Type="http://schemas.openxmlformats.org/officeDocument/2006/relationships/customXml" Target="../ink/ink154.xml"/><Relationship Id="rId4" Type="http://schemas.openxmlformats.org/officeDocument/2006/relationships/image" Target="../media/image155.png"/><Relationship Id="rId9" Type="http://schemas.openxmlformats.org/officeDocument/2006/relationships/customXml" Target="../ink/ink143.xml"/><Relationship Id="rId14" Type="http://schemas.openxmlformats.org/officeDocument/2006/relationships/image" Target="../media/image160.png"/><Relationship Id="rId22" Type="http://schemas.openxmlformats.org/officeDocument/2006/relationships/image" Target="../media/image164.png"/><Relationship Id="rId27" Type="http://schemas.openxmlformats.org/officeDocument/2006/relationships/customXml" Target="../ink/ink152.xml"/><Relationship Id="rId30" Type="http://schemas.openxmlformats.org/officeDocument/2006/relationships/image" Target="../media/image168.png"/><Relationship Id="rId35" Type="http://schemas.openxmlformats.org/officeDocument/2006/relationships/customXml" Target="../ink/ink156.xml"/><Relationship Id="rId8" Type="http://schemas.openxmlformats.org/officeDocument/2006/relationships/image" Target="../media/image157.png"/><Relationship Id="rId3" Type="http://schemas.openxmlformats.org/officeDocument/2006/relationships/customXml" Target="../ink/ink1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Automate Programabile</a:t>
            </a: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10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 de studii: C3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10         01 Dece</a:t>
            </a:r>
            <a:r>
              <a:rPr lang="en-US" sz="3200" b="1" dirty="0" err="1">
                <a:solidFill>
                  <a:srgbClr val="0000FF"/>
                </a:solidFill>
              </a:rPr>
              <a:t>mbrie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ro-RO" sz="3200" b="1" dirty="0">
                <a:solidFill>
                  <a:srgbClr val="0000FF"/>
                </a:solidFill>
              </a:rPr>
              <a:t>202</a:t>
            </a:r>
            <a:r>
              <a:rPr lang="en-US" sz="3200" b="1" dirty="0">
                <a:solidFill>
                  <a:srgbClr val="0000FF"/>
                </a:solidFill>
              </a:rPr>
              <a:t>5</a:t>
            </a:r>
            <a:r>
              <a:rPr lang="ro-RO" sz="3200" b="1" dirty="0">
                <a:solidFill>
                  <a:srgbClr val="0000FF"/>
                </a:solidFill>
              </a:rPr>
              <a:t>             11: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 –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3: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</a:t>
            </a:r>
          </a:p>
          <a:p>
            <a:pPr lvl="0"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ionel.bostan@upit.ro</a:t>
            </a:r>
            <a:endParaRPr lang="en-US" b="1" i="1" dirty="0">
              <a:solidFill>
                <a:prstClr val="black"/>
              </a:solidFill>
            </a:endParaRPr>
          </a:p>
          <a:p>
            <a:pPr algn="ctr">
              <a:spcBef>
                <a:spcPts val="1800"/>
              </a:spcBef>
              <a:defRPr/>
            </a:pPr>
            <a:r>
              <a:rPr lang="ro-RO" b="1" i="1" dirty="0" err="1">
                <a:solidFill>
                  <a:prstClr val="black"/>
                </a:solidFill>
              </a:rPr>
              <a:t>ionel.bostan@up</a:t>
            </a:r>
            <a:r>
              <a:rPr lang="en-US" b="1" i="1" dirty="0">
                <a:solidFill>
                  <a:prstClr val="black"/>
                </a:solidFill>
              </a:rPr>
              <a:t>b</a:t>
            </a:r>
            <a:r>
              <a:rPr lang="ro-RO" b="1" i="1" dirty="0">
                <a:solidFill>
                  <a:prstClr val="black"/>
                </a:solidFill>
              </a:rPr>
              <a:t>.</a:t>
            </a:r>
            <a:r>
              <a:rPr lang="ro-RO" b="1" i="1" dirty="0" err="1">
                <a:solidFill>
                  <a:prstClr val="black"/>
                </a:solidFill>
              </a:rPr>
              <a:t>ro</a:t>
            </a:r>
            <a:endParaRPr lang="ro-RO" i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-1" y="320074"/>
            <a:ext cx="11673779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3600" b="1" dirty="0">
                <a:solidFill>
                  <a:srgbClr val="0000FF"/>
                </a:solidFill>
                <a:latin typeface="Calibri" panose="020F0502020204030204"/>
              </a:rPr>
              <a:t>	Agendă: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>
              <a:solidFill>
                <a:srgbClr val="0000FF"/>
              </a:solidFill>
              <a:latin typeface="Calibri" panose="020F0502020204030204"/>
            </a:endParaRPr>
          </a:p>
          <a:p>
            <a:pPr lvl="2">
              <a:defRPr/>
            </a:pPr>
            <a:r>
              <a:rPr lang="ro-RO" sz="3200" b="1" dirty="0">
                <a:solidFill>
                  <a:srgbClr val="0000FF"/>
                </a:solidFill>
              </a:rPr>
              <a:t>Instrucțiuni </a:t>
            </a:r>
            <a:r>
              <a:rPr lang="ro-RO" sz="3200" b="1" dirty="0">
                <a:solidFill>
                  <a:srgbClr val="0000FF"/>
                </a:solidFill>
                <a:latin typeface="Calibri" panose="020F0502020204030204"/>
              </a:rPr>
              <a:t>aritmetice </a:t>
            </a:r>
            <a:r>
              <a:rPr lang="ro-RO" sz="3200" i="1" dirty="0"/>
              <a:t>(vezi curs – format </a:t>
            </a:r>
            <a:r>
              <a:rPr lang="ro-RO" sz="3200" i="1" dirty="0" err="1"/>
              <a:t>pdf</a:t>
            </a:r>
            <a:r>
              <a:rPr lang="ro-RO" sz="3200" i="1" dirty="0"/>
              <a:t>)</a:t>
            </a:r>
            <a:r>
              <a:rPr lang="ro-RO" sz="3200" i="1" dirty="0">
                <a:solidFill>
                  <a:srgbClr val="0000FF"/>
                </a:solidFill>
                <a:latin typeface="Calibri" panose="020F0502020204030204"/>
              </a:rPr>
              <a:t> </a:t>
            </a:r>
            <a:endParaRPr lang="en-US" sz="3200" i="1" dirty="0">
              <a:solidFill>
                <a:srgbClr val="0000FF"/>
              </a:solidFill>
              <a:latin typeface="Calibri" panose="020F0502020204030204"/>
            </a:endParaRPr>
          </a:p>
          <a:p>
            <a:pPr marL="2400300" lvl="4" indent="-571500">
              <a:buFontTx/>
              <a:buChar char="-"/>
              <a:defRPr/>
            </a:pPr>
            <a:r>
              <a:rPr lang="ro-RO" sz="2400" b="1" dirty="0">
                <a:latin typeface="Calibri" panose="020F0502020204030204"/>
              </a:rPr>
              <a:t>Adunare / Scădere </a:t>
            </a:r>
          </a:p>
          <a:p>
            <a:pPr marL="2400300" lvl="4" indent="-571500">
              <a:buFontTx/>
              <a:buChar char="-"/>
              <a:defRPr/>
            </a:pPr>
            <a:r>
              <a:rPr lang="ro-RO" sz="2400" b="1" dirty="0">
                <a:latin typeface="Calibri" panose="020F0502020204030204"/>
              </a:rPr>
              <a:t>Înmulțire / Împărțire </a:t>
            </a:r>
          </a:p>
          <a:p>
            <a:pPr marL="2400300" lvl="4" indent="-571500">
              <a:buFontTx/>
              <a:buChar char="-"/>
              <a:defRPr/>
            </a:pPr>
            <a:r>
              <a:rPr lang="ro-RO" sz="2400" b="1" dirty="0">
                <a:latin typeface="Calibri" panose="020F0502020204030204"/>
              </a:rPr>
              <a:t>Radical</a:t>
            </a:r>
          </a:p>
          <a:p>
            <a:pPr marL="2400300" lvl="4" indent="-571500">
              <a:buFontTx/>
              <a:buChar char="-"/>
              <a:defRPr/>
            </a:pPr>
            <a:r>
              <a:rPr lang="ro-RO" sz="2400" b="1" dirty="0">
                <a:latin typeface="Calibri" panose="020F0502020204030204"/>
              </a:rPr>
              <a:t>Instrucțiuni complexe de procesare</a:t>
            </a:r>
          </a:p>
          <a:p>
            <a:pPr lvl="2">
              <a:defRPr/>
            </a:pPr>
            <a:endParaRPr lang="ro-RO" sz="2000" b="1" dirty="0">
              <a:solidFill>
                <a:srgbClr val="0000FF"/>
              </a:solidFill>
            </a:endParaRPr>
          </a:p>
          <a:p>
            <a:pPr lvl="2">
              <a:defRPr/>
            </a:pPr>
            <a:r>
              <a:rPr lang="ro-RO" sz="3200" b="1" dirty="0">
                <a:solidFill>
                  <a:srgbClr val="0000FF"/>
                </a:solidFill>
              </a:rPr>
              <a:t>Instrucțiuni de comparare</a:t>
            </a:r>
          </a:p>
          <a:p>
            <a:pPr lvl="2">
              <a:defRPr/>
            </a:pPr>
            <a:endParaRPr lang="ro-RO" sz="2000" b="1" dirty="0">
              <a:solidFill>
                <a:srgbClr val="0000FF"/>
              </a:solidFill>
            </a:endParaRPr>
          </a:p>
          <a:p>
            <a:pPr lvl="2">
              <a:defRPr/>
            </a:pPr>
            <a:r>
              <a:rPr lang="ro-RO" sz="3200" b="1" dirty="0">
                <a:solidFill>
                  <a:srgbClr val="0000FF"/>
                </a:solidFill>
              </a:rPr>
              <a:t>Aplicații:  </a:t>
            </a:r>
            <a:endParaRPr lang="en-US" sz="3200" b="1" dirty="0">
              <a:solidFill>
                <a:srgbClr val="0000FF"/>
              </a:solidFill>
            </a:endParaRPr>
          </a:p>
          <a:p>
            <a:pPr marL="2400300" lvl="4" indent="-571500">
              <a:buFontTx/>
              <a:buChar char="-"/>
              <a:defRPr/>
            </a:pPr>
            <a:r>
              <a:rPr lang="ro-RO" sz="2400" b="1" dirty="0"/>
              <a:t>Exemplul 1: Sistem de control pentru un vas de reacție </a:t>
            </a:r>
          </a:p>
          <a:p>
            <a:pPr marL="2400300" lvl="4" indent="-571500">
              <a:buFontTx/>
              <a:buChar char="-"/>
              <a:defRPr/>
            </a:pPr>
            <a:r>
              <a:rPr lang="ro-RO" sz="2400" b="1" dirty="0">
                <a:latin typeface="Calibri" panose="020F0502020204030204"/>
              </a:rPr>
              <a:t>Exemplul 2: Filtru numeric </a:t>
            </a:r>
          </a:p>
          <a:p>
            <a:pPr marL="2400300" lvl="4" indent="-571500">
              <a:buFontTx/>
              <a:buChar char="-"/>
              <a:defRPr/>
            </a:pPr>
            <a:r>
              <a:rPr lang="ro-RO" sz="2400" b="1" dirty="0">
                <a:latin typeface="Calibri" panose="020F0502020204030204"/>
              </a:rPr>
              <a:t>Exemplul 3: Liniarizarea pe segmente a caracteristicii neliniare a unui senzor de temperatură</a:t>
            </a:r>
            <a:endParaRPr kumimoji="0" lang="ro-RO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94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744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518221" y="137196"/>
            <a:ext cx="1069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</a:rPr>
              <a:t>Operații de comparare  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C74B053-8175-4BBE-9010-FD62A2715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814387"/>
            <a:ext cx="1029652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06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518221" y="137196"/>
            <a:ext cx="1069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</a:rPr>
              <a:t>Operații de comparare  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BF24E343-1BF6-4174-9410-4F25B1176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143025"/>
            <a:ext cx="103632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6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3833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7955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1: Sistem de control pentru un vas de reacție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080C988-2633-4B14-A924-F633345C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685830"/>
            <a:ext cx="10382250" cy="16764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A14B4BD6-374A-442B-A625-471363D03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38" y="2788927"/>
            <a:ext cx="34385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81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79551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1: Sistem de control </a:t>
            </a:r>
          </a:p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pentru un vas de reacție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A14B4BD6-374A-442B-A625-471363D03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1691659"/>
            <a:ext cx="3438525" cy="338137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62F61615-BDAA-4A6C-BE22-A935CCB85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8" y="228635"/>
            <a:ext cx="6362700" cy="6381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49397C36-595D-4FFA-A7E0-ACC322A066D9}"/>
                  </a:ext>
                </a:extLst>
              </p14:cNvPr>
              <p14:cNvContentPartPr/>
              <p14:nvPr/>
            </p14:nvContentPartPr>
            <p14:xfrm>
              <a:off x="6578545" y="1799545"/>
              <a:ext cx="695880" cy="2401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49397C36-595D-4FFA-A7E0-ACC322A066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0905" y="1781545"/>
                <a:ext cx="7315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FCD1C7A6-B22C-4147-91AB-FC7FC36F61D6}"/>
                  </a:ext>
                </a:extLst>
              </p14:cNvPr>
              <p14:cNvContentPartPr/>
              <p14:nvPr/>
            </p14:nvContentPartPr>
            <p14:xfrm>
              <a:off x="656185" y="5453545"/>
              <a:ext cx="209880" cy="2113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FCD1C7A6-B22C-4147-91AB-FC7FC36F61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8545" y="5435905"/>
                <a:ext cx="2455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854FD58C-5187-408B-8288-CC63FC4E3EE6}"/>
                  </a:ext>
                </a:extLst>
              </p14:cNvPr>
              <p14:cNvContentPartPr/>
              <p14:nvPr/>
            </p14:nvContentPartPr>
            <p14:xfrm>
              <a:off x="1053625" y="5573065"/>
              <a:ext cx="165600" cy="295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854FD58C-5187-408B-8288-CC63FC4E3E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5985" y="5555065"/>
                <a:ext cx="2012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221A48C6-9520-4E86-9934-426DC3057B4E}"/>
                  </a:ext>
                </a:extLst>
              </p14:cNvPr>
              <p14:cNvContentPartPr/>
              <p14:nvPr/>
            </p14:nvContentPartPr>
            <p14:xfrm>
              <a:off x="1525585" y="5314225"/>
              <a:ext cx="1937880" cy="3556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221A48C6-9520-4E86-9934-426DC3057B4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07588" y="5296585"/>
                <a:ext cx="1973513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D8C236FD-A3ED-43A9-A5A7-F66250BEC882}"/>
                  </a:ext>
                </a:extLst>
              </p14:cNvPr>
              <p14:cNvContentPartPr/>
              <p14:nvPr/>
            </p14:nvContentPartPr>
            <p14:xfrm>
              <a:off x="3874585" y="5276785"/>
              <a:ext cx="878760" cy="2743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D8C236FD-A3ED-43A9-A5A7-F66250BEC88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56592" y="5258785"/>
                <a:ext cx="914385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DA4A48FC-3343-4925-81B9-EE7887FFDA07}"/>
                  </a:ext>
                </a:extLst>
              </p14:cNvPr>
              <p14:cNvContentPartPr/>
              <p14:nvPr/>
            </p14:nvContentPartPr>
            <p14:xfrm>
              <a:off x="996025" y="2286625"/>
              <a:ext cx="1108080" cy="7221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DA4A48FC-3343-4925-81B9-EE7887FFDA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8025" y="2268985"/>
                <a:ext cx="1143720" cy="75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A6943E4-B034-4206-9754-C19B464DDA35}"/>
                  </a:ext>
                </a:extLst>
              </p14:cNvPr>
              <p14:cNvContentPartPr/>
              <p14:nvPr/>
            </p14:nvContentPartPr>
            <p14:xfrm>
              <a:off x="3460585" y="2294905"/>
              <a:ext cx="921240" cy="7279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A6943E4-B034-4206-9754-C19B464DDA3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42585" y="2277265"/>
                <a:ext cx="956880" cy="76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4BFC87B8-BE29-4A36-AD4A-47AFE8D57AD9}"/>
                  </a:ext>
                </a:extLst>
              </p14:cNvPr>
              <p14:cNvContentPartPr/>
              <p14:nvPr/>
            </p14:nvContentPartPr>
            <p14:xfrm>
              <a:off x="5077705" y="1032025"/>
              <a:ext cx="126360" cy="1609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4BFC87B8-BE29-4A36-AD4A-47AFE8D57AD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60065" y="1014385"/>
                <a:ext cx="16200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DDFA4363-6E02-44EC-BBEB-EF12EC9DB5C3}"/>
                  </a:ext>
                </a:extLst>
              </p14:cNvPr>
              <p14:cNvContentPartPr/>
              <p14:nvPr/>
            </p14:nvContentPartPr>
            <p14:xfrm>
              <a:off x="5176705" y="1873345"/>
              <a:ext cx="16200" cy="2840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DDFA4363-6E02-44EC-BBEB-EF12EC9DB5C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58705" y="1855345"/>
                <a:ext cx="5184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3F1E1068-2325-4F5D-83A7-0FD7CBF14C3C}"/>
                  </a:ext>
                </a:extLst>
              </p14:cNvPr>
              <p14:cNvContentPartPr/>
              <p14:nvPr/>
            </p14:nvContentPartPr>
            <p14:xfrm>
              <a:off x="5131345" y="2765785"/>
              <a:ext cx="184320" cy="2642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3F1E1068-2325-4F5D-83A7-0FD7CBF14C3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13705" y="2747785"/>
                <a:ext cx="2199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DA824EED-B2B9-45B5-A6D3-9E8AAA537B57}"/>
                  </a:ext>
                </a:extLst>
              </p14:cNvPr>
              <p14:cNvContentPartPr/>
              <p14:nvPr/>
            </p14:nvContentPartPr>
            <p14:xfrm>
              <a:off x="5182825" y="4066825"/>
              <a:ext cx="167040" cy="3884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DA824EED-B2B9-45B5-A6D3-9E8AAA537B5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164825" y="4049185"/>
                <a:ext cx="20268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86F6AE86-65FC-403B-8247-B136F42E5E56}"/>
                  </a:ext>
                </a:extLst>
              </p14:cNvPr>
              <p14:cNvContentPartPr/>
              <p14:nvPr/>
            </p14:nvContentPartPr>
            <p14:xfrm>
              <a:off x="5220985" y="5399545"/>
              <a:ext cx="166320" cy="3427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86F6AE86-65FC-403B-8247-B136F42E5E5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02985" y="5381886"/>
                <a:ext cx="201960" cy="3783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AC7679EA-8963-415E-B529-30B724357DD9}"/>
                  </a:ext>
                </a:extLst>
              </p14:cNvPr>
              <p14:cNvContentPartPr/>
              <p14:nvPr/>
            </p14:nvContentPartPr>
            <p14:xfrm>
              <a:off x="8259385" y="3285265"/>
              <a:ext cx="400320" cy="1292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AC7679EA-8963-415E-B529-30B724357DD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241385" y="3267265"/>
                <a:ext cx="4359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38BA036-C16B-47C0-A5EC-D0A33D322B84}"/>
                  </a:ext>
                </a:extLst>
              </p14:cNvPr>
              <p14:cNvContentPartPr/>
              <p14:nvPr/>
            </p14:nvContentPartPr>
            <p14:xfrm>
              <a:off x="8925385" y="2886385"/>
              <a:ext cx="2753280" cy="9349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38BA036-C16B-47C0-A5EC-D0A33D322B8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07743" y="2868378"/>
                <a:ext cx="2788925" cy="9705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3262433-249E-4A6E-91C2-F62A27E54B9A}"/>
                  </a:ext>
                </a:extLst>
              </p14:cNvPr>
              <p14:cNvContentPartPr/>
              <p14:nvPr/>
            </p14:nvContentPartPr>
            <p14:xfrm>
              <a:off x="8772745" y="4417825"/>
              <a:ext cx="862560" cy="7754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3262433-249E-4A6E-91C2-F62A27E54B9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54745" y="4400185"/>
                <a:ext cx="898200" cy="81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DAE02EC7-F804-43AC-8E22-7C77C11605F3}"/>
                  </a:ext>
                </a:extLst>
              </p14:cNvPr>
              <p14:cNvContentPartPr/>
              <p14:nvPr/>
            </p14:nvContentPartPr>
            <p14:xfrm>
              <a:off x="7805785" y="4441225"/>
              <a:ext cx="309240" cy="684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DAE02EC7-F804-43AC-8E22-7C77C11605F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787785" y="4423492"/>
                <a:ext cx="344880" cy="1042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BA0B8A5B-95B9-45A1-9B55-5974AD1E7111}"/>
                  </a:ext>
                </a:extLst>
              </p14:cNvPr>
              <p14:cNvContentPartPr/>
              <p14:nvPr/>
            </p14:nvContentPartPr>
            <p14:xfrm>
              <a:off x="7526785" y="4812745"/>
              <a:ext cx="213480" cy="4788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BA0B8A5B-95B9-45A1-9B55-5974AD1E711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08815" y="4794745"/>
                <a:ext cx="2490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FB1A1B3E-1DA5-4A09-98C1-F14F43F6FD55}"/>
                  </a:ext>
                </a:extLst>
              </p14:cNvPr>
              <p14:cNvContentPartPr/>
              <p14:nvPr/>
            </p14:nvContentPartPr>
            <p14:xfrm>
              <a:off x="9818185" y="4568665"/>
              <a:ext cx="126720" cy="2217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FB1A1B3E-1DA5-4A09-98C1-F14F43F6FD5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800185" y="4550665"/>
                <a:ext cx="16236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55DEFE78-0C41-4755-8D46-D7CA15CCF1F6}"/>
                  </a:ext>
                </a:extLst>
              </p14:cNvPr>
              <p14:cNvContentPartPr/>
              <p14:nvPr/>
            </p14:nvContentPartPr>
            <p14:xfrm>
              <a:off x="6596545" y="143185"/>
              <a:ext cx="1729800" cy="12556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55DEFE78-0C41-4755-8D46-D7CA15CCF1F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78905" y="125185"/>
                <a:ext cx="1765440" cy="12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63C6FAE7-34CA-49AC-974B-29B1F5BF5140}"/>
                  </a:ext>
                </a:extLst>
              </p14:cNvPr>
              <p14:cNvContentPartPr/>
              <p14:nvPr/>
            </p14:nvContentPartPr>
            <p14:xfrm>
              <a:off x="7069945" y="5807425"/>
              <a:ext cx="831960" cy="5198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63C6FAE7-34CA-49AC-974B-29B1F5BF514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51945" y="5789785"/>
                <a:ext cx="867600" cy="5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65B7444E-4F65-4CC5-9DF7-5DCD17403E90}"/>
                  </a:ext>
                </a:extLst>
              </p14:cNvPr>
              <p14:cNvContentPartPr/>
              <p14:nvPr/>
            </p14:nvContentPartPr>
            <p14:xfrm>
              <a:off x="8833945" y="5784745"/>
              <a:ext cx="1038960" cy="7128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65B7444E-4F65-4CC5-9DF7-5DCD17403E9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816305" y="5766745"/>
                <a:ext cx="1074600" cy="74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378CC5DA-97F8-4CF9-B0FF-F66E8364C276}"/>
                  </a:ext>
                </a:extLst>
              </p14:cNvPr>
              <p14:cNvContentPartPr/>
              <p14:nvPr/>
            </p14:nvContentPartPr>
            <p14:xfrm>
              <a:off x="7453345" y="1613065"/>
              <a:ext cx="1012680" cy="91368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378CC5DA-97F8-4CF9-B0FF-F66E8364C27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435345" y="1595425"/>
                <a:ext cx="1048320" cy="9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466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4" y="45757"/>
            <a:ext cx="7955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1: Sistem de control pentru un vas de reacție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9890FCF9-D421-42D9-846C-CE9FC6D89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502952"/>
            <a:ext cx="10789862" cy="618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51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66750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2: Filtru trece jos de ordinul I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D1EA1DA-EE1D-45F8-81B7-A7E066CB6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1765218" cy="54734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9B768B4B-B942-4DF6-9B82-E24324C78C6B}"/>
                  </a:ext>
                </a:extLst>
              </p14:cNvPr>
              <p14:cNvContentPartPr/>
              <p14:nvPr/>
            </p14:nvContentPartPr>
            <p14:xfrm>
              <a:off x="7016665" y="1992865"/>
              <a:ext cx="4557960" cy="16182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9B768B4B-B942-4DF6-9B82-E24324C78C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98665" y="1974865"/>
                <a:ext cx="4593600" cy="165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3690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66750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2: Filtru trece jos de ordinul I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81DC816D-F985-4C41-8B44-97CF4AC59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685830"/>
            <a:ext cx="8565119" cy="5984603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FB370386-508E-4FE5-A88D-B6ECBC3C6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89" y="3337561"/>
            <a:ext cx="3609975" cy="48577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2D38C21C-7394-4E7F-BF30-41F2CADBE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50" y="5532097"/>
            <a:ext cx="3609975" cy="4857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BD665C11-71D2-4921-A0EB-548E54D4C15B}"/>
                  </a:ext>
                </a:extLst>
              </p14:cNvPr>
              <p14:cNvContentPartPr/>
              <p14:nvPr/>
            </p14:nvContentPartPr>
            <p14:xfrm>
              <a:off x="9509305" y="958225"/>
              <a:ext cx="1079640" cy="270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BD665C11-71D2-4921-A0EB-548E54D4C1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91305" y="940561"/>
                <a:ext cx="1115280" cy="3060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F6A44CB5-F375-48F9-B9F8-75EBE163520B}"/>
                  </a:ext>
                </a:extLst>
              </p14:cNvPr>
              <p14:cNvContentPartPr/>
              <p14:nvPr/>
            </p14:nvContentPartPr>
            <p14:xfrm>
              <a:off x="10953265" y="413545"/>
              <a:ext cx="917640" cy="8456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F6A44CB5-F375-48F9-B9F8-75EBE16352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35272" y="395545"/>
                <a:ext cx="953266" cy="88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A569E6EB-3AED-4AAA-BEB2-DC2CE5C84366}"/>
                  </a:ext>
                </a:extLst>
              </p14:cNvPr>
              <p14:cNvContentPartPr/>
              <p14:nvPr/>
            </p14:nvContentPartPr>
            <p14:xfrm>
              <a:off x="1410745" y="2508745"/>
              <a:ext cx="998280" cy="7196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A569E6EB-3AED-4AAA-BEB2-DC2CE5C843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92745" y="2490745"/>
                <a:ext cx="1033920" cy="7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13C93862-296C-49AD-ACFA-F4B0D7C248B5}"/>
                  </a:ext>
                </a:extLst>
              </p14:cNvPr>
              <p14:cNvContentPartPr/>
              <p14:nvPr/>
            </p14:nvContentPartPr>
            <p14:xfrm>
              <a:off x="3327385" y="1332265"/>
              <a:ext cx="8499600" cy="530460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13C93862-296C-49AD-ACFA-F4B0D7C248B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09744" y="1314265"/>
                <a:ext cx="8535242" cy="534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1396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66750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2: Filtru trece jos de ordinul I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CDFD6BE2-C994-43F2-9603-56D01910D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960147"/>
            <a:ext cx="10144125" cy="51816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A34794FF-95B4-4B16-9580-DF75FB86D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928" y="2423171"/>
            <a:ext cx="3609975" cy="48577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49081984-9E6F-4E91-ABD3-4A0001C79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928" y="4709146"/>
            <a:ext cx="3609975" cy="4857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C1BE4A24-6CA5-48A9-8C41-7E92475AE257}"/>
                  </a:ext>
                </a:extLst>
              </p14:cNvPr>
              <p14:cNvContentPartPr/>
              <p14:nvPr/>
            </p14:nvContentPartPr>
            <p14:xfrm>
              <a:off x="3540145" y="1880905"/>
              <a:ext cx="1855080" cy="10742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C1BE4A24-6CA5-48A9-8C41-7E92475AE2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2502" y="1862905"/>
                <a:ext cx="1890727" cy="11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B4923015-CBCC-4C13-81E1-1B4CE2958D81}"/>
                  </a:ext>
                </a:extLst>
              </p14:cNvPr>
              <p14:cNvContentPartPr/>
              <p14:nvPr/>
            </p14:nvContentPartPr>
            <p14:xfrm>
              <a:off x="2767585" y="2223625"/>
              <a:ext cx="609840" cy="8294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B4923015-CBCC-4C13-81E1-1B4CE2958D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9585" y="2205625"/>
                <a:ext cx="645480" cy="86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B59B3D98-D565-40CE-BF10-45BFCE8CD1C5}"/>
                  </a:ext>
                </a:extLst>
              </p14:cNvPr>
              <p14:cNvContentPartPr/>
              <p14:nvPr/>
            </p14:nvContentPartPr>
            <p14:xfrm>
              <a:off x="8792185" y="514345"/>
              <a:ext cx="2633400" cy="16999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B59B3D98-D565-40CE-BF10-45BFCE8CD1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74185" y="496345"/>
                <a:ext cx="2669040" cy="173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EE1DB29C-FF2A-443C-9889-EE6EDB3F9FBD}"/>
                  </a:ext>
                </a:extLst>
              </p14:cNvPr>
              <p14:cNvContentPartPr/>
              <p14:nvPr/>
            </p14:nvContentPartPr>
            <p14:xfrm>
              <a:off x="8825305" y="2396425"/>
              <a:ext cx="3120480" cy="16678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EE1DB29C-FF2A-443C-9889-EE6EDB3F9F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07665" y="2378425"/>
                <a:ext cx="3156120" cy="170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0234D07D-7222-4E8D-BB3B-7783CCE35E42}"/>
                  </a:ext>
                </a:extLst>
              </p14:cNvPr>
              <p14:cNvContentPartPr/>
              <p14:nvPr/>
            </p14:nvContentPartPr>
            <p14:xfrm>
              <a:off x="8907745" y="4262665"/>
              <a:ext cx="2749320" cy="98280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0234D07D-7222-4E8D-BB3B-7783CCE35E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89747" y="4244665"/>
                <a:ext cx="2784955" cy="10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152ACAE1-ABDB-4267-B73F-0C8A6DD9756C}"/>
                  </a:ext>
                </a:extLst>
              </p14:cNvPr>
              <p14:cNvContentPartPr/>
              <p14:nvPr/>
            </p14:nvContentPartPr>
            <p14:xfrm>
              <a:off x="9331465" y="6104728"/>
              <a:ext cx="798480" cy="54468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152ACAE1-ABDB-4267-B73F-0C8A6DD9756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13473" y="6087076"/>
                <a:ext cx="834104" cy="580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8AB8A5A0-C258-49E0-9132-C56ACAACFE3B}"/>
                  </a:ext>
                </a:extLst>
              </p14:cNvPr>
              <p14:cNvContentPartPr/>
              <p14:nvPr/>
            </p14:nvContentPartPr>
            <p14:xfrm>
              <a:off x="7494025" y="5355985"/>
              <a:ext cx="1590840" cy="1237263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8AB8A5A0-C258-49E0-9132-C56ACAACFE3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76021" y="5338346"/>
                <a:ext cx="1626488" cy="12729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554105C2-92A3-4484-963D-FCB190714867}"/>
                  </a:ext>
                </a:extLst>
              </p14:cNvPr>
              <p14:cNvContentPartPr/>
              <p14:nvPr/>
            </p14:nvContentPartPr>
            <p14:xfrm>
              <a:off x="6241585" y="6295945"/>
              <a:ext cx="814680" cy="5482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554105C2-92A3-4484-963D-FCB1907148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23945" y="6278305"/>
                <a:ext cx="85032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D7E4F657-FDC6-472D-B931-23CB19D68EB6}"/>
                  </a:ext>
                </a:extLst>
              </p14:cNvPr>
              <p14:cNvContentPartPr/>
              <p14:nvPr/>
            </p14:nvContentPartPr>
            <p14:xfrm>
              <a:off x="10351705" y="5943448"/>
              <a:ext cx="1543320" cy="4899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D7E4F657-FDC6-472D-B931-23CB19D68EB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334061" y="5925448"/>
                <a:ext cx="1578968" cy="52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160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66750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2: Filtru trece jos de ordinul I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A34794FF-95B4-4B16-9580-DF75FB86D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024" y="137196"/>
            <a:ext cx="3609975" cy="48577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61AE5E91-1A85-409A-B41B-DA59FF452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868708"/>
            <a:ext cx="11734805" cy="4019526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896D53AF-D4EA-4BBB-A5F2-EC87946D5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4983463"/>
            <a:ext cx="11490901" cy="161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63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D7CB2CF6-4B15-4C8A-9200-A8D7A05D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777269"/>
            <a:ext cx="11490901" cy="55904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3BDFCAFF-5E8E-4F0A-A642-F95FE14E40CD}"/>
                  </a:ext>
                </a:extLst>
              </p14:cNvPr>
              <p14:cNvContentPartPr/>
              <p14:nvPr/>
            </p14:nvContentPartPr>
            <p14:xfrm>
              <a:off x="8309785" y="5509705"/>
              <a:ext cx="1422000" cy="6508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3BDFCAFF-5E8E-4F0A-A642-F95FE14E40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92145" y="5474065"/>
                <a:ext cx="1457640" cy="7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F9047A1A-64B2-4D0F-AE00-7935EB7B6A04}"/>
                  </a:ext>
                </a:extLst>
              </p14:cNvPr>
              <p14:cNvContentPartPr/>
              <p14:nvPr/>
            </p14:nvContentPartPr>
            <p14:xfrm>
              <a:off x="8502025" y="1995025"/>
              <a:ext cx="1079280" cy="13449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F9047A1A-64B2-4D0F-AE00-7935EB7B6A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84025" y="1959025"/>
                <a:ext cx="1114920" cy="14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94565E02-B559-4F2E-B2D9-BA00B8D6997A}"/>
                  </a:ext>
                </a:extLst>
              </p14:cNvPr>
              <p14:cNvContentPartPr/>
              <p14:nvPr/>
            </p14:nvContentPartPr>
            <p14:xfrm>
              <a:off x="8503825" y="3252505"/>
              <a:ext cx="73440" cy="108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94565E02-B559-4F2E-B2D9-BA00B8D699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85825" y="3216865"/>
                <a:ext cx="1090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744240D8-7FAC-4CED-9451-8C53B6667915}"/>
                  </a:ext>
                </a:extLst>
              </p14:cNvPr>
              <p14:cNvContentPartPr/>
              <p14:nvPr/>
            </p14:nvContentPartPr>
            <p14:xfrm>
              <a:off x="1223905" y="1878025"/>
              <a:ext cx="280080" cy="630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744240D8-7FAC-4CED-9451-8C53B666791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05905" y="1842025"/>
                <a:ext cx="315720" cy="70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D1435E64-96DE-42F5-BF07-3CA96184FFFE}"/>
                  </a:ext>
                </a:extLst>
              </p14:cNvPr>
              <p14:cNvContentPartPr/>
              <p14:nvPr/>
            </p14:nvContentPartPr>
            <p14:xfrm>
              <a:off x="1655185" y="1947505"/>
              <a:ext cx="104040" cy="162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D1435E64-96DE-42F5-BF07-3CA96184FFF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37185" y="1911505"/>
                <a:ext cx="13968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9191BF83-8024-4523-8657-93468F726C95}"/>
                  </a:ext>
                </a:extLst>
              </p14:cNvPr>
              <p14:cNvContentPartPr/>
              <p14:nvPr/>
            </p14:nvContentPartPr>
            <p14:xfrm>
              <a:off x="1669585" y="2098345"/>
              <a:ext cx="169200" cy="320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9191BF83-8024-4523-8657-93468F726C9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51945" y="2062705"/>
                <a:ext cx="20484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744393AC-44FA-46EF-94DA-6EA12C883EAF}"/>
                  </a:ext>
                </a:extLst>
              </p14:cNvPr>
              <p14:cNvContentPartPr/>
              <p14:nvPr/>
            </p14:nvContentPartPr>
            <p14:xfrm>
              <a:off x="1991785" y="1939225"/>
              <a:ext cx="320760" cy="1706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744393AC-44FA-46EF-94DA-6EA12C883EA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74145" y="1903585"/>
                <a:ext cx="35640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DB34904-D890-46D8-B038-52D1B717B8E3}"/>
                  </a:ext>
                </a:extLst>
              </p14:cNvPr>
              <p14:cNvContentPartPr/>
              <p14:nvPr/>
            </p14:nvContentPartPr>
            <p14:xfrm>
              <a:off x="2420545" y="1900705"/>
              <a:ext cx="196920" cy="2502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DB34904-D890-46D8-B038-52D1B717B8E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02545" y="1865065"/>
                <a:ext cx="23256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EC7B4AD6-8AAB-459D-98CA-2964B5FB0C5D}"/>
                  </a:ext>
                </a:extLst>
              </p14:cNvPr>
              <p14:cNvContentPartPr/>
              <p14:nvPr/>
            </p14:nvContentPartPr>
            <p14:xfrm>
              <a:off x="2427025" y="1934545"/>
              <a:ext cx="114480" cy="2876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EC7B4AD6-8AAB-459D-98CA-2964B5FB0C5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09025" y="1898905"/>
                <a:ext cx="15012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59883D67-74DB-4947-A592-546E82E99C9B}"/>
                  </a:ext>
                </a:extLst>
              </p14:cNvPr>
              <p14:cNvContentPartPr/>
              <p14:nvPr/>
            </p14:nvContentPartPr>
            <p14:xfrm>
              <a:off x="2791345" y="1991065"/>
              <a:ext cx="224280" cy="284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59883D67-74DB-4947-A592-546E82E99C9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773345" y="1955425"/>
                <a:ext cx="25992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09313FF6-FA82-473A-A84B-EDEDEF0859DB}"/>
                  </a:ext>
                </a:extLst>
              </p14:cNvPr>
              <p14:cNvContentPartPr/>
              <p14:nvPr/>
            </p14:nvContentPartPr>
            <p14:xfrm>
              <a:off x="2903665" y="1881265"/>
              <a:ext cx="27720" cy="2980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09313FF6-FA82-473A-A84B-EDEDEF0859D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86025" y="1845625"/>
                <a:ext cx="6336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A8EEFA33-D3AD-4473-9416-080E18DBAEF2}"/>
                  </a:ext>
                </a:extLst>
              </p14:cNvPr>
              <p14:cNvContentPartPr/>
              <p14:nvPr/>
            </p14:nvContentPartPr>
            <p14:xfrm>
              <a:off x="3084745" y="1896025"/>
              <a:ext cx="405360" cy="2120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A8EEFA33-D3AD-4473-9416-080E18DBAEF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067105" y="1860025"/>
                <a:ext cx="4410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8AB7E13F-4E34-41D2-83DC-6D32AD78A0EB}"/>
                  </a:ext>
                </a:extLst>
              </p14:cNvPr>
              <p14:cNvContentPartPr/>
              <p14:nvPr/>
            </p14:nvContentPartPr>
            <p14:xfrm>
              <a:off x="6299545" y="5052865"/>
              <a:ext cx="360" cy="3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8AB7E13F-4E34-41D2-83DC-6D32AD78A0E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281905" y="50352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0A6847DE-4EA9-4251-9D0F-0A3D2976129C}"/>
                  </a:ext>
                </a:extLst>
              </p14:cNvPr>
              <p14:cNvContentPartPr/>
              <p14:nvPr/>
            </p14:nvContentPartPr>
            <p14:xfrm>
              <a:off x="6126025" y="5110825"/>
              <a:ext cx="63000" cy="338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0A6847DE-4EA9-4251-9D0F-0A3D2976129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108385" y="5093185"/>
                <a:ext cx="9864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309C9BCC-57E6-47DB-B7F8-878850C459EA}"/>
                  </a:ext>
                </a:extLst>
              </p14:cNvPr>
              <p14:cNvContentPartPr/>
              <p14:nvPr/>
            </p14:nvContentPartPr>
            <p14:xfrm>
              <a:off x="6029905" y="5206945"/>
              <a:ext cx="360" cy="3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309C9BCC-57E6-47DB-B7F8-878850C459E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012265" y="51889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1662DE29-C542-41E5-A8DD-E7E0017C8382}"/>
                  </a:ext>
                </a:extLst>
              </p14:cNvPr>
              <p14:cNvContentPartPr/>
              <p14:nvPr/>
            </p14:nvContentPartPr>
            <p14:xfrm>
              <a:off x="5914345" y="5259865"/>
              <a:ext cx="360" cy="3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1662DE29-C542-41E5-A8DD-E7E0017C838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96345" y="52422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CE782E42-D5A2-412F-B37B-995E11472046}"/>
                  </a:ext>
                </a:extLst>
              </p14:cNvPr>
              <p14:cNvContentPartPr/>
              <p14:nvPr/>
            </p14:nvContentPartPr>
            <p14:xfrm>
              <a:off x="6559465" y="3293185"/>
              <a:ext cx="4669560" cy="353124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CE782E42-D5A2-412F-B37B-995E1147204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541465" y="3275187"/>
                <a:ext cx="4705200" cy="35668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4511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229736B7-7D8F-42F6-9103-396A7BCC2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3977634"/>
            <a:ext cx="8496300" cy="249555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1076B030-03AE-46DD-A054-0019A3D4B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24" y="777269"/>
            <a:ext cx="4339589" cy="28557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6E328835-B445-4A69-A8E2-8B06FA570FDF}"/>
                  </a:ext>
                </a:extLst>
              </p14:cNvPr>
              <p14:cNvContentPartPr/>
              <p14:nvPr/>
            </p14:nvContentPartPr>
            <p14:xfrm>
              <a:off x="9539905" y="4571545"/>
              <a:ext cx="704160" cy="2901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6E328835-B445-4A69-A8E2-8B06FA570F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22256" y="4553883"/>
                <a:ext cx="739818" cy="3258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44D0CF3-2C73-4219-9CFC-8811DAA9AD76}"/>
                  </a:ext>
                </a:extLst>
              </p14:cNvPr>
              <p14:cNvContentPartPr/>
              <p14:nvPr/>
            </p14:nvContentPartPr>
            <p14:xfrm>
              <a:off x="7685545" y="4393345"/>
              <a:ext cx="1325160" cy="4550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44D0CF3-2C73-4219-9CFC-8811DAA9AD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67905" y="4375705"/>
                <a:ext cx="136080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6F95662A-E03B-4806-A116-C4FC118DA9DE}"/>
                  </a:ext>
                </a:extLst>
              </p14:cNvPr>
              <p14:cNvContentPartPr/>
              <p14:nvPr/>
            </p14:nvContentPartPr>
            <p14:xfrm>
              <a:off x="11011225" y="5544985"/>
              <a:ext cx="6120" cy="43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6F95662A-E03B-4806-A116-C4FC118DA9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993225" y="5527345"/>
                <a:ext cx="417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A5502822-6873-4E2F-AADC-8470DFC7CED3}"/>
                  </a:ext>
                </a:extLst>
              </p14:cNvPr>
              <p14:cNvContentPartPr/>
              <p14:nvPr/>
            </p14:nvContentPartPr>
            <p14:xfrm>
              <a:off x="9740065" y="5245825"/>
              <a:ext cx="1113840" cy="5594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A5502822-6873-4E2F-AADC-8470DFC7CE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22065" y="5228185"/>
                <a:ext cx="114948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CC5CEE2-95D7-4874-9D86-A36E7FCA7E2D}"/>
                  </a:ext>
                </a:extLst>
              </p14:cNvPr>
              <p14:cNvContentPartPr/>
              <p14:nvPr/>
            </p14:nvContentPartPr>
            <p14:xfrm>
              <a:off x="10833025" y="4775305"/>
              <a:ext cx="666720" cy="2314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CC5CEE2-95D7-4874-9D86-A36E7FCA7E2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815385" y="4757665"/>
                <a:ext cx="7023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4654EE6F-CB9A-4CBC-BB53-77C049945461}"/>
                  </a:ext>
                </a:extLst>
              </p14:cNvPr>
              <p14:cNvContentPartPr/>
              <p14:nvPr/>
            </p14:nvContentPartPr>
            <p14:xfrm>
              <a:off x="10696585" y="4183465"/>
              <a:ext cx="681120" cy="3589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4654EE6F-CB9A-4CBC-BB53-77C04994546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678595" y="4165465"/>
                <a:ext cx="716741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4C9B8AF8-EB69-4882-B76F-07C8493AD343}"/>
                  </a:ext>
                </a:extLst>
              </p14:cNvPr>
              <p14:cNvContentPartPr/>
              <p14:nvPr/>
            </p14:nvContentPartPr>
            <p14:xfrm>
              <a:off x="10481665" y="4610065"/>
              <a:ext cx="798480" cy="576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4C9B8AF8-EB69-4882-B76F-07C8493AD34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64025" y="4592425"/>
                <a:ext cx="8341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63304496-1330-49B3-B757-0796C5F11F5D}"/>
                  </a:ext>
                </a:extLst>
              </p14:cNvPr>
              <p14:cNvContentPartPr/>
              <p14:nvPr/>
            </p14:nvContentPartPr>
            <p14:xfrm>
              <a:off x="6659545" y="5664145"/>
              <a:ext cx="4320" cy="154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63304496-1330-49B3-B757-0796C5F11F5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41545" y="5646505"/>
                <a:ext cx="399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C74C749D-6EAA-467D-BDD7-ED9C4B05EBEA}"/>
                  </a:ext>
                </a:extLst>
              </p14:cNvPr>
              <p14:cNvContentPartPr/>
              <p14:nvPr/>
            </p14:nvContentPartPr>
            <p14:xfrm>
              <a:off x="6784105" y="5492785"/>
              <a:ext cx="52920" cy="198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C74C749D-6EAA-467D-BDD7-ED9C4B05EBE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66465" y="5474785"/>
                <a:ext cx="885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6103C19C-A42E-46AC-AA88-BF4DAA5DE753}"/>
                  </a:ext>
                </a:extLst>
              </p14:cNvPr>
              <p14:cNvContentPartPr/>
              <p14:nvPr/>
            </p14:nvContentPartPr>
            <p14:xfrm>
              <a:off x="6939625" y="5385145"/>
              <a:ext cx="118080" cy="4330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6103C19C-A42E-46AC-AA88-BF4DAA5DE75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21985" y="5367505"/>
                <a:ext cx="15372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C3038490-2885-4404-9747-3FDB7EEC2A91}"/>
                  </a:ext>
                </a:extLst>
              </p14:cNvPr>
              <p14:cNvContentPartPr/>
              <p14:nvPr/>
            </p14:nvContentPartPr>
            <p14:xfrm>
              <a:off x="6145465" y="5466865"/>
              <a:ext cx="143640" cy="4226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C3038490-2885-4404-9747-3FDB7EEC2A9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27465" y="5449225"/>
                <a:ext cx="17928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700DEDEC-BB47-403C-9F86-B508279B2619}"/>
                  </a:ext>
                </a:extLst>
              </p14:cNvPr>
              <p14:cNvContentPartPr/>
              <p14:nvPr/>
            </p14:nvContentPartPr>
            <p14:xfrm>
              <a:off x="6400345" y="5515105"/>
              <a:ext cx="168480" cy="1742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700DEDEC-BB47-403C-9F86-B508279B261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82705" y="5497105"/>
                <a:ext cx="204120" cy="20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73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1076B030-03AE-46DD-A054-0019A3D4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024" y="777269"/>
            <a:ext cx="4339589" cy="2855761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F9980C59-E9FB-4045-9AA2-6D5D6E47D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3886195"/>
            <a:ext cx="11490901" cy="25846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47B3157A-E6E1-46D3-9291-D9C3395EA466}"/>
                  </a:ext>
                </a:extLst>
              </p14:cNvPr>
              <p14:cNvContentPartPr/>
              <p14:nvPr/>
            </p14:nvContentPartPr>
            <p14:xfrm>
              <a:off x="8253625" y="2939305"/>
              <a:ext cx="49320" cy="1360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47B3157A-E6E1-46D3-9291-D9C3395EA4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35625" y="2921665"/>
                <a:ext cx="849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EA9A3CC-92F1-454B-91F1-F47C36F22FA2}"/>
                  </a:ext>
                </a:extLst>
              </p14:cNvPr>
              <p14:cNvContentPartPr/>
              <p14:nvPr/>
            </p14:nvContentPartPr>
            <p14:xfrm>
              <a:off x="8629105" y="2646985"/>
              <a:ext cx="151560" cy="1303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EA9A3CC-92F1-454B-91F1-F47C36F22F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11105" y="2629345"/>
                <a:ext cx="1872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CDF80B07-4969-4933-8CD7-A4E5E2C01463}"/>
                  </a:ext>
                </a:extLst>
              </p14:cNvPr>
              <p14:cNvContentPartPr/>
              <p14:nvPr/>
            </p14:nvContentPartPr>
            <p14:xfrm>
              <a:off x="9268825" y="2167825"/>
              <a:ext cx="190440" cy="1890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CDF80B07-4969-4933-8CD7-A4E5E2C014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51185" y="2149825"/>
                <a:ext cx="2260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6A90CFD1-CE0D-41ED-820A-C7C5473BA25C}"/>
                  </a:ext>
                </a:extLst>
              </p14:cNvPr>
              <p14:cNvContentPartPr/>
              <p14:nvPr/>
            </p14:nvContentPartPr>
            <p14:xfrm>
              <a:off x="10013665" y="1453225"/>
              <a:ext cx="131400" cy="3304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6A90CFD1-CE0D-41ED-820A-C7C5473BA25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95714" y="1435585"/>
                <a:ext cx="166943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96A36398-6E8F-4E00-8DF3-98F138C53AF4}"/>
                  </a:ext>
                </a:extLst>
              </p14:cNvPr>
              <p14:cNvContentPartPr/>
              <p14:nvPr/>
            </p14:nvContentPartPr>
            <p14:xfrm>
              <a:off x="9340825" y="3291385"/>
              <a:ext cx="360" cy="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96A36398-6E8F-4E00-8DF3-98F138C53AF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23185" y="32737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144A1E65-E59B-4181-BB4A-B65BA0894C97}"/>
                  </a:ext>
                </a:extLst>
              </p14:cNvPr>
              <p14:cNvContentPartPr/>
              <p14:nvPr/>
            </p14:nvContentPartPr>
            <p14:xfrm>
              <a:off x="8131945" y="5309545"/>
              <a:ext cx="1010520" cy="8218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144A1E65-E59B-4181-BB4A-B65BA0894C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14305" y="5291545"/>
                <a:ext cx="1046160" cy="85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2967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BB8B3C17-173A-4C65-8569-D2C35F3C2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2514610"/>
            <a:ext cx="11856657" cy="4161489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A951CCA8-9BB9-4C70-AFC8-ECE402A74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682" y="777269"/>
            <a:ext cx="2510809" cy="16522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890615DB-9A4A-4C76-BEBE-27885B395E80}"/>
                  </a:ext>
                </a:extLst>
              </p14:cNvPr>
              <p14:cNvContentPartPr/>
              <p14:nvPr/>
            </p14:nvContentPartPr>
            <p14:xfrm>
              <a:off x="10196905" y="2202385"/>
              <a:ext cx="295920" cy="2739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890615DB-9A4A-4C76-BEBE-27885B395E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79265" y="2184385"/>
                <a:ext cx="33156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9F85B79A-0A05-487D-980E-750B7EE34CE6}"/>
                  </a:ext>
                </a:extLst>
              </p14:cNvPr>
              <p14:cNvContentPartPr/>
              <p14:nvPr/>
            </p14:nvContentPartPr>
            <p14:xfrm>
              <a:off x="1626385" y="6145465"/>
              <a:ext cx="475920" cy="3268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9F85B79A-0A05-487D-980E-750B7EE34C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8385" y="6127806"/>
                <a:ext cx="511560" cy="3625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DD72AA6-7650-424D-ADB9-FD26BE529CA6}"/>
                  </a:ext>
                </a:extLst>
              </p14:cNvPr>
              <p14:cNvContentPartPr/>
              <p14:nvPr/>
            </p14:nvContentPartPr>
            <p14:xfrm>
              <a:off x="1559065" y="5645065"/>
              <a:ext cx="428040" cy="1854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DD72AA6-7650-424D-ADB9-FD26BE529CA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1065" y="5627065"/>
                <a:ext cx="4636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AF28FDB6-115C-4FE3-A3CC-2D986584AA9A}"/>
                  </a:ext>
                </a:extLst>
              </p14:cNvPr>
              <p14:cNvContentPartPr/>
              <p14:nvPr/>
            </p14:nvContentPartPr>
            <p14:xfrm>
              <a:off x="1583185" y="5168785"/>
              <a:ext cx="471240" cy="1818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AF28FDB6-115C-4FE3-A3CC-2D986584AA9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65185" y="5150785"/>
                <a:ext cx="5068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8F1EF577-37B2-4D13-86E4-2AE91DF75C71}"/>
                  </a:ext>
                </a:extLst>
              </p14:cNvPr>
              <p14:cNvContentPartPr/>
              <p14:nvPr/>
            </p14:nvContentPartPr>
            <p14:xfrm>
              <a:off x="1559065" y="4595665"/>
              <a:ext cx="434520" cy="2707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8F1EF577-37B2-4D13-86E4-2AE91DF75C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41050" y="4578002"/>
                <a:ext cx="470190" cy="3064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978BF08-9D9A-4432-9DCF-105C782D4535}"/>
                  </a:ext>
                </a:extLst>
              </p14:cNvPr>
              <p14:cNvContentPartPr/>
              <p14:nvPr/>
            </p14:nvContentPartPr>
            <p14:xfrm>
              <a:off x="10745905" y="2195545"/>
              <a:ext cx="274680" cy="2757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978BF08-9D9A-4432-9DCF-105C782D45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727905" y="2177545"/>
                <a:ext cx="3103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B7666278-23AE-4447-A8E6-972A4D4079AB}"/>
                  </a:ext>
                </a:extLst>
              </p14:cNvPr>
              <p14:cNvContentPartPr/>
              <p14:nvPr/>
            </p14:nvContentPartPr>
            <p14:xfrm>
              <a:off x="11186905" y="2202745"/>
              <a:ext cx="617400" cy="2523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B7666278-23AE-4447-A8E6-972A4D4079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169255" y="2184745"/>
                <a:ext cx="653061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30721BEF-A31B-4E30-95E0-23B2AF02C511}"/>
                  </a:ext>
                </a:extLst>
              </p14:cNvPr>
              <p14:cNvContentPartPr/>
              <p14:nvPr/>
            </p14:nvContentPartPr>
            <p14:xfrm>
              <a:off x="2181865" y="4707985"/>
              <a:ext cx="329760" cy="1782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30721BEF-A31B-4E30-95E0-23B2AF02C51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63885" y="4689949"/>
                <a:ext cx="365361" cy="213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11232DA-B78A-46BF-ADC7-4C79FE6177F6}"/>
                  </a:ext>
                </a:extLst>
              </p14:cNvPr>
              <p14:cNvContentPartPr/>
              <p14:nvPr/>
            </p14:nvContentPartPr>
            <p14:xfrm>
              <a:off x="2208865" y="5133145"/>
              <a:ext cx="304920" cy="1965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11232DA-B78A-46BF-ADC7-4C79FE6177F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90844" y="5115145"/>
                <a:ext cx="340602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3D8513F9-D653-4263-9478-E44B5F301EED}"/>
                  </a:ext>
                </a:extLst>
              </p14:cNvPr>
              <p14:cNvContentPartPr/>
              <p14:nvPr/>
            </p14:nvContentPartPr>
            <p14:xfrm>
              <a:off x="2271145" y="5739025"/>
              <a:ext cx="255240" cy="1674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3D8513F9-D653-4263-9478-E44B5F301EE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53505" y="5721064"/>
                <a:ext cx="290880" cy="202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59B776EB-EA66-4041-B18F-2C0D67E01A37}"/>
                  </a:ext>
                </a:extLst>
              </p14:cNvPr>
              <p14:cNvContentPartPr/>
              <p14:nvPr/>
            </p14:nvContentPartPr>
            <p14:xfrm>
              <a:off x="2189425" y="6194065"/>
              <a:ext cx="317520" cy="1360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59B776EB-EA66-4041-B18F-2C0D67E01A3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71785" y="6176065"/>
                <a:ext cx="3531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5564B5D0-FD2D-4961-A22A-CA6549465259}"/>
                  </a:ext>
                </a:extLst>
              </p14:cNvPr>
              <p14:cNvContentPartPr/>
              <p14:nvPr/>
            </p14:nvContentPartPr>
            <p14:xfrm>
              <a:off x="962905" y="966865"/>
              <a:ext cx="129960" cy="2955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5564B5D0-FD2D-4961-A22A-CA654946525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44905" y="948865"/>
                <a:ext cx="16560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A7AA675E-95CB-4D47-B0E9-AB4E75873DB1}"/>
                  </a:ext>
                </a:extLst>
              </p14:cNvPr>
              <p14:cNvContentPartPr/>
              <p14:nvPr/>
            </p14:nvContentPartPr>
            <p14:xfrm>
              <a:off x="1212745" y="977305"/>
              <a:ext cx="453960" cy="2347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A7AA675E-95CB-4D47-B0E9-AB4E75873DB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94745" y="959665"/>
                <a:ext cx="48960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2D1027D0-0E79-4BA4-8F4B-8337E187BF84}"/>
                  </a:ext>
                </a:extLst>
              </p14:cNvPr>
              <p14:cNvContentPartPr/>
              <p14:nvPr/>
            </p14:nvContentPartPr>
            <p14:xfrm>
              <a:off x="3374905" y="1140385"/>
              <a:ext cx="13320" cy="21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2D1027D0-0E79-4BA4-8F4B-8337E187BF8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56905" y="1122385"/>
                <a:ext cx="489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90CD622A-E058-4670-8445-7F1FA587D712}"/>
                  </a:ext>
                </a:extLst>
              </p14:cNvPr>
              <p14:cNvContentPartPr/>
              <p14:nvPr/>
            </p14:nvContentPartPr>
            <p14:xfrm>
              <a:off x="2521345" y="1004305"/>
              <a:ext cx="719280" cy="25056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90CD622A-E058-4670-8445-7F1FA587D71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03345" y="986665"/>
                <a:ext cx="75492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5C4A47BF-704F-4E26-8D20-BCB589D2F64E}"/>
                  </a:ext>
                </a:extLst>
              </p14:cNvPr>
              <p14:cNvContentPartPr/>
              <p14:nvPr/>
            </p14:nvContentPartPr>
            <p14:xfrm>
              <a:off x="1953625" y="1029505"/>
              <a:ext cx="352800" cy="1882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5C4A47BF-704F-4E26-8D20-BCB589D2F64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35985" y="1011505"/>
                <a:ext cx="3884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F1CB3CA5-EE8C-4788-A0DF-E88D92392912}"/>
                  </a:ext>
                </a:extLst>
              </p14:cNvPr>
              <p14:cNvContentPartPr/>
              <p14:nvPr/>
            </p14:nvContentPartPr>
            <p14:xfrm>
              <a:off x="3478945" y="4638865"/>
              <a:ext cx="360" cy="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F1CB3CA5-EE8C-4788-A0DF-E88D9239291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461305" y="46212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DA49DDBE-6DE1-4970-804E-16068B52EF0A}"/>
                  </a:ext>
                </a:extLst>
              </p14:cNvPr>
              <p14:cNvContentPartPr/>
              <p14:nvPr/>
            </p14:nvContentPartPr>
            <p14:xfrm>
              <a:off x="2720425" y="4494505"/>
              <a:ext cx="75240" cy="2790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DA49DDBE-6DE1-4970-804E-16068B52EF0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02785" y="4476865"/>
                <a:ext cx="1108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A6866C5A-9150-40A0-8F01-CA21D53CB83C}"/>
                  </a:ext>
                </a:extLst>
              </p14:cNvPr>
              <p14:cNvContentPartPr/>
              <p14:nvPr/>
            </p14:nvContentPartPr>
            <p14:xfrm>
              <a:off x="2697745" y="5020465"/>
              <a:ext cx="108000" cy="28476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A6866C5A-9150-40A0-8F01-CA21D53CB83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79745" y="5002825"/>
                <a:ext cx="1436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A3198F5D-0821-4043-BB91-5E0B6446AB4C}"/>
                  </a:ext>
                </a:extLst>
              </p14:cNvPr>
              <p14:cNvContentPartPr/>
              <p14:nvPr/>
            </p14:nvContentPartPr>
            <p14:xfrm>
              <a:off x="2742385" y="5526985"/>
              <a:ext cx="54360" cy="2574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A3198F5D-0821-4043-BB91-5E0B6446AB4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24385" y="5508985"/>
                <a:ext cx="900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FBF52F41-036B-472E-90C3-DC58F9E7C577}"/>
                  </a:ext>
                </a:extLst>
              </p14:cNvPr>
              <p14:cNvContentPartPr/>
              <p14:nvPr/>
            </p14:nvContentPartPr>
            <p14:xfrm>
              <a:off x="2733385" y="6066625"/>
              <a:ext cx="76680" cy="2520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FBF52F41-036B-472E-90C3-DC58F9E7C57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715385" y="6048985"/>
                <a:ext cx="11232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374B83D6-7F59-4BB3-806A-B5A7558C4690}"/>
                  </a:ext>
                </a:extLst>
              </p14:cNvPr>
              <p14:cNvContentPartPr/>
              <p14:nvPr/>
            </p14:nvContentPartPr>
            <p14:xfrm>
              <a:off x="6019465" y="4257985"/>
              <a:ext cx="1110240" cy="5742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374B83D6-7F59-4BB3-806A-B5A7558C469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001825" y="4239985"/>
                <a:ext cx="1145880" cy="60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D1E6C1A3-7D1A-4123-B098-F22FAB67AAC6}"/>
                  </a:ext>
                </a:extLst>
              </p14:cNvPr>
              <p14:cNvContentPartPr/>
              <p14:nvPr/>
            </p14:nvContentPartPr>
            <p14:xfrm>
              <a:off x="6349225" y="5034505"/>
              <a:ext cx="70560" cy="26208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D1E6C1A3-7D1A-4123-B098-F22FAB67AAC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331585" y="5016865"/>
                <a:ext cx="1062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283B171B-BEBB-4039-BDD6-602973CFEF43}"/>
                  </a:ext>
                </a:extLst>
              </p14:cNvPr>
              <p14:cNvContentPartPr/>
              <p14:nvPr/>
            </p14:nvContentPartPr>
            <p14:xfrm>
              <a:off x="6329065" y="5566945"/>
              <a:ext cx="81360" cy="2070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283B171B-BEBB-4039-BDD6-602973CFEF4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11425" y="5548945"/>
                <a:ext cx="1170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9FC0D29D-3FB7-4228-86EA-67573D0DB08D}"/>
                  </a:ext>
                </a:extLst>
              </p14:cNvPr>
              <p14:cNvContentPartPr/>
              <p14:nvPr/>
            </p14:nvContentPartPr>
            <p14:xfrm>
              <a:off x="6331945" y="6105145"/>
              <a:ext cx="77400" cy="2109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9FC0D29D-3FB7-4228-86EA-67573D0DB08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14305" y="6087505"/>
                <a:ext cx="1130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D9D826C2-217E-4DD5-8AC2-1270276212BC}"/>
                  </a:ext>
                </a:extLst>
              </p14:cNvPr>
              <p14:cNvContentPartPr/>
              <p14:nvPr/>
            </p14:nvContentPartPr>
            <p14:xfrm>
              <a:off x="5220625" y="984145"/>
              <a:ext cx="199080" cy="8996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D9D826C2-217E-4DD5-8AC2-1270276212B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202625" y="966505"/>
                <a:ext cx="234720" cy="9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2ED1FF79-B832-4FF3-9D97-B87BDB0CDD07}"/>
                  </a:ext>
                </a:extLst>
              </p14:cNvPr>
              <p14:cNvContentPartPr/>
              <p14:nvPr/>
            </p14:nvContentPartPr>
            <p14:xfrm>
              <a:off x="4566865" y="1313545"/>
              <a:ext cx="295200" cy="34164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2ED1FF79-B832-4FF3-9D97-B87BDB0CDD0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548865" y="1295905"/>
                <a:ext cx="33084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C48F9719-EC9D-439B-9479-858AE9AFE2C1}"/>
                  </a:ext>
                </a:extLst>
              </p14:cNvPr>
              <p14:cNvContentPartPr/>
              <p14:nvPr/>
            </p14:nvContentPartPr>
            <p14:xfrm>
              <a:off x="6043585" y="977665"/>
              <a:ext cx="45000" cy="648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C48F9719-EC9D-439B-9479-858AE9AFE2C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025585" y="959665"/>
                <a:ext cx="806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66C374A2-805D-487C-93DE-EAD6812C40E2}"/>
                  </a:ext>
                </a:extLst>
              </p14:cNvPr>
              <p14:cNvContentPartPr/>
              <p14:nvPr/>
            </p14:nvContentPartPr>
            <p14:xfrm>
              <a:off x="6061585" y="1158385"/>
              <a:ext cx="31320" cy="536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66C374A2-805D-487C-93DE-EAD6812C40E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043585" y="1140385"/>
                <a:ext cx="669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A09BC5F2-78C6-4724-B50A-8C387C3C8BB1}"/>
                  </a:ext>
                </a:extLst>
              </p14:cNvPr>
              <p14:cNvContentPartPr/>
              <p14:nvPr/>
            </p14:nvContentPartPr>
            <p14:xfrm>
              <a:off x="6219265" y="964345"/>
              <a:ext cx="27000" cy="2502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A09BC5F2-78C6-4724-B50A-8C387C3C8BB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201265" y="946345"/>
                <a:ext cx="626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8E2511EA-DCC7-43C1-913A-9ADD4EEA3234}"/>
                  </a:ext>
                </a:extLst>
              </p14:cNvPr>
              <p14:cNvContentPartPr/>
              <p14:nvPr/>
            </p14:nvContentPartPr>
            <p14:xfrm>
              <a:off x="6323665" y="975865"/>
              <a:ext cx="28080" cy="2318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8E2511EA-DCC7-43C1-913A-9ADD4EEA323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05665" y="958225"/>
                <a:ext cx="6372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92769064-0A69-4F88-996B-98EB661180E6}"/>
                  </a:ext>
                </a:extLst>
              </p14:cNvPr>
              <p14:cNvContentPartPr/>
              <p14:nvPr/>
            </p14:nvContentPartPr>
            <p14:xfrm>
              <a:off x="6665305" y="1052545"/>
              <a:ext cx="269280" cy="1634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92769064-0A69-4F88-996B-98EB661180E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47281" y="1034545"/>
                <a:ext cx="304968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53A5001C-3037-403F-A2E0-A37A75238532}"/>
                  </a:ext>
                </a:extLst>
              </p14:cNvPr>
              <p14:cNvContentPartPr/>
              <p14:nvPr/>
            </p14:nvContentPartPr>
            <p14:xfrm>
              <a:off x="5533825" y="941305"/>
              <a:ext cx="382320" cy="2653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53A5001C-3037-403F-A2E0-A37A7523853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515825" y="923305"/>
                <a:ext cx="41796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6B719CD1-51F3-46B6-87B2-EDEB22B57B10}"/>
                  </a:ext>
                </a:extLst>
              </p14:cNvPr>
              <p14:cNvContentPartPr/>
              <p14:nvPr/>
            </p14:nvContentPartPr>
            <p14:xfrm>
              <a:off x="6679705" y="1525225"/>
              <a:ext cx="250560" cy="21636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6B719CD1-51F3-46B6-87B2-EDEB22B57B1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662065" y="1507585"/>
                <a:ext cx="286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C278C79D-0CB0-4E7B-958D-3F9A0539AB50}"/>
                  </a:ext>
                </a:extLst>
              </p14:cNvPr>
              <p14:cNvContentPartPr/>
              <p14:nvPr/>
            </p14:nvContentPartPr>
            <p14:xfrm>
              <a:off x="5558305" y="1467985"/>
              <a:ext cx="862200" cy="27576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C278C79D-0CB0-4E7B-958D-3F9A0539AB5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540313" y="1450345"/>
                <a:ext cx="897825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431230D9-95C7-4BCC-965B-E7100377096E}"/>
                  </a:ext>
                </a:extLst>
              </p14:cNvPr>
              <p14:cNvContentPartPr/>
              <p14:nvPr/>
            </p14:nvContentPartPr>
            <p14:xfrm>
              <a:off x="7127185" y="861025"/>
              <a:ext cx="2500560" cy="11988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431230D9-95C7-4BCC-965B-E7100377096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109545" y="843030"/>
                <a:ext cx="2536200" cy="1234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A544B291-FF2C-4201-B1D7-26AC01145AB6}"/>
                  </a:ext>
                </a:extLst>
              </p14:cNvPr>
              <p14:cNvContentPartPr/>
              <p14:nvPr/>
            </p14:nvContentPartPr>
            <p14:xfrm>
              <a:off x="7661425" y="4248625"/>
              <a:ext cx="141120" cy="2818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A544B291-FF2C-4201-B1D7-26AC01145AB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643425" y="4230625"/>
                <a:ext cx="17676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9D826FEA-F243-4566-ABF2-BADE9F16C08E}"/>
                  </a:ext>
                </a:extLst>
              </p14:cNvPr>
              <p14:cNvContentPartPr/>
              <p14:nvPr/>
            </p14:nvContentPartPr>
            <p14:xfrm>
              <a:off x="8804425" y="4840105"/>
              <a:ext cx="115200" cy="26244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9D826FEA-F243-4566-ABF2-BADE9F16C08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786785" y="4822465"/>
                <a:ext cx="1508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E9691CF3-36D6-4D8D-A089-6F4E2A3F0B9F}"/>
                  </a:ext>
                </a:extLst>
              </p14:cNvPr>
              <p14:cNvContentPartPr/>
              <p14:nvPr/>
            </p14:nvContentPartPr>
            <p14:xfrm>
              <a:off x="9933385" y="5309185"/>
              <a:ext cx="86400" cy="26892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E9691CF3-36D6-4D8D-A089-6F4E2A3F0B9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915745" y="5291545"/>
                <a:ext cx="1220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0B5256AB-E610-455E-9C65-84048EA2971C}"/>
                  </a:ext>
                </a:extLst>
              </p14:cNvPr>
              <p14:cNvContentPartPr/>
              <p14:nvPr/>
            </p14:nvContentPartPr>
            <p14:xfrm>
              <a:off x="7699945" y="4701505"/>
              <a:ext cx="236160" cy="21168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0B5256AB-E610-455E-9C65-84048EA2971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682305" y="4683865"/>
                <a:ext cx="2718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1025A081-8B71-4863-B94C-A3A9F31917D1}"/>
                  </a:ext>
                </a:extLst>
              </p14:cNvPr>
              <p14:cNvContentPartPr/>
              <p14:nvPr/>
            </p14:nvContentPartPr>
            <p14:xfrm>
              <a:off x="11013385" y="5826865"/>
              <a:ext cx="284400" cy="6678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1025A081-8B71-4863-B94C-A3A9F31917D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995745" y="5809225"/>
                <a:ext cx="320040" cy="70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908DCFD4-7184-49F7-808C-45BB16F1F1C9}"/>
                  </a:ext>
                </a:extLst>
              </p14:cNvPr>
              <p14:cNvContentPartPr/>
              <p14:nvPr/>
            </p14:nvContentPartPr>
            <p14:xfrm>
              <a:off x="10029145" y="5664145"/>
              <a:ext cx="313560" cy="19908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908DCFD4-7184-49F7-808C-45BB16F1F1C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011505" y="5646473"/>
                <a:ext cx="349200" cy="234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E9054865-87EB-4239-A6FC-F88F494AB86D}"/>
                  </a:ext>
                </a:extLst>
              </p14:cNvPr>
              <p14:cNvContentPartPr/>
              <p14:nvPr/>
            </p14:nvContentPartPr>
            <p14:xfrm>
              <a:off x="9031585" y="5231425"/>
              <a:ext cx="475200" cy="18828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E9054865-87EB-4239-A6FC-F88F494AB86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013571" y="5213425"/>
                <a:ext cx="510867" cy="22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8958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1B7A03E2-2510-494F-857F-6FBA96637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868708"/>
            <a:ext cx="7113130" cy="5825278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D6AEC56B-F24A-450A-BBAA-7AA0C09FA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463" y="868708"/>
            <a:ext cx="4339589" cy="28557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2A4A225C-EB35-4BD2-BAF9-FE45AAA8083B}"/>
                  </a:ext>
                </a:extLst>
              </p14:cNvPr>
              <p14:cNvContentPartPr/>
              <p14:nvPr/>
            </p14:nvContentPartPr>
            <p14:xfrm>
              <a:off x="7928185" y="3762625"/>
              <a:ext cx="3767040" cy="10440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2A4A225C-EB35-4BD2-BAF9-FE45AAA808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10185" y="3744625"/>
                <a:ext cx="3802680" cy="10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F766C1F3-8AC7-44C3-B4B7-B8E3AA8F71B0}"/>
                  </a:ext>
                </a:extLst>
              </p14:cNvPr>
              <p14:cNvContentPartPr/>
              <p14:nvPr/>
            </p14:nvContentPartPr>
            <p14:xfrm>
              <a:off x="1004305" y="2705665"/>
              <a:ext cx="733320" cy="295128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F766C1F3-8AC7-44C3-B4B7-B8E3AA8F71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6305" y="2687665"/>
                <a:ext cx="768960" cy="29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9F591203-116E-441B-ACF5-33DB192C1E9E}"/>
                  </a:ext>
                </a:extLst>
              </p14:cNvPr>
              <p14:cNvContentPartPr/>
              <p14:nvPr/>
            </p14:nvContentPartPr>
            <p14:xfrm>
              <a:off x="954625" y="1632505"/>
              <a:ext cx="666360" cy="9460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9F591203-116E-441B-ACF5-33DB192C1E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6985" y="1614505"/>
                <a:ext cx="702000" cy="9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65080871-B306-4BA1-A03E-92EAB18DCEEA}"/>
                  </a:ext>
                </a:extLst>
              </p14:cNvPr>
              <p14:cNvContentPartPr/>
              <p14:nvPr/>
            </p14:nvContentPartPr>
            <p14:xfrm>
              <a:off x="5149345" y="3960625"/>
              <a:ext cx="5040" cy="21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65080871-B306-4BA1-A03E-92EAB18DCEE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31345" y="3942625"/>
                <a:ext cx="406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BE80722E-998C-4EEB-9C6B-D930772DB600}"/>
                  </a:ext>
                </a:extLst>
              </p14:cNvPr>
              <p14:cNvContentPartPr/>
              <p14:nvPr/>
            </p14:nvContentPartPr>
            <p14:xfrm>
              <a:off x="5693305" y="5052865"/>
              <a:ext cx="153000" cy="25128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BE80722E-998C-4EEB-9C6B-D930772DB60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75305" y="5035225"/>
                <a:ext cx="1886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5B729D30-9CD1-4BD8-AF3E-456CE2FA089A}"/>
                  </a:ext>
                </a:extLst>
              </p14:cNvPr>
              <p14:cNvContentPartPr/>
              <p14:nvPr/>
            </p14:nvContentPartPr>
            <p14:xfrm>
              <a:off x="5327185" y="4884745"/>
              <a:ext cx="282240" cy="297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5B729D30-9CD1-4BD8-AF3E-456CE2FA08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09162" y="4866767"/>
                <a:ext cx="317926" cy="3329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2E02B4E2-1166-4FB6-98F0-1E4458A8FAE7}"/>
                  </a:ext>
                </a:extLst>
              </p14:cNvPr>
              <p14:cNvContentPartPr/>
              <p14:nvPr/>
            </p14:nvContentPartPr>
            <p14:xfrm>
              <a:off x="5283985" y="3888625"/>
              <a:ext cx="396720" cy="3250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2E02B4E2-1166-4FB6-98F0-1E4458A8FAE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66001" y="3870625"/>
                <a:ext cx="432328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8E62A2CD-32DA-40E3-AA20-1671DDE02222}"/>
                  </a:ext>
                </a:extLst>
              </p14:cNvPr>
              <p14:cNvContentPartPr/>
              <p14:nvPr/>
            </p14:nvContentPartPr>
            <p14:xfrm>
              <a:off x="5163745" y="2925985"/>
              <a:ext cx="532440" cy="28656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8E62A2CD-32DA-40E3-AA20-1671DDE0222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46105" y="2907985"/>
                <a:ext cx="56808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E8C1443D-50EE-471D-8396-B0A06BE7CE0C}"/>
                  </a:ext>
                </a:extLst>
              </p14:cNvPr>
              <p14:cNvContentPartPr/>
              <p14:nvPr/>
            </p14:nvContentPartPr>
            <p14:xfrm>
              <a:off x="5693305" y="2280865"/>
              <a:ext cx="322920" cy="2430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E8C1443D-50EE-471D-8396-B0A06BE7CE0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75325" y="2263225"/>
                <a:ext cx="3585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BBAD89A0-D205-4C25-AB19-98B3FDA6F56D}"/>
                  </a:ext>
                </a:extLst>
              </p14:cNvPr>
              <p14:cNvContentPartPr/>
              <p14:nvPr/>
            </p14:nvContentPartPr>
            <p14:xfrm>
              <a:off x="5155825" y="2287345"/>
              <a:ext cx="311400" cy="1987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BBAD89A0-D205-4C25-AB19-98B3FDA6F56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37825" y="2269345"/>
                <a:ext cx="3470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84DAB125-4687-4862-B324-22915B82F867}"/>
                  </a:ext>
                </a:extLst>
              </p14:cNvPr>
              <p14:cNvContentPartPr/>
              <p14:nvPr/>
            </p14:nvContentPartPr>
            <p14:xfrm>
              <a:off x="2511265" y="6280105"/>
              <a:ext cx="289800" cy="21852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84DAB125-4687-4862-B324-22915B82F86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93265" y="6262105"/>
                <a:ext cx="3254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8FAD201C-6A3D-4B93-AD6A-85026AD2C28E}"/>
                  </a:ext>
                </a:extLst>
              </p14:cNvPr>
              <p14:cNvContentPartPr/>
              <p14:nvPr/>
            </p14:nvContentPartPr>
            <p14:xfrm>
              <a:off x="6337705" y="5987065"/>
              <a:ext cx="1802520" cy="3610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8FAD201C-6A3D-4B93-AD6A-85026AD2C2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20065" y="5969083"/>
                <a:ext cx="1838160" cy="396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8E87F66A-2D04-448B-8028-862C087F1D16}"/>
                  </a:ext>
                </a:extLst>
              </p14:cNvPr>
              <p14:cNvContentPartPr/>
              <p14:nvPr/>
            </p14:nvContentPartPr>
            <p14:xfrm>
              <a:off x="8567545" y="4971145"/>
              <a:ext cx="3356280" cy="16970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8E87F66A-2D04-448B-8028-862C087F1D1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49545" y="4953505"/>
                <a:ext cx="3391920" cy="173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0535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D6AEC56B-F24A-450A-BBAA-7AA0C09FA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463" y="868708"/>
            <a:ext cx="4339589" cy="2855761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4D52B866-76AA-4142-9A31-CA1DD6382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0" y="4343390"/>
            <a:ext cx="11020425" cy="233362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971B7D21-7D54-4A1B-BA48-D687676E9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60" y="777269"/>
            <a:ext cx="4278521" cy="350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61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759AC98F-1532-4000-91F2-08E6536C6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1004887"/>
            <a:ext cx="10868025" cy="48482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02A46B7C-E1EA-4A2F-8255-FD59388EB45D}"/>
                  </a:ext>
                </a:extLst>
              </p14:cNvPr>
              <p14:cNvContentPartPr/>
              <p14:nvPr/>
            </p14:nvContentPartPr>
            <p14:xfrm>
              <a:off x="1704865" y="3071065"/>
              <a:ext cx="706320" cy="9334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02A46B7C-E1EA-4A2F-8255-FD59388EB4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6865" y="3053425"/>
                <a:ext cx="741960" cy="9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64A8B1FF-7879-4379-9707-637191694189}"/>
                  </a:ext>
                </a:extLst>
              </p14:cNvPr>
              <p14:cNvContentPartPr/>
              <p14:nvPr/>
            </p14:nvContentPartPr>
            <p14:xfrm>
              <a:off x="7324465" y="1074145"/>
              <a:ext cx="685440" cy="2638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64A8B1FF-7879-4379-9707-63719169418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06465" y="1056145"/>
                <a:ext cx="7210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0385F2F0-5A2F-47F9-9892-FD17AAB66261}"/>
                  </a:ext>
                </a:extLst>
              </p14:cNvPr>
              <p14:cNvContentPartPr/>
              <p14:nvPr/>
            </p14:nvContentPartPr>
            <p14:xfrm>
              <a:off x="8984785" y="1125985"/>
              <a:ext cx="315360" cy="1796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0385F2F0-5A2F-47F9-9892-FD17AAB6626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66806" y="1107985"/>
                <a:ext cx="350959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715EDAEB-99DC-41A0-A609-D1F8984BAB54}"/>
                  </a:ext>
                </a:extLst>
              </p14:cNvPr>
              <p14:cNvContentPartPr/>
              <p14:nvPr/>
            </p14:nvContentPartPr>
            <p14:xfrm>
              <a:off x="8200345" y="1059385"/>
              <a:ext cx="141840" cy="2451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715EDAEB-99DC-41A0-A609-D1F8984BAB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82705" y="1041719"/>
                <a:ext cx="177480" cy="280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94E6FD3C-876D-4C73-B076-33413E93ECFC}"/>
                  </a:ext>
                </a:extLst>
              </p14:cNvPr>
              <p14:cNvContentPartPr/>
              <p14:nvPr/>
            </p14:nvContentPartPr>
            <p14:xfrm>
              <a:off x="9663745" y="893785"/>
              <a:ext cx="2281680" cy="7336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94E6FD3C-876D-4C73-B076-33413E93ECF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45745" y="875785"/>
                <a:ext cx="2317320" cy="76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B55490A6-685B-4564-AFC4-4BE55BCCF53D}"/>
                  </a:ext>
                </a:extLst>
              </p14:cNvPr>
              <p14:cNvContentPartPr/>
              <p14:nvPr/>
            </p14:nvContentPartPr>
            <p14:xfrm>
              <a:off x="1754905" y="4353745"/>
              <a:ext cx="4806000" cy="19346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B55490A6-685B-4564-AFC4-4BE55BCCF53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37264" y="4336105"/>
                <a:ext cx="4841643" cy="19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CC9B4EB4-FDA9-45FA-BF80-1B104C9027EC}"/>
                  </a:ext>
                </a:extLst>
              </p14:cNvPr>
              <p14:cNvContentPartPr/>
              <p14:nvPr/>
            </p14:nvContentPartPr>
            <p14:xfrm>
              <a:off x="9479425" y="6026305"/>
              <a:ext cx="588240" cy="3801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CC9B4EB4-FDA9-45FA-BF80-1B104C9027E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61785" y="6008305"/>
                <a:ext cx="62388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6255E7C-B096-4351-8E8A-C04862EAA6A3}"/>
                  </a:ext>
                </a:extLst>
              </p14:cNvPr>
              <p14:cNvContentPartPr/>
              <p14:nvPr/>
            </p14:nvContentPartPr>
            <p14:xfrm>
              <a:off x="7656385" y="5871865"/>
              <a:ext cx="1434960" cy="2829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6255E7C-B096-4351-8E8A-C04862EAA6A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38741" y="5853888"/>
                <a:ext cx="1470609" cy="318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03E5D7C1-CF5F-4CCA-8C16-F38B8923E839}"/>
                  </a:ext>
                </a:extLst>
              </p14:cNvPr>
              <p14:cNvContentPartPr/>
              <p14:nvPr/>
            </p14:nvContentPartPr>
            <p14:xfrm>
              <a:off x="10515145" y="5938825"/>
              <a:ext cx="155880" cy="4824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03E5D7C1-CF5F-4CCA-8C16-F38B8923E83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497505" y="5920825"/>
                <a:ext cx="1915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565B9232-D6B0-4935-ABD0-1FC2F5158BBF}"/>
                  </a:ext>
                </a:extLst>
              </p14:cNvPr>
              <p14:cNvContentPartPr/>
              <p14:nvPr/>
            </p14:nvContentPartPr>
            <p14:xfrm>
              <a:off x="11839945" y="6287665"/>
              <a:ext cx="9000" cy="46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565B9232-D6B0-4935-ABD0-1FC2F5158BB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821945" y="6270025"/>
                <a:ext cx="446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D5DE5C90-5583-483E-A0A2-1AE03304E5E8}"/>
                  </a:ext>
                </a:extLst>
              </p14:cNvPr>
              <p14:cNvContentPartPr/>
              <p14:nvPr/>
            </p14:nvContentPartPr>
            <p14:xfrm>
              <a:off x="11276545" y="5910025"/>
              <a:ext cx="433800" cy="4435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D5DE5C90-5583-483E-A0A2-1AE03304E5E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258905" y="5892385"/>
                <a:ext cx="46944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60DBBB92-03C1-419A-9913-21ED2DDC3CFE}"/>
                  </a:ext>
                </a:extLst>
              </p14:cNvPr>
              <p14:cNvContentPartPr/>
              <p14:nvPr/>
            </p14:nvContentPartPr>
            <p14:xfrm>
              <a:off x="10495705" y="6035665"/>
              <a:ext cx="452160" cy="2624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60DBBB92-03C1-419A-9913-21ED2DDC3CF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477719" y="6018025"/>
                <a:ext cx="487772" cy="29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359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905E26BA-E6E8-428C-A587-FEC39867B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868708"/>
            <a:ext cx="10648950" cy="58007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C598D1CB-3164-4A07-8F65-25A1EA37FE1C}"/>
                  </a:ext>
                </a:extLst>
              </p14:cNvPr>
              <p14:cNvContentPartPr/>
              <p14:nvPr/>
            </p14:nvContentPartPr>
            <p14:xfrm>
              <a:off x="8389705" y="1829065"/>
              <a:ext cx="519480" cy="7149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C598D1CB-3164-4A07-8F65-25A1EA37FE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2065" y="1811416"/>
                <a:ext cx="555120" cy="7506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C7573C9E-7C82-4380-A0D6-633ED2FCB210}"/>
                  </a:ext>
                </a:extLst>
              </p14:cNvPr>
              <p14:cNvContentPartPr/>
              <p14:nvPr/>
            </p14:nvContentPartPr>
            <p14:xfrm>
              <a:off x="9149305" y="1607305"/>
              <a:ext cx="365400" cy="1303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C7573C9E-7C82-4380-A0D6-633ED2FCB2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1305" y="1589305"/>
                <a:ext cx="4010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140234E4-698C-4F8A-A85C-B0DB3F0C17C8}"/>
                  </a:ext>
                </a:extLst>
              </p14:cNvPr>
              <p14:cNvContentPartPr/>
              <p14:nvPr/>
            </p14:nvContentPartPr>
            <p14:xfrm>
              <a:off x="10313905" y="3483985"/>
              <a:ext cx="13680" cy="3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140234E4-698C-4F8A-A85C-B0DB3F0C17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96265" y="3465985"/>
                <a:ext cx="49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70AB6B2-0EFF-4A32-B5E1-B83166A7A8C1}"/>
                  </a:ext>
                </a:extLst>
              </p14:cNvPr>
              <p14:cNvContentPartPr/>
              <p14:nvPr/>
            </p14:nvContentPartPr>
            <p14:xfrm>
              <a:off x="9668425" y="3186265"/>
              <a:ext cx="519480" cy="3884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70AB6B2-0EFF-4A32-B5E1-B83166A7A8C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50425" y="3168641"/>
                <a:ext cx="555120" cy="424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D0830926-09A8-46B8-8CDC-72FD4BF13EAA}"/>
                  </a:ext>
                </a:extLst>
              </p14:cNvPr>
              <p14:cNvContentPartPr/>
              <p14:nvPr/>
            </p14:nvContentPartPr>
            <p14:xfrm>
              <a:off x="8965705" y="3494065"/>
              <a:ext cx="496440" cy="3643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D0830926-09A8-46B8-8CDC-72FD4BF13EA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48065" y="3476408"/>
                <a:ext cx="532080" cy="3999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55CE819E-3DAE-48C5-AABE-4908D510C23F}"/>
                  </a:ext>
                </a:extLst>
              </p14:cNvPr>
              <p14:cNvContentPartPr/>
              <p14:nvPr/>
            </p14:nvContentPartPr>
            <p14:xfrm>
              <a:off x="9331465" y="2132905"/>
              <a:ext cx="528120" cy="3355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55CE819E-3DAE-48C5-AABE-4908D510C23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13453" y="2115265"/>
                <a:ext cx="563784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22FFC4E7-BCEE-49CE-B8EF-B6E871C4FC5F}"/>
                  </a:ext>
                </a:extLst>
              </p14:cNvPr>
              <p14:cNvContentPartPr/>
              <p14:nvPr/>
            </p14:nvContentPartPr>
            <p14:xfrm>
              <a:off x="9995665" y="1802425"/>
              <a:ext cx="517680" cy="432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22FFC4E7-BCEE-49CE-B8EF-B6E871C4FC5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78025" y="1784785"/>
                <a:ext cx="55332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60BC9803-BFD3-47A6-A036-0FACC6102448}"/>
                  </a:ext>
                </a:extLst>
              </p14:cNvPr>
              <p14:cNvContentPartPr/>
              <p14:nvPr/>
            </p14:nvContentPartPr>
            <p14:xfrm>
              <a:off x="9942385" y="953905"/>
              <a:ext cx="1104120" cy="5990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60BC9803-BFD3-47A6-A036-0FACC610244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24379" y="936265"/>
                <a:ext cx="1139772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BE565761-2EFB-47FA-9262-721C5F7B06EF}"/>
                  </a:ext>
                </a:extLst>
              </p14:cNvPr>
              <p14:cNvContentPartPr/>
              <p14:nvPr/>
            </p14:nvContentPartPr>
            <p14:xfrm>
              <a:off x="8472865" y="3690985"/>
              <a:ext cx="320040" cy="1303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BE565761-2EFB-47FA-9262-721C5F7B06E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455205" y="3672985"/>
                <a:ext cx="3557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DCA1D1C-DD16-4890-B573-0BDE37963ADE}"/>
                  </a:ext>
                </a:extLst>
              </p14:cNvPr>
              <p14:cNvContentPartPr/>
              <p14:nvPr/>
            </p14:nvContentPartPr>
            <p14:xfrm>
              <a:off x="4955665" y="4350505"/>
              <a:ext cx="187200" cy="1537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DCA1D1C-DD16-4890-B573-0BDE37963AD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37665" y="4332865"/>
                <a:ext cx="2228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F1E66D6F-C661-4E35-A9B2-66D9AF35776D}"/>
                  </a:ext>
                </a:extLst>
              </p14:cNvPr>
              <p14:cNvContentPartPr/>
              <p14:nvPr/>
            </p14:nvContentPartPr>
            <p14:xfrm>
              <a:off x="5269585" y="4341865"/>
              <a:ext cx="395640" cy="2746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F1E66D6F-C661-4E35-A9B2-66D9AF35776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251945" y="4323865"/>
                <a:ext cx="43128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D015E7BA-0CFA-4174-A89C-603A14EDFABD}"/>
                  </a:ext>
                </a:extLst>
              </p14:cNvPr>
              <p14:cNvContentPartPr/>
              <p14:nvPr/>
            </p14:nvContentPartPr>
            <p14:xfrm>
              <a:off x="3582625" y="4435825"/>
              <a:ext cx="284040" cy="2538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D015E7BA-0CFA-4174-A89C-603A14EDFAB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564963" y="4418185"/>
                <a:ext cx="319725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704D3CAC-6FB6-4478-9C72-74590195BAC5}"/>
                  </a:ext>
                </a:extLst>
              </p14:cNvPr>
              <p14:cNvContentPartPr/>
              <p14:nvPr/>
            </p14:nvContentPartPr>
            <p14:xfrm>
              <a:off x="3329905" y="4374625"/>
              <a:ext cx="159480" cy="2808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704D3CAC-6FB6-4478-9C72-74590195BAC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12265" y="4356625"/>
                <a:ext cx="1951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D00498CF-B9C2-49CE-8A99-FEBC71B2515C}"/>
                  </a:ext>
                </a:extLst>
              </p14:cNvPr>
              <p14:cNvContentPartPr/>
              <p14:nvPr/>
            </p14:nvContentPartPr>
            <p14:xfrm>
              <a:off x="1529545" y="5379025"/>
              <a:ext cx="828720" cy="10018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D00498CF-B9C2-49CE-8A99-FEBC71B2515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511545" y="5361385"/>
                <a:ext cx="864360" cy="10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141A33C7-1C39-4598-9390-8811695E2BE9}"/>
                  </a:ext>
                </a:extLst>
              </p14:cNvPr>
              <p14:cNvContentPartPr/>
              <p14:nvPr/>
            </p14:nvContentPartPr>
            <p14:xfrm>
              <a:off x="7904425" y="5697265"/>
              <a:ext cx="801720" cy="1864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141A33C7-1C39-4598-9390-8811695E2BE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886433" y="5679591"/>
                <a:ext cx="837344" cy="2221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CEF1E890-1C63-49B8-8B66-1974BA81EC4E}"/>
                  </a:ext>
                </a:extLst>
              </p14:cNvPr>
              <p14:cNvContentPartPr/>
              <p14:nvPr/>
            </p14:nvContentPartPr>
            <p14:xfrm>
              <a:off x="9038785" y="5052865"/>
              <a:ext cx="1697400" cy="11750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CEF1E890-1C63-49B8-8B66-1974BA81EC4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20789" y="5035225"/>
                <a:ext cx="1733032" cy="12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1BA6716A-A7F5-410F-A498-1D52D83A1F30}"/>
                  </a:ext>
                </a:extLst>
              </p14:cNvPr>
              <p14:cNvContentPartPr/>
              <p14:nvPr/>
            </p14:nvContentPartPr>
            <p14:xfrm>
              <a:off x="11069905" y="4785025"/>
              <a:ext cx="476640" cy="3402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1BA6716A-A7F5-410F-A498-1D52D83A1F3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051905" y="4767025"/>
                <a:ext cx="51228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99FA10D1-E512-45FF-8651-4ADA6C8A88CE}"/>
                  </a:ext>
                </a:extLst>
              </p14:cNvPr>
              <p14:cNvContentPartPr/>
              <p14:nvPr/>
            </p14:nvContentPartPr>
            <p14:xfrm>
              <a:off x="10900345" y="5206585"/>
              <a:ext cx="1087920" cy="4071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99FA10D1-E512-45FF-8651-4ADA6C8A88C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882705" y="5188585"/>
                <a:ext cx="1123560" cy="44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650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1A166D94-E6F1-4DCD-9675-8E0529B2F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051586"/>
            <a:ext cx="1095375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58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6959</TotalTime>
  <Words>283</Words>
  <Application>Microsoft Office PowerPoint</Application>
  <PresentationFormat>Ecran lat</PresentationFormat>
  <Paragraphs>41</Paragraphs>
  <Slides>22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353</cp:revision>
  <dcterms:created xsi:type="dcterms:W3CDTF">2020-09-24T15:20:51Z</dcterms:created>
  <dcterms:modified xsi:type="dcterms:W3CDTF">2025-12-07T10:31:40Z</dcterms:modified>
</cp:coreProperties>
</file>