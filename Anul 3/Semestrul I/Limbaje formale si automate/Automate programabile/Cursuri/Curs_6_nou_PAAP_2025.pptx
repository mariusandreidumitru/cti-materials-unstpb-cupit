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80" r:id="rId2"/>
    <p:sldId id="288" r:id="rId3"/>
    <p:sldId id="513" r:id="rId4"/>
    <p:sldId id="520" r:id="rId5"/>
    <p:sldId id="521" r:id="rId6"/>
    <p:sldId id="526" r:id="rId7"/>
    <p:sldId id="349" r:id="rId8"/>
    <p:sldId id="522" r:id="rId9"/>
    <p:sldId id="523" r:id="rId10"/>
    <p:sldId id="524" r:id="rId11"/>
    <p:sldId id="529" r:id="rId12"/>
    <p:sldId id="554" r:id="rId13"/>
    <p:sldId id="550" r:id="rId14"/>
    <p:sldId id="551" r:id="rId15"/>
    <p:sldId id="552" r:id="rId16"/>
    <p:sldId id="549" r:id="rId17"/>
    <p:sldId id="553" r:id="rId18"/>
    <p:sldId id="548" r:id="rId19"/>
    <p:sldId id="390" r:id="rId20"/>
    <p:sldId id="533" r:id="rId21"/>
    <p:sldId id="330" r:id="rId22"/>
    <p:sldId id="300" r:id="rId23"/>
    <p:sldId id="317" r:id="rId24"/>
    <p:sldId id="318" r:id="rId25"/>
    <p:sldId id="319" r:id="rId26"/>
    <p:sldId id="355" r:id="rId27"/>
    <p:sldId id="532" r:id="rId28"/>
    <p:sldId id="391" r:id="rId29"/>
    <p:sldId id="342" r:id="rId30"/>
    <p:sldId id="331" r:id="rId31"/>
    <p:sldId id="388" r:id="rId32"/>
    <p:sldId id="389" r:id="rId33"/>
    <p:sldId id="341" r:id="rId34"/>
    <p:sldId id="343" r:id="rId35"/>
    <p:sldId id="344" r:id="rId36"/>
    <p:sldId id="392" r:id="rId37"/>
    <p:sldId id="534" r:id="rId38"/>
    <p:sldId id="394" r:id="rId39"/>
    <p:sldId id="395" r:id="rId40"/>
    <p:sldId id="398" r:id="rId41"/>
    <p:sldId id="396" r:id="rId42"/>
    <p:sldId id="399" r:id="rId43"/>
    <p:sldId id="397" r:id="rId44"/>
    <p:sldId id="400" r:id="rId45"/>
    <p:sldId id="401" r:id="rId46"/>
    <p:sldId id="531" r:id="rId47"/>
    <p:sldId id="555" r:id="rId48"/>
    <p:sldId id="556" r:id="rId49"/>
    <p:sldId id="528" r:id="rId50"/>
    <p:sldId id="518" r:id="rId51"/>
    <p:sldId id="347" r:id="rId52"/>
    <p:sldId id="348" r:id="rId53"/>
    <p:sldId id="537" r:id="rId54"/>
    <p:sldId id="536" r:id="rId55"/>
    <p:sldId id="527" r:id="rId56"/>
    <p:sldId id="538" r:id="rId57"/>
    <p:sldId id="539" r:id="rId58"/>
    <p:sldId id="350" r:id="rId59"/>
    <p:sldId id="540" r:id="rId60"/>
    <p:sldId id="316" r:id="rId61"/>
    <p:sldId id="323" r:id="rId62"/>
    <p:sldId id="351" r:id="rId63"/>
    <p:sldId id="541" r:id="rId64"/>
    <p:sldId id="324" r:id="rId65"/>
    <p:sldId id="325" r:id="rId66"/>
    <p:sldId id="328" r:id="rId67"/>
    <p:sldId id="543" r:id="rId68"/>
    <p:sldId id="542" r:id="rId69"/>
    <p:sldId id="547" r:id="rId70"/>
    <p:sldId id="545" r:id="rId71"/>
    <p:sldId id="546" r:id="rId72"/>
    <p:sldId id="333" r:id="rId73"/>
    <p:sldId id="334" r:id="rId74"/>
    <p:sldId id="336" r:id="rId75"/>
    <p:sldId id="337" r:id="rId76"/>
    <p:sldId id="338" r:id="rId77"/>
    <p:sldId id="335" r:id="rId7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8T06:43:50.59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1410 109,'-9'59,"17"-87,-8 26,1 0,-1 1,0-1,1 0,-1 1,0-1,0 0,0 1,0-1,-1 0,1 0,0 1,-1-1,1 0,-1 1,1-1,-1 1,0-1,1 1,-1-1,0 1,0-1,0 1,-1 0,1 0,0-1,0 1,-1 0,1 0,0 0,-1 0,1 1,-1-1,0 0,1 1,-1-1,1 0,-1 1,0 0,1 0,-1-1,0 1,0 0,1 0,-1 0,0 1,1-1,-2 0,1 3,0-1,0 1,0 0,0 0,0-1,1 1,-1 0,1 0,0 1,0-1,0 0,0 0,1 0,-1 1,1-1,0 0,0 1,0-1,0 0,1 1,-1-1,1 0,0 0,0 0,0 1,0-1,1 0,-1 0,1-1,0 1,0 0,1 1,1-1,-1 0,1 0,0-1,0 1,0-1,0 0,0 0,0 0,1-1,-1 1,1-1,-1 0,1 0,3-1,-6 1,1-1,-1 1,0-1,1 0,-1 0,1 0,-1-1,0 1,1 0,-1-1,0 0,1 1,-1-1,0 0,0 0,1 0,-1-1,0 1,0 0,0-1,-1 1,1-1,0 0,-1 0,1 1,-1-1,1 0,-1 0,0-1,1 1,-1-3,0 1,0-1,-1 0,0 0,1 1,-1-1,-1 0,1 1,-1-1,0 0,0 1,0-1,0 1,-3-4,4 6,-1 0,0 0,0 0,0 0,0 0,0 1,0-1,0 0,0 1,-1-1,1 1,-1-1,0 1,1 0,-1-1,0 1,1 0,-1 0,0 0,0 1,0-1,0 0,0 1,0-1,0 1,0 0,0-1,0 1,0 0,-1 0,1 1,0-1,0 0,0 1,0-1,0 1,1 0,-1 0,0 0,1 0,-1 0,1 1,-1-1,1 0,-1 1,1-1,0 1,0 0,0-1,-1 1,2 0,-1-1,0 1,0 0,1 0,-1 0,1 0,-1 0,1 0,0 0,0 0,0 0,0 0,0 0,0 0,0 0,1 0,-1 0,1-1,0 1,-1 0,1 0,0 0,0 0,0-1,0 1,0-1,1 1,-1-1,0 1,2 0,0-1,1 0,-1 0,1-1,-1 1,1-1,-1 0,1 0,0 0,-1 0,1-1,-1 1,0-1,1 0,-1 0,1-1,-1 1,0-1,0 1,0-1,0 0,0 0,0 0,-1-1,1 1,0 0,-1-1,0 0,0 0,0 0,0 0,0 0,-1 0,1 0,-1 0,0-1,0 1,0-1,0 1,0-1,-1 1,0-1,0 0,0 3,0-1,0 1,0 0,0 0,-1 0,1-1,-1 1,1 0,-1 0,1 0,-1 0,0 0,1 0,-1 0,0 0,0 0,0 0,1 0,-1 1,0-1,0 0,0 1,-1-1,1 0,0 1,0-1,0 1,0 0,0-1,-1 1,1 0,0 0,0 0,0 0,-1 0,1 0,0 0,0 0,-1 0,1 1,0-1,0 0,0 1,0-1,-1 1,25 7,156-27,-100 7,43-5,0 6,0 5,1 6,-1 5,0 5,110 24,-203-28,-1 1,1 1,-2 1,1 1,-1 2,-1 1,0 1,5 4,-27-15,0 0,0 0,0 0,0 1,-1-1,1 1,-1 0,0 0,0 0,0 0,-1 0,1 1,-1-1,0 1,0 0,-1 0,1-1,-1 1,0 0,-1 0,1 0,-1 0,0 0,0 1,0-1,-1 0,0 0,0-1,-1 3,-6 9,-1-1,-1 0,0 0,-1-1,-1 0,0-1,-1 0,0-1,-1-1,0 0,-1-1,-8 4,-65 37,-2-4,-2-4,-1-4,-2-5,-2-3,-72 11,48-9,-113 34,2 10,4 10,-55 38,-296 175,543-281,-36 17,2 3,1 3,3 3,-8 10,69-51,-1-1,1 1,0 0,0 1,0-1,1 1,0 0,0 0,0 0,0 1,1-1,0 1,0 0,1 0,-1 0,1 0,1 0,-1 1,1-1,-1 7,5-8,0-1,1 0,-1 1,1-1,0 0,0-1,0 1,1-1,-1 1,1-1,0-1,-1 1,1-1,1 0,-1 0,0 0,0-1,1 0,-1 0,1 0,-1 0,1-1,4 0,62 5,-1-3,1-3,23-6,-76 6,280-28,91-5,-362 34,-40-15,1 8</inkml:trace>
  <inkml:trace contextRef="#ctx0" brushRef="#br0" timeOffset="1">956 1498,'-57'-10,"93"20,104 77,-135-84,23 15,-1 0,-1 2,-1 1,0 1,11 15,-34-36,-1 0,0 0,0 0,0 0,0 1,0-1,0 0,0 1,-1-1,1 0,0 1,-1-1,1 1,-1-1,1 1,-1-1,0 1,0-1,0 1,0 0,0-1,0 1,0-1,0 1,0-1,-1 1,1-1,-1 1,1-1,-1 1,0-1,1 1,-1-1,0 0,0 0,0 1,0-1,0 0,0 0,0 0,-1 0,0 1,-15 8,0 0,0-1,-1-1,-1-1,1 0,-7 0,-37 15,-98 50,159-72,1 1,-1-1,1 1,-1-1,0 1,0-1,1 1,-1-1,0 1,0-1,0 0,1 0,-1 1,0-1,0 0,0 0,0 0,1 0,-1 0,0 0,0 0,0 0,0 0,0 0,1-1,-1 1,0 0,0 0,0-1,1 1,-1-1,0 1,0-1,1 1,-1-1,0 1,1-1,-1 0,1 1,-1-1,1 0,-1 1,1-1,-1 0,1 0,0 1,-1-1,1 0,0 0,0 0,0 0,0 1,-1-1,1 0,0 0,0 0,1 0,-1 0,0 0,23-157,-14-44,-18 237,-7 123,13-203,4-82,12 307,-17-196,3 15,0-1,0 0,0 1,1-1,-1 0,0 0,1 0,-1 0,1 0,0 0,0 0,-1 1,1-1,1 0,-1 0,0 0,0 0,1 0,-1 0,1 0,-1 0,1 1,0-1,0 0,0 0,0 1,0-1,0 1,0-1,1 1,-1-1,0 1,1 0,-1-1,1 1,0 0,-1 0,1 0,1 0,22-3,2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8T06:43:50.59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2248 280,'-4'-5,"-21"-23,-1 1,-1 1,-1 1,-1 1,-1 2,-2 1,0 1,0 2,-2 2,0 0,-7 1,-9 7,0 3,0 3,0 1,0 3,-1 1,1 3,1 2,0 3,-15 5,-75 12,12-8,66-13,1 3,0 2,1 4,0 1,-10 8,15 2,1 2,2 2,1 2,1 3,2 2,2 1,-21 27,36-35,2 3,1 0,2 1,2 2,1 0,1 2,3 0,1 1,-4 19,1 7,3 2,3 0,3 0,3 1,1 38,4-37,4-1,2 0,3 0,6 19,-6-59,1 0,1 0,2-1,0 0,2-1,1 0,1-1,2 0,0-1,2-1,5 5,6 1,1-1,1-1,2-2,0-2,2-1,1-1,0-2,38 15,11-1,1-4,2-4,51 8,33-4,1-9,1-6,1-8,42-10,-141 2,0-4,-1-3,0-3,0-3,-2-4,25-11,-21 2,-2-3,-1-4,-1-2,-2-4,-2-3,-2-3,-2-3,-2-2,-2-3,34-42,-59 52,-1-2,-3-2,-1-1,-3-1,-2-1,-2-1,-3-2,-2 0,-2-1,-3-1,-2 0,-2-1,-3 0,-2-10,-5 34,-1 0,-2-1,-1 1,-1 0,-2 1,-1-1,-2 2,-1-1,-1 1,-2 1,-1 0,-1 1,-1 1,-2 0,-1 1,-1 2,-1 0,-2 1,0 1,-20-16,-2 2,-2 2,-1 2,-1 2,-1 3,-2 2,-1 2,-51-15,-9 4,-1 6,-1 4,-111-8,102 21,-1 5,1 6,-1 5,1 5,0 6,1 6,1 5,-100 35,22 12,-71 41,52-13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8T06:43:50.60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2423 3400,'-35'-55,"-2"2,-2 2,-36-35,30 40,-1 2,-41-29,1 1,60 48,-2 0,-1 2,-1 1,0 1,-2 2,0 1,-1 1,0 2,-25-6,4 8,0 4,-1 1,0 3,0 3,0 1,0 4,0 1,1 3,0 2,-49 17,55-10,1 3,1 2,1 1,1 3,1 1,2 3,-30 26,40-33,-24 19,2 2,2 2,2 3,3 1,1 3,-13 22,30-33,1 1,2 0,2 2,3 1,1 1,2 0,2 1,3 1,1 1,-1 31,4 34,6 0,4 1,6-1,16 81,-18-153,3 0,1 0,2-1,2 0,2-1,1-1,3 0,1-2,1 0,6 3,206 259,-233-300,15 26,2 0,1-2,0 0,2-1,1-1,1-1,0-1,2-2,5 4,21 3,1-2,1-3,1-1,21 2,-33-8,-28-9,37 12,0-2,1-2,0-2,52 2,-48-9,0-3,-1-2,1-3,-1-2,0-3,0-2,-1-2,-1-3,33-15,-8-7,-2-2,-2-4,-2-3,-2-3,15-19,-54 44,-2-1,0-2,-2-1,-2-1,-1-1,-1-1,-1-1,-2-1,-2-1,-1-1,-2 0,3-16,-2-14,-3-1,-3 0,-3 0,-3-1,-3 0,-4-25,-3 9,-4 1,-4 1,-4 0,-3 0,-3 2,-4 1,-4 1,-3 2,-3 1,-3 3,-4 0,-3 3,-3 3,-35-36,68 80,-1 1,-1 0,-1 2,-1 0,-1 2,0 0,-1 2,-1 0,-1 2,0 1,-1 1,0 1,-1 1,0 2,0 0,-10 1,-2 6,0 2,1 2,-1 1,1 3,0 1,0 1,1 3,0 1,1 1,-11 8,-61 23</inkml:trace>
  <inkml:trace contextRef="#ctx0" brushRef="#br0" timeOffset="1">2075 699,'-29'-178,"23"159,-1 0,0 0,-1 1,-1 0,-1 1,0-1,-1 2,-1 0,-1 0,0 1,-1 1,-1 0,-10-7,1-3,2 0,-1 1,-2 1,0 0,-2 2,0 2,-1 0,0 2,-2 0,0 3,0 0,-1 2,-1 1,-2 1,-50-2,0 4,0 4,-41 4,33 0,60-1,1 1,-1 1,1 2,0 1,0 2,1 1,0 1,0 1,1 2,0 1,1 1,1 2,-17 12,26-17,1 1,0 1,1 0,1 1,0 0,1 2,0-1,2 2,-1 0,2 0,1 1,0 1,1-1,-3 12,-56 266,61-257,3 1,1 0,2 0,4 32,-1 5,-2-48,-2 14,3-1,2 1,1 0,2-1,2 0,3 2,55 192,40 188,-91-376,2-1,2-1,3-1,24 39,-32-63,0-2,1 1,1-2,0 0,2 0,0-2,1 0,0-2,1 0,1-1,0-1,1-1,0 0,1-2,0-1,0-1,24 4,-22-7,0-1,0-1,0-1,1-1,-1-1,0-2,0-1,0 0,0-2,-1-1,17-7,17-7,-2-3,0-2,48-31,-78 39,-2-1,0-1,-1-1,-1-1,0-1,-2-1,-1-1,-1-1,-2 0,0-1,-1-1,9-26,7-13,-2-1,-3-1,-3-1,-4-1,-2-2,-4 1,0-28,-12-334,-24 209,11 144,10 59,0 1,-2 0,0 0,-1 0,-1 1,-1 0,-1 0,-1 1,0 0,-2 0,0 1,-1 0,0 3,-71-71,60 82,17 8</inkml:trace>
  <inkml:trace contextRef="#ctx0" brushRef="#br0" timeOffset="2">1126 2129,'141'-82,"97"-77,-213 142,0-1,-1-1,-1-1,-1-1,-1-2,0 0,-2 0,-1-2,-1-1,-1 0,-1-1,-2 0,-1-1,0-1,5-25,-11 17,0-1,-3 0,-1 0,-2 0,-2 0,-1 0,-2 0,-1 0,-12-35,-6-6,-4 1,-2 1,-4 1,-7-3,15 30,-2 1,-2 1,-2 2,-2 1,-1 2,-3 1,-27-21,46 45,-1 1,-1 0,-1 1,0 2,0 0,-2 1,1 2,-1 0,-1 2,0 0,0 2,-1 1,1 0,-1 2,0 2,0 0,-5 1,8 3,1 1,-1 1,1 0,0 2,1 0,0 2,0 0,0 2,2 0,-1 1,1 1,1 1,0 0,1 1,-10 13,0 1,2 1,2 1,0 1,2 1,2 0,1 2,2 0,-11 33,10-7,2 1,3 1,3 0,3 1,2 0,4 0,2 0,2-1,4 1,3 4,0-5,2 0,3-1,2-1,4-1,14 28,-22-59,1-1,1 0,1-1,2-1,1-1,0 0,2-2,1 0,1-1,1-2,22 15,-7-13,1-1,0-3,2-1,0-2,0-2,1-2,1-2,0-1,0-3,1-2,37-2,-57-1,1-1,-1-2,1 0,-1-2,0-1,-1-1,1-1,-1-2,-1 0,0-1,-1-2,0 0,0-2,-2 0,0-1,19-19,-6-2,-2-1,-1-1,-2-1,-2-2,-1-1,-3-1,-1-1,-2-1,-3-1,-1 0,-3-1,-1-1,-3 0,-2 0,-2-1,-2-46,-3 56,-3 0,-1 0,-1 0,-3 0,-1 1,-2 0,-1 1,-3 0,-1 1,-1 1,-2 0,-2 2,-1 0,-1 1,-2 1,-1 2,-2 0,-14-10,13 14,-1 1,-1 2,-2 1,0 2,0 1,-2 1,-1 2,0 2,0 1,-2 2,1 1,-2 2,1 2,-1 1,1 2,-1 2,0 1,0 3,0 0,1 3,-32 9,28 0,0 2,2 1,0 3,1 1,2 2,0 1,2 2,0 2,2 1,2 2,0 0,3 3,0 0,3 1,0 2,3 0,1 2,2 0,2 2,2-1,1 2,-5 33,-6 93,20-22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08T06:43:50.60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522 271,'1'-2,"0"-1,1 1,-1-1,-1 1,1-1,0 1,0-1,-1 0,0 1,1-1,-1 0,0 0,0 1,-1-1,1 0,-1 1,1-1,-1 0,0 1,0-1,0 1,0-1,0 1,0-1,-1 1,0 0,1 0,-1 0,0 0,0 0,0 0,0 0,0 0,0 1,-1-1,1 1,0 0,-2-1,-14-4,0-1,0 2,-1 1,0 0,0 1,0 1,-1 1,1 1,-12 1,9-1,0 1,-1 0,1 2,0 1,-8 2,24-4,1 0,-1 0,0 0,1 0,-1 1,1 0,0 0,0 1,0 0,0 0,0 0,1 0,0 0,0 1,0 0,0 0,1 0,0 0,0 1,1-1,-3 5,1 10,0-1,1 1,1 0,0-1,2 1,0 0,3 13,-3-26,1 0,-1 1,1-1,1 0,0 0,0 0,0 0,0-1,1 1,1 0,-1-1,1 0,0 0,0 0,1 0,-1-1,1 0,1 0,-1 0,1 0,0-1,0 0,0 0,0-1,1 0,-1 0,1 0,0-1,0 0,0 0,16 2,0-1,1-1,-1 0,0-2,1-1,-1-1,0-1,0-1,0-1,0-1,-1-1,0-1,0 0,-1-2,-1-1,1 0,-1-2,-1 0,-1-1,0-1,0-1,0-2,-12 11,1 1,-1-2,0 1,-1-1,1 1,-2-2,1 1,-1 0,0-1,-1 0,0 0,-1 0,1 0,-2 0,1 0,-1-1,-1 1,0-1,0 1,-1 0,0-1,0 1,-1 0,-1 0,1 0,-1 0,-1 0,0 0,0 1,-2-3,-4-3,-1 1,-1 1,0-1,-1 2,0 0,0 0,-1 1,-1 1,1 0,-1 1,-1 1,0 0,0 1,0 1,-1 1,1 0,-1 1,0 0,0 2,0 0,-1 1,1 0,0 2,0 0,-14 4,2 3,1 1,1 1,0 1,1 2,0 0,-10 9,-57 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09:27:14.485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16306 522,'5'216,"-6"-171,-12 298,25-295,-11-49,1 1,-1 0,1 0,0-1,-1 1,1-1,-1 0,1 1,-1-1,1 0,-1 0,0 0,1 0,-1 0,0 0,0 0,0 0,0 0,0-1,0 1,0 0,0-1,0 1,-1-1,1 1,0-1,-1 1,1-1,-1 0,0 1,1-1,12-25,-11 20,0-1,1 1,-1 0,1 1,1-1,-1 0,1 1,0 0,1 0,-1 0,1 0,1 1,-1 0,1 0,-1 0,1 1,1 0,-1 0,1 0,-1 1,1 0,0 0,0 1,0 0,1 0,5 0,-3 3,0 0,-1 1,1 1,-1-1,1 2,-1-1,0 1,-1 0,1 1,-1 0,1 1,6 5,-11-8,0 0,-1 0,1 1,-1-1,0 1,0-1,0 1,0 0,-1 0,1 0,-1 0,0 1,0-1,-1 1,1-1,-1 1,0 0,0-1,-1 1,1 0,-1 0,0-1,0 1,-1 0,0 0,1-1,-2 3,-1-1,0 0,0 0,-1 0,1 0,-1 0,-1 0,1-1,-1 0,0 0,0-1,-1 1,1-1,-1 0,0 0,0-1,-6 3,-108 33,117-38,-5 1,1 0,-1-1,0 1,1-1,-1-1,0 0,0 0,0 0,1-1,-1 0,0-1,-6-2,13 4,0 0,0 0,1-1,-1 1,0 0,0-1,1 1,-1 0,0-1,1 1,-1-1,0 1,1-1,-1 0,1 1,-1-1,1 1,-1-1,1 0,-1 0,1 1,0-1,-1 0,1 0,0 1,0-1,0 0,-1 0,1 0,0 0,0 1,0-1,0 0,0 0,1 0,-1 1,0-1,0 0,0 0,1 0,-1 1,0-1,1 0,-1 1,1-1,-1 0,1 1,-1-1,1 0,-1 1,1-1,0 1,-1-1,1 1,0-1,0 1,40-27,-4 10</inkml:trace>
  <inkml:trace contextRef="#ctx0" brushRef="#br0" timeOffset="280.254">16867 415,'-2'-14,"4"0,8 12,14 20,14 24,14 24,10 21,6 17,-2 8,-10 1,-17-1,-26-3,-36-1,-39-7,-39-6,-2-19</inkml:trace>
  <inkml:trace contextRef="#ctx0" brushRef="#br0" timeOffset="1418.316">19380 642,'0'-4,"0"-1,-1 1,0-1,0 1,0-1,0 1,-1 0,1-1,-1 1,0 0,-1 0,1 1,-1-1,0 0,0 1,0-1,0 1,0 0,-1 0,1 1,-1-1,0 0,0 1,0 0,0 0,0 1,-3-2,-2 0,1 0,-1 1,1 0,-1 1,0-1,0 2,0-1,1 1,-1 1,0-1,0 2,0-1,-6 3,5-1,1 1,0 0,1 1,-1 0,1 0,0 1,0 0,0 1,1-1,0 1,1 1,-1-1,1 1,1 0,-1 1,2-1,-1 1,1 0,0 0,1 1,0-1,1 1,-1-1,2 1,0 0,0 0,0 0,2-1,-1 1,1 0,0 0,1 0,0-1,1 1,0-1,0 0,1 1,1-2,-1 1,1 0,1-1,-1 0,1 0,1-1,4 5,8 1,0-2,1 0,1 0,0-2,0-1,1-1,0 0,0-2,1 0,-1-2,1 0,0-2,0 0,7-2,-7 0,1 0,0-2,-1 0,1-2,-1 0,0-2,-1 0,1-2,19-10,3-5</inkml:trace>
  <inkml:trace contextRef="#ctx0" brushRef="#br0" timeOffset="1832.042">19822 709,'-4'5,"0"1,1 0,-1-1,1 1,0 1,1-1,-1 0,1 1,1-1,-1 1,1 0,0-1,1 1,0 0,0 0,0-1,1 1,0 0,0 0,0-1,1 1,0-1,3 6,1 1,0-1,0-1,2 1,-1-1,1-1,1 1,0-1,0-1,1 1,1-2,-1 1,1-2,1 1,-1-2,1 1,0-1,1-1,2 0,-5-1,1-1,-1-1,1 0,0 0,0-1,-1 0,1-1,0 0,0-1,0 0,0-1,-1 0,1-1,-1 0,0 0,0-1,0-1,0 0,0 0,-1 0,0-2,0 1,-1-1,0 0,0-1,-1 1,1-2,-2 1,1-1,-1 0,-1 0,4-8,-5 6,-1-1,0 0,0 0,-1-1,-1 1,0 0,-1 0,0-1,-1 1,0 0,-1-1,0 1,-1 0,0 0,-1 1,-1-1,0 1,0 0,-1 0,0 0,-1 1,0 0,-1 0,0 1,-1 0,0 1,0-1,0 2,-1-1,-1 1,1 1,-1 0,0 0,0 1,-1 1,1 0,-1 0,0 1,0 1,0 0,-1 0,1 2,0-1,-11 2,15 0,1 1,0 0,-1 0,1 1,0 0,0 0,0 0,1 1,-1 0,1 1,0-1,0 1,1 0,-1 0,1 1,0 0,0 0,1 0,0 0,0 1,1 0,-1 0,1 0,1 0,-1 0,1 0,1 1,-1-1,1 1,1-1,-1 1,1 0,1-1,-1 1,1-1,0 1,1-1,0 1,0-1,1 0,0 0,0 0,2 3,3 1,0 0,0-1,1 0,1 0,-1-1,2 0,-1-1,1 0,7 4,42 22</inkml:trace>
  <inkml:trace contextRef="#ctx0" brushRef="#br0" timeOffset="2249.99">20651 495,'-7'20,"2"2,0-1,2 0,0 1,1 0,2-1,0 1,1 0,1 0,1-1,1 1,1-1,1 0,1 0,0-1,2 0,0 0,1-1,6 8,-10-18,-1-1,1 1,1-1,0-1,0 1,0-1,1 0,0-1,0 1,1-2,-1 1,1-1,1-1,-1 1,1-2,-1 1,1-1,0-1,0 0,1 0,-1-1,0 0,0-1,1 0,-1-1,0 0,0 0,1-1,-1-1,-1 1,1-2,0 1,-1-2,8-3,-3-2,0-1,0-1,-1-1,0 1,-1-2,-1 0,0 0,-1-1,0 0,-1-1,-1 0,3-9,5-16,-2 0,-2-1,-1 0,2-25,-10 48,1 1,-2-1,-1 0,0 1,-1-1,-1 0,-1-5,1 25,1-1,-1 1,1 0,-1-1,1 1,-1 0,1-1,-1 1,0-1,1 1,-1-1,0 1,0-1,1 1,-1-1,0 0,0 1,1-1,-1 0,0 0,0 0,0 0,0 0,1 0,-1 0,0 0,0 0,0 0,0 0,1 0,-1 0,0-1,0 1,0 0,1-1,-1 1,0 0,0-1,1 1,-1-1,1 1,-1-1,0 0,1 1,-1-1,1 0,-1 1,1-1,-1 0,1 0,0 1,-1-1,1 0,0 0,0 1,-1-1,1 0,0 0,0 0,0 0,0 1,0-1,0 0,0 0,1 0,-1 0,0 1,0-2,-11 23,1 0,1 1,1-1,1 2,1-1,0 1,2 0,1 0,0 15,1-20,1-1,1 1,0 0,1-1,1 1,1 0,1-1,0 0,1 0,1 0,1-1,0 1,1-1,1-1,3 5,21 21</inkml:trace>
  <inkml:trace contextRef="#ctx0" brushRef="#br0" timeOffset="2796.633">21614 522,'-3'19,"-16"121,-6-2,-27 77,73-245,9-35,-3-2,-3-1,9-46,-28 103,-2 25,-1-4,3 8,1-1,0 0,1 0,1-1,1 0,0 0,1-1,1 0,0-1,1 0,0-1,1 0,7 4,4 4,2-2,1 0,0-2,1-1,1-1,1-2,5 2,-32-15,88 25,-88-25,0 0,0 0,0 0,0 0,0 0,0-1,0 1,-1-1,1 0,0 0,0 0,-1 0,1 0,0-1,-1 1,1-1,-1 0,0 1,0-1,0 0,0-1,0 1,0 0,0 0,0-1,-1 1,0-1,1 1,-1-1,1-2,1-12,0-1,-1 0,0 1,-2-1,0 0,-1 0,-1 1,-1-1,0 1,-1 0,-1-1,-1 0,4 12,-56-205,57 206,-1 1,1-1,0 1,0-1,0 1,0-1,0 0,1 1,0-1,0 0,1 0,-1 1,1-1,0 1,0-1,1 0,16-5,5 13</inkml:trace>
  <inkml:trace contextRef="#ctx0" brushRef="#br0" timeOffset="3051.95">22790 522,'0'7,"0"15,0 19,-2 15,-1 11,0 9,1 1,0-5,1-5,1-9,-1-12,4-14,0-15,0-20,-1-8</inkml:trace>
  <inkml:trace contextRef="#ctx0" brushRef="#br0" timeOffset="3418.39">22642 495,'-75'-89,"75"89,-1 0,0-1,0 1,0 0,0-1,0 1,1-1,-1 1,0-1,0 0,1 1,-1-1,0 0,1 1,-1-1,1 0,-1 0,1 1,-1-1,1 0,-1 0,1 0,0 0,0 0,-1 0,1 0,0 1,0-1,0 0,0 0,0 0,0 0,0 0,0 0,0 0,1 0,-1 0,0 0,1 0,-1 1,1-1,-1 0,1 0,-1 0,1 1,-1-1,1 0,0 0,-1 1,1-1,0 1,0-1,-1 1,1-1,0 1,0-1,0 1,0 0,-1-1,1 1,0 0,1 0,25-4,0 1,0 1,1 2,-1 1,10 2,-20-2,22 0,1 2,-1 2,0 2,0 1,-1 2,0 2,33 15,-63-23,1 0,-1 1,-1-1,1 2,-1-1,0 1,0 0,-1 0,1 1,-1 0,-1 0,1 1,-1-1,-1 1,0 0,0 1,0-1,-1 0,0 1,-1 0,1 0,-2 0,1 6,-1 13,-1 0,-2 0,-1 0,-1 0,-6 24,-10 87,19-131,1 0,1 0,-1 1,2-1,-1 0,1 0,0 0,0 0,1 0,1-1,-1 1,1-1,0 0,0 0,1 0,0 0,1-1,-1 0,1 0,0-1,1 1,-1-1,1-1,0 1,0-1,0 0,6 1,6 3,0 0,1-2,0-1,0 0,1-1,-1-1,1-1,0-1,0-1,-1-1,1-1,0 0,-1-2,1 0,-1-1,17-8,-30 11,0-2,0 1,0-1,0 0,-1 0,0 0,0-1,0 0,0-1,-1 1,0-1,0 0,0 0,-1-1,0 1,0-1,7-23</inkml:trace>
  <inkml:trace contextRef="#ctx0" brushRef="#br0" timeOffset="3599.37">23178 842,'18'0,"22"2,20 1,16 0,11 0,4-2,-5-2,-7-4,-15-3,-18 0</inkml:trace>
  <inkml:trace contextRef="#ctx0" brushRef="#br0" timeOffset="4578.067">23365 508,'-78'-73,"77"72,0 0,0 0,1 0,-1 0,0-1,1 1,-1 0,0 0,1 0,0 0,-1-1,1 1,0 0,-1-1,1 1,0 0,0-1,0 1,0 0,0 0,0-1,1 1,-1 0,0-1,1 1,-1 0,1 0,-1 0,1-1,0 1,-1 0,1 0,0 0,0 0,0 0,0 0,0 0,0 1,0-1,0 0,0 0,0 1,0-1,1 0,62-16,1 13,0 3,0 2,0 4,-1 2,1 3,17 7,-34-9,0 3,0 2,-1 2,-1 2,42 21,-82-35,-1 0,1 0,-1 1,0-1,0 1,0 0,0 0,-1 1,1-1,-1 1,0 0,-1 0,1 1,-1-1,0 1,0 0,-1-1,0 1,0 0,0 0,-1 1,0-1,0 0,0 0,-1 6,-3 20,-1-1,-1 0,-2 0,-7 20,-8 36,-2 112,15-418,5 154,4 0,1 0,4 1,3-1,2 1,18-57,-28 117,1 0,0 1,0-1,1 0,-1 1,1-1,0 1,0-1,0 1,0 0,0 0,1 0,-1 0,1 0,0 0,0 1,0-1,0 1,1 0,-1 0,0 0,1 1,0-1,-1 1,1 0,0-1,0 2,-1-1,4 0,5 3,-1 0,1 0,0 1,-1 1,0 0,0 0,0 1,0 1,-1 0,0 0,0 1,0 0,-1 1,0 0,-1 0,0 1,0 0,-1 0,0 1,0 0,2 7,-4-10,-1 1,0 0,0 0,-1 0,0 0,-1 1,0-1,0 1,-1-1,0 1,0 0,-1 0,0 0,0-1,-1 1,0 0,-1-1,0 1,-1-1,1 1,-2-1,1 0,-1 0,0 0,-1-1,1 0,-5 6,-6 2,0-1,-1 0,-1-1,0-1,0-1,-1 0,0-1,-1-1,0-1,-1 0,0-1,0-2,-18 3,32-6,4-2,1 0,0-1,0 1,-1 0,1 0,0 1,0-1,-1 0,1 0,0 0,0 1,0-1,-1 1,1-1,0 1,0-1,0 1,0 0,0 0,0-1,0 1,0 0,0 0,1 0,-1 0,0 0,0 0,1 0,-1 0,1 0,-1 1,1-1,-1 0,1 0,0 0,-1 1,1-1,0 0,0 1,5 4,0 0,0 1,0-2,1 1,0 0,0-1,0 0,1-1,-1 0,1 0,2 1,2 2,43 26,1-2,2-2,38 13,-87-39,0 1,1-1,-1 0,0-1,1 0,0 0,-1-1,1 0,0 0,0-1,-1 0,1-1,0 0,0 0,-1-1,1 0,-1-1,1 0,-1 0,0-1,0 0,-1 0,5-3,5-12,0-1,-1-1,-1 0,0-1,-2-1,-1 0,-1-1,-1 0,-1 0,6-24,-14 45,75-260,-70 203,-13 59,-21 58,19-29,1 0,1 0,2 0,1 1,1 0,1 0,2 26,1-39,1 0,1 0,0 0,0-1,2 1,0-1,1 0,0 0,1-1,1 0,0 0,1-1,0 0,1 0,3 1,5 2,0-1,1 0,1-2,0 0,1-1,0-1,1-1,0-1,1-1,0-1,0 0,1-2,-1-1,1-1,0-1,0-1,0-2,11-1,-26 2,1 0,0-1,0-1,0 0,0 0,-1-1,1 0,-1 0,0-1,0-1,0 1,-1-1,1-1,-1 0,-1 0,1 0,3-5,3-12</inkml:trace>
  <inkml:trace contextRef="#ctx0" brushRef="#br0" timeOffset="4828.398">24969 802,'25'2,"24"1,18 0,8 0,3-1,-7-1,-13-3,-17-6,-15 0</inkml:trace>
  <inkml:trace contextRef="#ctx0" brushRef="#br0" timeOffset="4983.543">24835 495,'28'-12,"26"-7,26-4,20 0,13 2,3 5,-13 4,-22 3,-26 2</inkml:trace>
  <inkml:trace contextRef="#ctx0" brushRef="#br1" timeOffset="35792.808">17283 2246,'-8'38,"3"1,1 0,2 0,1 0,3 0,1 0,1 0,6 18,1 23,11 211,-13 105,4 69,25 225,-36-313,15 349,19 32,-37 667,-24-337,23-344,2-635</inkml:trace>
  <inkml:trace contextRef="#ctx0" brushRef="#br1" timeOffset="36713.818">17322 3182,'18'9,"18"3,18 2,18-2,16-3,10-2,7-3,2-3,-5 0,-7 1,-13 3,-17 3,-16 2,-14 1,-12 0,-9-3</inkml:trace>
  <inkml:trace contextRef="#ctx0" brushRef="#br1" timeOffset="37000.526">18472 2754,'-2'7,"1"11,3 14,2 18,2 18,2 13,0 14,-1 7,-2 3,-2-1,-2-6,2-10,3-11,4-14,3-15,-1-16</inkml:trace>
  <inkml:trace contextRef="#ctx0" brushRef="#br1" timeOffset="37301.259">18779 2821,'5'9,"5"12,7 16,2 18,0 18,-1 14,-3 11,-5 7,-4 1,-2-1,-3-5,-1-8,0-11,1-12,4-15,2-18,1-14</inkml:trace>
  <inkml:trace contextRef="#ctx0" brushRef="#br1" timeOffset="37698.712">18953 3248,'1'-2,"-1"0,1 0,0 1,0-1,0 0,1 0,-1 0,0 1,1-1,-1 1,1-1,-1 1,1 0,0-1,-1 1,1 0,0 0,0 0,0 0,0 1,0-1,0 0,0 1,0-1,0 1,0 0,0 0,0 0,0 0,0 0,1 0,-1 1,0-1,0 0,0 1,1 0,6-1,415 12,907 9,-1104-10,-226-10,-11-1</inkml:trace>
  <inkml:trace contextRef="#ctx0" brushRef="#br1" timeOffset="39282.538">19515 4091,'-12'88,"5"0,3 0,4 1,0-71,1 0,1 0,0 0,1-1,1 1,5 11,5-13,-5-39,-6-14,-2 0,-2 1,-1-1,-2 0,-2 1,-1 0,-2-1,-63-251,72 286,-1 0,1 0,-1 0,1 0,0 0,0 0,0 0,0 0,0 0,1 0,-1 0,1 0,-1 0,1 0,0 0,0 0,-1 0,1 0,1 0,-1 1,0-1,0 0,1 1,-1-1,1 1,-1 0,1-1,-1 1,1 0,0 0,0 0,0 0,0 0,-1 0,1 1,2-1,15-3,1 2,-1 0,1 1,-1 1,1 1,-1 1,0 0,0 1,19 7,-26-9,0 1,0 1,-1 0,1 1,-1 0,0 1,0 0,-1 0,1 1,-1 1,0 0,-1 0,0 1,0 0,-1 1,1 0,1 3,-8-8,-1 0,1 0,-1 0,0 0,0 1,0-1,-1 0,0 0,0 1,0-1,0 0,0 0,-1 1,0-1,0 0,0 0,0 0,-1 0,1 0,-1 0,0-1,0 1,-1 0,1-1,-1 0,0 1,0-1,-90 74,-31-13,115-57,30-10,-12 1,26-2,0 0,1 2,-1 2,29 3,-50-1,0 0,1 0,-1 2,-1-1,1 2,-1 0,0 1,0 0,0 1,-1 0,0 1,0 0,3 4,-10-8,-1 0,0-1,0 1,0 1,0-1,-1 1,1-1,-1 1,-1 0,1 0,-1 0,0 1,0-1,0 0,-1 1,1 0,-1-1,-1 1,1-1,-1 1,0 0,0 0,-1-1,0 1,0-1,0 1,-1-1,1 1,-3 2,-4 3,-1-1,0 0,-1 0,0-1,0-1,-1 0,0 0,0-1,-1 0,0-1,0 0,-1-1,1-1,-1 0,0-1,-1 0,-14 5,0-2,0-1,-1-2,0 0,0-2,0-1,0-1,-28-17,43 6</inkml:trace>
  <inkml:trace contextRef="#ctx0" brushRef="#br1" timeOffset="40128.855">21133 2501,'0'52,"26"1082,76-34,-83-802,-23-243,1-48</inkml:trace>
  <inkml:trace contextRef="#ctx0" brushRef="#br1" timeOffset="41014.462">20959 2741,'1'-10,"1"0,0-1,0 1,1 0,0 1,1-1,0 0,1 1,0 0,0 0,1 1,0-1,1 1,0 0,0 1,0 0,1 0,0 0,1 1,-1 1,1-1,0 1,0 1,10-4,55-10,0 3,1 3,0 4,53 2,-93 4,604-12,359 13,1277-64,-1825 60,90 26,-264-5,9-12,-285-4,0 0,0 1,0-1,0 0,0 0,0 1,0-1,-32 3,-8 0</inkml:trace>
  <inkml:trace contextRef="#ctx0" brushRef="#br1" timeOffset="42718.544">23526 3169,'0'-1,"0"1,-1 0,1-1,0 1,0 0,0 0,0-1,0 1,0 0,0 0,0-1,0 1,0 0,0-1,1 1,-1 0,0 0,0-1,0 1,0 0,0 0,0-1,1 1,-1 0,0 0,0 0,0-1,1 1,-1 0,0 0,0 0,0 0,1 0,-1-1,0 1,0 0,1 0,-1 0,0 0,0 0,1 0,-1 0,0 0,1 0,-1 0,0 0,0 0,1 0,-1 0,0 0,0 0,1 0,-1 0,0 0,1 1,-1-1,0 0,0 0,1 0,-3-8,1 0,-1 0,0 0,0 0,-1 1,0-1,0 1,-1-1,0 1,-1 0,1 1,-1-1,-1 1,1 0,-1 0,0 1,0-1,-6-2,2-1,-1 1,-1 1,1 0,-1 1,0 0,-1 1,1 0,-1 1,0 1,0 0,-9-1,15 3,0 0,0 1,0 0,-1 0,1 1,1 0,-1 0,0 1,0-1,0 2,1-1,-1 1,1 0,0 0,-1 0,2 1,-1 0,0 0,1 1,0 0,0 0,0 0,0 0,-3 7,1 0,0 0,1 1,0 0,0 0,2 0,0 1,0 0,1-1,1 1,0 0,1 1,1-1,0 0,1 0,0 0,1 0,1 0,0 0,1-1,0 1,1-1,1 0,0 0,0-1,2 0,-1 0,2 0,-1-1,1 0,1-1,0 0,2 1,3 0,0-1,0 0,1-1,0 0,1-2,0 0,0 0,0-2,1 0,6 0,-14-3,1 0,-1-1,1 0,0 0,0-1,-1-1,1 0,0-1,-1 0,1 0,-1-1,0 0,0-1,0 0,0-1,-1 0,9-6,9-12</inkml:trace>
  <inkml:trace contextRef="#ctx0" brushRef="#br1" timeOffset="43100.768">23806 3035,'0'14,"2"-1,-1 1,2-1,0 1,1-1,0 0,1 0,0-1,1 1,0-1,1 0,1-1,-1 0,8 8,6-1,0-1,0 0,2-2,0 0,0-2,2 0,-1-2,15 4,-38-14,1-1,-1 0,0 0,0 0,0 0,0 0,0 0,0 0,0 0,0 1,0-1,0 0,0 1,0-1,0 1,0-1,0 1,-1-1,1 1,0 0,0-1,0 1,-1 0,1 0,0-1,-1 1,1 0,-1 0,1 0,-1 0,1 0,-1 0,0 0,1 0,-1 0,0 0,0 0,0 0,0 0,0 0,0 0,0 0,0 0,0 0,0 0,0 0,-1 0,1 1,-9 2,0 0,-1-1,1 1,0-2,-1 0,0 0,1 0,-1-2,-5 1,-5 1,-2 1,0-2,0 0,-1-2,1 0,0-1,0-2,-1 0,-23-10</inkml:trace>
  <inkml:trace contextRef="#ctx0" brushRef="#br1" timeOffset="43352.759">23926 2808,'2'-2,"8"-1,13 0,17 0,17 2,15 0,9 0,0 1,-10 0,-16 0</inkml:trace>
  <inkml:trace contextRef="#ctx0" brushRef="#br1" timeOffset="43699.351">24702 3089,'-2'2,"1"-2,1-1,0 1,0-1,0 1,0 0,0-1,-1 1,1 0,0-1,0 1,-1 0,1-1,0 1,-1 0,1-1,0 1,-1 0,1 0,0 0,-1-1,1 1,0 0,-1 0,1 0,-1 0,1 0,-1-1,1 1,0 0,-1 0,1 0,-1 0,1 0,0 1,-1-1,1 0,-1 0,1 0,-1 0,1 0,0 0,-1 1,1-1,0 0,-1 0,1 1,0-1,-1 0,1 0,0 1,0-1,-1 0,1 1,0-1,0 1,-1-1,1 0,0 1,0-1,2-18,-1 14,0 1,0 0,0 0,-1-1,1 1,-1-1,0 1,0 0,0-1,0 1,0-1,-1 1,0 0,0-1,0 1,0 0,0 0,0 0,-1 0,1 0,-1 0,0 0,0 0,0 1,-1-1,1 1,-1-1,1 1,-1 0,0 0,0 0,-2 1,-1 0,0 0,1 1,-1 0,0 0,0 0,1 1,-1 0,0 0,1 0,-1 1,1 0,-1 0,1 0,0 1,0-1,0 1,0 0,0 1,1-1,-1 1,1 0,0 0,0 1,1-1,-1 1,1 0,0 0,0 0,1 0,-1 0,1 0,0 1,1-1,-1 1,1 0,0-1,1 1,-1 0,1 0,0-1,1 1,-1 0,1 0,1 3,34 46,-14-34</inkml:trace>
  <inkml:trace contextRef="#ctx0" brushRef="#br1" timeOffset="43968.153">24675 3383,'-1'2,"1"1,0-1,0 1,0 0,0-1,1 1,-1-1,1 1,-1-1,1 1,0-1,0 0,0 1,0-1,1 0,-1 0,0 1,1-1,0 0,-1 0,2 0,-22-10,15 7,0 0,0 1,1 0,-1 0,0 0,0 0,1 1,-1-1,0 1,1 0,-1 0,1 1,-1-1,1 1,-1-1,1 1,0 0,0 0,0 1,0-1,0 0,1 1,-1 0,1 0,-1 0,1 0,0 0,-1 2,3-3,1-1,-1 1,0 0,1-1,0 1,-1 0,1-1,0 1,0-1,-1 1,1-1,0 1,1-1,-1 0,0 1,0-1,1 0,-1 0,0 0,1 0,-1 0,1 0,-1 0,1-1,0 1,-1-1,1 1,0-1,-1 1,1-1,0 0,0 0,1 0,-3 0,29 7</inkml:trace>
  <inkml:trace contextRef="#ctx0" brushRef="#br1" timeOffset="44343.154">25050 3235,'8'-39,"1"0,2 0,2 1,2 0,14-25,-25 55,72-148,-68 153,-11 22,-3 9,1 2,1-1,2 0,1 1,1-1,1 1,2-1,1 1,1-1,2 0,65 195,-71-222,0 1,-1 0,1-1,-1 1,1 0,-1 0,0-1,0 1,0 0,0 0,-1-1,1 1,-1 0,0-1,0 1,1 0,-2-1,1 1,0-1,0 0,-1 1,0-1,1 0,-1 0,0 0,0 0,0 0,0 0,0-1,0 1,-1-1,1 1,-1-1,1 0,-2 1,-21 4,2-3</inkml:trace>
  <inkml:trace contextRef="#ctx0" brushRef="#br1" timeOffset="44601.183">25156 3449,'18'0,"13"0,13 0,7 3,9 0,6-1,6 1,1-2,-5-2,-11-3,-16-4,-15-1</inkml:trace>
  <inkml:trace contextRef="#ctx0" brushRef="#br1" timeOffset="45048.611">24595 2954,'-12'118,"12"-117,0 0,0 0,0 0,0 0,0 1,0-1,0 0,0 0,1 0,-1 0,0 0,0 0,1 0,-1 0,1 0,-1 0,1 0,0 0,-1-1,1 1,0 0,-1 0,1 0,0-1,0 1,0 0,0-1,0 1,-1-1,1 1,0-1,0 1,1-1,-1 0,0 0,0 1,0-1,0 0,0 0,0 0,0 0,0 0,0 0,0 0,1-1,42-24,-42 22,0 1,-1 0,1-1,-1 1,0-1,1 0,-1 1,-1-1,1 0,0 0,-1 1,1-1,-1 0,0 0,0 0,0 0,0 0,-1 1,1-1,-1 0,1 0,-1 0,0 1,0-1,-1 0,1 1,0-1,-1 1,1 0,-1-1,0 1,0 0,0 0,0 0,0 0,-1 0,1 1,0-1,-1 1,1-1,-1 1,0 0,1 0,-1 0,0 0,0 1,1-1,-1 1,0 0,0 0,0 0,0 0,1 0,-1 0,0 1,0-1,0 1,1 0,-3 1,2 0,0 0,0 0,1 0,-1 0,1 1,-1 0,1-1,0 1,0 0,0 0,1 0,-1 0,1 0,-1 1,1-1,0 0,0 1,0-1,1 0,-1 2,-4 24</inkml:trace>
  <inkml:trace contextRef="#ctx0" brushRef="#br1" timeOffset="45348.176">24582 3489,'1'2,"0"1,1-1,0 1,-1-1,1 0,0 0,0 0,0 0,0 0,1 0,-1-1,0 1,1-1,-1 0,1 1,0-1,-1 0,1 0,0-1,-1 1,1-1,0 1,0-1,-1 0,-1 1,1-1,-1 0,1 0,-1 0,1 0,0 0,-1 0,1 0,-1 0,1 0,0-1,-1 1,1-1,-1 1,1-1,-1 0,0 0,1 0,-1 1,0-1,0 0,1 0,-1-1,0 1,0 0,0 0,0-1,0 1,0 0,-1-1,1 1,0-1,-1 1,1-1,-1 1,0-1,1 1,-1-2,0 1,0 1,0 0,0-1,-1 1,1 0,0 0,-1-1,1 1,-1 0,1 0,-1 0,1 0,-1-1,0 1,0 0,1 0,-1 0,0 1,0-1,0 0,0 0,0 0,0 1,-1-1,1 0,0 1,0-1,0 1,-1 0,1-1,0 1,0 0,-1 0,1-1,0 1,-2 0,-46 9,14 16,19-13</inkml:trace>
  <inkml:trace contextRef="#ctx0" brushRef="#br1" timeOffset="46496.668">21213 4759,'23'166,"-8"-91,3 78,-7 1,-7 70,-1-79,44 643,-46-773,2 33,3-1,1 0,3 0,1-1,3 1,14 3,-27-49,0 0,0 0,-1 0,1 0,0 0,0 0,1 0,-1 0,0 0,0-1,0 1,0 0,1-1,-1 1,0-1,1 1,-1-1,0 0,1 0,-1 1,1-1,-1 0,0 0,1 0,-1-1,0 1,1 0,-1 0,1-1,-1 1,0-1,0 1,1-1,-1 1,0-1,0 0,0 0,1 0,65-40,-13 28,1 3,0 2,1 3,-1 2,36 3,-50 0,408 11,148 33,-180-9,1594 64,-1939-97,554 31,-610-30,-19-2</inkml:trace>
  <inkml:trace contextRef="#ctx0" brushRef="#br1" timeOffset="47080.546">22376 4411,'4'16,"5"15,-1 10,0 8,-2 5,-3 0,-3-3,-4-3,-4-7,-1-9,0-9,1-9</inkml:trace>
  <inkml:trace contextRef="#ctx0" brushRef="#br1" timeOffset="47403.313">22335 4225,'11'-8,"1"2,-1 0,1 0,0 1,1 0,-1 1,1 1,0 0,0 1,0 0,0 1,0 0,0 1,1 0,8 3,-7-2,0 1,-1 1,1 0,-1 2,0-1,0 1,7 5,-16-8,0 1,0-1,0 1,-1 0,1 0,-1 1,0-1,0 1,0 0,0 0,-1 0,0 1,0-1,0 1,0-1,-1 1,1 0,-1 0,-1 1,1-1,-1 0,0 1,-2 2,0 0,-1 1,-1-1,1 0,-1-1,0 1,-1 0,0-1,0 0,-1 0,0 0,0 0,0-1,-1 0,0 0,-1 0,1-1,-1 0,0 0,0-1,0 1,-8 1,-210 102,208-97</inkml:trace>
  <inkml:trace contextRef="#ctx0" brushRef="#br1" timeOffset="47929.659">22642 4759,'4'-24,"-1"-1,-2 0,-1 1,0-1,-3-8,0-51,2 83,1 0,0 0,0-1,-1 1,1 0,0 0,0 0,0 0,0 0,0-1,1 1,-1 0,0 0,1 0,-1 0,0 0,1 0,-1 0,1 0,-1 0,1 0,0 0,0 0,-1 0,1 0,0 1,0-1,0 0,0 1,0-1,0 0,0 1,0-1,0 1,0-1,0 1,0 0,0-1,0 1,0 0,0 0,1 0,0 0,16 4,0 0,0 2,0 0,-1 1,0 0,0 2,0 0,12 9,-22-14,-1 0,1 0,-1 0,1 1,-1 0,-1 0,1 0,-1 1,0-1,0 2,0-1,-1 0,0 1,0 0,-1 0,0 0,0 0,-1 0,0 1,0-1,0 1,-1-1,0 1,-1 6,-9 71,11-84,-1 1,1 0,0 0,1-1,-1 1,0-1,0 0,1 0,-1 0,1 0,-1 0,1 0,-1 0,1-1,-1 1,1-1,0 0,-1 0,1 0,-1 0,1-1,0 1,-1 0,1-1,-1 0,1 0,-1 0,1 0,14-2,-1-2,0 1,0-2,-1 0,0-1,0-1,0 0,6-5,-15 9,0 0,0-1,-1 1,0-1,0 0,0-1,0 1,-1-1,0 0,0 0,-1 0,0 0,0-1,0 1,-1-1,0 0,0 0,0 0,-1 0,0 0,-1-1,0 6,0 1,0-1,0 1,-1-1,1 0,0 1,-1-1,1 1,-1 0,0-1,0 1,1-1,-1 1,0 0,0 0,0-1,0 1,0 0,-1 0,1 0,0 0,0 0,-1 0,1 1,-1-1,1 0,0 1,-1-1,0 1,1-1,-1 1,1 0,-1 0,1 0,-1-1,1 1,-1 1,0-1,1 0,-1 0,1 1,-1-1,1 1,-1-1,1 1,-1 0,1-1,0 1,-1 0,1 0,0 0,0 0,-1 0,1 0,0 0,0 1,0-1,0 0,1 0,-1 1,0-1,-2 4,0-1,0 1,0 0,0 0,1 0,0 0,0 0,0 0,0 1,1-1,0 0,0 1,1 0,0-1,0 1,0-1,0 1,1-1,0 1,0-1,0 1,1-1,0 0,0 0,0 0,1 0,-1 0,1 0,1-1,-1 1,0-1,1 0,0 0,0 0,0 0,1-1,3 3,4-1,1 0,0 0,1-1,-1 0,0-2,1 1,0-2,0 1,8-2,29 0</inkml:trace>
  <inkml:trace contextRef="#ctx0" brushRef="#br1" timeOffset="48732.084">23685 4505,'-24'-4,"-1"1,0 0,0 2,0 1,0 1,0 1,-13 4,37-6,-1 0,1 0,-1 0,1 0,-1 0,1 0,-1 1,1-1,0 1,-1-1,1 1,0-1,-1 1,1 0,0 0,0 0,0-1,-1 1,1 0,0 1,0-1,1 0,-1 0,0 0,0 0,0 1,1-1,-1 0,1 1,-1-1,1 1,-1-1,1 0,0 1,0-1,0 1,0-1,0 1,0-1,0 1,0-1,0 1,1-1,-1 0,1 1,-1-1,1 0,-1 1,1-1,0 1,8 9,1 0,0 0,1-1,0-1,0 1,1-2,2 1,20 17,-21-17,0 1,0 0,-1 1,-1 1,1 0,-2 0,0 1,0 0,-2 1,1 0,0 4,-9-17,1 1,-1 0,1 0,-1 0,0 0,1 0,-1 0,0 0,-1 0,1 0,0 0,0 0,-1 0,1 0,-1-1,0 1,0 0,1 0,-1-1,0 1,0 0,-1-1,1 1,0-1,0 1,-1-1,1 1,-1-1,1 0,-1 0,0 0,1 0,-1 0,0 0,-1 0,-69 9,67-10,0-1,-1 0,1 0,0 0,0-1,0 1,1-1,-1-1,0 1,1 0,-1-1,1 0,0 0,0-1,0 1,0-1,1 0,-2-1,5 4,0-1,0 1,0-1,1 1,-1-1,0 1,0 0,1-1,-1 1,1-1,-1 1,1 0,0-1,0 1,-1 0,1 0,0 0,0-1,0 1,0 0,0 0,0 1,1-1,-1 0,0 0,0 0,1 1,-1-1,0 1,1-1,-1 1,1-1,-1 1,1 0,-1 0,0 0,1 0,1 0,109-25,-83 20,0-1,0-1,0-2,-1 0,20-11,5-22,-51 41,-1 0,0 0,0-1,0 1,0-1,0 1,0-1,0 1,0-1,0 1,-1-1,1 0,-1 1,1-1,-1 0,0 0,0 1,0-1,0 0,0 0,0 1,0-1,0 0,-1 0,1 1,-1-1,1 0,-1 1,0-1,0 0,0 1,0-1,0 1,0 0,-1-2,0 1,0 1,0 0,-1-1,1 1,0 0,-1 0,1 0,0 1,-1-1,1 1,-1-1,0 1,1 0,-1 0,1 0,-1 0,1 0,-1 0,1 1,-1 0,1-1,-1 1,1 0,-1 0,1 0,0 0,0 1,-1-1,1 1,0-1,0 1,1 0,-1-1,0 1,0 0,1 0,-1 1,1-1,0 0,0 0,0 1,0-1,0 1,0-1,1 0,-1 1,1 0,-1-1,1 1,0-1,0 3,0 1,0-1,0 1,1 0,0 0,0 0,0 0,1 0,-1-1,1 1,1 0,-1-1,1 0,0 0,0 0,1 0,-1 0,1 0,0-1,0 0,1 0,-1 0,1 0,0-1,0 0,0 0,4 2,-2-1,1 0,0-1,0 0,0 0,0 0,0-1,1-1,-1 1,1-1,0-1,-1 1,1-1,-1-1,1 0,-1 0,1-1,-1 0,4-1,-6 0,1-1,-1 1,1-1,-1-1,0 1,-1-1,1 0,-1-1,0 1,0-1,0 0,-1 0,0 0,0-1,-1 0,0 1,0-1,-1 0,2-6,3-14,-1 0,-2-1,0 1,-1-21,-4-318,-9 308,-1 63,4 6,1 0,0 1,0 0,1 0,1 0,0 1,0-1,2 1,-1 3,-1 0,-5 25,1-1,2 2,2-1,2 0,1 1,4 22,-1-47,0 1,1 0,1-1,0 0,2 0,-1 0,2-1,1 0,0 0,1 0,0-1,1-1,1 0,0 0,1-1,8 7,-15-15,0-1,0 0,1 0,0 0,-1 0,1-1,0 0,1 0,-1-1,0 0,1 0,-1 0,1-1,0 0,1 0,14-3</inkml:trace>
  <inkml:trace contextRef="#ctx0" brushRef="#br1" timeOffset="48913.435">24153 4304,'14'0,"18"3,19 0,18 0,10-1,-9 0</inkml:trace>
  <inkml:trace contextRef="#ctx0" brushRef="#br1" timeOffset="49115.411">24675 4585,'16'5,"16"1,15 0,8-1,6-2,-1-1,-5-3,-10-2,-13 0</inkml:trace>
  <inkml:trace contextRef="#ctx0" brushRef="#br1" timeOffset="49362.323">24715 4772,'16'0,"17"-2,11-3,10-1,7-1,3 0,-4 1,-9 2,-13 2</inkml:trace>
  <inkml:trace contextRef="#ctx0" brushRef="#br1" timeOffset="50930.049">25531 4291,'374'-11,"-375"11,1 0,-1 1,0-1,1 1,-1-1,1 1,-1-1,1 1,-1-1,1 1,-1 0,1-1,-1 1,1 0,0-1,-1 1,1 0,0 0,0-1,-1 1,1 0,0 0,0-1,0 1,0 0,0 0,0-1,0 1,0 0,1 0,-1-1,0 1,0 0,1 0,-1-1,0 1,1 0,-1-1,0 1,1-1,-1 1,1 0,-1-1,1 1,0-1,-1 1,1-1,-1 1,1-1,0 0,-1 1,1-1,0 0,0 0,-1 1,1-1,0 0,0 0,-1 0,1 0,0 0,0 0,-1 0,1 0,0 0,0 0,-1-1,2 1,-4 3,-12 29,2 1,1 0,1 1,2 0,1 1,2 0,2 0,1 0,1 0,4 23,-6 68,-17 134,20-247</inkml:trace>
  <inkml:trace contextRef="#ctx0" brushRef="#br1" timeOffset="51182.63">25610 4626,'16'-5,"24"-1,25 0,24-1,18 1,6-1,-9 0,-17 2,-25 2</inkml:trace>
  <inkml:trace contextRef="#ctx0" brushRef="#br1" timeOffset="53675.496">22642 5561,'-20'34,"1"0,2 1,1 1,1 1,3 0,1 0,1 1,2 1,-1 23,9-51,3-17,2-19,47-340,-26 200,-18 157,-3 25,-4-14,27 87,4-1,3-1,10 9,-18-39,-16-35,-1 1,0 1,-2-1,-1 1,-2 1,0-1,1 20,-6-43,0 0,1 0,-1 1,0-1,0 0,0 0,-1 1,1-1,-1 0,1 0,-1 0,0 1,1-1,-1 0,0 0,-1 0,1 0,0-1,0 1,-1 0,1 0,-2 0,-6 3</inkml:trace>
  <inkml:trace contextRef="#ctx0" brushRef="#br1" timeOffset="53925.839">22456 5762,'6'2,"13"3,17 1,24 0,22-2,16-4,8-1,-13-1</inkml:trace>
  <inkml:trace contextRef="#ctx0" brushRef="#br1" timeOffset="54115.435">23472 5856,'-56'-2,"28"1,0 1,1 1,-1 1,0 1,0 2,25-5,-1 1,0-1,1 1,-1 0,1 0,-1 0,1 1,0-1,0 1,-1 0,1 0,0 0,0 0,1 0,-1 1,0-1,1 1,0 0,-1-1,1 1,0 0,0 1,1-1,-1 0,1 0,-1 1,1-1,0 1,1-1,-1 1,0-1,1 1,0 0,0-1,0 1,0 0,1 0,4 4,1-1,0 1,0-1,0 0,1 0,0-1,1 0,0 0,-1-1,2 0,-1-1,0 1,1-1,0-1,0 0,0 0,0-1,1 0,-1 0,6-1,29 7,0-3,0-1,1-2,-1-3,6-1,36-5</inkml:trace>
  <inkml:trace contextRef="#ctx0" brushRef="#br1" timeOffset="54375.821">24153 5842,'-16'-2,"-14"-1,-13 3,-9 3,-2 3,1 6,7 2,12 4,14 4,19 1,21 1,24-3,19-2,20-4,15-5,5-6,-14-5</inkml:trace>
  <inkml:trace contextRef="#ctx0" brushRef="#br1" timeOffset="56243.056">26840 2486,'50'0,"-3"-2,0 1,0 3,0 2,0 1,-1 3,0 2,-1 2,3 2,-42-11,0-1,0 1,0 0,0 0,-1 1,1 0,-1 0,0 0,0 0,-1 1,1 0,-1 0,0 0,0 0,-1 1,0 0,1-1,-2 1,1 0,-1 1,0-1,0 0,-1 1,0-1,0 4,0 17,-2-1,-1 0,-1 1,-1-1,-2 0,-2 7,-10 49,8 20,3 0,6 1,3 0,15 84,-2 17,9 111,21 51,42 196,-67 31,7-116,-13-344,-7-89,-2 1,-3 0,-1 0,-3 8,-38 108,38-154,0-1,0 1,-1-1,0 1,0-1,0 0,-1 0,0 0,0 0,-1-1,0 0,0 0,0 0,0 0,-1-1,0 1,-107 79,105-80,0-1,0 0,0 0,0-1,0 0,0-1,0 0,-1 0,1-1,0 0,-1 0,-7-2,-7 2,-596-24,425 21,-260-13,266-14,120 13</inkml:trace>
  <inkml:trace contextRef="#ctx0" brushRef="#br1" timeOffset="57034.98">24956 5829,'16'-2,"14"-4,11 0,6 1,3 1,1 1,-4 2,-8 2,-11 2</inkml:trace>
  <inkml:trace contextRef="#ctx0" brushRef="#br1" timeOffset="57304.259">25103 5935,'27'0,"30"-4,23-4,-2-1</inkml:trace>
  <inkml:trace contextRef="#ctx0" brushRef="#br1" timeOffset="58048.475">27282 3075,'16'0,"19"0,21 0,25 0,20-3,17 0,3 0,-7 1,-16 3,-20 3,-24 4,-23 2,-19 0,-11-2</inkml:trace>
  <inkml:trace contextRef="#ctx0" brushRef="#br1" timeOffset="58332.789">28378 2701,'-2'-7,"-6"4,-8 11,-10 12,-8 14,-5 15,3 15,6 11,14 5,18 1,20-4,22-9,20-8,17-11,-5-13</inkml:trace>
  <inkml:trace contextRef="#ctx0" brushRef="#br1" timeOffset="58642.566">28886 2741,'13'-2,"15"5,10 10,9 12,3 12,-5 12,-10 9,-12 5,-13 2,-15-1,-17-5,-10-8,-6-8,3-11,7-12</inkml:trace>
  <inkml:trace contextRef="#ctx0" brushRef="#br1" timeOffset="58900.59">29287 3128,'16'-2,"16"-3,20-3,20-3,21-1,20 1,14 3,2 2,-3 2,-14 3,-24 0</inkml:trace>
  <inkml:trace contextRef="#ctx0" brushRef="#br1" timeOffset="60446.319">29113 3650,'5'20,"3"14,3 10,2 5,3 0,1-1,3-4,2-5,1-7,3-9,2-8,7-10,3-9,0-9,-1-7,-8 0</inkml:trace>
  <inkml:trace contextRef="#ctx0" brushRef="#br1" timeOffset="60643.789">29140 3797,'18'0,"16"0,15 0,10 0,5-2,0-1,-6-2,-10-3,-14-2,-12 1</inkml:trace>
  <inkml:trace contextRef="#ctx0" brushRef="#br1" timeOffset="60909.1">29167 3529,'18'-2,"17"-1,17 0,15 3,13 2,5 2,-2 3,-15 0</inkml:trace>
  <inkml:trace contextRef="#ctx0" brushRef="#br1" timeOffset="61165.47">29701 3730,'2'16,"2"12,-1 8,-1 7,-5 5,-4 2,-6-2,-3-3,0-8,1-13,4-9</inkml:trace>
  <inkml:trace contextRef="#ctx0" brushRef="#br1" timeOffset="61418.874">29648 3744,'6'13,"8"12,10 10,10 7,8 0,7-3,3-4,-2-8,-5-7,-6-7,-7-11,-9-6</inkml:trace>
  <inkml:trace contextRef="#ctx0" brushRef="#br1" timeOffset="61612.503">30049 3716,'-3'-16,"-2"-7,-1-2,-1 3,0 12,-1 19,1 19,2 20,1 16,7 14,6 7,5 5,0-2,-3-15</inkml:trace>
  <inkml:trace contextRef="#ctx0" brushRef="#br1" timeOffset="65713.939">30316 1965,'-5'246,"0"-83,7-1,9 28,29 78,-22-174,-5 2,-3 0,-5 0,-5 64,-35 223,35 355,0-698,0 82,14 101,44 350,-53-496,4 1,3-1,20 66,85 226,-50-46,42 8,-23 166,-43-291,-8 3,-7 25,-26-210,1-1,2 1,0-1,2 1,8 18,-15-41,-1-1,1 1,0-1,0 1,0 0,0-1,0 1,0 0,0-1,1 1,-1-1,0 1,0 0,0-1,1 1,-1-1,0 1,1-1,-1 1,0 0,1-1,-1 0,1 1,-1-1,0 1,1-1,0 1,-1-1,1 0,-1 0,1 1,-1-1,1 0,-1 0,1 1,0-1,-1 0,1 0,0 0,-1 0,1 0,-1 0,1 0,0 0,-1 0,1 0,0 0,-1-1,1 1,-1 0,1 0,0-1,-1 1,1 0,-1-1,5-12</inkml:trace>
  <inkml:trace contextRef="#ctx0" brushRef="#br2" timeOffset="95646.671">19554 2433,'-66'-43,"-2"2,-2 4,-1 2,-29-6,59 30,0 2,0 1,-1 3,0 1,0 2,0 3,-29 3,31-3,-14-1,-1 2,0 2,1 3,0 2,0 3,2 2,-1 2,2 2,0 3,1 2,2 2,0 2,-21 17,40-20,1 0,1 2,2 1,0 1,2 1,1 1,1 1,2 1,1 1,2 0,1 2,1-1,2 2,2-1,1 2,1 4,-61 479,49-402,4-44,3 1,3 0,3 1,4 0,3-1,3 1,4 0,8 30,10-21,3 0,4-2,4-1,3-2,4-2,2-2,5-1,2-3,4-3,32 31,-27-39,2-2,2-3,3-3,2-3,3-2,1-5,2-2,2-4,1-3,2-4,1-3,1-4,1-4,1-3,0-4,1-4,0-3,72-6,-117-1,0-2,0-2,0-1,-1-3,-1-1,1-1,-2-3,0-1,0-1,-2-3,0 0,-2-3,0-1,-2-1,0-2,-2-1,-1-1,-1-2,-2 0,-1-2,-2-1,2-7,6-33,-3-1,-3-2,-4 0,-3-2,-4 0,-3-1,-4 0,-3-21,5-63,-7 1,-7-1,-8 1,-18-77,-17-11,-11 2,-40-94,70 254,-3 2,-4 1,-4 2,-3 2,-50-69,75 126,-1 0,-1 1,-1 1,-1 1,-1 1,-1 1,-1 2,0 0,-1 1,-1 2,-1 0,-22-7,1 8,-1 2,0 3,0 1,-1 3,1 2,-1 2,0 3,0 1,1 3,0 2,-14 6,-230 47,5 12</inkml:trace>
  <inkml:trace contextRef="#ctx0" brushRef="#br0" timeOffset="-2300.318">4127 387,'0'514,"0"-1058,1 556,0 0,0 0,1 0,1 0,0-1,1 1,0 0,0-1,1 0,1 0,0-1,0 0,1 0,1 0,0 0,-5-7,1 0,-1 0,1 0,0 0,0 0,0-1,1 0,-1 0,1 0,-1-1,1 1,-1-1,1 0,0 0,0-1,-1 1,1-1,0 0,0 0,-1-1,1 0,0 1,0-2,-1 1,1 0,-1-1,1 0,3-2,5-3,-1 0,0-1,0-1,0 0,-1 0,-1-1,1-1,-2 1,1-2,21-30,-2-1,-2-2,13-29,-29 56,-11 18,0 0,1-1,-1 1,0 0,1 0,-1 0,0 0,1 0,-1 0,0 0,1 0,-1 0,0 0,1 0,-1 0,0 1,1-1,-1 0,0 0,0 0,1 0,-1 0,0 1,0-1,1 0,-1 0,0 1,0-1,1 0,-1 0,0 1,0-1,0 0,0 0,1 1,-1-1,0 0,0 1,0-1,0 0,0 1,0-1,0 0,0 1,0-1,0 0,0 0,0 1,0-1,0 0,0 1,0-1,0 0,0 1,-1-1,1 0,0 1,0-1,0 0,0 0,-1 1,1-1,0 0,0 0,-1 0,1 1,0-1,-1 0,1 1,-12 141,6-93,1 1,3 0,3 0,5 50,-4-91,-1 1,1-1,1 1,0-1,0 0,1 0,0 0,0 0,1-1,0 0,1 0,0 0,0-1,1 0,-1 0,2 0,-1-1,1 0,0 0,0-1,4 1,26 11</inkml:trace>
  <inkml:trace contextRef="#ctx0" brushRef="#br0" timeOffset="-2015.99">5143 415,'-15'32,"2"1,1 1,1 0,2 0,2 1,1 0,-1 20,3-28,2 1,0 0,1 0,2-1,1 1,3 9,-4-28,1 0,0-1,1 1,0 0,1-1,-1 0,1 0,1 0,0 0,0-1,0 1,1-1,0-1,1 1,-1-1,1 0,0 0,1-1,-1 0,1-1,2 1,8 3,1-1,0-2,1 0,-1 0,1-2,0-1,0 0,0-1,0-1,0-1,0-1,0-1,8-2,16-9,-10-2</inkml:trace>
  <inkml:trace contextRef="#ctx0" brushRef="#br0" timeOffset="-1751.695">5063 762,'18'-2,"20"-3,19-6,19-2,11-2,5-1,-1 1,-17 2</inkml:trace>
  <inkml:trace contextRef="#ctx0" brushRef="#br0" timeOffset="-1112.657">5211 415,'65'-15,"2"4,-1 2,40 2,-45 2,-29 2,88-6,1 4,44 7,-50 16,-110-17,1 1,-1 0,0 0,0 1,0 0,0-1,0 2,-1-1,1 0,-1 1,0 0,0 0,0 0,-1 0,1 1,-1 0,0-1,2 6,0 7,-1 1,-1 0,-1-1,0 1,-2 0,0 0,0 0,-2 0,0 0,-1 0,-5 15,6-24,-8 43,-6 32,3 1,4 0,2 49,10-433,-3 284,-2-39,2-1,3 1,3 0,1 0,3 1,11-32,-19 78,0 0,1 0,-1 1,2-1,-1 1,1-1,0 1,0 0,0 0,1 1,0 0,0-1,1 2,-1-1,1 1,0-1,0 2,1-1,-1 1,1 0,-1 0,1 1,0-1,6 0,3 3,0 0,0 1,0 1,0 0,0 2,0-1,-1 2,1 0,-1 1,-1 0,1 1,-1 1,0 0,-1 1,1 1,-2 0,0 1,0 0,2 4,-9-11,0 0,0 0,-1 1,0 0,0 0,0 0,0 0,-1 0,0 1,0 0,-1-1,1 1,-1 0,0 0,-1 1,0-1,0 0,0 0,0 1,-1-1,0 0,-1 1,1-1,-1 0,-1 1,1-1,-1 2,-3 0,-1 1,1-1,-1 0,-1 0,0-1,0 0,0 0,-1-1,0 0,0 0,0-1,-1 0,0 0,-3 1,-134 44,-1-18,146-32,1 0,-1 0,1 0,-1 0,0 0,1 0,-1 0,0 0,1 1,-1-1,1 0,-1 0,0 1,1-1,-1 0,1 1,-1-1,1 1,-1-1,1 0,-1 1,1-1,0 1,-1 0,1-1,0 1,-1-1,1 1,0-1,0 1,0 0,-1-1,1 1,0 0,0-1,0 1,0-1,0 1,0 0,0-1,0 1,0 0,1-1,-1 1,0 0,0-1,1 1,24 21,27 4,1-2,1-2,1-3,1-1,68 17,2-5,99 9,-115-25</inkml:trace>
  <inkml:trace contextRef="#ctx0" brushRef="#br0" timeOffset="-3686.894">2737 374,'0'14,"0"18,0 17,0 16,0 11,0 6,0-2,-2-7,-1-15,0-14,1-19,0-24,1-11</inkml:trace>
  <inkml:trace contextRef="#ctx0" brushRef="#br0" timeOffset="-3431.446">2403 201,'18'6,"22"4,25-2,23-5,21-11,14-9,4-5,-4-2,-22 4</inkml:trace>
  <inkml:trace contextRef="#ctx0" brushRef="#br0" timeOffset="-3086.826">3526 321,'2'16,"1"16,0 20,0 18,-4 13,-3 9,-2 2,1-5,3-12,7-14,2-18</inkml:trace>
  <inkml:trace contextRef="#ctx0" brushRef="#br0" timeOffset="-4353.393">1280 696,'-2'-3,"0"0,0 1,0-1,-1 0,1 1,0 0,-1 0,0 0,1 0,-1 0,0 0,0 1,0-1,0 1,-1 0,1 0,0 0,0 1,-1-1,1 1,0-1,-1 1,1 0,0 0,-1 1,1-1,0 1,-1 0,1 0,0 0,0 0,0 0,0 0,-2 2,-4 6,0 0,1 0,0 1,0 0,1 1,1 0,-1 0,2 0,0 1,0-1,1 1,0 1,1-1,1 0,0 1,0 1,1-12,1 0,0 0,-1 0,1 1,0-1,0 0,0 0,1 0,-1 1,0-1,1 0,-1 0,1 0,0 0,0 0,0 0,0 0,0 0,0 0,0 0,1-1,-1 1,1 0,-1-1,1 1,0-1,-1 0,1 0,0 1,0-1,0 0,0 0,0-1,0 1,0 0,0-1,0 1,1-1,-1 0,0 0,0 1,0-2,1 1,-1 0,0 0,1-1,6-3,-1-1,0 0,0 0,-1-1,0 0,0 0,0-1,0 1,-1-2,-1 1,1-1,-1 1,0-2,-1 1,0 0,2-7,0 2,0 0,-1-1,-1 0,0 0,-1 0,-1 0,0 0,0-5,-2 24,-2 20,2 0,1 0,1 0,1 0,3 6,-5-24,1 0,0 0,1-1,-1 1,1-1,0 1,1-1,0 0,0 0,0-1,1 1,-1-1,1 0,1 0,-1 0,1-1,-1 0,1 0,0-1,1 1,-1-1,1 0,57 6,-37-14</inkml:trace>
  <inkml:trace contextRef="#ctx0" brushRef="#br0" timeOffset="-4090.096">1574 348,'0'-7,"7"0,11 6,14 10,13 14,6 18,-2 19,-9 21,-15 18,-24 16,-26 9,-22 1,-14-7,-4-15,9-24</inkml:trace>
  <inkml:trace contextRef="#ctx0" brushRef="#br0" timeOffset="-6001.589">15384 829,'-2'-1,"-1"-1,1 1,0 0,-1 0,1 0,-1 0,1 0,-1 0,0 1,1-1,-1 1,0 0,1 0,-1 0,0 0,1 0,-1 0,0 1,1 0,-1-1,1 1,-1 0,1 0,-1 0,1 1,0-1,-1 0,1 1,0 0,0-1,0 1,0 0,0 0,1 0,-1 0,1 1,-1-1,1 0,0 1,-1 0,-10 20,0 0,2 0,0 1,2 0,1 1,0 0,2 0,1 1,1-1,1 20,3 254,4-242,3 0,2 0,2-1,3-1,2 0,2-2,3 0,3-1,3 3,-6-18,-2 0,-2 1,-1 1,-2 1,-2 1,8 38,-12-3,-2 0,-4 0,-3 1,-4-1,-3 1,-3-2,-3 1,-7 11,2-7,3 0,4 1,4 1,2 21,22 446,11 232,16-435,33 92,-65-382,-3 1,-2 1,-2-1,-3 1,-2 0,-3 0,-6 27,-17 27,-4-2,-23 48,25-71,3 2,4 0,4 1,4 1,4 1,3 24,5 34,7 0,6 0,25 111,14 3,-12 2,-11 1,-10 68,-51 481,15-535,5-3,19 239,24 215,-3-164,-12-342,2-51,7-1,12 13,-20-66,-5 0,-5 1,-9 96,1-60,2 1275,-8-1217,-11 17,4-60,-45 375,52-357,10 78,-1-239,12 405,-13-381,1 0,3-1,3 0,1 1,3-2,6 14,53 124,-61-168</inkml:trace>
  <inkml:trace contextRef="#ctx0" brushRef="#br1" timeOffset="28685.352">13766 2982,'14'0,"11"4,8 9,8 9,3 9,0 9,-5 7,-7 4,-10 2,-11 2,-12-1,-15-4,-9-6,-7-8,-1-9,6-11</inkml:trace>
  <inkml:trace contextRef="#ctx0" brushRef="#br1" timeOffset="28929.455">14180 3342,'18'-4,"20"-2,17 0,18 1,14 2,10 0,5 2,1 3,-5 4,-14 2,-15 3,-20-1</inkml:trace>
  <inkml:trace contextRef="#ctx0" brushRef="#br1" timeOffset="31029.308">14822 1591,'6'118,"5"-1,5 0,10 18,-5-20,71 360,-74-338,-6 0,-6 1,-10 105,1-43,9 30,-4 126,-12 333,-15-277,25 673,0-518,14-123,-14 272,-28-373,29 173,23-315,-18-125,-1-69,-3-10</inkml:trace>
  <inkml:trace contextRef="#ctx0" brushRef="#br1" timeOffset="11562.964">1320 1952,'16'125,"35"396,2 162,2-8,-55-665,10 266,34 192,-35-423,-2 1,-2 0,-2 0,-2 0,-3 1,-1-1,-2 0,-6 20,7-48,1-7</inkml:trace>
  <inkml:trace contextRef="#ctx0" brushRef="#br1" timeOffset="12630.133">1454 2821,'9'0,"10"0,10 0,13 0,12 0,10 0,11 2,4 1,-1 2,-1 0,-6 2,-7 0,-10 0,-10 0,-11-2,-7-2,-7 0,-6-2</inkml:trace>
  <inkml:trace contextRef="#ctx0" brushRef="#br1" timeOffset="13028.849">2456 2433,'0'0,"-1"0,1 0,-1 0,1 0,-1 0,1 0,-1 0,1 1,0-1,-1 0,1 0,-1 0,1 1,0-1,-1 0,1 0,0 1,-1-1,1 0,0 1,-1-1,1 0,0 1,0-1,-1 1,1-1,0 0,0 1,0-1,0 1,0-1,0 1,-1-1,1 1,0-1,0 0,0 1,0-1,1 1,-1-1,0 1,0-1,0 1,0-1,0 0,0 1,1-1,-1 1,0-1,0 0,1 1,-1-1,0 0,21 452,-19 99,0-522,-2-29,0 0,0 0,1 0,-1 0,0 0,0 0,1 0,-1 0,0 0,0 0,1 0,-1 0,0 0,0 0,0 0,1 0,-1 0,0 0,0 0,1 0,-1 0,0 1,0-1,0 0,1 0,-1 0,0 0,0 0,0 1,0-1,1 0,-1 0,0 0,0 1,0-1,0 0,0 0,0 0,0 1,0-1,0 0,0 0,0 1,1-1,-1 0,5-13</inkml:trace>
  <inkml:trace contextRef="#ctx0" brushRef="#br1" timeOffset="13429.704">2831 2379,'-5'14,"0"0,1 0,1 1,0-1,1 1,1-1,0 1,1 12,-1 0,1 97,5 0,5-1,6 0,30 116,-4-82,-36-148,-2-8</inkml:trace>
  <inkml:trace contextRef="#ctx0" brushRef="#br1" timeOffset="14363.175">2804 2888,'710'8,"-472"-7,35-12,-181 6,26 2,-1 4,86 14,41 3,202-14,-254-5,158-27,-304 20,-49 6,-6 0</inkml:trace>
  <inkml:trace contextRef="#ctx0" brushRef="#br1" timeOffset="15204.163">3593 3342,'-158'336,"122"-252,-16 37,87-209,-6-9,-5-1,-4-2,-3-7,-14 83,-2 14,0-1,0 1,1-1,1 1,0 0,0 0,1 0,0 0,0 1,1 0,5-7,-9 15,1 0,-1 0,1-1,-1 2,1-1,-1 0,1 0,-1 0,1 1,0-1,0 1,-1-1,1 1,0 0,0-1,-1 1,1 0,0 0,0 0,-1 1,1-1,0 0,0 1,-1-1,1 1,0 0,-1-1,1 1,-1 0,1 0,-1 0,1 0,-1 0,1 0,-1 0,0 1,0-1,47 53,-25-15,-2 2,-2-1,-1 2,-2 1,-2 0,-2 0,-2 1,0 12,19 70,1-12,-32-93,-5-24</inkml:trace>
  <inkml:trace contextRef="#ctx0" brushRef="#br1" timeOffset="15451.591">3379 3663,'-5'-7,"2"-2,4 1,10-2,15 3,13-2,14 0,14 1,12-1,8 2,3-1,0 2,-16 1</inkml:trace>
  <inkml:trace contextRef="#ctx0" brushRef="#br1" timeOffset="16599.688">5692 2847,'171'-12,"123"35,398-20,-497-7,-92-1,1 5,-1 4,66 12,-32 1,-123-17</inkml:trace>
  <inkml:trace contextRef="#ctx0" brushRef="#br1" timeOffset="17002.652">7737 2259,'-10'150,"18"384,59 362,-53-742,15 563,-25-518,5 7,-5-183,2-24,-1-22,0-11</inkml:trace>
  <inkml:trace contextRef="#ctx0" brushRef="#br1" timeOffset="18594.527">7670 2299,'1'-3,"0"0,-1 0,1 0,0-1,1 1,-1 0,1 0,-1 0,1 1,0-1,0 0,0 1,0-1,0 1,1 0,-1-1,1 1,0 0,-1 1,1-1,0 0,0 1,0 0,0-1,0 1,1 0,-1 1,0-1,0 1,1-1,-1 1,0 0,254-3,564 18,-38 21,-680-29,506 6,-129-8,271 1,-444 8,36-14,-334 0,-3 0,0 0,-1 0,1 0,0 1,-1-1,1 1,-1 1,1-1,-1 1,1 0,-1 0,0 1,0-1,0 1,-3 1,0-1,-1 0,0 0,0 1,0-1,0 1,0-1,-1 1,1-1,-1 1,0-1,0 1,0-1,-1 1,0 1,1 8,-4 756,10-642,5-1,10 27,33 389,35 11,-59-47,-4-41,-15-350,-5 102,-6-215,0-8</inkml:trace>
  <inkml:trace contextRef="#ctx0" brushRef="#br1" timeOffset="20084.092">7791 4986,'20'84,"-3"-1,-3 2,-5 0,-3 0,-5 81,3 10,-3-136,3-1,0 1,3-1,11 37,-15-64,1 0,0 0,1-1,1 0,-1 0,2 0,0 0,0-1,0 0,2-1,-1 0,1 0,0 0,1-1,0-1,0 0,8 4,-9-8,-1 0,1 0,0-1,0 0,0-1,0 0,1 0,-1-1,0-1,0 1,0-1,0-1,0 0,0 0,0 0,-1-1,1-1,-1 0,0 0,0 0,8-6,15-2,2 2,0 1,0 1,0 2,1 2,0 0,8 3,-15-2,344-13,7 16,-204 1,1168 14,-1160-16,617 19,-576 4,-100-35,-35 0,144 4,-171 5,-70 0,-5-2</inkml:trace>
  <inkml:trace contextRef="#ctx0" brushRef="#br1" timeOffset="20777.657">8259 3169,'4'13,"2"14,0 12,-2 7,-1 8,-1 4,0-1,-2-4,0-6,0-6,0-9,2-8,1-15,0-7</inkml:trace>
  <inkml:trace contextRef="#ctx0" brushRef="#br1" timeOffset="21412.004">8018 3209,'20'-6,"175"10,-35 0,87-11,-236 5,-9 1,0 0,0 1,0-1,0 0,0 1,1-1,-1 1,0 0,0 0,0 0,0 0,1 0,-1 0,0 0,0 1,0-1,0 1,0 0,0-1,0 1,0 0,0 0,0 0,0 1,-1-1,1 0,0 1,-1-1,1 1,-1-1,0 1,1 0,-1 0,-24 85,16-64,-6 12,2 1,1 0,2 1,2 0,0 4,6-39,-1 0,1-1,0 1,0 0,0 0,0 0,0 0,0 0,1 0,-1 0,0 0,1 0,0 0,-1 0,1 0,0-1,0 1,0 0,0-1,0 1,1 0,-1-1,0 0,1 1,-1-1,1 0,-1 1,1-1,0 0,0 0,-1-1,1 1,0 0,0 0,0-1,0 1,0-1,0 0,0 0,0 1,0-1,0 0,0-1,1 1,11-4,1-1,-2-1,1 0,0-1,-1 0,-1-1,1 0,-1-1,0 0,-1-1,0-1,-1 0,2-3,52-70,-65 78,-11 24,0 12,1 1,2 0,1 0,2 1,0 0,3 0,0 2,1-18,1-1,1 1,0-1,1 1,1 0,0-1,1 0,1 0,0 0,1 0,5 9,5 1</inkml:trace>
  <inkml:trace contextRef="#ctx0" brushRef="#br1" timeOffset="21768.798">9194 3262,'-1'4,"1"0,-1-1,0 1,1 0,0-1,0 1,0 0,0-1,1 1,-1 0,1-1,0 1,0-1,0 1,1-1,-1 1,1-1,0 0,0 0,0 0,0 0,1 0,-1 0,1-1,-1 1,1-1,0 1,0-1,0 0,0 0,1-1,-1 1,0-1,1 1,-1-1,4 0,-6-1,1 0,-1 0,1 0,0 0,-1 0,1 0,-1-1,1 1,0-1,-1 1,1-1,-1 0,0 0,1 1,-1-1,0 0,1 0,-1 0,0 0,0-1,0 1,0 0,0 0,0-1,0 1,0-1,-1 1,1-1,0 1,-1-1,1 1,-1-1,0 1,1-1,-1 1,0-1,0 0,0-1,0-1,0 0,0 1,0-1,0 0,-1 1,0-1,0 1,0-1,0 1,0-1,-1 1,1 0,-1 0,0-1,-1 1,2 0,-1 1,0-1,1 1,-1 0,0 0,0 0,-1 0,1 0,0 0,-1 1,1-1,-1 1,1-1,-1 1,0 0,1 0,-1 0,0 1,0-1,0 1,0-1,0 1,0 0,1 0,-1 0,0 1,0-1,0 1,0-1,0 1,1 0,-1 0,0 0,1 1,-1-1,0 0,1 1,0 0,-1 0,1 0,0 0,0 0,0 0,0 0,1 0,-1 1,-1 2,-4 17,2 0</inkml:trace>
  <inkml:trace contextRef="#ctx0" brushRef="#br1" timeOffset="22029.853">9301 3677,'1'1,"0"0,0 0,0 0,0 0,0 0,0 0,0 0,0-1,0 1,0 0,0-1,0 1,0-1,1 1,-1-1,0 1,1-1,-1 0,0 0,0 1,1-1,-1 0,0 0,1 0,-1-1,0 1,1 0,-1 0,0-1,1 1,-1-1,0 1,0-1,0 1,0-1,1 0,-1 0,0 0,0 1,0-1,-1 0,1 0,1-1,0-1,0 0,0 0,-1 0,1-1,-1 1,0 0,0 0,0-1,0 1,-1-1,1 1,-1-1,0 1,0-1,0 1,0-3,-1 3,-1 0,1 0,-1 0,1 1,-1-1,0 0,0 1,0-1,0 1,0 0,-1-1,1 1,-1 0,1 0,-1 1,0-1,0 1,0-1,0 1,0 0,0 0,0 0,0 0,0 1,0-1,-1 1,1 0,0 0,0 0,0 0,-1 1,1-1,0 1,0 0,0 0,0 0,0 0,0 0,0 1,0-1,0 1,1 0,-1 0,1 0,-2 1,1-1,1 1,-1-1,1 0,0 0,0 1,0 0,0-1,0 1,1 0,-1 0,1 0,-1 0,1 0,0 0,0 0,1 0,-1 0,1 1,-1-1,1 0,0 1,0-1,1 0,-1 0,1 1,-1-1,1 0,0 0,0 0,0 0,1 0,-1 0,1 0,0 0,0-1,0 1,0-1,0 1,2 1,27 10,2-5</inkml:trace>
  <inkml:trace contextRef="#ctx0" brushRef="#br1" timeOffset="22599.439">9675 3463,'22'-21,"-2"0,0-1,-2 0,0-2,7-14,-20 31,50-80,-55 87,0 0,0 0,0 0,1 1,-1-1,0 0,0 0,0 0,0 0,0 0,1 0,-1 0,0 1,0-1,0 0,0 0,1 0,-1 0,0 0,0 0,0 0,0 0,1 0,-1 0,0 0,0 0,0 0,1 0,-1 0,0 0,0 0,0 0,0 0,1-1,-1 1,0 0,0 0,0 0,0 0,0 0,1 0,-1 0,0-1,0 1,0 0,0 0,-3 20,2-19,-6 34,0 1,3-1,1 1,2 0,1 0,1 0,3 0,0 0,4 2,9 63,-19-100,1 0,-1 1,1-1,-1 0,1 0,-1 0,0 0,0 0,0-1,1 1,-1 0,0-1,0 0,0 1,0-1,0 0,0 0,0 0,0 0,0 0,0 0,0-1,0 1,0-1,0 1,1-1,-1 0,0 0,0 0,1 0,-1 0,0 0,1 0,-1 0,0-1,-4-1,0-2,20 5,57 1,0-3,-1-4,5-3,-30 4,8-1</inkml:trace>
  <inkml:trace contextRef="#ctx0" brushRef="#br1" timeOffset="24797.605">8338 4332,'-2'16,"-1"9,0 8,1 5,0 1,1 0,1-4,0-6,0-6,0-6</inkml:trace>
  <inkml:trace contextRef="#ctx0" brushRef="#br1" timeOffset="25082.647">8231 4198,'1'-2,"1"0,-1 1,1-1,-1 0,1 0,0 1,-1-1,1 1,0-1,0 1,0 0,0 0,0 0,0 0,0 0,1 1,-1-1,0 0,0 1,1 0,-1-1,0 1,1 0,-1 0,0 1,1-1,0 1,66 16,-65-15,6 1,4 1,0 0,-1 1,1 1,-1 0,0 1,-1 0,0 1,0 0,-1 1,5 5,-14-13,-1 1,0-1,0 1,0-1,0 1,0 0,-1 0,1-1,0 1,-1 0,1 0,-1 0,0 0,1 0,-1 0,0 0,0-1,-1 1,1 0,0 0,-1 0,1 0,-1 0,1 0,-1-1,0 1,0 0,0-1,0 1,0 0,0-1,0 1,0-1,-1 1,1-1,0 0,-1 0,0 0,1 0,-1 0,0 0,-72 40,25-19,33-13</inkml:trace>
  <inkml:trace contextRef="#ctx0" brushRef="#br1" timeOffset="25680.522">8579 4626,'0'-189,"0"188,0 0,0-1,0 1,0 0,0 0,0-1,0 1,1 0,-1 0,0 0,1-1,-1 1,1 0,-1 0,1 0,0 0,-1 0,1 0,0 0,0 0,0 0,-1 0,1 0,0 0,0 1,1-1,-1 0,0 1,0-1,0 1,0-1,0 1,1 0,-1-1,0 1,0 0,1 0,-1 0,0 0,0 0,1 0,-1 0,0 0,0 1,0-1,1 0,-1 1,0-1,0 1,0-1,0 1,0-1,1 1,44 10,-18-5,-1 1,0 1,-1 1,0 2,1 1,-22-10,-1 1,1 0,-1 0,0 0,-1 1,1-1,0 1,-1 0,0 0,0 0,0 0,0 1,-1-1,0 1,0 0,0-1,0 1,-1 0,0 0,0 0,0 0,-1 0,1 0,-1 1,0-1,-1 0,1 1,-1 6,0-10,0-1,1 1,-1 0,1 0,0 0,-1-1,1 1,0 0,0 0,0 0,0 0,1-1,-1 1,0 0,1 0,-1 0,1-1,0 1,-1 0,1-1,0 1,0-1,0 1,0-1,0 1,1-1,-1 1,0-1,1 0,-1 0,1 0,-1 0,1 0,-1 0,1 0,0 0,-1-1,1 1,2 0,8-2,0 0,0-1,0-1,0 0,0 0,-1-1,1 0,-1-1,0-1,0 0,-1 0,1-1,5-5,52-57,-66 66,0 0,0 0,-1 1,1-1,-1 0,0 0,0-1,0 1,0 0,0 0,-1 0,0-1,1 1,-1 0,0 0,-1-1,1 1,-1 0,1 0,-1 0,0-1,0 1,0 0,-1 0,1 0,-1 1,1-1,-2-1,2 2,-1 0,1 0,-1 0,1 0,-1 0,0 1,1-1,-1 0,0 1,0 0,0-1,0 1,-1 0,1 0,0 0,0 0,-1 1,1-1,-1 1,1-1,0 1,-1 0,1 0,-1 0,1 0,-1 0,1 1,0-1,-1 1,1-1,-1 1,1 0,0 0,0 0,0 0,0 0,-1 1,2-1,-2 1,1 3,1 1,-1-1,1 0,0 1,1-1,-1 1,1 0,0-1,0 1,1-1,-1 1,2-1,-1 1,0-1,1 1,0-1,0 0,0 0,1 0,0 0,0-1,0 1,1-1,-1 1,1-1,0 0,0-1,0 1,1-1,0 0,-1 0,1 0,0 0,0-1,0 0,1 0,14 5,1 0,-1-2,1 0,0-2,0 0,0-1,1-1,16-2,12-1</inkml:trace>
  <inkml:trace contextRef="#ctx0" brushRef="#br1" timeOffset="26051.531">9688 4345,'-9'-2,"0"0,0 0,0 1,0 1,-1 0,1 0,0 0,0 1,0 1,0 0,0 0,0 1,0 0,0 0,1 1,-1 0,-5 4,12-6,0 0,0 1,1-1,-1 0,1 1,-1-1,1 0,0 1,0 0,0-1,0 1,1 0,-1-1,1 1,0 0,0 0,0-1,0 1,0 0,0 0,1-1,-1 1,1 0,0-1,0 1,0 0,0-1,0 1,0-1,1 0,-1 1,1-1,0 0,0 0,0 0,0 0,0 0,0-1,0 1,0 0,1-1,-1 0,1 1,-1-1,1 0,1 0,183 83,-185-83,-1-1,1 1,-1-1,1 1,-1-1,0 1,1 0,-1 0,0 0,0 0,0 0,0 0,1 0,-1 0,-1 0,1 0,0 0,0 1,0-1,-1 0,1 1,0-1,-1 1,1-1,-1 0,0 1,0-1,1 1,-1-1,0 1,0-1,0 1,-1-1,1 1,0-1,0 1,-1-1,1 1,-1-1,1 1,-1-1,0 0,0 1,-7 4,-1 0,0-1,0 1,-1-2,0 0,1 0,-1-1,-1 0,1 0,0-1,-1-1,0 1,-13 1,7 0</inkml:trace>
  <inkml:trace contextRef="#ctx0" brushRef="#br1" timeOffset="26694.08">10852 4265,'0'-2,"0"1,0 6,0 8,0 9,0 10,2 7,1 2,0 3,0-1,-2-2,1-7,-2-8</inkml:trace>
  <inkml:trace contextRef="#ctx0" brushRef="#br1" timeOffset="27445.03">11012 4385,'-1'7,"0"0,0 1,1-1,0 0,0 0,1 1,0-1,0 0,0 0,1 0,0 0,1 0,-1-1,1 1,1-1,-1 1,1-1,0 0,1-1,-1 1,1-1,0 1,0-2,1 1,0 0,0-1,5 3,-5-5,0 0,0 0,0-1,0 0,0 0,0 0,1-1,-1 0,0 0,0-1,1 0,-1 0,0 0,0 0,0-1,0 0,0-1,-1 1,1-1,-1 0,1-1,-1 1,0-1,0 0,-1 0,1 0,-1-1,0 0,0 0,0 0,-1 0,0 0,0-1,0 0,-1 1,0-1,0 0,0 0,-1 0,1 0,-2-1,1 1,-1 0,0 0,0-1,0 1,-1 0,0-1,-1 2,0 0,0 0,0 1,-1-1,0 1,1 0,-2 0,1 0,0 0,-1 0,0 1,0-1,0 1,0 0,0 0,-1 1,1-1,-1 1,1 0,-1 0,0 1,0-1,0 1,0 0,0 0,0 1,-1 0,1 0,0 0,0 0,0 1,0 0,0 0,0 0,0 0,0 1,0 0,1 0,-1 1,1-1,-1 1,1 0,0 0,0 0,0 1,0-1,1 1,0 0,-1 0,1 0,1 0,-2 2,3-3,0 0,-1-1,1 1,0 0,1 0,-1 0,0 0,1 0,0 1,0-1,0 0,0 0,0 0,0 0,1 0,0 0,-1 0,1 0,0 0,1 0,-1 0,0-1,1 1,0 0,-1-1,1 1,0-1,0 0,1 1,-1-1,0 0,1 0,-1-1,1 1,0-1,-1 1,1-1,0 0,0 1,19 4,0 0,1-2,-1 0,1-2,0 0,-1-2,1 0,0-2,0 0,-1-2,0 0,1-1,2-3,62-20,-87 28,1 0,0 0,0 1,0-1,0 0,0 1,-1-1,1 0,0 1,0-1,0 1,-1-1,1 1,0-1,-1 1,1 0,-1-1,1 1,-1 0,1 0,-1-1,1 1,-1 0,1 0,-1 0,0-1,0 1,1 0,-1 0,0 0,0 0,0 0,0-1,0 1,0 0,0 0,0 0,0 0,-1 0,5 18,1-15,-1 0,1 0,0 0,0 0,1-1,-1 0,1 0,-1 0,1-1,0 0,0 0,0 0,0-1,1 0,-1 0,0 0,0-1,1 0,-1 0,0-1,0 0,0 0,1 0,-1-1,0 0,-1 0,2-1,-2 0,0 0,0 0,0-1,0 1,-1-1,1 0,-1-1,0 1,0-1,-1 0,1 0,-1 0,0 0,-1-1,1 1,-1-1,0 1,0-1,-1 0,0 0,0 0,0 0,-1 0,0 0,0 0,0 0,-1 0,0 0,0 0,0 0,-1 1,0-1,0 0,0 1,-1-1,0 1,0 0,0 0,-1 0,0 0,0 1,0-1,0 1,-1 0,1 0,-1 1,0 0,0-1,-3 0,1 4,0 0,0 0,0 0,0 1,1 0,-1 1,0-1,1 1,-1 0,1 1,0 0,-1 0,1 0,1 1,-1 0,0 0,1 0,0 1,0-1,0 1,1 1,0-1,0 1,0-1,-1 3,-44 72,47-76,0 0,0 0,0 0,1 0,0 0,0 0,0 0,1 1,-1-1,1 0,0 1,0-1,0 0,1 1,0-1,0 0,0 0,0 1,0-1,1 0,11 14</inkml:trace>
  <inkml:trace contextRef="#ctx0" brushRef="#br1" timeOffset="28096.32">12269 3262,'18'3,"20"0,17 0,15-1,9-1,5 0,-3 0,-6-1,-11 2,-16 1</inkml:trace>
  <inkml:trace contextRef="#ctx0" brushRef="#br1" timeOffset="28377.667">13137 3021,'-15'5,"-9"8,-3 13,-1 14,6 9,5 7,7 4,9-2,11-4,14-4,13-6,13-9,8-9,6-10,-7-7</inkml:trace>
  <inkml:trace contextRef="#ctx0" brushRef="#br1" timeOffset="33002.496">8512 5240,'-34'197,"34"-197,0 0,0 0,0 0,0 0,0-1,0 1,0 0,0 0,0 0,-1 0,1 0,0 0,0-1,0 1,0 0,0 0,-1 0,1 0,0 0,0 0,0 0,0 0,-1 0,1 0,0 0,0 0,0 0,0 0,-1 0,1 0,0 0,0 0,0 0,0 0,-1 0,1 0,0 0,0 0,0 0,0 0,-2-22,1-20,2-1,1 0,3 0,1 1,2 0,5-10,3 15,-16 37,1-1,-1 1,1-1,-1 1,1-1,-1 1,1-1,-1 1,1-1,-1 1,1 0,0-1,-1 1,1 0,0-1,-1 1,1 0,0 0,-1 0,1 0,0 0,-1 0,1 0,0 0,0 0,-1 0,1 0,0 0,-1 0,1 1,0-1,-1 0,1 0,0 1,-1-1,1 1,-1-1,1 0,-1 1,1-1,-1 1,1-1,-1 1,1-1,-1 1,0 0,1-1,-1 1,0 0,1-1,-1 1,59 117,-46-88,93 256,-100-267,-2-7</inkml:trace>
  <inkml:trace contextRef="#ctx0" brushRef="#br1" timeOffset="33249.834">8419 5361,'7'0,"9"0,10 0,13 0,14 0,8 0,8 0,-8 0</inkml:trace>
  <inkml:trace contextRef="#ctx0" brushRef="#br1" timeOffset="33504.056">9100 5375,'-16'-3,"-11"-1,0 1,0 1,1 1,-1 2,0 0,-13 4,35-4,0 1,0-1,0 1,1 0,-1 1,1-1,-1 1,1-1,0 1,0 1,0-1,1 1,-2 0,4-2,0-1,0 0,0 1,0 0,0-1,0 1,0-1,0 1,1 0,-1-1,1 1,-1 0,1 0,0 0,0-1,0 1,0 0,0 0,0 0,0-1,0 1,1 0,-1 0,1-1,-1 1,1 0,0-1,0 1,0 0,0-1,0 1,0-1,0 0,0 1,0-1,1 0,0 1,9 5,0-2,0 1,0-1,0-1,1 0,0-1,0 0,0-1,0 0,0-1,0 0,1-1,10-1,-14 1,210-13,-156 4</inkml:trace>
  <inkml:trace contextRef="#ctx0" brushRef="#br1" timeOffset="33716.219">9555 5361,'-14'-4,"-10"0,-7 6,-5 6,2 8,7 4,8 5,11 1,16-1,19-2,18-5,17-6,12-7,4-7,-10-3</inkml:trace>
  <inkml:trace contextRef="#ctx0" brushRef="#br1" timeOffset="62632.759">13352 3984,'-5'20,"-3"15,-3 9,-2 7,1 1,1 1,2-2,5-2,7-5,13-6,12-7,11-9,10-7,6-12,2-11,-1-10,-6-10,-11 1</inkml:trace>
  <inkml:trace contextRef="#ctx0" brushRef="#br1" timeOffset="62881.183">13259 4198,'20'2,"19"1,15-2,11-6,3-5,-3-2,-13 0</inkml:trace>
  <inkml:trace contextRef="#ctx0" brushRef="#br1" timeOffset="63359.317">13298 4051,'87'-21,"1"5,0 3,61 1,-36 21,-109-8,0 0,0 1,0-1,-1 1,1 0,-1-1,1 2,-1-1,0 0,1 1,-1-1,-1 1,1 0,0 0,-1 0,1 0,-1 1,0-1,0 1,0-1,-1 1,1 0,-1-1,0 1,0 0,0 3,-1 8,0-1,-2 1,1-1,-2 0,0 0,-1 0,0 0,-1-1,-1 1,0-1,-4 6,-7 19,5-10,1 0,1 1,2 0,0 0,2 6,20-67,-3-5,-1-1,-2 0,-2 0,-2-1,0-22,40 140,-27-55,0-1,2-1,0-1,1 0,2-2,0 0,1-2,21 14,-42-30,1 1,-1 0,0-1,1 1,-1-1,1 0,0 0,-1 0,1 0,0 0,0-1,-1 1,1-1,0 1,0-1,0 0,0 0,-1-1,1 1,0-1,0 1,0-1,-1 0,1 0,2-1,10-11</inkml:trace>
  <inkml:trace contextRef="#ctx0" brushRef="#br1" timeOffset="63615.159">14180 3971,'0'4,"0"14,-2 16,-3 19,-3 16,0 15,1 9,2 2,2-15</inkml:trace>
  <inkml:trace contextRef="#ctx0" brushRef="#br2" timeOffset="90788.787">2644 10628,'0'0</inkml:trace>
  <inkml:trace contextRef="#ctx0" brushRef="#br2" timeOffset="92400.84">2269 2112,'-10'0,"-7"0,-1 0,1 0,-1 2,1 0,0 1,0 1,-12 4,22-3,0 0,0 0,1 1,0 0,0 0,1 0,0 1,0-1,0 1,1 0,0 1,0-1,1 1,0 0,0 0,1 0,0 0,0 4,-5 8,-166 503,155-459,2 1,3 0,-2 43,12-80,2 0,1 0,2 0,0 0,2-1,1 1,1-1,1 0,2-1,2 3,34 67,5-2,21 25,-49-83,55 91,5-4,5-4,34 30,-78-101,1-3,3-1,1-3,2-1,2-3,1-2,2-3,56 25,-62-35,2-2,0-3,1-2,0-2,1-2,0-3,1-2,0-2,0-3,0-2,-1-2,1-3,-1-2,0-2,0-3,-1-2,33-15,-15-6,-3-3,-1-3,-2-3,-2-2,-2-4,-2-1,-3-4,26-34,-46 52,-2-2,-2-1,-2-1,-2-2,-2-1,-1 0,-3-2,-1-1,-3 0,-2-1,-2-1,5-44,-11 8,-4 0,-3 0,-4 0,-4 0,-4 1,-4 0,-15-46,17 78,-2 1,-3 1,-1 0,-3 1,-2 2,-2 0,-2 2,-2 1,-2 1,-16-14,-5 6,-2 1,-2 3,-2 3,-2 2,-2 4,-1 2,-3 2,0 4,-2 3,-1 3,-51-10,83 23,-1 2,-1 2,1 2,-1 2,0 1,0 2,-1 2,1 2,0 1,1 3,-30 8,-12 14,1 3,2 5,1 2,3 4,-1 4,0-1,2 3,2 3,-45 45,66-46</inkml:trace>
  <inkml:trace contextRef="#ctx0" brushRef="#br2" timeOffset="100067.896">705 7875,'-4'48,"-1"1,-3-1,-2 0,-2 0,-17 41,11-30,1-3,13-75,21-97,5 2,7-11,6-26,-5 24,-29 126,-1 0,0 1,1-1,0 0,-1 1,1-1,-1 0,1 1,0-1,-1 1,1-1,0 1,0-1,0 1,-1 0,1-1,0 1,0 0,0 0,0-1,-1 1,1 0,0 0,0 0,0 0,0 0,0 0,0 0,-1 1,1-1,0 0,0 0,0 1,0-1,-1 0,1 1,0-1,0 1,-1-1,1 1,0-1,-1 1,1 0,-1-1,1 1,0 0,-1-1,0 1,1 0,-1 0,1 0,-1-1,0 1,0 0,1 0,-1 0,0 0,0 0,0-1,0 1,0 1,21 36,-1 0,-2 2,-2 0,-2 1,6 27,-5 2,-2 0,-3 1,-1 43,-9-106,3 22</inkml:trace>
  <inkml:trace contextRef="#ctx0" brushRef="#br2" timeOffset="100297.86">571 7995,'-9'0,"9"0,19 0,28 0,30-3,30-2,19-3,-11 0</inkml:trace>
  <inkml:trace contextRef="#ctx0" brushRef="#br2" timeOffset="100815.027">1454 8583,'4'0,"9"2,9 1,14 2,14 1,14 0,8 1,6 0,3 0,2 0,-2 2,-3-1,-9 0,-11 2,-15-2</inkml:trace>
  <inkml:trace contextRef="#ctx0" brushRef="#br2" timeOffset="104595.999">2243 7620,'-1'0,"0"0,1 0,-1 0,0 0,0 0,1 0,-1 0,0 0,0 0,1 0,-1 0,0 0,1 1,-1-1,0 0,1 1,-1-1,0 0,1 1,-1-1,0 1,1-1,-1 1,1-1,-1 1,1 0,0-1,-1 1,1 0,-1-1,1 1,0 0,0-1,-1 1,1 0,0-1,0 1,0 0,0 0,0-1,0 1,0 0,0 0,0-1,0 1,0 0,0 0,1-1,-1 1,0 0,1-1,-1 1,0 0,26 196,-15-51,-7 0,-6-1,-10 46,8-121,1 39,8-99,-2-27,-25-170,-67-249,67 322,5-1,5-1,5 0,5-44,1 119,9 52,1-2,0 1,1-1,0 0,0-1,1-1,0 1,0-2,0 1,1-2,0 1,1-2,-1 1,1-2,0 0,0 0,2-1,28 2,190 19,99-9,145-28,-370 7,0 4,29 7,388 2,-146-20,-97 23,149 9,-97-4,-105-9,191 4,-126 4,61 0,-282-13,73 0,81 13,-28 0,156-11,-175-3,151-7,-222 4,107 10,280 0,43-47,-479 40,0-2,0-3,28-7,120-4,-152 16,177-12,-61 14,-169 0,0 0,1 0,-1 1,-1-1,1 0,0 1,0-1,0 1,-1 0,1 0,-1 0,1-1,-1 1,0 1,0-1,0 0,0 0,0 0,0 0,-1 1,1-1,-1 0,1 1,-1-1,0 0,0 1,0-1,0 1,-1-1,1 0,-1 1,1-1,-1 0,0 0,0 1,0 10,1-8,-2 43,1 0,3 0,7 42,21 304,-21-273,-5 105,10-89,21 53,-26-127,-8-62,1 1,-1-2,1 1,0 0,-1 0,1 0,0-1,0 1,0-1,0 1,-1-1,1 0,0 0,0 0,0 0,0 0,0 0,0-1,0 1,0 0,-1-1,1 0,0 1,0-1,-1 0,1 0,0 0,-1 0,1 0,0-1,10-3,8-1,1 2,0 0,0 1,0 1,0 1,0 1,46-4,215-17,160 8,473 14,-535 12,28-14,-356-1,-52 2,-9 1</inkml:trace>
  <inkml:trace contextRef="#ctx0" brushRef="#br2" timeOffset="106747.261">2630 8208,'26'0,"606"-12,-428-2,427-15,15 18,308-39,-391 33,-406 16,454-12,-17 0,270-14,-382 41,-13-6,-39-2,-140 28,-189-30,-80-5,-1 1,0 1,0 1,0 0,18 6,57 30,-89-33,-14-5</inkml:trace>
  <inkml:trace contextRef="#ctx0" brushRef="#br2" timeOffset="107333.339">10170 7901,'7'12,"0"-1,0 0,0 0,2-1,-1 0,1 0,1-1,0 0,0-1,1 0,0 0,0-1,0-1,1 0,10 3,-5-1,-1 1,0 1,0 0,-1 1,0 1,-1 0,6 8,-18-19,-1 0,0 0,0 1,0-1,0 0,0 1,-1-1,1 1,0-1,-1 1,1-1,-1 1,1-1,-1 1,0 0,1-1,-1 1,0 0,0-1,-1 1,1 0,0-1,0 1,-1 0,1-1,-1 1,1-1,-1 1,0-1,0 1,1-1,-1 1,0-1,0 0,0 0,-1 1,1-1,0 0,0 0,-2 1,-64 34,58-32,-25 10,-1-1,0-1,0-3,-18 3,27-13,28-18,13 0,-10 14,-1 1,1-2,-1 1,-1 0,1-1,-1 0,0 0,0 0,-1 0,2-5,-3-1,0 1,-1 0,0-1,0 1,-1 0,-1-1,0 1,-1 0,0 0,0 0,-1 1,-1-1,1 1,-2 0,0 0,0 0,0 1,-1 0,-1 1,-3-4,11 13,0-1,0 1,0-1,0 1,0-1,0 1,0-1,0 1,0-1,0 1,-1-1,1 1,0-1,0 1,-1-1,1 1,0-1,-1 1,1-1,0 0,-1 1,1-1,-1 0,1 1,0-1,-1 0,1 1,-1-1,1 0,-1 0,1 0,-1 1,0-1,1 0,-1 0,1 0,-1 0,1 0,-1 0,1 0,-1 0,1 0,-1 0,1-1,-1 1,1 0,-1 0,1 0,-1-1,1 1,-1 0,1 0,-1-1,1 1,-1 0,1-1,0 1,-1-1,1 1,0 0,-1-1,1 1,0-1,-1 0,5 48,-4-46,10 63,-6-35</inkml:trace>
  <inkml:trace contextRef="#ctx0" brushRef="#br2" timeOffset="108392.005">3112 8034,'-42'14,"-36"18,17-5,-2-4,0-2,-56 10,119-31,0 1,1-1,-1 0,0 1,0-1,1 0,-1 1,0-1,0 0,0 1,0-1,1 1,-1-1,0 0,0 1,0-1,0 1,0-1,0 0,0 1,0-1,0 1,0-1,0 0,-1 1,1-1,0 1,0-1,0 0,0 1,-1-1,1 0,0 1,0-1,-1 0,1 1,0-1,0 0,-1 0,1 1,0-1,-1 0,17 8,103 80,-96-67,1-2,1-1,1-1,0-1,13 4,-29-15,0-2,1 1,0-1,-1-1,1 0,0 0,0-1,0 0,3-1,-11 0,1 0,0-1,-1 1,1-1,-1 0,1 0,-1 0,1 0,-1 0,0-1,0 1,1-1,-1 0,0 0,0 0,-1-1,1 1,0-1,-1 1,0-1,1 0,-1 0,0 0,-1 0,1 0,0-1,-1 1,0 0,1-2,-1-9,0 0,-1 0,0 0,-1 1,-1-1,0 0,0 1,-2-1,0 1,0 0,-1 0,-1 0,0 1,-1-1,0 2,-1-1,0 1,-1 0,0 1,-2-1,-23-24,46 58,4-2</inkml:trace>
  <inkml:trace contextRef="#ctx0" brushRef="#br2" timeOffset="111863.396">3619 9305,'0'-3,"0"-1,0 1,-1 0,1 0,-1 0,1 0,-1 1,0-1,0 0,-1 0,1 0,-1 1,1-1,-1 1,0-1,0 1,0 0,0-1,0 1,0 0,-1 1,1-1,-1 0,1 1,-1-1,0 1,0 0,0 0,1 0,-1 0,-1 0,-4-1,1 1,-1 0,1 0,-1 1,1 0,-1 0,0 1,1 0,-1 0,1 1,0 0,-2 0,-3 3,-1 0,1 1,0 0,0 1,1 0,0 1,0 0,1 1,0 0,1 0,-1 1,2 1,0-1,0 1,1 1,0-1,-2 6,8-14,0 0,0-1,0 1,0 0,0 0,0 0,1 0,0 0,-1 0,1 0,0 0,0-1,1 1,-1 0,1 0,-1 0,1 0,0 0,0 0,0-1,0 1,1 0,-1-1,1 1,0-1,0 0,-1 1,1-1,1 0,-1 0,0 0,0 0,1-1,-1 1,1-1,0 1,-1-1,1 0,0 0,0 0,0 0,1-1,5 2,1-1,0 0,0-1,-1 0,1 0,0-1,-1-1,1 0,-1 0,1-1,-1 0,0 0,0-1,0 0,-1-1,6-3,3-3,1-1,-2-1,0-1,-1 0,0-1,-1 0,4-7,-3 0,0-1,-2-1,-1 0,0-1,-2 0,-1 0,-1-1,-1-1,-1 1,-2-1,0 0,-2 0,-1 0,-2-1,0 1,-3-10,4 33,-1-5,1 1,-1 0,-1-1,0 1,0 0,0 0,-1 0,0 1,-1-1,1 1,-5-6,7 12,1 1,-1 0,1-1,-1 1,0 0,1 0,-1-1,1 1,-1 0,0 0,1 0,-1 0,0 0,1 0,-1 0,1 0,-1 0,0 0,1 0,-1 0,0 1,1-1,-1 0,1 0,-1 0,1 1,-1-1,0 0,1 1,-1-1,1 1,0-1,-1 1,1-1,-1 1,1-1,0 1,-1-1,1 1,0-1,-1 1,1-1,0 1,0 0,0-1,0 1,-1 0,1-1,0 1,0-1,0 2,-6 16,0 2,1-1,1 0,1 1,0 0,1 7,-1 2,-8 88,4 1,9 92,-3-201,1 0,1 0,-1 0,2-1,-1 1,1 0,0-1,1 1,0-1,1 0,-1 0,2 0,-1 0,1-1,0 1,1 0,-4-7,1 1,-1-1,1 1,-1-1,1 1,-1-1,1 0,0-1,-1 1,1 0,0-1,0 1,0-1,0 0,0 0,-1 0,1 0,0 0,0-1,0 0,0 1,-1-1,1 0,0 0,-1 0,1-1,1 0,64-47,-52 32,0 0,-1-1,-1-1,0 0,-2-1,0 0,-1-1,-1 0,-1-1,-1 0,-1 0,2-13,-9 0,-14 60,10-13,1-1,0 2,1-1,0 0,1 1,0-1,1 0,1 9,-1-17,1 1,-1-1,1 0,0 0,0 0,1 0,-1 0,1 0,0 0,0-1,0 1,0-1,1 1,0-1,-1 0,1 0,0 0,1 0,-1 0,0-1,1 1,-1-1,1 0,0 0,0-1,0 1,0-1,3 1,1-1,-1 0,0 0,0 0,0-1,1-1,-1 1,0-1,0 0,0-1,0 1,0-1,0-1,0 1,-1-1,1-1,-1 1,0-1,0 0,0 0,0-1,-1 0,0 0,0 0,0-1,-1 1,1-1,-1 0,-1-1,1 1,-1 0,0-1,-1 0,1 0,-1 0,-1 0,1-4,1-51,19 187,-16-99,-3-11,0 0,1 0,0-1,1 1,1-1,0 0,1-1,0 0,1 0,1 0,0-1,7 8,-12-17,0-1,0 1,0 0,0-1,0 0,0 0,1-1,-1 1,0-1,1 0,0 0,-1 0,1 0,-1-1,1 0,0 0,-1 0,1-1,0 0,-1 1,1-2,-1 1,1 0,-1-1,0 0,1 0,-1 0,0 0,-1-1,1 0,12-8,-1-1,-1 0,0-1,-1-1,0 0,8-13,-12 18,-1 0,0 0,-1-1,0 0,-1 0,0-1,0 0,-2 0,1 0,-1 0,-1-1,0 0,0 0,-1 0,-1 0,0 0,0 0,-2-10,-25-18,64 46,-11-2,-17-4,1 1,0 0,-1 1,1 0,-1 1,0 0,0 0,0 1,0 1,-1 0,1 0,-1 1,0 0,-1 0,1 1,-5 0,-1 1,0-1,0 0,0 1,-1 0,0 0,-1 0,1 0,-2 0,1 0,-1 0,0 0,-1 0,0 0,0 0,-1 0,-1 5,-2 23,4-32,1-1,-1 1,1 0,0-1,0 1,0 0,0-1,0 1,1-1,0 1,0-1,0 1,0-1,0 1,1-1,-1 0,1 1,0-1,0 0,0 0,1 0,-1-1,1 1,-1-1,1 1,0-1,0 1,11 1,1 0,-1 0,0-2,1 0,-1 0,1-1,0-1,-1-1,1 0,0 0,-1-2,0 0,1 0,-1-2,2 0,6-1,-1-1,1 0,-1-2,-1-1,1 0,-2-1,1-1,-2-1,0-1,12-12,-27 25,-1-1,0 0,0 0,0 0,0 0,0-1,0 1,0-1,-1 1,1-1,-1 1,0-1,0 0,0 0,0 1,0-1,0 0,-1 0,1 0,-1 0,0 0,0 0,0 0,-1 0,1 0,-1 0,1 0,-1 0,0 1,0-1,0 0,-1 0,1 1,0-1,-1 1,0-1,0 1,0 0,0 0,0 0,0 0,0 0,-4-1,1 0,-1 0,0 1,0 0,0 0,0 1,0 0,-1 0,1 0,0 1,-1-1,1 2,0-1,0 1,-1 0,1 0,0 0,0 1,0 0,0 1,0-1,1 1,-1 0,1 0,0 1,0-1,0 1,0 1,0-1,1 1,0-1,0 1,0 0,1 1,-1-1,1 1,1-1,-1 1,1 0,0 0,0 0,1 0,-1 0,1 0,1 1,-1-1,1 0,0 1,1-1,0 0,0 0,0 1,1 1,-1-5,0 0,1 1,-1-1,1 0,0 0,0 0,0 0,0 0,0 0,1-1,-1 1,1-1,0 0,-1 1,1-1,0-1,1 1,-1 0,0-1,0 1,1-1,-1 0,1 0,-1 0,1-1,-1 1,1-1,-1 0,1 0,-1 0,2-1,4 0,-1 0,0 0,0-1,1-1,-2 1,1-1,0-1,0 1,-1-1,0-1,0 1,7-6,-6 1,1 0,-1 0,0-1,-1 0,0 0,-1 0,0-1,0 0,-1-1,-1 1,1-5,-3 66,-3-46,6 90,-5-90,1 0,0-1,0 1,0-1,0 1,1-1,-1 1,1-1,0 0,0 1,0-1,0 0,0 0,1-1,0 1,-1-1,1 1,0-1,0 0,0 0,1 0,-1 0,3 1,0-3,0 0,-1 0,1-1,0 0,0 0,0 0,-1 0,1-1,0 0,-1 0,0-1,1 0,-1 0,0 0,0 0,-1-1,1 0,-1 1,0-2,0 1,0-1,0 1,-1-1,3-4,15-25,-2 0,-1-2,-1 0,-2-1,-2 0,-2-1,-1-1,-1 1,-3-2,1-20,8-51,-6-1,-3-51,-8 131,-2 22,-2 24,-5 41,1 2,3 0,1 41,3-44,3 0,2 0,3 0,9 45,-9-74,2 1,0-1,1 0,2-1,1 0,0 0,2-1,1-1,0 0,2-1,1 0,-12-14,0 0,1 0,-1-1,2 0,-1 0,1 0,0-1,0 0,0 0,1-1,-1 0,1 0,0-1,0 0,1-1,-1 1,1-1,-1-1,1 0,-1 0,1-1,0 0,3 0,15-14</inkml:trace>
  <inkml:trace contextRef="#ctx0" brushRef="#br2" timeOffset="112121.27">5411 8944,'20'13,"26"8,24 1,24-2,19-2,10-3,-2-1,-22-3</inkml:trace>
  <inkml:trace contextRef="#ctx0" brushRef="#br2" timeOffset="112383.08">6213 9438,'-1'4,"-4"8,0 1,1 0,1 0,0 0,1 1,0-1,1 0,0 1,1 0,2 9,-2-21,1 1,0 0,0 0,0-1,0 1,0 0,0-1,1 1,-1-1,1 0,0 1,0-1,0 0,0 0,0 0,0 0,0-1,1 1,-1-1,1 1,-1-1,1 0,0 0,-1 0,1 0,0 0,0-1,-1 1,1-1,0 0,1 0,2 0,1 0,0 0,0-1,-1 0,1-1,0 1,-1-1,0-1,1 1,-1-1,0 0,5-4,-5 3,1-1,-1-1,0 1,0-1,-1 0,1-1,-2 1,1-1,-1 0,0 0,0-1,-1 1,0-1,0 1,0-1,-1 0,-1 0,1 0,-1-1,-1-2,1 6,-1-1,-1 0,1 0,-1 1,0-1,0 0,0 1,-1-1,0 1,0-1,0 1,-1 0,0 0,0 0,0 0,0 1,-1-1,0 1,0 0,0 0,0 0,-1 0,0 1,1 0,-1 0,0 0,-1 1,1-1,-1 1,0 0,1 0,-1 1,0 0,1 0,-1 0,0 1,0-1,0 1,1 1,-1-1,0 1,0 0,0 1,1-1,-1 1,1 0,-1 0,1 1,0 0,0-1,0 2,0-1,1 1,-1-1,1 1,0 1,0-1,0 0,1 1,-1 0,1 0,0 0,1 0,-1 1,1-1,0 0,1 1,-1 0,1-1,0 1,0 0,1 0,-1 0,2-1,-1 1,0 0,1 0,0 0,1-1,0 4,1-3,1 0,0-1,0 1,0-1,0 0,1 0,0-1,0 1,0-1,0 0,1-1,0 1,0-1,0 0,0-1,0 1,0-1,6 1,33 9</inkml:trace>
  <inkml:trace contextRef="#ctx0" brushRef="#br2" timeOffset="112682.395">6454 8903,'-7'-1,"0"-1,0 1,-1 0,1 1,0-1,0 2,-1-1,1 1,0 0,0 0,0 1,0 0,0 0,0 1,1 0,-1 0,1 0,0 1,0 0,0 0,0 1,1-1,0 1,0 0,0 1,0-1,1 2,-3 0,1 1,0 0,1 1,0-1,1 1,-1 0,1 1,1-1,0 0,1 1,-1 0,2 0,-1 0,1 0,1 0,0 0,0 0,1-1,1 6,4-3,0 0,0 0,1-1,0 0,1 0,0-1,1 0,0-1,1 1,0-2,0 1,1-2,0 1,0-1,5 1,7 8,1 1,-1 0,0 2,-2 0,0 2,-1 0,15 22,-27-31,0-1,0 0,1 0,0-1,1 0,0-1,0 0,1 0,1-1,-1-1,1 0,0 0,13 4,143 20,-78-23</inkml:trace>
  <inkml:trace contextRef="#ctx0" brushRef="#br2" timeOffset="113369.541">8405 9305,'-26'-6,"-1"2,1 1,-1 2,0 0,0 1,1 2,-8 2,24-3,1 1,-1 1,0-1,1 1,0 1,0 0,0 0,0 1,1 0,-1 0,1 1,1 0,-1 0,1 1,0 0,1 0,-1 1,1 0,1 0,0 0,-1 2,4-7,0 1,0-1,0 1,1 0,-1-1,1 1,0 0,0 0,0 0,0 0,1 0,-1 0,1 0,0 0,1 1,-1-1,1 0,-1 0,1 0,0-1,1 1,-1 0,1 0,0 0,0-1,0 1,0-1,0 0,1 1,-1-1,1 0,0-1,0 1,0 0,1-1,2 2,4-1,1-1,0-1,0 0,0 0,0-1,0 0,-1-1,1 0,0-1,0 0,-1-1,1 0,-1 0,0-2,0 1,0-1,-1 0,1-1,-1 0,3-3,9-6,1 0,-2-2,0-1,-1 0,-1-1,-1-1,0-1,-2 0,0-1,-2-1,0 0,-2-1,0 0,-2-1,-1 0,0 0,-2-1,0-9,1-5,-1 0,-2 0,-2 0,-2-1,-2 1,-1-1,-3-7,5 44,1-1,-1 1,0 0,0-1,0 1,-1 0,1 0,-1 0,0 0,0 0,-1 0,1 0,-1 1,0-1,0 1,-1-1,3 4,-1-1,0 1,1 0,-1 0,0 0,1 0,-1 0,0 0,1 1,-1-1,0 0,1 1,-1 0,0-1,1 1,-1 0,1 0,-1 0,1 0,0 0,-1 0,1 0,0 0,0 0,0 1,0-1,0 0,0 1,0-1,0 1,0-1,1 1,-13 20,1 1,1 0,2 1,0 0,1 0,2 1,0 0,2 0,-2 25,3-24,1-1,2 1,0-1,1 1,2-1,1 1,0-1,2 0,3 4,-5-16,1 0,1 0,0-1,0 0,1 0,1 0,0-1,1 0,0-1,0 0,1-1,1 1,-1-2,2 0,-1 0,1-1,10 5,-12-7,0 0,0 0,1-1,0-1,-1 0,1 0,1-1,-1 0,0-1,0-1,1 1,-1-2,0 0,0 0,1-1,-1 0,0-1,-1 0,1-1,0 0,-1-1,0 0,0 0,-1-1,1-1,-1 1,0-2,-1 1,0-1,0-3,0 0,-1-1,0 1,-1-2,0 1,-1 0,0-1,-1 0,-1 0,0-1,-1 1,0-1,-1 1,0-1,-1 1,-1-1,-2-12,3 24,0 0,0-1,0 1,0 0,-1 0,1 0,-1 0,1 0,-1 0,0 0,0 0,0 0,0 1,0-1,0 0,0 0,0 1,-1-1,1 1,-1-1,1 1,-1 0,0 0,0-1,1 1,-1 0,0 0,0 1,0-1,0 0,0 1,0-1,0 1,0 0,0-1,0 1,-2 0,-2 4,-1 1,1 0,0 0,1 0,-1 0,1 1,0 0,1 0,-1 1,1-1,1 1,-1 0,1 0,0 0,0 0,1 1,0-1,1 1,-1-1,1 6,0-6,0 0,1 1,0-1,0 0,0 0,1 0,0 1,1-1,0 0,0 0,0-1,1 1,0 0,0-1,1 1,-1-1,2 0,-1 0,0-1,1 1,0-1,1 0,-1-1,1 1,0-1,0 0,0 0,0-1,1 0,-1 0,8 2,15 5,1-2,0 0,0-2,1-2,1 0,63 4</inkml:trace>
  <inkml:trace contextRef="#ctx0" brushRef="#br2" timeOffset="114129.536">3205 10120,'99'189,"-2"17,-64-143,-32-62,-1 0,1-1,-1 1,0 0,1-1,-1 1,1 0,-1-1,1 1,0-1,-1 1,1-1,-1 1,1-1,0 1,0-1,-1 0,1 1,0-1,0 0,-1 0,1 0,0 1,0-1,0 0,-1 0,1 0,0 0,0 0,0 0,-1-1,1 1,0 0,0 0,-1 0,1-1,0 1,0-1,-1 1,1 0,0-1,-1 1,1-1,0 1,-1-1,1 0,-1 1,1-1,-1 0,1 1,-1-1,0 0,21-43,-19 39,85-345,-86 345,0 0,0 0,1 0,-1 0,1 1,0-1,1 1,-1-1,1 1,0 0,0 0,0 0,0 0,1 1,0-1,0 1,0 0,0 0,0 0,0 1,1-1,-1 1,1 0,0 1,-1-1,1 1,0 0,0 0,1 0,65 36,-37-9</inkml:trace>
  <inkml:trace contextRef="#ctx0" brushRef="#br2" timeOffset="114902.829">4034 10388,'-11'-95,"11"92,-1 1,0-1,0 0,0 0,0 0,0 1,-1-1,1 1,-1-1,1 1,-1 0,0-1,0 1,0 0,0 0,-1 0,1 1,0-1,-1 0,0 1,1 0,-1-1,0 1,1 0,-1 0,0 1,0-1,0 1,0-1,-1 1,-6 2,1 1,-1 0,1 0,0 1,0 1,0-1,0 1,1 1,0 0,0 0,0 0,1 1,0 0,0 1,1-1,-4 7,2-6,1-1,0 1,1 0,0 1,0 0,1 0,0 0,1 0,0 1,0 0,1 0,0 0,1 0,-1 2,4-10,0 0,0 1,0-1,0 0,1 0,-1 0,1 0,-1-1,1 1,-1 0,1 0,0-1,0 1,0-1,0 0,0 0,0 1,0-1,0-1,1 1,-1 0,0 0,1-1,-1 1,0-1,1 0,-1 0,0 0,1 0,-1 0,1 0,-1-1,0 1,1-1,-1 0,0 1,0-1,1 0,-1 0,0-1,0 1,0-1,13-4,0-1,-1 0,0-2,-1 1,0-2,0 0,-1 0,0-1,-1-1,0 0,-1 0,0-1,1-3,-11 17,0-1,0 0,1 0,-1 0,0 0,0 1,0-1,1 0,-1 0,0 0,1 0,-1 0,0 0,0 0,1 0,-1 0,0 0,1 0,-1 0,0 0,0 0,1 0,-1 0,0 0,0 0,1 0,-1 0,0 0,1 0,-1-1,0 1,0 0,0 0,1 0,-1 0,0-1,0 1,0 0,1 0,-1 0,0-1,0 1,0 0,0 0,0-1,1 1,-1 0,0-1,0 1,0 0,0 0,0-1,0 1,0 0,-4 28,3-20,-1 95,2-99,1-1,-1 1,1 0,0-1,1 1,-1-1,0 1,1-1,0 0,0 0,0 1,0-1,1-1,-1 1,1 0,-1 0,1-1,0 0,0 1,0-1,0 0,1-1,-1 1,1 0,-1-1,2 0,5 0,1-1,-1 0,0 0,1-1,-1-1,0 0,0 0,0-1,0-1,0 1,-1-1,0-1,1 0,-2 0,1-1,-1 0,1 0,5-8,11-9,-2-2,0 0,-2-1,-1-2,-1 0,-1-1,-2 0,-1-2,-1 0,-1 0,-2-1,-2-1,-1 0,-1 0,-2-1,-1 1,-2-1,-1 0,-1 0,-3-5,3 31,0 0,-1 0,0-1,0 1,-1 0,0 0,0 0,-1 0,-2-4,4 11,1 0,0 0,-1 1,1-1,-1 0,1 0,-1 1,0-1,1 0,-1 1,0-1,1 1,-1-1,0 1,0-1,0 1,1 0,-1-1,0 1,0 0,0 0,0-1,0 1,0 0,1 0,-1 0,0 0,0 0,0 0,0 0,0 0,0 1,0-1,1 0,-1 1,0-1,0 0,0 1,1-1,-1 1,0-1,0 1,1-1,-1 1,0 0,-27 35,15-10,2 1,1 0,1 0,2 1,0 0,2 1,1-1,2 1,0 0,2-1,2 12,-1-23,0 0,0 0,2 0,0 0,1 0,1-1,1 0,0 0,1 0,0 0,1-1,1-1,1 1,0-1,1-1,0 0,1-1,0 0,1 0,0-1,1-1,0-1,1 0,13 6,-22-13,-1 0,0-1,1 0,-1 0,1 0,0 0,-1-1,1 0,-1-1,1 1,0-1,-1 0,1 0,-1-1,0 1,1-1,-1 0,0-1,0 1,0-1,-1 0,1-1,0 1,-1-1,0 1,0-1,0-1,2-3,8-9,-1-2,-1 0,-1 0,0-1,-2 0,3-8,-11 26,-3 45,0-28,0-1,1 1,1 0,0 0,1-1,0 1,3 11,-3-21,1 0,-1-1,1 1,0-1,0 1,0-1,0 0,1 0,0 0,-1 0,2 0,-1 0,0-1,1 1,0-1,-1 0,1 0,0-1,1 1,-1-1,0 0,1 0,-1 0,1-1,1 1,22 3</inkml:trace>
  <inkml:trace contextRef="#ctx0" brushRef="#br2" timeOffset="115158.139">4836 9987,'-16'4,"-5"4,1 6,11 4,15 4,21 0,6-3</inkml:trace>
  <inkml:trace contextRef="#ctx0" brushRef="#br2" timeOffset="116312.659">5665 10347,'-26'-19,"-1"1,0 1,-1 2,-1 0,0 2,-1 1,-1 1,1 2,-22-3,45 11,0 0,0 1,0 0,0 0,0 1,0 0,0 0,0 0,0 1,0 0,0 1,1-1,-1 1,1 1,0-1,0 1,0 0,0 0,1 1,0-1,0 1,0 1,0-1,1 1,0 0,0 0,0 0,1 0,0 0,0 1,0 2,0-3,0 0,0-1,1 1,-1 0,2 1,-1-1,1 0,-1 0,2 1,-1-1,1 1,0-1,0 1,1-1,0 0,0 1,0-1,1 0,0 0,0 0,1 0,-1 0,1 0,1-1,-1 1,1-1,0 0,0 0,0 0,1-1,0 0,0 1,1 0,4-3,0 0,0 0,1-1,-1 0,0-1,0 0,0-1,0 0,1 0,-1-1,-1-1,1 1,0-2,0 1,-1-1,0-1,0 0,0 0,-1 0,1-1,1-3,10-5,-1-1,0-2,-1 1,-1-2,0-1,-2 0,0 0,-1-2,-1 0,-1 0,-1-1,-1-1,-1 0,-1 0,0-1,-2 0,-1 0,0-13,1 4,-2-1,-1 1,-1-1,-2 0,-2 0,-3-18,5 53,0-1,-1 0,1 1,0-1,-1 0,1 1,0-1,-1 0,1 0,0 1,-1-1,1 0,0 0,-1 0,1 0,0 1,-1-1,1 0,-1 0,1 0,0 0,-1 0,1 0,-1 0,1 0,-1 0,1 0,0 0,-1 0,1 0,-1-1,1 1,0 0,-1 0,1 0,0-1,-1 1,1 0,0 0,-1-1,1 1,0 0,-1-1,1 1,0 0,0-1,0 1,-9 30,1 1,2-1,1 1,0 21,3-33,-10 209,13-211,0-1,1 1,1 0,1 0,0-1,1 0,0 0,2 0,0-1,0 0,2 0,3 5,-4-11,0 0,0-1,1 1,0-2,1 1,0-1,0-1,0 0,1 0,-1-1,2 0,-1-1,0-1,1 1,-1-2,1 0,0 0,2-1,8 1,-1-2,1 0,-1-1,1-1,-1-2,1 0,-1-1,-1-1,14-5,-26 8,1 0,0 0,-1 0,0-1,0-1,0 1,0-1,-1-1,0 1,0-1,0-1,-1 1,0-1,0 0,0 0,-1-1,-1 0,1 0,-1 0,0 0,2-8,-6 13,0-1,0 0,0 0,0 1,0-1,-1 0,0 1,0-1,0 0,0 1,0-1,-1 1,1-1,-1 1,0 0,0 0,0 0,-1 0,1 0,-1 1,0-1,1 0,-1 1,0 0,0 0,-1 0,1 0,0 0,-1 1,1 0,-3-1,-4-2,0 1,1 0,-1 1,0 0,-1 1,1 0,0 0,0 1,0 1,-1-1,-2 2,5-1,-1 1,1 0,-1 0,1 1,0 0,0 1,0-1,0 1,1 1,0 0,0 0,0 0,0 1,1 0,0 0,0 0,1 1,-1 0,1 0,1 0,0 1,0 0,0 0,1 0,0 0,0 0,1 1,-1 7,4-13,-1 0,0 0,1 1,0-1,0 0,0 0,0 0,1 0,-1 0,1 0,-1-1,1 1,0 0,0-1,0 0,1 1,-1-1,0 0,1 0,0 0,-1 0,1-1,0 1,0-1,0 0,0 1,0-1,0-1,92 9,-82-11,1 0,-1-1,0 0,0-1,-1-1,1 0,-1 0,0-2,0 1,-1-1,0-1,0 0,0-1,-1 0,-1 0,0-1,0 0,4-8,-6 8,-5 8,-15 31,13-29,-5 11,1 1,0-1,1 1,0 0,1 0,0 0,1 0,0 1,1-1,1 0,0 0,0 0,4 12,-5-22,1 0,0-1,0 1,0 0,0 0,0 0,0-1,1 1,-1 0,0-1,1 1,-1-1,1 0,0 0,0 1,-1-1,1 0,0 0,0-1,0 1,0 0,0-1,0 1,0-1,0 1,0-1,0 0,0 0,0 0,0 0,1 0,-1-1,0 1,0-1,0 1,0-1,0 0,0 1,-1-1,2-1,4-2,1 0,-1-1,0 1,0-2,-1 1,0-1,0 0,0 0,2-4,6-12,-1 0,-1-1,-1-1,-1 0,-1 0,-1-1,-2 0,0 0,-1-1,-2 1,0-12,3 9,-6 28,0 0,1-1,-1 1,0 0,1-1,-1 1,1 0,-1-1,0 1,1 0,-1 0,1 0,-1-1,1 1,-1 0,1 0,-1 0,1 0,-1 0,1 0,-1 0,1 0,-1 0,1 0,-1 0,0 0,1 0,-1 0,1 1,-1-1,1 0,-1 0,1 0,-1 1,0-1,1 0,-1 1,1-1,-1 0,0 1,1-1,-1 0,0 1,0-1,1 1,-1-1,0 1,0-1,14 12,0-2,0 0,1-1,1 0,-1-2,14 6,-19-10,1 1,-1 0,0 0,0 2,-1-1,0 1,1 0,-2 1,1 0,-1 0,0 1,-1 0,0 1,0 0,-1 0,0 0,0 0,0 4,8 38,-13-45,-1 1,1-1,1 1,-1-1,1 1,0-1,1 0,-1 0,1 0,0 0,1 0,-1-1,1 0,0 1,1-1,-1-1,1 1,0-1,0 0,0 0,1 0,0-1,0 1,4-3,1 1,0-2,-1 0,1 0,-1-1,1 0,-1-1,0 0,1-1,-1 0,0 0,-1-1,1-1,-1 0,1 0,-1 0,-1-1,1-1,-1 1,0-1,-1-1,0 0,0 0,0 0,-1 0,0-1,0-3,-1 3,0 0,-1-1,0 0,0 0,-1 0,-1 0,0 0,0-1,0-8,-2 15,1 1,-1-1,0 1,-1-1,1 1,-1-1,1 0,-1 1,0 0,0-1,0 1,-1 0,1-1,-1 1,0 0,0 0,0 0,0 0,-1 1,1-1,-1 1,1-1,-1 1,0 0,0 0,0 0,0 0,0 1,-1-1,1 1,-1 0,1 0,0 1,-1-1,1 1,0 0,-1 0,1 0,-1 0,1 1,0-1,-1 1,1 0,0 0,0 0,-1 0,1 1,0-1,0 1,1 0,-1 0,0 0,0 0,1 1,0-1,-1 0,1 1,-46 77,45-74,1 0,1-1,-1 1,1 0,0 0,1 0,-1 0,1-1,0 1,1 0,-1 0,1 0,0 0,1 0,-1-1,1 1,0 0,1-1,-1 0,1 1,0-1,1 0,-1-1,1 1,0-1,0 1,0-1,1 0,-1-1,1 1,1 0,14 6,0 0,1-2,-1 0,2-1,-1-1,1-2,0 0,0-1,21 0,46 4</inkml:trace>
  <inkml:trace contextRef="#ctx0" brushRef="#br2" timeOffset="116830.587">8138 10000,'9'32,"-1"0,-1 0,-3 1,0 0,-2 0,-2 3,2-7,12 265,12-209,-25-83,1 1,-1-1,1 0,0 0,0 0,0 0,0 0,0-1,1 1,-1 0,0-1,1 0,-1 1,1-1,0 0,-1 0,1-1,0 1,0-1,-1 1,1-1,0 0,0 0,-1 0,1 0,0 0,0-1,0 1,-1-1,1 0,13-5,-1-1,0-1,0 0,-1-1,0 0,-1-1,0-1,0 0,-1-1,2-3,-3 5,88-88,-98 97,-1 1,0-1,0 1,0-1,0 1,1-1,-1 1,0 0,1-1,-1 1,0-1,1 1,-1 0,0-1,1 1,-1 0,0 0,1-1,-1 1,1 0,-1 0,1 0,-1-1,1 1,-1 0,1 0,-1 0,1 0,-1 0,1 0,-1 0,1 0,-1 0,1 0,-1 0,0 0,1 1,-1-1,1 0,-1 0,1 0,-1 1,1-1,-1 0,0 0,1 1,-1-1,0 0,1 1,-1-1,0 0,1 1,-1-1,0 1,0-1,1 1,-1-1,0 1,0-1,0 0,0 1,1-1,-1 1,0 0,-4 35,3-30,-2 12,-3 58,7-74,-1 0,1 1,-1-1,1 0,0 0,0 0,-1 0,1 0,1 0,-1 0,0-1,0 1,1 0,-1-1,1 1,0-1,-1 1,1-1,0 0,0 1,0-1,0 0,0 0,0-1,0 1,0 0,0-1,0 1,0-1,1 0,-1 1,1-1,33-1,1-6</inkml:trace>
  <inkml:trace contextRef="#ctx0" brushRef="#br2" timeOffset="117084.909">8767 10281,'-16'0,"-10"-2,-5-1,1-3,0-1,6-1</inkml:trace>
  <inkml:trace contextRef="#ctx0" brushRef="#br2" timeOffset="118178.245">7978 10120,'350'-24,"-317"22,30-5,1 3,-1 3,1 2,-1 3,1 3,-1 3,9 5,-61-12,1 0,-1 1,0 0,0 1,-1 0,1 1,-1 0,0 0,0 1,-1 1,0 0,0 0,-1 0,0 1,-1 1,0-1,0 1,-1 0,0 1,0 2,-1 3,-1 0,0 0,-2 0,0 0,-1 1,0-1,-1 1,5 64,-5-78,0 0,0 0,0 0,1-1,-1 1,1 0,0 0,0 0,0-1,0 1,0 0,0-1,1 1,-1-1,1 1,0-1,-1 0,1 0,0 1,1-1,-1-1,0 1,0 0,1-1,-1 1,1-1,0 1,-1-1,1 0,0 0,0-1,-1 1,1-1,0 1,0-1,0 0,0 0,0 0,0 0,0 0,8-7,-1 0,0-1,0 0,-1 0,0-1,0 0,-1 0,0-1,-1 0,0-1,0 1,-1-1,-1-1,0 1,0-3,44-87,-50 101,1-1,0 1,0 0,0 0,0-1,0 1,0 0,0-1,0 1,0 0,0-1,0 1,1 0,-1 0,0-1,0 1,0 0,0 0,0-1,0 1,1 0,-1 0,0-1,0 1,0 0,1 0,-1 0,0-1,0 1,1 0,-1 0,0 0,0 0,1 0,-1-1,0 1,1 0,-1 0,0 0,1 0,-1 0,0 0,0 0,1 0,-1 0,0 0,1 0,-1 0,0 0,0 1,1-1,-1 0,0 0,1 0,-1 0,0 0,0 1,1-1,-1 0,0 0,0 0,0 1,1-1,-1 0,0 0,0 1,0-1,0 0,4 23,-4 37,6 53,-5-110,1 0,-1 1,0-1,1 0,0 0,0 0,0 0,0 0,0-1,0 1,1-1,-1 1,1-1,0 0,0 0,0 0,0 0,0 0,0-1,0 0,0 1,1-1,-1 0,1-1,-1 1,0 0,1-1,-1 0,1 0,-1 0,1 0,-1-1,1 1,-1-1,1 0,-1 0,0 0,1 0,-1-1,0 1,0-1,0 0,0 0,1-1,7-4,-1-1,0 0,0 0,-1-1,0 0,0-1,-1 0,0 0,-1-1,0 0,-1 0,0-1,-1 1,1-5,-5 14,-1 1,-1 0,1 0,0 1,0-1,0 0,0 0,0 0,0 0,0 0,0 0,0 1,0-1,0 0,1 0,-1 0,0 0,1 1,-1-1,0 0,1 0,-1 1,1-1,-1 0,1 1,0-1,-1 0,1 1,0-1,-1 1,1-1,0 1,0 0,-1-1,1 1,0 0,0-1,0 1,-1 0,1 0,0 0,0-1,0 1,0 0,0 0,-1 0,1 1,0-1,0 0,0 0,0 0,0 1,-1-1,1 0,0 1,0-1,-1 1,1-1,0 1,24 108,-25-103,1 0,0 0,0-1,0 1,1 0,0 0,0-1,0 1,1-1,0 0,0 0,0 0,1 0,0 0,0-1,0 1,0-1,1 0,-1-1,1 1,0-1,0 0,1 0,-1 0,0-1,1 0,4 2,2-3,1 1,-1-1,1-1,-1 0,1-1,-1 0,0-1,0-1,1 0,-1 0,-1-1,1 0,-1-1,1-1,-2 0,1 0,-1-1,1-1,-2 1,1-2,-1 1,-1-1,1 0,-2-1,1 0,-1-1,1-2,-7 12,0-1,1 0,-1 0,0 0,0 0,0 0,0-1,0 1,-1 0,1 0,-1-1,1 1,-1 0,0 0,0-1,0 1,0 0,0-1,-1 1,1 0,-1-1,1 1,-1 0,0 0,0 0,0 0,0 0,0 0,-1 0,1 0,0 0,-1 0,0 1,1-1,-1 0,0 1,0 0,0-1,0 1,0 0,0 0,0 0,0 0,0 0,0 1,-2-1,-1 2,0 0,0 1,1-1,-1 1,0 0,1 1,-1-1,1 1,0 0,0 0,0 0,0 0,1 1,-1 0,1-1,0 1,0 1,0-1,1 0,-1 1,1-1,0 1,0 0,1-1,-1 1,1 0,0 0,0 0,1 0,0 0,0 0,0 0,0 0,1 0,0 0,0 0,1 4,1-2,-1-1,1 1,1-1,-1 0,1 0,0-1,1 1,-1-1,1 0,0 0,0 0,1-1,-1 1,1-1,0-1,0 1,1-1,3 1,5 3,1-1,1-1,-1 0,1-1,0-1,0-1,1 0,-11-1,0-1,0 1,0-2,0 1,0-1,0 0,0 0,0-1,0 0,0 0,-1-1,1 1,-1-1,0-1,0 1,0-1,0 0,-1-1,0 1,0-1,0 0,0-1,-1 1,1-1,-1 0,1-3,5-13,-2 0,0-1,-1 1,-2-1,0-1,-2 1,0-1,-1 0,-2 1,-2-25,-4 4,2 49,8 3,0-1,0 1,1-1,0 0,1 0,0 0,0-1,0 0,1 0,-1-1,2 1,-1-2,0 1,1-1,0 0,0 0,0-1,0 0,1-1,4 1,3 4,12 2,-21-7,0 0,0 0,0 1,-1-1,1 1,0 1,-1 0,0 0,0 0,0 0,0 1,-1 0,0 0,2 2,-6-3,-1 0,1 0,-1 0,1 0,-1 0,0 0,0 0,-1 1,0-1,1 0,-1 0,0-1,-1 1,1 0,-1 0,0 0,0-1,0 1,0-1,-2 2,-5 13,8-16,-1 0,1-1,0 1,0 0,0 0,1 0,-1 0,0 1,1-1,-1 0,1 0,0 0,0 0,0 0,0 1,0-1,0 0,0 0,1 0,-1 0,1 0,0 0,-1 0,1 0,0 0,0 0,0 0,1 0,-1 0,0-1,1 1,-1 0,1-1,0 1,-1-1,1 0,0 0,1 1,14 4,0 0,1-1,0-1,0-1,0 0,0-2,0 0,0-1,9-1,-11 1,212-15,-162 6</inkml:trace>
  <inkml:trace contextRef="#ctx0" brushRef="#br2" timeOffset="124966.341">1013 12126,'-23'63,"2"0,-10 58,20-76,-43 174,50-211,7-23,35-157,24-53,-20 75,18-54,-60 204,0 1,0-1,0 0,0 0,0 1,0-1,1 0,-1 0,0 1,0-1,0 0,0 0,1 1,-1-1,0 0,0 0,0 0,1 1,-1-1,0 0,0 0,1 0,-1 0,0 1,0-1,1 0,-1 0,0 0,1 0,-1 0,0 0,0 0,1 0,-1 0,0 0,1 0,-1 0,0 0,1 0,-1 0,0-1,0 1,1 0,-1 0,0 0,0 0,1-1,26 219,43 263,-45-283,-18-176</inkml:trace>
  <inkml:trace contextRef="#ctx0" brushRef="#br2" timeOffset="125160.826">719 12380,'7'-5,"20"-1,26-2,27-2,20-2,11 2,1 2,-19 3</inkml:trace>
  <inkml:trace contextRef="#ctx0" brushRef="#br2" timeOffset="125358.489">1614 12339,'16'-2,"14"-1,14 2,8 4,2 4,-1 5,-7 2,-10 4,-11-1</inkml:trace>
  <inkml:trace contextRef="#ctx0" brushRef="#br2" timeOffset="125615.326">1561 12594,'18'9,"22"5,25 1,21-3,17-3,9-3,-14-3</inkml:trace>
  <inkml:trace contextRef="#ctx0" brushRef="#br2" timeOffset="126331.075">2470 12459,'5'-8,"17"-26,-2-2,-2 0,-1 0,-1-2,-3 0,-1-1,-1 0,-3-1,1-16,-7 96,2 0,1 0,2-1,1 1,9 19,2 19,-16-67,25 167,-27-167,-1-1,-1 0,1 0,-2 0,0 1,0-1,0-1,-1 1,-1 0,0-1,0 1,-1-1,0 0,-1-1,1 1,-4 2,4-6,0 0,-1-1,1 1,-1-1,0 0,0 0,-1-1,1 0,-1 0,1 0,-1-1,0 0,0 0,0-1,0 0,0 0,-1-1,1 0,0 0,0 0,0-1,-6-1,13 1,0 1,1 0,-1 0,0 0,0 0,0 0,0 0,1 0,-1-1,0 1,0 0,0 0,0 0,0 0,0-1,1 1,-1 0,0 0,0 0,0-1,0 1,0 0,0 0,0 0,0-1,0 1,0 0,0 0,0-1,0 1,0 0,0 0,0 0,0-1,0 1,0 0,-1 0,1 0,0 0,0-1,0 1,0 0,0 0,0 0,-1 0,1-1,0 1,0 0,0 0,25-4,315-3,-225 8,-32-1</inkml:trace>
  <inkml:trace contextRef="#ctx0" brushRef="#br2" timeOffset="126612.879">3820 12459,'16'5,"16"4,17 2,18 1,16 0,10-3,2-3,-3-3,-10-1,-20-1</inkml:trace>
  <inkml:trace contextRef="#ctx0" brushRef="#br2" timeOffset="126895.187">4235 12232,'11'14,"2"0,0-2,0 1,2-1,-1-1,1-1,1 0,0-1,0-1,8 3,3 3,8 4,-18-10,1 0,-2 1,1 1,-1 0,-1 1,0 1,-1 0,0 1,-1 1,7 8,-18-19,0 0,-1 1,1-1,0 1,-1-1,0 1,0 0,0-1,0 1,-1 0,1 0,-1 0,0 0,0 0,-1-1,1 1,-1 0,1 0,-1 0,-1-1,1 1,0 0,-1-1,0 0,0 1,0-1,0 0,0 0,-1 0,1 0,-3 2,-100 74,99-75,-62 36,-98 70,143-85,13-8</inkml:trace>
  <inkml:trace contextRef="#ctx0" brushRef="#br2" timeOffset="127719.288">5544 11818,'-28'702,"26"-676,-1-6,2 0,0 1,1-1,2 0,0 0,1 3,-2-20,0 1,0 0,0-1,1 1,0-1,-1 1,1-1,0 0,1 0,-1 0,0 0,1 0,0-1,0 1,0-1,0 1,0-1,0 0,0 0,1-1,-1 1,1-1,-1 0,1 1,0-1,-1-1,1 1,0-1,0 1,-1-1,1 0,0-1,0 1,0 0,1-1,12-3,1-1,0-1,-1 0,0-1,-1 0,0-2,0 0,0-1,-2 0,1-1,-1-1,-1 0,0-1,0-1,-2 0,5-6,-11 14,-1 0,0 0,0 0,0-1,-1 1,0-1,0 0,-1 0,0 0,0 0,0 0,0-5,-3 11,1 0,0 0,-1 0,1-1,-1 1,0 0,1 0,-1 0,0 0,1 0,-1 0,0 0,0 1,0-1,0 0,0 0,0 1,0-1,0 0,0 1,0-1,0 1,-1-1,1 1,0 0,0 0,0-1,-1 1,1 0,0 0,0 0,-1 0,1 0,0 1,0-1,-1 0,1 0,0 1,0-1,0 1,0-1,0 1,0 0,-1-1,1 1,1 0,-1 0,0-1,0 1,0 0,0 0,0 0,1 0,-1 0,1 0,-1 2,-4 0,1 1,1 0,-1 0,1 0,-1 1,1-1,1 1,-1-1,0 1,1 0,0 0,0 0,1 1,0-1,-1 0,2 1,-1-1,1 0,-1 1,1-1,1 1,-1-1,1 0,0 1,0-1,1 0,0 0,0 1,0-1,0-1,1 1,-1 0,1-1,1 1,-1-1,0 0,1 0,0 0,0 0,0-1,1 0,2 2,81 24,-44-22</inkml:trace>
  <inkml:trace contextRef="#ctx0" brushRef="#br2" timeOffset="127970.132">5973 12259,'0'0</inkml:trace>
  <inkml:trace contextRef="#ctx0" brushRef="#br2" timeOffset="129047.714">5291 11912,'67'-10,"0"4,1 2,2 3,-9-1,0 3,0 3,0 2,-1 2,0 4,0 2,-2 2,0 3,43 21,-88-35,-1 1,1 1,-1 0,0 0,-1 1,0 1,0 0,-1 0,0 1,0 1,-2 0,1 0,-1 0,0 1,-2 0,1 1,-1-1,-1 1,0 0,-1 1,1 4,-4 2,-1 0,-1 1,0-1,-2 0,0 0,-1 0,-6 14,-9 55,18-84,0-1,0 1,1 0,0 0,0 0,0 0,0 0,1-1,-1 1,1 0,1 0,-1 0,1-1,-1 1,1-1,1 0,-1 1,1-1,-1 0,1 0,0 0,1-1,-1 1,0-1,1 0,0 0,0 0,0 0,0-1,1 1,-1-1,0 0,1 0,2 0,-1 0,1 0,0 0,0-1,0 0,0 0,0 0,0-1,0 0,0-1,0 0,0 0,0 0,0-1,0 0,-1 0,1 0,-1-1,1 0,-1-1,0 1,0-1,-1 0,1-1,-1 1,0-1,0 0,0 0,-1-1,1 0,-1 1,-1-1,1-1,-1 1,0 0,-1-1,2-5,7-109,-4 208,-8-82,1 0,-1 0,1-1,0 1,1 0,-1 0,1 0,0 0,0-1,0 1,1 0,-1-1,1 1,0-1,1 0,-1 1,1-1,0 0,0-1,0 1,0 0,1-1,-1 0,1 0,0 0,0 0,0 0,0-1,1 0,-1 0,5 1,1-1,0-2,1 1,-1-1,1-1,-1 0,0-1,1 0,-1 0,0-1,0 0,-1-1,1 0,-1-1,0 0,0 0,3-2,4-5,0 1,-1-2,-1 0,0-1,0 0,-2-1,1-1,0-3,-11 16,-2 3,-1 0,1-1,0 1,0-1,0 1,0-1,0 1,0-1,0 1,0-1,0 1,0-1,0 1,0-1,1 1,-1 0,0-1,0 1,0-1,1 1,-1-1,0 1,0 0,1-1,-1 1,0 0,1-1,-1 1,0 0,1-1,-1 1,1 0,-1 0,1-1,-1 1,0 0,1 0,-1 0,1 0,-1 0,1 0,-1 0,1-1,-1 1,1 0,-1 1,1-1,-1 0,1 0,-1 0,0 0,1 0,-1 0,1 1,-1-1,1 0,-1 0,0 1,1-1,-1 0,1 0,-1 1,0-1,1 1,0 56,-2-49,0 0,1 0,0 0,0 0,1 0,0-1,0 1,1 0,0-1,0 1,1-1,0 1,0-1,1 0,0 0,0-1,4 6,-3-7,1 0,-1 0,1-1,0 0,0 0,1-1,-1 1,1-1,-1 0,1-1,0 0,0 0,0-1,0 1,0-1,1-1,-1 0,0 0,0 0,1-1,4-1,2 0,-1-1,0-1,0 0,0 0,0-2,-1 1,0-2,0 1,-1-2,0 0,3-2,-4 2,0-1,0 0,-1-1,0 0,-1 0,0-1,-1 0,0 0,-1-1,0 0,-1 0,0-1,-1 1,0-1,-1 0,-2 11,-1 1,0-1,1 1,-1-1,0 1,0-1,0 1,0-1,0 1,0-1,0 1,0-1,-1 1,1-1,-1 1,1-1,-1 1,1 0,-1-1,0 1,0 0,0 0,0-1,0 1,0 0,0 0,0 0,0 0,0 0,0 0,-1 1,1-1,0 0,-1 1,1-1,-1 0,1 1,-1 0,1-1,0 1,-2 0,0 0,0 0,0 0,0 1,0-1,0 1,0 0,0 0,1 0,-1 0,0 0,0 1,1-1,-1 1,1 0,-1 0,1 0,0 0,0 0,0 0,-1 2,-1 1,1 1,0 0,0 0,1 0,0 0,0 0,0 0,1 0,0 1,0-1,0 1,1-1,0 1,0-1,1 1,0-1,0 1,1-1,-1 0,1 0,1 1,-1-1,1-1,0 1,0 0,1-1,-1 1,1-1,1 0,-1-1,1 1,-1-1,1 1,1-2,-1 1,0 0,1-1,0 0,2 1,4 2,1 0,-1-1,1 0,-1-1,1 0,1-1,-1-1,0 0,1-1,-1 0,10-1,-17 0,1-1,-1 0,0 0,0 0,1 0,-1-1,0 0,0-1,-1 1,1-1,0 0,-1-1,0 1,0-1,0 0,0 0,0-1,-1 1,0-1,0 0,0 0,-1-1,1 1,-1-1,1-4,1-4,-1-1,-1 0,-1 0,0 0,0-1,-2 1,0 0,-1 0,0-1,-1 1,-1 0,0 0,-1 0,-3-4,6 15,1 4,1 0,-1 0,1 0,-1 0,0 0,1 0,-1 0,1 0,-1 0,0 0,1 0,-1 0,1 0,-1-1,1 1,-1 0,0 0,1 0,-1 0,0-1,1 1,-1 0,0 0,1-1,-1 1,0 0,1-1,-1 1,0 0,0-1,0 1,1-1,-1 1,0 0,0-1,0 1,0-1,0 1,0 0,1-1,-1 1,0-1,0 1,0 0,0-1,-1 1,1-1,0 1,0-1,0 1,0 0,0-1,0 1,-1 0,1-1,0 1,0-1,-1 1,1 0,0-1,0 1,-1 0,1 0,-1-1,51 24,94 55,-141-76,0 0,0 0,0 0,0 1,-1 0,1-1,-1 1,1 0,-1 0,0 0,0 0,0 1,-1-1,1 0,-1 1,0-1,0 1,0 0,0-1,-1 1,0 0,1-1,-1 1,0 0,-1 0,1-1,-1 1,0 0,1-1,-2 1,1-1,0 1,-1-1,0 1,-20 36,17-33,1-1,-1 1,1 0,1 0,-1 0,1 1,1-1,-1 1,1 0,0 0,1 0,0-1,0 1,1 0,0 4,3-8,0 1,1-1,-1 1,1-1,0 0,0 0,0-1,1 1,-1-1,1 0,-1 0,1-1,0 1,1-1,-1 0,0-1,0 1,1-1,-1 0,1 0,-1-1,1 1,-1-1,1 0,2-1,-8 1,51 3,0-1,-1-4,34-4,-5-3</inkml:trace>
  <inkml:trace contextRef="#ctx0" brushRef="#br2" timeOffset="129482.128">8900 12352,'162'231,"-95"-134,-67-96,0 0,1-1,-1 1,0 0,1 0,-1-1,0 1,1-1,-1 1,1 0,-1-1,1 1,0-1,-1 1,1-1,-1 1,1-1,0 0,0 1,-1-1,1 0,0 1,-1-1,1 0,0 0,0 0,0 0,-1 1,1-1,0 0,0-1,-1 1,1 0,0 0,0 0,-1 0,1-1,0 1,0 0,-1 0,1-1,0 1,-1-1,1 1,0-1,-1 1,1-1,-1 1,1-1,-1 1,1-1,-1 0,1 1,-1-1,0 0,1 1,-1-1,0 0,22-106,-19 76,-4 24,1 0,0 0,1 0,-1 1,1-1,0 0,1 0,0 1,0-1,0 1,1-1,0 1,0 0,1 0,0 0,0 1,0-1,0 1,1 0,0 0,0 1,0-1,1 1,-1 0,1 0,0 1,4-2,31-1,0 5</inkml:trace>
  <inkml:trace contextRef="#ctx0" brushRef="#br2" timeOffset="130232.091">9755 12513,'-19'-9,"0"1,-1 1,0 1,0 1,0 0,-1 2,0 0,-20 1,36 2,-1 1,1 0,-1 0,1 1,0-1,-1 1,1 0,0 1,0-1,1 1,-1 0,0 0,1 1,0-1,0 1,0 0,0 0,0 0,1 1,0-1,0 1,0 0,0 0,1 0,0 0,0 0,0 1,1-1,0 1,0-1,0 1,1-1,0 1,0-1,0 1,0-1,1 1,0-1,0 1,1-1,-1 0,3 4,-2-4,1 0,0 1,1-1,-1 0,1-1,0 1,0-1,0 0,1 0,0 0,0 0,0-1,0 0,0 0,0 0,1 0,0-1,-1 0,1-1,0 1,0-1,0 0,0 0,0-1,0 0,0 0,0 0,0-1,0 0,0 0,0 0,0-1,0 0,-1 0,1 0,-1-1,1 0,-1 0,0 0,0-1,0 0,-1 0,4-3,0-3,-1-1,0 1,0-1,-1 0,-1-1,0 1,-1-1,0 0,0 0,1-10,-7 28,1-2,-1 0,1 1,0-1,0 1,0 0,0-1,1 1,0 0,0-1,0 1,1 0,0-1,-1 1,2 0,-1-1,0 1,1-1,0 0,0 0,0 1,1-1,-1-1,1 1,1 2,3-3,1 0,-1 0,0 0,1-1,0 0,-1-1,1 1,0-1,0-1,0 0,0 0,0 0,0-1,0 0,-1-1,1 0,0 0,-1 0,1-1,-1 0,0-1,0 0,0 0,-1 0,1-1,10-7,0 0,0-1,-2-1,0 0,0-1,-2-1,1 0,-2-1,-1-1,0 1,-1-2,0-1,9-21,-2-2,-2 0,-2-1,7-45,-12 54,-1 0,-2 0,-2 0,-1-1,-1 0,-2 1,-2-1,-1 1,-6-19,9 49,0 0,0 0,0 0,0 1,-1-1,0 0,0 1,0-1,-1 1,1 0,-1 0,0 0,-1 0,1 0,0 1,-1-1,0 1,0 0,0 0,0 0,0 1,-1 0,1-1,-1 2,0-1,1 0,-1 1,0 0,0 0,0 0,-1 1,-4 3,1 0,0 1,0 0,0 1,0-1,1 2,0-1,0 1,0 1,1-1,0 1,0 1,1-1,0 1,0 0,1 1,0-1,0 1,-2 8,-5 6,1 0,1 1,0 0,3 1,0 0,1 0,1 1,2 0,0 0,2 0,1-1,1 1,1 0,1 0,2 0,0-1,2 0,0 0,2 0,1-1,1-1,1 0,0 0,2-1,2 0,-5-6,2-1,0 0,1 0,0-2,1 0,1 0,0-2,0 0,1 0,1-2,-1 0,2-1,-1-1,1-1,0 0,8 0,-19-6,0 0,0 0,-1-1,1 0,0-1,0 0,-1 0,1 0,-1-1,0 0,0-1,0 1,0-1,-1-1,1 1,-1-1,0 0,-1-1,1 1,-1-1,0 0,0-1,-1 1,0-1,0 0,0 0,-1 0,0 0,-1-1,0 1,1-3,22-75,-31 105,1 0,1 1,0-1,2 1,0-1,1 1,1 8,1-26,-1 1,0-1,1 0,-1 1,1-1,0 0,0 0,0 1,1-1,-1 0,1 0,0 0,0-1,0 1,0 0,0-1,0 1,1-1,-1 0,1 1,0-1,0-1,-1 1,1 0,0-1,2 1,15 4</inkml:trace>
  <inkml:trace contextRef="#ctx0" brushRef="#br2" timeOffset="130479.431">10598 12165,'-14'-6,"-6"-3,-1 3,7 6,9 11,11 10,4 1</inkml:trace>
  <inkml:trace contextRef="#ctx0" brushRef="#br2" timeOffset="132145.703">11066 12553,'1'-4,"1"0,-1 0,0 0,0-1,0 1,0-1,-1 1,0-1,0 1,0-1,0 1,-1 0,0-1,0 1,0-1,0 1,-1 0,0 0,0 0,0 0,0 0,0 0,-1 1,0-1,0 1,0-1,0 1,0 0,-1 0,1 1,-1-1,0 1,0 0,1 0,-2 0,1 0,-1 0,-4 1,0 1,0 0,0 0,0 0,0 1,0 1,0 0,0 0,0 1,0 0,1 0,-1 1,1 0,0 0,0 1,1 0,0 0,-1 1,2 0,-1 1,1-1,0 1,0 0,1 1,0-1,0 1,-3 8,7-13,-1 0,1 1,1-1,-1 1,0-1,1 1,-1-1,1 1,0-1,1 1,-1-1,0 1,1 0,0-1,0 0,0 1,0-1,1 0,-1 1,1-1,0 0,0 0,0 0,0-1,0 1,1 0,-1-1,1 1,-1-1,1 0,0 0,0 0,0 0,1-1,-1 1,3 0,7 3,0 0,-1-1,2 0,-1-1,0-1,1 0,-1-1,1-1,3 0,-5 0,-1-1,1 0,-1-1,1 0,-1-1,0 0,0-1,0 0,-1-1,1 0,-1-1,0 0,-1 0,1-1,-1 0,-1-1,1 0,-1 0,-1-1,1 0,-2-1,1 1,-1-1,-1 0,1-1,-1-1,7-27,-2 0,-2-1,-2 0,-1 0,-2 0,-2-1,-3-32,3 20,-2 0,-3 0,-2 0,-2 0,-6-14,-7 29,20 38,0 0,1-1,-1 1,0 0,0-1,0 1,0 0,0 0,0 0,0 0,0 0,0 0,1 0,-1 0,0 0,0 0,0 1,0-1,0 0,0 1,0-1,1 0,-1 1,0-1,0 1,1 0,-1-1,0 1,1-1,-1 1,0 0,1 0,-1-1,1 1,-1 0,1 0,0 0,-1-1,1 1,0 0,-1 1,-7 15,1 1,0-1,1 1,1 1,1-1,0 1,1 0,2 0,0 1,-3 15,1 1,2-1,2 0,1 0,2 0,1 0,2-1,1 1,2-1,1-1,2 0,1-1,1 0,2-1,1-1,2-1,0 0,2-2,23 23,-35-40,-1-1,1 0,0-1,1 0,0-1,0 0,1-1,0 0,0 0,0-1,1-1,0 0,-1-1,1-1,0 1,1-2,-1 0,0-1,0 0,1-1,-1 0,0-1,0-1,0 0,-1-1,1 0,-1 0,1-2,-2 0,1 0,5-4,-9 3,-1 0,0 0,-1 0,0-1,0 0,0 0,-1-1,0 1,-1-1,0 0,0-1,-1 1,2-9,-4 14,0 0,0-1,-1 1,0 0,1 0,-2 0,1-1,0 1,-1 0,0 0,0 0,0 0,0 0,-1 0,1 0,-1 0,0 1,0-1,0 0,-1 1,0 0,1 0,-1-1,0 2,0-1,-1 0,1 1,0-1,-1 1,0 0,1 0,-1 0,-2 0,-1-1,1 1,-1-1,0 1,0 1,-1-1,1 1,0 1,0-1,-1 1,1 0,0 1,-1 0,1 0,0 0,0 1,0 0,0 1,0 0,1 0,-1 0,1 0,0 1,0 0,0 1,0-1,1 1,-1 0,1 1,1-1,-1 1,1 0,0 0,-1 2,4-5,0 1,1 0,-1 0,0-1,1 1,0 0,0 0,0 0,1-1,-1 1,1 0,0 0,0-1,0 1,1 0,-1-1,1 1,0-1,0 0,0 0,0 1,0-1,1-1,0 1,-1 0,1-1,0 1,0-1,0 0,1 0,6 5,0-1,0 0,1-1,0 0,0-1,0-1,1 1,-1-2,3 1,-4-1,-1-1,1 0,0-1,-1 0,1 0,0-1,-1 0,1-1,-1 0,0-1,1 1,-1-2,0 0,-1 0,1 0,-1-1,0 0,0-1,0 0,-1 0,0 0,0-1,0 0,-1-1,0 1,-1-1,1 0,-2-1,1 1,1-6,-6 14,-1 0,1 0,0 0,-1 0,1 0,0 0,-1 0,1 0,0 0,-1 0,1 0,0 0,-1 0,1-1,0 1,-1 0,1 0,0 0,-1 0,1-1,0 1,-1 0,1 0,0-1,0 1,-1 0,1 0,0-1,0 1,0 0,-1-1,1 1,0 0,0-1,0 1,0 0,0-1,0 1,0 0,0-1,0 1,0 0,0-1,0 1,0-1,0 1,0 0,0-1,0 1,0 0,0-1,0 1,1 0,-1-1,0 1,0 0,0 0,1-1,-1 1,0 0,0-1,1 1,-1 0,0 0,1 0,-1-1,-21 21,17-16,1-1,0 1,0 0,1 0,-1 0,1 0,0 0,0 1,0-1,1 1,-1-1,1 1,0-1,1 1,-1 0,1 0,0-1,0 1,0 0,0-1,1 1,0 0,0-1,0 1,1-1,0 1,0-1,0 0,0 1,0-1,1 0,0-1,0 1,0 0,0-1,1 0,-1 1,1-1,0-1,3 3,-1-3,0 0,0 0,0-1,0 0,1 0,-1 0,0-1,1 0,-1 0,0-1,1 0,-1 0,0 0,0-1,0 0,0 0,0 0,0-1,-1 0,1 0,-1 0,0-1,1 0,1-2,5-5,-1 0,0-1,0 0,-1-1,-1 0,0-1,-1 0,0 0,0-4,21-60,-3-1,-3-1,-4-1,-4-1,-3-1,-1-34,-9 93,2-6,-1 1,-1-1,-2 0,-1 0,-1 0,-6-26,8 54,0 0,0-1,0 1,0 0,-1 0,1 0,-1-1,1 1,-1 0,0 0,0 0,0 0,0 0,0 0,0 0,0 0,-1 0,1 1,-1-1,1 0,-1 1,0 0,0-1,1 1,-1 0,0 0,0 0,0 0,0 0,-1 0,1 0,0 1,0-1,0 1,-1 0,1 0,0 0,0 0,-1 0,1 0,0 0,0 1,0-1,-1 1,1-1,0 1,0 0,0 0,-1 1,-6 5,1 0,0 1,0 0,1 0,-1 1,2 0,-1 0,2 1,-6 9,-4 12,1 1,2 0,0 1,3 0,0 1,3 0,0 0,3 0,0 1,3 0,0-1,6 32,0-22,1 0,3 0,1-1,3 0,1-1,2-1,2-1,1 0,22 30,-30-50,0-1,2-1,0 0,1-1,1-1,1 0,0-1,1-1,0 0,17 8,-34-21,0 0,1 0,-1-1,1 1,-1 0,1-1,-1 1,1-1,0 1,-1-1,1 0,0 0,-1 0,1 0,0 0,-1 0,1 0,0 0,-1-1,1 1,-1-1,1 1,0-1,-1 1,1-1,-1 0,0 0,1 0,-1 0,0 0,1 0,-1 0,0 0,0-1,0 1,0 0,0-1,0 1,-1-1,1 1,0-1,-1 1,1-1,-1 0,1 1,-1-1,0 1,0-2,1-13,0-1,-2 0,0 1,-1-1,0 1,-2 0,0 0,0 0,-2 0,0 1,-1-1,0 2,-1-1,-3-3,-17-29,-2 2,-2 1,-1 1,-3 2,-1 2,-2 1,-1 1,-2 3,-2 2,-1 1,-1 2,-38-16,48 26,25 9,30 8,368 48,311 11,-639-52,-55-2,-8-2</inkml:trace>
  <inkml:trace contextRef="#ctx0" brushRef="#br2" timeOffset="133412.313">906 14024,'0'52,"-3"0,-1 0,-3 0,-2 0,-3-1,-1-1,-3 0,-16 34,-4-28,35-56,1 1,-1-1,0 0,0 0,1 0,-1 0,0 0,1 0,-1 0,0 0,0 0,1 0,-1 0,0 0,1 0,-1-1,0 1,1 0,-1 0,0-1,1 1,-1-1,0 1,1 0,-1-1,1 1,-1-1,1 1,-1-1,1 0,0 1,-1-1,1 1,0-1,-1 0,1 1,0-1,0 0,-1 0,1 1,0-1,0 0,0 1,0-1,0 0,0 0,0 1,0-1,-3-23,1 1,1 0,1-1,1 1,1 0,1 0,2 0,5-21,25-89,6 2,10-11,-50 138,11-30,38-77,-49 110,-1 1,0-1,0 1,1-1,-1 1,1-1,-1 1,0-1,1 1,-1 0,1-1,-1 1,1 0,-1 0,1-1,-1 1,1 0,-1 0,1-1,-1 1,1 0,0 0,-1 0,1 0,-1 0,1 0,-1 0,1 0,0 0,-1 0,1 1,-1-1,1 0,-1 0,1 0,-1 1,1-1,-1 0,1 0,-1 1,1-1,-1 1,1-1,-1 0,0 1,1-1,-1 1,0-1,1 1,-1-1,0 1,0-1,1 1,-1-1,0 1,0-1,0 1,0 0,0-1,0 1,0-1,0 1,0-1,0 1,37 150,82 395,-104-491,-10-43</inkml:trace>
  <inkml:trace contextRef="#ctx0" brushRef="#br2" timeOffset="133663.64">799 14131,'13'-5,"19"-3,22-3,19 0,14 3,6 2,-14 2</inkml:trace>
  <inkml:trace contextRef="#ctx0" brushRef="#br2" timeOffset="133914.649">1548 14171,'22'-7,"24"-4,20-3,12 1,3 3,-14 2</inkml:trace>
  <inkml:trace contextRef="#ctx0" brushRef="#br2" timeOffset="133915.649">1561 14371,'20'0,"26"0,24 0,20-2,11-3,-10-1</inkml:trace>
  <inkml:trace contextRef="#ctx0" brushRef="#br2" timeOffset="134214.877">2350 14318,'27'13,"2"0,-1-2,1-1,1-2,-1 0,1-2,1-2,-1 0,1-2,-25-1,0-1,0 1,0-1,0 0,0-1,0 1,0-1,0 0,-1-1,1 1,0-1,-1 0,1-1,-1 1,1-1,-1 0,0-1,0 1,-1-1,1 0,-1 0,0 0,0-1,0 1,0-1,-1 0,0 0,0-1,0 1,0-3,-1-2,0-1,-1 1,0 0,-1-1,0 1,-1 0,0-1,0 1,-1 0,-1 0,0 0,0 0,-1 0,0 1,0-1,-1 1,-1 0,1 1,-2-1,-2-2,4 4,-1 0,0 1,0 0,0 0,0 0,-1 1,0 0,0 0,-1 1,0 0,1 0,-1 1,0 0,0 0,-1 1,1 0,-1 1,1-1,-1 2,1-1,-1 1,0 0,1 1,-7 1,6 1,-1 0,1 0,0 1,0 1,1-1,-1 1,1 1,0-1,0 1,1 1,0 0,0 0,0 0,1 1,0-1,1 2,0-1,0 0,0 1,1 0,1 0,0 1,0-1,0 1,1-1,1 1,0 0,0-1,1 1,0 0,0 0,1 0,2 6,12 33</inkml:trace>
  <inkml:trace contextRef="#ctx0" brushRef="#br2" timeOffset="134566.937">3847 14277,'20'3,"28"0,28 2,24 1,15-2,7 0,-9-2,-17-1,-24 0</inkml:trace>
  <inkml:trace contextRef="#ctx0" brushRef="#br2" timeOffset="134829.267">4288 14051,'57'28,"2"-2,1-3,35 8,0 1,-81-27,17 5,-1 1,0 2,-1 0,0 3,19 12,-46-27,1 1,-1-1,1 1,-1-1,0 1,0 0,0 0,0 0,0 0,0 0,0 1,-1-1,1 0,-1 1,1 0,-1-1,0 1,0-1,0 1,-1 0,1 0,-1 0,1 0,-1-1,0 1,0 0,0 0,0 0,-1 0,1-1,-1 1,0 0,0 0,0-1,0 1,0 0,0-1,-1 1,1-1,-1 0,-1 2,-13 13,-1 0,0-2,-1 0,-1-1,0-1,-21 11,26-15,-39 22,29-18,1 0,0 2,1 1,1 1,-17 16,23-10,9-5</inkml:trace>
  <inkml:trace contextRef="#ctx0" brushRef="#br2" timeOffset="135330.088">5385 13703,'8'21,"-1"-1,-1 1,0 1,-2-1,0 1,-2-1,0 12,-1-21,16 439,-16-437,14 107,-14-117,1 1,-1-1,1 1,0-1,0 0,0 0,0 0,1 0,-1 0,1-1,0 1,0-1,1 0,-1 1,1-2,-1 1,1 0,0-1,0 1,0-1,0 0,1-1,-1 1,2 0,5-2,1-1,-1 0,0 0,0-1,0 0,0-1,0 0,0-1,-1-1,0 1,0-1,0-1,0 0,-1 0,0-1,0 0,-1-1,0 0,0 0,-1-1,6-7,-3 3,0 0,0 0,-2 0,1-1,-2-1,0 1,-1-1,0 0,-1-1,2-10,-6 25,-1 0,1 0,-1 1,1-1,-1 0,1 0,-1 0,0 0,1 0,-1 1,0-1,0 0,0 0,0 0,0 0,0 0,0 0,0 0,0 0,0 0,0 0,0 0,-1 0,1 1,0-1,-1 0,1 0,-1 0,1 0,-1 1,1-1,-1 0,0 0,1 1,-1-1,0 1,1-1,-1 0,0 1,0-1,0 1,1 0,-1-1,0 1,0 0,0-1,0 1,0 0,0 0,-5 6,-1 0,2 1,-1 0,1 0,0 0,0 0,1 1,0 0,0 0,1 0,0 1,0-1,1 1,0-1,0-2,1-1,0 1,0 0,0-1,1 1,0 0,0 0,0-1,1 1,0 0,0-1,0 1,0-1,1 1,0-1,1 1,-1-1,1 0,0 0,0-1,0 1,1 0,0-1,-1 0,2 0,1 2,30 12,1-6</inkml:trace>
  <inkml:trace contextRef="#ctx0" brushRef="#br2" timeOffset="135592.711">5945 14091,'-13'-5,"-12"-1,-4-2,-3 1,-1 1,5 1</inkml:trace>
  <inkml:trace contextRef="#ctx0" brushRef="#br2" timeOffset="136276.099">5211 13783,'78'-11,"1"3,0 4,0 3,0 3,0 4,0 4,47 12,-95-14,0 1,-1 1,0 2,-1 1,-1 1,14 10,-30-17,0 1,-1 1,0 0,0 1,-1 0,0 0,-1 1,0 1,-1-1,0 1,-1 1,0-1,-1 1,0 1,2 6,-4 3,-1 0,0 0,-2 0,0 0,-2 0,0-1,-2 1,0 0,-3 6,-5 43,10-67,0 0,0 0,0 1,0-1,1 0,0 1,0-1,0 0,1 1,0-1,0 0,0 0,1 0,-1 1,1-1,1-1,-1 1,1 0,-1-1,1 1,1-1,-1 0,1 0,-1 0,1 0,0-1,0 1,1-1,-1 0,1 0,0-1,-1 0,1 1,0-2,4 1,-1-1,1 0,-1 0,1-1,0 0,-1-1,1 0,-1 0,1-1,-1 0,0-1,1 1,-1-1,-1-1,1 0,0 0,-1-1,0 1,0-1,0-1,-1 0,5-5,0 1,-2-1,1 0,-1 0,-1-1,0 0,-1-1,0 1,-1-1,-1-1,0 1,-1-1,0 0,0-5,-4-19,-7 56,5 78,2-93,1 0,-1 0,1 0,0 0,0 0,1 0,-1 0,0 0,1-1,0 1,0-1,0 1,0-1,0 0,0 1,0-1,1 0,-1 0,1-1,0 1,-1-1,1 1,0-1,0 0,0 0,0 0,0 0,0 0,1-1,10-1,0 0,0-2,0 1,0-2,-1 0,1 0,-1-1,0-1,-1 0,1-1,-1-1,-1 0,1 0,-1-1,-1 0,1-1,6-8,1 1,12 0,-29 16,-1 1,1 1,0-1,0 0,-1 0,1 0,0 0,0 0,-1 1,1-1,0 0,-1 1,1-1,0 0,-1 1,1-1,-1 1,1-1,-1 1,1-1,-1 1,1-1,-1 1,1 0,-1-1,0 1,1 0,-1-1,0 1,0 0,1-1,-1 1,0 0,0 0,0-1,0 1,0 0,0 0,0-1,0 1,0 0,1 9,-1-7,0 1,0 0,0 0,1-1,-1 1,1 0,0-1,0 1,0 0,1-1,-1 0,1 1,0-1,0 0,0 0,0 0,0 0,1 0,-1 0,1-1,0 1,0-1,0 0,0 0,0 0,1 0,9 2,1 0,-1-1,1 0,0-1,0-1,0 0,0-1,0-1,-1 0,1 0,0-2,0 1,-1-2,0 0,1-1,-2 0,1-1,8-4,-13 6,1-1,-1 1,0-1,0-1,-1 0,1 0,-1 0,-1-1,1 0,-1 0,0 0,-1-1,0 0,0 0,0-1,-1 1,-1-1,1 0,-1 0,-1 0,0-1,1-3,-3 13,-1 0,1 0,0 0,0 0,0 0,0 0,-1 0,1 0,0 1,0-1,0 0,-1 0,1 0,0 0,0 0,0 0,0 0,-1 0,1 0,0 0,0 0,0 0,-1 0,1-1,0 1,0 0,0 0,0 0,-1 0,1 0,0 0,0 0,0 0,0-1,0 1,-1 0,1 0,0 0,0 0,0 0,0-1,0 1,0 0,0 0,0 0,0-1,-1 1,1 0,0 0,0 0,0 0,0-1,0 1,0 0,0 0,0 0,-8 16,4-4,1-1,0 1,1 0,0 1,0-1,2 0,-1 0,2 1,0-1,0 0,1 0,0 1,1-2,1 1,0 0,0-1,1 1,4 5,8 3,0-8</inkml:trace>
  <inkml:trace contextRef="#ctx0" brushRef="#br2" timeOffset="136462.608">7443 13824,'-9'11,"1"15,7 18,4 0</inkml:trace>
  <inkml:trace contextRef="#ctx0" brushRef="#br2" timeOffset="137674.867">7604 14558,'17'-13,"-1"0,0-1,-1-2,0 1,-1-1,-1-1,-1-1,0 0,-1 0,-1-1,-1 0,-1-1,0 0,-2-1,0 1,-1-1,-2 0,2-18,-5 35,0-1,-1 0,0 0,1 1,-2-1,1 0,0 1,-1-1,0 1,0-1,0 1,-1 0,1 0,-1 0,0 0,0 1,-1-1,1 1,-1 0,0 0,1 0,4 5,0 1,1-1,-1 1,0-1,0 1,0-1,-1 1,1 0,-1 0,1-1,-1 1,0 0,0 0,0-1,0 1,-1 0,1 0,-1-1,0 1,0 0,-1 2,0 6,-2 4,1-1,0 1,1 0,0 0,2 0,-1 0,2 0,0 0,1 0,0 0,1 0,1-1,1 1,0-1,0 0,8 12,-9-22,0 0,0 0,0-1,0 1,1-1,0 0,0 0,-1-1,2 0,-1 1,0-2,0 1,1 0,-1-1,1 0,-1-1,1 1,-1-1,1 0,-1 0,1-1,3 0,9-2,1-1,-1 0,0-2,0 0,-1-1,3-1,-11 3,0 0,1 0,-2-1,1 0,-1-1,1 1,-2-2,1 1,-1-1,0 0,-1 0,0-1,0 0,-1 0,0-1,-1 1,0-1,0 0,-1 0,0 0,-1-1,0 1,0-9,0 0,-1 0,0 0,-1 1,-2-1,1 0,-6-18,8 37,-1-1,0 0,0 1,0-1,0 0,0 1,-1-1,1 0,0 1,0-1,0 1,0-1,-1 0,1 1,0-1,-1 1,1-1,0 1,-1-1,1 1,-1-1,1 1,0-1,-1 1,1 0,-1-1,0 1,1 0,-1-1,1 1,-1 0,1 0,-1-1,0 1,1 0,-1 0,0 0,1 0,0 3,0-1,1 1,0-1,-1 1,1-1,0 1,0-1,1 1,-1-1,0 0,1 0,-1 0,1 0,0 0,0 0,0 0,0 0,0-1,0 1,0-1,0 1,1-1,-1 0,1 0,119 45,-32-15,-87-30,0 0,-1 0,1 1,-1-1,1 1,-1 0,0 0,0 0,0 0,0 0,0 0,0 0,0 1,-1-1,1 0,-1 1,0 0,0-1,0 1,0 0,0 0,0-1,-1 1,1 0,-1 0,0 0,0 0,0 0,0 0,-1-1,1 1,-1 0,0 0,1 0,-1-1,-1 2,-7 26,-16 82,24-107,1 0,1 0,-1-1,1 1,0-1,0 1,0 0,0-1,1 0,0 1,0-1,0 0,0 0,1 0,0 0,-1 0,1-1,1 1,-1-1,0 0,1 0,0 0,1 1,13 4,-1 1,1-2,1 0,-1-2,1 0,0-1,1 0,-1-2,0 0,1-2,16 0,-15-1,1 0,-1-1,0-1,0 0,0-2,0-1,-1 0,14-8,13-11</inkml:trace>
  <inkml:trace contextRef="#ctx0" brushRef="#br2" timeOffset="139113.288">10277 14412,'7'3,"0"0,1-1,0 0,-1 0,1 0,0-1,0 0,0-1,0 0,0 0,0-1,-1 0,1 0,0 0,0-1,-1-1,5-1,6 0,0-1,0 0,0-2,-1 0,0-1,-1-1,1 0,-1-1,-1-1,0-1,-1 0,0 0,-1-2,0 0,-1 0,-1-1,9-14,-19 27,1-1,-1 1,0 0,1-1,-1 1,0-1,-1 1,1-1,0 1,-1-1,1 1,-1-1,0 0,0 1,0-1,0 0,0 1,-1-1,1 0,-1 1,0-1,0 1,0-1,0 1,0 0,0-1,-1 1,1 0,-1 0,1 0,-1 0,0 0,0 0,0 0,0 0,0 1,0-1,-1 1,1 0,0 0,-1 0,-1-1,-1 2,-1 1,1 0,0 0,0 0,-1 1,1 0,0 0,0 0,1 0,-1 1,0 0,1 0,-1 0,1 0,0 1,0 0,1 0,-1 0,1 0,0 0,0 1,0-1,0 1,1 0,0 0,0 0,0 0,1 0,-1 1,1-1,1 0,-1 1,1-1,0 0,0 1,0-1,1 1,0 0,3 4,0 1,1-1,1 0,-1 0,2-1,-1 0,1 0,1 0,0-1,0 0,0-1,1 0,0 0,1-1,-1 0,1 0,0-1,1-1,-1 0,1 0,2 0,2 2,1 0,0-1,0-1,0-1,0 0,0-1,8 0,-20-2,1 0,0 0,-1-1,1 1,0-1,-1 0,1 0,-1-1,1 0,-1 1,0-1,0-1,0 1,0 0,0-1,0 0,-1 0,1 0,-1-1,0 1,0-1,0 1,0-1,-1 0,1 0,-1 0,1-4,8-41,-11 45,0 0,0 0,1 0,-1 0,1 1,-1-1,1 0,0 0,1 1,-1-1,1 1,-1-1,1 1,0-1,0 1,1 0,-1 0,1 0,-1 0,1 1,0-1,0 1,0-1,1 1,-1 0,0 0,2 0,5 2,0 0,0 1,0 0,0 0,0 1,0 0,-1 1,1 0,0 1,-1 0,0 0,0 1,0 0,-1 0,0 1,0 0,5 6,37 39,-49-50,0 1,0 0,0 0,0-1,0 1,0 0,0 0,-1 0,1 0,-1 0,1 0,-1 0,0 0,0 0,0 0,0 0,0 0,0 0,0 0,-1 0,1 0,-1 0,1 0,-1 0,0 0,0-1,0 1,0 0,0 0,0-1,-1 1,1-1,-1 1,-9 6,-1 0,0-1,-1-1,0 0,0 0,0-1,-1-1,1 0,-1-1,-4 0,16-3,3 0,-1 0,0-1,0 1,0-1,0 1,0-1,0 1,0 0,1-1,-1 1,0-1,-1 1,1-1,0 1,0 0,0-1,0 1,0-1,0 1,0 0,-1-1,1 1,0-1,0 1,0 0,-1-1,1 1,0 0,-1-1,1 1,0 0,-1 0,1-1,0 1,-1 0,1 0,68-48,77-63,-125 89,0-1,-2 0,-1-1,-1-1,-1-1,-1 0,-1-1,-2-1,0 1,-2-2,-1 1,-1-4,5-33,-3 1,-3-1,-3 0,-5-63,-8 54,10 74,0 0,0 1,0-1,0 1,0-1,0 0,0 1,0-1,0 0,0 1,0-1,0 0,0 1,-1-1,1 0,0 1,0-1,0 0,-1 1,1-1,0 0,0 1,-1-1,1 0,0 0,0 0,-1 1,1-1,0 0,-1 0,1 0,0 0,-1 1,1-1,0 0,-1 0,1 0,0 0,-1 0,1 0,-1 0,1 0,0 0,-1 0,1 0,0 0,-1 0,1-1,0 1,-1 0,1 0,0 0,-1 0,1-1,0 1,-1 0,1 0,0 0,0-1,-1 1,1 0,0-1,0 1,-1-1,-5 28,1-1,1 1,2 0,0 0,2 0,2 21,-2-39,2 51,3 0,2 0,3 0,10 30,-13-64,1 0,1-1,1 0,2 0,0-1,1-1,2 0,0 0,2-2,0 0,7 4,-17-17,0-1,1 0,1-1,-1 0,1 0,0-1,0 0,0 0,1-1,0-1,0 1,0-2,0 1,0-1,0-1,1 0,-1 0,0-1,1 0,-1-1,1 0,-1-1,0 0,0-1,0 0,0 0,0-1,-1-1,6-2,-3 0,-1-1,0 0,-1 0,0-1,0-1,0 0,-1 0,-1 0,0-1,0-1,-1 1,-1-1,0 0,-1-1,0 1,0-1,-2 0,1 0,-2-1,0 1,0 0,-1-7,-1 17,0 0,0 0,0 0,0 0,-1 0,1 0,-1 0,0 0,0 0,0 0,0 0,0 0,-1 1,1-1,-1 0,0 1,1-1,-1 1,-1 0,1 0,0 0,0 0,-1 0,1 0,-1 1,1-1,-1 1,0-1,0 1,0 0,0 0,0 1,0-1,0 0,0 1,0 0,0 0,0 0,0 0,0 0,0 1,0-1,0 1,0 0,0 0,1 0,-1 0,0 0,0 1,1-1,-3 2,1 0,-1 1,1 0,0 0,0 0,0 0,1 1,0 0,0-1,0 1,0 0,0 0,1 1,0-1,0 0,1 1,0-1,0 1,0 0,0-1,1 1,0 0,0-1,1 1,-1 0,1-1,0 1,1 0,-1-1,1 0,1 1,-1-1,0 0,1 0,0 0,0-1,1 1,0-1,0 1,14 12,0-1,2 0,0-2,0 0,1-2,1 0,0-1,1-1,0-1,1-1,-1-2,1 0,21 2,-32-5,0-1,0 0,0-1,0-1,0 0,0 0,6-2,14-7</inkml:trace>
  <inkml:trace contextRef="#ctx0" brushRef="#br2" timeOffset="139367.607">11319 13703,'23'0,"28"3,37 2,38 5,31 4,23 1,7 0,-12 0,-34-2</inkml:trace>
  <inkml:trace contextRef="#ctx0" brushRef="#br2" timeOffset="140433.758">5598 15588,'-32'32,"29"-40,29-98,-8 44,-3 0,-3-1,-3 0,2-62,-15 111,0 32,2-12,1 0,1 0,-1 1,1-1,0 0,1 0,-1 1,1-1,1 0,-1 0,1 0,0 0,0 0,1 0,-1-1,1 1,1-1,-1 0,1 0,0 0,0 0,0 0,1-1,0 0,-1 0,5 2,9 4,0-2,0 0,0-1,1-1,0-1,1 0,11 0,-11-2,1 2,0 0,-1 1,0 1,0 1,7 5,-24-11,1 0,-1 1,0-1,0 1,0-1,0 1,-1 0,1 0,-1 0,0 1,0-1,0 1,0-1,0 1,-1-1,0 1,1 0,-1 0,-1 0,1 0,-1 0,1 0,-1 0,0 0,0-1,-1 1,1 0,-1 0,0 0,0 0,-1 0,1-1,-1 1,-44 124,46-127,0 1,-1 0,1-1,0 1,0 0,0-1,0 1,0 0,1-1,-1 1,0 0,1-1,-1 1,1-1,0 1,0 0,-1-1,1 0,0 1,0-1,0 0,0 1,1-1,-1 0,0 0,0 0,1 0,-1 0,1 0,-1 0,1 0,-1-1,1 1,-1-1,1 1,0-1,-1 1,1-1,0 0,0 0,72 0,-56-2,1-2,-1 0,0-2,0 0,0 0,-1-2,0 0,0-1,9-7,-19 11,0 0,1-1,-2 0,1 0,-1 0,0-1,0 0,-1 0,1 0,-2-1,1 1,-1-1,0 0,-1-1,0 1,0-1,-1 1,0-1,-1 0,1 0,-2-1,1 6,-1 1,0 0,0 0,0 0,0 0,-1 0,1 0,-1 0,0 0,0 0,0 0,0 0,0 0,-1 0,1 0,-1 1,0-1,0 1,0-1,0 1,0 0,0 0,-1 0,1 0,-1 0,0 0,1 1,-1-1,0 1,0 0,0 0,0 0,0 0,0 1,0-1,0 1,0-1,0 1,0 0,0 0,-1 1,1-1,0 1,-1-1,-2 4,1 0,-1 0,1 1,-1-1,1 1,0 0,1 0,-1 1,1-1,0 1,1 0,0 0,-1 1,2-1,-1 1,1-1,0 1,0 0,1 0,0-1,0 1,1 0,0 0,0 0,0 0,1 0,0 0,0 0,1 0,0 0,0-1,1 1,0-1,3 6,-1-3,1 0,1-1,0 1,0-1,0 0,1-1,0 0,1 0,0-1,0 0,0 0,0-1,1-1,0 1,0-2,1 1,10 3,0-2,1 0,0-1,0-1,0-1,0-1,6-1,29-4</inkml:trace>
  <inkml:trace contextRef="#ctx0" brushRef="#br2" timeOffset="141984.3">6948 15320,'-24'-1,"0"1,-1 0,1 2,0 1,0 1,1 1,-1 1,1 1,0 1,1 1,-10 6,30-15,-1 1,1 0,-1 0,1 1,0-1,0 0,0 1,-1-1,1 1,1 0,-1-1,0 1,0 0,1 0,-1 0,1 1,-1-1,1 0,0 0,0 1,0-1,0 1,1-1,-1 1,1-1,-1 1,1-1,0 1,0 0,0-1,0 1,0-1,1 1,-1-1,1 1,0-1,0 1,0-1,0 1,0-1,0 0,1 0,0 2,13 9,-1-2,1 0,1 0,0-2,1 0,-1 0,2-2,2 1,18 9,-22-10,5 2,0 1,-1 0,0 2,-1 0,-1 1,18 15,-35-27,1 0,-1 0,0 0,1 1,-1-1,0 0,0 1,0-1,0 0,0 1,0-1,0 1,0 0,-1-1,1 1,-1-1,1 1,-1 0,0 0,1-1,-1 1,0 0,0 0,0-1,0 1,-1 0,1 0,0-1,-1 1,1 0,-1-1,0 1,1-1,-1 1,0 0,0-1,0 0,0 1,0-1,0 0,-1 1,1-1,0 0,-1 0,1 0,-1 0,1 0,-1 0,1-1,-1 1,0 0,1-1,-10 5,0-1,0 0,-1-1,1 0,-1 0,1-2,-1 1,0-1,0-1,0 0,1-1,-1 0,-8-3,19 4,1 0,-1 0,0 0,0 0,1 0,-1 0,0 0,0 0,1 0,-1-1,0 1,0 0,1-1,-1 1,1 0,-1-1,0 1,1-1,-1 1,1-1,-1 1,1-1,-1 1,1-1,-1 0,1 1,-1-1,1 0,0 1,0-1,-1 0,1 1,0-1,0 0,0 0,0 1,0-1,0 0,0 0,0 1,0-1,0 0,0 0,0 1,0-1,1 0,-1 0,0 0,33-25,261-82,-274 101,0-1,0-2,-1 1,-1-2,0-1,0 0,-1-1,-1-1,0-1,-1 0,0-1,9-14,-22 28,0 0,-1 0,0-1,1 1,-1 0,0-1,0 1,0-1,0 0,-1 1,1-1,-1 0,1 1,-1-1,0 0,0 0,0 1,-1-1,1 0,-1 1,1-1,-1 0,0 1,0-1,0 1,0-1,-1 1,1-1,-1 1,1 0,-1 0,0 0,0 0,0 0,0 0,0 0,0 1,0-1,-1 1,1 0,-1-1,-1 0,-1 1,1-1,-1 1,1 0,-1 0,0 1,0-1,1 1,-1 0,0 0,0 1,1-1,-1 1,0 0,1 1,-1-1,1 1,-1-1,1 1,0 1,0-1,0 1,0-1,0 1,1 0,-1 1,1-1,0 0,-1 1,0 3,0-2,0 0,0 1,1 0,0-1,0 1,1 1,-1-1,1 0,1 0,-1 1,1-1,0 1,1-1,-1 1,1 0,1-1,-1 1,1-1,0 1,1-1,-1 1,2 1,5 5,1 0,0 0,1-1,0 0,1-1,0 0,1-1,0 0,0-1,1 0,1-1,-1 0,1-1,1-1,-1 0,1-1,0-1,0 0,0-1,1-1,7 1,-14-1,-1-1,1 0,-1 0,1-1,-1 1,1-2,-1 0,1 0,-1 0,0-1,1 0,-1-1,0 1,0-2,-1 1,1-1,-1 0,1-1,-1 0,-1 0,1 0,-1-1,0 0,0 0,0-1,-1 0,1-1,9-22,0-1,-2 0,-2-1,-1 0,-1-1,4-32,-10 48,74-416,-71 386,-7 47,1 1,-1-1,1 0,0 0,-1 1,1-1,-1 0,1 0,-1 0,1 0,-1 0,1 0,-1 1,0-1,1 0,-1-1,1 1,-1 0,1 0,-1 0,1 0,-1 0,1 0,-1-1,1 1,-1 0,1 0,0-1,-1 1,1 0,-1-1,1 1,0 0,-1-1,1 1,0-1,-1 1,1 0,0-1,0 1,-1-1,1 1,0-1,0 1,0-1,0 1,0-1,0 1,0-1,0 1,0-1,0 1,0-1,0 0,0 1,0-1,0 1,0-1,0 1,1-1,-1 1,0 0,0-1,1 1,-1-1,0 1,1-1,-12 14,2-1,-1 1,2 1,0 0,0 0,1 0,1 1,0 2,-2 3,-9 20,1 0,3 1,1 0,2 1,-2 28,10-52,0-1,2 1,0 0,1 0,0-1,2 1,0-1,1 1,0-1,2 0,0 0,1-1,0 0,2 0,0 0,2 0,0-2,0 1,2-1,0-1,0 0,1-1,0-1,1 0,1-1,0 0,0-1,1-1,0-1,8 2,-24-8,1 0,-1 0,1-1,-1 1,1 0,0-1,-1 0,1 1,0-1,-1 0,1 0,0 0,-1 0,1 0,0 0,-1-1,1 1,0 0,-1-1,1 1,-1-1,1 0,-1 1,1-1,-1 0,1 0,-1 0,0 0,0 0,1 0,-1-1,0 1,0 0,0-1,0 1,0 0,-1-1,1 1,0-1,-1 0,1 0,-1-9,0-1,-1 0,0 1,-1 0,0-1,-1 1,0 0,-1 0,0 0,-1 1,0 0,-1 0,0 0,0 0,-4-2,-8-17,-2 2,-1 0,-1 1,-2 1,0 2,-1 0,-2 1,0 2,-1 1,-1 1,0 1,-32-12,38 19,25 7,81 14,111 19,103 17,70 30,-292-52,-76-17,-60 5,43-12,0 0,0 2,0 0,0 1,1 1,-1 1,1 0,1 1,-1 1,1 0,0 2,1-1,0 2,1 0,-4 5,16-13,-1 0,1 1,0-1,0 1,1 0,-1 0,1 0,0 0,0 0,0 0,0 0,1 0,-1 0,1 0,0 0,1 0,-1 0,1 0,-1 0,1 0,0 0,1 0,-1 0,1 0,0 0,0-1,0 1,0-1,0 1,1-1,0 0,-1 0,1 0,0 0,1-1,-1 1,0-1,1 0,0 0,-1 0,3 1,2 1,1-1,0 1,0-1,0-1,0 0,1 0,-1 0,1-1,-1-1,1 0,-1 0,0-1,1 0,-1 0,1-1,-1-1,0 1,0-2,0 1,-1-1,1 0,-1-1,0 0,0 0,0-1,-1 0,0 0,0-1,-1 0,0 0,0 0,0-1,-1 0,3-6,28-93,-37 125,1-1,1 0,0 1,2-1,0 0,0 0,2 0,-3-11,0 1,0 0,1-1,-1 0,2 0,-1 0,1 0,-1 0,2-1,-1 1,1-1,-1 0,2-1,-1 1,0-1,1 0,0 0,0-1,1 1,-3-3,-1 0,1 0,0 0,0 0,0-1,0 0,0 0,0 0,0 0,0 0,0-1,0 0,0 0,0 0,0 0,0-1,-1 1,1-1,0 0,-1 0,0 0,1-1,-1 1,0-1,0 0,-1 0,1 0,2-3,59-99,-39 40,-2 0,-4-1,-3-2,-3 1,-2-2,-3-6,-8 68,3-9,-1 0,-1-1,0 1,-1-1,-1 1,-1-1,0 1,-1 0,-1 0,-1-4,4 18,1 1,0-1,-1 1,1-1,-1 1,1 0,-1-1,0 1,0 0,1-1,-1 1,0 0,0 0,0 0,0 0,0 0,-1 0,1 0,0 0,0 0,-1 1,1-1,0 0,-1 1,1-1,-1 1,1 0,0-1,-1 1,1 0,-1 0,1 0,-1 0,1 0,-1 0,1 0,-1 1,1-1,-1 0,1 1,-1-1,1 1,0 0,-1-1,1 1,-1 0,-45 57,39-39,1 0,0 1,2 0,0 0,1 0,1 1,1-1,1 1,0 0,2 0,0-1,2 1,0-1,5 18,1-7,1 0,2-1,1 0,1-1,2 0,0-1,2-1,1-1,4 4,-5-8,1 0,1-2,1 0,0-1,2-1,0-1,1-1,-22-14,0-1,-1 0,0 1,1-1,-1 0,1 0,-1 0,1 0,-1-1,1 1,0 0,-1-1,1 1,0-1,0 1,-1-1,1 0,0 0,0 0,0 0,-1 0,1 0,0 0,0-1,0 1,-1-1,1 1,0-1,-1 0,1 1,-1-1,1 0,0 0,4-17,-3-4</inkml:trace>
  <inkml:trace contextRef="#ctx0" brushRef="#br2" timeOffset="142231.162">8780 15200,'-14'-7,"-6"-2,-3 1,8 1,17 2,25 2,30 2,35 2,33 4,31 6,19 3,8 3,-27 0</inkml:trace>
  <inkml:trace contextRef="#ctx0" brushRef="#br2" timeOffset="148411.664">10344 15093,'4'-14,"0"3,-1 1,0-1,-1 0,0 0,0 0,-2 0,1 0,-2-6,1 16,-1-1,1 1,-1 0,0 0,0-1,1 1,-1 0,0 0,0 0,0 0,0 0,0 1,-1-1,1 0,0 0,0 1,-1-1,1 0,0 1,0 0,-1-1,1 1,-1 0,1-1,0 1,-1 0,1 0,-1 0,1 0,0 1,-1-1,1 0,0 1,-1-1,1 0,0 1,-1 0,1-1,0 1,0 0,-1-1,1 1,0 0,0 0,0 0,0 1,-20 14,1 0,1 1,1 2,0 0,1 0,2 2,0 0,1 1,1 0,1 1,0 2,-7 13,2 0,1 1,2 1,2 0,2 1,1 0,3 0,-2 29,7-45,1 1,0-1,2 0,1 1,1-1,1 0,1-1,2 1,0-1,1-1,2 1,0-2,2 1,12 17,-5-16,1-1,0 0,2-2,1 0,0-2,1-1,1 0,26 11,21 8</inkml:trace>
  <inkml:trace contextRef="#ctx0" brushRef="#br2" timeOffset="148868.443">10852 15334,'-45'74,"44"-72,1 0,-1 0,1 0,0 0,-1 1,1-1,0 0,0 0,1 0,-1 1,0-1,1 0,-1 0,1 0,0 0,-1 0,1 0,0 0,0 0,1 0,-1 0,0-1,1 1,-1 0,1-1,-1 1,1-1,0 1,-1-1,1 0,0 0,0 0,0 0,0 0,0 0,0-1,1 1,12 2,1 0,-1-1,0-1,1-1,-1 0,1-1,-1-1,0 0,0-1,0 0,0-1,0-1,-1-1,10-4,-11 6,-1-1,1 0,-1-1,0 0,0-1,0 0,-1-1,0 0,-1-1,0 0,0 0,-1-1,0-1,-1 1,0-2,-1 1,0-1,0 0,-2 0,1-1,-1-2,-4 11,0 0,0 1,-1-1,1 0,-1 1,0-1,0 0,0 0,-1 1,1-1,-1 0,0 1,0-1,0 0,-1 1,1 0,-1-1,0 1,0 0,0 0,0 0,0 0,-1 0,1 0,-1 1,0-1,0 1,0 0,0 0,0 0,-1 0,1 0,-1 1,1-1,-1 1,1 0,-1 0,0 1,1-1,-1 1,0 0,1-1,-1 2,0-1,0 0,1 1,-1 0,0 0,1 0,-1 0,1 0,-1 1,1-1,0 1,-1 0,-1 2,-4 7,1 1,0 0,1 0,1 0,-1 1,2 0,0 0,1 1,0-1,1 1,0 0,1 0,1 0,0 0,1 1,1 5,1 54,4 0,14 69,1 11,-18-126,2 5,-1 1,-1 0,-3 0,0 0,-2-1,-2 1,-1 0,-3 5,-20 10,15-41</inkml:trace>
  <inkml:trace contextRef="#ctx0" brushRef="#br2" timeOffset="149296.449">10825 15614,'112'-27,"1"4,60-1,16 7,-188 17,1-1,-1 1,1-1,-1 1,1 0,-1 0,1 0,-1 0,1 0,0 0,-1 0,1 0,-1 0,1 1,-1-1,1 1,-1-1,1 1,-1 0,0 0,1-1,-1 1,0 0,0 0,1 0,-1 0,0 0,0 1,0-1,0 0,0 0,-1 1,1-1,0 1,-1-1,1 0,-1 1,1-1,-1 1,1 0,-1-1,0 1,0-1,0 1,0-1,0 1,-1 1,0 5,0-7,0 1,1-1,-1 0,1 1,-1-1,1 1,0-1,0 1,-1-1,1 0,0 1,0-1,0 1,1-1,-1 1,0-1,1 1,-1-1,0 0,1 1,0-1,-1 0,1 1,0-1,0 0,0 0,-1 1,1-1,0 0,1 0,-1 0,0 0,0-1,1 2,8 0,0 1,0-1,0-1,1 0,-1 0,0-1,1 0,-1-1,1 0,-1 0,0-1,0-1,0 0,0 0,0-1,1-1,-3 2,0-1,0 0,-1 0,0-1,0 0,0 0,0 0,-1-1,0 0,0 0,0-1,-4 4,0 1,0-1,-1 1,1-1,-1 0,1 0,-1 0,0 0,0 0,0 0,-1 0,1 0,-1 0,0 0,0 0,0 0,0-1,0 1,-1 0,1 0,-1 0,0 0,0 0,0 0,0 0,0 0,-1 1,1-1,-1 0,0 1,-1-2,-3-2,0 0,-1 1,0-1,0 2,0-1,-1 1,1 0,-1 0,0 1,0 0,-1 0,1 1,-1 0,1 0,-1 1,1 1,-1-1,0 1,1 1,-1-1,1 2,-1-1,1 1,-1 0,1 1,0 0,-1 1,4-2,1 1,-1 0,1 0,0 1,0-1,0 1,1 0,-1 0,1 0,0 0,0 1,1-1,-1 1,1 0,0 0,0 0,0 0,1 0,0 0,0 0,0 0,1 1,0-1,0 0,0 0,0 1,1-1,0 0,0 0,0 0,1 0,0 0,0 0,0 0,0 0,1-1,0 1,0-1,0 0,0 0,1 0,-1 0,1 0,0-1,1 0,0 1,30 13,0-6</inkml:trace>
  <inkml:trace contextRef="#ctx0" brushRef="#br2" timeOffset="150197.618">11787 15080,'-9'-1,"-1"0,0 0,1 1,-1 1,0 0,1 0,-1 1,1 0,-1 1,1 0,0 0,-5 3,10-4,0 0,1 0,-1 1,0-1,1 1,-1 0,1 0,0 0,0 0,0 1,0-1,1 1,0 0,-1 0,1 0,0 0,1 0,-1 0,1 1,0-1,0 0,0 1,1-1,-1 1,1-1,0 1,1 3,3 9,1 0,1 0,1 0,0-1,1 0,1-1,0 0,1 0,1-1,0 0,1 0,9 7,6 9,7 12,-1 0,-2 3,-2 0,11 27,-38-68,-2-2,0-1,1 1,-1-1,0 1,1-1,-1 0,1 1,0-1,-1 0,1 0,0 1,0-1,0 0,0 0,0 0,0 0,0 0,0 0,0 0,1 0,-1-1,0 1,0 0,1-1,-1 1,1-1,-1 1,0-1,1 0,-1 1,1-1,-1 0,1 0,-1 0,1 0,-1 0,1-1,6-5,0-2,0 1,-1-1,1 0,-2 0,1-1,-1 0,-1 0,1-1,-2 0,4-8,2-6,-1-1,-1-1,-2 0,0 0,-2 0,0-4,-3 22,-2 6,1 0,0 0,0-1,0 1,0 0,0 0,1 0,-1 0,1 0,-1 0,1 0,0 0,0 0,-1 1,1-1,1 0,-1 0,0 1,0-1,1 1,-1-1,1 1,-1-1,1 1,-1 0,1 0,0 0,0 0,1-1,105 16,-31-6,-42-5,0 1,-1 2,0 1,23 8,-54-14,0 0,0 0,1 0,-1 1,0-1,0 1,0 0,-1 0,1 0,0 0,-1 0,1 1,-1-1,0 1,0-1,0 1,0 0,0 0,-1 0,1 0,-1 0,0 0,0 0,0 1,0-1,-1 0,1 1,-1-1,0 0,0 1,0-1,0 1,-1 1,-36 103,37-105,1 0,0 0,0 0,0-1,0 1,0 0,1 0,-1-1,1 1,-1-1,1 1,0-1,0 0,0 0,1 0,-1 0,0 0,1 0,-1 0,1-1,0 1,-1-1,1 0,0 0,0 0,0 0,0-1,0 1,0-1,0 1,0-1,0 0,0 0,0-1,0 1,0-1,23 3,0-2,0-1,0-1,0-1,0-1,-1-1,0-2,0 0,0-2,-1-1,0-1,32-31,-31 68,-18-22,0-1,0-1,0 1,0-1,1 0,-1-1,0 1,1-1,0-1,-1 0,1 0,-1 0,1-1,-1 0,1-1,-1 1,1-2,-1 1,0-1,0 0,0 0,-1-1,1 0,-1 0,0 0,0-1,3-2,-6 4,0-1,0 1,0 0,-1-1,1 1,-1-1,0 0,0 0,0 0,-1 0,1 0,-1 0,0-1,0 1,-1 0,1-1,-1 1,0 0,0-1,0 1,-1-1,0 1,1 0,-1 0,-1-1,1 1,-1 0,0 0,-1-2,-1-2,-1 1,1-1,-2 1,1 0,-1 1,0-1,0 1,-1 0,0 1,0 0,0 0,-1 0,1 1,-5-2,6 3,1 0,-1 1,1 0,-1 0,0 0,0 0,0 1,0 0,0 0,0 1,-1 0,1 0,0 0,0 1,0 0,0 0,0 0,0 1,0 0,0 0,1 0,-1 1,1 0,0 0,-1 1,2-1,-1 1,0 0,1 0,-1 1,1-1,0 1,1 0,-1 0,1 0,0 1,-2 4,4-6,0 0,1 0,-1 0,1 0,0 0,0 0,1 0,-1 0,1 0,0 0,0-1,0 1,0 0,1 0,-1-1,1 1,0-1,0 0,1 1,-1-1,1 0,-1 0,1 0,0-1,0 1,0-1,3 2,5 4,1-1,0-1,0 0,0-1,1 0,-1-1,9 2,21 4</inkml:trace>
  <inkml:trace contextRef="#ctx0" brushRef="#br2" timeOffset="150514.392">13285 15080,'-99'-34,"96"33,0 1,0 0,0 0,0 0,0 0,0 0,-1 1,1-1,0 1,1 0,-1 0,0 0,0 1,0-1,1 0,-1 1,0 0,1 0,-1 0,1 0,0 0,0 0,0 0,0 1,0-1,0 1,1-1,-1 1,1 0,0 0,-1 2,-2 7,1-1,1 0,0 1,0-1,1 1,1-1,0 1,0 0,1-1,1 1,0-1,0 1,2 4,59 144,-50-131,-5-10,-4-6,0-1,1 0,0-1,1 1,0-1,1 0,0 0,1-1,0 0,0 0,1-1,0 0,1-1,0 0,1 0,-1-1,1 0,8 2,15 0,1-2,0-1,1-2,-1-2,1-1,3-2,-12 2,55-1</inkml:trace>
  <inkml:trace contextRef="#ctx0" brushRef="#br2" timeOffset="150955.879">14528 15481,'0'-9,"0"-1,-1 1,0 0,0-1,-1 1,0 0,-1 0,0 0,0 1,-1-1,0 1,-1 0,0 0,0 0,0 0,-1 1,0 0,-1 0,1 1,-7-5,6 10,0 0,0 1,0-1,0 1,0 1,0-1,0 1,-1 1,2-1,-1 1,0 0,0 1,1-1,-1 1,1 1,0-1,0 1,0 0,0 1,1-1,0 1,0 0,0 0,0 1,1 0,0-1,-2 5,3-7,1 0,0 0,0 1,0-1,0 0,1 1,-1-1,1 1,0 0,0-1,0 1,1 0,-1 0,1-1,0 1,0 0,0 0,0 0,1-1,0 1,0 0,0-1,0 1,0 0,1-1,-1 0,1 1,0-1,0 0,0 0,3 3,4-1,0 0,1 0,0-1,0 0,0 0,0-1,1-1,-1 0,1 0,0-1,-1-1,1 1,0-2,-1 1,1-2,0 1,-1-1,1-1,8-3,-12 4,0 0,-1 0,0 0,1-1,-1 1,0-2,0 1,0-1,-1 1,1-2,-1 1,0-1,0 1,-1-1,1-1,-1 1,0-1,-1 1,1-1,-1 0,0 0,-1-1,1 1,-1-1,-1 1,1-1,-2 5,0 1,0 0,0-1,-1 1,1 0,0-1,-1 1,1 0,-1-1,1 1,-1 0,0 0,1-1,-1 1,0 0,0 0,0 0,0 0,0 0,0 0,0 0,0 1,0-1,0 0,-1 0,1 1,0-1,-1 1,1-1,0 1,-1 0,1-1,0 1,-1 0,1 0,-1 0,1 0,0 0,-1 0,1 1,0-1,-1 0,1 1,0-1,-1 1,1-1,0 1,0 0,-1-1,1 1,0 0,0 0,-1 1,-1 2,0-1,0 1,1 1,-1-1,1 0,0 0,1 1,-1 0,1-1,-1 1,1 0,1-1,-1 1,1 0,0 0,0 0,0-1,0 1,1 0,0 0,0-1,0 1,1 0,0-1,-1 1,2-1,-1 0,0 0,1 0,0 0,0 0,0 0,0-1,1 1,-1-1,1 0,0 0,2 1,19 13,2-1,0-1,1-1,0-1,1-2,0-1,1-1,0-2,29 4,31 6,-12-5</inkml:trace>
  <inkml:trace contextRef="#ctx0" brushRef="#br2" timeOffset="153529.449">5838 16618,'2'-12,"-1"0,0-1,-1 1,0 0,-1-1,0 1,-1 0,-3-8,4 16,-1-1,1 1,-1 0,0 0,0 0,-1 0,1 0,-1 1,0-1,0 1,0-1,0 1,-1 0,1 1,-1-1,0 0,1 1,-1 0,0 0,-1 0,1 0,0 1,-1 0,-3-1,-2 1,-1 0,0 1,1 1,-1 0,1 0,-1 1,1 0,0 1,-1 0,1 0,1 1,-1 1,1-1,-1 2,1-1,1 1,-1 1,1 0,0 0,1 0,-1 1,1 0,1 0,0 1,0 0,-2 5,6-11,1 0,0 0,0 0,0 0,0 0,0 0,1 0,0 0,-1 0,1 0,0 0,0 0,1 0,-1 0,0 0,1 0,0 0,0 0,0 0,0 0,0 0,1-1,-1 1,1 0,0-1,0 1,0-1,0 0,0 0,0 1,1-1,-1-1,1 1,-1 0,1-1,0 1,-1-1,1 0,0 0,2 1,3 0,1 0,-1 0,1-1,-1 0,1-1,0 1,-1-2,1 1,0-1,-1-1,1 1,-1-1,0-1,1 0,-1 0,0 0,-1-1,1-1,2-1,4-2,-1-1,-1-1,1 0,-1 0,-1-2,0 1,-1-1,0-1,-1 0,2-3,10-27,-28 156,5-1,5 1,5 0,6 10,-11-99,-1-7,1 4,0 0,-1 0,-1 0,-1 0,-1 0,-1 0,0-1,-2 1,0 0,-2-1,-2 4,6-19,-1-1,0 0,0 1,0-1,0-1,-1 1,0 0,0-1,0 0,0 0,0 0,0 0,-1-1,1 0,-1 0,0 0,0 0,0-1,0 0,0 0,0 0,0 0,0-1,0 0,0 0,0-1,0 1,-1-1,1 0,0 0,1-1,-1 1,0-1,0 0,1-1,-1 1,1-1,0 0,0 0,0 0,-2-2,-5-5,-1-2,2 1,-1-1,2-1,0 0,0 0,1 0,1-1,0-1,1 1,1-1,0 0,1 0,0-1,2 1,0-1,0 1,1-1,1-5,1 10,0 1,1-1,0 1,0 0,1 0,1 0,-1 0,2 1,-1-1,1 1,1 0,0 0,0 1,0-1,1 2,1-1,-1 1,1 0,0 0,1 1,5-4,22-11,1 1,1 2,1 1,31-8,-56 20,45-16,-14 6,-1-1,-1-3,30-18,-67 34,-1 0,0-1,0 1,0-1,-1 0,0 0,1-1,-1 0,-1 1,1-1,-1-1,0 1,0 0,0-1,-1 1,0-1,0 0,0 0,-1 0,0 0,0 0,0 0,-1 0,0 0,0 0,0 0,-1 0,0 0,-1-2,1 0,0 1,-1 0,0 0,0 0,0 0,-1 1,0-1,0 1,-1-1,0 1,0 0,0 0,-1 1,0-1,0 1,0 0,-1 1,-3-3,8 6,0 1,-1 0,1-1,0 1,0 0,0 0,0 0,0 0,0 0,0 0,-1 0,1 0,0 0,0 1,0-1,0 0,0 1,0-1,0 1,0-1,0 1,0-1,0 1,0 0,0 0,1-1,-1 1,0 0,0 0,1 0,-1 0,1 0,-1 0,1 0,-1 0,1 0,-1 0,1 0,0 0,0 0,-1 0,1 0,0 2,-5 50,6-41,0 0,1 0,1 0,0 0,0-1,1 1,1-1,0 0,1 0,0 0,0-1,1 0,1 1,-4-6,0 0,0 0,0-1,0 0,1 0,0 0,0 0,0-1,0 1,0-2,1 1,0 0,-1-1,1 0,0 0,0-1,0 0,0 0,0 0,0 0,0-1,0 0,1-1,-1 1,0-1,5-2,-2-1,1-1,-1 0,-1 0,1-1,-1-1,0 1,0-1,-1 0,0-1,0 0,-1 0,0-1,0 1,-1-1,0 0,-1-1,0 1,0-1,2-10,32-57,-38 77,0 1,0-1,0 0,0 1,0-1,0 0,0 1,0-1,0 0,0 0,0 1,1-1,-1 0,0 0,0 1,0-1,1 0,-1 0,0 1,0-1,1 0,-1 0,0 0,0 0,1 1,-1-1,0 0,1 0,-1 0,0 0,0 0,1 0,-1 0,0 0,1 0,-1 0,0 0,1 0,-1 0,0 0,1 0,-1 0,0 0,0 0,1 0,-1-1,0 1,1 0,-1 0,0 0,0 0,1-1,-1 1,0 0,0 0,0 0,1-1,-1 1,0 0,0-1,0 1,2 33,-2-31,0 16,-1-5,1 1,0-1,1 1,0-1,1 1,1-1,0 0,0 0,2 0,-1 0,2-1,1 3,-2-11,-1-1,1 0,0-1,0 1,0-1,0 0,1 0,-1-1,0 1,1-1,-1 0,1-1,0 0,-1 1,1-2,-1 1,1-1,-1 1,1-2,-1 1,1 0,-1-1,0 0,0-1,0 1,0-1,2-1,18-8,0-1,-1-1,-1-1,0-2,-1 0,-1-1,9-10,-25 23,18-14,-23 19,1 0,-1 0,1 0,-1-1,1 1,-1 0,1 0,0 0,-1 0,1 1,-1-1,1 0,-1 0,1 0,-1 0,1 0,-1 1,1-1,-1 0,0 1,1-1,-1 0,1 1,-1-1,0 0,1 1,-1-1,0 0,1 1,-1-1,0 1,0-1,1 1,-1-1,0 1,0-1,0 1,0-1,1 1,-1-1,0 1,0-1,0 1,0-1,0 1,-1-1,1 1,0 0,0-1,0 9,0 0,1 0,0 0,0-1,1 1,1 0,-1-1,1 0,0 1,1-1,0 0,1-1,-1 1,1-1,1 0,-1 0,1-1,0 1,1-1,0-1,0 1,0-1,0 0,1-1,0 0,0 0,2 1,1-4,-1 1,1-1,0-1,-1 0,1-1,-1 0,1 0,-1-1,1 0,-1-1,0 0,0-1,0 0,-1-1,1 0,-1 0,0-1,-1 0,1-1,-1 1,0-2,-1 1,0-1,0 0,-1-1,0 1,0-1,-1-1,0 1,-1-1,0 0,0 0,-1 0,0 0,-1 0,0-1,-1 0,-2-46,0 55,1 1,0 0,0 0,-1 0,1-1,-1 1,1 0,-1 0,1 0,-1 0,0 0,1 0,-1 0,0 0,0 0,0 0,0 0,0 0,0 1,0-1,0 0,0 1,0-1,0 1,0-1,-1 1,1-1,0 1,0 0,0 0,-1 0,1 0,0 0,0 0,-1 0,1 0,0 0,0 0,-1 1,1-1,0 0,0 1,-1-1,-3 4,1-1,0 1,-1 0,1 0,0 0,1 1,-1-1,1 1,0 0,0 0,0 0,1 0,0 1,0-1,0 0,0 1,1 0,0-1,0 1,1 0,0 0,0-1,0 1,0 0,2 4,0-1,1 0,0 0,0 0,1 0,0-1,0 1,1-1,0 0,0-1,1 1,0-1,1 0,-1 0,1-1,1 0,-1 0,1-1,0 0,0 0,1-1,-1 0,1 0,0-1,0-1,0 1,0-1,1-1,-1 1,0-2,1 1,-1-1,1-1,-1 0,0 0,1-1,-4 1,0 0,-1-1,1 1,0-1,-1-1,1 1,-1-1,0 0,0 0,0 0,0-1,-1 0,1 0,-1 0,0 0,0-1,0 1,-1-1,0 0,0 0,0-1,0 1,-1 0,0-1,0 0,4-16,-1-1,0 0,-2 0,-1-1,-1-15,0 24,-1 13,-1 1,1-1,-1 1,1-1,0 1,-1-1,1 0,0 1,0-1,0 1,1-1,-1 1,0-1,0 0,1 1,-1-1,1 1,0 0,-1-1,1 1,0-1,0 1,0 0,0-1,0 1,0 0,0 0,0 0,0 0,1 0,-1 0,0 0,1 1,-1-1,1 0,-1 1,0-1,1 1,0-1,-1 1,1 0,-1-1,1 1,-1 0,1 0,0 0,-1 1,1-1,-1 0,1 0,0 1,182 88,-171-81,-2-4,-1 1,0 0,0 1,0 0,-1 1,0 0,0 0,0 1,-1 0,-1 1,1 0,-1 0,-1 0,0 1,0 0,-1 0,0 1,0-1,1 8,0 79,-3-93,1-1,-1 0,0 0,1 0,0-1,0 1,0-1,0 0,0 0,0 0,1 0,-1-1,0 0,1 0,0 0,-1-1,1 1,-1-1,1 0,-1 0,1-1,4 0,-5 1,51-2,0-3,-1-3,0-1,-1-3,51-19,-88 26,3 1,-1-2,0 0,0-2,-1 0,0 0,0-2,6-5,-22 14,1 0,0-1,0 1,-1-1,1 0,-1 0,1 1,-1-1,0 0,1 0,-1 0,0-1,-1 1,1 0,0 0,-1 0,1-1,-1 1,1 0,-1-1,0 1,0 0,0 0,0-1,-1 1,1 0,-1-1,1 1,-1 0,0 0,0 0,0 0,0-1,0 1,0 1,-2-3,-1-1,0-1,-1 1,1 1,-1-1,-1 1,1 0,0 0,-1 0,0 1,0 0,0 0,-3-1,1 1,-1 0,0 1,0-1,0 2,0-1,0 2,0-1,0 1,0 0,0 1,0 0,0 0,0 1,0 0,1 1,-1 0,0 0,1 1,0 0,0 1,0-1,1 2,0-1,0 1,0 0,0 0,1 1,0 0,0 0,1 0,0 1,-2 3,6-7,0-1,-1 1,1-1,1 1,-1-1,0 1,1 0,0-1,0 1,0 0,0-1,0 1,1-1,0 1,0 0,0-1,0 1,0-1,1 0,-1 1,1-1,0 0,0 0,0 0,1 0,-1-1,1 1,-1 0,1-1,0 0,1 1,3 2,0-1,0 0,0 0,0-1,1 0,-1 0,1-1,0 0,0 0,0-1,0 0,0 0,8-1,-8-1,1 0,-1 0,1-1,-1 0,1-1,-1 0,0 0,0-1,0 1,-1-2,1 1,-1-1,0 0,-1-1,1 0,-1 0,0 0,0-1,-1 1,0-2,0 1,-1 0,0-1,0 0,0 0,-1 0,-1 0,1 0,-1-1,-1 1,0-1,0 0,0 1,-1-8,1 60,2-36,-1-1,1 0,1 1,0-2,0 1,0 0,1-1,-1 0,2 0,-1 0,1 0,0-1,0 0,0 0,1-1,-1 0,4 2,129 48,-44-32,-3-6</inkml:trace>
  <inkml:trace contextRef="#ctx0" brushRef="#br2" timeOffset="153866.565">9836 16711,'2'7,"0"0,0 0,0 0,1 0,0 0,1-1,0 0,0 1,0-1,0-1,1 1,0-1,0 1,1-1,-1-1,1 1,0-1,1 0,-1-1,1 1,-1-1,1 0,0-1,0 0,0 0,0 0,1-1,-1 0,0 0,2-1,-5 0,0 0,-1 0,1 0,0 0,0-1,-1 0,1 1,0-1,-1-1,1 1,-1 0,0-1,1 0,-1 0,0 0,0 0,0 0,0 0,0-1,-1 0,1 1,-1-1,0 0,1 0,-1-1,-1 1,1 0,0-1,-1 1,0-1,0 1,1-2,-1-2,1 0,-1-1,-1 1,1 0,-1 0,-1 0,1 0,-1-1,-1 1,1 0,-1 0,0 0,-1 1,1-1,-1 0,-3-3,4 5,-1 0,0 1,0-1,0 1,-1-1,1 1,-1 0,0 1,0-1,-1 0,1 1,-1 0,1 0,-1 1,0-1,0 1,0 0,-1 0,1 1,0-1,-1 1,1 1,-1-1,1 1,-1-1,1 2,-1-1,1 1,-1-1,1 2,0-1,-1 0,1 1,0 0,0 0,0 1,0 0,1-1,-1 2,0-1,1 0,0 1,0 0,0 0,0 1,1-1,1 0,0 0,0 0,0 1,1-1,0 1,-1-1,2 1,-1-1,0 1,1 0,0-1,0 1,0 0,1 0,-1-1,1 1,0-1,1 1,-1-1,1 1,0-1,0 0,0 0,1 0,-1 0,1 0,0 0,0-1,0 0,0 1,4 1,26 24</inkml:trace>
  <inkml:trace contextRef="#ctx0" brushRef="#br2" timeOffset="156717.235">11119 16698,'-8'-5,"-1"1,-1 1,1-1,0 1,-1 1,0 0,1 0,-1 1,0 0,0 1,0 0,1 1,-1 0,0 0,0 1,1 0,-1 1,1 0,0 0,-1 1,2 1,-1-1,0 1,1 1,-5 3,10-6,1 0,0 0,-1 1,1-1,1 0,-1 1,0-1,1 1,0-1,0 1,0 0,0-1,0 1,1 0,-1 0,1 0,0 0,1-1,-1 1,1 0,-1 0,1-1,0 1,1 0,-1-1,0 1,1-1,0 1,0-1,0 0,0 0,1 0,-1 0,1 0,0 0,-1-1,1 1,0-1,1 0,-1 0,16 9,0-2,0 0,1-1,0-1,0-1,1 0,0-2,0 0,0-2,0 0,1-1,10-2,-11 2,1-1,-1-2,0 1,1-2,-1-1,-1-1,1-1,-1 0,0-2,0 0,16-10,-33 17,0 0,-1 0,1-1,0 0,-1 1,1-1,-1 0,0 0,1 0,-1-1,0 1,0 0,-1-1,1 1,0-1,-1 0,0 0,1 1,-1-1,0 0,-1 0,1 0,0 0,-1 0,0 0,1 0,-1 0,0 0,-1-1,1 1,-1 0,1 0,-1 0,0 0,0 1,0-1,0 0,-1-1,0 2,0 0,1 0,-1 0,0 0,0 1,0-1,0 1,-1-1,1 1,0 0,0 0,-1 0,1 0,-1 0,1 0,-1 1,1-1,-1 1,1 0,-1 0,1 0,-1 0,0 0,1 0,-1 1,1-1,-1 1,1 0,-1 0,1 0,0 0,-1 0,1 0,0 1,0-1,0 1,0-1,0 1,0 0,0 0,1 0,-1 0,1 0,-1 0,1 0,0 1,0-1,0 0,0 1,0-1,0 3,0-1,1 1,0-1,0 1,0-1,0 1,1-1,0 1,0-1,0 1,1-1,-1 0,1 0,0 0,0 0,0 0,1 0,-1 0,1-1,0 1,0-1,0 0,1 0,-1 0,1 0,0 0,-1-1,4 1,1 2,0 0,1-1,-1 0,1-1,0 0,0 0,1-1,-1-1,0 1,1-1,-1-1,9 0,-16 0,1 0,-1 0,1 0,-1-1,0 1,0-1,1 0,-1 1,0-1,0 0,0 0,1 0,-1-1,0 1,-1-1,1 1,0-1,0 1,-1-1,1 0,-1 0,1 0,-1 0,0 0,0 0,0 0,0 0,0 0,0-1,-1 1,1 0,-1-1,1 1,-1 0,0-1,0 1,0 0,0-1,0 1,-1-1,1 1,-1 0,0 0,1-1,-1 1,-1-1,-5-8,0 1,-1-1,-1 2,1-1,-2 1,1 0,-1 1,0 0,-1 1,0 0,0 1,-1 0,1 0,-1 1,0 1,-3 0,0-5,35 6,307 13,-326-10,5 0,1 0,-1 0,0 1,0-1,1 1,-1 1,0-1,0 1,0 0,0 1,-1-1,1 1,-1 0,1 1,-1-1,0 1,0 0,3 4,-10 42,1-49,0 1,0-1,0 1,0-1,1 1,-1-1,1 1,-1-1,1 1,-1-1,1 1,0 0,0-1,0 1,0-1,0 1,0 0,0-1,1 1,-1-1,0 1,1 0,0-1,-1 1,1-1,0 1,0-1,-1 0,1 1,0-1,0 0,1 0,-1 0,0 1,0-1,1 0,-1-1,0 1,1 0,-1 0,1 0,-1-1,1 1,-1-1,2 1,9 1,0-1,0 0,-1-1,1 0,0-1,0 0,-1-1,1 0,-1-1,1 0,-1-1,0 0,0 0,0-2,-1 1,0-1,9-7,-14 9,0-1,0 1,0-1,-1 0,1-1,-1 1,-1 0,1-1,-1 0,0 0,0 0,-1 0,2-5,-6 16,1 1,0-1,0 0,0 1,1-1,0 1,0-1,0 0,1 1,0-1,0 1,0-1,0 0,1 0,0 0,0 0,1 0,-1 0,1 0,0-1,0 1,0-1,1 0,0 0,0 0,0-1,0 1,0-1,1 0,-1 0,1 0,0-1,0 0,0 0,0 0,0 0,1-1,-1 0,3 0,3-4,0 0,0-1,0 0,0-1,-1-1,0 1,0-1,0-1,-1 0,0-1,-1 1,1-2,-2 1,1-1,-1 0,0-1,-1 1,0-1,3-8,-6 12,-9 17,4-9,1 1,-1-1,1 1,0-1,0 1,0 0,0-1,0 1,0 0,1 0,0 0,-1 0,1 0,0-1,0 1,1 0,-1 0,1 0,-1 0,1-1,0 1,0 0,0 0,0-1,1 1,-1-1,1 1,-1-1,1 0,0 0,0 0,0 0,2 2,8 1,-1-1,1 0,0 0,1-2,-1 1,0-1,1-1,0-1,-1 1,4-2,-3 1,17 2,-1-2,0-2,0 0,0-2,0-1,11-4,-37 8,1 0,0-1,-1 0,1 1,-1-1,1 0,-1-1,0 1,0 0,0-1,0 0,-1 0,1 0,-1 0,1 0,-1 0,0-1,0 1,-1-1,1 1,-1-1,0 0,0 0,0 1,0-1,0 0,-1 0,0 0,0 0,0 0,0 0,-1 0,1 1,-1-1,0 0,0 0,-1 0,0 2,0 0,0-1,0 1,-1 0,1 0,-1 1,1-1,-1 0,0 1,0-1,1 1,-1 0,0 0,0 0,0 1,0-1,-1 1,1-1,0 1,0 0,0 0,0 0,0 1,0-1,0 1,0 0,0 0,0 0,0 0,0 0,0 1,0-1,1 1,-1 0,1-1,-2 2,1-2,0 1,0-1,1 1,-1-1,0 1,1 0,-1 0,1 0,-1 0,1 0,0 1,0-1,0 1,0 0,1-1,-1 1,1 0,-1 0,1 0,0 0,0 0,0 0,1 0,-1 0,1 0,0 1,0-1,0 0,0 0,0 0,1 1,-1-1,1 0,0 0,1 3,5-1,0 0,0 0,0-1,1 1,0-2,0 1,0-1,0 0,0-1,1 0,-1 0,1-1,-1 0,1-1,0 0,3 1,-1 0,1-1,-1-1,1 1,-1-2,1 0,-1 0,9-4,-16 5,0-1,0 0,0 1,0-2,0 1,0 0,-1-1,1 1,-1-1,0 0,0-1,0 1,0 0,0-1,-1 0,1 1,-1-1,0 0,0 0,0 0,-1 0,0-1,1-3,-1-21,-2 22,-1 20,1-9,1-1,0 1,0 0,0-1,0 1,0-1,1 1,-1 0,1-1,0 1,0-1,1 0,-1 1,1-1,-1 0,1 0,0 0,0 0,0 0,1 0,-1-1,1 1,0-1,-1 1,1-1,0 0,0 0,1 0,-1-1,0 1,0-1,1 0,-1 0,1 0,-1 0,3 0,10-1,0 0,0-2,0 1,0-2,0 0,-1-1,0-1,0 0,0-1,0 0,-1-1,0-1,0-1,-1 0,6-5,-19 13,1 1,-1-1,1 0,-1 1,1-1,0 1,-1-1,1 1,0-1,-1 1,1-1,0 1,0-1,0 1,-1 0,1 0,0-1,0 1,0 0,-1 0,1 0,0 0,0 0,0 0,0 0,0 0,-1 0,1 0,0 1,0-1,0 0,-1 1,1-1,0 0,0 1,-1-1,1 1,0-1,-1 1,1-1,0 1,-1 0,1-1,-1 1,1 0,-1-1,1 1,-1 0,0 0,1-1,-1 1,0 0,0 0,1 0,-1 0,0-1,0 1,0 0,0 0,0 0,0 0,0-1,0 1,1 3,1 1,-1-1,1 0,0-1,1 1,-1 0,1-1,-1 1,1-1,0 0,1 0,-1 0,0 0,1-1,0 1,-1-1,1 0,0 0,0 0,0 0,0-1,1 0,-1 0,0 0,5 0,2 1,0-1,0-1,1 0,-1 0,0-1,0 0,0-1,0-1,8-2,157-63,-170 68,0 0,0 1,0 0,0 0,0 0,0 1,0 0,-1 0,1 0,0 1,-1 0,0 0,0 0,0 1,0 0,0 0,-1 0,0 0,1 1,32 24,-34-26,0-1,0 1,0-1,1 1,-1-1,0 0,1-1,0 1,-1-1,1 1,0-1,0 0,0 0,0-1,0 1,0-1,0 0,0 0,0 0,-1-1,1 1,0-1,0 0,0 0,0 0,-1-1,1 1,0-1,-1 0,1 0,-1 0,0-1,0 1,0-1,0 1,0-2,0 0,-1-1,0 1,0-1,0 0,-1 0,1 0,-1 0,-1 0,1 0,-1 0,1 0,-1 0,-1 0,1-1,-1 1,0-1,-1 4,1 1,-1 0,1 0,-1 0,0 0,1 0,-1 0,0 0,1 1,-1-1,0 1,0-1,0 1,0 0,0 0,1-1,-1 1,0 1,0-1,0 0,0 0,0 1,0-1,1 1,-1-1,0 1,0 0,1 0,-1 0,0 0,1 0,-1 0,1 0,-1 0,1 1,-1 0,-3 1,-1 1,0 0,1 0,0 0,0 1,1 0,-1 0,1 0,0 0,0 1,1 0,-1-1,1 1,1 0,-1 1,1-1,0 0,0 1,0 3,2-8,1-1,-1 0,0 0,0 0,1 0,-1 0,1 0,-1 0,1 0,-1 0,1 0,-1 0,1 0,0 0,0-1,-1 1,1 0,0 0,0-1,0 1,0 0,0-1,0 1,0-1,0 0,0 1,0-1,0 0,0 1,0-1,1 0,-1 0,0 0,0 0,0 0,0 0,0 0,1-1,43-12,-34 7,0-1,-1 0,0-1,-1 0,0-1,0 0,0 0,-1 0,-1-1,0-1,0 1,-1-1,0 0,-1-1,2-7,4-12,-1-1,-1 0,-3-1,0 0,-1-12,0 3,-3 0,-1 0,-2 0,-1-1,-3 1,-1 1,-3-1,-1 1,-11-29,-28-8,47 77,1-1,-1 0,0 1,0 0,0-1,1 1,-1 0,0 0,0 0,-1 0,1 0,0 1,0-1,0 1,0-1,-1 1,1 0,0 0,0 0,-1 0,1 0,0 0,0 1,-1-1,1 1,0 0,0-1,0 1,0 0,0 0,0 0,0 1,0-1,0 0,1 1,-1-1,-1 2,-7 11,1-1,0 2,0-1,2 1,0 0,1 1,0 0,1 0,1 0,0 0,1 1,1-1,1 1,0 0,2 5,-2 9,2-1,1 1,2 0,0-1,3 1,0-1,2-1,1 0,1 0,2-1,1 0,1-1,1-1,16 20,-23-35,1 0,0 0,0-1,1 0,0-1,1-1,5 3,-14-8,1-1,-1 0,1 0,0 0,0-1,0 1,-1-1,1 0,1 0,-1 0,0-1,0 1,0-1,0 0,0 0,1-1,-1 1,0-1,0 0,0 0,0 0,0-1,-1 1,1-1,0 0,0 0,1-2,1-1,24-12,-17 39,-11-18,-1 0,1-1,0 1,0-1,1 1,-1-1,1 0,0 0,0 0,0 0,0 0,0-1,0 0,1 1,-1-1,3 1,0-1,0 1,0-1,0-1,1 1,-1-1,1 0,-1 0,1-1,-1 0,1 0,0 0,-1-1,1 0,-1 0,0-1,1 0,-1 0,0 0,0-1,0 0,0 0,-1-1,1 1,-1-1,0 0,0-1,0 1,0-1,-1 0,0 0,0 0,-1-1,1 0,-1 1,0-1,0 0,-1 0,0-1,0 1,-1 0,1-1,-1 1,-1-1,1 0,-1 1,-1-6,0 6,-1 0,0 0,0 0,-1 0,1 1,-1-1,-1 1,1-1,-1 1,0 0,0 0,0 1,0-1,-1 1,0 0,0 1,0-1,-1 1,1 0,-1 0,1 0,-1 1,0 0,0 0,0 0,-1 1,1 0,0 0,0 1,-1 0,1 0,0 0,0 1,-1 0,1 0,0 0,0 1,0 0,0 0,0 1,1-1,-1 1,1 1,-1-1,1 1,0 0,1 0,-4 3,4-3,0 0,1 1,-1-1,1 1,0-1,1 1,-1 0,1 0,0 0,0 0,0 1,1-1,0 0,0 1,0-1,1 1,-1-1,1 1,1-1,-1 1,1-1,0 1,0-1,1 1,-1-1,1 0,0 0,1 0,-1 0,1 0,0-1,0 1,1-1,-1 0,1 0,0 0,0 0,3 2,64 25,-36-23</inkml:trace>
  <inkml:trace contextRef="#ctx0" brushRef="#br2" timeOffset="156970.264">14675 16256,'-18'5,"-13"5,-6 9,2 8,6 5,6 7,7 6,8 4,6-6</inkml:trace>
  <inkml:trace contextRef="#ctx0" brushRef="#br2" timeOffset="157231.971">14542 16751,'11'18,"11"11,6 5,7-1,8-5,4-6,4-7,2-6,0-7,-11-4</inkml:trace>
  <inkml:trace contextRef="#ctx0" brushRef="#br2" timeOffset="159632.613">6132 18007,'159'-438,"-159"437,3-8,-1 0,2-1,-1 2,1-1,1 0,-1 1,1 0,1 0,0 0,0 0,0 1,1 0,0 1,0 0,1 0,0 0,0 1,2-1,-4 6,0 0,1 1,-1 0,0 0,1 1,-1-1,0 1,0 0,0 1,-1 0,1 0,0 0,-1 0,0 1,0 0,0 0,0 1,-1-1,1 1,-1 0,-1 0,1 0,-1 1,3 5,6 4,-2 1,0 0,0 0,-2 1,0 1,-1-1,-1 1,-1 0,0 1,0 6,-4-21,-1 1,0-1,0 0,0 1,0-1,0 1,-1-1,0 0,0 1,0-1,-1 0,1 0,-1 0,0 0,0 0,-1 0,1-1,-1 1,1-1,-1 1,0-1,-1 0,1 0,0-1,-1 1,0-1,1 1,-1-1,0 0,0 0,0-1,-1 1,1-1,0 0,0 0,-1-1,1 1,-1-1,-3 0,1 0,0-1,-1 0,1 0,0-1,0 0,0 0,1-1,-1 0,0 0,1 0,0-1,-3-2,7 5,0 0,-1-1,1 1,0-1,0 1,1-1,-1 0,0 0,1 0,-1 0,1 0,-1 0,1 0,0-1,0 1,0 0,0-1,1 1,-1-1,1 1,-1-1,1 1,0-1,0 1,0-1,0 0,0 1,1-1,-1 1,1-1,-1 1,1 0,0-1,0 1,0 0,1-2,5-2,-1-1,1 1,1 0,-1 1,1-1,0 2,0-1,1 1,-1 0,1 1,0 0,0 0,0 1,0 0,0 1,0 0,5 0,239-16,-251 17,1 0,0 0,-1 0,1 0,0 0,-1-1,1 1,0-1,-1 0,1 0,-1 0,1 0,-1 0,0-1,1 1,-1-1,0 1,0-1,0 0,0 0,0 0,-1 0,1 0,-1 0,1-1,-1 1,0 0,1-1,-1 1,-1-1,1 1,0-1,-1 0,1 1,-1-1,0 0,1 1,-1-1,-1-1,1 1,-1 1,0-1,0 1,0-1,-1 1,1-1,-1 1,1 0,-1 0,0 0,1 0,-1 0,0 0,0 0,-1 1,1-1,0 1,0-1,-1 1,1 0,-1 0,1 0,-1 0,0 1,1-1,-1 1,0-1,1 1,-1 0,0 0,1 0,-1 0,0 1,0-1,1 1,-1 0,1-1,-1 1,1 0,-1 1,1-1,-1 0,1 1,0-1,0 1,0 0,0 0,0 0,0 0,0 0,-2 1,-1 1,1-1,0 1,0 0,1 0,-1 1,1-1,0 1,0-1,0 1,1 0,0 0,0 0,0 0,0 1,1-1,0 1,0-1,0 1,1-1,0 1,0-1,0 1,1-1,0 1,0-1,0 0,1 1,0-1,0 0,0 0,0 0,3 3,3-2,0-1,1 1,0-1,0-1,0 0,0 0,1-1,0 0,0 0,-1-1,1-1,1 0,-1 0,0-1,0 0,7-1,27-2,0-1,0-2,-1-2,0-2,-1-2,0-2,-1-1,-1-3,24-13,-47 23,-1-1,0 0,0-1,-1-1,-1 0,0-1,0-1,-1 0,-1-1,0 0,7-13,-11 7,-8 20,0 1,0-1,0 0,0 0,0 0,0 1,0-1,0 0,-1 0,1 1,0-1,0 0,0 0,0 0,-1 1,1-1,0 0,0 0,-1 0,1 0,0 0,0 1,0-1,-1 0,1 0,0 0,-1 0,1 0,0 0,0 0,-1 0,1 0,0 0,0 0,-1 0,1 0,0 0,0 0,-1 0,1-1,0 1,0 0,-1 0,1 0,0 0,0 0,0 0,-1-1,-6 20,1 0,1 0,0 0,2 1,0-1,1 1,1 0,0 5,0-3,8 439,-8-426,1-35,0 0,0-1,-1 1,1 0,0-1,0 1,0 0,0-1,-1 1,1 0,0 0,0-1,-1 1,1 0,0 0,0-1,-1 1,1 0,0 0,-1 0,1-1,0 1,-1 0,1 0,0 0,-1 0,1 0,0 0,-1 0,1 0,0 0,-1 0,1 0,-1 0,1 0,0 0,-1 0,1 0,0 0,-1 0,1 0,0 1,-1-1,1 0,0 0,-1 0,1 1,0-1,0 0,-1 0,1 1,-21-49,1-2,3 0,3 0,1-2,2-4,-14-122,24 166,1 0,0 1,1-1,1 0,-1 0,2 0,0 1,0-1,1 1,0 0,1 0,1 0,5-8,-6 14,0-1,1 1,0 1,0-1,0 1,0 0,1 1,0-1,-1 1,1 0,0 1,1 0,-1 0,0 1,1 0,-1 0,1 0,-1 1,1 0,-1 1,1-1,-1 2,0-1,1 1,-1 0,0 0,0 1,0 0,-1 0,1 1,-1 0,1 0,-1 0,0 1,-1 0,1 0,-1 0,0 1,0 0,-1 0,0 0,0 0,0 1,2 5,-5-8,1 0,-1 1,0-1,0 0,0 0,0 1,-1-1,1 0,-1 1,0-1,-1 0,1 1,-1-1,0 0,0 1,0-1,-1 0,1 0,-1 0,0 0,0 0,0-1,-1 1,1 0,-1-1,0 0,0 0,0 0,-3 2,-5 4,0 0,-2 0,1-2,-1 1,0-1,0-1,-1-1,-3 2,-45 7,59-18,18-4,32-6,1 1,1 2,0 3,11 1,-34 3,343-42,-276 26,-92 19,-1 1,0-1,0 1,1-1,-1 1,0-1,0 1,1-1,-1 1,0-1,0 0,0 1,0-1,0 1,0-1,0 1,0-1,0 1,0-1,0 1,0-1,-1 0,1 1,0-1,0 1,0-1,-1 1,1-1,0 1,-1 0,1-1,0 1,-1-1,1 1,-1 0,1-1,0 1,-1 0,1-1,-1 1,1 0,-1 0,1-1,-1 1,0 0,1 0,-1 0,1 0,-1 0,1 0,-1 0,1 0,-1 0,1 0,-1 0,0 0,1 0,-1 0,1 0,-1 1,1-1,-1 0,1 0,-1 1,-37-8,-1 2,1 2,-1 2,0 1,-15 3,33-3,0 1,0 1,1 1,-1 1,1 0,0 2,0 0,0 1,-5 4,25-11,-1 0,0 0,0 0,1 0,-1 1,0-1,0 0,1 1,-1-1,0 0,1 1,-1-1,0 1,1-1,-1 1,1-1,-1 1,1-1,-1 1,1 0,-1-1,1 1,-1 0,1 0,0-1,0 1,-1 0,1 0,0-1,0 1,0 0,0 0,0-1,0 1,0 0,0 0,0 0,0-1,0 1,0 0,1 0,-1-1,0 1,1 0,-1-1,0 1,1 0,-1-1,1 1,-1 0,1-1,-1 1,1-1,0 1,-1-1,1 1,0-1,45 17,-12-12,-1-1,1-2,0-2,0-1,-1-1,1-2,-1-1,0-2,0-1,5-3,1-5,-39 16,1 1,0 0,0 0,0-1,0 1,0 0,-1 0,1 0,0 0,-1 0,1 0,-1 0,1 0,-1 0,1 0,-1 1,0-1,0 0,0 0,1 0,-1 0,0 1,0-1,0 0,-1 0,1 0,0 0,0 0,-1 1,1-1,-1 0,1 0,-1 1,0 7,1-4,0-1,0 1,0 0,1 0,0-1,0 1,0-1,0 1,1-1,0 1,-1-1,2 0,-1 0,0 0,1 0,0 0,0 0,0-1,0 1,1-1,-1 0,1 0,0 0,0-1,0 1,0-1,0 0,1 0,2 0,-5-1,0-1,0 0,0 0,0-1,0 1,0 0,0-1,0 1,0-1,0 0,0 1,-1-1,1 0,0 0,0 0,-1 0,1-1,-1 1,1 0,-1-1,1 1,-1-1,0 1,0-1,0 0,0 0,0 1,0-1,0 0,0 0,18-60,1-128,-19 188,0 0,-1-1,1 1,0 0,0 0,0 0,1 0,-1 1,0-1,1 0,-1 0,1 1,0-1,-1 1,1-1,0 1,0 0,0 0,0 0,0 0,0 0,0 0,0 1,1-1,-1 1,0-1,0 1,1 0,-1 0,0 0,0 0,1 0,-1 0,0 1,80 23,-73-20,12 2,-1 2,-1 0,1 2,-1 0,-1 1,0 0,-1 2,0 0,0 1,-2 1,14 15,-26-24,0 0,0 1,-1-1,1 1,-1-1,-1 1,0 0,1 0,-2-1,1 1,-1 0,0 0,-1 0,0 0,0-1,0 1,-1 0,0-1,0 1,-2 4,-6 26,10-36,-1 1,1 0,0-1,-1 1,1-1,0 1,0 0,0-1,0 1,1-1,-1 1,0-1,1 1,-1-1,1 1,-1-1,1 1,0-1,0 1,-1-1,1 0,0 1,0-1,0 0,1 0,-1 0,0 0,0 0,0 0,1 0,-1 0,1 0,0 0,57 9,-10-12,0-2,0-2,0-3,2-2,-7 2,0 1,3 0,0-2,0-2,-1-3,-1-1,-42 16,0-1,0 0,0 1,0-1,0-1,0 1,0 0,-1-1,1 1,0-1,-1 0,1 0,-1 0,0 0,0 0,0-1,0 1,0-1,0 1,0-1,-1 0,1 1,-1-1,0 0,0 0,0 0,0 0,-1 0,1 0,-1 0,0 0,0-1,0 1,0-2,-5-1,1 0,-2 1,1-1,0 1,-1 0,0 0,0 1,-1 0,1 0,-1 0,0 1,0 0,0 0,0 0,-1 1,1 1,-1-1,1 1,-1 0,-4 1,6-2,-1 2,0-1,1 1,-1-1,0 2,1-1,-1 1,1 0,-1 0,1 1,-1 0,1 0,0 1,0 0,0 0,0 0,0 0,1 1,-1 0,1 0,0 1,1-1,-1 1,1 0,0 1,0-1,0 1,1-1,0 1,0 0,0 0,1 1,0-1,0 0,0 1,2-4,0 0,0 0,0-1,0 1,1 0,-1 0,1-1,-1 1,1 0,0-1,0 1,0-1,1 1,-1-1,0 1,1-1,0 0,-1 0,1 0,0 0,0 0,0 0,1 0,-1-1,0 1,1-1,-1 0,1 1,-1-1,1 0,-1-1,1 1,0 0,1 0,96 3,-78-7,-1-1,1-1,-1-1,0 0,-1-2,1-1,2-2,-17 8,-5 2,0 0,0 0,0 0,0 0,0 0,0 1,0-1,0 0,1 1,-1-1,0 1,0-1,1 1,-1 0,0-1,1 1,-1 0,0 0,1 0,-1 0,0 0,1 0,-1 0,0 1,1-1,-1 0,0 1,1-1,-1 1,0 0,0-1,0 1,0 0,1 0,-1 0,20 102,-19-99,0 0,-1 0,2-1,-1 1,0-1,1 1,-1-1,1 0,0 0,0 0,0 0,1-1,-1 1,1-1,-1 0,1 0,0 0,0 0,0-1,0 1,0-1,0 0,0 0,0-1,0 1,1-1,-1 0,0 0,0 0,1-1,-1 0,0 1,0-1,0-1,0 1,0-1,0 1,0-1,-1 0,1-1,0 1,13-13,-1 1,0-2,-1 0,-1-1,0-1,-1 0,-2-1,1 0,-2-1,-1 0,0 0,-2-1,0 0,-1 0,2-17,6-22,-2-2,-2 0,0-50,-15 48,-3 68,3 7,0 0,1 0,0 0,1 1,1-1,0 1,0 0,1-1,0 1,0 4,-4 9,1 0,2 0,0 0,2 0,1 1,1-1,1 0,1 0,1-1,1 1,1-1,2 0,0-1,1 0,2 0,0-1,1-1,7 8,-12-19,1-1,0 0,0 0,0-1,1 0,1 0,-1-1,1-1,0 0,0-1,1 0,9 3,-2-5</inkml:trace>
  <inkml:trace contextRef="#ctx0" brushRef="#br2" timeOffset="160045.51">9782 17554,'42'17,"-1"-2,2-1,0-2,9-1,32 10,-59-14,2-1,-2 0,1 2,-1 2,0 0,-1 1,0 1,15 12,-34-20,0 0,-1 0,1 1,-1 0,0-1,-1 2,1-1,-1 0,0 1,0-1,-1 1,1 0,-1 0,-1 0,1 0,-1 1,0-1,0 0,-1 0,0 1,0-1,-1 4,1-7,-1-1,1 0,-1 1,1-1,0 1,0-1,0 1,0-1,0 0,1 1,-1-1,1 0,0 1,-1-1,1 0,0 1,0-1,1 0,-1 0,0 0,1 0,-1 0,1-1,0 1,-1 0,1-1,0 1,0-1,0 1,0-1,0 0,1 0,-1 0,0 0,0 0,1-1,-1 1,0-1,1 1,7-1,0 1,1-2,-1 1,0-1,0-1,0 0,0 0,0-1,0 0,7-4,-12 5,-1 0,0 0,1 0,-1-1,0 1,0-1,0 0,-1 0,1-1,-1 1,0-1,0 0,0 1,0-1,0-1,-1 1,0 0,0 0,0-1,0 0,-1 1,0-1,1-3,-2 5,0 0,0 0,-1 0,1 0,-1 0,1 0,-1 0,0 0,0 0,-1 0,1 0,0 1,-1-1,0 0,1 1,-1-1,0 1,0 0,-1 0,1 0,0 0,-1 0,1 0,-1 1,1-1,-1 1,-2-1,-80-21,76 22,1 0,0 0,-1 1,1 1,0-1,-1 1,1 0,0 1,0 0,0 1,0-1,0 1,1 1,-1 0,1 0,0 0,-4 4,10-7,-1 0,1 0,0 0,-1 1,1-1,0 0,0 1,0-1,0 1,0-1,0 1,0 0,1-1,-1 1,1 0,-1 0,1-1,0 1,-1 0,1 0,0 0,0-1,0 1,1 0,-1 0,0 0,1-1,-1 1,1 0,-1 0,1-1,0 1,0-1,0 1,0 0,0-1,0 1,2 2,1-1,0 1,0-1,0 1,0-1,0 0,1-1,0 1,-1-1,1 0,0 0,2 0,32 7,-1-3</inkml:trace>
  <inkml:trace contextRef="#ctx0" brushRef="#br2" timeOffset="160296.941">10558 17432,'-5'-2,"0"1,0-1,0 1,0-1,0 1,0 1,0-1,0 1,0 0,0 0,-1 0,1 1,0 0,0 0,0 0,0 0,1 1,-1 0,0 0,0 0,1 1,0 0,-1 0,1 0,0 0,0 0,1 1,-1 0,1 0,0 0,0 0,0 0,-1 3,0 3,0 1,0-1,1 1,1 0,0 0,0 0,1 0,1 0,0 0,0 0,1 1,1-1,-1 0,2 0,0-1,0 1,1 0,0-1,1 0,0 0,0 0,1-1,0 0,1 0,0 0,1-1,0 0,0-1,0 1,1-1,4 1,6 4,0-2,0-1,1 0,1-1,-1-1,1-1,0-1,1-1,-1-1,1-1,0 0,-1-2,17-2,6-1</inkml:trace>
  <inkml:trace contextRef="#ctx0" brushRef="#br2" timeOffset="160551.407">11319 17393,'19'4,"14"9,11 11,5 11,-1 10,-7 11,-10 11,-15 6,-22 8,-29 7,-40 6,-6-15</inkml:trace>
  <inkml:trace contextRef="#ctx0" brushRef="#br2" timeOffset="168977.593">3606 5107,'0'0</inkml:trace>
  <inkml:trace contextRef="#ctx0" brushRef="#br3" timeOffset="174508.997">1213 10281</inkml:trace>
  <inkml:trace contextRef="#ctx0" brushRef="#br3" timeOffset="179751.422">1361 6765,'4'-2,"4"-2,1 1</inkml:trace>
  <inkml:trace contextRef="#ctx0" brushRef="#br3" timeOffset="192731.932">8967 147,'9'7,"5"9,1 8,-1 10,3 10,0 11,-3 8,-1 7,-1 3,-2-3,-3-5,-3-8,-2-8,-3-11,-5-11,-2-11,-1-8</inkml:trace>
  <inkml:trace contextRef="#ctx0" brushRef="#br3" timeOffset="193334.318">8713 134,'0'-1,"-1"0,1 1,0-1,-1 0,1 0,0 0,0 0,0 1,0-1,-1 0,1 0,0 0,0 0,1 0,-1 1,0-1,0 0,0 0,0 0,1 0,-1 1,0-1,1 0,-1 0,1 1,-1-1,1 0,-1 1,1-1,-1 0,1 1,0-1,-1 1,1-1,0 1,0-1,-1 1,1 0,0-1,0 1,0 0,-1-1,1 1,0 0,0 0,0 0,0 0,110-25,84 0,1 8,137 9,-317 8,12-1,-1 2,1 1,-1 1,1 2,-1 0,0 2,-25-7,0 0,0 1,0-1,-1 0,1 1,0-1,-1 1,1 0,0 0,-1-1,1 1,-1 0,1 0,-1 0,0 1,1-1,-1 0,0 0,0 1,0-1,0 1,0-1,0 1,0-1,0 1,-1 0,1-1,0 1,-1 0,0-1,1 1,-1 0,0 0,0 0,0-1,0 1,0 0,-1 0,1-1,0 1,-1 0,1 0,-1-1,0 1,1 0,-1-1,0 1,-8 16,1 1,1 0,1 0,0 1,2-1,0 1,2 0,0 0,1 1,1 8,1-11,0 0,2 0,0-1,1 1,1 0,0-1,2 0,0-1,0 1,2-1,0-1,1 0,0 0,1-1,1 0,0-1,1 0,0-1,1 0,1-1,8 4,-17-11,1-1,0 0,0-1,0 0,0 0,1 0,-1-1,0 0,1-1,-1 0,1 0,-1 0,1-1,-1 0,0 0,0-1,1 0,-1 0,0-1,0 0,-1 0,1 0,-1-1,0 0,1-1,-2 1,1-1,-1 0,2-2,10-13,-2-1,0 0,-1-1,-1-1,-2 0,0 0,-1-1,-2-1,0 1,-2-1,0-1,-2 1,-1-1,-1 0,-1-19,0 37,0-1,-1 0,-1 0,1 1,-1-1,-1 0,0 1,0-1,0 1,-1-1,0 1,-1 0,0 0,0 1,-1-1,0 1,0 0,-1 0,0 1,0-1,0 1,-1 0,0 1,0 0,0 0,-1 1,1-1,-1 2,0-1,-1 1,1 0,-2 1,-2 0,0 1,0 1,0 0,-1 1,1 0,0 1,0 1,0 0,1 0,-1 1,1 0,-1 1,1 0,1 1,-1 1,1-1,-5 5,0 1,0 1,1 0,0 1,1 0,1 1,0 1,1 0,1 0,0 1,-5 14,10-19,0 0,0 1,1 0,1 0,0 0,1 0,0 0,1 1,1-1,0 0,1 1,0-1,1 0,0 0,1 1,1-2,0 1,1 0,0-1,1 0,0 0,1-1,0 1,1-2,0 1,1-1,0 0,7 5,48 28,-2-11</inkml:trace>
  <inkml:trace contextRef="#ctx0" brushRef="#br3" timeOffset="193587.642">10585 147,'-7'16,"-4"19,-3 17,1 15,0 11,1 5,2-2,2-6,3-14,3-14,0-16</inkml:trace>
  <inkml:trace contextRef="#ctx0" brushRef="#br3" timeOffset="193830.503">10571 187,'-5'16,"6"14,12 12,17 7,19 4,17 3,14-2,4-5,-2-9,-10-9,-13-9,-18-9</inkml:trace>
  <inkml:trace contextRef="#ctx0" brushRef="#br3" timeOffset="193995.137">11160 0,'-9'3,"-3"9,0 16,3 18,2 16,7 14,9 10,6 6,4 3,-2 2,-4-2,-4-18</inkml:trace>
  <inkml:trace contextRef="#ctx0" brushRef="#br3" timeOffset="196648.887">1093 7113,'-11'-2,"23"11,34 4,2-1,-1-3,1-1,1-3,-1-2,1-2,-1-2,4-2,53 1,119 2,-99-13,752 13,-329 0,-279-6,91 14,-220-10,256 2,-253 14,-165-15,-6 1</inkml:trace>
  <inkml:trace contextRef="#ctx0" brushRef="#br3" timeOffset="197646.832">2123 6337,'33'325,"-23"-185,-10-140,0-1,0 1,0 0,1 0,-1 0,0 0,0 0,0 0,1 0,-1 0,0 0,0 1,0-1,0 0,1 0,-1 0,0 0,0 0,0 0,0 0,0 0,1 0,-1 0,0 1,0-1,0 0,0 0,0 0,0 0,1 0,-1 1,0-1,0 0,0 0,0 0,0 0,0 1,0-1,3-20,1-70,-5 0,-3 0,-14-77,8 124,6 47,-2 104,5-53,3-1,2 0,4 13,-3-48,-5-19,1 0,-1 0,1 0,0 0,-1 0,1-1,-1 1,1 0,-1 0,1-1,0 1,-1 0,1-1,-1 1,1 0,-1-1,0 1,1-1,-1 1,1-1,-1 1,0-1,1 1,-1-1,0 1,0-1,1 1,-1-1,0 0,0 1,0-1,0 1,0-1,0 0,0 1,0-1,0 0,0 1,0-1,0 1,0-1,0 0,-1 1,1-1,0 1,0-1,-1 1,1-1,0-1,10-95,-8 69</inkml:trace>
  <inkml:trace contextRef="#ctx0" brushRef="#br3" timeOffset="199198.733">2496 6564,'254'23,"-134"-7,182 6,10-14,-24-1,75 20,-312-19,-1-2,1-2,0-3,0-2,0-2,0-2,43-11,-130 12,15 4</inkml:trace>
  <inkml:trace contextRef="#ctx0" brushRef="#br3" timeOffset="199477.588">4355 6457,'4'2,"5"4,6 4,6 6,9 2,5 3,4 2,3-1,-3 1,-4-1,-9-2,-11-3,-17 1,-24 4,-33 3,-36 3,-37 3,2-5</inkml:trace>
  <inkml:trace contextRef="#ctx0" brushRef="#br3" timeOffset="200399.726">2977 6403,'-10'-5,"-150"62,-92 56,232-100,21-14,-1 1,0 0,1 0,-1 0,0 0,0 0,1 0,-1 0,0 0,1 0,-1 0,0 0,1 0,-1 0,0 0,0 0,1 0,-1 0,0 0,1 0,-1 0,0 0,0 0,1 0,-1 1,0-1,0 0,1 0,-1 0,0 1,0-1,1 0,-1 0,0 0,0 1,0-1,0 0,1 1,-1-1,0 0,0 0,0 1,0-1,0 0,0 1,0-1,0 0,0 0,0 1,0-1,0 0,0 1,0-1,0 0,0 1,0-1,0 0,0 0,-1 1,1-1,0 0,0 0,0 1,0-1,-1 0,1 0,0 1,0-1,27 0,44-5,90 0,-154 7,1-1,-1 1,0 1,0 0,0 0,0 0,0 1,-1 0,1 0,-1 0,0 1,-1 0,1 0,-1 1,0-1,0 1,-1 0,0 1,0-1,0 1,-1-1,1 1,-2 0,1 1,1 6,-1-5,20 41,-22-49,-1 0,1 0,-1 0,1 0,0-1,0 1,-1 0,1 0,0-1,0 1,0 0,0-1,0 1,0-1,0 1,0-1,0 0,0 1,0-1,0 0,0 0,0 0,1 0,-1 0,0 0,0 0,0 0,0 0,0 0,0 0,0-1,0 1,0-1,0 1,0-1,0 1,0-1,0 1,0-1,0 0,0 1,0-1,-1 0,6-6,-1 0,0-1,-1 1,0-1,0 0,-1 0,0-1,0 1,-1-1,0 1,0-1,-1 0,0 0,-1-8,3-1,-1 0,-1-1,0 1,-2 0,0-1,-1 1,-1 0,-1 0,0 0,-1 1,-1-1,-1 1,0 1,-1-1,-5-4,0 5,2 7</inkml:trace>
  <inkml:trace contextRef="#ctx0" brushRef="#br3" timeOffset="201029.433">3085 5535,'0'3,"0"0,0 0,0-1,0 1,1 0,0 0,-1-1,1 1,0 0,0-1,0 1,1-1,-1 0,1 1,-1-1,1 0,0 0,0 0,0 0,0 0,0 0,0 0,1-1,-1 1,0-1,1 0,-1 1,1-1,0-1,-1 1,1 0,0 0,-1-1,3 1,38 6,0-2,1-2,-1-2,0-1,21-4,-24 2,139-6,-149 9,-29-1,-1 0,0 0,1 0,-1 0,1 0,-1 0,0 0,1 0,-1 0,0 0,1 1,-1-1,1 0,-1 0,0 0,1 1,-1-1,0 0,0 0,1 1,-1-1,0 0,0 1,1-1,-1 0,0 1,0-1,0 0,1 1,-1-1,0 0,0 1,0-1,0 1,0-1,0 0,0 1,0-1,0 1,0-1,0 0,0 1,0-1,0 1,0-1,-1 0,1 1,0-1,0 0,0 1,-1-1,1 0,0 1,0-1,-1 0,1 0,0 1,0-1,-1 0,1 1,-22 19,19-17,-20 17,-7 4,1 1,1 2,2 1,-2 4,21-22,0-1,1 1,0 1,0-1,1 1,1 0,0 0,0 0,1 1,0 0,1-1,0 1,1 0,1 0,0 5,2-6,0-1,1 1,0-1,1 0,0-1,0 1,1-1,1 1,0-1,0-1,0 1,1-1,0 0,1-1,0 0,0 0,0 0,1-1,0-1,0 1,1-2,-1 1,1-1,0 0,0-1,1-1,-1 1,0-1,1-1,0 0,-1-1,1 0,-1 0,6-2,-9 2,-1-1,1 0,0 0,-1-1,1 0,-1 0,1 0,-1-1,0 0,0 0,0-1,-1 1,1-1,-1-1,0 1,0-1,0 1,-1-2,0 1,0 0,0-1,0 0,-1 1,0-2,0 1,-1 0,1 0,-2-1,1 1,-1-1,1 0,-2 1,1-1,-1 0,0 0,-1 1,1-1,-1 0,-1 1,1-1,-1 0,0 1,-2-3,1 2,-1-1,0 1,0 0,-1 0,0 1,-1-1,1 1,-1 0,0 1,-1-1,1 1,-1 0,0 1,0 0,-1 0,1 0,-1 1,0 0,0 1,0 0,0 0,0 0,0 1,-1 0,1 1,0 0,0 0,-1 1,1 0,0 1,0-1,0 2,0-1,0 1,0 0,1 1,-1-1,1 2,0-1,0 1,0 0,1 0,-4 4,4-1,0-1,0 1,1 0,0 1,1-1,-1 1,1 0,1 0,0 0,0 1,0 4,-6 43</inkml:trace>
  <inkml:trace contextRef="#ctx0" brushRef="#br3" timeOffset="208551.661">4501 7099,'106'16,"34"-8,1-5,-1-7,64-12,-122 2,-81 13,1 0,-1-1,0 1,0 0,0 0,0-1,0 1,0 0,-1-1,1 1,0-1,-1 1,1-1,-1 1,1-1,-1 1,0-1,0 0,1 1,-1-1,0 1,-1-1,1 0,0 1,0-1,-1 1,1-1,-1 1,1-1,-1 1,0-1,1 1,-1-1,0 1,0 0,0 0,0-1,0 1,0 0,-1 0,1 0,0 0,-5-9,-3-12,0-1,2-1,1 1,1-1,1 0,1 0,1 0,2 0,0-1,1 1,3-15,-2 1,2-34,-3-191,-1 252,-1 0,-1 0,0 0,0 0,-1 0,-1 1,1 0,-2-1,0 1,0 1,0-1,-3-2,8 13,0 0,0-1,0 1,0 0,0-1,0 1,-1 0,1-1,0 1,0-1,0 1,-1 0,1-1,0 1,-1-1,1 1,-1-1,1 1,-1-1,1 1,-1-1,1 1,-1-1,1 0,-1 1,1-1,-1 0,0 1,1-1,-1 0,0 0,1 0,-1 1,1-1,-1 0,0 0,1 0,-1 0,0 0,1 0,-1-1,0 1,1 0,-1 0,0 0,1-1,-1 1,0 0,1 0,-1-1,1 1,-1-1,1 1,-1 0,1-1,-1 1,1-1,-1 1,1-1,0 0,-1 1,1-1,0 0,3 11,0 0,1 0,0 0,1-1,0 0,0 0,1 0,0-1,1 0,0 0,0 0,0-1,1 0,0-1,9 6,-9-8,0 0,0-1,1 0,-1 0,1-1,-1 0,1 0,0-1,0 0,0-1,0 0,-1 0,1-1,6-1,25 0,825 30,-118-16,-53-2,325 31,-712-38,258 13,-433-9,0-6,17-7,141 8,-262 0,0 1,0-2,0 0,1-2,-1-1,0-1,74-31,-99 33,-2 0,0 1,0-1,0 1,0-1,0 1,0-1,0 1,0 0,1-1,-1 1,0 0,0 0,0 0,0 0,0 0,0 0,0 0,0 0,1 1,-1-1,0 0,0 1,0-1,0 1,0-1,0 1,0-1,0 1,-1 0,1-1,0 1,0 0,0 0,-1 0,1-1,0 1,-1 0,1 0,-1 0,1 0,-1 0,1 0,-1 0,0 1,2 19,-1 0,-1-1,-1 1,0 0,-5 16,-2 37,8-47,1 0,1 0,1-1,2 1,0-1,5 10,3 95,14-7,-26-122,0 0,0 0,0 0,0-1,0 1,1 0,-1-1,0 1,1-1,-1 1,1-1,-1 0,1 0,0 0,-1 0,1 0,0 0,0 0,0 0,0-1,0 1,0-1,0 1,0-1,0 0,0 0,0 0,0 0,0 0,0 0,0-1,0 1,0-1,0 1,1-1,4 0,278-9,204 23,382 48,-824-58,-30-1,-27-2,-71 0,30 0</inkml:trace>
  <inkml:trace contextRef="#ctx0" brushRef="#br3" timeOffset="209719.908">384 6003,'6'13,"16"331,-19-319,-3-25,0 0,0 1,0-1,0 0,0 1,0-1,0 0,0 0,0 1,0-1,0 0,0 1,0-1,0 0,0 1,0-1,0 0,0 0,1 1,-1-1,0 0,0 0,0 1,0-1,1 0,-1 0,0 0,0 1,1-1,-1 0,0 0,0 0,1 0,-1 0,0 1,0-1,1 0,-1 0,0 0,1 0,-1 0,0 0,1 0,-1 0,0 0,0 0,1 0,-1 0,0 0,1 0,-1 0,0-1,0 1,1 0,-1 0,0 0,1 0,-1 0,0-1,0 1,0 0,1 0,-1-1,0 1,0 0,0 0,1-1,-1 1,0 0,5-10,0-1,-1 1,0-1,-1 0,0 0,0 0,-2 0,1 0,-1-1,-1-7,1 8,2-15,-2 1,-1 0,-1-1,-1 1,-1-1,-1 1,-1 0,-1 1,-2-1,0 1,-2 1,0-1,-3 0,1 12,20 32,14 8,1-2,1 0,1-1,1-2,1 0,22 12,23 21,-63-48,1-1,0 0,-1 1,1 0,-2 1,1 0,-1 0,-1 1,0 0,0 0,-1 0,0 1,2 6,-8-14,1 0,-1 0,0 0,1 0,-2 0,1 0,0 0,0 0,-1 0,0 0,0 0,0 0,0 0,0 0,0-1,-1 1,1 0,-1-1,0 1,1-1,-1 0,-1 1,1-1,0 0,0 0,-1 0,1-1,-1 1,0-1,1 1,-2-1,-92 31,-4-26,99-6,1 0,-1 0,0 0,1 0,-1 0,1 0,-1 0,0 0,1 0,-1-1,1 1,-1 0,0 0,1 0,-1-1,1 1,-1 0,1-1,-1 1,1 0,-1-1,1 1,-1-1,1 1,0-1,-1 1,1-1,0 1,-1-1,1 1,0-1,0 1,-1-1,1 1,0-1,0 0,0 1,0-1,0 1,0-1,5-8</inkml:trace>
  <inkml:trace contextRef="#ctx0" brushRef="#br3" timeOffset="209964.254">945 6029,'-2'12,"-3"12,-3 9,0 9,-1 3,1 1,-1 0,2-7,2-6,1-10</inkml:trace>
  <inkml:trace contextRef="#ctx0" brushRef="#br3" timeOffset="210148.759">919 5989,'-2'18,"1"13,6 6,6 3,8 0,6-5,3-4,1-7,0-6,-2-5,-4-6,-6-5,-5-4</inkml:trace>
  <inkml:trace contextRef="#ctx0" brushRef="#br3" timeOffset="210381.283">1173 5896,'2'-9,"1"-1,0 6,0 10,1 16,0 13,1 12,1 9,1 7,-1 2,-1-2,-2-1,2-8,-1-13</inkml:trace>
  <inkml:trace contextRef="#ctx0" brushRef="#br3" timeOffset="210912.605">1534 5735,'-5'-11,"-1"0,-1 0,1 1,-2-1,0 2,0-1,-1 1,0 0,0 1,-1 0,0 0,0 1,-1 1,0 0,0 0,-1 1,1 0,-1 1,-3 0,-21-5,-1 1,0 1,0 3,0 1,-32 1,-6 5,0 2,1 4,0 3,0 4,1 2,1 4,1 2,2 4,-18 12,65-29,1 0,1 2,0 1,0 0,2 1,0 1,0 1,2 0,0 2,1 0,1 0,1 1,0 1,2 0,-1 4,-4 8,1 1,2 0,2 0,1 2,0 6,8-28,0 0,0 0,2 1,0-1,0 1,1-1,1 0,0 1,1-1,1 0,0 0,1-1,1 1,3 6,2-2,1 0,1 0,0-1,1-1,1 0,1-1,0 0,1-2,0 0,1-1,10 5,12 5,0-3,2-1,0-2,1-1,2-3,8 3,0-3,1-2,1-2,-1-3,1-2,0-3,0-2,37-7,-65 4,-1-1,-1-1,1-1,-1-2,3-2,31-19</inkml:trace>
  <inkml:trace contextRef="#ctx0" brushRef="#br3" timeOffset="211398.86">1213 5628,'15'-4,"0"1,1 0,-1 1,1 0,0 2,-1 0,1 0,0 2,-1 0,0 0,1 2,-1 0,0 0,0 2,3 1,6 5,-1 1,-1 2,-1 0,0 0,0 2,-2 1,0 0,-1 2,-1 0,-1 1,-1 0,7 15,-13-21,0 1,-2-1,0 2,-1-1,0 1,-2 0,0 0,0 1,-2-1,0 1,-1-1,-1 1,-1 0,0-1,-1 1,-1-1,-1 0,0 0,-3 4,-9 11,-2-1,0-1,-3 0,0-2,-2 0,-1-2,-1 0,-1-2,-1-1,-1-1,-1-1,-27 13,-34 23,-2-5,-73 29,-20-1</inkml:trace>
  <inkml:trace contextRef="#ctx0" brushRef="#br3" timeOffset="-206831.88">18045 6791,'3'-33,"2"-1,1 1,1 0,2 1,2-1,1 2,15-30,-17 36,-4 11,24-35,-29 49,1 0,-1 0,1 0,-1 0,0 1,1-1,-1 0,1 1,-1-1,0 1,1 0,-1-1,0 1,1 0,-1 0,0 0,0 0,0 0,0 0,0 0,0 0,0 0,0 0,0 1,0-1,-1 0,1 1,-1-1,1 0,-1 1,1-1,-1 0,12 18,-1 2,-1-1,0 1,-2 0,0 1,-2 0,0 0,-2 1,0 3,-3-23,-1 0,0 0,1 0,-1 0,0 0,-1 0,1 0,-1 0,1 0,-1 0,0-1,0 1,0 0,0 0,-1-1,1 1,-1 0,1-1,-1 0,0 1,0-1,0 0,0 0,-1 0,1 0,0 0,-1-1,1 1,-1-1,0 0,1 1,-1-1,0 0,0-1,0 1,0 0,0-1,0 0,0 0,0 1,0-2,0 0,1-1,-1 1,0-1,1 0,0 0,-1 0,1 0,0-1,0 1,0-1,0 1,0-1,1 0,-1 0,1 1,0-1,0 0,0 0,0 0,0 0,1-1,-1 1,1 0,0 0,0 0,0 0,0-1,1 1,-1 0,1 0,0 0,0 0,0 0,0 0,0 0,1 1,-1-1,1 0,0 1,0-1,0 1,0-1,2 0,3-1,0 1,0-1,1 2,-1-1,1 1,0 0,-1 1,1 0,0 0,5 0,5-1,27-2,-21 3,0-2,-1 0,1-1,-1-1,1-1,-1-1,-1-2,0 0,13-8,-34 17,1 0,-1-1,0 1,1-1,-1 1,0-1,1 0,-1 0,0 1,0-1,0 0,0 0,0 0,0 0,0 0,0-1,0 1,0 0,0 0,-1-1,1 1,-1 0,1-1,-1 1,1 0,-1-1,0 1,0-1,1 1,-1-1,0 1,0 0,0-1,-1 1,1-1,0 1,-1-1,1 1,-1 0,1-1,-1 1,1 0,-1-1,0 1,0 0,0 0,0 0,0 0,0 0,0 0,0 0,0 0,0 0,0 0,-1 1,0-2,-1 1,0 0,1 0,-1 0,0 0,0 1,0-1,0 1,0 0,0 0,0 0,0 0,0 0,0 1,0-1,0 1,1 0,-1-1,0 2,0-1,1 0,-1 0,0 1,1 0,0-1,-1 1,1 0,0 0,0 0,0 0,0 1,-1 1,-1 1,1 1,0-1,0 1,0-1,1 1,-1 0,2 0,-1 0,1 0,-1 0,2 0,-1 1,1-1,0 6,1-5,1 0,0 0,0 0,0 0,1 0,0 0,1-1,-1 1,1-1,1 0,-1 0,1-1,0 1,0-1,0 0,1 0,0-1,0 0,0 0,0 0,1-1,0 1,-1-2,1 1,0-1,1 0,-1 0,0-1,0 0,1 0,-1-1,0 0,1 0,0-1,17-4</inkml:trace>
  <inkml:trace contextRef="#ctx0" brushRef="#br3" timeOffset="-206441.411">18807 6497,'-3'12,"0"-1,1 1,1 0,0 0,0 0,1-1,1 1,0 0,1 0,0 0,1-1,0 1,1-1,0 0,0 0,2 0,-1-1,1 0,1 1,-6-9,1-1,0 1,-1 0,1-1,0 1,0-1,0 1,0-1,0 0,0 0,0 0,1 0,-1 0,0 0,0-1,1 1,-1-1,1 0,-1 1,0-1,1 0,-1-1,1 1,-1 0,0-1,1 1,-1-1,0 0,0 1,1-1,-1 0,0-1,0 1,0 0,0 0,0-1,0 0,5-4,0 0,0 0,0-1,-1 0,0 0,-1-1,0 0,0 0,0-1,30-98,-39 124,-12 92,15-105,1-1,0 0,0 1,1-1,-1 1,0-1,1 0,0 1,0-1,0 0,0 0,1 0,-1 0,1 0,0 0,0 0,0 0,0-1,0 1,1-1,-1 1,1-1,0 0,-1 0,1 0,0 0,0-1,0 1,0-1,1 0,2 1,20 1,0-4</inkml:trace>
  <inkml:trace contextRef="#ctx0" brushRef="#br3" timeOffset="-205702.545">19234 6471,'14'10,"0"1,0 0,-1 1,0 1,-2 0,1 0,-1 1,-1 1,-1 0,0 0,-1 1,0 0,-2 0,0 1,0 0,-2 14,-2 0,0 1,-2-1,-2 0,-1 1,-1-1,-1 0,-2-1,-3 5,-1 12,2 0,3 0,-1 21,25 12,-18-78,1-1,0 1,0 0,0-1,0 1,0 0,0-1,1 0,-1 1,0-1,1 0,-1 1,1-1,-1 0,1 0,0 0,0-1,-1 1,1 0,0-1,0 1,0-1,-1 1,1-1,0 0,0 0,0 0,0 0,0 0,0 0,0 0,0-1,-1 1,1-1,0 1,0-1,0 0,-1 0,1 0,0 0,5-5,0-1,-1 0,0 0,0 0,-1 0,0-1,0 0,-1 0,0 0,0-1,-1 0,0 1,-1-1,0 0,0 0,-1 0,0-1,0 1,-1 0,0 0,-2-5,1-14,-2 0,-1 0,-1 0,-1 1,-2 0,-1 0,-1 1,-1 0,-1 0,-1 1,-2 1,0 1,-1 0,-3-2,9 14,0 0,-1 1,0 0,0 0,-1 1,0 1,0 0,-1 1,-4-2,51 11,267 20,-300-21,2-2,-1 1,0-1,1 1,-1 0,1 0,-1 0,1 0,-1 1,1-1,-1 0,1 1,-1 0,0 0,1 0,-1 0,0 0,0 0,0 0,0 1,0-1,0 1,0-1,0 1,-1 0,1 0,0 0,-1 0,0 0,1 0,-1 0,0 1,0-1,0 0,-1 1,1-1,0 0,-1 1,0-1,0 2,0-1,0 1,0-1,1 1,-1-1,1 1,-1-1,1 1,1-1,-1 0,0 0,1 1,-1-1,1 0,0 0,0-1,0 1,0 0,1-1,-1 1,1-1,0 0,-1 1,1-2,0 1,0 0,0 0,1-1,-1 0,0 1,0-1,1-1,2 2,-2-1,-1 0,0 1,1-1,-1-1,1 1,0 0,-1-1,1 0,-1 0,1 0,0 0,-1-1,1 1,-1-1,1 0,-1 0,1 0,-1 0,0-1,1 1,-1-1,0 0,0 0,0 0,0 0,-1-1,1 1,-1-1,1 0,-1 0,0 0,0 0,0 0,0 0,-1 0,1 0,-1-1,0 1,0-1,0-1,-1-2,-1 0,0 0,0 0,0 0,-1 0,0 0,-1 1,1-1,-1 1,-1-1,1 1,-1 0,0 0,-1 1,1-1,-1 1,0 0,0 0,-1 1,1-1,-1 1,0 1,0-1,0 1,-1 0,1 0,-1 1,0-1,0 2,0-1,0 1,-2 0,7 0,-1 0,1 1,-1 0,0-1,1 1,-1 0,0 0,1 1,-1-1,1 0,-1 1,1 0,-1-1,1 1,-1 0,1 0,-1 1,1-1,0 0,0 1,0-1,0 1,0 0,0 0,0 0,0 0,1 0,-1 0,1 0,-1 0,1 1,0-1,0 1,0-1,0 1,1-1,-1 1,1-1,-1 1,1-1,0 1,0 0,0-1,0 1,1 0,-1-1,1 1,-1-1,1 1,0-1,0 1,0-1,1 1,60 58,-23-37</inkml:trace>
  <inkml:trace contextRef="#ctx0" brushRef="#br3" timeOffset="-205269.092">19983 6791,'-6'-13,"-4"-6,1-1,1 0,0-1,2 1,0-1,1-1,2 1,0 0,1-1,1 0,1-5,1 24,-1 1,0-1,1 0,0 1,0-1,0 1,0-1,0 1,0 0,0-1,1 1,0 0,-1 0,1 0,0 0,0 0,0 0,0 0,0 1,0-1,0 1,1 0,-1-1,1 1,-1 0,1 0,-1 1,1-1,-1 0,1 1,0 0,-1-1,1 1,0 0,0 1,-1-1,1 0,0 1,-1-1,1 1,-1 0,1 0,-1 0,1 0,-1 0,2 2,16 7,1 2,-2 1,1 0,-2 1,0 1,-1 1,0 1,12 16,-25-30,-2 0,1 0,0 0,-1 0,1 0,-1 1,0-1,0 1,0-1,-1 1,1 0,-1 0,0 0,0 0,0 0,-1 0,1 0,-1 0,0 0,0 0,0 0,-1 0,1 0,-1 0,0 0,0 0,-1-1,1 1,-1 0,0-1,-1 3,-5 4,6-9,1 0,-1 0,1 0,0 0,0 0,-1 0,1 0,0 0,0 1,0-1,0 0,1 1,-1-1,0 0,0 1,1-1,-1 1,1 0,-1-1,1 1,0-1,0 1,0 0,0-1,0 1,0-1,0 1,0 0,0-1,1 1,-1-1,1 1,-1-1,1 1,0-1,-1 1,1-1,0 1,1 0,67 17,9-15,1-2,0-5,43-7,81-15,-126 10</inkml:trace>
  <inkml:trace contextRef="#ctx0" brushRef="#br3" timeOffset="-202934.111">16948 10575,'1'71,"-4"0,-2 1,-4-2,-2 1,-12 29,4-57,13-46,-1-98,5 33,3 0,3 0,3 0,11-42,21 21,-38 87,1-1,0 1,-1 0,1 0,0 0,0 1,0-1,0 0,1 1,-1-1,0 1,1 0,-1 0,1 0,-1 0,1 0,-1 0,1 1,0-1,-1 1,1 0,0 0,-1 0,1 0,0 0,-1 0,1 1,0 0,-1-1,1 1,-1 0,1 0,-1 0,1 1,6 3,-1 1,1 0,-1 1,-1-1,1 2,-1-1,0 1,-1 0,0 0,0 1,-1 0,0 0,-1 0,1 0,-2 1,1 0,-2 0,1 0,-1 0,-1 0,1 5,-3-8,1 0,-1 0,-1 0,1 0,-1 0,0 0,-1-1,0 1,0-1,0 1,-1-1,1 0,-2-1,1 1,-1-1,1 1,-2-1,1-1,0 1,-1-1,0 0,0 0,-3 1,8-4,1-1,-1 1,1-1,0 1,-1-1,0 1,1-1,-1 1,1-1,-1 0,0 1,1-1,-1 0,0 0,1 1,-1-1,0 0,1 0,-1 0,0 0,1 0,-1 0,0 0,0 0,1 0,-1 0,0 0,1 0,-1-1,0 1,1 0,-1 0,0-1,1 1,-1-1,1 1,-1 0,0-1,1 1,-1-1,1 1,-1-1,1 1,0-1,-1 0,1 1,0-1,-1 0,1 1,0-1,0 0,-1 1,1-1,0 0,0 1,0-1,0 0,0 1,0-1,0 0,0 0,0 1,0-1,1 0,-1 1,0-1,0 0,1 1,-1-1,5-3,1 1,0 0,0 1,0-1,0 1,0 0,0 0,1 1,-1 0,0 0,1 1,-1-1,1 1,-1 1,4 0,3 0,-1 1,0 0,0 1,-1 0,1 1,-1 0,1 1,-1 0,-1 1,1 0,-1 1,3 2,-8-5,0 0,1 1,-1-1,-1 1,1 0,-1 1,0-1,0 1,0-1,-1 1,0 0,0 1,-1-1,0 0,0 1,0 0,-1-1,1 1,-2 0,1 0,-1-1,0 6,-1-6,-1 0,1 1,-1-1,0 0,-1 0,1 0,-1-1,0 1,-1-1,1 1,-1-1,0 0,0 0,-1-1,0 1,1-1,-1 0,-1-1,1 1,0-1,-1 0,0 0,0 0,0-1,0 0,-1 0,-7 2,0 0,-1-1,1-1,-1 0,0-1,1 0,-1-1,0-1,1 0,-1-2,0 1,-30-17,49 11,62-2,-17 8</inkml:trace>
  <inkml:trace contextRef="#ctx0" brushRef="#br3" timeOffset="-202499.938">18218 10922,'16'3,"17"0,15 2,15 0,9-1,6 0,2-2,-4 2,-11-1,-13 3,-16 1,-17 3,-15-1,-14-2,-9-2,-2-2</inkml:trace>
  <inkml:trace contextRef="#ctx0" brushRef="#br3" timeOffset="-194281.095">18779 10227,'-5'-56,"5"56,0 0,0 0,0 1,1-1,-1 0,0 0,0 1,0-1,0 0,1 0,-1 0,0 0,0 0,0 1,1-1,-1 0,0 0,0 0,1 0,-1 0,0 0,0 0,1 0,-1 0,0 0,0 0,1 0,-1 0,0 0,0 0,0 0,1 0,-1 0,0 0,0 0,1 0,-1 0,0 0,0 0,1-1,-1 1,0 0,0 0,0 0,1 0,-1-1,0 1,0 0,0 0,0 0,0-1,1 1,-1 0,0 0,0 0,0-1,0 1,0 0,0 0,0-1,0 1,0 0,0 0,0-1,0 1,13 20,1 15,-2 1,-1 0,-1 1,-3 0,-1 0,1 27,-3 3,-3-1,-2 1,-4 0,-2-1,-16 63,16-100,7-29,0 0,-1 0,1 0,0 0,0-1,0 1,-1 0,1 0,0 0,0 0,0 0,-1 0,1 0,0 0,0 0,-1 0,1 0,0 0,0 0,0 0,-1 0,1 0,0 1,0-1,0 0,-1 0,1 0,0 0,0 0,0 0,0 0,-1 1,1-1,0 0,0 0,0 0,-2-27,2 27,-15-332,-62-268,70 516,30 86,13 14,1 0,0-3,39 9,12-9,2-3,-1-4,90-7,-65 1,-98 0,-10-1,1 1,-1-1,1 1,-1 1,1-1,-1 1,1 1,-1-1,0 1,1 0,-1 0,0 1,0-1,2 3,-7-3,-1 0,0 0,1 1,-1-1,0 0,0 0,0 0,0 0,-1 0,1 1,-1-1,1 0,-1 0,0 0,1 0,-1 0,0 0,0-1,-1 1,1 0,0 0,-1-1,1 1,-1-1,1 1,-1-1,0 1,1-1,-1 0,0 0,0 0,-1 0,-3 5,0-2,1 1,0 0,0 1,0-1,1 1,-1 0,2 0,-1 0,1 0,-1 1,2 0,-1-1,1 1,0 0,0 0,1 0,0 0,0 1,1-1,0 0,0 0,1 0,0 0,0 3,42 222,-36 78,-7-301,0-5,-1 0,1 0,0 0,0 0,1 0,-1 0,1 0,0 0,0 0,0 0,1 0,-1-1,1 1,0 0,0-1,2 4,0-6,0 0,-1-1,1 1,0-1,0 0,0 0,-1 0,1 0,0 0,0-1,-1 0,1 0,0 0,-1 0,1-1,-1 1,4-3,3 1,21-10,1 1,0 2,1 1,0 2,0 1,1 2,-1 1,1 2,0 1,0 1,-1 3,1 0,23 7,-37-4,-6-1,1-1,-1 0,1-1,0 0,0-2,0 0,0 0,1-1,-1-1,0-1,1 0,9-2,75-15,-97 17,-1 0,0 0,0-1,0 1,0-1,0 1,-1-1,1 0,0 1,-1-1,1 0,-1 0,0-1,1 1,-1 0,0 0,0 0,-1-1,1 1,0 0,-1-1,0 1,1-1,-1 1,0-1,0 1,0 0,-1-1,1 1,0-1,-1 1,0 0,1-1,-1 0,0-10,-29-341,10 165,1-21,19 211,0-1,1 0,-1 1,0-1,1 1,-1-1,0 0,1 0,-1 1,1-1,-1 0,1 0,-1 0,1 1,-1-1,1 0,-1 0,1 0,-1 0,1 0,-1 0,1 0,-1 0,1 0,-1 0,1 0,-1-1,1 1,-1 0,1 0,-1 0,1-1,-1 1,0 0,1 0,-1-1,1 1,-1 0,0-1,1 1,-1-1,0 1,1 0,-1-1,0 1,0-1,1 1,-1-1,0 1,0-1,0 1,0-1,0 1,0-1,0 1,0-1,0 1,0-1,0 1,9 6,15 6,1-1,1-1,0-1,1-1,-1-2,1 0,1-2,-1-1,1-1,-1-1,1-2,10-2,-3 4,151-2,-185 0,0 1,1 0,-1-1,0 1,0 0,0 0,0 0,1 0,-1 0,0 0,0 0,0 0,0 0,1 0,-1 1,0-1,0 0,0 1,0-1,0 1,0 0,0-1,0 1,0 0,0-1,0 1,0 0,0 0,-1 0,1 0,0 0,-1 0,1 0,-1 0,1 0,-1 0,1 0,-1 0,0 0,1 0,-1 1,0-1,0 0,0 0,0 0,0 0,0 1,-63 380,62-374,-2 3,0 0,1 1,1 0,0-1,0 1,1 0,1 0,0 0,0-1,1 1,1-1,0 1,1-1,0 0,0 0,1-1,3 5,4 0,0-1,1-1,1 0,0-1,1-1,0 0,10 5,-14-12,0-2,-1 1,1-1,0-1,0 0,0 0,0-1,0 0,0-1,0-1,0 0,0 0,-1-1,1 0,-1-1,6-2,25-6,29 0,2 2,-1 4,1 3,0 2,0 4,40 9,169 1,-124 3,-153-15,-3 0,1 0,-1-1,0 1,1 0,-1-1,1 1,-1-1,1 1,-1-1,1 0,0 0,-1 1,1-1,-1 0,1-1,0 1,-1 0,1 0,-1-1,1 1,-1-1,1 1,-1-1,1 1,-1-1,0 0,1 0,-1 0,0 0,0 0,1 0,-1 0,0 0,0-1,0 1,0 0,-1-1,1 1,0 0,0-1,-1 1,1-1,-1 1,1-1,-1 0,1-36,-1 1,-3-1,-1 1,-1 0,-2 0,-3-5,-10-57,7-1,5 0,3 0,5-3,0 94,0 8,-1 0,1 0,-1-1,1 1,0 0,0-1,-1 1,1 0,0-1,0 1,0 0,1-1,-1 1,0 0,0-1,1 1,-1 0,0 0,1-1,0 1,-1 0,1 0,0 0,-1 0,1-1,0 1,0 0,0 0,0 1,0-1,0 0,0 0,0 0,1 1,-1-1,0 1,0-1,0 1,1-1,-1 1,0 0,1-1,-1 1,0 0,1 0,0 0,178 29,-41-17,-70-8,0 3,-1 3,0 3,6 5,-70-18,0 1,0 0,0-1,0 1,0 1,0-1,0 1,0-1,-1 1,1 0,-1 0,1 1,-1-1,0 1,0 0,0-1,0 1,-1 1,1-1,-1 0,0 1,0-1,0 1,0-1,0 1,-1 0,0 0,0 0,0 0,1 4,-3 25,2 1,2-1,1 1,2-1,2 6,10 62,-5 17,-7-51,3 0,13 50,-21-111,0 0,0 0,0 0,1 0,0 0,0 0,0 0,1-1,0 1,0-1,0 1,1-1,0 0,0-1,0 1,0-1,1 0,0 0,-1 0,2 0,-1-1,0 0,1 0,-1-1,1 1,3 0,102-22,-82 11,68-12,2 4,-1 5,2 3,-1 6,0 3,44 9,315 31,-458-41,0-1,0 1,-1 0,1 0,0-1,0 1,0 0,0-1,0 1,0 0,1-1,-1 1,0 0,0 0,0-1,0 1,0 0,0-1,0 1,1 0,-1 0,0-1,0 1,0 0,1 0,-1 0,0-1,0 1,1 0,-1 0,0 0,0 0,1 0,-1-1,0 1,0 0,1 0,-1 0,0 0,1 0,-1 0,0 0,1 0,-1 0,0 0,0 0,1 0,-1 0,0 0,1 1,-6-8,-33-57,3-2,-20-54,27 52,3 0,4-2,2-1,4 0,2-1,4-1,3 0,3-3,-2-20,28 108,5 2,0-1,1-2,0 0,1-3,0 0,0-2,1-1,0-1,29-1,-43-2,407 23,-423-24,1 0,0-1,0 1,0 0,0 0,0 0,1 0,-1 0,0 0,0 1,0-1,0 1,0-1,0 1,0 0,0 0,0 0,0 0,0 0,-1 0,1 0,0 1,-1-1,1 1,-1-1,1 1,-1 0,0-1,0 1,0 0,0 0,0 0,0 0,0 0,0 0,-1 0,1 1,-7 122,13 14,18 93,-21-205,-2-12,-2 0,1 0,1 0,0 0,1 0,1 0,0-1,1 1,0-1,2 0,-1-1,2 1,0-1,0-1,6 7,-9-15,-1-1,1 0,0 0,-1 0,1-1,1 1,-1-1,0 0,0-1,1 1,-1-1,1 0,-1-1,1 1,-1-1,1 0,-1 0,1-1,1 0,106-29,-83 20,24-4,1 3,0 2,0 3,1 2,0 3,-1 2,1 2,0 3,31 9,207 22,-256-40,-37 2,0 1,-1-1,1 1,0 0,-1-1,1 0,-1 1,1-1,-1 1,1-1,-1 0,1 1,-1-1,0 0,1 0,-1 1,0-1,0 0,1 0,-1 1,0-1,0 0,0 0,0 0,0 1,0-1,0 0,0 0,0 1,-1-1,1 0,0 0,0 1,-1-1,1 0,-1 0,1 1,0-1,-1 0,1 1,-1-1,0 1,1-1,-1 0,-105-168,92 127,1 0,2-1,2 0,1 0,3-1,1 0,3 0,2-27,-4-60,2 107,-1 1,-1 0,-1 1,-1-1,0 0,-2 1,-1 0,-4-7,2 18,12 18,2-4,1 1,0-1,0 1,0-1,0-1,1 1,-1-1,1 0,0 0,-1-1,1 0,0 0,0 0,0 0,0-1,-1 0,1 0,0-1,7 2,190 1,76 7,-277-10,0 1,0 0,0 0,-1 0,1 0,0 1,0-1,0 0,0 1,0-1,0 1,-1 0,1 0,0-1,0 1,-1 0,1 0,-1 1,1-1,-1 0,1 0,-1 1,0-1,0 1,1-1,-1 1,0 0,-1-1,1 1,0 0,0 0,-1 0,1-1,-1 1,1 0,-1 0,0 0,0 1,1 194,23 146,-24-324,1 0,0 0,1 0,1 0,1 0,1 0,1-1,0 0,1 0,5 8,-7-22,0 0,0 0,0 0,0-1,1 0,-1 0,1 0,0-1,0 0,0 0,0-1,0 1,0-1,1 0,-1-1,0 0,0 0,1 0,-1-1,0 1,0-2,1 1,-1-1,0 0,0 0,-1 0,4-3,14 0,37-9,0 2,0 3,2 3,-1 2,0 3,0 2,1 4,16 4,13 11,-57-11,0-2,0-1,0-2,34 1,-67-5,1-1,-1 1,0 0,1 0,-1 0,0-1,1 1,-1-1,0 1,1-1,-1 0,0 1,0-1,0 0,0 0,0 0,0 0,0 0,0 0,0 0,0 0,0 0,0 0,-1 0,1-1,-1 1,1 0,-1-1,1 1,-1 0,0-1,1 1,-1 0,0-2,-3-53,2 46,-63-298,12 2,12-6,40 308,-1 3,1 0,-1 1,1-1,0 0,-1 0,1 1,0-1,-1 0,1 0,0 0,0 1,0-1,0 0,0 0,0 0,0 1,0-1,0 0,0 0,0 0,0 0,0 1,1-1,-1 0,0 0,1 1,-1-1,1 0,-1 1,1-1,-1 0,1 1,-1-1,1 0,-1 1,1-1,0 1,0-1,-1 1,1 0,0-1,-1 1,1 0,0-1,0 1,0 0,-1 0,1 0,0 0,0 0,0 0,0 0,-1 0,1 0,0 0,0 0,89 15,-1-5,1-4,1-3,37-6,-23 1,41 4,-144-1,-1 0,0 0,1 0,-1 0,0 0,1 0,-1 1,0-1,0 0,0 1,0-1,0 0,0 1,0-1,-1 1,1 0,0-1,-1 1,0 0,1-1,-1 1,0 0,0-1,0 1,0 0,0-1,0 1,0 0,0 0,-1-1,1 1,-1 0,1-1,-1 1,0-1,0 1,0-1,0 1,-1 8,-9 54,3 0,3 1,2 0,4 0,2 0,3 0,3 0,3-1,19 61,-10-31,-20-92,1 1,-1-1,1 0,0 0,-1-1,1 1,0 0,0 0,0-1,1 1,-1-1,0 0,0 0,1 0,-1 0,1 0,-1 0,1-1,-1 1,1-1,-1 1,1-1,0 0,-1 0,1 0,-1-1,1 1,0-1,-1 1,1-1,16 0,462 47,-6-40,-474-6,0 0,0 0,1 1,-1-1,0 0,0 0,0 0,1 0,-1-1,0 1,0 0,0 0,1-1,-1 1,0-1,0 1,0-1,0 1,0-1,0 0,0 1,0-1,0 0,0 0,-1 0,1 1,0-1,0 0,-1 0,1 0,-1-1,1 1,-1 0,1 0,-1 0,1 0,-1 0,0-1,0 1,0 0,0 0,0 0,-18-109,11 82,-15-85,5-1,5-1,3-77,8 166,0-28,-3 0,-2 0,-2 1,-3 0,-5-11,44 68,50 11,0-3,1-4,0-4,20-3,23 3,75 3,-196-7,1-1,-1 1,1-1,-1 1,1 0,-1 0,1 0,-1 0,1 0,-1 0,1 0,-1 1,1-1,-1 0,1 1,-1-1,1 1,-1 0,0-1,1 1,-1 0,0 0,0 0,0 0,0 0,1 0,-1 0,0 0,-1 0,1 1,0-1,0 0,-1 1,1-1,0 0,-1 1,1-1,-1 1,0-1,-18 120,28 163,-8 22,-1-291,-1-1,2 0,0 0,1 0,0-1,1 1,6 11,-9-21,1 0,0-1,0 1,0 0,0-1,0 1,1-1,0 0,0 0,0 0,0 0,0 0,1-1,-1 1,1-1,-1 0,1 0,0-1,0 1,0-1,0 0,0 1,0-2,0 1,0 0,0-1,1 0,0 0,100-34,-53 22,1 2,-1 2,1 2,1 3,-1 2,24 4,-14-3,256 2,-318-2,1 0,-1 1,1-1,-1 0,1 0,-1 0,1 0,-1 0,1 0,-1-1,1 1,-1 0,1-1,-1 1,0-1,1 1,-1-1,0 0,1 0,-1 0,0 1,0-1,0 0,0 0,1-1,-1 1,-1 0,1 0,0 0,0-1,0 1,-1 0,1-1,-1 1,1-1,-1 1,1-1,-1 1,0-1,0 1,0-1,0 1,0-1,0 1,0-1,0 1,-1-1,1 1,0-1,-1 1,-76-248,-46-154,120 396,0 0,0-1,1 1,0-1,1 0,0 1,0-1,0 0,1 0,0 1,1-1,-1 0,1 0,1 1,0-1,0 1,0-1,1 1,0 0,1 0,-1 0,1 0,1 1,-1 0,1-1,4-3,145-82,-143 85,1 1,0 1,-1 0,2 1,-1 0,0 1,1 0,0 1,-1 0,1 1,0 0,0 1,0 1,0 0,2 1,13 3,0 2,0 0,-1 2,0 1,0 1,7 6,57 25,-89-39,1 0,-1 0,0 0,1 0,-1 0,-1 1,1-1,0 1,-1-1,0 1,0 0,0 0,0-1,-1 1,1 0,-1 0,0 0,0 0,0 0,-1-1,1 1,-1 0,-1 2,1 14,-3 698,-10-529,44-207,-11 10,-1 1,1 2,1 0,-1 1,1 0,5 1,14-3,75-13,51-10,60 3,-211 25,-6 0</inkml:trace>
  <inkml:trace contextRef="#ctx0" brushRef="#br3" timeOffset="-174862.487">18899 10347,'-146'118,"33"-27,111-89,1-2,1 0,-1 0,1 0,-1 0,1 0,-1 0,1 0,-1 0,1 0,-1 0,1 0,-1 1,1-1,-1 0,1 0,-1 0,1 1,0-1,-1 0,1 1,-1-1,1 0,0 1,-1-1,1 1,0-1,0 0,-1 1,1-1,0 1,0-1,0 1,-1-1,1 1,0-1,0 1,0-1,0 1,0-1,0 1,0-1,0 1,0-1,0 1,0-1,1 1,-1-1,0 1,0-1,0 1,1-1,-1 0,0 1,0-1,1 1,-1-1,0 0,1 1,-1-1,1 0,113-1,217-2,-330 4,-1-1,1 0,-1 0,1 0,-1 0,1 1,-1-1,1 0,-1 0,1 0,-1 0,1 0,-1 0,1 0,-1 0,1 0,-1 0,1-1,-1 1,1 0,-1 0,1 0,-1-1,1 1,-1 0,0 0,1-1,-1 1,1 0,-1-1,0 1,1-1,-1 1,0 0,0-1,1 1,-1-1,0 1,0-1,0 1,1-1,-1 1,0-1,0 1,0-1,0 1,0-1,0 1,0-1,0 1,0-1,0 1,0-1,0 1,-1-1,1 1,0-1,0 1,0-1,-1 1,1 0,0-1,-1 1,1-1,-1 1,-25-25,25 25,-175-168,138 142,37 27,1 0,0 0,-1 0,1 0,0 0,0 0,-1 0,1 0,0 1,0-1,0 0,0 0,1 0,-1 0,0 0,0 0,0 0,1 0,-1 0,1 0,-1 0,1 0,-1 0,1 0,-1-1,1 1,0 0,0 0,-1 0,1-1,0 1,0 0,0-1,0 1,4 6,0 0,0 0,-1 0,0 1,0 0,0 0,-1 0,-1 0,2 5,-3-10,-1 0,1 0,-1-1,0 1,0 0,0 0,0 0,0-1,0 1,-1 0,1 0,-1 0,0-1,0 1,0-1,0 1,-1-1,1 1,-1-1,1 1,-1-1,0 0,0 0,0 0,0 0,0 0,0-1,0 1,-1 0,1-1,-1 0,2 0,0-1,0 1,0-1,0 0,0 0,0 1,0-1,0 0,0 0,0 0,0 0,0 0,0 0,0 0,0 0,0-1,1 1,-1 0,0-1,0 1,0 0,0-1,0 1,0-1,0 0,1 1,-1-1,0 0,0 1,1-1,-1 0,1 0,-1 1,1-1,-1 0,1 0,-1 0,1 0,-1 0,1 0,0 0,0 0,0 0,-10-45,8-24,-23 122,2-1,18-69,13-68,-8 85,0 1,0-1,0 0,0 1,0-1,0 1,0-1,0 0,0 1,0-1,-1 1,1-1,0 0,0 1,0-1,-1 1,1-1,0 1,-1-1,1 1,-1-1,1 1,0 0,-1-1,1 1,-1-1,1 1,-1 0,1 0,-1-1,1 1,-1 0,0 0,1-1,-1 1,1 0,-1 0,0 0,1 0,-1 0,1 0,-1 0,0 0,1 0,-1 0,1 1,-1-1,1 0,-1 0,0 0,1 1,-1-1,1 0,-1 1,1-1,-1 0,1 1,-1-1,1 1,0-1,-1 0,1 1,-29 27,30-28,-1 0,1 0,0 0,-1 0,1 0,-1 0,1 0,0 0,-1 0,1 1,-1-1,1 0,0 0,-1 0,1 1,-1-1,1 0,-1 1,1-1,-1 1,1-1,-1 0,0 1,1-1,-1 1,1-1,-1 1,0-1,0 1,1 0,-1-1,0 1,0-1,0 1,1 0,-1-1,0 1,0-1,0 1,0 0,0-1,0 1,0-1,-1 1,1 0,0-1,0 1,0-1,-1 1,1-1,0 1,0 0,-1-1,1 1,-1-1,1 0,0 1,-1-1,1 1,-1-1,1 1,-1-1,1 0,-1 0,1 1,-1-1,24-18,-14 7</inkml:trace>
  <inkml:trace contextRef="#ctx0" brushRef="#br3" timeOffset="-172282.08">20344 10361,'32'-16,"-34"30,-10 4,-1-1,-1-1,-1 0,0 0,-8 4,-21 22,118-100,-74 59,0 0,0 0,-1 0,1 0,0 0,0 0,0 0,0 0,0 0,0 0,0 0,1 0,-1 0,0 0,1 0,-1 0,0 0,1 0,-1 0,1 0,-1 0,1-1,0 1,-1 0,1 0,0-1,-1 1,1 0,0-1,0 1,0-1,0 1,0-1,-1 1,1-1,0 0,0 1,0-1,0 0,0 0,0 0,0 0,0 0,0 0,0 0,0 0,0 0,0 0,1-1,254-8,-259 10,0-1,-1 1,1-1,0 0,-1 0,1 0,0-1,0 1,-1-1,1 0,0 0,0 0,0 0,0 0,0-1,0 1,0-1,0 0,1 0,-1 0,1 0,-1-1,1 1,0-1,0 1,0-1,-2-2,-42-99,42 125,40 121,-27-128,-4-23,-2-27,-3 35,-1-132,1 133,0 0,0 0,0 0,0 0,0 0,0 0,-1 0,1 0,0 0,0 0,0 0,0 0,0 0,0 0,-1 0,1 0,0 0,0 0,0 0,0 0,0 0,-1 0,1 0,0 0,0 0,0 0,0 0,0 0,0 0,0-1,-1 1,1 0,0 0,0 0,0 0,0 0,-4 17,2 1,0 0,1 0,0 0,2 0,0 0,1 1,3 9,0-51,-4-104,-4 113,-3 22,-4 23,9-27,0-1,0 0,0 0,0 0,1 0,-1 0,1 0,-1 0,1 0,0 0,1 1,-1-1,0 0,1 0,-1 0,1 0,0 0,1 2,0-5,0-1,0 1,0 0,0-1,0 1,0-1,0 1,0-1,0 0,0 0,0 0,-1 0,1 0,0 0,-1-1,1 1,-1-1,1 1,-1-1,0 1,0-1,1 0,-1 1,0-1,-1 0,1 0,3-3,-1-1,1 1,-1-1,-1 1,1-1,-1 0,0 0,0 0,-1 0,1 0,-2-1,1 1,-1 0,1-1,-2-2,1 8,-1 1,1-1,-1 0,1 1,-1-1,1 1,-1-1,0 1,1 0,-1-1,1 1,-1 0,0-1,1 1,-1 0,0 0,0-1,1 1,-1 0,0 0,0 0,1 0,-1 0,0 0,0 0,1 0,-1 0,0 1,1-1,-1 0,0 0,0 1,1-1,-1 0,1 1,-1-1,0 1,1-1,-1 1,1-1,-1 1,1-1,-1 1,1-1,-1 1,1 0,0-1,-1 1,1 0,0-1,0 1,-1 0,1 0,0-1,0 1,0 0,0-1,0 1,0 0,0 0,0-1,0 1,-2 2,1 1,-1-1,1 0,-1 1,1-1,0 1,0-1,1 1,-1 0,1-1,0 1,0 0,0-1,0 1,1 0,-1-1,1 1,0-1,0 1,1-1,-1 1,1-1,0 1,10 11</inkml:trace>
  <inkml:trace contextRef="#ctx0" brushRef="#br3" timeOffset="-170834.063">22376 10281,'-121'209,"144"-214,-19 4,0 1,1-1,-1 1,1-1,-1 1,1 1,-1-1,1 1,-1-1,0 1,1 1,-1-1,0 0,3 2,12 3,-3 0,1-2,0 0,1-1,-1 0,1-2,-1 0,1-1,-1-1,10-1,-26 2,1 0,-1 0,0 0,0 0,0-1,1 1,-1 0,0-1,0 1,0-1,0 1,1-1,-1 1,0-1,0 0,0 0,0 1,0-1,-1 0,1 0,0 0,0 0,-1 0,1 0,0 0,-1 0,1 0,-1-1,1 1,-1 0,0 0,1 0,-1-1,0 1,0 0,0 0,0-1,0 1,0 0,0 0,-1 0,1-1,0 1,-1 0,1 0,-1 0,1-1,-1 1,0 0,-39-50,-108-96,130 142,24 29,-5-21,17 67,-18-69,0-1,1 1,-1-1,0 1,1-1,-1 1,1-1,-1 1,0-1,1 0,-1 1,1-1,-1 1,1-1,0 0,-1 0,1 1,-1-1,1 0,-1 0,1 0,0 1,-1-1,1 0,-1 0,1 0,0 0,-1 0,1 0,0 0,-1-1,1 1,-1 0,1 0,0 0,-1-1,1 1,-1 0,1 0,-1-1,1 1,-1-1,1 1,-1 0,1-1,-1 1,0-1,1 1,-1-1,0 1,23-27,-12-8,-28 54,13-11,1 1,0-1,1 1,0 0,0 0,1 0,0 0,1 0,0 1,0-1,1 0,0 0,0 0,1 0,-2-8,0-1,1 1,-1 0,0-1,0 1,0 0,0-1,1 1,-1-1,0 1,1-1,-1 1,0 0,1-1,-1 1,1-1,-1 0,1 1,-1-1,1 1,-1-1,1 0,-1 1,1-1,0 0,-1 0,1 1,-1-1,1 0,0 0,-1 0,1 0,0 0,-1 0,1 0,0 0,-1 0,1 0,-1 0,1 0,0 0,-1-1,1 1,-1 0,1 0,0-1,-1 1,1 0,-1-1,1 1,-1-1,1 1,24-28,-20 20,-1 1,1-1,-1 0,-1-1,1 1,-2-1,1 1,-1-1,0 0,-1 0,0 0,0-1,-1 10,0 1,0-1,0 0,-1 0,1 0,0 1,0-1,0 0,0 0,-1 0,1 1,0-1,0 0,0 0,-1 0,1 0,0 0,0 1,0-1,-1 0,1 0,0 0,0 0,-1 0,1 0,0 0,0 0,-1 0,1 0,0 0,0 0,-1 0,1 0,0 0,0 0,-1 0,1 0,0 0,0-1,-1 1,1 0,0 0,0 0,0 0,-1 0,1-1,0 1,0 0,0 0,0 0,-1-1,1 1,0 0,-12 23,5-3</inkml:trace>
  <inkml:trace contextRef="#ctx0" brushRef="#br3" timeOffset="-169917.986">18646 9385,'2'-18,"3"-11,3-7,3-4,1 0,1 0,-1 4,-4 7,-2 12,-3 18,-1 21,-2 18,0 15,-1 14,3 8,3 1,1-12</inkml:trace>
  <inkml:trace contextRef="#ctx0" brushRef="#br3" timeOffset="-168583.64">20236 9212,'5'-4,"0"1,0 1,1-1,-1 1,0 0,1 0,0 0,-1 1,1 0,0 0,0 0,-1 1,3 0,1-1,-7 0,0 0,0 0,0 1,0-1,0 1,0-1,0 1,0 0,0-1,1 1,-1 0,0 1,0-1,0 0,0 1,0-1,1 1,-1-1,0 1,0 0,0 0,-1 0,1 0,0 0,0 1,-1-1,1 0,0 1,-1 0,1-1,-1 1,0 0,0-1,1 1,-1 0,0 0,-1 0,1 0,0 0,-1 0,1 0,-1 0,1 1,-1 1,-3 7,-1 0,0 0,-1 0,0 0,-1-1,0 0,-1 0,0 0,0-1,-1 0,0-1,-2 1,3-1,-111 123,117-131,1 1,-1-1,0 1,0-1,1 0,-1 1,0 0,1-1,-1 1,1-1,-1 1,1 0,-1-1,1 1,-1 0,1 0,0-1,-1 1,1 0,0 0,0 0,0-1,-1 1,1 0,0 0,0 0,0 0,0-1,0 1,1 0,-1 0,0 0,0-1,0 1,1 0,-1 0,0 0,1-1,-1 1,1 0,-1-1,1 1,-1 0,1-1,-1 1,1-1,0 1,-1-1,1 1,0-1,0 1,-1-1,1 0,0 1,0-1,-1 0,1 0,0 1,0-1,0 0,0 0,-1 0,1 0,0 0,21 2,-1-2,0 0,0-1,0-1,20-4,-10 2,412-60,-338 52</inkml:trace>
  <inkml:trace contextRef="#ctx0" brushRef="#br3" timeOffset="-167900.842">22121 9171,'17'-3,"1"0,-1 1,1 0,0 2,-1 0,1 1,0 1,-1 1,1 0,-1 1,16 6,-32-10,0 1,0-1,1 1,-1-1,0 1,0-1,0 1,0 0,0-1,0 1,0 0,0 0,0 0,0 0,0 0,-1 0,1 0,0 0,-1 0,1 0,-1 0,1 1,-1-1,1 0,-1 0,0 1,0-1,1 0,-1 0,0 1,0-1,0 0,-1 1,1-1,0 0,0 0,-1 1,1-1,-1 0,1 0,-1 0,1 0,-1 1,0-1,-41 41,-67 26,109-68,0 1,-1-1,1 1,0-1,0 1,-1-1,1 1,0 0,0-1,0 1,0 0,-1-1,1 1,0-1,0 1,0 0,1-1,-1 1,0 0,0-1,0 1,0-1,1 1,-1 0,0-1,0 1,1-1,-1 1,0-1,1 1,-1-1,1 1,-1-1,1 1,-1-1,1 0,-1 1,1-1,-1 0,1 1,-1-1,1 0,0 0,-1 0,1 1,-1-1,1 0,0 0,-1 0,1 0,0 0,-1 0,1 0,-1 0,1 0,0-1,-1 1,1 0,-1 0,1 0,0-1,-1 1,1 0,-1-1,1 1,0-1,0 1,115 8,-77-7,1 2,-1 2,0 1,3 3,14 15,-55-24,0 1,0 0,0-1,1 1,-1 0,0 0,0 0,-1 0,1 0,0 0,0 0,0 0,-1 0,1 0,0 0,-1 0,1 1,-1-1,0 0,1 0,-1 1,0-1,0 0,1 1,-1-1,0 0,0 1,-1-1,1 0,0 0,0 1,-1-1,1 0,-1 0,1 1,-1-1,1 0,-1 0,0 0,1 0,-1 0,-1 1,-5 5,-1-1,0 0,0 0,-1 0,0-1,0-1,0 1,0-2,-1 1,1-1,-7 1,3 0,-99 29,66-20</inkml:trace>
  <inkml:trace contextRef="#ctx0" brushRef="#br3" timeOffset="-166729.357">24408 10227,'-27'83,"14"-56,0 0,-2-1,0 0,-17 19,76-48,168-1,-210 4,0 0,-1 0,1 0,-1-1,1 1,-1 0,1-1,-1 1,1-1,-1 0,0 1,1-1,-1 0,0 0,1 0,-1 0,0 0,0 0,0 0,0 0,0-1,0 1,0 0,0 0,-1-1,1 1,0-1,-1 1,1-1,-1 1,0-1,1 1,-1-1,0 1,0-1,0 1,0-1,0 0,0 1,-1-1,1 1,0-1,-1 1,1-1,-1 1,0 0,1-1,-1 1,0 0,0-1,-1 0,-2-6,0 1,-1-1,0 1,-1 0,1 0,-1 1,0 0,-1 0,0 0,0 1,0 0,0 0,-1 1,0 0,-3-1,-127-40,123 42,13 2</inkml:trace>
  <inkml:trace contextRef="#ctx0" brushRef="#br3" timeOffset="-166167.319">24528 9038,'-32'97,"23"-72,-50 174,58-197,0 1,0-1,0 0,1 0,-1 1,1-1,-1 0,1 1,0-1,0 0,0 1,0-1,0 1,1-1,-1 0,1 1,-1-1,1 0,0 0,0 1,0-1,0 0,0 0,1 0,-1 0,1 0,-1-1,1 1,0 0,-1-1,1 1,0-1,0 1,0-1,0 0,2 1,5-3,0 0,0 0,-1-1,1 0,-1-1,1 0,-1 0,0-1,0 0,0 0,-1-1,1 0,-1 0,0-1,0 0,10-7,0-1,-1-1,0 0,-1-1,-1-1,7-10,-38 78,13-37,0 0,0 1,2 0,0-1,0 1,1 0,1 0,1 0,0 0,1 0,0 0,1-1,1 1,5 12,26 35,5-7</inkml:trace>
  <inkml:trace contextRef="#ctx0" brushRef="#br3" timeOffset="-164847.653">26372 10187,'-1'9,"0"-1,-1 1,-1 0,1-1,-1 0,-1 0,0 0,0 0,0 0,-1-1,0 1,-1-1,1 0,-27 41,3-3,28-44,1-1,0 0,-1 0,1 0,0 1,-1-1,1 0,0 0,0 1,-1-1,1 0,0 1,0-1,0 0,-1 1,1-1,0 0,0 1,0-1,0 0,0 1,0-1,0 1,0-1,0 0,0 1,0-1,0 0,0 1,0-1,0 1,0-1,0 0,0 1,0-1,1 0,-1 1,0-1,0 0,0 1,1-1,-1 0,0 0,0 1,1-1,-1 0,0 0,1 1,-1-1,0 0,1 0,-1 0,0 0,1 0,-1 1,0-1,1 0,-1 0,1 0,-1 0,0 0,1 0,-1 0,28 4,-27-4,251 1,-250-1,-1 1,-1-1,0 0,1 1,-1-1,1 0,-1 1,1-1,-1 0,1 1,-1-1,1 0,-1 0,1 0,0 1,-1-1,1 0,-1 0,1 0,-1 0,1 0,0 0,-1 0,1 0,-1 0,1-1,0 1,-1 0,1 0,-1 0,1-1,-1 1,1 0,-1 0,1-1,-1 1,1-1,-1 1,0 0,1-1,-1 1,1-1,-1 1,0-1,0 1,1-1,-1 1,0-1,0 1,1-1,-1 0,0 1,0-1,0 1,0-1,0 0,0 1,0-1,0 1,0-1,0 1,0-1,-1 0,1 1,0-1,0 1,-1-1,1 1,0-1,-71-50,61 46,-1-1,2-1,-1 0,1 0,0 0,0-1,1-1,0 1,1-1,0-1,0 1,1-1,-4-7,-9-39,14 38</inkml:trace>
  <inkml:trace contextRef="#ctx0" brushRef="#br3" timeOffset="-164366.946">26279 9158,'2'14,"1"0,0 0,0-1,2 1,-1-1,2 0,0 0,0-1,1 1,1-1,1 1,2 5,73 120,-83-138,0 1,0 0,0-1,0 1,0 0,-1 0,1 0,0 0,0 0,-1 0,1 0,-1 0,1 0,-1 0,1 0,-1 0,1 0,-1 0,0 0,0 0,0 1,0-1,0 0,0 0,0 0,0 0,0 1,0-1,0 0,-1 0,1 0,-1 0,1 0,-1 0,1 0,-1 0,1 0,-1 0,0 0,0 0,1 0,-1 0,0 0,0-1,0 1,0 0,0-1,0 1,0-1,0 1,0-1,0 1,0-1,0 0,-1 0,1 1,0-1,-11 1,0-1,1 0,-1 0,0-1,1-1,-1 0,1-1,-1 0,1 0,0-1,-8-5,-16-9</inkml:trace>
  <inkml:trace contextRef="#ctx0" brushRef="#br3" timeOffset="-164108.061">26319 9077,'18'-16,"18"-7,16 0,19 3,21 7,18 4,-11 4</inkml:trace>
  <inkml:trace contextRef="#ctx0" brushRef="#br3" timeOffset="-163197.65">27977 10080,'-71'161,"117"-261,-4 24,-41 76,0-1,1 1,-1 0,1 0,-1 0,1 0,-1 0,0 0,1 0,-1 0,1 1,-1-1,0 1,1-1,-1 1,0-1,0 1,1 0,-1-1,0 1,0 0,0 0,0 0,0 0,0 0,0 0,0 0,0 0,-1 1,1-1,0 0,-1 0,1 1,-1-1,1 0,-1 1,0-1,1 1,-1-1,0 0,0 1,6 8,95 117,-100-126,0 0,-1 1,1-1,0 0,0 0,-1 1,1-1,-1 1,1-1,-1 0,0 1,1-1,-1 1,0-1,0 1,0-1,0 1,0-1,0 1,-1-1,1 0,0 1,-1-1,1 1,-1-1,0 0,1 1,-1-1,0 0,0 0,0 1,1-1,-1 0,-1 0,1 0,0 0,0 0,0-1,0 1,-1 0,1 0,0-1,-1 1,1-1,-1 1,-17 3,0-1,0-1,0 0,0-1,0-2,0 0,0 0,-1-2,8 2,0-1,1 0,-1 0,1-1,0-1,-1 0,2 0,-1-1,-4-3,0-4</inkml:trace>
  <inkml:trace contextRef="#ctx0" brushRef="#br3" timeOffset="-162730.853">28097 8877,'-14'6,"1"1,-1 1,1 0,0 1,1 0,0 1,0 0,1 1,1 0,0 1,0 0,1 0,1 1,0 0,-6 15,9-19,1 0,0 0,1 1,0 0,0-1,1 1,0 0,1 0,0 1,0-1,1 0,1 0,0 0,0 0,1 0,0 0,1 0,0 0,0-1,1 1,1-1,-1 0,1 0,3 2,-5-5,1-1,0 0,1 0,-1 0,1-1,0 1,0-1,0 0,0-1,1 1,0-1,0 0,0-1,0 1,0-1,0 0,1-1,-1 1,0-1,1-1,-1 1,1-1,-1 0,1 0,6-2,-10-1,0 1,-1-1,1 0,0 0,-1 0,0-1,0 1,0 0,0-1,0 0,-1 1,0-1,0 0,0 0,0 0,0 1,-1-1,1 0,-1 0,0 0,-1 0,1 0,-1 0,1 0,-1 0,0 0,-1 1,1-1,-1 0,1 1,-1-1,0 1,0 0,-1-1,1 1,-1 0,1 0,-1 1,0-1,-1 0,1 1,0 0,0 1,0-1,-1 1,1 0,0 0,-1 0,1 1,0-1,-1 1,1-1,-1 1,1 0,-1 1,1-1,0 1,-1-1,1 1,-1 0,1 0,0 0,0 1,0-1,0 1,0 0,0 0,0 0,0 0,1 0,-1 0,1 1,0 0,-1-1,1 1,1 0,-1 0,0 0,1 0,-1 0,1 0,0 1,0-1,0 0,0 1,1-1,-1 0,1 1,0 0,-2 46,7-1</inkml:trace>
  <inkml:trace contextRef="#ctx0" brushRef="#br3" timeOffset="-161726.601">29634 9866,'-2'22,"-1"0,-1 0,-1-1,-1 0,0 0,-2 0,-1-1,0 0,-1-1,-2 0,-4 6,7-15,108-234,-97 219,-3 5,1 0,0-1,0 1,0-1,0 1,0 0,0-1,-1 1,1-1,0 1,0 0,0-1,1 1,-1-1,0 1,0-1,0 1,0 0,0-1,0 1,0-1,1 1,-1 0,0-1,0 1,1 0,-1-1,0 1,0 0,1 0,-1-1,0 1,1 0,-1 0,1-1,-1 1,0 0,1 0,-1 0,0 0,1-1,-1 1,1 0,-1 0,1 0,-1 0,0 0,1 0,-1 0,1 0,-1 0,1 0,-1 1,0-1,1 0,-1 0,0 0,1 0,-1 1,1-1,-1 0,9 14,0-1,0-1,1 1,1-1,0-1,1 0,0-1,1 0,0-1,0 0,1-1,0-1,0 0,1-1,0 0,0-1,6 0,5 5,13 12,-39-21,0 0,0 0,0 0,0 0,0-1,0 1,0 0,-1 0,1 0,0 0,-1-1,1 1,0 0,-1 0,1-1,-1 1,1 0,-1-1,1 1,-1 0,0-1,1 1,-1-1,0 1,1-1,-1 1,0-1,0 0,1 1,-1-1,0 0,0 0,0 1,1-1,-1 0,0 0,0 0,0 0,-171 35,150-33,-6 2,10 0,0-2,-1 0,1-1,0-1,-1 0,-10-3,10-2</inkml:trace>
  <inkml:trace contextRef="#ctx0" brushRef="#br3" timeOffset="-161332.214">29527 8918,'10'0,"-1"0,0 1,1 0,-1 1,0 0,0 0,0 1,0 0,-1 1,1 0,-1 0,0 1,0 0,0 0,-1 1,0 0,0 0,0 1,-1 0,0 0,0 1,-1-1,0 1,0 0,-1 1,0-1,-1 1,1 0,0 5,-1 6,-1 0,-1 0,-1 0,-1 0,-1 0,0 0,-2 0,0-1,-1 1,-1-1,-5 11,-15 83,23-103</inkml:trace>
  <inkml:trace contextRef="#ctx0" brushRef="#br3" timeOffset="-161076.356">29555 9225,'22'-5,"27"-1,24 5,23 4,16 5,-12 0</inkml:trace>
  <inkml:trace contextRef="#ctx0" brushRef="#br3" timeOffset="-160377.692">31413 9987,'-67'105,"50"-69,13-27,11-26,65-158,-72 174,0 1,1-1,-1 0,0 1,0-1,1 0,-1 1,0-1,1 1,-1-1,1 0,-1 1,1-1,-1 1,1-1,-1 1,1 0,-1-1,1 1,-1-1,1 1,0 0,-1 0,1-1,0 1,-1 0,1 0,0 0,0 0,-1 0,1-1,0 1,-1 1,1-1,0 0,-1 0,1 0,0 0,0 0,-1 1,1-1,0 0,-1 1,1-1,-1 0,1 1,-1-1,1 1,0-1,-1 1,1-1,-1 1,0-1,1 1,-1-1,1 1,-1 0,0-1,0 1,1 0,-1-1,0 1,0 0,0-1,0 1,0 0,0 0,0-1,0 1,0 0,4 4,12 17,2-1,0-1,2-1,0 0,1-1,1-1,0-2,11 6,-23-15</inkml:trace>
  <inkml:trace contextRef="#ctx0" brushRef="#br3" timeOffset="-159732.448">31252 8850,'71'88,"-44"-58,-1 2,-2 1,-2 1,0 0,15 37,-35-69,-1 0,1 0,-1 0,1 0,-1 1,0-1,0 0,0 1,0-1,-1 1,1-1,-1 1,1-1,-1 1,0-1,0 1,0-1,0 1,0-1,-1 1,1-1,-1 1,0-1,1 1,-1-1,0 0,0 1,-1-1,1 0,0 0,-1 0,0 0,1 0,-1 0,0 0,0-1,0 1,0 0,0-1,0 0,0 1,-1-1,1 0,-2 0,-4 0,0-1,0-1,0 0,0 0,0 0,0-1,0 0,1 0,-1-1,1 0,0-1,0 0,0 0,0 0,0-1,1 1,0-2,0 1,1-1,-1 0,1 0,0 0,1-1,-1 0,1 1,1-2,-1 1,1 0,1-1,-1 1,0-7,3 9,1 1,-1-1,1 0,0 1,0-1,0 0,1 1,0-1,0 1,0 0,0 0,1 0,0 0,-1 0,1 0,1 1,-1-1,0 1,1 0,0 0,0 0,0 1,0-1,0 1,5-2,6-7,4-3,-6 7,-1-1,0 0,0-1,-1 0,-1-1,1 0,-2-1,1 0,-1-1,-1 1,0-2,-1 1,0-1,-1 0,1-4,-7 14,0-1,1 0,-1 1,0-1,-1 1,1-1,-1 0,1 1,-1-1,0 1,-1-1,1 1,0 0,-1 0,0-1,0 1,0 0,0 0,0 1,-1-1,1 0,-1 1,1-1,-1 1,0 0,0 0,0 0,-1 0,1 1,0-1,-3 0,-4-2,0 0,-1 1,0 0,1 1,-1 0,0 0,0 1,0 1,0 0,-1 0,0 3,0 0,0 1,0 1,1 0,-1 1,1 0,0 0,1 1,0 0,0 1,1 0,0 1,0 0,1 1,0-1,0 1,1 1,1-1,0 1,-1 3,-26 39</inkml:trace>
  <inkml:trace contextRef="#ctx0" brushRef="#br3" timeOffset="-91883.322">19234 12580,'4'-3,"0"-1,0 1,0 0,-1-1,1 0,-1 0,0 0,0-1,0 1,-1 0,1-1,-1 0,0 0,-1 0,1 1,-1-2,0 1,0 0,-1 0,1 0,-1 0,0 0,-1 0,1-1,-1 1,0 0,0 0,0 0,-1 0,0 0,0 1,0-1,-1 1,1-1,-1 1,0 0,-1 0,1 0,-1 0,1 0,-1 1,-15-16,-1 0,0 2,-1 0,-1 2,-1 0,0 2,0 0,-2 2,1 0,-1 2,-1 0,-18-2,34 8,1 0,-1 1,0 0,1 1,-1 0,0 0,0 1,0 1,1-1,-1 2,0-1,0 1,1 1,-1 0,1 0,0 1,0 0,0 0,1 1,-1 0,1 1,0 0,-1 2,0 5,1 1,0 1,1-1,0 1,2 1,-1-1,2 1,0 0,1 0,1 0,0 0,1 0,1 1,0-1,2 0,0 0,0 0,1 0,5 11,-5-11,1 0,1 0,0 0,1 0,1-1,0 0,1 0,1-1,0 0,1-1,1 0,0 0,0-1,2-1,-1 0,1 0,1-1,0-1,0 0,1-1,0-1,0 0,1-1,7 1,1-1,0-2,1-1,-1-1,1-1,-1-1,1-1,-1-1,1-1,-1-1,0-2,0 0,-1-1,0-2,0 0,19-11,-31 13,0-1,-1 0,1 0,-1-1,-1 0,0-1,0 0,-1 0,0-2,3 51,-8-28,0-1,1-1,0 1,0 0,1-1,1 0,-1 0,1 0,1-1,-1 0,1 0,1-1,0 0,0 0,0-1,1 0,-1 0,2-1,-1 0,0 0,1-1,0-1,0 0,0 0,0-1,11 2,-18-4,1-1,-1 1,1-1,-1 1,1-1,-1 0,0 0,1 0,-1-1,0 1,0-1,0 0,0 0,0 0,0 0,-1 0,1-1,-1 1,1-1,-1 1,0-1,0 0,0 0,-1 0,1 0,-1-1,1 1,21-95,-23 92,1 0,-1 0,0 0,0 1,-1-1,1 0,-1 0,-1 1,1-1,-1 0,0 1,0-1,-1 1,1 0,-1 0,0 0,-1 0,1 1,-1-1,0 1,0 0,0 0,-1 0,1 1,-1-1,0 1,0 0,0 0,-5-1,-4-1,-1 1,0 0,-1 1,1 1,-1 0,1 1,-1 1,1 0,-1 1,1 1,-1 0,-8 4,23-7,1 1,0 0,-1 0,1 0,-1 0,1 0,-1 0,1 0,-1 0,1 0,-1 0,1 0,0 0,-1 0,1 1,-1-1,1 0,-1 0,1 0,0 1,-1-1,1 0,-1 0,1 1,0-1,-1 0,1 1,0-1,0 0,-1 1,1-1,0 1,0-1,-1 0,1 1,0-1,0 1,0-1,0 1,0-1,0 0,0 1,0-1,0 1,0-1,0 1,0-1,0 1,0-1,0 1,0-1,1 1,25 9,12-8,0-1,1-2,-1-2,36-6,-40 4,232-22,-264 26,0 1,0-1,1 0,-1 1,0 0,0-1,1 1,-1 0,0 0,0 0,1 1,-1-1,0 1,0-1,1 1,-1-1,0 1,0 0,0 0,0 0,0 1,0-1,0 0,-1 1,1-1,0 1,-1-1,1 1,-1 0,1 0,-1 0,0 0,0 0,0 0,0 0,0 0,0 0,-1 0,1 0,-1 1,-1 39,0-37,0-1,0 1,0 0,1 0,0-1,0 1,0 0,0 0,1-1,-1 1,1 0,1 0,-1-1,1 1,-1-1,1 0,1 1,-1-1,0 0,1 0,0 0,0-1,0 1,1-1,-1 1,3 0,4-1,0 0,1-1,-1 0,1-1,-1 0,1-1,0 0,-1-1,1 0,0-1,-1 0,1 0,-1-1,0 0,0-1,0-1,-1 1,1-1,-1-1,0 0,-1 0,1-1,1-1,7-8,-1 0,0-1,-1 0,-1-2,0 1,-2-2,6-11,-9 16,-22 102,12-82,1 0,-1 1,1-1,0 1,0-1,1 0,-1 1,1-1,1 0,-1 1,1-1,0 0,0 0,0 0,1 0,-1-1,1 1,1-1,-1 1,0-1,1 0,0 0,0-1,0 1,0-1,1 0,0 0,-1 0,1-1,0 0,0 0,0 0,0 0,1-1,0 0,27 3,-2-4</inkml:trace>
  <inkml:trace contextRef="#ctx0" brushRef="#br3" timeOffset="-91066.959">20825 12633,'-3'7,"1"-1,0 0,0 1,1-1,0 1,0 0,0-1,1 1,0 0,1-1,-1 1,1 0,0-1,1 1,0-1,0 1,0-1,1 0,0 0,0 0,0 0,1 0,0-1,0 0,0 0,1 0,0 0,0-1,0 1,0-1,1 0,4 2,-5-3,-1-1,1 1,-1-1,1 0,0 0,0-1,0 1,0-1,0 0,0 0,0-1,0 0,1 1,-1-2,0 1,0-1,0 1,0-2,0 1,0 0,0-1,0 0,0 0,-1 0,1-1,-1 0,0 0,1 0,-1 0,-1-1,1 1,3-5,0-3,-1 0,0-1,-1 0,0 0,-1 0,0-1,1-8,3-6,-11 45,1 0,1 0,1 0,1-1,0 1,1 0,2 7,-2-22,-1 1,1 0,0-1,0 1,1-1,-1 0,1 0,-1 0,1 0,0 0,0 0,0-1,0 1,1-1,-1 0,1 0,0 0,-1-1,1 1,0-1,0 0,0 0,0 0,0-1,0 1,2-1,7 0,0 0,-1-1,1 0,0-1,-1 0,0-1,13-4,-2-3,1-1,-1-1,-1-1,0-1,-1-1,0 0,-2-2,0 0,0-2,-2 0,0 0,-2-2,0 0,-1-1,-1 0,-1-1,-1-1,-1 1,-1-2,-2 1,0-1,-1 0,-2-1,0-8,3-11,-3 0,-1-1,-3 1,-2-1,-2-6,5 50,-1 0,0 0,0 1,1-1,-1 0,0 0,-1 0,1 0,0 0,-1 0,1 0,-1 1,1-1,-1 0,0 0,0 1,0-1,0 0,0 1,0-1,0 1,0-1,-1 1,1 0,-1-1,1 1,-1 0,1 0,-1 0,0 0,1 0,-1 0,0 1,0-1,0 1,1-1,-1 1,0 0,0-1,0 1,-2 0,-1 4,-1 1,1-1,0 1,1 0,-1 0,1 0,0 0,0 1,0 0,1 0,-2 3,-7 17,0 0,2 1,1 0,1 0,1 1,1 0,2 0,1 1,1-1,2 1,0-1,2 1,1-1,2 1,1 4,0-12,1 0,0 0,2-1,0 0,1 0,1-1,1 0,1-1,6 6,-12-16,0 0,1 0,-1-1,2 0,-1 0,1-1,0 0,0 0,0-1,1 0,0-1,0 0,0-1,1 0,-1 0,1-1,-1-1,1 1,11-2,-14 0,1-2,-1 1,1-1,-1-1,1 1,-1-1,0-1,0 1,-1-1,1-1,-1 0,0 0,0 0,0-1,-1 0,0 0,0 0,-1-1,4-5,0 0,-1-1,0 0,-1-1,-1 0,0 0,-1 0,0-1,-1 1,-1-1,1-12,-9-21,4 47,1 0,0 0,-1 0,1 1,-1-1,1 0,-1 0,1 1,-1-1,0 0,1 1,-1-1,0 1,0-1,1 1,-1-1,0 1,0 0,0-1,0 1,1 0,-1 0,0-1,0 1,0 0,0 0,0 0,0 0,0 0,1 0,-1 0,0 1,0-1,0 0,0 0,0 1,0-1,1 1,-1-1,0 0,0 1,1-1,-1 1,0 0,1-1,-1 1,0 0,1-1,-1 1,0 1,-5 4,0 2,0-1,1 1,0-1,0 2,1-1,0 0,1 1,0 0,0-1,0 1,1 1,1-1,0 0,0 0,0 0,1 1,1 5,0-7,1 0,0 0,0-1,0 1,1 0,1-1,-1 0,1 0,0 0,0 0,1 0,0-1,0 0,1 0,0 0,0-1,0 0,1 0,1 1,5 3,1-1,0-1,0 0,0-1,1-1,0 0,0-1,1 0,6 0,14-1</inkml:trace>
  <inkml:trace contextRef="#ctx0" brushRef="#br3" timeOffset="-90803.38">21601 12259,'9'-6,"18"-4,26 2,27 5,21 7,16 8,-14 3</inkml:trace>
  <inkml:trace contextRef="#ctx0" brushRef="#br3" timeOffset="-90323.419">22442 12901,'23'-48,"-3"-1,-2-1,-2 0,6-38,-18 20,-4 66,0 0,0 1,-1-1,1 1,0-1,0 1,-1-1,1 0,-1 1,0-1,1 1,-1 0,0-1,0 1,0 0,0-1,0 1,0 0,0 0,0 0,0 0,0 0,-1 0,1 0,0 0,-1 0,1 1,-1-1,1 0,-1 1,1 0,-1-1,0 1,1 0,-1 0,1 0,-1 0,0 0,1 0,-2 0,2 0,1 0,-1 0,0 0,0 0,1 1,-1-1,0 0,0 0,1 0,-1 1,0-1,1 0,-1 1,0-1,1 1,-1-1,1 1,-1-1,1 1,-1-1,1 1,-1-1,1 1,-1 0,1-1,0 1,-1 0,1 0,0-1,0 1,-1 0,1-1,0 1,0 0,0 0,0-1,0 1,0 0,0 0,0 0,0-1,0 1,1 0,-1-1,0 1,0 0,1 0,-1-1,1 1,-1 0,0-1,1 1,-1-1,1 1,-1-1,1 1,0-1,-1 1,1-1,0 1,-1-1,1 0,0 1,-1-1,1 0,0 1,13 5,0 0,0-1,1 0,-1-1,1-1,12 2,10 2,-20-3,-9-3,0 0,1 0,-1 1,0 0,0 1,0 0,0 0,0 0,-1 1,1 0,-1 1,0 0,-1 0,1 0,-1 1,0 0,3 4,-7-5,-1 0,0 0,-1 0,1 0,-1 0,0 0,0 0,-1 0,0 0,1 0,-2 0,1 0,0-1,-1 1,0 0,0-1,-1 1,1-1,-1 0,-1 2,-17 46,20-51,1 1,0 0,0 0,0 0,0-1,0 1,1 0,-1 0,0 0,1-1,-1 1,1 0,0 0,-1-1,1 1,0-1,0 1,0-1,0 1,1-1,-1 1,0-1,0 0,1 0,-1 0,1 0,-1 0,1 0,0 0,-1 0,1 0,0-1,-1 1,2-1,62 13,-63-12,36 2</inkml:trace>
  <inkml:trace contextRef="#ctx0" brushRef="#br3" timeOffset="-90075.901">23138 12820,'13'0,"14"0,14 0,11 0,6-2,-8-1</inkml:trace>
  <inkml:trace contextRef="#ctx0" brushRef="#br3" timeOffset="-89417.039">23766 12526,'0'31,"-1"17,3 0,1 0,6 23,-9-68,1-1,-1 0,0 1,1-1,0 0,-1 1,1-1,0 0,0 0,1 0,-1 0,0 0,1 0,-1 0,1 0,-1-1,1 1,0 0,0-1,0 0,0 1,0-1,0 0,0 0,0 0,0 0,0 0,1-1,-1 1,0-1,1 1,-1-1,1 0,-1 0,0 0,2 0,8-3,0 1,-1-2,1 0,-1 0,0-1,0 0,0-1,-1-1,0 1,0-1,0-1,-1 0,0 0,-1-1,0 0,0-1,-1 0,0 0,-1 0,0-1,3-8,2 10,-13 30,1-12,-1-2,0 0,1 1,0-1,0 1,1-1,0 0,0 1,0-1,1 1,0-1,1 1,0-1,0 0,0 0,1 0,0 0,1-1,-1 1,1-1,1 0,-1 0,1 0,0 0,0-1,0 0,2 1,0-2,0-1,0 0,0 0,1-1,-1 1,0-2,1 1,0-1,-1 0,1-1,0 0,-1 0,1-1,0 0,-1 0,1 0,-1-1,0 0,1-1,-1 0,7-3,0-2,0 0,-1 0,0-1,0-1,0 0,-2-1,1 0,-1-1,-1 0,2-3,6-16,-1 0,-1-1,-2 0,-1-1,-1-1,-2 0,-2-1,-1 1,-2-1,-1-1,-1 1,-3-1,-1-12,-14-67,13 109,1 1,-1 0,0 0,0 0,-1 0,0 0,1 0,-2 0,1 1,0-1,-1 1,0 0,0 0,0 1,-1-1,1 1,-1 0,1 0,-3 0,1 2,0 0,0 0,0 1,0 0,0 0,0 1,0-1,0 1,0 1,0-1,1 1,-1 0,0 1,1-1,-1 1,1 0,0 0,0 1,0-1,1 1,-1 0,1 1,0-1,0 1,0-1,1 1,-1 1,1-1,1 0,-1 1,-1 5,-6 12,0 0,2 0,1 1,1 1,1-1,2 1,0-1,1 1,1 0,2 0,0 0,2 0,1 0,1-1,1 0,0 0,2 0,1-1,1 0,1-1,11 16,-7-13,2-1,0-1,2-1,1 0,0-1,13 9,12 5</inkml:trace>
  <inkml:trace contextRef="#ctx0" brushRef="#br3" timeOffset="-88313.968">25597 12553,'15'16,"0"0,-1 1,-1 0,-1 1,0 0,-2 1,0 0,-1 1,-1 0,5 18,3 5,-15-43,0 0,0 1,1-1,-1 0,0 0,0 0,1 0,-1-1,0 1,0 0,1 0,-1-1,0 1,0-1,0 1,1-1,-1 0,0 1,0-1,0 0,0 0,0 0,0 1,0-1,-1 0,1 0,0 0,0-1,-1 1,1 0,-1 0,1 0,-1 0,1-1,-1 1,0 0,1-1,111-212,-124 268,11-49,-1-1,1 1,0 0,0 0,1-1,-1 1,1 0,0 0,0-1,1 1,0 0,0 0,0-1,0 1,0 0,1-1,0 0,0 1,0-1,1 0,-1 0,1 0,0 0,0-1,1 1,-1-1,1 0,-1 1,1-2,2 3,5-1,0 0,0-1,0 0,0 0,1-1,-1-1,1 0,-1-1,1 0,-1 0,1-1,-1-1,1 0,-1-1,0 0,0 0,0-1,-1-1,1 0,4-3,-8 3,0 0,-1 0,0-1,0 0,-1 0,1-1,-1 1,-1-1,1 0,-1 0,-1-1,1 1,-1-1,0 0,-1 0,0 0,1-5,-5 19,1 0,0 0,1 1,-1-1,1 0,1 0,-1 1,1-1,0 0,0 0,1 0,-1 0,2 0,-1 0,1 0,-1-1,1 1,1-1,-1 0,1 0,0 0,0 0,1-1,-1 1,1-1,0 0,0-1,0 1,1-1,-1 0,1 0,0-1,0 0,1 0,-1-1,-1 0,1-1,0 0,0-1,0 1,0-1,-1 0,1-1,0 1,-1-1,1 0,-1 0,1-1,-1 0,0 0,0 0,-1-1,1 1,0-1,-1 0,1-1,4-5,-1 0,0 0,0 0,-1-1,-1 0,0-1,0 0,-1 1,0-4,-1 3,-6 17,-4 22,6-20,1-1,1 0,-1 1,1-1,0 0,1 0,-1 0,1 0,0-1,0 1,1-1,0 0,0 0,0 0,1 0,-1-1,1 0,0 0,0 0,1 0,-1-1,1 0,0 0,-1 0,1-1,1 0,-1 0,0-1,0 1,1-2,-1 1,1 0,1-1,-5 0,0 0,0 1,-1-1,1 0,0-1,0 1,-1 0,1-1,0 1,-1-1,1 0,0 0,-1 0,1 0,-1-1,0 1,1-1,-1 1,0-1,0 0,0 0,0 0,0 0,-1 0,1 0,0 0,-1-1,0 1,1-1,-1 1,0-1,0 1,-1-1,1 0,-1 1,1-1,-1 0,0 0,0 0,1-85,15 136,-11-40,0 0,0-1,1 0,0 0,0 0,0-1,1 1,0-2,1 1,-1-1,1 0,0-1,0 0,1 0,-1 0,1-1,-1-1,5 1,11 1</inkml:trace>
  <inkml:trace contextRef="#ctx0" brushRef="#br3" timeOffset="-87915.308">27041 12580,'-1'4,"-1"0,1 0,0 0,0 1,0-1,1 1,0-1,0 0,0 1,0-1,0 0,1 1,0-1,0 0,0 1,1-1,-1 0,1 0,0 0,0 0,0 0,3 2,1 3,1 0,0 0,0-1,1 0,0-1,1 0,-1 0,7 3,-13-8,1-1,0 1,0-1,0 0,0 0,0 0,0 0,0-1,1 1,-1-1,0 0,0 0,0 0,1 0,-1 0,0-1,0 1,0-1,0 0,0 0,0 0,0-1,0 1,0-1,0 1,-1-1,1 0,-1 0,1 0,-1 0,0-1,0 1,0-1,0 1,0-1,0 0,0-1,9-12,0 0,-2-1,0 0,-1-1,6-17,-23 44,8-5,0-1,0 0,0 0,0 1,1-1,0 0,0 1,0-1,0 0,0 1,1-1,-1 0,1 1,0-1,0 0,0 0,0 0,1 1,-1-1,1-1,0 1,0 0,0 0,0-1,0 1,1-1,-1 0,1 0,0 0,-1 0,1 0,0 0,0-1,0 1,0-1,1 0,-1 0,0 0,0 0,1-1,1 1,10 2,-1 0,1 0,0-2,0 0,0-1,0 0,-1-1,1-1,0 0,0-1,8-3,3-3</inkml:trace>
  <inkml:trace contextRef="#ctx0" brushRef="#br3" timeOffset="-87583.152">27616 12674,'3'4,"0"0,0-1,0 1,0-1,0 1,1-1,-1 0,1 0,0-1,0 1,0-1,0 1,0-2,1 1,-1 0,1-1,-1 0,1 1,0-2,1 1,97 3,-98-4,1-1,-1 0,0 0,1 0,-1 0,0-1,0 0,0 0,0 0,0-1,0 1,-1-1,1-1,-1 1,0 0,0-1,0 0,0 0,-1 0,1-1,-1 1,0-1,-1 0,1 1,-1-1,0 0,0-1,0 1,-1 0,0 0,0-1,0 1,-1-1,1 1,-2-1,1-1,-1 4,1 1,-1-1,0 1,0-1,0 1,-1-1,1 1,-1 0,1-1,-1 1,0 0,0 0,0 0,0 0,0 1,0-1,0 1,-1-1,1 1,0 0,-1-1,0 1,1 1,-1-1,1 0,-1 1,0-1,1 1,-1 0,-2 0,-84 4,81-3,-1 1,1 0,0 0,0 1,0 0,0 0,0 1,1 0,-1 1,1-1,0 1,0 1,1-1,0 1,0 0,0 1,1-1,0 1,0 0,0 1,-1 4,5-10,0 0,1 1,-1-1,1 1,0-1,0 1,0-1,0 1,0-1,0 0,1 1,-1-1,1 1,-1-1,1 0,0 1,0-1,0 0,1 0,-1 0,0 0,1 0,-1 0,1 0,0 0,-1-1,1 1,0-1,0 1,0-1,0 1,72 25,-37-22</inkml:trace>
  <inkml:trace contextRef="#ctx0" brushRef="#br3" timeOffset="-87358.419">27924 12139,'-19'-4,"-9"-3,-4 1,2 4,7 6,6 8,9 8,10 9,12 10,12 9,9 8,-2-6</inkml:trace>
  <inkml:trace contextRef="#ctx0" brushRef="#br3" timeOffset="-86548.208">28084 12687,'57'120,"-56"-118,0-1,-1 1,1-1,0 0,0 1,0-1,0 0,0 0,0 1,0-1,1 0,-1 0,0 0,1 0,-1 0,0-1,1 1,-1 0,1-1,-1 1,1-1,0 0,-1 1,1-1,-1 0,1 0,0 0,-1 0,1 0,0 0,-1 0,1-1,-1 1,1-1,-1 1,1-1,-1 1,1-1,-1 0,1 0,-1 0,1 0,10-11,0 0,-1-1,-1 0,0-1,0 0,-2-1,0 1,0-2,-2 1,0-1,0 0,-2 0,0-1,0 1,-2-1,0 0,-1 0,2-81,-3 97,1 1,-1-1,0 0,1 0,-1 1,1-1,0 0,-1 1,1-1,-1 0,1 1,0-1,0 1,-1-1,1 1,0 0,0-1,-1 1,1 0,0-1,0 1,0 0,0 0,0 0,-1 0,1 0,0 0,0 0,0 0,0 0,0 0,-1 0,1 1,0-1,0 0,0 1,0-1,-1 0,1 1,0-1,-1 1,1-1,0 1,-1-1,2 2,2 0,33 11,-12-6,-1 2,0 1,0 1,-1 1,0 1,8 8,-29-20,1 1,-1-1,-1 1,1 0,0 0,0 0,-1 0,1 0,-1 0,0 0,1 0,-1 1,0-1,0 0,-1 1,1-1,0 1,-1-1,0 1,1-1,-1 1,0 0,0-1,0 1,-1-1,1 1,-1-1,1 1,-1-1,0 1,0-1,0 0,-1 2,-8 15,8-17,0-1,0 1,0 0,0 0,1 0,-1 0,1 0,0 1,-1-1,1 0,0 1,0-1,1 0,-1 1,0-1,1 1,0 0,-1-1,1 1,0-1,0 1,0-1,1 1,-1 0,1-1,-1 1,1-1,0 1,0-1,0 0,0 1,0-1,1 0,-1 0,1 0,0 0,-1 0,1 0,0 0,2 1,12 3,1-1,0 0,0-1,0-1,0-1,0 0,1-1,-1-1,1-1,-1 0,10-3,-6-1,0 0,0-1,-1-2,0 0,0-1,14-9,-31 17,1 1,-1 0,0 0,0 0,0 0,0 0,0 1,0-1,1 1,-1 0,0 0,-1 0,1 0,0 1,0-1,0 1,-1-1,1 1,-1 0,1 0,-1 0,0 1,0-1,0 1,0-1,0 1,-1-1,1 1,-1 0,1 0,-1 0,20 22,-18-22,1 0,-1 0,0 0,1-1,0 1,-1-1,1 0,0 0,0 0,0-1,1 0,-1 1,0-1,0-1,1 1,-1-1,1 1,-1-1,0-1,1 1,-1-1,0 1,1-1,-1 0,0-1,0 1,0-1,0 0,0 0,0 0,0 0,-1-1,1 1,-1-1,0 0,1 0,-1-1,-1 1,2-2,1 0,0 0,0-1,-1 0,0 0,0 0,0-1,-1 1,0-1,0 0,-1 0,0 0,1-7,-3 13,0 0,0-1,0 1,-1 0,1-1,0 1,-1 0,1 0,-1-1,0 1,1 0,-1 0,0 0,0 0,0 0,0 0,0 0,0 0,0 0,0 1,0-1,0 0,0 1,0-1,0 0,-1 1,1-1,0 1,-1 0,1 0,0-1,0 1,-1 0,1 0,0 0,-1 0,0 0,-50 6,-4 26,54-31,1 0,0 0,0 0,0 0,0 1,0-1,0 0,0 1,0-1,0 1,1-1,-1 1,1-1,-1 1,1 0,-1-1,1 1,0 0,0-1,0 1,0 0,0-1,0 1,0 0,1-1,-1 1,1-1,-1 1,1 0,-1-1,1 1,0-1,0 0,0 1,0-1,0 0,0 1,7 4,0 0,1-1,0-1,-1 1,1-1,1-1,-1 1,0-2,1 1,0-1,-1-1,1 0,0 0,0-1,0 0,9-2,-15 3,-1-1,1 0,-1 0,1-1,-1 1,1-1,-1 1,1-1,-1 0,1-1,-1 1,0 0,0-1,0 0,0 0,0 0,0 0,0 0,0-1,-1 1,1-1,-1 0,0 1,0-1,0 0,0 0,-1-1,1 1,-1 0,1 0,-1-1,0 1,-1-1,1 1,-1-1,1 1,-1-1,0 1,0-3,-10-55,0 33</inkml:trace>
  <inkml:trace contextRef="#ctx0" brushRef="#br3" timeOffset="-86296.11">29113 12165,'-2'0,"8"3,12 4,15 9,10 8,6 7,-7-2</inkml:trace>
  <inkml:trace contextRef="#ctx0" brushRef="#br3" timeOffset="-86109.411">29353 12594,'-4'13,"-2"8,0 4,6 0,10-2,12-3,11-4,12-5,5-5,-6-3</inkml:trace>
  <inkml:trace contextRef="#ctx0" brushRef="#br3" timeOffset="-85875.039">30744 12420,'7'18,"4"11,1 7,0 2,1-1,-3-3,-2-4,-2-7</inkml:trace>
  <inkml:trace contextRef="#ctx0" brushRef="#br3" timeOffset="-84174.564">30651 12045,'25'8,"-1"1,0 1,0 1,-1 1,-1 1,0 1,0 1,-2 1,0 1,-1 0,0 2,-2 0,0 1,-1 1,-1 0,-1 1,-1 0,-1 1,-1 1,-1 0,-1 1,-2-1,0 2,1 11,-6-16,-2-17,0 1,0 0,0-1,0 1,1 0,0-1,0 1,0-1,1 1,-1-1,1 1,0-1,0 0,1 0,-1 0,1 0,0 0,0-1,0 1,0-1,1 0,-1 0,1 0,2 1,7 0,1-1,0 0,0-1,0-1,0 0,0-1,0-1,0 0,0 0,0-2,0 0,0 0,9-5,-15 6,-1 0,0-1,0 0,0 0,0-1,-1 1,1-2,-1 1,0-1,0 0,-1 0,0 0,1-1,-2 0,1 0,-1 0,0-1,0 1,-1-1,1 0,-2 0,1 0,-1-1,-2 7,0-1,-1 1,1 0,0-1,-1 1,0-1,1 1,-1 0,0 0,1-1,-1 1,0 0,0 0,0 0,0 0,0 0,0 0,-1 0,1 0,0 0,0 0,-1 1,1-1,0 1,-1-1,1 1,0-1,-1 1,1 0,-1 0,1-1,-1 1,1 0,-1 0,1 1,-1-1,1 0,0 0,-1 1,1-1,-1 1,1-1,0 1,-1 0,1-1,0 1,0 0,-1 0,1 0,0 0,0 0,0 0,0 0,0 0,0 0,1 1,-1-1,0 0,1 1,-3 0,1 1,0 0,0-1,0 1,1 0,-1 0,1 1,-1-1,1 0,0 0,0 1,1-1,-1 0,1 1,-1-1,1 0,0 1,0-1,1 1,-1-1,1 0,0 1,0-1,0 0,0 1,0-1,1 0,-1 0,1 0,0 0,0-1,0 1,0 0,0-1,1 1,-1-1,1 0,0 0,0 0,0 0,0 0,0 0,4 2,1 0,-1 0,1 0,0-1,0 0,0-1,0 1,0-2,0 1,1-1,-1 0,1-1,-1 0,0 0,1-1,-1 0,1-1,-1 0,0 0,0 0,0-1,0-1,-1 1,1-1,-1 0,1-2,0 2,-1-1,1-1,-2 0,1 0,0 0,-1-1,0 0,-1 0,1-2,-25 24,18-13,-1-1,1 1,0-1,0 1,0 0,1-1,-1 1,0 0,1-1,-1 1,1 0,-1 0,1 0,0 0,0-1,0 1,0 0,0 0,0 0,0 0,1 0,-1-1,1 1,-1 0,1 0,0-1,-1 1,1 0,0-1,0 1,0-1,1 1,-1-1,0 1,0-1,1 0,-1 0,1 0,67 29,-60-28,0-1,0 0,1-1,-1 0,0 0,0-1,0 0,1-1,-1 0,0 0,-1-1,1 0,0-1,-1 0,0 0,0-1,0 0,-1 0,1-1,-1 0,0 0,-1 0,0-1,0 0,0-1,-1 1,0-1,3-6,-3 4,0 1,-1-2,0 1,0 0,-1-1,-1 0,1 1,-1-4,-3 14,1 0,0 1,0-1,-1 0,1 0,0 0,0 0,-1 1,1-1,0 0,0 0,-1 0,1 0,0 0,-1 0,1 0,0 0,0 0,-1 0,1 0,0 0,-1 0,1 0,0 0,0 0,-1 0,1-1,0 1,0 0,-1 0,1 0,0 0,0-1,-1 1,1 0,0 0,0 0,0-1,0 1,-1 0,1 0,0-1,0 1,0 0,0 0,0-1,0 1,-1 0,1 0,0-1,0 1,0 0,0-1,-10 20,0-1,2 1,0 1,1-1,0 1,2 1,1-1,-1 12,-8 65,4 1,5-1,4 2,4-2,7 22,-8-79,-1-16,0-17,-1 1,-1-1,1 1,-1 0,0-1,-1 1,0 0,0-1,-1 1,0 0,-4-8,3-7,0-1,0 0,1-1,0 1,0 0,0 0,2-1,-1 1,1-8,-2-4,-6-130,6 0,12-79,-7 183,2 0,2 0,2 0,3 1,5-13,21-8,-36 64,-1 0,1 0,-1 1,1-1,0 1,0 0,0-1,0 1,0 0,0 0,0 0,0 0,0 1,0-1,1 1,-1-1,0 1,0 0,1-1,-1 1,0 1,0-1,1 0,-1 0,0 1,0-1,0 1,1 0,-1 0,0-1,1 2,8 6,0 1,-1 0,-1 0,0 1,0 0,-1 1,0 0,0 0,-1 1,-1 0,0 0,-1 0,0 1,-1-1,2 11,-5-21,1 1,-1-1,0 0,0 1,0-1,0 0,-1 1,1-1,-1 1,1-1,-1 1,0 0,0-1,0 1,0-1,-1 1,1-1,-1 1,1-1,-1 1,0-1,0 1,0-1,0 0,0 0,-1 0,1 1,-1-1,1 0,-1 0,0-1,0 1,0 0,0-1,0 1,0-1,-1 1,2-2,0 0,0 0,-1 0,1 0,0 0,0 0,0 0,0-1,-1 1,1 0,0-1,0 1,0-1,0 1,0-1,0 0,0 1,0-1,0 0,0 0,0 0,1 1,-1-1,0 0,0 0,1 0,-1 0,1 0,-1 0,1-1,-1 1,1 0,0 0,-1 0,1 0,0-1,0 1,0 0,0 0,0 0,0 0,0-1,1 1,-1 0,0 0,1 0,-1 0,0 0,1-1,0 1,-1 0,1 0,-1 0,1 0,0 1,0-1,0 0,0 0,-1 0,1 1,0-1,0 0,1 0,14-11,1 0,0 0,0 2,1 0,1 1,-1 1,1 0,19-4,36-8,-84 38,8-16,0 1,0 0,0 0,1 0,-1 0,1 0,0 0,-1 1,1-1,1 0,-1 1,0-1,1 1,0-1,0 1,0-1,0 0,1 1,-1-1,1 1,0-1,0 0,0 1,0-1,0 0,1 0,0 0,-1 0,1 0,0 0,0-1,1 1,-1 0,1-1,-1 0,1 0,0 0,0 0,0 0,3 1,-1 0,1-2,0 1,0-1,0 1,0-1,0-1,0 0,0 1,0-2,0 1,0-1,0 0,0 0,0 0,0-1,0 0,0 0,-1-1,1 0,-1 0,0 0,0 0,0-1,0 0,-1 0,1 0,-1 0,0-1,0 0,-1 0,2-2,33-77,-50 110,10-22,1 0,-1 1,0 0,1-1,0 1,0 0,1 0,-1-1,1 1,0 0,0 0,1 0,-1 0,1-1,0 1,1 0,-1 0,1-1,0 1,0-1,0 0,0 0,1 1,0-1,0-1,0 1,0 0,1-1,-1 0,1 0,0 0,0 0,1 0,0-1,1-1,0-1,0 1,-1-1,1 0,0 0,0-1,-1 1,1-1,0-1,-1 1,1-1,-1 0,0 0,1-1,-1 1,0-1,0 0,-1-1,1 1,-1-1,85-90,-61 50,-2-2,-2 0,-2-1,-2-2,-2 0,-3-1,-1-1,-3 0,2-32,-9 66,-1-1,-1 0,-1 0,0 0,-1 1,-2-1,1 0,-2 0,0 0,-2-2,4 16,0 2,0-1,0 0,0 0,0 0,-1 0,1 1,-1-1,0 1,0-1,0 1,0-1,0 1,-1 0,1 0,0 0,-1 1,0-1,1 0,-1 1,0 0,0 0,0 0,0 0,0 0,0 0,0 1,0-1,0 1,0 0,0 0,0 0,0 1,0-1,0 1,0-1,0 1,0 0,0 0,0 1,0-1,0 0,-2 2,-6 7,0 1,1-1,0 1,0 1,1 0,1 1,0-1,1 1,0 1,1-1,0 1,1 0,1 1,0-1,0 9,-5 18,3 0,1 0,1 0,3 0,2 0,1 1,2-1,2 0,1-1,3 0,1 0,1-1,3 0,1-1,17 28,-5-21,-5-13</inkml:trace>
  <inkml:trace contextRef="#ctx0" brushRef="#br3" timeOffset="-82764.776">33218 12352,'-5'2,"1"0,-1 0,1 0,0 0,0 1,0 0,0 0,0 0,1 0,-1 0,1 1,0-1,0 1,0 0,1 0,-1 0,1 1,0-1,0 0,1 1,-1-1,1 1,0 0,0 0,-2 10,0 1,1 0,1-1,1 1,0 0,2 11,30 93,-32-119,1-1,-1 0,1 1,0-1,-1 1,1-1,-1 1,1-1,-1 1,0 0,1-1,-1 1,0-1,1 1,-1 0,0-1,0 1,1 0,-1-1,0 1,0 0,0 0,0-1,0 1,0 0,0-1,0 1,0 0,0-1,-1 1,1 0,0 0,0-1,-1 1,1-1,0 1,-1 0,1-1,-1 1,1-1,-1 1,1-1,-1 1,1-1,-1 1,1-1,-1 1,1-1,-1 0,0 0,1 1,-1-1,0 0,1 0,-1 1,0-1,0 0,1 0,-1 0,0 0,1 0,-1 0,0 0,0 0,1-1,-1 1,0 0,1 0,-1-1,-2 1,0-1,1 0,-1-1,1 1,-1 0,1-1,-1 1,1-1,0 0,0 0,0 0,0 0,0 0,0 0,0 0,1-1,-1 1,1-1,0 1,0-1,0 1,0-1,0 0,0 0,1 1,-1-1,1 0,0 0,0 0,0 0,0 0,0 1,1-1,-1 0,1 0,0 1,0-1,0 0,0 1,0-1,0 1,1-1,0 1,-1-1,1 1,1-1,6-2,0 1,0 1,0-1,0 2,1-1,-1 1,1 1,0-1,-1 2,1-1,0 1,6 2,-14-2,-1 1,0 0,0 0,0 0,0 0,0 0,0 0,-1 0,1 0,0 0,0 0,-1 0,1 1,-1-1,1 0,-1 0,1 1,-1-1,0 0,0 1,1-1,-1 0,0 1,0-1,0 1,-1-1,1 0,0 1,-1-1,1 0,0 0,-1 1,1-1,-1 0,0 0,1 1,-1-1,0 0,0 0,0 0,0 0,0 0,-5 16,6-14,-1-1,1 1,0-1,0 1,0-1,0 1,0 0,0-1,1 1,0-1,-1 0,1 1,0-1,0 1,0-1,0 0,1 0,-1 0,0 0,1 0,0 0,-1 0,1 0,0 0,0-1,0 1,0-1,1 1,-1-1,0 0,0 0,1 0,-1 0,1-1,-1 1,1 0,-1-1,1 0,-1 0,1 0,-1 0,1 0,-1 0,1 0,-1-1,1 1,-1-1,1 0,-1 0,0 0,1 0,-1-1,1 0,-1-1,1 1,-1-1,0 0,0 1,0-1,0 0,-1 0,1 0,-1-1,0 1,0 0,0 0,0-1,0 1,-1 0,1-1,-1 1,0-1,0 1,-1-1,1 1,-1-1,1 4,0 1,1-1,-1 1,0 0,0-1,0 1,0-1,-1 1,1-1,0 1,0-1,0 1,0 0,-1-1,1 1,0-1,0 1,-1-1,1 0,0 1,-1-1,1 1,0-1,-1 1,1-1,-1 0,1 1,-1-1,1 0,-1 0,1 1,-1-1,1 0,-1 0,1 0,-1 0,1 0,-1 1,0-1,1 0,-1 0,1 0,-1 0,1-1,-1 1,0 0,1 0,-1 0,1 0,-1-1,1 1,-1 0,1 0,-1-1,1 1,0 0,-1-1,1 1,-1-1,1 1,0 0,-1-1,1 0,-1 2,1 0,0 0,0 0,0 0,-1 0,1 0,0 0,0 0,0 0,1 0,-1-1,0 1,0 0,0 0,1 0,-1 0,0 0,1 0,-1 0,1-1,-1 1,1 0,0 0,-1-1,1 1,0 0,-1-1,1 1,0-1,0 1,-1-1,1 1,0-1,0 1,0-1,0 0,0 1,0-1,-1 0,1 0,0 0,0 0,0 0,0 0,0 0,0 0,0 0,0 0,0-1,0 1,0 0,0-1,47-20,14-35,-67 67,0 0,0 0,1 1,0 0,1-1,1 1,0 0,0 5,1-15,1 0,0 0,1 0,-1 0,0 0,1 0,-1 0,1 0,-1 0,1 0,0 0,0 0,0-1,0 1,0 0,0-1,0 1,1 0,-1-1,1 0,-1 1,1-1,-1 0,1 0,0 0,0 0,-1 0,1 0,0 0,0 0,-1-1,0 0,-1 0,1 1,-1-1,1 0,0 1,-1-1,1 1,-1-1,1 0,-1 1,1 0,-1-1,1 1,-1-1,0 1,1-1,-1 1,0 0,1-1,-1 1,0 0,0-1,0 1,1 0,-1-1,0 1,0 0,0 0,0-1,0 1,-1 0,1-1,0 1,0 0,0-1,0 1,-1 0,1-1,0 1,-1 6,1-7,1 0,-1 1,0-1,1 0,-1 0,1 0,-1 0,0 0,1 1,-1-1,1 0,-1 0,0 0,1 0,-1 0,1 0,-1 0,1-1,-1 1,0 0,1 0,-1 0,1 0,-1 0,0-1,1 1,-1 0,0 0,1-1,-1 1,0 0,1 0,-1-1,0 1,1 0,-1-1,0 1,0-1,0 1,1 0,-1-1,0 1,0-1,0 1,0 0,0-1,0 1,0-1,0 1,0-1,0 1,0 0,0-1,0 1,0-1,77-183,-52 121,24-55,-6-2,-4-2,-6-1,8-72,-41 87,0 105,0 0,-1 0,1 0,-1 0,0 1,0-1,0 0,0 0,0 1,-1-1,1 0,-1 1,1 0,-1-1,0 1,0 0,0 0,-1 0,1 0,0 0,-1 1,1-1,-1 1,0-1,1 1,-1 0,0 0,0 0,0 0,0 1,1-1,-4 1,-3 2,0 0,0 1,0 1,0-1,1 1,-1 1,1-1,0 1,1 1,-1-1,1 2,0-1,1 1,-1 0,1 0,1 0,-1 1,1 0,1 0,-1 0,2 1,-1 0,0 3,-12 31,3 0,2 1,1 1,2-1,3 2,1-1,2 0,3 1,2 12,1 22,3 0,3 0,4-1,6 11,-17-80,-2-2,1 0,0-1,0 1,1-1,0 0,0 0,1 0,0 0,0-1,0 1,1-1,1 1,-4-5,-1-1,1 0,0 0,0 0,0 0,0-1,-1 1,1 0,0-1,0 1,0-1,0 0,0 0,1 0,-1 0,0 0,0 0,0 0,0-1,0 1,0-1,0 1,-1-1,1 0,0 0,0 0,0 0,-1 0,1 0,1-1,46-44,-15-5,-38 50,-3 6,1 0,0 0,0 0,1 0,-1 1,1 0,0 0,1 1,-1-1,1 1,1 0,-1 0,1 1,0-1,0 5,1-6,1 1,0-1,0 1,1 0,0-1,0 1,0 0,1 0,0-1,1 1,-1-1,1 1,0-1,1 0,0 0,0 0,0 0,4 5,9 10</inkml:trace>
  <inkml:trace contextRef="#ctx0" brushRef="#br3" timeOffset="-81081.031">18966 13850,'-130'12,"124"-11,0 1,0 0,0 0,1 0,-1 1,1 0,-1 0,1 0,0 1,0-1,0 1,1 1,-1-1,1 0,0 1,0 0,1 0,-1 0,-1 5,4-7,0 0,0 0,0 0,0 0,1 1,-1-1,1 0,0 1,0-1,0 0,1 1,-1-1,1 0,-1 0,1 1,0-1,0 0,1 0,-1 0,1 0,-1 0,1 0,0-1,0 1,0-1,1 1,-1-1,1 0,-1 0,1 0,0 0,-1 0,1 0,0-1,0 1,0-1,1 0,-1 0,0 0,0-1,0 1,1-1,-1 1,0-1,1 0,-1 0,2-1,8-1,0 0,0-1,0 0,0-1,-1 0,0-1,0-1,0 0,0 0,-1-1,0-1,0 0,-1 0,0-1,-1 0,0-1,0 0,-1-1,0 1,-1-2,5-8,-2-1,-1-1,0 0,-2 0,0-1,-1 0,-2 0,0 0,-2 0,0-1,-2 1,0-1,-2 1,0-1,-2 1,-1 0,0 0,-2 0,0 1,-7-10,13 26,-1 1,0 0,-1 0,1 0,-1 1,0-1,0 0,0 1,-1 0,0 0,0 0,0 0,-1 0,3 3,1 1,0 0,-1-1,1 1,-1 0,1 0,-1 0,1 0,-1 0,1 0,-1 0,1 1,-1-1,1 0,0 1,-1-1,1 1,-1 0,1-1,0 1,0 0,0 0,-1 0,1 0,0 0,0 0,0 0,0 0,0 0,1 0,-1 1,0-1,0 0,1 1,-1 0,-6 13,0 1,1-1,1 1,1 0,0 1,1-1,1 1,0-1,1 11,-1 6,1 1,2-1,1 1,2-1,1 0,2 0,1 0,2-1,1 0,1-1,15 27,-25-51,1-1,-1 0,1-1,1 1,-1 0,1-1,0 0,0 0,0 0,1 0,-1-1,1 1,1-1,-1-1,0 1,1-1,0 0,0 0,0 0,0-1,0 0,0 0,1-1,-1 1,1-1,-1-1,1 1,-1-1,1-1,1 1,7-6,0 0,0-1,-1-1,0 0,0-1,-1 0,0-1,0-1,-1 0,-1 0,0-1,-1-1,0 0,0 0,-2-1,0 0,0 0,3-11,-8 19,0-1,0 1,0-1,-1 1,0-1,0 0,-1 0,0 0,0 0,-1 0,1-1,-2 1,0-5,1 11,0 0,0 1,0-1,-1 0,1 0,0 1,-1-1,1 0,-1 1,1-1,0 0,-1 1,0-1,1 1,-1-1,1 0,-1 1,0 0,1-1,-1 1,0-1,1 1,-1 0,0-1,0 1,1 0,-1 0,0 0,0 0,0-1,1 1,-1 0,0 0,0 1,0-1,1 0,-1 0,0 0,0 0,1 1,-1-1,0 0,0 1,1-1,-1 1,0-1,1 0,-1 1,1 0,-1-1,0 1,1-1,-1 1,-30 33,28-29,1-1,-1 1,1-1,-1 1,2 0,-1 0,0 0,1 0,0 0,0 1,1-1,-1 0,1 0,0 1,1-1,-1 0,1 0,0 1,0-1,1 0,-1 0,1 0,0-1,1 1,-1 0,1-1,0 1,0-1,0 0,4 3,4 2,0 0,1 0,0-2,1 0,0 0,0-1,0 0,2-1,53 19</inkml:trace>
  <inkml:trace contextRef="#ctx0" brushRef="#br3" timeOffset="-80332.009">20717 13756,'-11'365,"-27"112,35-452,2-1,-2 0,-1 0,-1 0,0-1,-5 10,10-34,-1 0,1 0,0 1,0-1,0 0,-1 0,1 0,0 1,-1-1,1 0,-1 0,1 1,-1-1,1 0,-1 1,0-1,1 0,-1 1,0-1,1 1,-1 0,0-1,0 1,1-1,-1 1,0 0,0 0,0-1,1 1,-1 0,0 0,0 0,0 0,0 0,0 0,1 0,-1 0,0 0,0 0,0 1,0-1,1 0,-1 1,0-1,0 0,1 1,-1-1,0 1,0-1,1 1,-1 0,1-1,-1 1,0-1,1 1,-1 0,1 0,0-1,-1 1,1 0,0 0,-1-1,1 1,0 0,-10-34,2 0,1-1,2 0,1-1,1 1,2-11,1 32,-5-62,4 1,2-1,4 0,15-73,-19 139,0 0,0 0,1 1,0-1,1 0,0 1,0 0,1 0,0 0,0 0,1 0,0 1,1 0,-1 0,1 0,0 1,1 0,0 0,0 0,0 1,1 0,-1 1,1 0,0 0,0 0,1 1,-1 0,1 1,1 0,0 1,-1 1,0 1,0 0,0 0,0 1,0 0,0 0,0 1,-1 0,1 1,-1-1,0 2,0-1,0 1,-1 1,0-1,0 1,0 0,0 1,-1 0,0 0,-1 0,0 1,4 6,-7-11,-1 0,0 0,1 0,-1 1,0-1,0 0,-1 1,1-1,-1 1,0-1,0 1,0-1,0 1,0-1,-1 0,0 1,1-1,-1 1,-1-1,1 0,0 0,-1 0,0 0,1 0,-1 0,0 0,-1 0,1-1,0 1,-1-1,1 0,-1 1,-1-1,-5 4,0 0,0-1,0-1,-1 1,1-1,-1-1,0 0,-1 0,1-1,-6 0,8-1,1 0,-1 0,0-1,1 0,-1 0,0-1,0 0,1 0,-1-1,1 0,-1 0,-2-2,10 4,-1 0,0-1,0 1,1 0,-1 0,0-1,1 1,-1 0,0-1,1 1,-1 0,1-1,-1 1,0-1,1 1,-1-1,1 1,0-1,-1 0,1 1,-1-1,1 0,0 1,-1-1,1 0,0 1,0-1,0 0,-1 0,1 1,0-1,0 0,0 1,0-1,0 0,0 0,1 1,-1-1,0 0,0 0,0 1,1-1,-1 0,0 1,1-1,-1 0,1 1,-1-1,0 1,1-1,0 1,-1-1,1 1,-1-1,1 1,-1-1,2 1,41-22,-5 12,1 2,0 2,33-2,-6 1,-32 3,4 0,0-1,-1-2,1-2,6-4,-43 13,1 0,-1 0,1 0,-1 0,1-1,-1 1,1 0,-1-1,1 0,-1 1,1-1,-1 0,0 0,0 1,1-1,-1 0,0 0,0-1,0 1,0 0,0 0,0 0,0-1,0 1,-1 0,1-1,-1 1,1-1,-1 1,1-1,-1 1,0-1,1 1,-1-1,0 1,0-1,0 1,0-1,-1 0,-4-2,-1-1,0 1,-1 0,1 1,-1 0,1 0,-1 0,0 1,0 0,0 0,0 0,0 1,-1 1,1-1,-6 1,8-1,0 0,0 0,0 1,0 0,0 0,0 0,0 0,0 1,1 0,-1 0,0 0,0 0,0 1,1 0,-1 0,1 0,0 1,-1-1,1 1,0 0,0 0,-1 3,4-4,1 1,0-1,0 1,0 0,0-1,0 1,1-1,-1 1,1 0,0-1,-1 1,1-1,0 0,1 1,-1-1,0 0,1 1,-1-1,1 0,0 0,-1 0,1-1,0 1,0 0,0-1,1 1,-1-1,0 0,1 1,-1-1,0 0,1-1,0 1,33 15,0-1,2-3,-1-1,1-1,1-2,0-2,5-1,45 6</inkml:trace>
  <inkml:trace contextRef="#ctx0" brushRef="#br3" timeOffset="-80032.748">22696 13650,'-4'13,"-2"15,0 12,1 10,2 5,1 2,1-2,1-3,-3-8,-4-12,-2-12</inkml:trace>
  <inkml:trace contextRef="#ctx0" brushRef="#br3" timeOffset="-79530.141">22563 13543,'10'-8,"1"1,0 1,0 0,1 0,0 1,0 1,0 0,1 0,-1 1,1 1,0 0,0 1,0 0,-1 1,1 1,0 0,0 0,0 1,-1 1,1 0,-1 1,0 0,0 1,0 1,-1-1,1 2,0 0,-8-5,0 0,-1 0,1 0,0 0,-1 0,1 1,-1-1,0 1,0 0,0 0,0 0,-1 1,1-1,-1 1,0-1,0 1,0 0,0 0,-1 0,1 0,-1 0,0 0,0 0,-1 0,1 0,-1 1,0-1,0 0,0 0,-1 0,0 1,1-1,-1 0,-2 3,-4 3,0 0,-1 0,-1-1,0-1,0 1,0-1,-1-1,0 0,0 0,-1-1,0-1,0 1,-1-2,1 1,-4-1,-48 24,64-28,-1 0,0 0,1 0,-1 1,0-1,1 0,-1 0,0 0,0 0,1 0,-1 0,0 0,1 1,-1-1,0 0,0 0,1 0,-1 1,0-1,0 0,0 0,1 1,-1-1,0 0,0 1,0-1,0 0,0 0,1 1,-1-1,0 0,0 1,0-1,0 0,0 1,0-1,0 0,0 1,0-1,0 0,0 1,-1-1,1 0,0 0,0 1,0-1,0 0,0 1,-1-1,1 0,190 25,-176-22,0 0,0 1,0 0,-1 2,1-1,-1 2,-1 0,1 0,-1 1,0 0,-1 1,0 1,0 0,-1 0,-1 1,0 0,0 1,-1 0,0 0,-1 2,-5-10,-1 0,0-1,0 1,0 0,-1 0,1 0,-1 0,0 0,0-1,-1 1,1 0,-1 0,0 0,0 0,0-1,0 1,-1 0,1-1,-1 1,0-1,0 0,0 1,-1-1,1 0,-1 0,0-1,0 1,-2 2,-5 2,0 0,0-1,0 0,-1-1,0 0,0 0,0-1,-11 2,-7 0,0-2,0-1,0 0,0-3,0 0,0-2,0-1,0-1,0-2,-13-5,24 8,18 4,0 0,0 0,0 0,0 0,0 0,0 0,0 0,0 0,1 0,-1 0,0 0,1 0,-1-1,1 1,-1 0,1 0,-1 0,1-1,0 1,-1 0,1-1,0 1,0 0,-1-1,1 1,0-1,0 1,0-1,0 0,0 1,0-1,0 0,19 14,-1-1</inkml:trace>
  <inkml:trace contextRef="#ctx0" brushRef="#br3" timeOffset="-78711.66">16974 12687,'21'0,"24"-2,28-1,26 0,20 1,9 0,-3 3,-16 6,-27 2</inkml:trace>
  <inkml:trace contextRef="#ctx0" brushRef="#br3" timeOffset="-77938.778">17095 15548,'23'-3,"18"-2,19-3,17-2,12 0,8 2,-1 2,-16 3</inkml:trace>
  <inkml:trace contextRef="#ctx0" brushRef="#br3" timeOffset="-76405.439">18860 15080,'6'140,"-2"-99,-2 1,-1-1,-3 1,-1-1,-2 0,-9 36,12-68,-1 1,0-1,-1 0,1-1,-2 1,1 0,-2-1,1 0,-1-1,0 1,0-1,-4 3,10-9,-1-1,0 1,1 0,-1 0,0 0,0-1,0 1,0 0,0-1,1 1,-1-1,0 1,0-1,0 0,-1 1,1-1,0 0,0 0,0 1,0-1,0 0,0 0,0 0,0-1,0 1,0 0,0 0,-1 0,1-1,0 1,0-1,0 1,0-1,0 1,1-1,-1 1,0-1,0 0,0 1,0-1,1 0,-1 0,-15-48,14 6,2-1,2 1,2 0,2 0,2-4,-7 40,9-59,3 1,3 0,19-50,-32 106,0 0,1 1,0 0,0 0,0 0,1 0,0 1,1-1,0 1,0 1,0-1,1 1,0 0,0 0,0 1,1 0,0 1,0 0,0 0,0 0,1 1,0 0,6-1,2 3,0 0,1 1,-1 1,0 0,1 1,-1 1,0 1,0 0,-1 2,1-1,-1 2,0 0,-1 1,0 1,0 0,0 1,-2 1,13 11,-20-17,0-1,-1 1,0 0,0 0,-1 0,1 1,-1 0,0 0,-1 0,1 0,-1 0,-1 1,1 0,-1-1,0 1,0 0,-1 0,0 0,0 0,-1 0,0 0,0 0,-1 0,0 0,0 0,0 0,-1 0,0 0,0 0,-4 5,-6 2,-2 0,0-1,0-1,-1 0,0-1,-1 0,-1-1,1-1,-2-1,1-1,-1 0,0-1,0-1,-1-1,0 0,1-1,-1-1,-9-1,10 1,0-1,0 0,0-2,0 0,0-1,1 0,-1-2,-2 0,20 3,1 1,-1 0,0 0,0-1,1 1,-1 0,0-1,0 1,0 0,0-1,1 1,-1 0,0-1,0 1,0 0,0-1,0 1,0 0,0-1,0 1,0-1,0 1,0 0,0-1,0 1,0 0,-1-1,1 1,0 0,0-1,0 1,0 0,-1-1,1 1,0 0,0 0,-1-1,1 1,0 0,0 0,-1 0,1-1,0 1,-1 0,1 0,0 0,-1-1,16 1,-1 0,1 1,-1 0,1 1,-1 1,0 0,0 1,0 1,7 3,22 9,-2 1,0 2,-1 2,-1 2,-1 1,-2 2,0 2,-2 1,3 5,-23-20,53 40,-64-54,-1 1,1-1,0 0,1 0,-1 0,0 0,0-1,0 1,1-1,-1 0,0 0,0 0,1 0,-1 0,0-1,0 0,0 1,0-1,0-1,0 1,0 0,0-1,0 1,2-3,10-8,0-1,-2-1,1 0,-2-1,0 0,-1-1,0 0,-2-1,0 0,0 0,-2-1,0 0,1-8,-8 25,5-10,-2 0,1 0,-1 0,-1-1,0 1,-1-1,0 0,0 1,-1-1,-1-4,0 13,0 1,-1 0,1 0,0 0,0 0,-1 0,0 0,1 1,-1-1,0 0,0 1,1-1,-1 1,0 0,-1 0,1-1,0 1,0 1,0-1,-1 0,1 0,0 1,-1 0,1-1,-1 1,1 0,0 0,-1 0,1 0,0 1,-1-1,1 1,-1-1,1 1,0 0,0 0,0 0,-1 0,1 0,0 1,0-1,1 0,-1 1,0 0,0-1,1 1,-1 0,0 1,-5 2,0 1,1 1,0-1,0 1,0 0,1 0,0 1,0-1,1 1,0 0,0 1,1-1,0 1,0 1,2-5,0 0,0 0,0 0,1 0,0 0,0 0,0 0,1 0,-1 0,1 0,0 0,1 0,-1 0,1 0,0-1,0 1,1-1,-1 1,1-1,0 0,0 0,0 0,1 0,-1-1,1 0,0 1,14 6,1 0,0-2,0 0,0-1,1-1,0 0,0-2,1 0,-1-2,1 0,0-1,-1-1,11-2,51 0</inkml:trace>
  <inkml:trace contextRef="#ctx0" brushRef="#br3" timeOffset="-75095.854">20477 15267,'-15'-1,"1"1,-1 0,0 1,1 1,-1 0,1 1,0 0,0 2,0-1,0 2,1 0,0 0,0 1,-8 7,19-13,-1 1,1 0,0 0,0 0,0 0,0 1,0-1,1 0,-1 1,1-1,0 1,-1 0,1-1,0 1,0 0,1 0,-1 0,1 0,-1-1,1 1,0 0,0 0,0 0,1 0,-1 0,0 0,1 0,0-1,0 1,0 0,0 0,0-1,1 1,-1-1,1 1,0-1,-1 1,1-1,1 1,9 8,1-1,0-1,0 0,0-1,1 0,1-1,11 4,78 49,-102-59,0 0,0 0,-1 1,1-1,0 0,-1 1,1-1,-1 1,1 0,-1 0,0-1,0 1,0 0,0 0,0 0,0 0,-1 0,1 0,0 1,-1-1,0 0,0 0,1 0,-1 0,0 0,-1 1,1-1,0 0,-1 0,1 0,-1 0,0 0,1 0,-1 0,0 0,0 0,0 0,-1 0,1 0,0-1,-1 1,1-1,-1 1,-1 0,-7 4,0 0,-1-1,1-1,-1 1,0-2,0 0,-1 0,1-1,-1 0,1-1,-1-1,0 1,1-2,-10-1,-22-10,42 12,0 0,0 0,1 0,-1-1,0 1,0 0,1 0,-1-1,0 1,1-1,-1 1,1 0,-1-1,0 0,1 1,-1-1,1 1,-1-1,1 1,-1-1,1 0,0 1,-1-1,1 0,0 0,0 1,-1-1,1 0,0 0,0 1,0-1,0 0,0 0,0 0,0 1,0-1,0 0,0 0,1 1,-1-1,0 0,0 1,1-1,-1 0,1 0,-1 1,0-1,1 1,-1-1,1 0,-1 1,2-1,4-4,1 1,1-1,-1 1,0 1,1 0,0 0,0 0,0 1,0 0,0 1,1-1,2 0,152-28,-102 22,-1-3,0-3,-1-2,0-3,14-9,-68 25,-1 2,0 0,0-1,0 1,0-1,0 0,0-1,-1 1,1 0,-1-1,0 0,0 0,0 0,0 0,0-1,0 1,-1-1,0 1,0-1,1-1,-4 3,0 0,0 0,0 0,0 1,0-1,0 0,-1 1,1-1,0 1,-1 0,1-1,-1 1,0 0,1 0,-1 0,0 0,0 0,0 0,0 1,1-1,-1 1,0-1,0 1,0 0,0-1,0 1,0 0,0 1,-2-1,3 0,-10-2,0 2,1-1,-1 2,1-1,-1 1,1 1,-1 0,1 0,0 1,-1 1,8-3,0 0,-1 1,1-1,0 1,0-1,0 1,1 0,-1 0,0 0,1 1,-1-1,1 1,0-1,0 1,0 0,0 0,0 0,1 0,-1 0,1 0,0 0,0 1,0-1,0 0,0 1,1-1,0 0,0 1,0-1,0 1,0-1,1 4,3 3,1 0,0-1,0 1,1-1,0 0,1-1,0 1,0-1,1-1,0 1,1-1,-1-1,1 0,0 0,1 0,-1-1,1-1,0 0,0 0,1-1,8 2,-6 0,0-1,1 0,-1-2,1 1,-1-1,1-1,0-1,0 0,-1 0,1-2,0 0,-1 0,1-1,-1-1,0 0,0-1,0 0,-1-1,1 0,-2-1,1-1,-1 0,0 0,0-1,3-4,7-16,-1-1,-1-1,-2-1,-1 0,-2-1,-1 0,-1-1,-2-1,-2 0,2-16,16-59,-6-2,7-112,-28 179,1 45,0 1,0 0,0-1,-1 1,1-1,0 1,0-1,-1 1,1-1,0 1,-1-1,1 1,-1-1,1 1,-1-1,1 0,-1 1,1-1,-1 0,1 1,-1-1,1 0,-1 0,1 1,-1-1,1 0,-1 0,0 0,1 0,-1 0,1 0,-1 0,0 0,1 0,-1 0,1 0,-1 0,0 0,1-1,-1 1,1 0,-1 0,1-1,-1 1,1 0,-1-1,1 1,-1 0,1-1,-1 1,1-1,0 1,-1-1,1 1,0-1,-1 1,1-1,0 1,0-1,-1 1,1-1,0 0,0 1,0-1,0 1,0-1,-15 22,2 1,1 1,0 0,2 1,1 0,0 1,1 5,8-29,-15 44,2 1,2 0,2 1,3 0,1 0,3 0,1 21,2-55,-1 0,2 1,0-1,0 0,1 0,1 0,0-1,1 1,0-1,1 0,0 0,1-1,0 1,1-2,0 1,1-1,0 0,1-1,0 0,0-1,1 0,0 0,0-1,1-1,8 4,-10-6,1-1,-1 0,1 0,-1-1,1-1,0 0,0 0,0-1,0-1,-1 0,1 0,0-1,0 0,-1-1,0 0,1-1,-1 0,0-1,-1 0,1 0,-1-1,0 0,-1-1,1 0,-1 0,-1-1,1 0,-1 0,-1-1,1 0,-2 0,1 0,-1-1,21-64,-29 106,1-19,0-1,1 1,1 0,0 0,1 0,0 0,1 0,0 0,3 8,-4-18,1-1,-1 1,1-1,-1 1,1-1,0 0,0 1,0-1,0 0,0 0,1-1,-1 1,0 0,1-1,-1 1,1-1,0 0,-1 0,1 0,0 0,0-1,0 1,0-1,0 1,0-1,-1 0,1 0,0 0,0-1,0 1,3-1,84-36,53-80,-142 117,0-1,0 1,0-1,0 0,1 1,-1 0,0-1,0 1,0 0,0-1,1 1,-1 0,0 0,0 0,0 0,1 0,-1 0,0 1,0-1,0 0,1 1,-1-1,0 0,0 1,0 0,0-1,0 1,0-1,0 1,0 0,0 0,0 0,-1 0,1-1,0 1,0 0,-1 0,1 0,-1 1,1-1,-1 0,1 0,-1 0,0 0,1 0,-1 1,0-1,0 0,0 0,0 0,0 1,0-1,0 0,6 15,-2-8,0-1,1 1,-1-1,1 0,1 0,0 0,0-1,0 0,0 0,1 0,0-1,0 0,1-1,-1 1,1-2,0 1,0-1,1 0,-1 0,1-1,-1 0,1-1,-1 0,1 0,0-1,0 0,-1-1,1 0,0 0,-1-1,1 0,-1 0,1-1,3-2,0-1,-1 0,0 0,0-1,0-1,-1 0,0 0,-1-1,0-1,0 1,-1-1,0-1,-1 1,0-1,0-1,-1 1,3-10,3-11,0-1,-2-1,-2 1,-1-2,-1 1,-2-2,2-17,-3 0,-2-1,-3-26,-3 54,5 26,0 0,-1-1,1 1,-1-1,1 1,-1 0,1 0,-1-1,1 1,-1 0,1 0,-1 0,1-1,-1 1,1 0,-1 0,1 0,-1 0,1 0,-1 0,0 0,1 0,-1 0,1 0,-1 1,1-1,-1 0,1 0,-1 0,1 1,-1-1,1 0,-1 0,1 1,-1-1,1 1,0-1,-1 0,1 1,0-1,-1 1,1-1,0 1,-1-1,1 1,0-1,0 1,0-1,0 1,-1-1,1 1,0-1,0 1,0-1,0 1,0 0,0 0,-12 26,1 1,1 0,2 1,1 0,1 0,-1 17,2-20,-1 8,1 1,1 0,3 0,0 0,3 11,-1-34,1 1,0-1,1 1,0-1,1 0,0 0,1 0,1-1,-1 0,2 0,0 0,0-1,1 0,0 0,0-1,5 3,-3-3,1 0,0-1,0-1,1 1,0-2,0 0,1 0,-1-1,1-1,1 0,-1-1,0 0,1-1,-1-1,2 0,18-3</inkml:trace>
  <inkml:trace contextRef="#ctx0" brushRef="#br3" timeOffset="-74840.992">21253 14987,'-16'-3,"-1"0,12 0,25 1,33-2,41-3,40 1,38-1,31 0,22 1,9 5,-36 2</inkml:trace>
  <inkml:trace contextRef="#ctx0" brushRef="#br3" timeOffset="-74226.637">23820 15614,'13'-22,"0"-1,-1 0,-2-1,0-1,-2 1,0-2,-2 1,-1-1,34-106,-38 129,-1 1,1 0,-1 0,1 0,0 0,0 0,0-1,0 2,0-1,0 0,0 0,1 0,-1 0,1 1,0-1,-1 1,1-1,0 1,0 0,0 0,0 0,0 0,0 0,0 0,0 0,0 0,0 1,1-1,-1 1,0 0,0 0,1 0,-1 0,5 3,0 0,0 1,0 0,0 0,0 1,-1 0,0 0,0 0,-1 1,1 0,1 3,-1-3,10 10,-2 1,0 0,-1 1,0 0,-2 1,6 12,-16-29,0-1,0 1,0 0,-1 0,1 0,-1 0,1 0,-1 0,0 0,1 0,-1 0,0 0,0 0,-1 0,1 1,0-1,-1 0,1 0,-1-1,0 1,0 0,1 0,-1 0,0 0,-1-1,1 1,0 0,0-1,-1 1,1-1,-1 1,1-1,-1 0,0 0,1 1,-1-1,0-1,0 1,0 0,0 0,0-1,0 1,0-1,0 1,0-1,-1 0,-98 5,82-10,19-2,61-6,29 3,-55 8,0-1,0-3,0 0,-1-2,0-2,30-12,-17-12,-46 33,0 0,0 0,0 0,0 0,0-1,-1 1,1 0,0-1,-1 1,1 0,-1-1,1 1,-1-1,1 1,-1-1,0 1,0-1,0 1,0-1,0 1,0-1,0 1,0-1,-1 1,1-1,-1 1,1-1,-1 1,1 0,-1-1,0 1,0 0,0 0,0-1,-3-2,0 0,0 1,-1 0,1 0,-1 0,1 0,-1 1,0-1,0 1,0 0,-1 1,1 0,-4-1,6 1,0 0,1 1,-1-1,0 1,1 0,-1 0,0 0,1 0,-1 0,0 1,1-1,-1 1,0 0,1-1,-1 1,1 1,-1-1,1 0,0 0,0 1,-1-1,1 1,0 0,0 0,0 0,1 0,-1 0,0 1,1 0,1 0,-1 1,1-1,0 1,0-1,0 0,0 1,1-1,0 0,-1 0,1 1,0-1,1 0,-1 0,0 0,1 0,0 0,0 0,0-1,0 1,0 0,0-1,1 0,-1 1,1-1,-1 0,1 0,0-1,2 2,27 16,2-1,-1-2,2-1,0-1,1-2,0-2,1-1,0-2,1-2,-1-1,9-2,55 7</inkml:trace>
  <inkml:trace contextRef="#ctx0" brushRef="#br3" timeOffset="-73798.946">25638 14866,'28'18,"2"-1,0-2,1 0,0-2,1-2,0 0,1-3,0 0,0-2,1-2,0-1,26-1,-52-2,0-1,0 1,1-1,-1-1,0 0,0 0,0 0,-1-1,1 0,0-1,-1 1,0-1,0-1,0 0,-1 0,1 0,-1 0,0-1,-1 0,1-1,-1 1,-1-1,1 0,-1 0,0 0,-1-1,1 1,-1-4,10-87,-13 94,0-1,0 1,-1-1,1 1,-1 0,0-1,0 1,-1 0,1 0,-1 0,0 0,0 0,0 0,-1 0,1 1,-1-1,0 1,0 0,0 0,0 0,-1 0,1 2,0 0,0 0,0 1,0-1,0 1,0 0,0 0,-1 0,1 0,0 0,0 1,0-1,0 1,0 0,0 0,0 0,0 0,0 1,1-1,-1 1,0 0,1 0,-1 0,1 0,0 0,0 0,-1 1,2-1,-1 1,0-1,0 1,0 2,-14 20,2 0,0 1,2 1,1 0,2 1,0 0,2 0,1 1,1 0,0 12,-2 51,3 1,5-1,4 1,8 35,2 47,-12-157,-1 1,-1 0,-1 0,0-1,-1 1,-1 0,-1 0,-1-1,0 0,-2 0,0 0,-1 0,0-1,-9 14,-15 4</inkml:trace>
  <inkml:trace contextRef="#ctx0" brushRef="#br3" timeOffset="-73303.614">25638 15348,'47'0,"67"2,0-5,1-5,-2-5,7-7,-115 19,9-1,0-1,-1-1,1 0,-1 0,0-2,0 0,0 0,7-6,-20 12,1 0,-1 0,1 0,-1 0,1-1,-1 1,1 0,-1 0,1-1,-1 1,1 0,-1-1,1 1,-1 0,0-1,1 1,-1-1,1 1,-1 0,0-1,0 1,1-1,-1 1,0-1,0 1,1-1,-1 1,0-1,0 0,0 1,0-1,0 1,0-1,0 1,0-1,0 1,0-1,0 0,0 1,0-1,-1 1,1-1,0 1,0-1,-1 1,1-1,0 1,-1-1,1 1,0 0,-1-1,1 1,-1-1,1 1,0 0,-1-1,1 1,-1 0,1 0,-1-1,1 1,-1 0,1 0,-1 0,0 0,-38-7,29 7,0-1,1 2,-1-1,1 1,-1 1,1 0,-1 0,1 1,0 0,0 0,0 1,1 1,-1-1,1 1,0 1,0-1,1 1,-1 1,2-1,-1 1,1 0,-4 5,9-9,-1-1,1 1,0-1,0 1,0-1,0 1,1-1,-1 1,1 0,-1 0,1-1,0 1,0 0,0-1,0 1,1 0,-1 0,1-1,-1 1,1-1,0 1,0 0,0-1,1 0,-1 1,1-1,-1 0,1 0,0 1,0-1,-1-1,1 1,1 0,-1 0,0-1,0 1,1-1,-1 0,1 1,5 1,0 1,0-1,0-1,0 0,1 0,-1 0,1-1,0 0,-1-1,1 0,0 0,-1-1,1 0,-1 0,1-1,-1-1,0 1,1-1,-1 0,-1-1,1 0,0 0,-1-1,0 0,0 0,0-1,-1 0,0 0,0 0,0-1,-1 0,0 0,0 0,2-7,0 0,-5 39,-2-16,0-1,0 1,0 0,1-1,1 1,0-1,0 1,0-1,1 0,0 0,1 0,-1 0,2-1,-1 1,1-1,0 0,1-1,-1 1,1-1,1 0,-1 0,1-1,0 0,3 2,1-2,0 1,0-1,0-1,1 0,-1 0,12 1,28 3</inkml:trace>
  <inkml:trace contextRef="#ctx0" brushRef="#br3" timeOffset="-72952.335">27028 15200,'-10'0,"-1"0,0 1,1 0,-1 0,1 1,-1 1,1 0,0 0,0 1,0 0,0 1,1 0,0 0,0 1,0 0,1 1,-7 7,11-12,1 1,-1-1,1 1,0 0,0 0,0 0,1 0,-1 0,1 1,0-1,0 1,0 0,0 0,0-1,1 1,0 0,0 1,0-1,0 0,0 0,1 0,0 0,0 0,0 1,1-1,-1 0,1 0,0 0,0 0,0 0,1 0,1 3,5 0,1 0,0 0,0-1,1 0,-1-1,1 0,1 0,-1-1,1-1,0 1,-1-2,1 0,0 0,1-1,-1 0,11-1,2 1,0-1,0-2,0 0,0-1,0-2,0 0,-1-2,19-7,-28 8,-1 1,0-1,-1-1,0 0,0-1,0-1,-1 1,-1-2,1 1,-1-2,-1 1,0-1,-1-1,0 1,5-10,3-26,-16 46,1 0,-1 0,0 0,1-1,-1 1,0 0,0 0,0 0,0 0,0 0,0-1,0 1,-1 0,1 0,0 0,0 0,-1 0,1 0,-1 0,1 0,-1 0,0 0,1 0,-1 0,0 0,0 0,1 0,-1 1,0-1,0 0,0 1,0-1,0 0,0 1,0-1,0 1,0 0,0-1,-1 1,-1 1,-1 0,0 0,0 1,1-1,-1 1,1 0,-1 0,1 0,0 1,0-1,0 1,0 0,0-1,1 1,-1 0,1 1,0-1,0 0,0 1,0-1,1 1,-1 0,1-1,0 1,0 0,0 0,0 0,1 0,0 0,0 0,0 0,0 3,1-1,0 0,0 1,1-1,-1 0,1 0,1 0,-1 0,1 0,0-1,0 1,1-1,0 0,0 0,0 0,0 0,1-1,0 1,0-1,0 0,0-1,6 4,8 4,1-1,0 0,1-2,0 0,12 2,43 9</inkml:trace>
  <inkml:trace contextRef="#ctx0" brushRef="#br3" timeOffset="-72262.404">29046 15548,'24'-28,"-2"0,-1-2,-1 0,-2-1,-1-1,-1-1,-2 0,-2-1,7-26,9-33,-27 92,1 1,-1-1,0 1,0 0,0-1,0 1,1 0,-1 0,0 0,0 0,0 0,0 0,1 0,-1 0,0 1,0-1,0 0,0 1,1-1,-1 1,0-1,0 1,0-1,0 1,0 0,0 0,-1-1,1 1,0 0,0 0,0 0,-1 0,1 0,0 0,-1 0,1 0,-1 0,0 0,1 0,-1 1,3 1,25 33,-1 1,-2 1,-2 2,16 35,-38-74,0 0,0 0,0 0,0 0,0 0,0 0,-1 0,1 0,0 1,-1-1,1 0,-1 0,1 1,-1-1,0 0,0 1,1-1,-1 0,0 1,0-1,0 0,0 1,-1-1,1 0,0 1,0-1,-1 0,1 1,-1-1,1 0,-1 0,0 0,1 1,-1-1,0 0,0 0,0 0,0 0,0 0,0 0,0-1,0 1,0 0,0 0,-1-1,1 1,0-1,0 1,-1-1,1 0,0 1,-1-1,1 0,0 0,-1 0,1 0,0 0,-2 0,-3 0,0-1,0 0,0 0,1 0,-1-1,0 0,0 0,1 0,-1-1,1 1,0-1,0-1,0 1,0-1,0 0,1 0,0 0,0-1,0 1,0-1,1 0,-1-2,4 5,0 0,0 0,1 0,-1 0,1 0,-1-1,1 1,0 0,0 1,0-1,0 0,0 0,0 0,0 1,1-1,-1 0,1 1,-1-1,1 1,-1 0,1-1,0 1,0 0,0 0,0 0,0 0,0 1,0-1,0 0,0 1,0 0,0-1,0 1,2 0,135-25,-111 22,1-1,-1-1,0-2,0-1,4-2,-27 7,0 1,1-1,-1 0,-1 0,1 0,0-1,-1 0,0 0,0 0,0 0,2-4,-5 6,1 1,-1-1,0 0,-1 1,1-1,0 0,0 0,-1 0,1 0,-1 0,0 0,0 0,1 0,-1 0,0 0,-1 0,1 0,0 0,0 1,-1-1,0 0,1 0,-1 0,0 0,0 0,0 1,0-1,0 0,0 1,0-1,0 1,-1-1,1 1,-1 0,0-1,-3-2,0 1,0-1,-1 1,1 0,-1 1,0-1,0 1,0 0,0 1,-1-1,1 1,0 1,0-1,-1 1,1 0,0 0,-1 1,1 0,-1 0,2 0,1-1,0 1,0 0,0 1,0-1,0 1,0 0,0 0,0 0,0 0,1 1,-1-1,1 1,0 0,0 0,0 0,0 0,1 1,-1-1,1 1,0 0,0-1,0 1,0 0,1 0,-1 1,1-1,0 2,2 3,0-1,0 0,1 0,1 0,-1 0,1-1,1 1,-1-1,1 0,1 0,-1 0,1 0,0-1,1 1,-1-1,1-1,0 1,1-1,-1 0,1-1,0 1,1-1,-1-1,1 1,5 1,145 52,-81-40</inkml:trace>
  <inkml:trace contextRef="#ctx0" brushRef="#br3" timeOffset="-70528.3">30263 15026,'-16'46,"1"1,3 1,2-1,2 2,2-1,2 1,3 0,2 15,9 87,7-1,6 1,-7-49,-11-72,-2-18,-1 1,0-1,-1 0,0 1,-1-1,-1 1,1-1,-2 1,0 1,2-13,0 0,-1 0,1 0,0 0,0 0,0 0,-1 0,1 0,0 0,-1 0,1 0,-1 0,1-1,-1 1,1 0,-1 0,0 0,1-1,-1 1,0 0,0-1,0 1,1-1,-1 1,0-1,0 1,0-1,0 0,0 1,0-1,0 0,0 0,0 1,0-1,0 0,0 0,0 0,0 0,0-1,0 1,0 0,0 0,0-1,0 1,0 0,0-1,1 1,-1-1,0 1,0-1,0 1,0-1,-39-43,21 8,1-2,2 0,1-1,3 0,1-1,-4-27,-2-5,4-2,2 0,4 0,3-1,6-68,17 29,-18 108,1 0,0 0,0 1,0-1,1 1,0-1,0 1,1 0,-1 0,1 0,0 1,1-1,-1 1,1 0,0 0,0 0,0 1,2 1,0 1,0-1,0 2,0-1,0 1,0 0,0 0,1 1,-1 0,0 0,0 1,-1 0,1 0,0 1,-1 0,1 0,-1 0,0 1,0 0,0 0,0 0,-1 1,15 8,-1 0,0 1,-1 1,-1 1,0 0,-1 1,3 6,-17-22,-1 0,0 0,1 1,-1-1,0 1,1-1,-1 1,0-1,0 1,0 0,0-1,-1 1,1 0,0 0,-1 0,1-1,-1 1,0 0,0 0,1 0,-1 0,-1 0,1 0,0 0,0-1,-1 1,1 0,-1 0,1 0,-1 0,0-1,0 1,1 0,-1-1,-1 1,0 1,-6 1,1-1,-1 0,0-1,-1 1,1-2,0 1,-1-1,1 0,-1-1,1 0,-1 0,1-1,0 0,-1-1,-13-3,23 5,-1 1,0-1,1 0,-1 0,0 0,1 1,-1-1,0 0,1 0,-1 0,0 0,1 0,-1 0,1 0,-1 0,0 0,1 0,-1 0,1 0,-1 0,0 0,1 0,-1 0,0 0,1 0,-1 0,1-1,-1 1,0 0,1 0,-1-1,0 1,0 0,1 0,-1-1,0 1,0 0,1 0,-1-1,0 1,0 0,1-1,-1 1,0-1,0 1,0 0,0-1,0 1,0 0,0-1,0 1,0-1,0 1,0 0,0-1,0 1,0-1,0 1,0 0,0-1,0 1,0 0,-1-1,1 1,0-1,0 1,-1 0,1 0,0-1,200-10,-150 11,35 0,-28 2,0-3,-1-2,53-11,-55-8,-54 21,0 1,1-1,-1 0,0 1,1-1,-1 0,0 0,0 1,0-1,0 0,0 0,0 1,0-1,0 0,0 0,0 1,0-1,0 0,-1 0,1 1,0-1,0 0,-1 1,1-1,-1 0,1 1,0-1,-1 0,1 1,-1-1,0 1,1-1,-1 1,1-1,-1 1,0-1,1 1,-1 0,0-1,1 1,-1 0,0 0,0-1,-13-5,-1 0,1 0,-1 1,0 1,-1 1,1 0,-1 1,1 0,-1 2,1 0,-1 0,-15 3,28-3,0 0,-1 0,1 0,0 1,-1-1,1 1,0 0,-1 0,1 0,0 0,0 0,0 1,0-1,0 1,0 0,1 0,-1 0,0 0,1 1,0-1,-1 1,1-1,0 1,1 0,-1 0,0 0,1 0,-1 0,1 0,0 0,0 0,0 0,1 1,-1-1,1 0,-1 2,4 2,0 0,1-1,-1 1,1 0,0-1,1 0,0 0,0 0,0-1,0 0,1 0,0 0,0 0,0-1,1 0,-1-1,1 1,0-1,0 0,2-1,-3 2,1-1,-1 0,1 0,0-1,0 0,0 0,0-1,0 0,0 0,0-1,0 0,0 0,1 0,-1-1,0 0,0-1,0 1,0-1,0-1,-1 1,1-1,-1 0,0-1,1 0,-1 0,-1 0,1 0,-1-1,0 0,0 0,0-1,0 0,28-72,-27 181,-5-99,0 0,0 1,0-1,1 0,0 1,0-1,0 0,0 0,1-1,-1 1,1 0,0-1,0 0,0 1,1-1,-1 0,1-1,0 1,-1-1,1 1,4 0,-6-2,0 0,0-1,1 1,-1-1,0 0,1 0,-1 1,0-1,1-1,-1 1,0 0,0 0,1-1,-1 0,0 1,0-1,1 0,-1 0,0 0,0 0,0-1,0 1,-1 0,1-1,0 1,0-1,-1 0,1 0,-1 0,0 1,1-1,-1 0,1-2,31-77,-31 74,59-203,-59 206,-1 1,0-1,1 1,0 0,0 0,0-1,0 1,1 0,-1 1,1-1,-1 0,1 1,0 0,0-1,0 1,1 0,-1 1,0-1,1 0,-1 1,1 0,0 0,-1 0,1 0,0 1,-1-1,1 1,0 0,0 0,-1 0,1 1,0-1,2 2,8 1,-1 0,1 1,-1 0,0 2,0-1,-1 1,0 1,0 0,-1 1,1 0,-2 1,2 1,-7-5,1 1,-1-1,0 1,0 0,-1 0,1 1,-2 0,1-1,-1 1,0 0,0 1,-1-1,1 0,-2 1,1-1,-1 1,-1 0,1-1,-1 1,0 0,-1-1,0 4,-5 13,4-20,1-1,-1 1,1 0,0 0,0-1,0 1,1 0,-1 0,1 0,0 0,0 0,1 0,-1 0,1 0,0 0,0-1,0 1,0 0,0 0,1-1,0 1,0-1,0 1,1 0,7 2,0 0,1-1,-1 0,1-1,0-1,0 1,0-2,0 1,1-2,-1 1,0-2,1 1,4-2,6 2,1-1,-1-2,0 0,1-1,-1-1,-1-2,1 0,19-8,-32 10,1 0,-1-1,0 0,0 0,-1-1,1 0,-1 0,-1-1,1 0,-1-1,0 0,-1 0,0 0,0-1,-1 1,0-1,0-1,-1 1,0-1,0-4,-3 13,0-1,-1 1,0-1,1 1,-1 0,0-1,1 1,-1-1,0 0,0 1,0-1,-1 1,1-1,0 1,-1 0,1-1,0 1,-1-1,0 1,1 0,-1-1,0 1,0 0,1-1,-1 1,0 0,0 0,-1 0,1 0,0 0,0 0,0 0,-1 0,1 1,0-1,-1 0,1 1,0-1,-1 1,1 0,-1-1,1 1,-1 0,1 0,-2 0,-5-2,0 1,0 1,0-1,0 1,-1 1,1-1,0 1,0 1,0 0,0 0,0 0,1 1,-1 0,1 1,-1 0,1 0,0 0,1 1,-1 0,1 0,0 1,0-1,1 1,-1 1,1-1,1 1,-1 0,1 0,0 0,1 1,0-1,0 2,2-5,1 0,0 0,0 0,0 0,1-1,-1 1,1 0,0 0,0-1,0 1,1 0,-1-1,1 1,0-1,0 0,0 0,0 1,1-1,-1-1,1 1,0 0,0-1,0 1,0-1,0 0,0 0,1 0,-1 0,1-1,2 2,3 0,-1 0,1 0,0-1,0 0,0 0,0-1,0 0,0-1,0 0,0 0,0-1,7-1,-11 0,1 1,0-1,0 0,-1-1,0 1,1-1,-1 0,0 0,0-1,0 0,-1 1,1-2,-1 1,0 0,0-1,-1 0,1 0,-1 0,0 0,-1 0,1-1,-1 1,0-1,1-3,-7-8,-9 34,11-11,1-1,0 0,0 1,0-1,1 1,-1-1,1 1,1-1,-1 1,1-1,0 1,0-1,0 1,1-1,0 0,0 0,0 0,1 0,0 0,0 0,0-1,0 1,1-1,-1 0,1 0,0 0,1-1,-1 1,1-1,-1 0,1 0,0-1,0 1,0-1,0 0,1-1,-1 1,0-1,1 0,-1 0,1-1,-1 0,1 0,0 0,-1 0,3-1,-2-2,0 0,0 1,0-2,-1 1,1-1,-1 0,0 0,0 0,0-1,0 0,-1 0,0 0,0 0,0-1,-1 1,3-7,39-103,-41 103,45-161,-8-2,4-67,-28 111,-18 99,1 32,0-1,-1 1,1-1,0 1,0-1,-1 1,1 0,0-1,0 1,-1 0,1-1,0 1,-1 0,1-1,-1 1,1 0,0 0,-1-1,1 1,-1 0,1 0,0 0,-1 0,1 0,-1 0,1-1,-1 1,1 0,-1 0,1 0,-1 1,1-1,-1 0,1 0,0 0,-1 0,1 0,-1 0,1 1,-1-1,1 0,0 0,-1 1,1-1,0 0,-1 0,1 1,0-1,-1 1,1-1,0 0,-1 1,1-1,0 1,0-1,0 0,-1 1,1-1,0 1,0-1,0 1,0-1,0 1,0-1,0 0,0 1,0-1,0 1,0-1,0 1,-10 20,0 1,2 0,0 1,2 0,0 0,1 0,2 1,0 10,1 18,2-1,2 0,3 0,2 0,2-1,2 0,3 0,1-1,3-1,2-1,1 0,19 25,-32-57,-1-1,1 0,0 0,1-1,0 0,1-1,10 10,-19-21,-1-1,1 1,0-1,0 1,-1-1,1 0,0 1,0-1,0 0,0 0,-1 1,1-1,0 0,0 0,0 0,0 0,0 0,0 0,-1 0,1-1,0 1,0 0,0 0,0-1,-1 1,1 0,0-1,0 1,-1-1,1 1,0-1,-1 1,1-1,0 0,-1 1,1-1,-1 0,1 1,-1-1,1 0,-1 0,0 0,1 1,-1-1,0 0,0 0,0 0,1 0,-1 1,0-1,0 0,0 0,0 0,0 0,-1 0,1 1,0-1,0 0,0 0,-1 0,1 0,0 1,-1-1,1 0,-1 0,-4-37,-3-4</inkml:trace>
  <inkml:trace contextRef="#ctx0" brushRef="#br3" timeOffset="-70317.861">32349 15000,'-14'-14,"-4"-6,3-1,10 7,21 9,21 11,22 6,19 8,13 3,4 2,-3-1,-10-5,-18-5</inkml:trace>
  <inkml:trace contextRef="#ctx0" brushRef="#br3" timeOffset="-68300.298">18980 16738,'-12'0,"0"0,0 0,0 2,-1-1,1 2,0-1,1 2,-1-1,1 2,-1-1,1 2,1-1,-1 1,1 1,0 0,0 1,1 0,0 0,0 1,1 0,0 0,1 1,0 0,1 0,0 1,0 0,1 0,0 0,1 1,0 0,3-10,0 0,1 0,-1 0,0-1,0 1,1 0,-1 0,1 0,0 0,-1 0,1 0,0 0,0 0,0 0,1 0,-1 0,0 0,1 0,-1 0,1 0,0 0,0 0,-1-1,1 1,0 0,1 0,-1-1,0 1,0-1,1 1,-1-1,1 0,-1 1,1-1,0 0,-1 0,1 0,4-1,0 0,1 0,-1 0,0-1,0 0,0 0,0-1,0 0,-1 0,1 0,0-1,-1 0,0 0,1 0,-1-1,0 1,-1-1,4-3,14-12,-1-1,-1 0,-1-2,-1 0,-1-1,-1 0,-1-2,-1 0,-1 0,-1-2,-1 1,-2-1,0-1,-2 0,-1 0,-2 0,0-1,-2-19,-2-64,0 112,0 0,0-1,0 1,0 0,-1-1,1 1,0 0,0-1,0 1,-1 0,1-1,0 1,-1 0,1 0,0-1,-1 1,1 0,0 0,-1 0,1-1,0 1,-1 0,1 0,0 0,-1 0,1 0,-1 0,1 0,0 0,-1 0,1 0,-1 0,1 0,0 0,-1 0,1 0,0 0,-1 0,1 0,-1 1,1-1,0 0,-1 0,1 1,0-1,0 0,-1 0,1 1,0-1,-1 0,1 0,0 1,0-1,0 0,-1 1,1-1,0 1,0-1,0 0,0 1,0-1,0 0,0 1,0-1,0 1,0-1,0 0,0 1,0-1,0 1,-11 21,1 1,2 0,0 0,1 1,2 0,0 0,0 11,-12 156,17-177,1 0,1-1,0 1,0 0,1-1,1 0,0 1,1-2,1 1,0 0,0-1,8 10,-9-16,1 1,0-1,0-1,0 1,1-1,-1 0,2 0,-1-1,0 0,1 0,0-1,-1 0,2 0,-1-1,0 0,0 0,1-1,-1 0,0 0,1-1,-1-1,1 1,-1-1,0 0,1-1,2 0,-1-1,1 0,-1 0,0-1,0 0,0-1,0 0,-1-1,0 1,0-2,-1 1,0-2,0 1,0-1,-1 0,0 0,-1-1,1 0,0-4,-2 4,0-1,-1-1,0 1,-1-1,0 1,-1-1,0 0,-1 0,0 0,-1 0,0-9,0 20,-1 1,1-1,0 1,0-1,0 1,-1-1,1 0,0 1,-1-1,1 1,-1-1,1 0,0 1,-1-1,1 0,-1 1,1-1,-1 0,1 0,-1 0,1 1,-1-1,1 0,-1 0,1 0,-1 0,1 0,-1 0,1 0,-1 0,1 0,-1 0,1 0,-1 0,1 0,-1-1,1 1,-1 0,1 0,-1 0,1-1,-1 1,1 0,-1-1,1 1,0 0,-1-1,1 1,0-1,-1 1,1 0,0-1,-1 1,1-1,0 1,0-1,0 0,-4 11,0 0,1 1,0-1,1 1,0-1,1 1,0-1,1 1,0 0,1-1,0 1,0 0,1-1,1 1,0-1,0 0,1 0,0 0,-2-6,1-1,-1 1,1-1,0 0,-1 0,1 0,1 0,-1-1,0 1,1-1,-1 0,1 0,0 0,0 0,-1-1,1 0,0 1,0-2,0 1,1 0,-1-1,0 1,0-1,0 0,0-1,17-3</inkml:trace>
  <inkml:trace contextRef="#ctx0" brushRef="#br3" timeOffset="-68120.778">19515 16376,'-14'-2,"-4"4,-2 6,3 6,4 1</inkml:trace>
  <inkml:trace contextRef="#ctx0" brushRef="#br3" timeOffset="-67778.693">18218 16243,'-13'18,"-13"22,-5 25,-2 26,0 23,3 21,5 18,6 7,13 0,20-10,24-19,30-22,28-28,-3-27</inkml:trace>
  <inkml:trace contextRef="#ctx0" brushRef="#br3" timeOffset="-67102.61">19755 16751,'5'1,"-1"0,0 1,0-1,0 1,0 0,0 0,0 0,0 1,-1-1,1 1,-1 0,0 0,0 0,0 0,0 0,0 1,-1 0,1-1,-1 1,0 0,1 3,26 90,-20 14,-9-111,1 0,-1 0,0 0,0-1,1 1,-1 0,0 0,1 0,-1 0,0 0,1-1,-1 1,0 0,1 0,-1 0,0 0,1 0,-1 0,0 0,1 0,-1 0,0 0,1 0,-1 0,0 1,0-1,1 0,-1 0,0 0,1 0,-1 0,0 1,0-1,1 0,-1 0,0 1,0-1,1 0,-1 0,0 1,0-1,0 0,0 0,1 1,-1-1,0 0,0 1,0-1,0 0,0 1,0-1,0 0,0 1,0-1,0 0,0 1,0-1,0 0,0 1,0-1,0 0,18-29,-15 23,26-48,-18 30,2 0,0 1,2 1,1 1,6-7,-22 27,0 0,0 1,1-1,-1 1,0-1,0 1,1-1,-1 0,1 1,-1-1,0 1,1-1,-1 1,1 0,-1-1,1 1,-1-1,1 1,-1 0,1 0,0-1,-1 1,1 0,0 0,-1 0,1-1,-1 1,1 0,0 0,-1 0,1 0,0 0,-1 0,1 0,0 1,-1-1,1 0,-1 0,1 0,0 1,-1-1,1 0,-1 1,1-1,-1 0,1 1,-1-1,1 1,-1-1,1 1,-1-1,0 1,1-1,-1 1,0-1,1 1,-1 0,7 42,-6-27,0-6,0-1,1 0,0 0,1 0,0 0,0 0,1-1,0 1,0-1,1 0,0 0,0 0,1-1,0 0,1 0,-1 0,1-1,0 0,1-1,0 1,0-1,0-1,0 1,4 0,129 27,-69-25</inkml:trace>
  <inkml:trace contextRef="#ctx0" brushRef="#br3" timeOffset="-66201.047">21400 16791,'-11'-2,"0"1,1 1,-1 0,0 0,1 1,-1 0,1 1,-1 0,1 1,0 0,0 1,0 0,0 0,1 1,-1 0,1 1,1 0,-1 0,1 1,0 0,0 1,1 0,0 0,1 0,-1 1,2 0,-5 8,9-14,0-1,0 1,0-1,0 1,1 0,-1-1,1 1,0 0,0-1,0 1,0 0,0-1,0 1,1 0,0-1,-1 1,1-1,0 1,0-1,0 1,0-1,1 0,-1 1,1-1,-1 0,1 0,0 0,0 0,0 0,0-1,0 1,0-1,1 1,-1-1,0 0,1 1,-1-1,1-1,-1 1,1 0,0-1,-1 1,2-1,10 2,0 0,1-2,-1 0,1 0,-1-1,0-1,0 0,1-1,-1-1,-1 0,1-1,-1-1,0 0,0 0,0-1,-1-1,0 0,6-6,14-30,-31 43,0 0,-1 0,1 0,-1 0,0 0,1 0,-1-1,0 1,0 0,1 0,-1-1,0 1,0 0,-1 0,1 0,0-1,0 1,0 0,-1 0,1 0,-1-1,1 1,-1 0,1 0,-1 0,0 0,0 0,1 0,-1 0,0 0,0 1,0-1,0 0,0 0,0 1,0-1,0 0,0 1,0-1,0 1,-1-1,0 1,1-1,-1 1,1 0,-1 0,1-1,-1 1,1 0,-1 0,0 0,1 1,-1-1,1 0,-1 1,1-1,-1 0,1 1,-1 0,1-1,-1 1,1 0,0 0,0 0,-1 0,1 0,0 0,0 0,0 0,0 0,0 1,0-1,0 0,1 1,-1-1,0 1,1-1,-1 1,1-1,-1 1,1 0,-3 64,6-61,-1 0,1 0,0 0,0 0,0 0,1-1,0 1,0-1,0 0,0 0,1-1,-1 1,1-1,0 0,0 0,0-1,0 1,1-1,-1 0,1-1,4 2,1-1,-1 0,0-1,1 0,-1 0,1-1,-1 0,1-1,-1-1,0 1,1-2,7-2,-6 0,0 0,-1-1,0 0,0-1,-1-1,0 1,0-1,0-1,-1 0,-1 0,0-1,0 0,0-1,-2 1,1-1,1-6,8-16,-2-1,-2 0,-1-1,-2 0,0-6,16-135,-30 134,5 41,0 0,0 1,0-1,-1 0,1 0,0 1,-1-1,1 0,-1 1,1-1,0 0,-1 1,0-1,1 1,-1-1,1 0,-1 1,0 0,1-1,-1 1,0-1,1 1,-1 0,0-1,0 1,1 0,-1 0,0 0,0 0,1-1,-1 1,0 0,0 0,0 0,1 1,-1-1,0 0,0 0,1 0,-1 1,0-1,0 0,1 1,-1-1,0 0,1 1,-1-1,0 1,-7 6,-1 1,1 0,1 0,0 1,0 0,1 0,0 1,0-1,1 1,0 1,1-1,-2 7,5-14,-9 22,0 0,2 1,1 0,1 0,1 1,1 0,1 24,2-40,1 0,1 1,0-1,1 0,0 0,1 0,0 0,0 0,1-1,1 1,0-1,0 0,1-1,0 1,1-1,0 0,0-1,1 0,0 0,2 1,0-1,0-1,0 0,1-1,0 0,0 0,0-1,1-1,0 0,0 0,0-1,0-1,0 0,1-1,-1 0,0-1,1 0,-1-1,1 0,-1-1,0-1,0 0,0 0,0-1,0-1,-1 0,0 0,0-1,0-1,-1 0,0 0,0-1,7-8,-4-1,0 1,-2-1,0-1,-1 0,-1-1,-1 0,0 0,-1 0,-2-1,2-10,25-206,-25 45,-18 168,-6 46,0 16,2 1,1 0,3 1,1 1,2 0,-2 37,7-54,2-1,0 1,2-1,1 1,1 0,0-1,5 12,-5-26,0 0,0 0,1 0,0-1,1 1,0-1,1 0,0 0,0-1,1 0,0 0,0-1,1 1,0-2,0 1,0-1,1 0,7 3,41 3,-37-16</inkml:trace>
  <inkml:trace contextRef="#ctx0" brushRef="#br3" timeOffset="-65945.205">22028 16591,'14'4,"22"5,24 2,23-1,17 1,10 0,-2 1,-17-2</inkml:trace>
  <inkml:trace contextRef="#ctx0" brushRef="#br3" timeOffset="-65744.202">22830 16791,'-36'78,"35"-76,0 1,0-1,1 0,-1 1,1-1,0 1,0-1,0 1,0-1,0 1,1-1,-1 1,1-1,-1 1,1-1,0 1,0-1,0 0,0 0,0 1,1-1,-1 0,1 0,-1 0,1-1,0 1,0 0,0-1,0 1,0-1,0 1,1-1,1 1,1 0,0-1,-1 0,1 0,0 0,0-1,0 0,-1 0,1 0,0 0,0-1,0 1,-1-1,1 0,0-1,-1 1,1-1,-1 0,1 0,-1-1,0 1,0-1,0 0,0 0,-1 0,1 0,-1-1,0 0,0 1,0-1,0 0,-1 0,0-1,1 1,-1-1,-1 1,1-1,-1 1,0-1,0 0,0 0,-1 1,1-1,-1 0,0 0,-1 0,1 1,-1-1,-1-4,1 5,-1-1,1 1,-1 0,0-1,0 1,-1 0,1 0,-1 1,0-1,0 0,0 1,0 0,-1 0,0 0,1 0,-1 0,0 1,0-1,0 1,-1 0,1 1,0-1,-1 1,1 0,-1 0,1 0,-1 0,0 1,1 0,-1 0,0 0,-4 0,1 1,0 0,0 1,0-1,0 1,0 1,1 0,-1 0,1 0,-1 1,1 0,0 0,0 1,1 0,0 0,0 1,-3 3,6-6,0 0,0 0,0 0,1 0,-1 1,1-1,0 1,0 0,0 0,1 0,-1 0,1 0,0 0,0 0,0 0,1 0,0 0,-1 0,1 1,1-1,-1 0,1 0,-1 0,1 0,0 1,1-1,-1-1,1 1,0 0,0 0,0-1,0 1,0-1,1 1,0-1,0 0,0 0,0 0,2 1,70 19,-35-21</inkml:trace>
  <inkml:trace contextRef="#ctx0" brushRef="#br3" timeOffset="-65499.295">22923 16323,'-15'0,"-11"2,-5 6,1 8,5 8,7 5,8 3,12 5,11-1,4-6</inkml:trace>
  <inkml:trace contextRef="#ctx0" brushRef="#br3" timeOffset="-65240.985">23031 16764,'4'16,"2"8,5 4,4-1,9-4,9-4,14-6,16-4,15-7,16-5,-9-3</inkml:trace>
  <inkml:trace contextRef="#ctx0" brushRef="#br3" timeOffset="-64881.124">24247 16670,'182'-149,"-165"134,-2-1,1-1,-2 0,0-1,-2 0,0-1,0-1,-2 0,-1 0,0-1,-2 0,3-10,-9 27,0 1,-1 0,1-1,-1 1,0-1,0 1,0-1,0 1,0 0,-1-1,1 1,-1 0,0-1,0 1,0 0,-1 0,1 0,-1 0,0 0,0 0,0 0,0 0,0 1,0-1,-1 1,0 0,1-1,-1 1,0 0,0 1,0-1,0 0,0 1,0 0,0 0,-1 0,1 0,0 0,-2 1,0 0,0 0,-1 0,1 1,-1 0,1 0,0 0,0 0,0 1,0 0,0 0,0 1,0-1,0 1,1 0,0 1,-1-1,1 1,0-1,1 1,-1 0,-2 4,-2 3,0 0,1 1,0 0,1 1,1-1,-1 1,2 0,-1 2,0 5,1 0,1 1,0-1,1 1,2-1,0 1,1-1,1 1,1-1,0 0,2 0,1 0,0 0,1-1,1 0,1 0,1-1,0 0,1-1,1 0,1-1,0-1,1 1,1-2,0 0,1-1,1-1,1 1,-11-9,0 0,0-1,1 1,-1-2,1 1,0-1,0 0,0 0,0-1,0-1,0 1,0-1,0 0,0-1,0 0,0 0,0-1,0 0,0 0,0-1,-1 0,0 0,1-1,-1 0,0 0,-1-1,2 0,5-6,-1-1,1-1,-2 0,0-1,0 0,-1 0,-1-1,-1-1,0 1,-1-1,0-1,-2 1,4-17,-8 27,-5 17,-5 22,9-30,-3 3,1 0,0 0,1 1,0-1,0 1,0-1,1 1,0 0,0-1,0 1,1-1,0 1,1-1,-1 1,1-1,0 0,1 0,0 0,0 0,0 0,2 2,11 4</inkml:trace>
  <inkml:trace contextRef="#ctx0" brushRef="#br3" timeOffset="-64297.071">24848 16283,'299'242,"-290"-232,0 0,-1 1,0 0,0 0,-2 1,1 0,-1 0,-1 0,0 1,-1 0,0 0,0 5,-4-14,1 0,0-1,0 1,0 0,1-1,-1 1,1-1,0 1,0-1,0 0,0 0,0 0,1 0,-1 0,1 0,0-1,0 1,0-1,0 0,1 0,-1 0,0 0,1 0,-1-1,1 0,1 1,7 1,0-1,1 0,0-1,-1 0,1-1,0 0,0-1,-1-1,1 0,-1 0,1-1,-1-1,0 0,0-1,-1 0,1-1,-1 0,0-1,-1 0,1 0,-2-1,8-7,24-60,-28 149,-8-69,-1 1,1-1,0 0,0 0,1-1,-1 0,1 1,0-2,0 1,1-1,-1 0,1 0,-1-1,1 0,0 0,0 0,0-1,0 0,0-1,0 1,0-1,0-1,0 1,0-1,0-1,0 1,0-1,0 0,-1-1,1 1,-1-1,1-1,-1 1,0-1,0 0,-1 0,1-1,-1 0,0 0,0 0,-1-1,2-1,19-33,-15 54,-2 19,-8-25,1 1,1-1,-1 1,2-1,-1 0,1 0,0 0,0 0,1-1,0 1,1-1,0 0,0 0,0 0,1-1,0 0,0 0,0-1,1 1,0-1,3 1,33-6,-23-8</inkml:trace>
  <inkml:trace contextRef="#ctx0" brushRef="#br3" timeOffset="-64046.345">26012 16283,'-16'3,"-5"2,1 5,6 8,10 6,10 5,4-3</inkml:trace>
  <inkml:trace contextRef="#ctx0" brushRef="#br3" timeOffset="-63843.805">26199 16778,'13'1,"0"-1,1 0,-1-1,1 0,-1-1,0 0,0-1,0 0,0-2,-1 1,1-1,-1-1,0 0,-1-1,1 0,-1-1,-1 0,1-1,-2 0,9-10,-16 17,1 0,-1-1,0 1,0-1,0 0,0 1,0-1,-1 0,0 0,1 0,-1-1,0 1,0 0,-1 0,1 0,-1-1,1 1,-1 0,0-1,0 1,-1 0,1-1,-1 1,1 0,-1 0,0-1,0 1,-1 0,1 0,-1 0,1 0,-1 1,0-1,0 0,-2-2,-1 3,-1 0,1 0,0 1,-1 0,1 0,-1 0,1 0,-1 1,1 0,-1 0,1 0,-1 1,1 0,-1 0,1 1,-1-1,1 1,0 0,0 0,0 1,0 0,0 0,1 0,-1 0,1 1,0-1,0 1,0 0,0 0,1 1,0-1,0 1,0 0,0 0,1 0,0 0,0 0,0 0,0 1,1-1,0 1,0 3,2-1,1-1,1 0,-1 0,1 0,0 0,0 0,1 0,0-1,0 0,1 0,0 0,0 0,0-1,1 1,-1-2,1 1,1 0,-1-1,0 0,1-1,0 0,0 0,0 0,0-1,4 1,34 13,0-2,1-2,1-3,45 4,4-1</inkml:trace>
  <inkml:trace contextRef="#ctx0" brushRef="#br3" timeOffset="-63210.69">27990 16524,'-21'-2,"0"1,-1 1,1 0,0 2,-1 1,-5 2,19-4,1 1,0 0,0 0,0 1,0 0,0 0,0 1,1-1,0 2,0-1,0 1,0 0,0 0,1 0,0 1,0 0,1 0,0 0,-2 3,5-6,-1 0,1 0,0 0,-1 0,2 0,-1 1,0-1,0 0,1 1,0-1,0 0,0 1,0-1,0 0,1 1,-1-1,1 0,0 1,0-1,0 0,1 0,-1 0,1 0,0 0,0 0,0 0,0-1,0 1,2 1,2 2,0-1,1-1,-1 1,1-1,0 0,0 0,0-1,1 0,-1 0,1-1,0 0,2 0,0 0,0 0,0-1,0 0,1 0,-1-1,0-1,0 0,1 0,-1-1,0-1,0 1,-1-1,1-1,-1 0,1 0,-1-1,0-1,-1 1,1-1,-1 0,0-1,-1 0,0 0,0-1,0 0,-1 0,0-1,3-13,0 0,-2-1,0 0,-2-1,0 1,-2-1,0 0,-2 0,-1 0,-1 0,0 0,-2 0,-1 1,-1-2,-25-78,29 102,1 0,0 0,0 0,-1 0,1 0,-1 0,1 0,-1 0,1 0,-1 0,0 0,0 0,1 0,-1 0,0 0,0 1,0-1,0 0,0 1,0-1,0 1,0-1,0 1,0-1,0 1,0-1,0 1,0 0,-1 0,1 0,0 0,0 0,0 0,0 0,-1 0,1 0,0 0,0 1,0-1,0 0,0 1,0-1,0 1,0-1,0 1,0 0,0-1,0 1,0 0,0 1,-30 53,24-29,1 1,1 0,2 0,0 0,2 0,1 0,1 0,1 0,2 0,3 12,-6-31,1-1,-1 1,2-1,-1 0,1 1,0-1,0-1,1 1,0 0,0-1,0 0,1 0,0 0,0 0,1-1,-1 0,1 0,0-1,1 1,-1-1,1-1,0 1,0-1,0 0,0-1,0 0,1 0,2 0,3-2,-1-2,0 0,1 0,-1-1,0-1,-1 0,1 0,0-1,-1-1,0 0,-1 0,1-1,-1 0,0-1,-1 0,0-1,0 0,-1 0,0-1,-1 0,0 0,0-1,-1 0,-1 0,2-6,3-27,-31 56,18-7,-1 1,1 0,0-1,0 1,1 0,0 0,0 0,0 1,1-1,0 0,0 1,0-1,1 1,0-1,0 0,1 1,0-1,0 1,1-1,-1 0,1 0,0 0,1 0,0 0,0 0,0-1,1 1,-1-1,1 0,0 0,1 0,-1-1,1 1,0-1,3 2,7 3,1 0,-1-1,1-1,1 0,-1-1,15 3,38 8</inkml:trace>
  <inkml:trace contextRef="#ctx0" brushRef="#br3" timeOffset="-62728.203">29421 16550,'-10'50,"1"-1,3 1,2 1,2-1,2 1,2-1,4 4,5 70,3 125,-14-240,0 0,-1 0,0 0,-1 0,0 0,0-1,-1 1,0 0,0-1,-1 0,4-6,-1-1,0 0,1 0,-1 0,0 1,0-1,0 0,0 0,0 0,0 0,0 0,0-1,0 1,0 0,-1 0,1-1,0 1,0-1,-1 1,1-1,-1 0,1 1,0-1,-1 0,1 0,0 0,-1 0,1 0,-1 0,1 0,0-1,-1 1,1 0,0-1,-1 1,1-1,0 1,-1-1,1 0,0 0,0 1,0-1,0 0,-1-1,-39-50,30 22,2 1,0-1,2 0,2-1,0 1,3-1,0 0,2-19,-1-20,2 0,3 0,4 0,2 1,18-62,-26 126,-2 4,0-1,0 0,0 1,0-1,0 1,0-1,1 1,-1-1,0 1,1-1,-1 1,1-1,0 1,0-1,-1 1,1 0,0-1,0 1,0 0,0 0,0 0,1 0,-1 0,0 0,0 0,1 0,-1 1,1-1,-1 0,1 1,-1-1,1 1,-1-1,1 1,-1 0,1 0,-1 0,1-1,1 2,87 71,-55-42,62 67,-97-96,0 0,1 0,-1 0,0 0,0 0,0 0,0 0,0 0,0 1,0-1,0 0,0 0,0 0,-1 0,1 0,0 0,-1 0,1 0,-1 0,1 0,-1 0,1 0,-1 0,0 0,0-1,1 1,-1 0,0 0,0-1,0 1,0 0,0-1,0 1,0-1,0 1,0-1,0 0,0 1,0-1,0 0,0 0,0 0,0 0,0 0,-1 0,1 0,0 0,0 0,0 0,0-1,0 1,0 0,0-1,-1 0,-12 2,-1-1,1-1,0-1,-1 0,1 0,0-2,1 0,-1 0,0-1,1-1,0 0,1-1,-2-1,14 8,-1 0,1-1,-1 1,0 0,1 0,-1-1,1 1,-1 0,1 0,0-1,-1 1,1-1,-1 1,1 0,-1-1,1 1,0-1,0 1,-1-1,1 1,0-1,-1 1,1-1,0 1,0-1,0 1,0-1,0 0,0 1,0-1,0 1,0-1,0 1,0-1,0 0,0 1,0-1,0 1,0-1,1 1,-1-1,0 1,0-1,1 1,-1-1,0 1,1-1,-1 1,1-1,-1 1,0 0,1-1,14-6</inkml:trace>
  <inkml:trace contextRef="#ctx0" brushRef="#br3" timeOffset="-60450.119">29715 16831,'-11'-28,"1"0,1-1,1 0,1-1,2 0,1 0,2 0,1 0,1 0,4-28,2 7,-5 50,0 1,0 0,0-1,0 1,0 0,0 0,0 0,0 0,0 0,0 0,0 0,0 0,0 0,0 1,-1-1,1 0,0 1,0-1,0 0,0 1,0-1,-1 1,1-1,0 1,0 0,-1-1,1 1,0 0,-1-1,1 1,-1 0,1 0,-1 0,1-1,-1 1,4 3,16 10,0-2,0 0,1-1,1 0,0-2,8 2,69 32,-96-42,1 1,-1 0,0 0,0 1,0-1,0 1,-1-1,1 1,-1 0,1 0,-1 0,0 0,0 1,0-1,-1 0,1 1,-1-1,0 1,0 0,0-1,0 1,-1 0,0 0,1-1,-1 1,0 0,-1 0,1 0,-2 2,2-3,-1 1,0-1,1 0,0 1,0-1,0 1,0-1,0 0,1 1,-1-1,1 1,0-1,0 0,0 0,1 0,-1 0,1 0,0 0,0 0,0 0,0 0,0-1,0 1,1-1,-1 0,1 1,1 0,8 1,-1 0,1-1,0-1,1 1,-1-2,0 0,0 0,1-1,-1-1,0 0,1 0,-1-1,2-2,-1 1,-1-1,1 0,-1-1,0 0,0-1,0 0,-1-1,2-2,-13 9,0 0,-1 1,1-1,0 0,0 1,0-1,0 1,0-1,0 0,0 1,0-1,-1 1,1-1,1 0,-1 1,0-1,0 0,0 1,0-1,0 1,0-1,0 0,0 1,1-1,-1 0,0 1,0-1,0 0,1 1,-1-1,0 0,1 1,-1-1,0 0,1 0,-1 0,0 1,1-1,-1 0,0 0,1 0,-1 0,0 1,1-1,-1 0,1 0,-1 0,0 0,1 0,-1 0,1 0,-1 0,0 0,1 0,-1-1,0 1,1 0,-1 0,1 0,-1 0,-1 15,4-10,-1-1,1 1,0-1,0 0,1 1,-1-1,1-1,0 1,0-1,0 1,0-1,1 0,-1 0,1-1,0 0,0 1,0-2,0 1,0-1,0 1,1-1,-1-1,0 1,1-1,-1 0,0 0,1 0,2-1,-2 2,0 0,0-1,0 1,0-1,0 0,0-1,0 1,0-1,0-1,0 1,-1-1,1 0,0 0,-1 0,1-1,-1 0,0 0,0-1,0 1,0-1,-1 0,0 0,1-1,-2 1,1-1,0 0,-1 0,0 0,0 0,0-1,-1 1,0-1,0 1,0-1,-1 0,1-3,-3 4,-1 1,1-1,-1 0,0 1,0 0,-1-1,1 1,-1 0,0 0,0 0,-1 1,1-1,-1 1,1-1,-1 1,0 0,0 1,-1-1,1 1,0 0,-1 0,1 0,-1 1,0-1,0 1,1 0,-1 0,0 1,0 0,0 0,0 0,0 0,0 1,0 0,1 0,-1 0,0 0,0 1,1 0,-1 0,-1 1,4-1,-1-1,1 1,0 0,0 0,0 0,1 0,-1 0,0 1,1-1,-1 0,1 1,0-1,0 1,0 0,0-1,0 1,1 0,-1-1,1 1,0 0,0 0,0-1,0 1,0 0,0 0,1 0,0-1,-1 1,1 0,0-1,0 1,0-1,1 1,-1-1,1 0,-1 1,1-1,0 0,-1 0,1 0,1 0,-1 0,0-1,0 1,1-1,-1 1,0-1,1 0,-1 0,1 0,13 8,0 0,0-2,1 0,0-1,0 0,1-2,-1 0,1-1,0 0,0-2,0 0,0-1,0-1,0 0,0-2,16-3,-26 4,-1 0,0-1,0 0,0 0,0 0,0-1,-1 0,0 0,0 0,0-1,0 0,0 0,-1-1,0 0,0 1,-1-2,0 1,0 0,0-1,-1 0,0 0,0 0,-1 0,0 0,0-1,0 1,-1-1,0-3,-1 10,0 0,0 0,1 0,-1 0,0 0,-1 0,1 0,0 0,0 0,0 0,-1 0,1 0,0 0,-1 0,1 0,-1 0,1 1,-1-1,1 0,-1 0,0 0,1 1,-1-1,0 0,0 1,1-1,-1 0,0 1,0-1,0 1,0-1,0 1,0 0,0-1,0 1,0 0,0 0,0 0,0 0,0 0,0 0,0 0,0 0,0 0,-1 0,-39 24,37-19,0 0,1 0,-1 0,1 1,1-1,-1 1,1 0,0-1,0 1,0 0,1 1,0-1,1 0,-1 0,1 0,0 1,1-1,-1 0,1 0,0 0,1 0,-1 0,1 0,1 0,-1 0,1-1,0 1,0-1,1 0,-1 0,1 0,0 0,1 0,99 115,-82-98,-1 0,0 2,-2 0,-1 2,0 0,-2 0,-2 2,0 0,6 18,-18-39,0 0,0 0,0-1,-1 1,0 0,-1 0,1 1,-1-1,-1 0,1 0,-1 0,0 0,-1 0,0-1,0 1,0 0,-1-1,0 1,0-1,-1 0,0 0,0 0,0-1,-1 1,-2 2,0-2,0 0,0-1,-1 1,0-2,0 1,0-1,0 0,-1-1,1 0,-1 0,0-1,0 0,0 0,-1-1,9-1,0 0,0 0,0 0,0 0,0 0,1-1,-1 1,0 0,0 0,0-1,0 1,0-1,0 1,0-1,1 1,-1-1,0 1,0-1,1 0,-1 1,0-1,1 0,-1 1,1-1,-1 0,1 0,-1 0,1 0,-1 0,1 0,0 1,0-1,-1 0,1 0,0 0,0 0,0 0,0 0,0 0,0 0,0 0,1 0,-1 0,0 0,0 0,1 0,17-45,146-220,-145 228,-2 0,-1 0,-2-2,-2 0,-2 0,-1-1,-2 0,0-27,3-87,-10 155,0 0,1 1,-1-1,1 1,-1-1,0 0,1 0,-1 1,1-1,-1 0,1 0,-1 1,1-1,-1 0,1 0,-1 0,1 0,-1 0,1 0,-1 0,1 0,-1 0,1 0,-1 0,1 0,-1 0,1 0,-1 0,1-1,-1 1,1 0,-1 0,1-1,-1 1,0 0,1-1,-1 1,1 0,-1-1,0 1,1 0,-1-1,0 1,0-1,1 1,-1-1,0 1,0-1,0 1,1-1,-1 1,0-1,0 1,0-1,0 1,0-1,0 1,0-1,0 1,0-1,0 1,0-1,-1 1,1-1,0 1,0-1,0 1,-1-1,1 1,0-1,17 17,2-1,-1-1,2-1,0-1,1-1,0 0,0-2,1 0,0-1,11 1,-15-4,-13-5,-1 1,1 0,0 0,-1 1,1-1,-1 1,0 0,1 0,-1 0,0 1,0-1,0 1,-1 0,1 0,-1 0,0 1,2 1,-5-1,1-1,-2 0,1 0,0 0,0 0,-1 1,0-1,0 0,0 0,0 0,0 0,0 0,-1-1,0 1,1 0,-1-1,0 1,0-1,-2 2,-8 15,11-17,0 0,0 0,1-1,-1 1,1 0,-1 0,1 0,0 0,-1 0,1 0,0 0,0-1,1 1,-1 0,0 0,1 0,-1 0,1 0,-1 0,1-1,0 1,0 0,0-1,0 1,0 0,0-1,0 1,1-1,-1 0,1 1,-1-1,1 0,-1 0,1 0,-1 0,1 0,0 0,0 0,0-1,-1 1,2-1,80 20,-71-19,0-1,0 0,0-1,1 0,-1 0,-1-1,1-1,0 0,-1-1,1 0,-1-1,0 0,0-1,-1 0,0 0,0-1,0-1,-1 0,0 0,-1-1,0 0,0 0,5-8,-12 16,0 0,0-1,0 1,0 0,0 0,0-1,-1 1,1-1,0 1,-1 0,1-1,-1 1,1-1,-1 0,0 1,1-1,-1 1,0-1,0 1,0-1,0 0,-1 1,1-1,0 1,-1-1,1 1,-1-1,1 1,-1-1,0 1,0 0,0-1,1 1,-1 0,0 0,0 0,-1-1,1 1,0 0,0 0,-1 1,1-1,0 0,-9-1,0 0,0 1,0 0,0 1,0 0,0 1,0 0,1 0,-1 1,0 0,1 1,-1 0,1 1,0 0,-3 1,9-4,0 0,0 0,0 0,0 1,0-1,0 1,0 0,0-1,1 1,-1 0,1 1,-1-1,1 0,0 1,0-1,0 1,0 0,0 0,1 0,-1 0,1 0,0 0,0 0,0 0,0 0,0 0,1 1,0-1,-1 0,1 1,0-1,1 0,-1 0,0 1,1-1,0 0,0 0,0 0,1 4,5 0,-1 0,1-1,0 0,1 0,-1 0,1-1,0 0,0 0,1-1,0 0,-1 0,1-1,1-1,-1 1,0-1,0-1,1 0,-1 0,1-1,-1 0,1-1,3 0,-8 0,-1-1,0 1,0-1,0 0,0 0,0 0,0-1,-1 1,1-1,-1 0,1 0,-1 0,0 0,0-1,-1 1,1-1,-1 0,1 1,-1-1,-1 0,1-1,0 1,-1 0,0 0,0-1,0 1,-1-1,1 1,-1 0,0-1,0 1,-1-1,1 1,-1-2,-8 25,8-16,0 1,0 0,0 0,1 0,-1 0,1 0,0 0,0 0,1 0,-1 0,1 0,0 0,0 0,0 0,1 0,-1-1,1 1,0 0,0-1,0 0,1 1,-1-1,1 0,-1 0,1 0,0-1,0 1,1-1,-1 1,0-1,1 0,-1 0,1-1,0 1,0-1,0 0,-1 0,1 0,0 0,0-1,0 1,0-1,3 0,0-2,0 0,-1 0,0 0,1-1,-1 0,0 0,-1-1,1 1,0-1,-1-1,0 1,0-1,0 0,-1 0,1 0,-1 0,-1-1,1 0,-1 0,0 0,0 0,0 0,-1 0,0-1,0 0,0-4,1 49,-3-35,0-1,0 1,1 0,-1-1,1 1,0 0,0-1,0 1,0-1,0 1,0-1,1 1,-1-1,1 0,0 0,-1 0,1 0,0 0,0 0,0 0,1-1,-1 1,0-1,1 0,-1 1,1-1,-1 0,1 0,-1-1,1 1,0 0,-1-1,1 0,0 0,0 0,5 1,-1-1,1 0,0-1,0 0,-1 0,1-1,0 0,-1 0,0-1,1 0,-1 0,0-1,67-57,-91 138,17-74,1-1,-1 0,1 1,-1-1,1 0,0 0,0 1,0-1,0 0,1 0,-1 0,0 0,1-1,-1 1,1 0,0 0,0-1,0 1,0-1,0 0,0 1,0-1,0 0,0 0,0-1,1 1,-1 0,0-1,1 1,-1-1,2 0,2 1,0 0,0-1,0 0,1 0,-1 0,0-1,0 0,0 0,0-1,0 0,0 0,0-1,50-45,-55 49,-1-1,1 1,0 0,-1-1,1 1,-1-1,1 1,-1 0,1-1,-1 1,1 0,-1-1,0 1,1 0,-1 0,0 0,0-1,0 1,1 0,-1 0,0 0,0-1,0 1,0 0,0 0,-1 0,1 0,0-1,0 1,0 0,-1 0,1-1,-1 1,1 0,0 0,-1-1,0 1,0 6,1-3,0 1,0 0,1-1,-1 1,1-1,0 1,0-1,1 0,-1 1,1-1,0 0,0 0,0 0,1 0,-1 0,1-1,0 1,0-1,0 1,1-1,-1 0,1-1,0 1,-1-1,1 1,0-1,1 0,-1 0,0-1,0 0,1 1,-1-1,1-1,-1 1,1-1,-1 1,1-1,0 0,-1-1,1 1,-1-1,2-1,23-6,-4-3</inkml:trace>
  <inkml:trace contextRef="#ctx0" brushRef="#br3" timeOffset="-60166.635">32977 16363,'2'-7,"0"-4,1-1,0 1,0 0,1 0,1 0,0 0,0 1,1-1,6-7,-11 17,1 1,-1-1,0 0,0 1,1-1,-1 1,0-1,0 1,1-1,-1 1,1 0,-1 0,0 0,1 0,-1 0,0 0,1 0,-1 0,0 1,1-1,-1 0,0 1,1-1,-1 1,0-1,0 1,1 0,-1 0,0-1,0 1,0 0,0 0,0 0,0 0,-1 0,1 0,0 1,0-1,-1 0,1 0,0 1,-1-1,0 0,1 0,-1 1,0-1,1 1,11 24,-2 0,0 1,-1 0,-2 1,-1 0,-1 2,-3-22,14 70,-4 0,-3 1,-4 0,-3 0,-3 0,-4 0,-7 21,8-73,-2 0,-1 0,-1-1,-1 0,-1 0,-2-1,0 0,-2-1,0-1,-2 0,-1-1,0-1,-6 4,-58 48</inkml:trace>
  <inkml:trace contextRef="#ctx0" brushRef="#br3" timeOffset="-53752.285">3913 15455,'-1'-3,"-1"0,0 0,0 0,0 0,-1 1,1-1,-1 1,1-1,-1 1,0 0,0 0,0 0,0 1,0-1,0 1,-1 0,1-1,0 1,-1 1,1-1,-1 0,1 1,-1 0,1 0,-1 0,1 0,-1 0,1 1,0 0,-1 0,1 0,0 0,-1 0,1 0,0 1,-3 1,-6 5,0 0,1 0,0 1,1 1,-1 0,2 0,-1 1,2 0,-1 0,2 1,-1 0,2 1,0 0,0 0,-3 12,8-23,1 1,-1-1,1 1,0-1,0 1,0-1,0 1,0-1,0 1,1-1,-1 1,1-1,0 1,0-1,0 0,0 1,0-1,0 0,1 0,-1 0,1 0,-1 0,1 0,0 0,0 0,-1-1,1 1,1-1,-1 1,0-1,0 0,0 0,1 0,-1 0,1 0,-1-1,0 1,1-1,-1 1,1-1,1 0,7 2,-1-1,1 0,0 0,-1-1,1-1,-1 1,1-2,0 0,-1 0,0-1,0 0,0 0,0-1,0-1,-1 0,1 0,-1-1,-1 0,4-2,-7 0,0-1,-1 1,0-1,0 0,-1 0,0-1,0 1,-1 0,0-1,-1 0,0 1,-1-1,0 0,0 0,-1 1,0-1,-2-5,1-13,0-16,1 116,0-43,0 0,2 0,1 0,4 16,-5-41,0-1,0 0,0 0,0 1,0-1,1 0,-1 0,1 0,0 0,0-1,0 1,0 0,0-1,0 0,1 1,0-1,-1 0,1 0,0 0,0-1,0 1,0-1,0 1,0-1,0 0,1 0,-1-1,0 1,1-1,-1 1,0-1,1 0,-1 0,1-1,2 0,10-1,0 0,-1-2,1 0,-1-1,0 0,-1-1,1-1,-1 0,0-1,-1 0,0-1,0-1,11-11,-18 15,0-1,-1-1,0 1,0-1,-1 0,0 0,0 0,-1 0,0-1,0 1,-1-1,0 0,0 0,-1 0,-1 0,1 0,-1 0,-1-4,-1 161,-3-119,0 49,6-76,1 1,0-1,0 0,0 0,0 0,1-1,-1 1,0 0,1-1,-1 1,1-1,0 0,-1 0,1 0,0 0,0-1,-1 1,1-1,0 1,0-1,0 0,0 0,0-1,-1 1,1 0,0-1,0 0,0 0,-1 1,1-2,0 1,1-1,9-1,0-1,0 0,0 0,-1-2,0 1,0-1,0-1,-1 0,0-1,0 0,-1-1,0 0,-1-1,0 0,0 0,-1-1,0 0,-1 0,-1-1,1 0,-2 0,0-1,14-133,-14 137,-2 31,0 16,-2-15,2 1,0-1,1 0,1 0,4 8,-7-26,0 0,0 0,1 0,0-1,0 1,0-1,1 0,0 0,0 0,0 0,0 0,0-1,1 0,-1 0,1 0,0-1,0 1,0-1,0 0,0-1,0 1,1-1,-1 0,1 0,-1-1,1 0,-1 0,1 0,1 0,5-1,0-1,0 0,0 0,0-1,0-1,0 0,-1 0,0-1,0-1,0 0,0 0,6-6,-6 2,-1 0,1-1,-2 0,0-1,0 0,-1 0,0-1,-1 0,-1 0,0-1,-1 0,0 0,-1 0,-1-1,1-7,3-31,-2-1,-2 0,-3-29,-4-110,-15 262,9-34,-6 20,3 0,2 1,2 0,-1 49,10-91,1 0,1 0,0 0,0 0,2 0,-1-1,2 1,0-1,0 0,2-1,4 9,-7-15,0 0,0 0,1 0,0 0,0-1,0 0,1 0,0 0,0-1,0 0,0 0,1 0,0-1,-1 0,1 0,0-1,1 0,-1 0,0-1,1 0,-1 0,4 0,31-11,-27 0</inkml:trace>
  <inkml:trace contextRef="#ctx0" brushRef="#br3" timeOffset="-53496.784">4836 15147,'0'-7,"14"-2,20 0,22 3,19 1,9 2,-1 1,-4 1,-14 4,-18 2,-18 1</inkml:trace>
  <inkml:trace contextRef="#ctx0" brushRef="#br3" timeOffset="-53083.889">5237 15629,'10'8,"1"-1,0 1,0-2,0 1,1-2,0 1,0-2,0 1,1-2,8 2,-19-5,1 0,0 0,0 0,0 0,0-1,-1 1,1-1,0 0,-1 0,1 0,0 0,-1-1,0 1,1 0,-1-1,0 0,1 0,-1 1,0-1,0-1,-1 1,1 0,0 0,-1-1,1 1,-1-1,0 1,0-1,0 1,0-1,0 0,12-90,-13 81,-1 1,0-1,0 0,-1 1,-1-1,0 1,0-1,-1 1,-1 0,0 1,0-1,-1 1,0 0,-1 0,-3-3,9 11,-1 1,1 0,0-1,-1 1,1 0,-1 0,1 0,-1-1,0 2,1-1,-1 0,0 0,0 1,1-1,-1 0,0 1,0 0,0 0,0-1,0 1,0 0,0 0,1 1,-1-1,0 0,0 1,0-1,0 1,0-1,1 1,-1 0,0 0,1 0,-1 0,0 0,1 0,0 0,-1 1,0-1,-8 14,0-1,1 2,0-1,2 1,-1 0,2 1,0-1,1 1,1 1,1-1,0 4,-1-7,-10 55</inkml:trace>
  <inkml:trace contextRef="#ctx0" brushRef="#br3" timeOffset="-48229.563">638 17580,'-16'11,"-9"11,-6 9,-2 7,1 9,0 9,4 7,5 5,5 2,7-2,4-3,9-6,10-9,11-7,5-10,5-10,-4-9</inkml:trace>
  <inkml:trace contextRef="#ctx0" brushRef="#br3" timeOffset="-48006.304">719 17874,'0'18,"0"16,0 10,-2 5,-4 3,-2-3,-3-4,2-11</inkml:trace>
  <inkml:trace contextRef="#ctx0" brushRef="#br3" timeOffset="-47766.387">732 17914,'-2'10,"3"6,5 8,5 5,7 2,6-1,6-4,-1-5,0-6,-1-8,-5-5</inkml:trace>
  <inkml:trace contextRef="#ctx0" brushRef="#br3" timeOffset="-47576.256">1039 17700,'-2'0,"-1"7,2 11,4 12,2 12,-1 8,-1 7,-5 3,-5 0,0-5,0-8,1-12</inkml:trace>
  <inkml:trace contextRef="#ctx0" brushRef="#br3" timeOffset="-47212.483">1240 17968,'-6'20,"1"-1,1 2,0-1,2 0,0 1,1-1,1 4,0-21,0-1,0 0,0 1,0-1,1 0,-1 1,0-1,1 0,0 0,-1 1,1-1,0 0,0 0,1 0,-1 0,0 0,0 0,1-1,0 1,-1 0,1-1,0 1,-1-1,1 1,0-1,0 0,0 0,0 0,1 0,-1 0,0 0,0-1,1 1,-1-1,0 1,0-1,1 0,-1 0,0 0,1 0,7-5,0 1,-1-1,0-1,0 0,-1 0,1-1,-1 0,-1 0,1 0,-1-1,0-1,-1 1,0-1,-1 0,0 0,0-1,-1 0,0 1,0-1,-1-1,0-3,4-37,-8 51,1-1,0 1,-1-1,1 0,0 1,-1-1,1 1,0-1,-1 1,1-1,-1 1,1-1,-1 1,1 0,-1-1,1 1,-1 0,0-1,1 1,-1 0,1 0,-1-1,0 1,1 0,-1 0,0 0,1 0,-1 0,0 0,1 0,-1 0,0 0,1 0,-1 1,1-1,-1 0,0 0,1 1,-1-1,1 0,-1 1,0-1,1 0,-1 1,1-1,-1 1,1-1,0 1,-1-1,1 1,-1-1,1 1,0-1,0 1,-1 0,1-1,0 1,0-1,0 1,-1 0,1-1,0 1,0 0,0-1,-3 5,1-1,-1 0,1 1,0 0,0-1,0 1,0 0,1 0,0 0,0 0,1 0,-1 0,1 0,0 0,0 1,1-1,-1 0,1 0,0 0,1 0,-1 0,1-1,0 1,2 3,23 20,5-5</inkml:trace>
  <inkml:trace contextRef="#ctx0" brushRef="#br3" timeOffset="-46416.119">2108 17941,'15'13,"0"1,-2 0,0 1,0 0,-2 1,0 1,0 0,-2 0,0 1,-1 0,-1 1,-1-1,2 8,-5-10,21-39,82-127,-106 149,0 0,1 1,-1-1,0 0,1 0,-1 0,1 0,-1 1,1-1,-1 0,1 1,0-1,-1 0,1 1,0-1,0 1,-1-1,1 1,0-1,0 1,0-1,0 1,-1 0,1 0,0-1,0 1,0 0,0 0,0 0,0 0,0 0,0 0,0 0,-1 0,1 1,0-1,0 0,0 1,0-1,0 0,0 1,-1-1,1 1,0-1,0 1,-1-1,1 1,0 0,-1-1,1 1,-1 0,1 0,-1-1,1 1,-1 0,1 0,-1 0,0-1,1 1,-1 0,0 0,0 0,0 0,0 0,0 0,0 0,0 0,0 0,1 5,1 1,-1-1,1 0,0 0,0 0,1 0,0-1,0 1,0-1,1 1,-1-1,2 0,-1-1,0 1,1-1,0 0,0 0,0 0,0 0,0-1,1 0,0 0,0-1,3 2,2-1,0-1,0 0,0-1,0 0,0 0,1-1,-1-1,0 0,0 0,0-1,0-1,0 0,0 0,0-1,-1-1,0 1,0-2,0 1,-1-1,0-1,7-5,-14 10,0 1,0-1,0 0,0 1,0-1,0 0,-1 0,1 0,-1-1,1 1,-1 0,0-1,0 1,0 0,0-1,-1 1,1-1,0 1,-1-1,0 0,0 1,0-1,0 0,0 1,0-1,0 1,-1-1,0 1,1-1,-1 1,0-1,0 1,0-1,-1 1,1 0,0 0,-1 0,0 0,1 0,-1 0,0 0,0 0,0 1,0-1,0 1,-1-1,1 1,0 0,-1 0,0-1,0 1,1 1,0-1,-1 0,1 1,-1-1,0 1,1 0,-1-1,1 1,-1 1,0-1,1 0,-1 0,1 1,-1 0,1-1,-1 1,1 0,0 0,-1 1,1-1,0 0,0 1,0-1,0 1,0 0,0 0,0-1,1 1,-1 1,1-1,-1 0,1 0,0 0,0 1,0-1,0 1,0-1,0 0,1 1,-1 0,1-1,0 1,-1-1,1 1,1-1,-1 1,0 0,1-1,-1 1,1-1,0 1,1 4,2 0,-1 0,1 0,0 0,0-1,0 0,1 0,0 0,0 0,1-1,0 0,0 0,0 0,0-1,1 0,0 0,-1-1,2 0,-1 0,1 0,35 13</inkml:trace>
  <inkml:trace contextRef="#ctx0" brushRef="#br3" timeOffset="-46012.199">3205 18022,'-2'0,"-9"-1,0 0,0 1,-1 1,1 0,0 0,0 1,0 0,0 1,0 1,1 0,-1 0,1 1,-3 1,12-5,-1 0,1 0,-1 0,1 1,0-1,0 0,0 0,-1 1,1-1,1 1,-1-1,0 1,0-1,0 1,1-1,-1 1,1 0,-1-1,1 1,0 0,0-1,-1 1,1 0,0 0,1-1,-1 1,0 0,0 0,1-1,-1 1,1 0,0-1,-1 1,1-1,0 1,0-1,0 1,0-1,0 0,0 1,0-1,1 0,-1 0,0 0,1 0,-1 0,1 0,-1 0,1 0,-1 0,1-1,0 1,-1-1,1 1,23 9,-1-1,2-1,-1-1,1-2,0 0,1-1,-1-2,12-1,-19 0,1-1,0 0,-1-2,0 0,1-1,7-3,-21 4,0 1,-1-1,1 0,0 0,-1-1,0 0,1 0,-1 0,0 0,-1-1,1 0,-1 0,1 0,-1-1,0 1,-1-1,1 0,-1 0,0 0,0-1,-1 1,2-4,-3 8,-1-1,1 1,-1-1,1 0,-1 1,0-1,1 0,-1 1,0-1,0 0,0 1,0-1,-1 0,1 1,0-1,-1 1,1-1,-1 0,1 1,-1-1,0 1,0-1,0 1,0 0,0-1,0 1,0 0,0 0,0-1,-1 1,1 0,0 0,-1 0,1 1,-1-1,1 0,-1 1,1-1,-1 0,1 1,-1 0,0-1,1 1,-1 0,0 0,-5-1,1 1,0 0,-1 0,1 0,-1 1,1 0,0 0,-1 1,1 0,0 0,-3 1,-44 41,52-43,-1 0,1 1,0 0,0-1,0 1,0 0,0 0,1-1,-1 1,0 0,1 0,-1 0,1 0,0 0,0 0,0 0,0 0,0 0,0 0,0 0,1-1,-1 1,1 0,-1 0,1 0,0 0,-1 0,1-1,0 1,0 0,0-1,1 1,-1 0,6 3,0-1,0 1,0-1,0 0,1-1,-1 0,1 0,0-1,0 0,0 0,0-1,0 0,0 0,7-1,-9 1,57 4,-4-3</inkml:trace>
  <inkml:trace contextRef="#ctx0" brushRef="#br3" timeOffset="-45547.67">3860 17981,'-54'1,"53"-1,0 0,0 0,0 0,0 0,-1 1,1-1,0 0,0 1,0-1,0 1,0-1,0 1,0-1,0 1,0 0,0 0,0-1,1 1,-1 0,0 0,0 0,1 0,-1 0,0 0,1 0,-1 0,1 0,0 0,-1 0,1 1,0-1,0 0,-1 0,1 0,0 0,0 1,0-1,0 0,1 0,-1 0,0 0,1 1,2 4,0 0,0 0,1 0,0-1,0 0,1 0,-1 0,1 0,0-1,0 0,3 2,2 2,30 24,-26-23,-2 1,1 1,-1-1,-1 2,0 0,0 0,3 7,-13-18,-1 0,0 1,1-1,-1 0,0 0,0 1,0-1,0 0,0 0,0 1,0-1,0 0,0 0,-1 1,1-1,-1 0,1 0,-1 0,1 0,-1 1,1-1,-1 0,0 0,0 0,0 0,1 0,-1-1,0 1,0 0,0 0,0-1,0 1,-1 0,1-1,0 1,0-1,0 1,0-1,-1 0,1 0,0 1,0-1,-1 0,1 0,0 0,-1 0,1 0,0-1,0 1,-1 0,1-1,0 1,0 0,0-1,0 0,-1 1,1-1,0 1,0-1,0 0,0 0,-2 0,1-1,-1 0,0 0,0 0,1 0,-1 0,1 0,0-1,0 1,0-1,0 1,0-1,0 0,1 0,-1 0,1 0,0 0,0 0,0 0,0 0,1-1,-1 1,1 0,0 0,0-1,0 1,0 0,0-1,1 1,-1 0,1 0,0 0,0-1,1 1,-1 0,0 0,1 1,0-1,0 0,0 0,0 1,0-1,0 1,1 0,-1-1,9-6,0-1,1 2,0 0,0 0,1 1,0 0,0 1,0 1,1 0,0 1,0 0,0 1,0 1,1 0,-1 1,8 0,-20 1,-1 1,1-1,-1 0,1 0,-1 0,1 1,-1-1,1 1,-1 0,0-1,1 1,-1 0,0 0,1-1,-1 1,0 0,0 0,0 0,0 1,0-1,0 0,0 0,0 1,-1-1,1 0,0 1,-1-1,1 1,-1-1,1 1,-1-1,0 1,1 0,-2 59,-1-35,2-24,-1 1,1-1,0 0,1 0,-1 1,0-1,1 0,-1 0,1 1,0-1,0 0,0 0,0 0,0 0,0 0,0 0,1 0,-1-1,0 1,1 0,0-1,-1 1,1-1,0 0,0 1,0-1,0 0,0 0,0 0,0 0,0-1,1 1,1 0,13 2</inkml:trace>
  <inkml:trace contextRef="#ctx0" brushRef="#br3" timeOffset="-45373.526">4248 17741,'-2'-9,"8"-4,3 2</inkml:trace>
  <inkml:trace contextRef="#ctx0" brushRef="#br3" timeOffset="-45164.485">4542 17567,'2'6,"1"13,2 13,1 10,-2 10,-3 8,-1 4,-4 1,-1-2,0-4,2-9,0-7,4-9,4-11,3-8,2-10,0-5</inkml:trace>
  <inkml:trace contextRef="#ctx0" brushRef="#br3" timeOffset="-44729.749">4422 17901,'-20'-2,"37"4,168 9,-113-9,1 4,53 10,-123-16,1 0,-1 0,0 1,1-1,-1 1,0 0,0 0,1 0,-1 0,0 0,0 1,0-1,0 1,-1 0,1 0,0 0,-1 0,1 0,-1 1,0-1,0 1,0-1,0 1,0 0,0 0,-1 0,0 0,1 0,-1 0,0 0,0 0,-1 1,-8 41,7-42,-1 1,1-1,-1 1,1-1,0 1,1 0,-1-1,0 1,1 0,0-1,0 1,0 0,1 0,-1-1,1 1,0 0,0-1,0 1,0-1,1 1,-1-1,1 0,0 1,0-1,0 0,0 0,1-1,1 3,2-2,0 0,0 0,1-1,-1 1,1-2,0 1,-1-1,1 0,0 0,0-1,0 1,-1-2,1 1,0-1,0 0,-1 0,5-2,-7 2,-1 0,1 0,-1 0,0 0,1 0,-1-1,0 1,0-1,0 0,0 0,0 0,0-1,0 1,-1-1,0 1,1-1,-1 0,0 0,0 0,0 0,-1 0,1 0,-1-1,1 1,-1 0,0-1,-1 1,1-1,-1 0,1 1,-1-1,0 1,-1-4,1 2,-2 1,1-1,-1 0,1 1,-1-1,0 1,-1 0,1-1,-1 1,0 0,0 1,0-1,0 0,-1 1,0 0,1 0,-1 0,0 0,-1 1,1-1,0 1,-1 0,1 0,-1 1,-4-3,0 1,-1 1,1 0,-1 0,1 1,-1 0,1 0,-1 1,0 1,1-1,-9 3,15-3,0 1,0-1,0 1,0 0,1 0,-1 0,0 0,0 0,1 0,-1 1,0-1,1 1,0 0,-1 0,1 0,0 0,0 0,0 1,0-1,0 0,1 1,-1 0,1-1,-1 1,1 0,0 0,0-1,1 1,-1 0,0 0,1 0,0 0,0 0,0 0,0 0,0 0,0 0,1 0,-1 0,1 0,1 3,43 34,-17-27</inkml:trace>
  <inkml:trace contextRef="#ctx0" brushRef="#br3" timeOffset="-44428.811">5157 17633,'-4'-1,"-58"-19,61 20,-1 0,0-1,0 1,1 0,-1 0,0 0,0 1,1-1,-1 0,0 1,1-1,-1 1,0-1,1 1,-1 0,1 0,-1 0,1 0,-1 0,1 0,0 0,-1 0,1 1,0-1,0 0,0 1,0-1,0 1,0-1,0 1,1-1,-1 1,1 0,-1 0,0 6,1 0,0 0,1 0,0-1,0 1,1 0,0-1,0 1,1-1,-1 1,2-1,-1 0,1 0,0-1,4 6,-5-7,17 29,-4-8,-1 1,-1 1,-1 1,6 23,-18-50,-1 2,1-1,0 1,0 0,0-1,0 1,1-1,-1 1,1-1,0 0,0 0,0 0,0 0,1 0,-1 0,1 0,0-1,0 1,0-1,0 0,0 0,2 1,13 2,0-1,0-1,0 0,0-2,0 0,1-1,9-1,7 0,36 1,-2-1</inkml:trace>
  <inkml:trace contextRef="#ctx0" brushRef="#br3" timeOffset="-43048.541">6306 18181,'-8'-6,"-1"1,0 0,0 1,0-1,-1 2,1-1,-1 2,0-1,0 1,0 0,0 1,-1 1,1-1,0 1,0 1,0 0,0 1,0 0,-8 2,16-4,1 1,-1-1,1 1,0-1,-1 1,1 0,0-1,-1 1,1 0,0 0,0 0,0 0,-1 0,1 0,0 0,1 0,-1 1,0-1,0 0,0 1,1-1,-1 0,1 1,-1-1,1 1,-1-1,1 1,0-1,0 1,0-1,0 1,0-1,0 1,0-1,0 1,1-1,-1 1,0-1,1 0,-1 1,1-1,0 1,0-1,-1 0,1 0,0 1,0-1,0 0,0 0,0 0,0 0,2 1,7 4,1-1,1 0,-1-1,1 0,-1-1,1 0,0-1,0 0,1-1,-1 0,0-1,0 0,1 1,-1-1,1-1,-1 0,0 0,1-1,-1-1,0 0,0-1,-1 0,1 0,-1-1,0-1,0 0,0-1,3-3,-13 10,0-1,0 1,0-1,0 1,0-1,0 0,0 1,0-1,0 0,0 0,-1 0,1 0,0 0,0 0,-1 0,1 0,-1 0,1 0,-1 0,1 0,-1 0,0 0,1 0,-1-1,0 1,0 0,0 0,0 0,0-1,0 1,0 0,-1 0,1 0,0 0,-1-1,1 1,0 0,-1 0,0 0,1 0,-1 0,1 0,-1 0,-1 0,0 2,-1 0,1 0,-1 0,1 0,0 1,-1-1,1 1,0 0,0 0,0-1,0 1,0 1,1-1,-1 0,1 0,-1 1,1-1,0 0,0 1,0 0,0-1,0 1,0-1,1 1,0 0,-1 0,1-1,0 3,0-2,0-1,0 0,0 1,0-1,0 0,0 0,1 1,-1-1,1 0,0 0,-1 1,1-1,0 0,0 0,0 0,1 0,-1 0,0-1,1 1,0 0,-1-1,1 1,0-1,0 1,-1-1,1 0,0 0,0 1,1-2,-1 1,0 0,0 0,0-1,1 1,-1-1,0 1,2-1,5 1,0 0,0-1,0 1,0-2,0 1,0-2,-1 1,1-1,2-1,1-1,-1-1,0 0,-1 0,1-1,-1-1,-1 0,1 0,-1-1,0 0,-1-1,1 0,-2 0,0-1,0 1,0-2,-1 1,-1-1,0 0,1-3,7-21,-1 0,-3-1,0-1,-2 1,0-24,-6 50,1 5,-1 1,0-1,-1 0,1 1,-1-1,0 0,0 1,-1-1,1 0,-1 1,0-1,0 0,-1 1,1-1,-1 1,0 0,-2-4,2 8,-1-1,1 1,0 0,-1-1,1 1,-1 0,1 1,0-1,-1 0,1 1,0-1,-1 1,1 0,0 0,0 0,-1 0,1 0,0 0,0 0,0 1,1-1,-1 1,0 0,0-1,1 1,-1 0,1 0,0 0,-1 0,0 2,2-3,-12 12,2 0,0 1,1 0,0 0,1 1,1 0,0 1,1 0,1 0,0 0,1 0,1 1,1 0,0-1,1 1,1 0,0 0,1 0,2 4,-1-13,1 1,0-1,1 0,0 0,0 0,0-1,1 0,0 1,1-2,-1 1,1-1,1 0,-1 0,1 0,0-1,0 0,1 0,-1-1,1 0,0-1,0 1,1-2,-1 1,1-1,-1 0,1-1,0 0,4 1,-1-1,1 0,-1-1,1 0,-1-1,1 0,-1-1,0-1,1 0,-1 0,0-1,-1-1,1 0,-1-1,0 0,0-1,-1 0,8-6,-6 1,-1-1,-1 0,1-1,-2 0,0-1,-1 1,0-2,-1 1,-1-1,-1 0,3-13,28-187,-24 25,-20 169,-5 48,4 7,2 1,2-1,1 1,1 0,2 1,1-1,2 0,2 9,-3-29,1 0,0 0,1 0,1 0,0 0,0-1,1 0,1 0,1 0,0 0,0-1,1-1,0 1,1-1,1 0,0-1,0 0,1-1,0 0,0-1,6 3,-15-10,-1 1,1-1,0 0,0 0,0 0,0 0,0 0,0 0,1 0,-1-1,0 1,0-1,1 0,-1 1,0-1,0 0,1 0,-1-1,0 1,0 0,0-1,1 0,-1 1,0-1,0 0,0 0,0 0,0 0,0 0,0-1,0 1,-1 0,1-1,-1 0,1 1,-1-1,1 0,-1 0,0 0,0 0,1-1,-2-5,0 0,0 0,-1 0,0 0,-1 1,0-1,0 0,-1 1,1 0,-2-1,1 1,-1 0,0 1,0-1,-1 1,0-1,0 1,-1 1,1-1,-3-1,-9-9,-1 1,0 1,-1 0,0 1,-1 1,-1 1,0 1,0 1,-1 1,0 0,0 2,-1 1,0 0,1 2,-6 0,22 4,22 2,164 22,-94-16,0 5,-2 3,13 7,-12 14,-83-36,1-1,-1 1,0 0,0 0,0 0,0 0,-1 0,1 0,0 1,-1-1,0 0,1 1,-1-1,0 1,0 0,0-1,-1 1,1 0,-1-1,0 1,1 0,-1 0,0 0,0-1,-1 1,1 0,-1 0,1-1,-1 1,-1 1,-11 27,10-26,0 0,1 1,-1-1,1 0,0 1,1 0,-1-1,1 1,0 0,1 0,-1 0,1-1,0 1,1 3,2-5,0 0,1 0,0-1,-1 1,1-1,0 0,0 0,1-1,-1 1,1-1,-1 0,1 0,0-1,-1 1,1-1,0 0,0 0,0-1,0 1,0-1,0 0,0 0,0-1,1 0,-2 2,0-1,-1 0,1 0,0 0,0 0,0 0,0-1,0 0,-1 0,1 0,0 0,-1-1,1 1,-1-1,1 0,-1 0,0 0,1-1,-1 1,-1-1,1 1,0-1,-1 0,1 0,-1 0,0-1,0 1,0 0,0-1,-1 1,1-1,-1 0,0 0,0 1,0-1,-1 0,1 0,-1 0,0 0,0 0,-1-2,0 1,-1 0,1 0,-1 1,0 0,-1-1,1 1,-1 0,1 0,-1 0,-1 0,1 0,0 1,-1 0,0 0,0 0,0 0,0 0,0 1,0-1,-1 1,1 0,-1 1,1-1,-1 1,0 0,0 0,0 0,0 1,-2-1,1 0,0 0,0 1,-1 0,1 0,0 1,0 0,0 0,-1 0,1 1,0-1,1 1,-1 1,0-1,1 1,-1 0,1 1,0-1,0 1,0 0,0 0,0 1,4-3,-1 0,1 0,-1 0,1 0,0 0,0 0,-1 0,2 0,-1 1,0-1,0 0,1 1,-1-1,1 0,0 1,0-1,0 1,0-1,0 1,0-1,1 0,-1 1,1-1,-1 0,1 1,0-1,0 0,0 0,0 0,1 0,-1 0,1 0,-1 0,2 1,2 2,0-1,0 1,1-1,-1 0,1-1,0 1,0-1,0-1,1 1,-1-1,6 2,26 3,-4-3</inkml:trace>
  <inkml:trace contextRef="#ctx0" brushRef="#br3" timeOffset="-42779.591">7778 17727,'-10'-3,"1"1,-1 0,0 0,1 0,-1 2,0-1,0 1,1 0,-8 2,14-2,-1 1,0 0,1-1,-1 1,1 1,-1-1,1 1,-1-1,1 1,0 0,0 0,0 0,0 1,0-1,0 1,1-1,-1 1,1 0,0 0,0 0,0 0,0 1,0-1,1 0,-1 1,1 1,0 5,1 0,1 0,-1 0,2 0,-1-1,2 1,-1 0,1-1,0 1,1-1,0 0,1 0,0 0,0-1,1 0,6 7,-10-11,146 214,-141-212,0 1,1-2,0 1,0-1,0 0,1-1,-1 0,1 0,0-1,0 0,0-1,1 0,-1 0,1-1,-1 0,1-1,-1 0,1 0,-1-1,7-1,7 2,50-1,-2-2</inkml:trace>
  <inkml:trace contextRef="#ctx0" brushRef="#br3" timeOffset="-42114.375">8767 18048,'16'0,"0"0,-1-2,1 1,0-2,0 0,-1-1,0 0,0-2,0 0,0 0,-1-1,0-1,-1 0,0-1,0-1,-1 0,0 0,0-1,-1-1,-1 0,0 0,-1-1,0 0,-1-1,0 0,-1 0,-1-1,2-6,-2-1,-1-1,0 0,-2 0,-1 0,0 0,-2 0,-1 0,-1 0,0 0,-4-9,6 30,0 0,0 0,0 0,-1 0,1 0,-1 0,1 0,-1 1,0-1,1 0,-1 0,0 0,0 1,0-1,-1 0,1 1,0-1,-1 1,1-1,-1 1,1 0,-1 0,0 0,1 0,-1 0,0 0,0 0,0 0,0 1,0-1,1 1,-1-1,0 1,0 0,0 0,0 0,-1 0,1 0,0 0,0 0,1 1,-1-1,0 1,0-1,0 1,0 0,0 0,0 0,1 0,-1 0,0 1,-7 8,0 0,0 1,1 1,0-1,1 1,1 1,0-1,0 1,1 0,1 0,0 1,1-1,0 1,1 0,1 0,0 0,1 11,0-6,1 1,1 0,0-1,1 1,2-1,0 0,0 0,2-1,0 1,2-2,0 1,0-1,2 0,0-1,1 0,1-1,0-1,1 0,0 0,1-2,1 1,0-2,0 0,11 3,-21-10,1-1,0 0,0 0,1-1,-1 1,0-2,1 1,-1-1,1 0,0-1,-1 0,1 0,-1-1,1 0,0 0,-1 0,0-1,1-1,-1 1,0-1,0 0,0 0,-1-1,1 0,-1 0,0-1,5-4,3-6,-2-1,0 0,0-1,-1 0,-2-1,1 0,1-9,-25 59,12-26,-1 0,1 0,0 0,1 0,-1 0,1 1,0-1,1 1,0-1,0 0,0 1,1-1,0 1,0-1,0 0,1 1,0-1,0 0,1 0,0 1,11 7</inkml:trace>
  <inkml:trace contextRef="#ctx0" brushRef="#br3" timeOffset="-41497.6">9475 17754,'33'11,"0"2,-1 2,-1 1,-1 1,0 1,-1 2,-1 1,-1 1,7 10,-26-24,0 1,-1-1,0 2,-1-1,0 1,-1-1,0 2,0-1,-1 0,0 1,-1 0,0 0,-1 0,0 0,-1 0,0 2,-2-10,1 0,0 0,0 0,0 0,0 0,0 0,1 0,0 0,-1-1,1 1,0 0,0 0,0-1,1 1,-1 0,1-1,-1 1,1-1,0 0,0 1,0-1,0 0,0 0,1-1,-1 1,1 0,-1-1,1 1,-1-1,1 0,0 0,2 1,5 0,0 0,0-1,1 0,-1-1,0 0,0-1,1 0,-1 0,0-1,0-1,0 1,-1-2,1 1,-1-1,0-1,0 0,0 0,0-1,-1 0,0 0,0-1,-1 0,0 0,0-1,0 0,-1 0,0 0,-1-1,-2 2,-2 6,-4 24,5-18,1 0,0-1,0 1,1-1,-1 1,1-1,0 0,0 0,0-1,1 1,-1-1,1 0,-1 0,1-1,0 1,1-1,-1 0,0 0,0-1,1 0,-1 0,1 0,-1 0,2-1,-1 2,0-1,0 1,0-1,0 0,0-1,0 0,1 0,-1 0,0-1,0 1,0-2,0 1,0-1,0 1,0-2,0 1,-1-1,1 0,-1 0,1 0,-1-1,0 1,-1-1,1-1,2-2,5-2,-11 30,-1-19,0 1,-1-1,1 1,0-1,-1 1,1-1,1 1,-1-1,0 1,0-1,1 1,-1-1,1 0,0 1,0-1,0 0,0 1,0-1,1 0,-1 0,1 0,-1 0,1 0,0 0,-1 0,1-1,0 1,0-1,0 1,2 0,9 2</inkml:trace>
  <inkml:trace contextRef="#ctx0" brushRef="#br3" timeOffset="-41246.826">10491 17780,'-5'9,"-1"3</inkml:trace>
  <inkml:trace contextRef="#ctx0" brushRef="#br3" timeOffset="-40994.959">10611 18235,'16'-2,"0"-1,0 0,-1-1,1 0,-1-2,0 0,0 0,-1-1,0-1,0-1,-1 0,0 0,0-1,-1-1,-1 0,0-1,0 0,8-14,-16 24,-1-1,0 0,0 0,0 0,0 0,0 0,-1-1,0 1,1 0,-1-1,0 1,-1-1,1 1,-1-1,1 1,-1-1,0 0,0 1,-1-1,1 1,-1-1,0 1,0-1,0 1,0-1,0 1,-1 0,0 0,1-1,-1 1,0 1,-1-1,1 0,0 0,-1 1,0-1,1 1,-1 0,0 0,0 0,0 0,-1 1,-1-2,-2 2,1 0,-1 0,0 0,0 1,0 0,0 0,0 1,0 0,0 0,0 1,0 0,0 0,1 0,-1 1,-2 2,5-4,0 1,1 0,-1 0,1 1,0-1,-1 1,1 0,1 0,-1 0,0 0,1 0,-1 1,1-1,0 1,0-1,0 1,1 0,-1 0,1 0,0 0,0 0,0 0,1 0,0 0,-1 0,1 0,1 1,1 2,1 0,0 0,0 0,1 0,0-1,0 1,0-1,1 0,0 0,0-1,1 1,-1-1,1-1,1 1,-1-1,0 0,1 0,0-1,0 1,0-2,0 1,1-1,0 0,132 35,-70-27</inkml:trace>
  <inkml:trace contextRef="#ctx0" brushRef="#br3" timeOffset="-40267.589">12362 18007,'-10'-1,"-6"-2,0 1,-1 0,1 1,-1 1,1 0,-1 2,1 0,0 0,0 2,0 0,-15 6,28-10,1 1,1 0,-1-1,0 1,0 0,0 0,0 0,1 0,-1 1,0-1,1 0,-1 1,1-1,-1 1,1 0,0-1,0 1,0 0,0 0,0 0,0 0,0-1,1 1,-1 0,1 1,-1-1,1 0,0 0,0 0,0 0,0 0,0 0,0 0,0 0,1 0,-1 0,1 0,0 0,-1 0,1 0,0 0,0 0,1 0,4 2,0 0,1-1,-1 1,1-1,0-1,0 1,0-1,0-1,1 1,-1-1,0 0,1-1,-1 0,0 0,1 0,-1-1,0 0,1-1,-1 1,0-2,0 1,1-1,1-1,0-1,1 0,-2-1,1 0,-1 0,0-1,0 0,-1 0,0-1,0 0,0 0,-1-1,-1 1,0-2,0 1,0 0,-1-1,-1 0,1 0,-2 0,1 0,-2 0,1 0,-1-1,-1 1,0-11,3-8,-1 0,-1 0,-2 0,0 1,-2-1,-2 0,5 28,0-1,1 1,-1 0,-1 0,1 0,0-1,0 1,0 0,-1 0,1 0,0-1,-1 1,1 0,-1 0,0 0,1 0,-1 0,0 0,1 0,-1 0,0 0,0 0,0 1,0-1,0 0,0 1,0-1,0 0,0 1,0-1,-1 1,1 0,0-1,0 1,0 0,-1 0,1 0,0-1,0 1,0 1,-1-1,1 0,0 0,0 0,0 1,-1-1,1 0,0 1,0-1,0 1,0 0,0-1,0 1,0 0,-7 7,0 0,0 1,1 0,1 1,-1 0,2 0,-1 0,1 0,1 1,0 0,1 0,0 0,0 0,1 1,1-1,0 1,0 10,0-13,1 0,0 0,0-1,1 1,0 0,1-1,0 1,0-1,0 1,1-1,1 0,0 0,0 0,0-1,1 1,0-1,0 0,1-1,-1 1,2-1,-1 0,1 0,0-1,0 0,0 0,1-1,0 0,0 0,0-1,0 0,0 0,5 0,-4-2,-1 0,0 0,1-1,-1-1,1 1,-1-1,0-1,1 1,-1-1,0-1,0 0,0 0,-1 0,1-1,-1 0,0-1,0 0,0 0,0 0,-1-1,0 0,0 0,-1 0,0-1,0 0,0 0,-1 0,2-3,-2 2,1 1,-1-1,-1 0,0 0,0-1,0 1,-1-1,0 1,-1-1,0 1,0-1,-1 0,0 0,0 1,-2-4,1 10,0 1,0-1,0 1,0-1,0 1,0 0,-1-1,1 1,-1 0,1 0,-1 0,1 0,-1 0,1 0,-1 1,0-1,0 0,1 1,-1 0,0-1,0 1,0 0,1 0,-1 0,0 0,0 0,0 0,0 0,1 1,-1-1,0 1,0-1,1 1,-1 0,0 0,1 0,-1 0,1 0,-1 0,1 0,0 0,-1 0,1 1,0-1,0 1,0-1,0 1,0-1,0 1,0 0,0-1,1 1,-1 0,1-1,-1 2,-2 3,0 0,1 0,-1 0,1 1,0-1,1 1,-1 0,2-1,-1 1,1 0,-1 0,2 0,-1-1,1 1,0 0,1-1,-1 1,1-1,1 1,-1-1,1 0,0 0,0 0,1 0,0 0,0-1,2 3,8 8,-1-1,2-1,0 0,0-1,1 0,1-2,0 0,11 5,22 9</inkml:trace>
  <inkml:trace contextRef="#ctx0" brushRef="#br3" timeOffset="-39931.059">13525 17914,'0'21,"0"15,0 11,-2 9,-1 4,-2 1,0-1,-2-6,-2-8,-1-9,-2-11,2-15,2-9</inkml:trace>
  <inkml:trace contextRef="#ctx0" brushRef="#br3" timeOffset="-39660.423">13459 17874,'3'-85,"-3"84,0 0,0 0,1 1,-1-1,0 0,0 1,1-1,-1 0,1 1,-1-1,1 1,-1-1,1 0,-1 1,1-1,-1 1,1 0,-1-1,1 1,0-1,-1 1,1 0,0-1,-1 1,1 0,0 0,0 0,-1 0,1-1,0 1,-1 0,1 0,0 0,0 0,-1 1,1-1,0 0,0 0,-1 0,1 1,0-1,-1 0,1 1,0-1,-1 0,1 1,-1-1,1 1,0-1,-1 1,1-1,-1 1,32 29,-20-15,0 1,-1 1,0 0,-2 0,0 1,-1 0,0 0,2 15,-9-32,0 1,-1 0,1-1,-1 1,1 0,-1 0,0-1,0 1,0 0,0 0,0-1,0 1,-1 0,1 0,0-1,-1 1,1 0,-1-1,0 1,0 0,0-1,1 1,-1-1,0 1,-1-1,1 0,0 0,0 1,-1-1,1 0,0 0,-1 0,1 0,-1 0,0-1,1 1,-1 0,0-1,1 1,-1-1,0 1,1-1,-1 0,0 0,-45-2,26-1</inkml:trace>
  <inkml:trace contextRef="#ctx0" brushRef="#br3" timeOffset="-38563.702">13673 18074,'52'-246,"-24"111,-28 133,0 1,1 0,-1 0,0 0,0 0,1 0,-1 0,0-1,0 1,0 0,-1 0,1 0,0 0,0-1,-1 1,1 0,0 0,-1 0,1 0,-1 0,1 0,-1 0,0 0,1 0,-1 0,0 1,0-1,0 0,0 0,0 1,0-1,0 0,0 1,0-1,0 1,0-1,0 1,0 0,0-1,0 1,0 0,-1 0,1 0,0 0,0 0,0 0,0 0,0 0,-1 0,1 1,0-1,0 0,0 1,0-1,0 1,0-1,0 1,0-1,0 1,0 0,0 0,0 1,1 1,-1-1,1 1,-1-1,1 1,0-1,0 1,0-1,1 1,-1-1,0 1,1-1,0 1,-1-1,1 0,0 1,0-1,1 0,-1 0,0 1,1-1,-1 0,1 0,0-1,0 1,-1 0,1-1,0 1,1-1,-1 1,0-1,0 0,1 0,-1 0,1 0,74 47,-57-38,-1 1,-1 1,0 1,-1 0,0 2,14 14,-28-24,1 0,-1-1,0 1,0 0,-1 1,0-1,0 0,0 1,0-1,-1 1,0 0,0-1,-1 1,1 0,-1 0,-1-1,1 1,-1 0,0-1,0 1,0 0,-1-1,0 0,0 1,0-1,-1 0,0 0,0 0,0 0,2-4,0 0,0 0,0 0,1 0,-1 0,0 0,1 0,-1 0,1 0,-1 0,1 0,0 1,-1-1,1 0,0 0,0 1,0-1,0 0,0 0,0 1,0-1,0 0,0 0,1 0,-1 1,0-1,1 0,-1 0,1 0,-1 0,1 0,0 0,0 0,-1 0,1 0,0 0,0 0,0 0,0 0,0-1,0 1,0 0,0-1,0 1,1 0,10 2,-1-1,1 0,0 0,-1-2,1 1,0-1,-1-1,1 0,0-1,-1 0,1 0,-1-2,0 1,0-1,1-1,-10 4,1 0,-1 0,0 0,0 0,0 0,0-1,0 1,0-1,0 1,0-1,0 0,-1 0,1 0,-1 1,1-2,-1 1,0 0,0 0,0 0,1-2,-3 4,1-1,0 1,-1-1,1 1,0 0,-1-1,1 1,-1 0,1 0,-1-1,1 1,-1 0,1 0,-1 0,1-1,-1 1,1 0,-1 0,1 0,-1 0,1 0,-1 0,1 0,-1 0,1 0,-1 0,1 1,-1-1,1 0,-1 0,1 0,-1 0,1 1,-1-1,1 0,0 1,-1-1,1 0,-1 1,1-1,0 0,-1 1,1-1,0 1,0-1,-1 1,1-1,0 1,0-1,0 1,-1-1,1 1,0-1,0 1,0-1,0 1,0-1,0 1,0-1,0 1,0-1,0 1,2 3,0 0,0-1,0 1,0-1,0 1,1-1,-1 0,1 0,0 0,0 0,0 0,0-1,1 1,-1-1,1 0,-1 0,1 0,0-1,0 1,-1-1,1 0,0 0,2 0,-4 0,0 1,1-1,-1 0,1 0,0 0,-1 0,1 0,0-1,0 1,-1-1,1 0,0 0,0 0,0 0,-1 0,1-1,0 1,0-1,-1 0,1 0,-1 0,1 0,-1 0,1 0,-1-1,1 1,-1-1,0 0,0 0,0 0,0 0,0 0,0 0,-1 0,1 0,-1-1,1 1,-1-1,0 1,0-1,0 0,0 1,0-2,-1-2,0 0,0-1,0 1,0 0,-1 0,0 0,-1 0,1 0,-1 0,0 0,0 1,-1-1,0 1,0-1,0 1,-1 0,0 0,0 0,0 1,0 0,-1-1,1 2,-1-1,0 0,0 1,-1 0,1 0,-1 0,0 1,5 2,0-1,-1 1,1 0,0-1,0 1,-1 0,1 0,0 0,0 0,-1 0,1 0,0 1,0-1,-1 0,1 1,0-1,0 0,0 1,0 0,0-1,-1 1,1 0,0-1,0 1,1 0,-1 0,0 0,0 0,0 0,0 0,1 0,-1 0,1 0,-1 0,1 0,-1 1,1-1,-1 0,1 0,0 2,6 51,-1-46,0 0,0 0,1 0,1 0,-1-1,1 0,0-1,0 1,1-1,0-1,0 1,1-1,-1-1,1 0,0 0,6 1,5 2,0-1,0-1,0-1,0-1,1-1,-1-1,10 0,-18-2,-1 1,1-2,0 0,-1 0,1-1,-1 0,0-1,0 0,-1-1,1 0,7-6,-13 8,0-1,0 1,-1-1,0 0,0-1,0 1,0-1,0 1,-1-1,0 0,0 0,0-1,-1 1,0-1,0 1,0-1,-1 0,0 1,0-1,0 0,-1 0,0 0,0 0,0 0,-1 1,0 0,0 1,-1-1,0 1,0-1,0 1,0-1,-1 1,1 0,-1 0,0 0,0 0,-1 1,1-1,-1 1,0 0,0 0,0 0,0 1,0-1,-1 1,1 0,-1 0,1 1,-1-1,0 1,0 0,1 0,-1 1,0-1,0 1,0 0,0 1,0-1,0 1,-2 0,5-1,-1 1,1-1,0 0,0 1,-1-1,1 1,0 0,0 0,0-1,0 1,0 1,0-1,0 0,0 0,0 1,0-1,1 1,-1 0,1 0,-1-1,1 1,-1 0,1 0,0 0,0 0,0 0,0 1,1-1,-1 0,1 0,-1 0,1 1,0-1,-1 0,1 1,0-1,1 0,-1 1,0-1,1 0,-1 0,1 1,0-1,-1 0,1 0,0 0,1 0,-1 0,0 0,0 0,1 0,-1-1,1 1,0 0,-1-1,1 1,2 0,1 2,1-1,-1 0,1 0,0-1,0 1,0-1,0 0,0-1,0 0,0 0,1 0,3 0,62 19,-69-16,0 0,0 1,0 0,-1 0,1-1,-1 1,0 1,-1-1,1 0,-1 0,0 1,-1-1,1 0,-1 1,0-1,0 1,0-1,-1 0,0 1,0-1,-2 5,2-2,-3 22,-1 0,-2-1,-1 0,-1 0,-9 17,17-42,-1 1,0-1,-1 0,1 0,-1-1,0 1,0 0,0-1,0 0,-1 0,1 0,-1 0,0 0,0-1,0 1,0-1,0 0,0 0,0-1,-1 1,1-1,-1 0,0 0,1-1,-1 1,1-1,-1 0,0 0,1-1,-1 1,1-1,-1 0,1 0,-1-1,-3 0,4 0,-1-1,0 1,1-1,-1 1,1-1,-1-1,1 1,0-1,1 1,-1-1,1 0,-1 0,1-1,1 1,-3-4,-5-14</inkml:trace>
  <inkml:trace contextRef="#ctx0" brushRef="#br3" timeOffset="-38227.636">14929 17486,'7'18,"7"18,5 18,2 18,-3 16,-6 12,-12 11,-18 6,-22 2,-26-4,-30-10,2-23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7:43.2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 0,'5'7,"-1"0,0 1,-1 0,1-1,-2 1,1 0,-1 0,0 1,-1-1,0 0,0 1,-1-1,0 0,0 1,-1-1,-1 3,2 15,-1 386,-13-204,14 57,-27-14,28 42,12-111,14 49,-13-46,13 100,-27 224,7-411,5 0,5 4,-12-72,7 186,-8-57,6 31,-10 60,-1-99,1 382,14-274,-23-19,-11 163,-3-76,20 241,3-84,-13-196,-15 98,29 971,40-868,-42 141,-12-270,7-250,-4 0,-20 80,6-38,-4 213,9-220,7 1,6 57,-1 223,0-5,9-256,6 142,-2-136,-4-64,6 0,5 12,1-27,-5 0,-2 57,7 193,-6-1,-2 170,-7-314,-21 142,2-79,-2-27,10-85,8-112,8-50,-1-5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7:44.8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217 21,'-1'0,"-5"-3,0 0,0 0,0 1,0-1,-1 2,1-1,0 1,-1 0,0 0,1 0,-1 1,1 0,-1 1,0 0,1 0,-1 0,1 1,0-1,-1 2,1-1,0 1,0-1,0 2,1-1,-1 1,1 0,0 0,-4 3,5-1,1-1,-1 1,1-1,0 1,0 0,0 0,1 1,0-1,0 0,1 1,0-1,0 1,0 0,1-1,0 1,0-1,1 1,0 0,0-1,0 1,1-1,0 0,2 4,-1-7,1 0,0-1,0 1,0-1,0 0,1 0,-1 0,0-1,1 0,-1 0,1 0,-1 0,1-1,0 1,-1-1,1 0,0-1,-1 1,1-1,-1 0,1 0,-1 0,1-1,-1 1,0-1,1 0,-1-1,0 1,-1-1,1 1,0-1,2-3,2 0,0-1,0 0,0-1,-1 1,-1-1,1-1,-1 1,0-1,-1 0,0-1,-1 1,0-1,0 0,1-8,-6 24,-1 1,1-1,0 1,1 0,0-1,0 1,0-1,1 1,0 0,0-1,0 1,1-1,0 0,0 0,1 1,0-1,0-1,0 1,1 0,0-1,0 0,0 0,1 0,0 0,0-1,0 0,0 0,0 0,4 2,62 3,-58-10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7:48.5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17,'4'-9,"2"1,0 10,-2 17,-1 24,-5 25,-7 24,-7 19,-3 8,0-2,3-20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7:51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169 526,'-2'16,"-1"12,0 10,0 6,2 2,0 0,0-4,1-6,2-9,4-10,2-9,1-7</inkml:trace>
  <inkml:trace contextRef="#ctx0" brushRef="#br0" timeOffset="699.528">49 258,'-40'17,"39"-17,1 1,-1-1,0 1,1-1,-1 1,1 0,-1-1,1 1,0 0,-1-1,1 1,-1 0,1-1,0 1,0 0,-1-1,1 1,0 0,0 0,0 0,0-1,0 1,0 0,0 0,0-1,0 1,0 0,0 0,1-1,-1 1,0 0,1 0,-1-1,0 1,1 0,-1-1,1 1,-1-1,1 1,-1 0,1-1,-1 1,1-1,-1 1,1-1,0 0,-1 1,1-1,0 0,0 1,-1-1,1 0,11 6,0 0,0-2,0 1,0-1,1-1,0 0,-1-1,11 0,3 2,48 7,-34-7,-1 2,1 2,-1 1,0 3,35 15,-66-24,-1 1,0 0,0 1,0-1,-1 2,1-1,-1 1,0-1,-1 2,1-1,-1 1,-1-1,1 1,-1 1,0-1,-1 1,0-1,0 1,0 0,-1 0,-1 0,1 0,-1 1,0 2,-2 36,0-39,0 0,1 0,0 0,0 0,1 0,0 0,0 0,1-1,0 1,0 0,1-1,1 3,-3-8,1 0,0 0,0 0,0 0,0 0,0 0,0-1,0 1,1-1,-1 1,1-1,-1 0,1 0,-1 0,1 0,0-1,-1 1,1-1,0 1,0-1,-1 0,1 0,0 0,0-1,-1 1,1 0,0-1,-1 0,1 0,-1 0,1 0,75-44,-67 35,-1-1,-1 0,0 0,0-1,-1 0,0 0,-1-1,-1 0,0 0,-1-1,0 0,-1 0,-1 0,0 0,-1 0,0-1,-2 15,0 0,0 0,0 0,-1 0,1 0,0 0,0 0,0 0,0 0,0 0,-1 0,1 0,0 0,0 0,0 0,0 0,0 0,0 0,-1 0,1 0,0 0,0 0,0 0,0 0,0 0,0 0,-1 0,1 0,0 0,0-1,-5 19,3-5,0 0,1 0,0 1,1-1,1 0,0 0,1 0,2 10,-3-19,1 1,-1-1,1 1,0-1,0 0,0 0,0 0,1 0,0 0,0 0,0-1,0 0,0 1,1-1,-1 0,1 0,0-1,0 1,0-1,0 0,1 0,-1 0,0-1,1 0,-1 1,2-1,5-1,-1 1,1-2,-1 1,0-2,1 1,-1-1,0-1,0 0,0 0,-1-1,1 0,-1-1,0 0,0 0,0-1,-1 0,0-1,0 0,0 0,-1-1,0 1,-1-2,0 1,0-1,-1 0,0 0,0 0,-1-1,0 0,1-26,-15 48,7-1,0 0,0 0,1 1,0-1,1 1,1-1,0 1,0-1,1 1,2 4,-3-12,1 1,0-1,0 0,0 1,0-1,1 0,0 0,0 0,0 0,0 0,1-1,-1 1,1-1,0 0,0 1,0-1,1 0,-1-1,1 1,0-1,-1 1,1-1,0 0,0-1,0 1,1-1,-1 1,1-1,15 1</inkml:trace>
  <inkml:trace contextRef="#ctx0" brushRef="#br0" timeOffset="972.101">1225 205,'-7'13,"-2"5</inkml:trace>
  <inkml:trace contextRef="#ctx0" brushRef="#br0" timeOffset="1323.071">1587 71,'-1'0,"-17"-28,17 28,1 0,0-1,0 1,0-1,0 1,-1 0,1-1,0 1,0 0,-1-1,1 1,0 0,-1-1,1 1,0 0,-1 0,1-1,-1 1,1 0,0 0,-1 0,1-1,-1 1,1 0,0 0,-1 0,1 0,-1 0,1 0,-1 0,1 0,-1 0,1 0,0 0,-1 0,1 0,-1 1,1-1,-1 0,1 0,0 0,-1 0,1 1,0-1,-1 0,1 1,0-1,-1 0,1 1,0-1,-1 0,1 1,0-1,0 0,0 1,-1-1,1 1,0-1,0 0,0 1,0-1,0 1,0-1,0 1,0-1,0 0,0 1,6 102,-2-79,51 397,-52-386,-3-21,1 1,1-1,0 1,1-1,0 0,1 0,1 0,2 4,-6-17,0 1,0-1,0 1,0-1,0 1,0-1,0 0,0 1,1-1,-1 0,0 0,1 0,-1 0,1 0,0 0,-1-1,1 1,0 0,-1-1,1 1,0-1,-1 0,1 1,0-1,0 0,0 0,-1 0,1-1,0 1,0 0,-1 0,1-1,0 0,-1 1,1-1,0 0,-1 1,1-1,0-1,58-46,-56 44,103-115,-107 118,0 0,0 1,0-1,0 0,0 1,1-1,-1 0,0 1,0-1,1 0,-1 1,1-1,-1 0,0 1,1-1,-1 1,1-1,-1 1,1-1,0 1,-1-1,1 1,-1 0,1-1,0 1,-1 0,1 0,0-1,-1 1,1 0,0 0,-1 0,1 0,0 0,0 0,-1 0,1 0,0 0,-1 0,1 0,0 0,0 1,-1-1,1 0,0 0,-1 1,1-1,-1 1,1-1,0 0,-1 1,1-1,-1 1,1-1,-1 1,0 0,1-1,-1 1,1 0,-4 67,4 24,0-89,0 1,0 0,0-1,1 1,0-1,-1 1,1-1,0 0,1 0,-1 0,0 0,1 0,0-1,0 1,0-1,0 1,0-1,0 0,1 0,-1-1,0 1,4 0,27 8,-2-5</inkml:trace>
  <inkml:trace contextRef="#ctx0" brushRef="#br0" timeOffset="1581.932">2108 392,'-16'-3,"-12"-2,-8-1,-5 1,0 1,0-1,3 1,1 0,6 2</inkml:trace>
  <inkml:trace contextRef="#ctx0" brushRef="#br0" timeOffset="1770.498">1506 271,'25'-6,"22"-6,21-2,17 1,13 3,5 3,-1 7,-18 4</inkml:trace>
  <inkml:trace contextRef="#ctx0" brushRef="#br0" timeOffset="2639.785">2455 512,'-2'-4,"1"0,-1 0,0 0,1 0,-2 1,1-1,0 1,-1-1,0 1,1 0,-1 0,-1 0,1 0,0 1,-1-1,1 1,-1 0,0 0,1 0,-1 0,0 1,0 0,0 0,-1 0,1 0,0 0,0 1,0 0,-1 0,1 0,0 0,-3 1,1 2,-1-1,1 1,0 0,0 0,0 1,1 0,-1 0,1 1,0-1,0 1,0 0,1 0,-1 1,1-1,1 1,-1 0,1 0,0 0,0 1,1-3,0 0,1 0,-1 0,1 1,0-1,0 0,0 1,0-1,1 1,0-1,0 0,0 1,0-1,1 1,0-1,0 1,0-1,0 0,1 0,-1 1,1-1,0 0,1-1,-1 1,1 0,-1-1,1 1,0-1,2 2,-1-2,0 0,1-1,-1 1,1-1,-1 0,1 0,0-1,-1 0,1 1,0-1,0-1,0 1,0-1,0 0,0 0,0 0,0-1,0 0,0 0,0 0,-1 0,1-1,0 0,-1 0,1 0,7-4,-1 0,0 0,0-1,-1 0,0-1,0-1,-1 1,0-1,3-4,33-76,-48 99,0 0,1 0,1 0,-1 1,2-1,-1 0,1 1,1-1,0 4,0-10,0 0,0 0,0 0,0 0,0 0,1 0,0 0,0 0,0-1,0 1,0-1,1 1,0-1,0 0,0 0,0 0,0-1,0 1,1-1,-1 0,1 1,-1-2,1 1,2 1,2-1,0 0,0-1,0 1,0-2,1 1,-1-1,0 0,0-1,0 0,0 0,0-1,0 0,0 0,0-1,-1 0,1 0,-1-1,0 0,6-4,0 0,0-1,-1-1,-1 0,1-1,-1 0,-1-1,0 0,-1-1,0 0,-1-1,4-12,0-1,-3 0,0-1,-1 0,-2 0,-1 0,-1-1,-1 0,-2 0,-1 0,-1 0,-4-21,5 40,-1-1,-1 1,1 0,-1-1,-1 1,0 0,0 1,-1-1,-1 0,1 1,-1 0,-6-8,10 16,-1 0,1-1,0 1,-1 0,1 0,-1 0,0 0,1 0,-1 0,0 0,1 0,-1 1,0-1,0 1,0-1,0 1,1 0,-1 0,0 0,0 0,0 0,0 0,0 0,0 0,1 1,-1-1,0 1,0 0,0-1,1 1,-1 0,0 0,1 0,-1 0,1 0,-1 1,0-1,-46 59,37-39,0 0,1 1,2 1,0-1,1 1,1 0,1 1,2-1,0 1,1 0,1 0,2 0,1 9,1-20,1-1,0 0,0 1,1-1,1-1,0 1,1-1,0 0,0 0,1-1,1 0,0-1,0 0,1 0,0-1,0 0,1 0,0-1,1-1,-1 0,1-1,0 0,4 0,-3 1,1-2,0 0,0-1,0 0,1-1,-1 0,1-2,-1 1,1-2,-1 0,1-1,-1 0,1-1,-1-1,0 0,-1-1,1 0,-1-1,0 0,9-7,30-39,-51 52,-1 0,0 0,1 0,-1 0,1 0,-1 0,0 0,1 0,-1 0,1 0,-1 0,0 0,1 0,-1 0,0 1,1-1,-1 0,1 0,-1 0,0 0,1 1,-1-1,0 0,0 0,1 1,-1-1,0 0,1 1,-1-1,0 0,0 1,0-1,1 0,-1 1,0-1,0 0,0 1,0-1,0 1,0-1,0 0,0 1,0-1,0 1,0-1,0 0,0 1,0-1,0 1,0-1,0 0,0 1,-1-1,1 0,0 1,0-1,0 0,-1 1,1-1,0 0,0 1,-1-1,1 0,0 3,-1 3,0 0,0 0,1 0,0 0,0 0,1 0,-1 0,1 0,1 0,-1 0,1 0,0-1,0 1,1-1,-1 1,1-1,1 0,-1 0,1 0,0 0,0-1,0 1,0-1,1 0,0 0,0-1,0 1,0-1,0-1,2 1,-2-1,0-1,0 0,0 0,0 0,0-1,1 0,-1 0,0 0,0 0,1-1,-1 0,0 0,0-1,0 1,0-1,0 0,-1 0,1-1,0 0,-1 1,0-2,0 1,0 0,0-1,0 1,-1-1,1 0,-1-1,0 1,0 0,-1-1,1 0,-1 1,1-5,1-1,-1 0,0-1,-1 1,0-1,0 0,-1 0,-1 0,0 1,0-1,-1 0,-2-8,2 14,1 1,-1-1,0 1,-1-1,1 1,-1 0,0 0,0 0,0 0,-1 0,1 0,-1 0,0 1,0 0,0-1,-1 1,1 0,-1 0,0 1,0-1,0 1,0 0,0 0,0 0,0 1,-1-1,1 1,-5-1,0 3,1 0,-1 0,0 1,1 0,-1 1,1-1,0 2,0-1,0 1,0 0,1 1,0 0,0 0,0 0,0 1,1 0,0 1,0-1,1 1,0 0,0 1,0-1,1 1,0 0,-1 5,2-10,1 1,0 0,1-1,-1 1,0 0,1 0,0 0,0 0,0 1,1-1,-1 0,1 0,0 0,0 1,1-1,-1 0,1 0,0 0,0 0,0 0,1 0,-1 0,1 0,0 0,0-1,0 1,1 0,-1-1,1 0,0 0,0 0,0 0,0 0,0-1,1 1,-1-1,1 0,0 0,1 1,73 1,-40-11</inkml:trace>
  <inkml:trace contextRef="#ctx0" brushRef="#br0" timeOffset="2893.225">3564 178,'-16'-2,"-9"1,-6 6,1 4,3 5,6 4,9 7,11 3,10 4,4-4</inkml:trace>
  <inkml:trace contextRef="#ctx0" brushRef="#br0" timeOffset="3163.061">3699 700,'15'4,"13"2,11 0,7-2,3-3,0-4,-7-1,-9-1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7:48.9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68,'-2'16,"-1"12,0 12,1 7,0 4,1 1,0-5,1-8,0-10</inkml:trace>
  <inkml:trace contextRef="#ctx0" brushRef="#br0" timeOffset="501.67">0 1,'29'24,"-1"1,-1 2,-1 1,-2 1,-1 1,-1 1,3 9,-13-21,0 0,-2 1,0 0,-2 0,0 1,-1 0,-1 1,-1 0,-4-20,-1 0,1 1,-1-1,1 0,-1 0,0 1,0-1,0 0,0 0,0 1,0-1,-1 0,1 0,-1 1,1-1,-1 0,0 0,0 0,0 0,0 0,-1 0,1 0,0 0,-1-1,1 1,-1 0,0-1,1 0,-1 1,0-1,0 0,0 1,0-1,0-1,0 1,0 0,0 0,-1-1,1 1,0-1,0 1,-1-1,1 0,0 0,-2-1,-3 2,1-1,0-1,0 1,0-1,0 0,0-1,0 1,0-1,1-1,-1 1,1-1,-1 0,1 0,0 0,0-1,0 1,0-1,1-1,0 1,0-1,0 1,0-1,1 0,-1 0,0-4,4 5,1 0,0 1,0-1,0 0,0 1,0-1,1 1,0 0,0-1,0 1,0 0,0 0,1 0,-1 0,1 1,-1-1,1 1,0 0,0-1,1 1,-1 0,0 1,1-1,-1 1,1-1,-1 1,1 0,-1 0,1 1,0-1,1 1,-2-1,28-10,1 1,0 1,0 2,1 2,0 0,0 3,29 0,-58 2,0 0,-1 1,1-1,-1 0,1 1,0 0,-1 0,1 0,-1 0,0 1,1 0,-1-1,0 1,0 0,0 0,0 1,0-1,-1 1,1-1,-1 1,1 0,-1 0,0 0,0 0,-1 0,1 0,0 1,-1-1,0 0,1 3,-1 101,-4-54,3-51,0-1,0 1,0-1,0 1,0 0,0-1,0 1,0-1,1 1,-1-1,0 1,1-1,0 1,-1-1,1 1,0-1,0 1,0-1,0 0,0 0,0 1,0-1,0 0,0 0,7 1</inkml:trace>
  <inkml:trace contextRef="#ctx0" brushRef="#br0" timeOffset="753.771">562 15,'-9'6,"6"8,12 5,17 4,4-1</inkml:trace>
  <inkml:trace contextRef="#ctx0" brushRef="#br0" timeOffset="1618.782">1030 295,'-8'-7,"0"1,-1 0,0 0,0 1,0 0,0 1,-1 0,0 0,0 1,0 0,0 1,0 0,0 1,-1 0,1 1,0 0,-1 0,1 1,-1 0,1 1,0 0,0 1,-4 2,10-3,1 0,0 1,0 0,0 0,0 0,0 0,0 0,1 0,0 1,-1-1,1 1,1 0,-1 0,0 0,1 0,0 0,0 0,0 0,0 0,1 0,0 0,0 0,0 0,0 1,0-1,1 0,0 0,0 0,0 0,0 0,1 0,0 0,-1-1,1 1,1 0,-1-1,0 1,1-1,0 0,0 0,0 0,0 0,0-1,2 2,0-2,1 1,-1-1,1 0,0 0,0 0,0-1,0 0,0 0,0-1,0 1,0-1,0-1,1 1,-1-1,0 0,0-1,0 1,-1-1,1 0,0-1,-1 1,1-1,-1 0,2-2,4-2,-1 0,0-1,0 0,-1 0,0-1,0-1,-1 1,0-1,-1-1,0 1,2-6,6-42,-15 59,0-1,0 0,-1 0,1 0,0 0,0 0,0 1,0-1,0 0,-1 0,1 0,0 0,0 0,0 0,-1 0,1 0,0 0,0 0,0 0,-1 0,1 0,0 0,0 0,0 0,-1 0,1 0,0 0,0 0,0 0,0 0,-1 0,1 0,0 0,0 0,0-1,0 1,-1 0,1 0,0 0,0 0,-5 22,4-18,0 0,1-1,-1 1,1 0,0 0,1 0,-1-1,1 1,-1 0,1 0,0-1,0 1,1 0,-1-1,1 1,0-1,0 0,0 0,0 0,0 0,1 0,-1 0,1 0,0-1,0 1,0-1,0 0,1 0,-1 0,0 0,1-1,-1 1,1-1,1 0,20 6,1-1,0-2,0-1,1-1,-1-1,1-1,-1-1,0-2,19-4,-26 5,0-1,0-1,-1-1,1-1,-1 0,-1-1,1-1,-1-1,0 0,-1-1,13-11,-26 19,-1-1,0 1,1 0,-1-1,0 1,-1-1,1 1,0-1,-1 0,1 0,-1 0,0 0,0 0,0 0,0 0,-1 0,1 0,-1 0,0 0,0-1,0 1,0 0,-1 0,1 0,-1 0,0 0,0 0,0 0,0 0,0 0,-1 0,1 0,-1 0,0 1,1-1,-1 1,-1-1,1 1,0 0,-1 0,-1-2,-4 0,0 0,0 1,0-1,0 2,0-1,-1 1,1 0,-1 1,0 0,1 0,-1 1,0 0,0 1,1 0,-1 0,0 0,1 1,0 1,-1 0,1 0,0 0,0 1,1 0,-1 1,1-1,0 2,0-1,0 1,1 0,0 0,0 1,1-1,-2 3,5-7,0 1,0-1,1 1,-1-1,1 1,-1 0,1 0,0-1,0 1,0 0,0 0,1 0,-1 0,1 0,0 0,0 0,0 0,0 0,0 0,1 0,-1 0,1 0,0 0,0 0,0 0,0 0,0-1,1 1,0 0,-1-1,1 1,0-1,0 0,0 1,0-1,0 0,3 1,5 1,0-1,1 0,-1 0,1-1,0-1,0 1,0-2,-1 0,1 0,0-1,0 0,0-1,-1 0,1-1,-1 0,1 0,-1-1,0-1,0 0,-1 0,0-1,0 0,3-2,3-3,-1 0,0-1,-1-1,-1 0,1-1,5-9,-17 62,-11 49,4 0,4 0,4 0,3 0,4-1,5 6,10 69,-24-161,1 0,-1 1,0-1,1 0,-1 1,0-1,0 0,0 1,0-1,0 0,0 1,0-1,-1 1,1-1,0 0,-1 0,1 1,-1-1,0 0,1 0,-1 1,0-1,0 0,1 0,-1 0,0 0,0 0,0 0,0 0,0-1,-1 1,1 0,0-1,0 1,0 0,-1-1,1 0,0 1,-1-1,1 0,0 1,-1-1,1 0,-1 0,1 0,-1 0,-5-4,1 0,-1 0,1-1,0 0,0 0,0 0,1-1,-1 1,1-1,1-1,-1 1,1-1,0 0,-12-19,1-1,1-1,2 0,0 0,2-2,2 1,0-1,2 0,1 0,2-1,1 0,1 1,2-8,-2 34,1 0,-1 0,1 0,0 0,1 0,-1 0,1 0,0 1,0-1,0 0,0 0,1 0,-1 1,1-1,0 1,0-1,0 1,1 0,-1 0,1 0,0 0,0 0,0 1,0-1,0 1,1 0,-1 0,0 0,1 0,3-1,97 4,-89 1,30 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8:04.9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47 52,'-15'141,"3"115,29-328,-17 68,0 0,0 0,1-1,-1 1,1 0,0 0,1 0,-1 0,1 0,-1 1,1-1,0 0,1 1,-1-1,1 1,-1 0,1 0,0 0,0 0,0 0,1 0,-1 1,1 0,-1 0,1 0,0 0,0 0,-1 1,1 0,1-1,-1 1,8 3,0 0,0 0,-1 1,1 1,-1 0,1 0,-1 1,0 0,-1 1,0 1,0-1,0 2,0-1,-1 1,4 5,-12-11,1 0,-1-1,1 1,-1 0,0 0,1 0,-1 1,0-1,0 0,-1 0,1 0,0 1,-1-1,1 0,-1 1,0-1,0 1,0-1,0 0,0 1,0-1,-1 0,1 1,-1-1,0 0,0 1,1-1,-1 0,-1 0,1 0,0 0,0 0,-1 0,1 0,-1 0,0-1,0 1,1-1,-1 1,0-1,0 0,0 1,0-1,-1 0,-10 8,-1-1,-1-1,1 0,-1-1,0 0,0-1,-1-1,0 0,1-1,-1-1,0 0,-1-2,-5 0,20 1,1-1,-1 0,0 0,0 1,0-2,0 1,0 0,0 0,0 0,1-1,-1 1,0-1,0 0,0 1,1-1,-1 0,0 0,1 0,-1 0,1 0,-1-1,1 1,-1 0,1-1,0 1,0-1,0 1,0-1,0 0,0 1,0-1,0 0,1 0,-1 0,1 1,-1-1,1 0,0 0,2-3,0 0,1 0,0 1,0-1,0 1,1 0,-1 0,1 0,0 0,0 1,0-1,1 1,-3 1,35-28</inkml:trace>
  <inkml:trace contextRef="#ctx0" brushRef="#br0" timeOffset="255.072">448 93,'5'-16,"1"-8,0-1,-1 5,-2 13,2 17,-1 20,1 19,3 16,-1 15,-1 10,-9 9,-14 5,-22 1,-18-3,-1-19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8:08.5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261 0,'-17'1,"-1"0,1 1,0 0,0 2,0 0,0 1,-13 6,22-8,1 0,0 0,1 1,-1 0,0 0,1 0,0 1,0 0,0 1,1-1,0 1,0 0,0 0,1 1,0-1,0 1,0 0,0 3,3-7,0-1,0 1,1 0,-1 0,1-1,-1 1,1 0,0 0,0 0,0-1,1 1,-1 0,1 0,0-1,-1 1,1 0,0-1,0 1,1-1,-1 1,1-1,-1 1,1-1,0 0,-1 0,1 0,0 0,1 0,-1 0,0-1,0 1,1-1,-1 0,3 1,93 25,-79-25,-1-1,1 0,0-2,-1 0,1-1,-1 0,1-2,-1 0,0-1,-1-1,1-1,-1 0,-1-2,1 1,-1-2,-1 0,0-1,4-4,-15 11,-1 1,1-1,-1 0,0 0,0 0,-1 0,1-1,-1 1,0-1,0 0,0 0,-1 1,1-1,-1 0,-1 0,1 0,-1 0,1 0,-1-1,-1 1,1 5,1 0,-1 1,0-1,0 0,0 1,0-1,1 1,-1-1,0 0,0 1,0-1,0 1,0-1,0 0,0 1,0-1,0 1,0-1,0 0,-1 1,1-1,0 1,0-1,0 0,0 1,-1-1,1 0,0 1,0-1,-1 0,1 1,0-1,0 0,-1 0,1 1,0-1,-1 0,1 0,-1 0,1 1,0-1,-1 0,1 0,0 0,-1 0,1 0,-1 0,1 0,0 0,-1 0,1 0,-1 0,1 0,-1 0,1 0,0 0,-1 0,1 0,0-1,-1 1,1 0,-1 0,1 0,0-1,0 1,-1 0,1 0,-1-1,0 8,0 0,0 0,1 0,-1 0,1 0,1 0,0 0,0 0,0 0,1 0,0 0,0 0,0-1,1 1,0-1,1 0,-1 1,1-2,0 1,1 0,-1-1,1 0,0 0,1 0,-1-1,1 1,0-1,0-1,0 1,0-1,1 0,-1-1,1 1,0-1,0-1,0 1,0-1,6 0,-7-2,0 0,-1 0,1-1,0 0,-1 0,1 0,-1-1,0 1,1-1,-1-1,-1 1,1-1,0 0,-1 0,0 0,0 0,0-1,-1 0,1 0,-1 0,2-4,3-6,0-1,-1 0,-1-1,0 0,-1 0,1-11,-5 34,0 0,0 0,0 0,1 0,0 0,0-1,1 1,0-1,0 1,0-1,0 0,1 0,0 0,0 0,0-1,1 0,0 1,9 5,1-1,0 0,0-1,1-1,0 0,1-1,0-1,0-1,0 0,9 1,53 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8:09.7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1 236,'17'9,"-1"1,0 0,-1 1,0 1,0 1,-2 0,1 0,-2 1,0 1,0 0,-2 1,0 0,0 1,0 4,-9-20,-1 0,0 0,0 0,0 0,0 0,1-1,-1 1,0 0,1 0,-1 0,0 0,1 0,-1-1,1 1,0 0,-1-1,1 1,-1 0,1-1,0 1,0 0,-1-1,1 1,0-1,0 0,0 1,0-1,-1 1,1-1,0 0,0 0,0 0,0 0,0 1,0-1,0 0,0-1,0 1,0 0,-1 0,1 0,0 0,0-1,0 1,0 0,0-1,0 1,-1-1,1 1,0-1,10-13,-1-1,-1 1,0-2,-1 1,-1-1,0 0,0-5,6-11,-2 13,1 31,-10-5,1 1,0-1,0 0,1 0,-1 0,1 0,1-1,0 0,-1 0,2 0,-1 0,1-1,0 0,0 0,0 0,1-1,-1 0,1 0,0-1,0 0,1 0,0 0,0-1,-1-1,0 1,1-2,-1 1,1-1,-1 0,0 0,1-1,-1 0,1 0,-1-1,0 0,0 0,0-1,0 1,0-2,0 1,-1-1,0 0,0 0,0-1,0 0,-1 0,1 0,-1-1,-1 1,1-1,-1 0,0-1,0 1,-1-1,0 0,0 0,0 0,-1 0,1-6,-2 18,-1 1,1-1,0 0,0 0,0 0,1 0,0 0,0 0,0-1,1 1,-1 0,1-1,0 0,0 0,1 0,-1 0,1 0,0-1,0 1,0-1,2 1,1-1,0 0,1-1,-1 1,0-2,1 1,0-1,-1 0,1 0,0-1,-1 0,1-1,0 1,-1-1,1-1,-1 0,1 0,-1 0,0-1,0 0,0 0,0-1,0 0,-1 0,1-1,-1 1,-1-1,1-1,-1 1,1-1,-2 0,1 0,-1 0,0-1,0 0,0 0,-1 0,1-4,1-11,-3 12,1 25,-4-8,2 0,-1 0,1 0,0 0,1 0,-1 0,1-1,1 1,-1-1,1 1,0-1,1 0,-1 0,1 0,0 0,1-1,-1 0,1 0,0 0,1 0,-1-1,1 0,0 0,0 0,0-1,0 0,2 0,15 2,-4-2</inkml:trace>
  <inkml:trace contextRef="#ctx0" brushRef="#br0" timeOffset="928.824">1257 195,'55'108,"-49"-93,0 0,1 0,0-1,2 0,-1 0,2 0,-1-2,3 2,-11-12,0-1,0 0,0 0,0 0,0 0,0 0,1 0,-1 0,0 0,1 0,-1 0,0-1,1 1,-1 0,1-1,-1 0,1 1,-1-1,1 0,0 0,-1 0,1 1,-1-2,1 1,-1 0,1 0,0 0,-1-1,1 1,-1-1,0 1,1-1,-1 0,1 0,-1 1,0-1,1 0,-1 0,0 0,0 0,0-1,0 1,1-1,7-12,0-2,-1 1,-1-1,0 0,-2 0,1-1,-2 0,0 0,-1 0,-1 0,0-6,5 125,-6-97,0 0,1-1,-1 1,1-1,0 1,0-1,1 1,-1-1,1 0,0 0,0 0,1-1,-1 1,1-1,-1 1,1-1,0-1,0 1,1 0,-1-1,4 2,2-2,0 0,1-1,-1 0,1-1,-1 0,1 0,-1-1,1 0,-1-1,1-1,-1 1,0-2,0 1,-1-1,1-1,-1 0,0 0,0 0,0-2,-1 1,0-1,0 0,-1 0,0-1,2-2,26-28,-23 67,-11-23,0-1,0 0,0 1,1-1,0 0,0 0,0 0,0 0,1 0,0 0,0-1,0 0,1 1,-1-1,1 0,0 0,0-1,1 1,-1-1,1 0,-1 0,1-1,0 1,0-1,0 0,0-1,1 1,-1-1,12 1,-1-1,0 0,0-2,1 0,-1-1,0 0,0-1,12-5,2 2,-24 5,0 1,-1-1,1 1,0 1,-1-1,1 1,-1 0,1 1,-1-1,1 1,2 1,36 9,-40-12,-1 1,0-1,1 1,-1-1,1 0,-1 0,1-1,-1 1,0-1,1 1,-1-1,0 0,1 0,-1-1,0 1,0-1,0 0,0 1,0-1,0-1,-1 1,1 0,-1-1,1 1,-1-1,0 0,0 1,0-1,-1 0,1 0,-1-1,1 1,-1 0,0 0,0-1,0 1,-1 0,1-1,-1 1,0-1,0 1,0-1,-1-2,-1-1,-1-1,1 1,-2 0,1 0,-1 0,0 0,-1 0,0 1,0 0,0 0,0 0,-1 1,0 0,0 0,-1 0,1 1,-1 0,0 0,0 0,-1 1,1 0,-1 1,1 0,-1 0,0 0,0 1,0 0,0 1,1 0,-1 0,0 1,0 0,-4 1,7 0,0-1,0 2,0-1,1 1,-1-1,1 1,0 1,0-1,0 0,0 1,0 0,1 0,0 0,0 0,0 1,0-1,1 1,-1 0,1 0,0-1,1 2,-1-1,1 0,0 0,0 0,1 0,0 1,0-1,0 0,0 0,1 1,0-1,0 0,0 0,1 0,-1 0,1 0,0 0,1-1,-1 1,1 0,0-1,0 0,2 2,27 19,2-7</inkml:trace>
  <inkml:trace contextRef="#ctx0" brushRef="#br0" timeOffset="2348.472">2487 22,'-92'-22,"89"22,0 0,0 0,-1 1,1-1,0 1,0-1,1 1,-1 0,0 0,0 0,0 0,0 1,1-1,-1 1,1 0,-1-1,1 1,0 0,-1 0,1 1,0-1,1 0,-1 1,0-1,1 1,-1 0,1 0,0-1,-1 3,1 4,0 1,1 0,1-1,-1 1,1-1,1 1,0-1,0 0,1 0,0 0,1 0,-1 0,2 0,-1-1,1 0,3 3,-6-7,46 81,4-1,10 4,-60-84,-1-3,-1 1,0-1,1 0,-1 0,1 1,-1-1,1 0,0 0,-1 0,1 0,0 0,0 0,0 0,0 0,0 0,0 0,0 0,0-1,0 1,0 0,0-1,0 1,1-1,-1 1,0-1,0 0,1 1,-1-1,0 0,1 0,-1 0,0 0,1 0,-1 0,0 0,1-1,-1 1,0 0,0-1,1 1,-1-1,0 1,0-1,1 0,8-14,-1-1,-1 0,0 0,-1-1,-1 1,-1-2,3-15,0 6,35-179,-43 205,0 0,0 0,-1 0,1 0,0-1,0 1,0 0,0 0,1 0,-1 0,0 0,0 0,1 0,-1 0,0 0,1 0,-1 0,1 0,-1 0,1 0,0 1,-1-1,1 0,0 0,0 0,-1 1,1-1,0 1,0-1,0 0,0 1,0-1,0 1,0 0,0-1,0 1,0 0,0 0,0 0,0-1,0 1,0 0,0 0,0 0,0 1,0-1,0 0,0 0,0 1,0-1,0 0,0 1,0-1,0 1,0-1,0 1,150 83,-147-81,0 1,0-1,-1 1,0 0,0 0,0 0,0 0,-1 1,1-1,-1 1,0 0,-1 0,1-1,-1 1,0 0,0 0,0 0,-1 0,0 1,0-1,0 0,-1 0,0 4,3 46,-1-50,0-1,0 0,1 0,0 0,0 0,0 0,0-1,0 1,1-1,-1 1,1-1,0 0,0 0,0 0,1 0,-1-1,1 1,0-1,-1 0,1 0,0 0,4 1,94 19,-77-20,0-2,0-1,0-1,0-1,0-1,-1-1,0-1,0-1,0-1,-1-2,0 0,-1-1,0-1,2-3,-19 12,1 0,0-1,-1 0,0 0,0 0,0 0,-1-1,1 0,-1 0,0 0,0 0,-1-1,0 0,0 1,0-1,-1 0,1-1,-2 1,1 0,-1-1,1 1,-1-5,-4 7,1 0,-1 0,0 1,-1-1,1 1,0 0,-1 0,0 0,0 0,0 0,0 1,0 0,0 0,-1 0,1 0,-1 1,1 0,-1 0,1 0,-1 0,0 1,0 0,1 0,-1 0,-4 1,-2-1,0 0,-1 1,1 0,0 1,0 0,0 1,0 0,1 0,-1 1,-3 3,10-5,-1 0,1 0,0 1,0 0,0-1,0 1,1 1,-1-1,1 1,0-1,0 1,0 0,0 0,0 0,1 0,0 1,0-1,0 1,1-1,-1 1,1 0,0 0,1-1,-1 1,1 1,0-2,1 1,-1 0,1-1,0 1,0-1,1 1,0-1,-1 0,2 0,-1 1,0-1,1 0,-1-1,1 1,0 0,1-1,-1 0,1 0,-1 0,1 0,0 0,0-1,0 0,0 0,0 0,5 1,0 1,1-1,-1 0,1 0,0-1,0-1,0 1,0-2,0 1,0-2,0 1,0-1,2-1,-4 0,-1 0,1 0,0-1,-1 0,1 0,-1-1,0 0,0 0,0-1,-1 0,1 0,-1-1,0 1,-1-1,0-1,0 1,0-1,0 0,-1 0,0-1,-2-17,-2 25,-1 0,1-1,0 1,0 0,0-1,0 1,0 0,-1-1,1 1,0 0,0 0,0-1,-1 1,1 0,0 0,-1-1,1 1,0 0,0 0,-1 0,1 0,0-1,-1 1,1 0,0 0,-1 0,1 0,0 0,-1 0,1 0,-1 0,1 0,0 0,-1 0,1 0,0 0,-1 0,1 0,0 1,-1-1,1 0,0 0,-1 0,1 0,0 1,0-1,-1 0,1 0,0 1,0-1,-1 0,1 0,0 1,0-1,0 0,-1 1,1-1,0 0,0 1,0-1,0 0,0 1,0-1,0 0,-2 3,0 1,0-1,0 0,1 0,0 1,-1-1,1 1,1-1,-1 1,0 0,1-1,0 1,0-1,0 1,0 0,0-1,1 1,0 0,0-1,0 1,0-1,0 0,1 1,-1-1,1 0,0 0,0 0,0 0,0 0,1 0,-1 0,1-1,0 0,-1 1,1-1,0 0,1 0,-1 0,0-1,0 1,1-1,-1 0,1 0,-1 0,1 0,-1-1,1 1,0-1,-1 0,1 0,0 0,1-1,-1 0,0 0,0 0,0 0,0 0,-1-1,1 1,0-1,-1 0,1 0,-1-1,0 1,0-1,0 1,0-1,0 0,-1 0,1 0,-1-1,0 1,0-1,0 1,0-1,0 0,25-92,-14-60,-13 155,-1-1,1 0,0 0,0 0,0 0,0 0,0 1,0-1,0 0,1 0,-1 0,1 0,-1 1,1-1,0 0,-1 0,1 1,0-1,0 1,0-1,1 1,-1-1,0 1,0-1,1 1,-1 0,1 0,-1 0,1 0,0 0,-1 0,1 0,0 1,0-1,-1 1,1-1,0 1,0-1,0 1,1 0,6 3,-1-1,1 2,-1-1,0 1,0 0,-1 1,1 0,-1 0,0 1,0 0,0 0,-1 0,0 1,0 0,1 3,-3-3,-1-1,0 1,-1-1,1 1,-1 0,-1 0,1 0,-1 0,0 1,-1-1,0 0,0 0,0 0,-1 1,0-1,-1 0,1 0,-1 0,-1 0,-2 6,-5 23,10-34,-1 0,0 0,1 1,0-1,-1 0,1 1,0-1,0 0,0 1,0-1,1 0,-1 1,1-1,-1 0,1 1,0-1,0 0,0 0,0 0,0 0,1 0,-1 0,1 0,-1 0,1-1,-1 1,1 0,0-1,0 1,0-1,0 0,0 0,0 0,0 0,0 0,1 0,0 0,13 2,1 0,-1-1,0 0,1-2,-1 0,1-1,-1 0,1-1,-1-1,0-1,0 0,0-2,-1 1,0-2,0 0,0 0,-1-2,4-3,-10 7,0 0,-1-1,0 1,0-1,0-1,-1 0,0 0,-1 0,1 0,-1-1,-1 0,1 0,-1 0,-1-1,0 1,0-1,0 0,-1 0,0 0,0-7,-3 13,0-1,1 1,-1 0,0 0,0 0,-1 0,1 0,-1 0,1 0,-1 1,0-1,0 0,0 1,0-1,-1 1,1 0,-1 0,1 0,-1 0,0 0,0 1,0-1,0 1,0 0,0 0,0 0,0 0,0 0,0 1,-1-1,1 1,0 0,-1 0,1 0,0 1,0-1,0 1,-1-1,1 1,0 0,0 1,0-1,0 0,0 1,0-1,1 1,-1 0,0 0,1 0,-4 2,1-1,0 1,0 0,0 1,1-1,0 1,-1 0,1 0,1 0,-1 0,1 1,0-1,0 1,1 0,0 0,0 0,0 0,0 0,1 1,0-1,1 0,-1 1,1-1,1 0,-1 1,1-1,0 0,0 1,1-1,0 0,0 0,0 0,1 0,0-1,0 1,0-1,1 1,0-1,0 0,0-1,6 6,0 0,0-2,1 1,0-1,0-1,1 0,0 0,0-1,1-1,0 0,0-1,0 0,0-1,11 1,8 0,0-1,0-1,0-2,0-1,23-4,6-4</inkml:trace>
  <inkml:trace contextRef="#ctx0" brushRef="#br0" timeOffset="2595.727">5094 369,'4'0,"5"-7,0-2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8:05.9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148 135,'-2'15,"-4"16,0 10,-1 6,0 1,1-3,2-4,2-10</inkml:trace>
  <inkml:trace contextRef="#ctx0" brushRef="#br0" timeOffset="499.405">0 0,'114'94,"-48"-42,-2 3,27 33,-9 23,-78-105,-1 0,0 0,0 1,-1 0,1-1,-1 1,-1 0,1 0,-1 0,-1 0,1 0,-1 0,0 0,-1 0,0 0,0 0,0 0,-1 1,-1-4,0 1,0-1,0 0,0 0,-1 0,1 0,-1-1,0 0,0 0,0 0,-1 0,1 0,-1-1,1 0,-1 0,0 0,0 0,0-1,0 0,0 0,0 0,0-1,-1 0,1 0,0 0,0 0,0-1,0 0,0 0,0 0,0-1,0 0,0 0,1 0,-1 0,0-1,1 0,0 0,0 0,0-1,-4-2,1 0,0-1,0 0,1-1,0 0,0 0,1 0,0 0,1-1,0 0,0 0,0 0,3 5,-1 0,1 0,0 0,0 0,1 0,-1 0,1 0,0 0,0 0,0 0,0 0,1 0,-1 0,1 0,0 0,1 0,-1 0,1 0,-1 1,1-1,0 1,0-1,1 1,-1 0,1 0,0 0,0 0,0 0,3-2,9-3,2 0,-1 2,1-1,0 2,0 0,0 2,1 0,-1 0,1 2,16 0,-10-1,1 1,-1 1,1 1,-1 2,1 0,-1 1,-1 2,1 0,-1 2,0 1,0 0,20 12,-39-18,1 0,-1 0,1 0,-1 0,0 1,0-1,-1 1,1 0,-1 0,0 1,0-1,0 1,0-1,-1 1,0 0,0 0,0 0,-1 0,0 0,1 1,-2-1,1 0,-1 1,0-1,0 0,0 1,-1-1,1 0,-2 0,1 1,-1 0,0-4,0-6</inkml:trace>
  <inkml:trace contextRef="#ctx0" brushRef="#br0" timeOffset="782.477">736 67,'5'7,"12"7,17 5,4 0</inkml:trace>
  <inkml:trace contextRef="#ctx0" brushRef="#br0" timeOffset="1854.568">1404 375,'-13'-11,"-1"1,-1 0,0 1,0 1,-1 0,0 1,0 0,0 2,-1 0,0 1,0 0,0 2,-8-1,19 3,0 0,0 0,-1 1,1 0,0 0,0 1,0-1,0 1,1 1,-1-1,0 1,1 0,3-2,-1 0,1 1,0-1,1 1,-1-1,0 1,0 0,1 0,-1 0,1-1,-1 2,1-1,0 0,0 0,0 0,0 0,0 1,0-1,1 1,-1-1,1 0,0 1,-1-1,1 1,0-1,1 1,-1-1,0 0,1 1,-1-1,1 2,3 1,1 1,-1-1,1 1,0-2,0 1,1 0,0-1,-1 0,2 0,-1-1,0 1,0-2,1 1,0-1,0 1,-1-2,1 1,0-1,0 0,1-1,-1 1,0-1,0-1,1 0,0 2,-1-1,1 0,0 0,-1-1,1 0,-1-1,1 1,-1-1,0-1,0 1,0-1,0-1,0 1,-1-1,1 0,-1-1,0 0,-1 1,1-2,-1 1,0-1,0 0,0 0,-1 0,0 0,0-1,-1 0,0 0,0 0,0 0,1-7,-3 43,1-24,0 0,1-1,0 1,0-1,0 0,1 0,-1 0,1 0,0-1,0 1,0-1,1 0,-1 0,1-1,-1 1,1-1,0 0,0 0,3 0,100 20,-78-18,0-2,0-1,0-2,0 0,0-2,-1-2,1 0,-1-2,0-2,-1 0,26-13,3-25,-56 46,0-1,0 0,0 1,0-1,0 0,0 0,0 0,-1 0,1 1,0-1,-1 0,0 0,0 0,1-1,-1 1,0 0,-1 0,1 0,0 0,0 0,-1 0,1 0,-1 0,0 1,0-1,0 0,0 0,0 0,0 1,0-1,0 0,-1 1,1-1,-1 1,-6-5,0 1,0 0,-1 1,0 0,1 0,-2 1,1 0,0 0,-1 1,1 1,-1-1,1 2,-1-1,0 1,1 1,-1 0,0 0,1 1,-1 0,-8 3,12-4,0 0,0 1,0 0,0 0,0 0,1 1,-1 0,1 0,0 0,0 1,0-1,0 1,0 1,1-1,0 0,0 1,3-3,1 0,0 0,1-1,-1 1,0 0,0 0,1-1,-1 1,1 0,0 0,-1-1,1 1,0-1,0 1,0-1,0 1,0-1,0 1,1-1,-1 0,0 0,1 0,-1 1,1-1,-1-1,1 1,-1 0,1 0,0-1,-1 1,1 0,0-1,-1 0,1 1,0-1,0 0,0 0,-1 0,2 0,68 17,-55-16,-1 2,1 0,0 1,-1 1,0 0,0 1,0 1,-1 0,0 1,0 0,-1 1,0 1,-1 0,0 1,10 10,-11-1,-1 1,-1 0,-1 1,0 0,-2 0,0 0,-2 1,-1 0,0 0,-2 0,0 0,-2 0,0 0,-4 14,4-15,0 0,-2-1,-1 0,0 0,-1 0,-2 0,0-1,-3 5,9-23,0 0,0 0,0 0,0 0,-1 0,1 0,-1 0,1 0,-1-1,0 1,0 0,0-1,0 0,0 1,0-1,0 0,0 0,0 0,0 0,-1-1,1 1,0 0,-1-1,1 0,-1 0,1 1,0-1,-1-1,1 1,-1 0,1 0,0-1,-1 0,1 1,0-1,0 0,-1 0,1 0,0 0,0-1,0 1,0-1,1 1,-1-1,0 1,0-1,0-2,-7-7,0-1,1 0,1 0,0-1,1 0,0 0,1 0,1-1,0 0,1 0,0 0,1 0,0 0,2-1,-1 1,2-1,0 1,1 0,0 0,1 0,0 0,4-8,12-22,1 1,2 1,2 1,2 1,1 1,3 1,0 2,19-16,-43 45,-2 4,0-1,0 0,0 0,0 0,-1 0,1-1,-1 1,-1-1,1 0,0 0,-1 0,0-1,0 1,-1 0,0-1,0 1,0-1,0 1,-1-1,0 1,0-2,6 14,1 0,0 0,0 0,0-1,1 0,0-1,0 0,1 0,-1 0,1-1,0-1,0 1,6 0,-11-2,39 13,51 27,-91-39,-1 0,0 0,0 0,0 0,0 0,0 1,0-1,-1 0,0 1,0-1,0 1,0 0,0-1,-1 1,0 0,1-1,-1 1,-1 0,1-1,0 1,-1 0,0-1,0 1,0 0,0-1,-1 0,1 1,-1-1,0 0,0 1,-12 61,15-62,0-1,0 1,1-1,0 0,-1 1,1-1,0 0,0 0,0 0,0 0,0 0,1-1,-1 1,0-1,1 1,-1-1,1 0,0 0,-1 0,1 0,0 0,0-1,0 1,-1-1,1 0,0 0,0 0,0 0,2-1,45 3,1-3,-1-2,-1-2,32-8,4-2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8:58.5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92 677,'-12'-145,"21"80,-1 74,-3 32,-1 1,-2-1,-3 31,0-17,1-38,-8 51,7-67,0-1,0 1,0-1,0 0,0 1,0-1,0 0,0 1,0-1,0 0,0 0,0 0,0 0,0 0,0 0,0 0,0 0,0 0,0-1,0 1,0 0,0-1,0 1,1 0,-1-1,0 1,0-1,0 0,0 1,1-1,-1 0,0 1,1-1,-1 0,0 0,1 0,-1 1,1-1,-1 0,1 0,0 0,-1 0,1 0,0 0,-1 0,-8-18,0-1,1 1,1-1,1-1,0 1,2-1,0 0,2 0,-1-17,2 22,0 0,1 0,1 0,0-1,1 1,1 0,2-7,-4 18,1 0,0 1,0-1,0 0,0 1,0 0,1-1,0 1,0 0,0 0,1 1,-1-1,1 1,0 0,0 0,0 0,0 0,0 0,1 1,-1 0,1 0,0 0,-1 1,1-1,5 1,-3 0,0 1,0 0,1 0,-1 1,0-1,0 2,0-1,0 1,0 0,0 1,-1 0,1 0,-1 0,0 0,0 1,0 0,0 1,-1-1,1 1,-1 0,0 1,-1-1,1 1,-1 0,0 0,-1 0,0 0,0 1,0 0,0-1,-1 1,0 0,-1 0,0 0,0 0,0 1,-1-1,0 0,0 0,-1 0,0 0,0 0,0 0,-1 0,-1 1,0 0,-1-1,0 1,0 0,-1-1,0 0,-1 0,1-1,-1 1,-1-1,1 0,-1-1,0 0,0 0,-1 0,1-1,-1 0,0 0,0-1,0 0,-1-1,1 0,-1 0,1-1,-1 0,0 0,1-1,-9 0,44-11,-9 8,1 0,0 1,-1 1,1 1,0 1,0 0,0 2,-1 0,1 1,-1 0,16 8,-29-10,-1 1,0-1,1 1,-1 0,-1 0,1 1,0-1,-1 1,0 0,0-1,0 2,0-1,0 0,-1 0,0 1,0 0,0-1,-1 1,1 0,-1 0,0 0,-1 0,1 0,-1 0,0 0,0 0,0 0,-1 0,0 3,-1 2,-1 0,0-1,0 1,-1-1,0 1,0-1,-1 0,-1 0,1-1,-1 0,-1 0,0 0,0-1,-2 2,5-5,-2 1,1-1,0 1,-1-2,0 1,0-1,0 1,0-2,-1 1,1-1,-1 0,1 0,-1-1,0 1,0-2,1 1,-1-1,0 0,0 0,0-1,0 0,1 0,-1-1,0 1,1-2,-1 1,1-1,0 0,0 0,0 0,0-1,1 0,-1 0,-1-2,6 3,-1 1,0-1,1 0,0 1,0-1,0 0,0 0,0 0,1 0,-1 0,1 0,-1 0,1 0,0 0,1 0,-1 0,0 0,1 0,0 0,0 0,-1 0,2 0,-1 0,0 0,1 1,-1-1,1 1,0-1,0 0,65-63,-44 49,2 1,0 1,0 1,2 2,-1 0,2 2,-1 1,1 1,0 2,11-1,-34 6,0 0,1 1,-1 0,0 0,1 0,-1 0,0 1,0 0,1 0,-1 0,0 1,0 0,0 0,-1 0,1 1,0-1,-1 1,1 0,-1 0,0 1,0-1,0 1,-1 0,1 0,-1 0,0 1,0-1,-1 1,2 1,59 137,-62-141,1 0,-1 0,1 0,-1 0,1 0,0-1,-1 1,1-1,0 1,0-1,0 0,1 0,-1 1,0-1,0-1,0 1,1 0,-1-1,1 1,-1-1,0 1,1-1,-1 0,1 0,-1-1,1 1,-1 0,0-1,1 1,-1-1,0 0,1 0,1-1,64-52,-55 37,-1-2,0 1,-2-2,0 1,-1-1,-1-1,0 1,-2-2,2-14,-7 100,-2-33,-1-18,1 0,1-1,0 1,0 0,2 0,-1-1,2 1,0-1,0 0,1 0,3 7,-3-15,-1 0,1 0,0 0,0 0,1-1,-1 0,1 0,-1 0,1-1,0 1,0-1,0 0,0-1,1 1,-1-1,0 0,1 0,-1-1,0 1,1-1,-1 0,1-1,-1 1,0-1,4-1,31-6</inkml:trace>
  <inkml:trace contextRef="#ctx0" brushRef="#br0" timeOffset="887.523">1522 663,'-25'2,"-1"0,1 1,0 2,0 0,0 2,1 1,0 1,-22 11,-16 24,60-42,0 0,0 0,1-1,-1 1,1 0,0 1,0-1,0 0,0 0,0 1,0-1,0 0,1 1,-1-1,1 1,0-1,-1 0,1 1,0-1,1 1,-1-1,0 1,1-1,-1 1,1-1,0 0,0 1,0-1,0 1,6 5,0-1,0 0,1 0,0-1,0 0,0 0,1-1,0 0,0 0,0-1,1 0,-1-1,1 0,0 0,0-1,0-1,8 1,-1 1,0 0,0-1,0-1,0-1,0 0,0-1,0-1,0-1,0 0,0-1,-1-1,1 0,-1-2,-1 1,1-2,-1 0,-1-1,1-1,-1 0,-1-1,0 0,1-2,4-9,0 0,-1-1,-1-1,-1 0,-1-1,-2-1,0 0,-2-1,4-16,2-16,-2 0,-3 0,3-61,-11 84,-1 1,-1-1,-2 1,-5-27,-6 22,12 40,-1-1,1 0,-1 0,1 1,-1-1,1 1,-1-1,1 0,-1 1,0-1,1 1,-1-1,0 1,1 0,-1-1,0 1,0 0,1-1,-1 1,0 0,0 0,0 0,1 0,-1 0,0 0,0 0,0 0,1 0,-1 0,0 0,0 0,0 0,1 1,-1-1,0 0,1 1,-1-1,0 0,0 1,1-1,-1 1,1-1,-1 1,0 0,1-1,-1 1,1-1,-56 85,30-30,1 0,4 1,1 2,4 0,1 0,-1 31,13-78,1 0,0 0,0 0,2 0,-1 0,1 0,1 0,0 0,0 0,1 0,1 0,0 0,0 0,1-1,1 0,-1 0,2 0,-1 0,1-1,1 0,0 0,0 0,1-1,0 0,0-1,7 5,-3-6,-1-1,1 0,0-1,0 0,0-1,0 0,1-1,-1-1,1 0,-1 0,1-1,0-1,-1 0,11-3,-16 3,-1-1,1 1,0-1,-1-1,0 1,0-1,1-1,-2 1,1-1,0 0,-1 0,0 0,0-1,0 0,0 0,-1 0,0 0,0-1,0 0,-1 0,0 0,0 0,0 0,-1-1,0 1,0-1,0-4,-2 19,0 0,0 0,0 0,1 0,0 0,1-1,0 1,0 0,0 0,1-1,0 0,1 1,0-1,0 0,2 2,-4-5,1 0,0 0,0-1,0 1,0-1,1 1,-1-1,1 0,0 0,0-1,0 1,0-1,1 0,-1 0,1 0,-1-1,1 1,0-1,-1 0,1 0,0-1,0 0,-1 0,1 0,0 0,0-1,0 1,0-1,2-3,0 0,0 0,0 0,0-1,-1 0,0 0,0-1,0 0,-1 0,0 0,0 0,0-1,-1 0,0 0,0 0,-1-1,0 1,0-1,-1 0,0 1,0-1,-1 0,0 0,0-1,-1 1,0 0,-1 0,1 0,-1 0,-1 0,0 0,0 0,-1 1,1-1,-3-3,2 6,1 1,0 0,-1 0,0 1,0-1,0 0,0 1,-1 0,1 0,-1 0,0 0,0 0,0 1,0 0,0 0,-1 0,1 0,0 1,-1-1,0 1,1 1,-1-1,0 0,1 1,-1 0,0 0,1 1,-1-1,0 1,1 0,-1 0,1 0,-1 1,1 0,-1 0,1 0,0 0,0 1,0-1,0 1,1 0,-1 0,-3 3,1-1,-1 1,1 0,1 1,-1 0,1-1,0 2,1-1,0 0,0 1,0 0,1 0,0 0,1 0,0 1,0-1,1 0,0 1,0-1,1 1,0 0,1 5,2-9,-1-1,2 0,-1 1,0-1,1 0,-1 0,1-1,0 1,1-1,-1 0,0 0,1 0,0-1,0 1,0-1,0-1,0 1,0 0,0-1,0 0,1-1,-1 1,0-1,1 0,-1 0,0 0,0-1,6-1,35-3</inkml:trace>
  <inkml:trace contextRef="#ctx0" brushRef="#br0" timeOffset="1136.732">2378 129,'-14'11,"-8"11,-2 8,5 7,4 5,5 2,7 1,4-7</inkml:trace>
  <inkml:trace contextRef="#ctx0" brushRef="#br0" timeOffset="1406.081">2445 730,'18'14,"17"4,15-1,14-5,12-9,10-11,-11-2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00.6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254 627,'-2'21,"-1"13,0 5,-2 4,1-2,0-5,1-9</inkml:trace>
  <inkml:trace contextRef="#ctx0" brushRef="#br0" timeOffset="465.759">1 481,'19'-11,"0"2,1 0,1 1,0 1,0 1,0 1,0 1,1 0,14 1,-26 3,1 0,0 0,0 1,0 0,0 1,0 0,-1 1,1 0,-1 1,0 0,0 1,0 0,0 0,-1 1,0 0,0 1,-1 0,0 0,6 8,-3 1,-1 0,-1 1,0 0,-2 0,0 1,0 0,-2 1,-1-1,0 1,-1 0,-1 0,0 0,-2 0,0 0,-2 0,0 4,6 21,-4-43,1 0,-1 0,0 0,0 0,1-1,-1 1,1 0,-1 0,1 0,-1-1,1 1,0 0,-1 0,1-1,0 1,-1-1,1 1,0 0,0-1,0 0,-1 1,1-1,0 1,0-1,0 0,0 0,0 1,0-1,0 0,0 0,0 0,0 0,0 0,0 0,-1-1,1 1,0 0,0 0,0-1,0 1,0 0,0-1,0 1,9-7,0 0,-1-1,0 0,0 0,-1-1,0 0,0-1,-1 1,0-1,-1-1,0 1,-1-1,0 0,3-11,24-51,-19 109,-9 1,-4-23,1 1,0-1,1 0,1 1,0-1,1 0,0-1,1 1,1-1,0 0,1 0,4 6,-8-16,0 0,1 0,-1 0,1-1,-1 1,1-1,0 0,0 0,0-1,0 1,0-1,0 0,0 0,1 0,-1 0,0-1,1 0,-1 1,0-2,1 1,-1 0,0-1,0 0,1 0,-1 0,0-1,1 0,23-9</inkml:trace>
  <inkml:trace contextRef="#ctx0" brushRef="#br0" timeOffset="866.18">989 520,'28'-3,"0"-1,0-1,-1-1,1-2,-1 0,-1-2,0-1,0-1,-1-2,16-11,-15 9,-1 0,-1-2,0 0,-2-2,14-15,-27 25,0 0,-1 0,-1 0,0-1,0 0,-1 0,0-1,-1 0,0 0,-1 0,-1-1,0 1,0-1,-1-4,-17-62,14 77,1 0,-1 0,0 0,0 0,0 0,-1 0,1 1,0-1,-1 0,1 1,-1-1,1 1,-1-1,0 1,0 0,0-1,0 1,0 0,0 1,0-1,0 0,0 0,0 1,0-1,0 1,-1 0,1 0,0 0,0 0,0 0,-1 0,1 0,0 1,-2 0,-2 2,0 1,0 0,0 1,1-1,-1 1,1 1,0-1,1 0,-1 1,1 0,0 0,1 1,-1-1,1 1,0-1,1 1,0 0,0 0,0 2,-18 69,3 1,3 1,4 0,3 1,4 20,2-74,-34 666,31-652,0-14</inkml:trace>
  <inkml:trace contextRef="#ctx0" brushRef="#br0" timeOffset="1149.687">1163 747,'32'-16,"2"1,0 1,0 2,1 2,1 1,17-2,-53 11,17-4,-1 0,1 1,0 1,0 0,0 1,0 1,1 1,-1 1,0 0,-1 1,6 2,-18-4,0 1,-1 0,1 0,0 1,-1-1,0 1,0-1,0 1,0 0,0 0,0 1,-1-1,1 0,-1 1,0 0,0-1,-1 1,1 0,-1 0,1 0,-1 0,0 3,1 94,-3-68,0-30,1-1,0 0,0 0,0 0,0 0,0 0,0 0,1 1,-1-1,1 0,0 0,-1 0,1 0,0 0,0 0,0-1,0 1,1 0,-1 0,1 0,5 2</inkml:trace>
  <inkml:trace contextRef="#ctx0" brushRef="#br0" timeOffset="1344.519">1658 373,'18'10,"13"4,8 3,4 2,-5-1</inkml:trace>
  <inkml:trace contextRef="#ctx0" brushRef="#br0" timeOffset="1811.341">1939 574,'24'224,"-23"-220,0-1,1 1,-1-1,0 0,1 0,0 0,0 0,0 0,0 0,0-1,1 1,-1 0,1-1,0 0,-1 0,1 0,0 0,0 0,1 0,-1-1,0 0,0 1,1-1,-1-1,1 1,-1 0,1-1,-1 0,1 1,-1-1,1-1,-1 1,1 0,-1-1,1 0,-1 0,1 0,-1 0,0-1,0 1,0-1,0 0,1 0,11-7,-1-1,-1 0,0-1,0 0,-1-1,-1 0,0-1,-1-1,0 1,-1-2,3-6,8-9,-20 30,0 0,1 1,-1-1,0 0,0 0,0 1,0-1,0 0,0 0,0 0,1 1,-1-1,0 0,0 0,0 0,0 0,1 1,-1-1,0 0,0 0,1 0,-1 0,0 0,0 0,0 0,1 1,-1-1,0 0,0 0,1 0,-1 0,0 0,0 0,1 0,-1 0,0 0,0-1,1 1,-1 0,0 0,0 0,1 0,-1 0,0 0,0 0,0-1,1 1,-1 0,0 0,0 0,0 0,0-1,1 1,-1 0,0 0,0 0,0-1,0 1,0 0,0 0,0-1,0 1,1 27,-1-20,0 1,-1 0,1 0,1 0,0 0,0 0,0 0,1-1,0 1,0 0,1-1,0 1,1-1,-1 0,1 0,1 0,-1-1,1 1,1-1,-1 0,1-1,0 1,0-1,0 0,1-1,0 1,0-1,5 2,-7-4,0-1,1 0,-1 1,0-2,0 1,1 0,-1-1,0 0,1-1,-1 1,0-1,1 0,-1 0,0 0,0-1,0 0,0 0,0 0,0-1,-1 0,1 0,-1 0,0 0,0 0,0-1,0 0,0 0,-1 0,0 0,0-1,0 1,0-1,-1 0,41-115,-37 108,-2 16,0 24,-4-25,2 36,-2-16,2-1,0 0,1 0,2 0,3 13,-8-34,0 0,1 0,-1-1,0 1,0 0,1 0,-1 0,0 0,1 0,-1 0,1-1,-1 1,1 0,-1 0,1-1,0 1,-1 0,1-1,0 1,-1-1,1 1,0-1,0 1,0-1,-1 1,1-1,0 0,0 1,0-1,0 0,0 0,0 0,0 0,0 0,0 0,-1 0,1 0,0 0,0 0,0 0,0-1,0 1,10-7</inkml:trace>
  <inkml:trace contextRef="#ctx0" brushRef="#br0" timeOffset="2074.633">2580 414,'0'7,"5"1,1 1</inkml:trace>
  <inkml:trace contextRef="#ctx0" brushRef="#br0" timeOffset="2348.984">3088 106,'-16'20,"-7"23,-5 20,1 16,2 11,5 8,7 2,5-2,4-6,3-8,1-11,1-11,0-14,2-15,1-20,0-12</inkml:trace>
  <inkml:trace contextRef="#ctx0" brushRef="#br0" timeOffset="2649.195">2767 601,'185'20,"-157"-20,1 1,-1 1,0 2,0 1,0 1,0 1,16 8,-38-12,0 1,1-1,-1 1,-1 1,1-1,-1 1,0 0,0 0,0 0,0 1,-1 0,0-1,0 2,-1-1,0 0,0 1,0-1,-1 1,0 0,0 0,-1 0,0 0,0 0,-1 0,1 1,-2-1,0 6,-7 61,5-60,1 0,1 0,0 1,1-1,0 0,1 1,1 0,-2-13,0 0,1 0,-1 0,1 0,-1-1,1 1,0 0,0 0,0-1,0 1,0 0,0-1,1 0,-1 1,0-1,1 1,-1-1,1 0,-1 0,1 0,0 0,-1 0,1 0,0-1,0 1,0 0,-1-1,1 0,0 1,0-1,0 0,0 0,0 0,0 0,0 0,0 0,3-1,-1 0,1 0,-1 0,1-1,-1 0,1 1,-1-1,0-1,0 1,0-1,0 0,0 1,-1-2,2 0,1-3,-1-1,0 0,0-1,-1 1,0-1,0 1,-1-1,0-1,-1 1,0 0,0 0,-1-1,-1 1,1-1,-1 1,-1-1,0 1,0-1,-1 1,0 0,0 0,-1 0,0 0,-2-2,3 7,1 1,-1-1,0 0,-1 1,1 0,-1-1,1 1,-1 0,0 0,0 0,0 1,0-1,-1 1,1 0,-1 0,0 0,1 0,-1 1,0-1,0 1,0 0,0 0,0 0,0 1,0 0,0-1,0 1,0 1,-1-1,1 1,0-1,0 1,0 0,0 1,1-1,-1 1,0-1,-2 3,-1 1,1 0,-1 1,1 0,0 1,1-1,0 1,0 0,0 1,1-1,0 1,0 0,1 0,0 0,1 0,-1 1,2-1,-1 1,1-1,0 1,1-1,0 4,1-9,-1 1,1 0,0 0,1 0,-1-1,1 1,-1-1,1 1,0-1,1 0,-1 0,0 0,1 0,0 0,-1 0,1-1,1 1,-1-1,0 0,0 0,1 0,-1 0,4 1,23 8</inkml:trace>
  <inkml:trace contextRef="#ctx0" brushRef="#br0" timeOffset="2911.685">3503 373,'-16'3,"-10"4,-3 7,2 4,5 7,6 6,9 4,9 1,5-6</inkml:trace>
  <inkml:trace contextRef="#ctx0" brushRef="#br0" timeOffset="3093.358">3663 935,'20'16,"16"7,14 0,11-4,9-9,9-14,5-13,-13-3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13.6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14 380,'5'140,"-1"-83,-3 1,-2-1,-5 27,-6-164,8-184,4 260,0 1,-1 0,1 0,0 0,1-1,-1 1,0 0,1 0,0 0,0-1,0 1,0 0,0 0,1 0,-1 1,1-1,0 0,-1 1,1-1,1 1,-1-1,0 1,1 0,-1 0,1 0,-1 0,1 0,0 1,0-1,1 1,6 1,0 0,0 1,0 0,-1 1,1 0,0 0,-1 1,1 1,-1-1,0 2,0-1,0 1,-1 0,0 1,0 0,0 1,4 4,-7-7,1 0,-1 1,-1 0,1 0,-1 0,0 0,0 1,-1 0,1 0,-1 0,0 0,-1 0,0 0,0 1,0 0,-1-1,0 1,0-1,0 1,-1 0,0 0,0-1,-1 1,0 0,0 0,-1-1,0 1,0 0,-4 4,-1-1,0 1,0-1,-1 0,0-1,-1 0,0-1,0 1,-1-2,0 1,0-1,-1-1,0 0,0 0,-1-2,1 1,-1-1,0-1,0 0,-6 1,19-5,0 0,0 0,0 1,-1-1,1 0,0 0,-1 0,1 0,0 0,-1 0,0 0,1 0,-1 0,1 0,-1 0,0 0,0 0,0 0,0 0,0 0,0 0,0 0,0 0,0-1,0 1,0 0,-1 0,1 0,0 0,-1 0,1 0,-1 0,1 0,-1 0,0 0,1 1,-1-1,0 0,0 0,1 1,-1-1,0 0,0 1,0-1,0 0,0 1,0 0,0-1,0 1,0-1,0 1,0 0,0 0,0 0,0 0,0 0,-1 0,1 0,0 0,0 0,0 0,0 0,0 1,0-1,0 0,0 1,0-1,0 1,0-1,-1 2,15-14,1 2,0-1,0 2,1 0,0 1,1 0,-1 2,1-1,1 2,-1 0,1 1,0 1,11-1,-10 1,0 1,0 1,0 0,0 2,0 0,0 1,0 0,11 4,-23-5,0 1,0 0,0 0,0 0,-1 1,1 0,-1 0,1 0,-1 1,0 0,0 0,-1 0,1 0,-1 1,0 0,0 0,-1 0,1 0,-1 0,0 1,-1 0,1-1,-1 1,0 0,0 0,-1 2,0 0,-1 0,-1 0,1 0,-2 0,1 0,-1 0,0-1,0 1,-1-1,0 1,0-1,-1 0,0 0,0 0,-1-1,0 0,0 1,0-2,-1 1,0-1,0 0,0 0,-1 0,0-1,0 0,0 0,0-1,0 0,-1 0,1-1,-1 0,0 0,0-1,0 0,-3 0,6 0,0-1,0 0,1 0,-1-1,0 1,1-1,-1 0,0 0,1 0,-1-1,1 0,0 1,-1-2,1 1,0 0,0-1,0 0,1 0,-1 0,1 0,-1-1,1 1,0-1,1 0,-1 0,0 0,1 0,0 0,0-1,1 1,-1-1,1 1,0-1,0 1,0-1,0 0,1 0,0 1,0-1,1 0,-1 1,1-1,0 0,0 1,0-1,1 0,5-3,1-1,-1 2,1-1,1 1,0 1,0-1,0 2,0-1,1 1,0 1,0-1,0 2,1-1,-1 2,1-1,0 1,0 1,0 0,6 1,93-15,1 5,63 5,-171 5,71 8,-72-8,0 1,0 0,0-1,0 1,0 0,0 0,0 0,0 1,-1-1,1 0,0 1,-1-1,1 1,-1-1,0 1,1 0,-1-1,0 1,0 0,0 0,0 0,0 0,-1 0,1 0,-1 0,1 0,-1 0,0 0,0 1,1-1,-2 0,1 0,-27 109,27-110,-1 0,1 0,0 0,0 1,0-1,0 0,0 0,1 1,-1-1,0 0,0 0,1 0,-1 0,1 1,-1-1,1 0,-1 0,1 0,0 0,0 0,-1 0,1 0,0-1,0 1,0 0,0 0,0-1,0 1,0 0,0-1,0 1,0-1,1 1,-1-1,0 0,0 1,0-1,1 0,-1 0,0 0,0 0,0 0,1 0,-1 0,57-10,-47 3,0 1,0-2,0 1,-1-2,0 1,-1-1,0-1,0 0,-1 0,-1 0,1-1,-2 0,1-1,-2 0,1 1,-2-2,0 1,0-1,-1 1,0-1,-1 0,-1 0,0 0,-1 0,-1-10,-3 65,1-35,1 0,0 0,1 1,-1-1,1 0,1 1,0-1,0 1,0-1,1 1,0-1,0 1,1-1,0 0,1 0,-1 0,1 0,0 0,1-1,0 1,0-1,0 0,1 0,0 0,0-1,0 0,3 2,94 23,-46-23</inkml:trace>
  <inkml:trace contextRef="#ctx0" brushRef="#br0" timeOffset="922.101">1817 567,'-8'-1,"-1"1,1 1,-1-1,1 2,0-1,-1 1,1 0,0 1,0 0,0 0,0 0,1 1,-1 1,1-1,0 1,0 0,1 1,0 0,0 0,0 0,0 0,1 1,0 0,1 0,0 1,0-1,-3 8,6-13,-1 1,1 0,0-1,0 1,0 0,0 0,1-1,-1 1,1 0,-1 0,1 0,0 0,0 0,0 0,1-1,-1 1,1 0,0 0,-1 0,1 0,1-1,-1 1,0-1,0 1,1-1,0 1,-1-1,1 0,0 1,0-1,0 0,1 0,-1-1,0 1,1 0,-1-1,1 0,-1 1,1-1,0 0,-1 0,2 0,15 3,0 0,1-1,0-2,0 1,-1-2,1-1,0 0,-1-2,1 0,-1-1,1-1,-2-1,1 0,0-2,4-3,1 2,0-2,-2-1,1 0,-2-2,1 0,-2-2,0 0,-1-1,-1-1,0-1,-2 0,0-2,-1 1,-1-2,-1 0,-1-1,-1 0,-1 0,-1-1,-1-1,2-12,-4 12,-2-1,-1 0,-1 0,-1 0,-1 0,-1 0,-2 0,0 0,-7-24,10 48,0-1,-1 1,1-1,-1 1,1 0,-1-1,0 1,0 0,0 0,0-1,0 1,0 0,0 0,-1 0,1 0,-1 0,0 1,0-1,1 0,-1 1,0-1,0 1,0 0,-1 0,1 0,0 0,0 0,-1 0,1 0,0 1,-1-1,1 1,-1 0,1 0,-1 0,1 0,0 0,-1 0,1 0,-1 1,1 0,0-1,-1 1,0 1,-7 6,0 0,1 1,1 0,-1 1,1 0,1 0,0 1,1-1,0 2,0-1,1 1,1-1,0 1,0 1,1-1,-1 13,-2 7,1 1,1 0,2 0,1 1,2-1,1 0,1 0,2 0,4 8,-6-28,1 0,0 0,1-1,0 1,1-1,0 0,1-1,0 0,1 0,1-1,-1 1,2-2,-1 1,1-2,0 1,1-1,0-1,1 0,-1 0,1-1,1-1,-1 0,1 0,-1-2,6 2,39-19,-54 14,0 1,0-1,0 1,0-1,0 1,0 0,0 0,-1 0,1 1,0-1,0 1,-1 0,1-1,-1 1,0 0,1 0,-1 1,0-1,0 0,0 2,14 10,-10-10,0 0,0 0,0-1,0 1,1-2,0 1,-1-1,1 0,0 0,0 0,0-1,0-1,0 1,0-1,1 0,-1 0,0-1,0 0,0-1,0 1,0-1,-1-1,1 1,0-1,-1 0,0-1,0 1,0-1,0 0,0-1,-1 0,0 1,0-2,0 1,-1 0,1-2,-3 3,1-1,-2 0,1 1,0-1,-1 0,0 0,0 0,0 0,-1 0,1 0,-1 0,-1 0,1 0,-1 0,1 1,-1-1,-1 0,1 0,-1 0,0 1,0-1,0 1,-1-1,1 1,-1 0,0 0,0 0,-1 0,1 1,-1-1,0 1,0 0,0 0,0 0,0 1,-1 0,1-1,-1 1,1 1,-1-1,0 1,0 0,0 0,0 0,-2 0,-1 2,0-1,0 2,1-1,-1 1,1 0,-1 0,1 1,-1 0,1 0,0 1,1 0,-1 0,0 0,1 1,0 0,0 0,1 1,0 0,0 0,0 0,0 0,1 1,0 0,0 0,1 0,0 0,0 0,1 1,0 0,0 0,2-6,-1 1,1-1,0 1,0 0,0-1,0 1,0 0,0-1,1 1,0 0,-1-1,1 1,0-1,0 1,0-1,0 0,1 1,-1-1,1 0,-1 0,1 0,0 0,0 0,0 0,0-1,0 1,0 0,0-1,1 0,-1 0,0 1,1-1,-1-1,1 1,-1 0,1-1,0 1,-1-1,2 1,34 2,0-3</inkml:trace>
  <inkml:trace contextRef="#ctx0" brushRef="#br0" timeOffset="1195.37">2807 286,'-14'0,"-11"2,-6 3,-2 6,5 7,4 5,6 4,7 3,7 2,5-5</inkml:trace>
  <inkml:trace contextRef="#ctx0" brushRef="#br0" timeOffset="1402.379">2740 674,'14'13,"11"5,13 0,13-4,14-7,15-6,-7-3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15.5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222 27,'-6'-3,"0"-1,0 1,0 0,0 0,0 1,-1 0,1 0,-1 1,1-1,-1 2,0-1,1 1,-1-1,0 2,1-1,-1 1,0 0,1 0,-1 1,1 0,-1 0,1 1,0 0,0 0,0 0,1 0,-1 1,-1 1,4-1,-1 0,1-1,0 1,0 0,0 0,0 1,1-1,0 1,0-1,0 1,0 0,1 0,0-1,0 1,0 0,0 0,1 0,0 0,0 0,0 0,1 0,0 0,0 0,0 0,0 0,1 0,0-1,0 1,0 0,0-1,1 0,0 0,0 0,0 0,0 0,1 0,-1-1,1 1,0-1,0 0,2 1,7 2,1 0,0-1,0-1,0 0,0-1,1 0,-1-1,1 0,0-2,0 0,-1 0,1-1,0-1,-1-1,1 0,-1-1,0 0,0-1,0 0,-1-2,0 1,0-2,6-4,-7 4,-1-1,-1 0,1-1,-1 0,-1-1,0 0,-1-1,0 1,0-1,-2-1,1 0,1-6,-11 26,1-1,0 1,1-1,-1 1,1 0,0-1,1 1,0 0,0 0,0 0,1-1,0 1,0 0,0-1,1 1,0-1,1 1,0-1,-1 0,2 0,-1 0,3 2,2-3,0-1,0-1,0 0,0 0,1 0,0-1,0 0,-1-1,1 0,0 0,0-1,0 0,0-1,0 0,0 0,0-1,-1 0,1 0,-1-1,1 0,-1-1,0 0,0 0,-1-1,1 0,-1 0,3-2,-3 1,0-1,0 1,-1-1,1-1,-1 1,-1-1,0 0,0 0,0 0,-1-1,0 0,-1 0,0 0,0 0,-1 0,0-2,-8-5,-8 38,12-16,0-1,0 0,0 1,1-1,0 1,0-1,0 1,1-1,0 1,0 0,0-1,1 1,0-1,0 1,0-1,1 1,0-1,0 0,0 1,1-1,-1 0,1-1,0 1,1 0,-1-1,1 0,0 0,3 3,11 2,1 0,0-1,0-1,0 0,1-2,0 0,0-1,1-2,-1 0,1-1,16-1,-28 1,184 0,-105-5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16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1 347,'112'-323,"-107"300,-5 23,0 0,0 0,0 1,-1-1,1 0,0 0,0 0,0 0,-1 0,1 0,0 1,0-1,-1 0,1 0,0 0,0 0,0 0,-1 0,1 0,0 0,0 0,-1 0,1 0,0 0,0 0,-1 0,1-1,0 1,0 0,-1 0,1 0,0 0,0 0,0 0,0-1,-1 1,1 0,0 0,-11 22,0 2,2-1,0 1,2 0,1 1,0 0,2 0,1 0,1 1,2 1,-1-17,1 0,1 1,0-1,0 0,1 0,0 0,1 0,0 0,0 0,1-1,4 7,9 10</inkml:trace>
  <inkml:trace contextRef="#ctx0" brushRef="#br0" timeOffset="342.399">415 241,'-3'3,"1"1,-1 0,1 0,0 0,0 0,0 0,1 0,-1 0,1 1,0-1,1 0,-1 1,1-1,-1 1,1-1,1 1,-1-1,1 1,-1-1,1 0,0 1,1-1,-1 0,1 0,0 0,0 0,0 0,1 0,-1-1,1 1,0-1,0 1,0-1,0 0,1 0,-1 0,2 0,1-1,-1 0,1 0,-1 0,1-1,0 0,0 0,0 0,-1-1,1 0,0 0,0-1,0 1,0-1,-1 0,1-1,0 0,-1 1,1-2,-1 1,0-1,0 0,0 0,0 0,0-1,0 1,-1-1,0 0,0-1,0 1,0-1,-1 1,0-1,0 0,0-1,0 1,-1 0,0-1,0 1,-1-1,1 0,-1 0,0 1,-1-1,1 0,-1-5,0 6,-1 0,1 1,-1-1,0 0,0 0,0 0,0 1,-1-1,0 1,0-1,0 1,-1-1,1 1,-1 0,0 0,0 1,0-1,-1 1,1-1,-1 1,0 0,0 0,0 1,0-1,-1 1,1 0,-1 0,1 0,-1 1,0-1,0 1,1 1,-1-1,0 0,0 1,0 0,0 0,0 1,0 0,-3 0,0 1,0 0,0 0,0 1,1 0,-1 0,1 1,0 0,0 1,1-1,-1 1,1 0,0 1,-5 5,8-8,0 0,0 0,1 1,-1-1,1 0,0 1,0 0,0-1,1 1,-1 0,1 0,0 0,0 0,0 0,1 0,-1 0,1 0,0 0,0 0,0 0,1 0,0 0,-1 0,1 0,1 0,-1 0,1 0,-1 0,3 2,14 18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22.3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0,'-4'14,"0"11,6 8,2-1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23.3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33,'6'-4,"6"-9,-1-2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22.1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20,'28'109,"-4"2,-5 1,3 101,-22-211,1 9,-1 0,1 0,-2 1,0-1,0 0,-1 0,0 0,-1-1,-2 5,5-16,0 1,0-1,-1 1,1-1,0 1,0-1,-1 1,1-1,0 1,-1-1,1 1,0 0,-1-1,1 1,-1 0,1-1,0 1,-1 0,1 0,-1-1,1 1,-1 0,1 0,-1 0,1 0,-1 0,1 0,-1-1,0 1,1 0,-1 0,1 1,-1-1,1 0,-1 0,1 0,-1 0,1 0,-1 1,1-1,-1 0,1 0,-1 1,1-1,0 0,-1 1,1-1,-1 0,1 1,0-1,-1 1,1-1,0 0,0 1,-1-1,1 1,0-1,0 1,0-1,-1 1,1-1,0 1,0 0,0-1,0 1,0-1,0 1,0-1,0 1,-11-42,5-39,3 0,5-30,-1 29,-1 51,-1 11,1 1,1-1,0 0,2 1,0-1,1 1,3-8,-7 25,1-1,-1 1,1 0,-1-1,1 1,0-1,0 1,0 0,0 0,0 0,0-1,0 1,0 0,0 0,1 0,-1 1,0-1,1 0,-1 0,0 1,1-1,-1 1,1-1,-1 1,1 0,-1-1,1 1,-1 0,1 0,-1 0,1 0,0 0,-1 1,1-1,-1 0,1 1,-1-1,0 1,1-1,-1 1,1 0,-1 0,0-1,57 44,-55-42,7 6,-1 1,0 0,-1 0,0 1,0 0,-1 0,0 1,2 5,-9-14,1 0,0-1,-1 1,0 0,1-1,-1 1,0 0,0-1,0 1,0 0,0-1,0 1,-1 0,1 0,-1-1,1 1,-1-1,1 1,-1 0,0-1,0 0,0 1,0-1,0 1,0-1,0 0,0 0,0 1,-1-1,1 0,-1 0,1 0,0-1,-1 1,0 0,1 0,-1-1,1 1,-1-1,0 0,1 1,-2-1,-3 2,0-1,-1 0,1 0,0 0,0-1,0 0,-1 0,1-1,0 1,0-1,-3-1,8 1,0 1,0 0,0 0,0 0,0-1,0 1,0 0,0-1,0 1,0-1,0 1,0-1,1 0,-1 1,0-1,0 0,1 1,-1-1,0 0,1 0,-1 0,1 0,-1 0,1 0,-1 1,1-1,0 0,-1 0,1 0,0 0,0 0,0 0,0-1,0 1,0 0,0 0,0 0,0 0,0 0,1 0,-1 0,0 0,1 0,-1 1,1-1,-1 0,1 0,-1 0,1 0,0 0,0 0,41-37,-8 16,2 1,1 2,0 2,18-6,-53 22,-1 0,0 0,1 0,0 0,-1 0,1 0,0 0,-1 0,1 1,0-1,0 1,0-1,-1 1,1 0,0 0,0-1,0 1,0 1,0-1,-1 0,1 0,0 1,0-1,0 1,0-1,-1 1,1 0,0 0,-1 0,1 0,-1 0,1 0,-1 0,1 0,-1 1,0-1,1 1,-1-1,0 1,0-1,0 1,0 0,-11 138,10-137,0 1,-1-1,1 1,0 0,1-1,-1 1,1-1,0 1,0-1,0 1,0-1,0 0,1 0,-1 1,1-1,0 0,0 0,0-1,1 1,-1 0,0-1,1 1,0-1,0 0,0 0,0 0,0 0,0 0,0-1,0 1,1-1,-1 0,1 0,-1 0,1-1,-1 1,1-1,-1 0,1 0,-1 0,1 0,1-1,18-6</inkml:trace>
  <inkml:trace contextRef="#ctx0" brushRef="#br0" timeOffset="433.89">776 234,'11'-4,"0"-1,-1 0,0 0,0-1,0-1,-1 1,0-2,0 1,-1-1,1 0,-2-1,1 0,-1 0,-1-1,0 0,0 0,1-6,-6 15,0 0,-1 0,0 0,1-1,-1 1,0 0,1 0,-1-1,0 1,0 0,0 0,0-1,0 1,0 0,-1 0,1-1,0 1,-1 0,1 0,0 0,-1-1,0 1,1 0,-1 0,0 0,1 0,-1 0,0 0,0 0,0 0,0 1,0-1,0 0,0 0,0 1,0-1,0 1,-1-1,1 1,-1-1,-51 3,45 0,0 1,0 1,1-1,0 1,-1 1,1-1,1 1,-1 0,1 1,0 0,0 0,-4 6,7-9,1 0,0 0,0 0,0 0,0 0,0 1,1-1,0 1,0-1,0 1,0 0,0-1,1 1,-1 0,1 0,0-1,0 1,0 0,1 0,0-1,-1 1,1-1,0 1,1 0,-1-1,1 0,-1 1,1-1,2 2,5 4,0-1,1-1,0 0,0 0,1-1,0-1,0 0,0 0,1-1,0 0,-1-1,1 0,0-1,1-1,-1 0,0 0,0-1,5-1,33 1</inkml:trace>
  <inkml:trace contextRef="#ctx0" brushRef="#br0" timeOffset="1016.959">1351 20,'-8'-2,"-2"-2,0 1,0 0,-1 1,1 0,-1 0,1 1,-1 1,0 0,1 0,-1 1,0 0,1 1,-1 0,-6 3,15-4,0 0,0 1,0-1,0 0,0 1,1 0,-1-1,0 1,1 0,-1 0,1 0,-1 0,1 0,0 0,0 0,0 0,0 0,0 1,1-1,-1 0,1 1,-1-1,1 1,0-1,0 0,0 1,0-1,1 0,-1 1,0-1,1 1,0-1,-1 0,2 2,46 70,84 53,-132-127,1 1,-1-1,1 0,-1 1,1-1,-1 1,1-1,-1 1,1-1,-1 0,1 1,-1 0,1-1,-1 1,0-1,0 1,1 0,-1-1,0 1,0-1,0 1,1 0,-1-1,0 1,0 0,0-1,0 1,0 0,0-1,0 1,-1 0,1-1,0 1,0 0,0-1,-1 1,1-1,0 1,-1 0,1-1,-1 1,1-1,0 1,-1-1,1 1,-1-1,1 0,-1 1,1-1,-1 1,0-1,1 0,-1 0,1 1,-1-1,0 0,1 0,-1 0,-42 3,42-3,-9 0,0-1,0 0,1 0,-1-1,0 0,0 0,1-1,0-1,-3-1,11 5,1-1,-1 1,1-1,-1 0,1 1,0-1,-1 1,1-1,0 1,0-1,0 0,-1 1,1-1,0 0,0 1,0-1,0 0,0 1,0-1,0 0,0 1,0-1,0 0,1 1,-1-1,0 0,0 1,1-1,-1 1,0-1,1 0,-1 1,0-1,1 1,-1-1,1 1,-1 0,1-1,-1 1,1-1,-1 1,1 0,0-1,-1 1,1 0,-1 0,1-1,0 1,-1 0,1 0,0 0,-1 0,1 0,0 0,-1 0,1 0,0 0,-1 0,1 0,0 0,-1 1,1-1,0 0,24-4,1 0,0 2,0 0,26 3,-32 0,1 0,-1-2,1 0,-1-1,0-1,0-1,0-1,17-7,-31 9,0 0,0 0,0-1,-1 0,1 0,-1 0,0-1,0 0,-1 0,1 0,-1 0,0-1,-1 1,1-1,-1 0,0 0,-1-1,0 1,0 0,0-1,0 0,-1 1,0-7,-1 12,-1-1,0 0,1 0,-1 0,0 1,0-1,0 0,0 1,0-1,-1 1,1-1,0 1,-1 0,1 0,-1-1,1 1,-1 0,0 0,1 0,-1 1,0-1,0 0,1 1,-1-1,0 1,0 0,0-1,0 1,0 0,0 0,0 0,0 0,1 1,-1-1,0 0,0 1,0-1,0 1,1 0,-1 0,0 0,0 0,1 0,-1 0,1 0,-1 0,1 0,0 1,-1-1,1 1,-4 2,1 0,0 1,0-1,0 1,0 0,1 0,0 1,0-1,0 0,1 1,0 0,0 0,0 0,1-1,0 1,0 1,0-1,1 0,0 0,0 0,0 0,1 0,0 0,0 0,1 0,0 0,0 0,0-1,0 1,1-1,0 1,0-1,1 0,0 0,-1 0,2-1,-1 0,0 1,6 2,53 21,-31-21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21.1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0 222,'75'-208,"-70"195,-4 19,-6 27,4-30,-9 74,2 0,4 0,6 66,6-79,-2-45</inkml:trace>
  <inkml:trace contextRef="#ctx0" brushRef="#br0" timeOffset="330.452">321 222,'-2'3,"1"0,-1 1,1-1,0 1,0-1,0 1,1 0,-1-1,1 1,0 0,0-1,0 1,1 0,-1-1,1 1,0-1,0 1,0-1,0 1,1-1,0 1,-1-1,1 0,0 0,0 0,1 0,-1 0,1-1,-1 1,1-1,0 1,0-1,0 0,0 0,0-1,1 1,-1 0,0-1,1 0,-1 0,5 1,-1 1,1 0,1 0,-1-1,0 0,1-1,-1 0,1 0,-1-1,1 1,-1-2,1 0,-1 0,0 0,1-1,-1 0,0-1,0 0,0 0,0 0,-1-1,1 0,-1-1,0 0,2-2,-8 5,1 1,-1-1,0 0,0 0,0 0,0 0,0 0,0 0,0 0,-1-1,1 1,-1 0,0 0,0 0,0-1,0 1,0 0,0 0,0 0,-1-1,1 1,-1 0,1 0,-1 0,0 0,0 0,0 0,0 0,0 0,-1 0,1 0,-1 1,1-1,-1 1,1-1,-1 1,0-1,-4-3,0 1,0 0,-1 0,1 0,-1 1,0-1,0 2,0-1,0 1,-5-1,6 1,0 1,-1-1,1 1,-1 0,0 1,1-1,-1 1,1 1,-1-1,1 1,-1 0,1 1,-1 0,1 0,0 0,0 0,0 1,0 0,0 1,0-1,1 1,0 0,0 0,0 1,-4 4,9-8,-1 1,0 0,1 0,0 0,-1 1,1-1,0 0,0 0,0 0,0 0,1 0,-1 0,0 0,1 0,-1 0,1 0,0 0,0 0,0-1,0 1,0 0,0 0,1 0,16 19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20.3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1 259,'18'-2,"18"-1,15-2,14-1,7 2,0 0,-8 2,-14 1</inkml:trace>
  <inkml:trace contextRef="#ctx0" brushRef="#br0" timeOffset="195.481">68 393,'18'2,"20"1,16 0,16-1,12 0,5-3,2-6,-15-2</inkml:trace>
  <inkml:trace contextRef="#ctx0" brushRef="#br0" timeOffset="442.005">549 18,'-7'-2,"0"-1,1 1,-1-1,0 1,0 1,1-1,-1 1,0 0,0 1,0 0,0 0,0 0,-5 2,12-2,-1 0,1 1,-1-1,1 1,0-1,-1 0,1 1,0-1,-1 1,1-1,0 1,-1-1,1 1,0-1,0 1,0-1,-1 1,1-1,0 1,0-1,0 1,0-1,0 1,0 0,0-1,0 1,0-1,0 1,1-1,-1 1,0-1,0 1,0-1,1 1,-1-1,0 1,0-1,1 1,-1-1,0 1,1-1,-1 0,1 1,-1-1,1 0,-1 1,1-1,-1 0,1 0,-1 1,11 7,0 1,0-2,1 1,0-2,0 1,1-2,-1 0,5 1,8 4,60 24,-40-18,1 3,-2 1,-1 2,-1 3,5 4,-43-27,0 0,-1 0,1 1,-1-1,1 1,-1-1,0 1,0 0,0 0,0 1,-1-1,1 1,-1-1,0 1,0 0,0-1,-1 1,1 0,-1 0,0 1,0-1,0 0,-1 0,1 0,-1 1,0-1,0 0,-1 0,1 1,-1-1,0 0,0 0,-1 0,1 0,-1 0,-1 3,-6 4,-1-1,0 0,0 0,-1-1,0-1,-1 0,0 0,0-1,-13 5,-67 48,81-49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09:17.9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335 656,'21'-47,"-2"-1,-3 0,-1-1,-3-1,6-48,-11 26,-4-1,-2 0,-5-24,-6 202,-52 288,61-385,-1 0,1 0,1 1,0-1,0 0,0 0,1 1,1-1,-1 0,1 0,0 0,1 0,0 0,0-1,1 1,0-1,0 0,1 0,0 0,0-1,1 1,-1-1,1-1,1 1,-1-1,1 0,6 3,-1-3,0 0,0-1,0-1,1 0,-1-1,1 0,0-1,-1-1,1 0,0 0,0-1,-1-1,10-2,15-6</inkml:trace>
  <inkml:trace contextRef="#ctx0" brushRef="#br0" timeOffset="266.857">1 282,'20'0,"23"2,23 1,19 0,12-1,6 0,-4-1,-18 0</inkml:trace>
  <inkml:trace contextRef="#ctx0" brushRef="#br0" timeOffset="847.75">682 737,'11'-5,"-1"-1,1 0,-1 0,0-1,-1 0,0-1,0 0,-1-1,0 0,0 0,-1 0,0-1,0 0,-2-1,1 1,-1-1,0 0,-1 0,-1-1,3-10,-5 18,0 1,0-1,-1 0,1 1,-1-1,0 0,0 1,0-1,0 0,0 1,-1-1,0 0,0 1,0-1,0 1,0 0,-1-1,1 1,-1 0,0 0,0-1,0 2,-1-1,1 0,-1 0,0 1,1-1,-1 1,0 0,0 0,0 0,-1 0,1 1,0-1,-1 1,1 0,-1 0,1 0,-1 0,0 1,1-1,-1 1,-1 0,-45 23,49-23,0 1,0 0,1 0,-1-1,0 1,1 0,-1 0,0 0,1 0,0 0,-1 0,1 0,-1 0,1 0,0 0,0 0,0 0,0 1,-1-1,1 0,1 0,-1 0,0 0,0 0,0 0,1 0,-1 0,0 0,1 0,-1 0,1 0,-1 0,1 0,-1 0,1 0,0 0,0-1,-1 1,1 0,0 0,0-1,0 1,0 0,0-1,0 1,0-1,0 0,0 1,13 5,0 0,1-1,-1-1,1 0,0-1,-1-1,1 0,12-1,5 2,-12-1,7 1,0 0,0 2,0 1,-1 1,4 2,-27-7,1 0,-1 0,0 0,0 1,0-1,0 1,0 0,-1 0,1 0,-1 0,0 0,0 0,0 0,0 1,-1-1,1 1,-1 0,0-1,0 1,0 0,-1 0,1-1,-1 1,0 0,0 0,0 0,0 0,-1-1,0 1,0 0,0 0,0 0,-1 21,2-23,-1 0,1 1,0-1,0 0,1 1,-1-1,0 0,1 0,-1 0,1 1,0-1,0 0,0 0,0 0,0 0,0 0,0 0,1 0,-1-1,1 1,0 0,-1-1,1 1,0-1,0 0,0 1,0-1,0 0,0 0,0 0,0-1,0 1,0 0,2-1,14 3,0 0,0-2,0 0,0-1,0-1,1-1,-1 0,0-2,-1 0,1-1,-1 0,0-2,0 0,0-1,-1 0,-1-1,12-9,-20 14,-1-1,0 0,1 0,-2-1,1 0,-1 0,1 0,-2-1,1 1,-1-1,0 0,0 0,-1-1,0 1,0-1,-1 0,0 1,0-1,-1 0,0 0,0 0,-1-1,0 7,0 0,0 0,-1 0,1 0,0 0,-1 0,0 1,1-1,-1 0,0 0,0 1,0-1,0 0,0 1,0-1,0 1,-1-1,1 1,0 0,-1-1,1 1,-1 0,0 0,1 0,-1 0,0 0,0 1,1-1,-1 0,0 1,0 0,0-1,0 1,0 0,0 0,0 0,-2 0,-1 1,1-1,-1 1,1 0,-1 1,1-1,0 1,0 0,0 0,0 0,0 0,0 1,0 0,-2 2,1-1,1 1,-1-1,1 0,0 1,1 0,-1 0,1 0,0 1,0-1,1 1,0 0,0-1,0 1,0 0,1 0,0 0,0 0,1 0,0 1,0-1,0 0,1 0,0 0,0 0,0 0,1 0,0 0,0-1,1 1,-1 0,1-1,0 0,3 3,5 0,1 0,0-1,0-1,1 0,-1-1,1 0,0-1,1 0,-1-1,1-1,-1 0,1-1,0 0,0-1,0-1,46 2</inkml:trace>
  <inkml:trace contextRef="#ctx0" brushRef="#br0" timeOffset="1744.528">2087 523,'-19'-1,"0"2,1 0,-1 1,0 1,1 1,0 0,0 1,0 1,1 1,-3 2,17-7,-1-1,1 1,0 0,1 0,-1 0,0 0,1 0,-1 1,1-1,-1 1,1 0,0 0,0-1,1 1,-1 1,0-1,1 0,0 0,0 0,0 1,0-1,0 1,1-1,0 0,-1 1,1-1,0 1,1-1,-1 1,1-1,-1 1,1-1,0 0,0 1,1-1,-1 0,1 0,-1 0,1 0,2 2,7 6,0-2,0 1,1-2,1 0,-1 0,1-1,0 0,1-1,0-1,0 0,0-1,0-1,1 0,-1-1,1 0,8-1,-1 1,0-1,0-1,1-1,-1-1,0-1,0-1,0-1,-1 0,9-5,-21 7,0 0,0-1,0 0,-1-1,0 0,0 0,0-1,0 1,-1-2,0 1,0-1,-1 0,0-1,0 1,-1-1,0 0,0-1,-1 1,0-1,0 0,-1 0,2-9,-4 17,0 0,-1-1,1 1,0 0,-1-1,1 1,-1-1,0 1,1-1,-1 1,0-1,0 1,0-1,0 1,0-1,0 1,0-1,-1 1,1-1,-1 1,1-1,-1 1,1 0,-1-1,0 1,1 0,-1-1,0 1,0 0,0 0,0 0,0 0,-1 0,1 0,0 0,0 0,-1 0,1 1,0-1,-1 0,1 1,0-1,-1 1,1 0,-1-1,1 1,-1 0,-1 0,-3 4,1 0,-1 0,0 0,1 1,0 0,0 0,1 1,-1-1,1 1,1 0,-1 0,1 0,0 1,0-1,0 1,1-1,0 1,1 0,-1 0,2 0,-1 0,0 0,2 6,-1-9,1 1,-1-1,1 0,0 0,0-1,1 1,-1 0,1 0,0-1,0 1,0-1,1 1,-1-1,1 0,0 0,0 0,0 0,0 0,0-1,0 0,1 1,-1-1,1 0,0-1,0 1,-1-1,1 0,0 1,0-2,0 1,0 0,1-1,1 0,3 1,0 0,0-1,0-1,0 1,0-1,0-1,0 0,0 0,-1 0,1-1,-1-1,0 1,0-1,0-1,2-1,-5 1,0 0,0 0,0 0,0-1,-1 0,0 0,0 0,-1 0,0-1,0 1,0-1,-1 0,0 0,0 0,0 0,-1 0,-1 0,1-6,-13-128,13 140,-1 0,1 1,-1-1,1 1,0-1,-1 1,1-1,0 1,-1-1,1 1,0 0,0-1,-1 1,1 0,0 0,0 0,-1-1,1 1,0 0,0 0,0 0,-1 0,1 0,0 0,0 1,-1-1,1 0,0 0,0 0,-1 1,1-1,0 1,0-1,-1 0,1 1,0-1,-1 1,1-1,-1 1,1 0,-1-1,1 1,-1-1,1 2,10 2,222 39,-229-43,-1 0,1 1,-1 0,0-1,1 1,-1 0,0 0,0 1,1-1,-1 1,0 0,-1 0,1 0,0 0,0 0,-1 0,1 1,-1-1,0 1,0 0,0 0,0-1,0 1,-1 1,1-1,-1 0,0 0,0 0,0 1,0-1,-1 1,1-1,-1 1,-2 112,3-113,-1-1,1 0,0 0,0 0,0 1,1-1,-1 0,0 0,1-1,-1 1,1 0,0 0,0-1,-1 1,1-1,0 0,0 1,1-1,-1 0,0 0,0 0,0-1,1 1,-1 0,0-1,1 0,-1 1,0-1,1 0,0 0,73-13,-66 7,0-1,0 0,0-1,-1 1,0-2,-1 1,0-1,0-1,-1 1,0-1,0-1,-2 1,1-1,-1 0,-1 0,1 0,-2-1,0 0,0 0,0-11,-4 7,-5 22,-8 26,9-18,1 1,1 0,0 0,0 0,2 1,0-1,1 0,1 9,-1-19,1 0,-1 0,1 0,1 0,-1 0,1 0,-1 0,1 0,1-1,-1 1,1-1,-1 0,1 0,1 0,-1 0,0 0,1 0,0-1,0 0,0 0,0 0,0 0,1-1,-1 1,1-1,0 0,1 0,20 4</inkml:trace>
  <inkml:trace contextRef="#ctx0" brushRef="#br0" timeOffset="2013.548">3263 162,'20'7,"23"6,20 4,-1-1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36.79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484 10149,'-2'1,"1"0,0 0,0 0,0 0,0 1,0-1,0 0,0 1,0-1,1 1,-1-1,0 1,1-1,-1 1,1-1,0 1,-1 0,1-1,0 1,0 0,0-1,0 1,1 1,-1-1,1 22,0-1,2 1,1-1,1 0,1 0,1 0,1-1,10 21,46 50,11-11,-36-39,2-2,1-2,2-2,48 31,-31-25,3-3,1-2,2-4,1-2,18 2,172 33,-192-54,0-4,1-3,60-1,-91-5,0-1,0-2,0-2,10-3,4-3,-16 5,-1-2,0-1,0-2,-1-1,-1-1,13-8,-21 4,-1-1,0 0,-1-2,-1 0,-1-2,-1 0,31-33,-12 16,116-137,-141 157,-1-1,-1 0,-1-1,-1 0,5-18,12-30,36-60,-37 82,-2-1,-2-1,6-25,23-230,21-9,-23 112,-9-1,3-104,-14 120,20-53,16-101,1-85,-38 252,-2 25,-7 0,-6-18,-7 91,2 0,4 1,5-8,8-147,-10 66,9-69,-7-227,-7 183,13-1,-9-143,-8 131,15-239,-17-456,-3 893,-3 0,-5 0,-8-24,-6-24,7 40,-4 2,-23-67,-103-251,123 346,-2 2,-3 1,-3 1,-9-8,-48-67,67 102,-62-92,42 87,-1 1,-3 3,-40-27,-65-58,121 95,-2 2,0 1,-2 1,-1 1,-27-13,-27-4,-2 4,-1 3,-1 5,-2 4,-94-13,-235-41,326 63,0 4,-1 5,-69 4,-224 6,89 23,82-27,142 14,78-13,0 0,1 1,-1-1,0 0,0 0,0 0,1 0,-1 1,0-1,0 0,0 0,0 0,0 1,1-1,-1 0,0 0,0 1,0-1,0 0,0 0,0 1,0-1,0 0,0 0,0 1,0-1,0 0,0 0,0 1,0-1,0 0,0 0,0 1,-1-1,1 0,0 0,0 0,0 1,0-1,0 0,-1 0,1 0,0 1,0-1,0 0,0 0,-1 0,1 0,0 0,0 1,-1-1,1 0,0 0,0 0,10 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40.2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123 192,'1'67,"-3"1,-2-1,-4 0,-13 48,-63 174,81-271,1-4,2-18,16-279,-16 141,-2 67,3-1,4 1,3 1,14-62,-22 135,0 0,-1 0,1 0,0 0,0 0,0 0,0 0,0 0,0 0,0 0,1 0,-1 0,0 0,1 0,-1 0,0 0,1 0,-1 0,1 0,-1 0,1 0,0 0,-1 1,1-1,0 0,0 1,0-1,-1 0,1 1,0-1,0 1,0-1,0 1,0-1,0 1,0 0,0-1,0 1,0 0,0 0,0 0,0 0,0 0,0 0,0 0,0 0,0 0,0 1,0-1,0 0,0 1,0-1,0 1,0-1,0 1,1 0,121 116,-94-94,2-1,1-1,0-2,2-1,0-2,1-1,0-2,1-2,1-1,-1-1,1-2,1-2,36 1,-65-6,14 1,-32 11,-17 6,2 1,0 0,1 2,1 1,0 0,2 2,-5 9,-43 46,-23 11,-4-5,-93 64,145-110,76-95,-3-2,-2-1,-2-1,-4-1,-2-1,5-33,-13 54,39-153,-40 180,-5 40,-5 12,-2 1,-1-1,-3 0,0 0,-3 0,-7 21,3-8,42-109,70-126,-73 147,-35 72,-14 5,-1-2,-2-1,-2-1,-1-1,-16 14,26-32,10-16,14-13,63-101,-49 84,-1-1,-1 0,-2-1,-1-1,-2-1,7-25,-18 55,-1 1,0 0,-1-1,1 1,0-1,-1 0,1 1,-1-1,0 1,0-1,0 0,0 1,0-1,-1 1,1-1,-1 0,0 1,0 0,0-1,0 1,0-1,0 1,0 0,-1 0,1 0,-1 0,0 0,0 0,-1-1,-3 1,-1 0,1 1,-1 0,0 0,1 1,-1 0,0 0,0 0,1 1,-1 0,1 1,-1-1,1 1,-5 2,6-3,-21 6,-1 2,1 0,1 1,0 2,-9 6,34-18,1 0,0 0,-1 1,1-1,0 0,-1 0,1 1,-1-1,1 1,-1-1,1 0,-1 1,1-1,-1 1,1-1,-1 1,1-1,-1 1,0 0,1-1,-1 1,0-1,0 1,1 0,-1-1,0 1,0 0,0-1,0 1,0 0,0-1,0 1,0 0,0-1,0 1,0-1,-1 1,1 0,0-1,0 1,0 0,-1-1,1 1,0-1,-1 1,1-1,-1 1,1-1,-1 1,1-1,-1 1,1-1,-1 1,1-1,-1 0,1 1,-1-1,0 0,1 0,-1 0,0 1,1-1,-1 0,0 0,1 0,-1 0,0 0,1 0,-1 0,21 2,-1 0,1-1,0-1,-1-1,1-1,7-2,44-2,-70 5,0 1,0-1,0 1,0-1,-1 1,1 0,0-1,0 1,0 0,0 0,0 0,0 0,0 0,0 0,0 0,0 0,0 0,0 0,0 0,0 1,0-1,0 0,0 1,0-1,0 0,0 1,0 0,-1-1,1 1,0-1,0 1,-1 0,1 0,0-1,-1 1,1 0,-1 0,1 0,-1 0,1-1,-1 1,1 0,-1 0,0 0,0 0,0 0,1 0,-1 0,0 0,0 0,0 0,0 0,-1 0,1 0,0 0,0 0,-1 0,1 0,0 0,-1 0,1 0,-1 0,1 0,-1-1,1 1,-1 0,-38 41,31-34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0.8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 6005,'-22'-63,"-2"-180,15 55,13-115,9 177,5 0,34-113,19-124,0-135,-34 269,-1-92,33-242,-56 432,-6-1,-6-41,7-142,16 67,-7 103,-6-1,-8-62,-8 88,-2 26,5-1,4 1,14-87,42-87,-50 244,1 0,1 1,1 0,1 0,1 2,1-1,0 2,2 0,1 0,0 2,1 0,1 1,1 1,0 1,1 0,1 2,0 0,0 2,5-1,-11 6,0 1,1 1,0 1,-1 0,1 1,0 1,0 1,0 0,0 1,0 1,0 0,0 1,-1 1,1 1,-1 0,0 1,-1 1,1 1,-1 0,-1 0,2 3,1 0,0 1,-1 1,-1 1,0 0,0 1,-2 1,0 0,-1 0,0 1,-1 1,-2 0,1 1,-2-1,-1 2,0-1,-1 1,-1 0,-1 0,0 4,20 301,-13-118,-5-140,-4 1,-2-1,-3 1,-4 11,-18 76,7-56,5 2,4 7,6 292,6-185,-25 198,1-185,9 19,-15 77,12-176,3 70,-26 470,33-592,-3 0,-5 0,-9 25,-22 188,-73 12,42-95,51-183,-1 0,-2-2,-2-2,-23 25,27-34,9-11,-1-1,0-1,-2-1,0-1,0 0,-2-1,0-2,0 0,-1-1,0-1,-1-1,-17 4,20-8,0-2,1 0,-1-1,-1-1,1-1,0-1,-7-2,14 0,1 0,1-1,-1-1,0 0,1-1,0 0,1-1,-1 0,1 0,0-1,1-1,-4-4,2 4,-2-5,1 0,0 0,1-1,1 0,0-1,1 0,1-1,0 0,-2-11,-11-20,13 35,1 0,1 0,0-1,1 0,1 0,0 0,0 0,2-1,0 1,0-1,2 0,0 0,0 1,2-8,31-91,-26 85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2.0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310 251,'-274'288,"238"-245,36-43,0 0,1-1,-1 1,0 0,0 0,0 0,1 0,-1 0,0-1,0 1,1 0,-1 0,0 0,0 0,1 0,-1 0,0 0,0 0,1 0,-1 0,0 0,0 0,1 0,-1 0,0 0,0 0,1 0,-1 0,0 1,0-1,1 0,-1 0,0 0,0 0,0 0,1 1,-1-1,0 0,0 0,0 0,0 0,1 1,-1-1,0 0,0 0,0 1,0-1,0 0,0 0,0 1,0-1,21-15,-1-1,0-1,-2-1,0-1,-1 0,0-1,-2-1,1-3,10-18,-1-2,-3 0,-1-2,-3 0,13-48,1 5,-32 89,0-1,0 1,1-1,-1 1,0-1,0 1,0-1,0 1,0 0,1-1,-1 1,0-1,0 1,1 0,-1-1,0 1,1 0,-1-1,0 1,1 0,-1-1,0 1,1 0,-1 0,1-1,-1 1,1 0,-1 0,0 0,1 0,-1 0,1 0,-1 0,1 0,-1 0,1 0,-1 0,1 0,-1 0,1 0,-1 0,0 0,1 0,-1 0,1 1,-1-1,1 0,-1 0,0 1,1-1,-1 0,0 1,1-1,12 25,-11-22,23 56,24 60,6-3,69 109,-110-203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2.9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1 190,'25'14,"49"45,-2 3,46 55,-117-116,-1 0,1 0,-1 0,1 0,0 0,0 0,-1 0,1 0,0 0,0-1,0 1,0 0,0 0,0-1,0 1,0-1,0 1,1-1,-1 1,0-1,0 0,0 0,1 1,-1-1,0 0,0 0,0 0,1 0,-1 0,0-1,0 1,0 0,1-1,-1 1,0 0,0-1,0 0,0 1,0-1,0 1,0-1,0 0,0 0,0 0,0 0,0 0,-1 1,1-1,0-1,-1 1,1 0,0 0,-1 0,1-1,66-160,-60 142,2 1,0 1,1-1,0 2,2-1,0 2,1-1,1 2,0 0,1 0,0 1,2 1,3-1,27-13,-3 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4.4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14 276,'-11'-33,"8"-209,6 659,5-347,-3-46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4.7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 65,'-7'25,"2"-15,1 0,1 0,0 1,0-1,1 1,0-1,1 1,0 0,0 0,1 0,1 0,0-1,1 1,0 0,0-1,1 1,4 8,-6-17,0 0,1 1,0-1,-1 0,1 0,0 0,0-1,0 1,0 0,0-1,1 1,-1-1,0 0,1 0,-1 0,1 0,-1 0,1 0,0-1,-1 1,1-1,-1 1,1-1,0 0,0-1,-1 1,1 0,0-1,-1 1,1-1,0 0,3-1,1-1,-1 0,0 0,0 0,-1-1,1 1,-1-2,0 1,0 0,0-1,0 0,-1-1,3-2,-1-1,0 0,-1-1,0 1,0-1,-1 0,-1 0,1-1,-2 1,1-1,-2 0,1-3,-1 9,-1 0,0-1,0 1,0-1,-1 1,1 0,-1-1,-1 1,1 0,-1 0,1 0,-2 0,1 0,0 0,-1 0,0 1,0 0,-1-1,1 1,-1 0,0 0,0 1,0-1,0 1,-2-1,3 2,-1 0,1 1,0-1,-1 1,0 0,1 0,-1 0,1 0,-1 1,0 0,0-1,1 1,-1 0,0 1,0-1,1 1,-1 0,0 0,1 0,-1 0,1 0,-1 1,1 0,0 0,-1 0,1 0,0 0,-2 3,-1 0,1 0,0 0,0 1,0 0,0 0,1 0,0 1,1 0,-1-1,1 1,1 0,-1 1,-1 6,0 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5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14 113,'-2'7,"-1"-1,1 1,0 0,1 0,-1 0,2 0,-1 1,1-1,0 0,0 0,1 0,0 1,0-1,1 0,-1 0,2-1,-1 1,1 0,0-1,0 1,1-1,0 0,0 0,0 0,1-1,0 0,0 0,0 0,1 0,0-1,0 0,0 0,3 1,-5-2,1-1,-1-1,1 1,-1-1,1 1,0-1,-1 0,1-1,0 1,0-1,-1 0,1-1,0 1,0-1,0 0,-1 0,1 0,-1 0,1-1,-1 0,1 0,-1 0,0-1,0 1,0-1,0 0,0 0,-1 0,0-1,1 1,-1-1,0 0,-1 0,1 0,3-3,-1 0,-1-1,1 1,-1-1,0 0,-1 0,0 0,0 0,-1-1,0 1,0-1,-1 1,0-1,-1 0,0 0,0 1,-1-1,0 0,0 1,-1-1,0 1,-1-1,0 1,0 0,-1 0,0 0,0 1,-1-1,0 1,0 0,0 1,-7-7,8 11,1 0,-1 0,0 1,0-1,0 1,0 0,0 0,0 0,0 1,0-1,0 1,0 0,0 0,0 0,-1 1,1 0,0-1,0 1,0 1,0-1,1 1,-1-1,0 1,0 0,1 0,-1 1,1-1,0 1,0 0,0 0,0 0,0 0,1 0,-1 0,1 1,0-1,0 1,0 0,1 0,-1-1,1 1,0 0,0 0,0 1,0-1,1 2,-4 30,5-3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5.8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62 395,'36'-230,"-35"133,-1 95,0-1,-1 0,1 0,-1 0,1 0,-1 0,0 0,0 0,-1 1,1-1,-1 0,1 1,-1-1,0 1,1 0,-1-1,-1 1,1 0,0 0,0 1,-1-1,1 0,-1 1,1-1,-1 1,0 0,0 0,0 0,1 0,-2 0,2 1,1-1,-1 1,1 0,0 0,-1 0,1 0,-1 0,1 0,-1 0,1 0,-1 1,1-1,-1 1,1-1,0 1,-1-1,1 1,0 0,-1 0,1-1,0 1,0 0,0 0,0 0,0 0,0 1,0-1,0 0,0 0,0 0,1 1,-1-1,1 0,-1 1,1-1,-1 1,1-1,0 1,-1-1,1 1,0-1,0 1,0-1,0 0,1 1,-1-1,0 1,1-1,-1 1,1-1,-1 0,1 1,-1-1,1 0,0 1,7 2,1 0,-1-1,0-1,1 1,0-1,-1-1,1 1,0-1,0-1,0 0,0 0,1-1,9 1,159 3,-175-3,1 1,-1-1,1 1,-1 0,0 0,0 0,0 1,1-1,-1 1,0-1,-1 1,1 0,0 0,0 1,-1-1,0 0,1 1,-1 0,0-1,0 1,0 0,-1 0,1 0,-1 0,1 0,-1 1,0-1,0 0,-1 1,1-1,-1 0,1 1,-1-1,0 1,-1 1,0 68,6 44,-4-113,1 0,0 0,-1 0,1 0,1 0,-1-1,1 1,-1-1,1 1,0-1,0 0,1 0,-1-1,0 1,1-1,0 1,0-1,-1 0,1 0,0-1,1 1,-1-1,0 0,0 0,0-1,1 1,-1-1,0 0,1 0,-1 0,0-1,1 1,-1-1,0 0,0 0,1-1,-1 1,0-1,-1 0,1 0,0 0,0 0,-1-1,1 0,-1 0,4-3,-1 0,0 0,0-1,0 0,-1-1,0 1,-1-1,1 0,-1 0,-1 0,0-1,0 1,-1-1,1 1,-2-1,0 0,0 0,0-9,-1 18,1-1,-1 1,0-1,1 1,-1-1,0 1,0-1,1 1,-1-1,0 1,0-1,0 1,0-1,0 1,0-1,0 1,0-1,0 1,0-1,0 1,0-1,0 0,0 1,0-1,0 1,-1-1,1 1,0-1,0 1,-1-1,1 1,0 0,-1-1,1 1,0-1,-1 1,1 0,-1-1,1 1,-1 0,1-1,-1 1,1 0,-1 0,1 0,-1-1,1 1,-1 0,1 0,-1 0,1 0,-1 0,1 0,-1 0,-2 7,0 0,1 1,-1-1,2 1,-1-1,1 1,0 0,1-1,-1 1,2 0,-1 0,1-1,0 1,2 5,-2-8,1 0,0 1,0-1,0 0,1 0,0-1,0 1,0 0,0-1,1 0,-1 0,1 0,0 0,0 0,1-1,-1 0,1 0,0 0,0 0,0-1,0 0,0 0,0 0,1-1,4 1,7-2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6.1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 1,'-11'7,"-7"9,1 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6.5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208 21,'2'-9,"1"-1,-4 9,-7 10,-7 14,-10 13,-7 13,-7 9,-9 6,4-8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0:57.1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88,'-2'0,"5"-2,11-4,12-2,17-5,14-4,9 0,2 3,-6 7,-13 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2:02.6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977 14,'-101'-12,"75"10,1 2,-1 1,0 1,1 1,0 1,-1 2,-13 5,3 1,2 2,0 2,1 0,-27 20,25-14,8-6,0 2,1 1,1 0,1 2,-4 6,8-2,1 0,1 2,1 0,2 1,1 0,-7 19,-5 14,2 1,3 0,2 2,4 1,-6 52,10-6,5 0,5 13,3-33,4-1,5-1,16 67,-19-126,2-1,2 0,0 0,10 15,2 4,-14-26,1 1,1-2,0 1,2-2,1 0,0-1,2 0,0-1,1-1,0-1,4 1,216 142,-222-153,0 0,0-1,1-1,-1 0,1-2,0 0,0 0,0-2,0 0,0-1,0-1,0 0,11-4,-14 4,-1-1,0 0,0-1,-1-1,1 0,-1-1,0 0,0-1,-1 0,0-1,0 0,-1 0,0-1,0-1,3-5,10-9,-2-2,-1-1,0 0,-3-1,0-1,-2-1,3-8,16-40,-11 30,-2 0,-2-2,-2 0,-3-1,-2 0,6-53,-17-322,-2 276,-17-113,-9 77,-35-111,60 285,0 1,-1 0,-1-1,0 1,0 0,-1 1,-1-1,1 1,-2 0,1 1,-1-1,-1 1,0 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2:05.3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955 92,'-30'-6,"0"1,0 2,0 1,-1 1,1 2,-8 1,5 4,1 2,0 1,1 2,0 0,0 3,2 0,0 2,0 1,1 1,2 1,-21 19,14-13,1 2,1 1,-21 24,33-25,1 1,1 0,2 1,1 1,1 0,2 1,-8 30,-3 16,4 1,3 1,3 0,4 1,3 0,5 22,-2-78,1 1,1-1,1 0,1 0,1 0,1 0,2-1,0 1,1-1,2 0,0-1,1 0,1-1,1 0,2-1,10 14,4-8,2-2,0 0,2-2,1-2,0 0,2-2,-10-8,0-1,1-1,0-2,0 0,0-2,1 0,0-2,0-1,-1-1,1-2,13-2,-31 4,17 0,0-1,1-2,-1 0,0-1,0-2,-1-1,0-1,0-1,-1-1,0-1,13-8,40-33,-4-3,13-15,-73 57,-1 1,-1-2,0 0,-1 0,0-1,-1 0,-1-1,0 0,-1 0,-1-1,-1 1,2-10,4-26,-2 0,-2-1,-2-26,-2-266,-41 5,33 303,2 16,-1 1,-1-1,-1 1,0 0,-2 0,0 1,-1 0,-1 1,-8-12,-2 0,15 21,0-1,-1 1,0 1,0-1,-1 1,0 0,0 1,-1 0,0 0,-1 0,1 1,-1 1,0-1,-1 1,1 1,-6-2,-177-16,152 2,32 12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12:08.0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1151 0,'-265'0,"238"4,1 2,0 0,0 2,1 0,0 2,0 1,1 1,0 1,2 1,-1 0,1 2,2 1,-1 1,2 0,0 2,2 0,0 1,-13 22,-172 240,172-228,3 1,3 1,2 2,-11 48,3-14,15-49,2 1,1 0,3 0,1 1,3 0,0 25,-8 250,15-297,0-1,2 0,0 0,2 0,1 0,0-1,2 0,0 0,12 18,-9-15,1-1,1 0,1-1,2-1,0 0,1-1,1-1,6 3,8 4,0-2,2-1,1-2,21 9,-12-11,1-2,1-2,44 8,41-18,-83-7,96-13,-75 0,-48 11,0-1,-1-1,1 0,-1-2,-1-1,4-2,43-48,-55 47,0-1,-1 0,0-1,-1 0,0-1,-1 0,0-1,-2 0,1 0,-2 0,0-1,-1 0,-1 0,0-1,0-2,4-43,-2 1,-2-1,-5-38,1 94,1-254,13 127,-1-108,-5-25,-3-96,-7 342,-1 0,0 1,-2-1,0 1,-1 0,-1 1,-9-18,4 8,10 22,0 1,0-1,0 1,-1 0,0 0,0 0,0 0,-1 0,0 1,0-1,0 1,0 0,0 1,-1-1,0 1,0 0,0 0,0 0,0 0,0 1,-1 0,0 0,-168 0,100 2,-2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18.3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1 144,'117'-18,"586"-61,-423 51,0 12,98 14,-337 4,1 1,-1 3,41 10,-62-9,-7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18.6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74 0,'-2'1,"0"0,1 0,-1 1,1-1,-1 0,1 0,0 1,-1-1,1 1,0-1,0 1,0 0,0-1,0 1,1 0,-1 0,0 0,1-1,-1 1,1 0,0 0,0 0,0 0,0 0,0 0,0 0,0 0,0 0,1-1,-1 1,1 0,0 0,-1 0,1-1,0 1,0 0,0-1,0 1,0 0,0-1,1 0,-1 1,1-1,-1 0,1 1,-1-1,2 0,52-5,-54 4,0-1,0 1,1 0,-1-1,0 1,0-1,0 0,0 1,0-1,0 0,0 0,0 1,-1-1,1 0,0 0,0 0,-1 0,1 0,0 0,-1 0,1 0,-1 0,0 0,1-1,-1 1,0 0,1 0,-1 0,0-1,0 1,0 0,0 0,0 0,-1-1,1 1,0 0,0 0,-1 0,1 0,-1 0,1-1,-1 1,1 0,-1 0,0-1,0 1,0-1,-1 1,1-1,0 1,-1-1,1 1,-1 0,1-1,-1 1,0 0,1 0,-1 0,0 1,0-1,0 0,0 1,1-1,-1 1,0-1,0 1,0 0,0 0,0 0,0 0,0 0,0 0,0 1,0-1,0 1,0-1,-2 2,-51 38,38-11,4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18.9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56 106,'2'0,"0"0,0-1,0 1,0-1,0 1,0-1,0 0,0 0,-1 0,1 0,0 0,-1 0,1-1,-1 1,1 0,-1-1,0 1,1-1,-1 1,0-1,0 0,0 0,0 1,0-1,-1 0,1 0,-1 0,1 0,-1 0,1 0,-1 0,0 0,0 0,0 0,0 0,-1 0,1 0,0 0,-1 0,1 0,-1 0,0 0,0 1,0-1,0 0,0 0,1 0,-1 0,1 1,-1-1,1 0,-1 1,1-1,-1 1,0-1,0 1,1-1,-1 1,0 0,-1-1,1 1,0 0,0 0,0 0,-1 0,1 0,-1 0,1 0,-1 0,1 0,-1 1,1-1,-1 1,1-1,-1 1,0 0,1-1,-1 1,0 0,1 0,-1 0,0 0,1 1,-1-1,0 0,1 1,-1-1,0 1,1-1,-1 1,1 0,-1 0,1 0,0 0,-1 0,1 0,0 0,-1 0,1 0,0 1,0-1,0 0,0 2,-1-1,1-1,-1 0,1 1,-1 0,1-1,0 1,0 0,0 0,0 0,0-1,0 1,1 0,-1 0,1 0,-1 0,1 1,0-1,0 0,0 0,0 0,0 0,0 0,0 0,1 0,-1 0,1 0,0 0,-1 0,1 0,0 0,0 0,0-1,0 1,1 0,-1-1,0 1,1-1,-1 1,1-1,-1 1,1-1,31 9,5-4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17.0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157 105,'-10'6,"1"0,1 1,-1 1,1-1,0 1,1 1,0-1,0 1,1 1,0-1,1 1,0 0,1 0,-1 0,-1 12,-4 3,1 1,2 1,0 0,2 0,1 0,1 1,2-1,0 1,2-1,1 1,1-1,2 0,0 0,2 0,1-1,1 0,2 3,-8-23,-1 0,1 0,0-1,0 1,1-1,0 1,0-1,0 0,0-1,1 1,0-1,0 0,0 0,0 0,1-1,0 0,-1 0,1 0,0-1,1 1,-1-2,0 1,0-1,1 0,-1 0,1 0,-1-1,1 0,-1-1,1 1,-1-1,0 0,1-1,-1 0,4-1,0-6,1 0,-1-1,-1 0,0-1,-1 0,0 0,0-1,-1 0,-1 0,0-1,0 0,-2 0,1 0,-2 0,0-1,0 1,-1-1,-1 0,0-11,-1-2,-1 0,-1 0,-1 0,-1 0,-2 1,0 0,-2 0,-1 0,-1 1,-1 0,-1 1,-2 0,0 1,-15-17,26 33,-1 1,-1 0,1 0,-1 1,0-1,0 1,-1 0,1 0,-1 1,0-1,-1 1,1 1,-1-1,0 1,1 0,-7-1,10 5,0 1,0-1,-1 0,1 1,0 0,1 0,-1 0,0 0,0 0,1 1,-1-1,1 1,0 0,0-1,0 1,0 0,1 0,-1 1,1-1,-1 0,1 0,0 1,1-1,-1 0,0 1,1-1,0 1,0-1,0 1,0-1,0 1,0-3,-3 31,2 0,1 0,2 0,0 0,3 0,0-1,2 0,2 0,0 0,2-1,1 0,2 0,21 37</inkml:trace>
  <inkml:trace contextRef="#ctx0" brushRef="#br0" timeOffset="446.805">678 92,'-47'-88,"46"87,0 1,-1-1,1 1,0-1,0 1,0 0,-1 0,1 0,0 0,0-1,-1 2,1-1,0 0,0 0,0 0,-1 0,1 1,0-1,0 1,0-1,0 1,0-1,0 1,0-1,0 1,0 0,0 0,0 0,0 0,0-1,0 1,1 0,-1 0,0 0,1 1,-1-1,1 0,-1 0,1 0,-1 0,1 0,0 1,0-1,-1 0,1 0,0 1,0-1,0 0,1 0,-1 0,0 1,0 0,-9 42,1 0,2 1,1 0,3 0,2 0,5 38,-5-67,1 0,1 0,0 0,1 0,1 0,1-1,0 0,1 0,0 0,1 0,1-1,4 6,-10-17,0-1,1 1,-1-1,1 0,0 1,-1-1,1 0,0 0,0-1,0 1,0-1,0 1,1-1,-1 0,0 0,1-1,-1 1,1-1,-1 0,1 1,-1-1,0-1,1 1,-1 0,1-1,1 0,81-45,-36 16,-48 29,-1 0,1 0,-1 0,1 0,0 0,-1 0,1 0,0 1,-1-1,1 1,0-1,0 1,0 0,0-1,0 1,-1 0,1 0,0 0,0 1,0-1,0 0,-1 1,1-1,0 1,0 0,0-1,-1 1,1 0,-1 0,1 0,-1 0,1 1,-1-1,1 0,-1 0,0 1,0-1,0 1,1 0,0 4,0 0,-1 0,0 0,0 1,0-1,0 1,-1-1,0 0,-1 1,1-1,-1 1,0-1,-1 0,0 0,0 0,0 0,0 0,-1 0,0 0,-1-1,1 1,-1-1,0 0,0 0,-1 0,-3 4,-1 0,0-1,0 0,0 0,-1-1,-1 0,1-1,-1 0,0-1,0 0,-1-1,-9 3,-12-3,32-4,1 0,-1 1,0-1,1 0,-1 0,1 0,-1 0,1 0,-1 0,0 0,1 0,-1 0,1 0,-1 0,1-1,-1 1,1 0,-1 0,0 0,1-1,-1 1,1 0,0-1,-1 1,1 0,-1-1,1 1,-1-1,1 1,0-1,-1 1,1-1,0 1,0-1,-1 1,1-1,0 1,0-1,0 1,0-1,-1 1,1-1,0 0,0 1,0-1,0 1,0-1,1 1,-1-2,5-7</inkml:trace>
  <inkml:trace contextRef="#ctx0" brushRef="#br0" timeOffset="813.824">1373 386,'-8'-2,"-1"1,1 0,-1 0,0 1,1 0,-1 1,1 0,-1 0,1 1,-1 0,1 0,0 1,0 0,0 1,0 0,1 0,-1 0,1 1,0 0,0 1,1-1,0 1,0 0,0 1,1 0,-4 5,8-10,1 0,-1 0,0 0,1 0,-1 0,1 0,0 0,0 0,0 0,0 0,0 0,0 0,0 0,1 0,-1 0,1 0,0 0,-1 0,1 0,0 0,0 0,0-1,0 1,0 0,1-1,-1 1,1-1,-1 1,1-1,-1 1,1-1,0 0,62 26,67-11,-106-16,1 2,-1 1,0 1,0 2,-1 0,7 3,-28-8,1 0,-1 1,0-1,0 0,-1 1,1 0,0-1,0 1,-1 0,1 1,-1-1,0 0,0 1,0-1,0 1,0 0,0-1,0 1,-1 0,0 0,0 0,1 0,-2 1,1-1,0 0,-1 0,1 0,-1 1,0-1,0 0,0 1,-1-1,1 0,-1 0,0 2,-5 6,0 0,0-1,-1 0,0 0,-1 0,0-1,-1-1,0 1,0-1,-1-1,1 0,-2 0,1-1,-1 0,0-1,0 0,-1 0,-1-1,-106 25,61-22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19.7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1,'20'2,"19"1,13 0,15-1,8 0,7-1,-1-1,-4 0,-9 0,-9 0,-12 0,-12 0,-12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23.1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231 741,'-18'-6,"-1"0,1 2,-1 1,0 0,0 1,-14 1,30 1,0 0,-1 1,1 0,0 0,-1 0,1 0,0 0,0 0,0 1,0 0,0 0,0 0,1 0,-1 0,1 0,-1 0,1 1,0 0,0-1,0 1,0 0,0 0,1 0,-1 0,1 0,0 0,0 0,0 1,-13 96,14-96,-1-1,1 1,0 0,0-1,0 1,0 0,0-1,1 1,0 0,0-1,0 1,0-1,0 1,1-1,-1 0,1 0,0 1,0-1,0-1,1 1,-1 0,1 0,-1-1,1 1,0-1,0 0,0 0,0 0,0 0,1-1,-1 1,0-1,1 0,-1 0,1 0,0 0,-1-1,1 1,-1-1,1 0,0 0,-1 0,1-1,0 0,7-5,0 0,0-1,-1-1,1 0,-2 0,1-1,-2 0,1-1,-1 1,0-2,-1 1,0-1,-1 0,0-1,-1 0,0 1,-1-2,0 1,-1 0,-1-1,0 1,0-8,1-20,-5 53,1 0,0-1,1 1,1 0,0 0,0 0,1 0,1-1,0 1,1-1,0 0,1 0,0 0,1 0,1-1,-1 0,2 0,1 1,-4-8,0 0,0 0,1 0,-1-1,1 0,0 0,0 0,0-1,0 0,1 0,-1-1,0 1,1-1,-1-1,1 1,0-1,-1 0,1-1,-1 1,1-1,-1-1,0 1,1-1,-1 0,0-1,0 1,0-1,0-1,-1 1,1-1,-1 1,0-2,0 1,0 0,-1-1,0 0,1 0,9-12,1 0,-2-1,-1 0,0-1,-1 0,-1-1,-1 0,0-1,-2 0,-1 0,0-1,-1 1,-1-10,5-46,-3 0,-4 0,-4-14,2 64,-1-6,2 1,-1 0,-2 1,-2-1,0 1,-2 0,-5-10,0 31,6 34,2 61,3 1,4 0,4-1,4 0,16 55,-20-96,3-1,1 0,3 0,1-2,14 26,18-7,-46-58,0-1,0 1,0-1,0 0,0 1,0-1,0 0,1 0,-1 0,0 0,1-1,-1 1,0-1,1 1,-1-1,1 0,-1 0,1 0,-1 0,0-1,1 1,-1-1,1 1,-1-1,0 0,1 0,-1 0,2-1,13-11</inkml:trace>
  <inkml:trace contextRef="#ctx0" brushRef="#br0" timeOffset="251.326">258 354,'25'4,"26"2,26 0,19-2,12-1,4 4,-7 9,-13 10,-23-1</inkml:trace>
  <inkml:trace contextRef="#ctx0" brushRef="#br0" timeOffset="865.363">1074 955,'76'-324,"-75"323,0-1,-1 0,1 0,-1 0,1 1,-1-1,1 0,-1 0,0 0,0 0,0 0,0 0,-1 1,1-1,0 0,-1 0,1 0,-1 0,0 1,1-1,-1 0,0 1,0-1,0 1,0-1,0 1,-1-1,1 1,0-1,-1 1,1 0,-1 0,1 0,-1 0,0 0,1 0,-1 0,0 1,0-1,1 1,-1-1,0 1,0 0,0-1,0 1,0 0,1 0,-2 0,1 1,0 0,0-1,0 1,0 0,0 0,0 0,0 0,1 1,-1-1,0 0,1 1,-1-1,1 1,-1 0,1-1,0 1,0 0,0 0,0 0,0 0,0 0,0 0,0 0,1 0,-1 0,1 0,0 0,0 0,0 0,0 1,0-1,0 0,0 0,1 0,-1 0,1 0,-1 0,1 0,0 0,0 0,0 0,5 1,0 0,0 0,0-1,1 0,-1 0,1 0,-1-1,1 0,0-1,0 1,4-2,1 2,58 1,-52-4,0 2,0 0,-1 1,1 1,0 1,-1 1,1 0,-1 1,0 0,6 5,-18-7,-1 0,0 1,0-1,0 1,0 0,0 0,-1 0,0 1,0-1,0 1,0 0,-1 0,0 0,0 0,0 0,-1 0,1 1,-1-1,-1 1,1-1,-1 1,24 66,-23-70,0 0,0-1,1 1,-1-1,0 1,1-1,0 0,-1 1,1-1,0 0,0 0,-1 0,1 0,0-1,0 1,0 0,0-1,0 0,0 1,0-1,0 0,0 0,0 0,0 0,1 0,-1 0,0-1,0 1,0-1,1 0,57-30,-48 22,1 0,-1-1,-1-1,0 1,0-2,-1 0,-1 0,0 0,0-1,-2-1,1 1,1-8,-3 11,-6 26,-1-7,1 5,0 0,0-1,1 1,1 0,0-1,1 1,0-1,4 8,-6-17,1 0,0-1,-1 1,1 0,1-1,-1 0,0 1,1-1,0 0,-1 0,1 0,0-1,1 1,-1-1,0 1,1-1,0 0,-1-1,1 1,0-1,0 1,0-1,0 0,0 0,0-1,0 1,0-1,0 0,0 0,3-1,20-3</inkml:trace>
  <inkml:trace contextRef="#ctx0" brushRef="#br0" timeOffset="1131.855">1769 273,'2'16,"10"9,3 2</inkml:trace>
  <inkml:trace contextRef="#ctx0" brushRef="#br0" timeOffset="2082.345">2196 19,'-7'40,"1"0,1 1,3 0,1-1,2 1,4 14,-2 5,10 431,-10-443,2-53,44-141,-44 136,0-1,1 1,0 1,0-1,1 1,0 0,1 0,2-1,-8 7,0 1,0 1,0-1,1 0,-1 0,0 1,1-1,-1 1,1 0,-1 0,1 0,0 0,-1 0,1 1,0-1,0 1,-1 0,1-1,0 1,0 1,0-1,-1 0,1 1,0-1,0 1,-1 0,1 0,-1 0,1 0,0 0,-1 1,0-1,1 1,-1-1,2 3,4 5,1 2,-1-1,-1 1,0 0,-1 1,0-1,0 1,-1 1,-1-1,0 0,-1 1,0 0,0 6,-2-16,0 1,-1-1,1 0,-1 1,0-1,1 0,-1 1,-1-1,1 1,0-1,-1 0,0 1,0-1,0 0,0 0,0 0,-1 0,1 0,-1 0,0 0,0 0,0-1,0 1,0 0,-1-1,1 0,-1 0,0 0,0 0,1 0,-1 0,0-1,0 1,-1-1,1 0,0 0,0 0,-1 0,0-1,-4 1,0 0,0-1,0 1,0-2,0 1,-1-2,1 1,0-1,1 0,-1 0,0-1,-4-2,9 4,-1-1,1 0,-1 0,1 0,0 0,0 0,0 0,0-1,0 0,0 1,1-1,-1 0,1-1,0 1,0 0,0 0,0-1,1 0,-1 1,1-1,0 0,0 1,0-1,1 0,-1 0,1 0,0-1,1 0,0 0,0 0,1 1,-1-1,1 1,0-1,0 1,0 0,1-1,0 1,0 0,0 1,0-1,0 0,1 1,0 0,-1 0,1 0,1 0,-1 1,3-2,97-39,-73 35,0 1,0 1,0 1,1 2,0 1,12 2,-42 0,0 0,1 0,-1 0,0 0,0 0,0 1,0-1,0 1,0-1,0 1,0 0,0 0,0 0,0 0,0 0,0 0,-1 1,1-1,0 1,-1-1,1 1,-1-1,0 1,1 0,-1 0,0-1,0 1,0 0,0 0,-1 0,1 0,0 0,-1 1,0-1,1 0,-1 0,0 0,0 51,-2-46,2 0,-1 0,1 1,0-1,1 0,-1 0,1 1,1-1,0 0,0 0,0 0,3 6,-1-11,-1 1,1-1,0 0,-1 0,1 0,0-1,0 1,0-1,1 0,-1 0,0 0,0-1,1 1,-1-1,0 0,0-1,1 1,-1-1,0 1,0-1,0 0,0-1,0 1,0-1,0 0,0 0,3-2,4-3,0 0,0-1,0 0,-1-1,-1 0,1-1,-1 1,-1-2,0 1,-1-1,0-1,0 1,-1-1,-1 0,0-1,3-10,-9 29,0-1,0 0,0 1,1-1,0 1,0-1,0 0,1 1,0-1,0 0,0 0,1 1,0-1,0 0,0 0,0 0,1-1,0 1,0-1,0 1,0-1,1 0,3 3,4-1,-1-1,1-1,0 0,0 0,0-1,0 0,1-1,0 0,-1-1,1 0,0-1,-1 0,1-1,-1-1,1 1,-1-2,1 0,-1 0,0-1,1-1,-4 3,-1-1,1 0,0 0,-1 0,0-1,0-1,0 1,0-1,-1 0,0-1,0 1,0-1,-1 0,0-1,0 1,0-1,-1 0,0 0,-1-1,1 1,-1-1,-1 0,1 0,-1-3,0-36,-7 64,1-5,1 1,0-1,1 1,1 0,0 0,1-1,0 1,0 0,2 0,0 0,0-1,1 1,0-1,1 0,1 0,0 1,-2-10,0 1,0-1,0 1,0-1,1 0,-1 0,1 0,0-1,0 1,0-1,0 0,0 0,0-1,1 1,-1-1,1 0,3 1,17 0</inkml:trace>
  <inkml:trace contextRef="#ctx0" brushRef="#br0" timeOffset="2338.661">3400 340,'14'9,"13"8,2 0</inkml:trace>
  <inkml:trace contextRef="#ctx0" brushRef="#br0" timeOffset="2803.743">3748 661,'0'9,"1"-1,0 1,1-1,0 1,1-1,-1 1,2-1,-1 0,1 0,0-1,1 1,-1-1,2 0,-1 0,1-1,0 1,1-1,-5-4,1-1,0 0,-1 0,1 0,0 0,0-1,0 1,-1-1,1 1,0-1,0 0,0 0,0-1,0 1,-1 0,1-1,0 0,0 0,-1 0,1 0,0 0,-1 0,1-1,-1 1,1-1,-1 0,56-52,-46 39,-2 0,1-1,-2 0,0 0,-1-1,4-13,-22 117,9-83,0 1,0-1,0 0,1 1,0-1,-1 1,2-1,-1 1,0-1,1 1,0-1,0 0,0 1,0-1,1 0,0 0,0 0,0 0,0 0,1 0,-1-1,1 1,0-1,0 1,0-1,0 0,1 0,0-1,-1 1,1-1,0 0,0 0,0 0,1 0,3 0,0 0,0-1,0 0,0-1,0 0,0 0,0-1,0 0,0 0,0 0,0-1,0-1,-1 1,1-1,-1-1,0 1,0-1,0 0,0-1,-1 0,0 0,0 0,0-1,0 0,-1 0,0 0,0 0,-1-1,0 0,0 0,0 0,-1-1,0 1,-1-1,0 0,0 1,0-1,-1 0,0 0,-1 0,0 0,0-8,0 15,0 1,1-1,-1 0,0 0,0 1,0-1,1 0,-1 0,0 1,0-1,0 0,0 0,0 0,0 1,-1-1,1 0,0 0,0 1,0-1,-1 0,1 0,0 1,-1-1,1 0,-1 1,1-1,-1 1,1-1,-1 0,1 1,-1-1,0 1,1-1,-1 1,0 0,1-1,-1 1,0 0,1-1,-1 1,0 0,0 0,1 0,-1 0,0-1,0 1,0 0,1 0,-1 1,0-1,0 0,1 0,-1 0,0 0,0 1,1-1,-1 0,0 1,0-1,1 0,-1 1,1-1,-1 1,0-1,0 1,-1 3,1-1,-1 1,1-1,0 1,-1-1,2 1,-1 0,0-1,1 1,-1 0,1 0,0 0,1-1,-1 1,0 0,1 0,0-1,0 1,0 0,1-1,-1 1,1-1,0 0,-1 1,2-1,-1 0,0 0,1 0,-1-1,1 1,0 0,5 4,1 1,1-2,-1 1,1-1,0 0,0-1,1-1,-1 1,11 1,149 24,-81-22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01.3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 1,'-9'4,"-6"2,3 0,8 1,13 0,19-3,23 0,21-2,19-1,14-1,3 0,-4 0,-9 4,-15 4,-21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5:29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5910 697,'2'16,"1"19,2 19,3 17,4 14,2 9,2 6,-3 2,-2-2,-5-5,-2-9,-4-15,-7-17,-3-18</inkml:trace>
  <inkml:trace contextRef="#ctx0" brushRef="#br0" timeOffset="532.187">5937 871,'0'-15,"5"-58,-4 71,-1 0,1 0,0 0,-1 1,1-1,0 0,0 0,0 0,0 1,1-1,-1 0,0 1,1 0,-1-1,1 1,0 0,-1-1,1 1,0 0,0 0,-1 0,1 1,0-1,0 0,0 1,0-1,0 1,0 0,0 0,0-1,0 1,1 1,7 1,0 0,0 1,0 0,-1 1,1 0,-1 1,0 0,0 0,-1 1,1 0,-1 0,-1 1,1 0,-1 1,0 0,-1 0,0 0,0 0,-1 1,0 0,-1 1,2 3,-3-9,-1 0,0 0,0 0,0 0,-1 1,0-1,1 0,-2 1,1-1,0 1,-1-1,0 1,0-1,0 1,0-1,-1 0,0 1,0-1,0 1,0-1,-1 0,0 0,0 0,0 0,0 0,0 0,-1 0,0-1,0 1,0-1,0 0,0 0,-1 0,1 0,-1-1,0 0,0 1,0-1,2-2,-1 0,1 1,0-1,0-1,0 1,0 0,-1 0,1-1,0 1,0-1,0 0,0 0,0 0,0 0,0 0,1 0,-1 0,0 0,0-1,1 1,-1-1,1 1,-1-1,1 0,0 0,0 1,0-1,0 0,0 0,0 0,0 0,0 0,1 0,-1 0,1-1,0 1,-1 0,1 0,0 0,0 0,1-1,-1 1,0 0,1 0,-1 0,1 0,0 0,0 0,4-26,2 2,1-1,1 1,2 0,0 1,11-18,9-20,-11 22,-1-2,-2 0,-2-1,-2-1,-2 0,-1 0,-3-1,1-37,-9 77,2 2,-1 0,0 0,0 0,0 0,0 0,-1 1,1-1,-1 0,0 0,-1 0,1 0,0 1,-1-1,0 1,0-1,-2-2,3 6,0 0,0 0,0 0,1 0,-1 0,0 0,0 0,0 0,0 1,0-1,1 0,-1 0,0 1,0-1,0 1,1-1,-1 1,0-1,0 1,1-1,-1 1,1-1,-1 1,0 0,1 0,-1-1,1 1,0 0,-1 0,1-1,-1 1,1 0,0 0,0 0,-1 1,-5 15,-1 0,2 1,0 0,1 1,1-1,1 1,1-1,0 1,1 0,1-1,1 2,5 26,3 0,1 0,2 0,2-2,2 0,2-1,2 0,2-2,1-1,2-1,15 16,10 5,-36-47</inkml:trace>
  <inkml:trace contextRef="#ctx0" brushRef="#br0" timeOffset="781.105">6124 444,'25'-3,"26"3,28 2,20 6,16 4,7 7,-5 6,-24 0</inkml:trace>
  <inkml:trace contextRef="#ctx0" brushRef="#br0" timeOffset="1177.752">6873 1032,'17'-31,"-2"-1,0 0,-3-1,0 0,-2-1,-2 0,-1-1,-1 0,-1-25,-5 57,1 0,-1 0,1 1,-1-1,0 0,0 0,0 0,0 1,-1-1,1 0,-1 0,0 1,0-1,0 0,0 1,0-1,0 1,-1-1,1 1,-2-1,2 3,0 0,0 0,0 1,0-1,0 1,0-1,0 1,0-1,0 1,0 0,0-1,1 1,-1 0,0-1,0 1,1 0,-1 0,0 0,1 0,-1 0,1 0,-1 0,1 0,0 0,-1 0,1 0,0 0,0 0,-1 0,1 0,0 1,0 1,-1 1,1-1,0 1,0-1,1 0,-1 1,1-1,-1 1,1-1,0 0,0 0,1 1,-1-1,0 0,1 0,0 0,0-1,0 1,0 0,0-1,1 1,-1-1,1 0,0 1,-1-1,4 1,81 42,96 27,-180-71,0 1,0 0,0 0,0-1,0 2,-1-1,1 0,-1 0,1 1,-1 0,0-1,0 1,0 0,0 0,0 0,-1 0,1 0,-1 1,0-1,0 0,0 1,-1-1,1 0,-1 1,0-1,1 1,-2-1,1 1,0-1,-1 1,1-1,-1 0,0 1,0-1,-1 0,-1 4,-48 94,50-100,1 1,0-1,0 0,-1 0,1 1,0-1,0 0,0 1,0-1,1 0,-1 1,0-1,0 0,1 0,-1 1,1-1,-1 0,1 0,0 0,-1 0,1 1,0-1,0 0,0 0,0-1,-1 1,1 0,1 0,-1 0,0-1,0 1,0 0,0-1,0 1,1-1,-1 1,0-1,0 0,1 1,57 7,-54-8,51 1,0-3,0-2,0-3,0-2,-1-2,37-14,-22 1</inkml:trace>
  <inkml:trace contextRef="#ctx0" brushRef="#br0" timeOffset="2912.076">8957 697,'7'3,"-1"0,0 1,0 0,0 0,0 0,-1 1,1-1,-1 1,0 1,-1-1,1 1,-1-1,0 1,-1 1,1-1,-1 0,0 1,-1-1,1 4,63 173,-66-182,0 0,0 1,0-1,1 0,-1 0,0 0,1 1,-1-1,1 0,-1 0,1 0,0 0,0 0,-1 0,1 0,0 0,0 0,0-1,0 1,0 0,0 0,0-1,0 1,0-1,0 1,0-1,1 1,-1-1,0 0,0 0,1 1,-1-1,0 0,0 0,0 0,1 0,-1 0,0-1,0 1,1 0,-1-1,0 1,0 0,0-1,0 1,0-1,0 0,0 1,0-1,0 0,0 0,1 0,10-13,0-1,-1 0,-1 0,-1-1,0 0,-1 0,0-1,-1-1,-1 1,0-6,12-53,-16 91,0 0,2 1,0-1,0 0,2-1,0 1,0-1,5 6,-7-13,1-1,1 0,-1 0,1 0,0-1,0 0,0 0,1 0,0-1,0 0,0 0,0-1,1 0,-1 0,1-1,0 0,1 0,-4-1,0 0,0-1,1 1,-1-1,0 0,0 0,0-1,0 0,0 0,0 0,0 0,0-1,0 0,0 0,-1 0,1 0,-1-1,0 0,1 0,-1 0,-1-1,1 1,0-1,-1 0,0 0,1 0,-1-1,3-6,-1 0,-1 0,0-1,0 1,-1-1,-1 0,0 0,0 0,-1 0,-1-1,0-4,2 30,1 0,1 0,0 0,1 0,0-1,1 0,1 0,0 0,0-1,1 0,1 0,-1-1,3 1,-6-7,0-1,-1 1,1-1,1-1,-1 1,0-1,1 0,-1 0,1 0,-1-1,1 0,0 0,0 0,0-1,-1 0,1 0,0 0,0-1,0 0,-1 0,1 0,0-1,-1 0,1 0,-1 0,0-1,0 0,0 0,0 0,0-1,0 1,-1-1,0 0,0 0,0-1,0 1,-1-1,0 0,0 0,0 0,0 0,-1-1,0 0,3-5,-1 0,-1-1,0 1,0-1,-1 1,-1-1,0 0,0-4,-1 11,-1 15,0 19,2-19,1-1,0 0,0 0,1 0,0 0,1 0,0 0,0-1,1 0,0 0,1 0,-1 0,2-1,-1 0,1-1,0 1,0-1,1 0,-1-1,1 0,1 0,-1-1,1 0,-1 0,1-1,0 0,0-1,1 0,-1 0,1-1,1 0,22 3</inkml:trace>
  <inkml:trace contextRef="#ctx0" brushRef="#br0" timeOffset="3794.467">10281 738,'40'147,"-37"-137,2 1,-1-1,1 0,1 0,0 0,0-1,1 0,5 6,-9-13,-1 1,0-1,1 0,-1 0,1 0,0-1,0 1,-1 0,1-1,0 0,0 0,1 0,-1 0,0 0,0-1,0 1,0-1,1 0,-1 0,0 0,0 0,1-1,-1 1,0-1,0 0,0 0,0 0,0 0,0 0,0-1,0 1,0-1,5-5,0-1,-1 0,1 0,-1 0,-1-1,0 0,0 0,-1-1,0 1,0-1,-1 0,-1-1,0 1,0-1,-1 1,0-1,-1 0,0 0,-1-2,-3-10,0 29,2 1,-1 0,1 0,0 0,1 0,-1 0,1 0,1 0,-1 0,1 0,1 0,-1 0,1-1,0 1,1 0,-1-1,1 1,1-1,-1 0,1 0,0-1,0 1,1-1,0 1,0-2,0 1,0 0,1-1,0 0,2 1,6 1,0 0,1-2,-1 0,1 0,0-1,0-1,1 0,-1-1,0-1,0-1,1 0,-1-1,0 0,0-1,0-1,2-1,-11 2,0 0,0 0,-1-1,1 1,-1-1,0-1,0 1,0-1,0 0,-1 0,0 0,1-2,-5 10,1-1,-1 1,1 0,-1 0,1-1,0 1,0-1,0 1,0 0,0-1,1 0,-1 1,1-1,0 0,0 0,0 0,0 0,0 0,0 0,0 0,0-1,1 1,-1-1,1 0,-1 0,1 0,71 21,68-20,-140-2,0 1,0-1,1 1,-1 0,0 0,0 0,0 0,0 0,0 1,0-1,-1 0,1 1,0-1,-1 1,1 0,-1 0,1 0,-1-1,1 3,20 18,-19-20,0 0,1 0,-1 0,1 0,-1 0,1-1,0 1,0-1,0 0,-1 0,1-1,0 1,0-1,0 0,0 0,0 0,0-1,0 1,0-1,0 0,0 0,0 0,0 0,-1-1,1 0,-1 0,1 0,-1 0,1 0,-1-1,0 1,0-1,-1 0,1 0,0 0,-1 0,0-1,0 1,0 0,0-1,0 0,-1 1,2-4,-3 1,1 0,-1 0,0 0,0 0,0 1,-1-1,0 0,0 0,-1 1,1-1,-1 1,-1-1,1 1,-1 0,0 0,0 0,0 0,-1 0,1 1,-1-1,0 1,-1 0,1 0,-1 1,1-1,-1 1,0 0,0 1,-2-1,-2-2,0 1,0 0,-1 0,1 1,-1 1,0 0,0 0,0 1,0 0,-1 0,1 1,0 1,0 0,0 0,0 1,-5 1,8 0,0 0,1 0,-1 0,0 1,1 0,0 0,0 1,0 0,1 0,-1 0,1 1,0-1,-2 4,5-6,0 0,0 1,0-1,1 0,-1 1,1-1,0 1,0-1,0 1,0-1,0 1,1 0,0 0,0-1,0 1,0 0,0-1,1 1,0 0,0-1,0 1,0 0,0-1,1 0,-1 1,1-1,1 3,2-1,1 1,-1-1,0 0,1-1,0 1,0-1,1 0,-1-1,1 0,0 0,0 0,0-1,0 1,0-2,5 2,31 5</inkml:trace>
  <inkml:trace contextRef="#ctx0" brushRef="#br0" timeOffset="4883.005">11498 523,'-87'-49,"84"48,-1-1,1 1,-1 0,1 0,-1 0,1 1,-1-1,0 1,1 0,-1 0,0 0,1 0,-1 1,0 0,1-1,-1 1,1 1,-1-1,1 0,0 1,-1 0,1-1,0 1,0 1,-1 0,1 3,0 0,0 0,0 0,1 0,0 0,0 1,1-1,0 1,0 0,0-1,1 1,0-1,0 1,1 0,0-1,0 1,1-1,-1 1,1-1,1 1,-1-1,1 0,0 0,0-1,1 1,2 2,36 66,4-2,3-2,21 20,24 24,-93-114,0 1,-1 0,1-1,0 1,0-1,-1 1,1-1,0 0,0 1,0-1,0 0,0 1,-1-1,1 0,0 0,0 0,0 0,0 0,0 0,0 0,0 0,0 0,-1-1,1 1,0 0,0-1,0 1,0 0,-1-1,1 1,0-1,0 1,-1-1,1 1,0-1,-1 0,1 1,0-1,-1 0,1 0,-1 1,1-1,-1 0,20-41,-18 36,8-23,-2-1,-1 0,-2-1,0 1,-2-1,-2 0,-1 0,-2-15,2 46,1-7,-1-1,0 1,-1 0,0-1,0 1,-1 0,1 0,-2 0,1 0,-1 0,0 1,0-1,-1 1,1-1,-2 1,0-1,5 7,1 1,0 0,-1 0,1 0,-1-1,1 1,-1 0,0 0,1 0,-1 0,0 0,1 0,-1-1,0 1,0 0,0 0,0 0,0 0,0 0,0 0,0 0,0 0,-1 0,1 0,0 0,0 0,-1 0,1 0,-1-1,1 1,-1 0,1 0,-1 0,1-1,-1 1,0 0,0-1,1 1,-1-1,0 1,0 0,1-1,-1 0,0 1,0-1,0 0,0 1,0-1,0 0,0 0,0 0,0 1,0-1,0 0,0 0,0-1,1 1,-1 0,0 0,0 0,0-1,0 1,0 0,0-1,0 1,0-1,1 1,-1-1,0 0,8 9,0-1,0-1,1 0,0 0,0 0,1-1,-1 0,1 0,0-1,1 0,-1-1,1 0,-1-1,3 1,1 1,42 12,92 36,-143-51,0 1,0 0,0 1,-1-1,1 1,-1 0,1 0,-1 0,0 0,0 0,0 1,-1-1,1 1,-1 0,0 0,0 0,0 0,-1 0,1 0,-1 0,0 1,0-1,0 0,-1 1,0-1,0 1,0-1,0 0,0 1,-1-1,0 1,-1 2,-13 41,-6 48,21-93,0-1,1 0,-1 1,1-1,0 0,-1 1,1-1,0 0,0 0,1 0,-1 0,0 0,1 0,-1 0,1 0,0-1,-1 1,1 0,0-1,0 0,0 1,0-1,0 0,0 0,1 0,-1 0,0 0,1-1,-1 1,0-1,1 0,-1 1,0-1,1 0,0 0,5 0,1 0,-1-1,1 0,-1 0,0 0,1-1,-1-1,0 1,4-3,-2 0,-1 0,1-1,-1 0,0 0,-1-1,0 0,0 0,0-1,-1 0,2-4,101-70,-110 82,-1 0,0 1,0-1,1 0,-1 1,0-1,0 0,0 0,1 0,-1 0,0 0,0 0,0 0,1 0,-1 0,0 0,0-1,1 1,-1 0,0 0,0-1,1 1,-1-1,0 1,1 0,-1-1,0 1,1-1,-1 0,1 1,-1-1,1 1,-1-1,1 0,-1 1,1-1,0 0,-1 0,1 1,0-1,-1 0,1 0,0 0,0 1,0-1,0 0,0 0,0 0,0 1,0-1,0 0,0 0,1 1,-1-1,0 0,0 0,1 0,-1 1,1-1,-1 0,0 1,1-1,-1 0,1 1,0-1,-4 2,1 0,0 0,0 0,0 0,-1 0,1 1,0-1,1 1,-1-1,0 1,0 0,1 0,-1 0,1 0,-1 0,1 0,0 0,0 0,0 0,0 1,0-1,1 0,-1 1,0-1,1 1,0-1,0 0,0 1,0-1,0 1,0-1,1 1,-1-1,1 0,-1 1,1-1,0 0,0 1,0-1,0 0,1 0,-1 0,0 0,1 0,0 0,-1-1,1 1,0 0,0-1,0 1,0-1,1 1,2 0,1 0,-1 0,0-1,1 0,-1 0,1 0,-1-1,1 0,0 0,-1 0,1 0,-1-1,1 0,-1 0,1-1,-1 0,0 0,0 0,0 0,0-1,0 0,0 0,-1 0,1 0,-1-1,0 0,0 0,0 0,-1 0,1-1,-1 1,0-1,0 0,-1 0,0 0,0 0,0 0,0-1,-1 1,1-1,-2 1,1-1,0 1,-1-1,0 1,-1-1,1 0,-1 1,-1-4,1 4,-1 0,1 0,-1 0,-1 0,1 0,-1 1,0-1,0 1,0 0,0 0,-1 0,0 0,0 0,0 1,0 0,0-1,-1 2,1-1,-1 0,0 1,0 0,0 0,0 1,0-1,0 1,0 0,-1 1,1-1,0 1,-1 0,1 0,0 1,0-1,-1 1,1 0,0 1,0-1,0 1,0 0,0 0,0 1,1-1,-1 1,-2 2,3-2,0-1,1 0,-1 1,0 0,1-1,0 1,0 1,0-1,0 0,0 1,0 0,1-1,0 1,0 0,0 0,0 0,1 1,0-1,-1 0,1 1,1-1,-1 0,1 1,0-1,0 1,0-1,0 1,1-1,0 0,0 1,0-1,0 0,1 0,-1 1,1-1,0 0,1-1,-1 1,1 0,-1-1,1 1,0-1,2 2,27 11,2-6</inkml:trace>
  <inkml:trace contextRef="#ctx0" brushRef="#br0" timeOffset="5130.857">12620 431,'-18'4,"-8"9,0 11,4 12,11 15,12 11,12 10,5-8</inkml:trace>
  <inkml:trace contextRef="#ctx0" brushRef="#br0" timeOffset="5379.368">12768 1045,'13'-11,"0"0,-1 0,0-1,-1-1,-1 0,0-1,0 0,-2 0,1-1,-2 0,0 0,1-7,9-29,-2-1,-2-1,-2-9,11-58,-5 0,-6 0,-5-9,-8 96,2 32,0 1,0-1,0 1,-1-1,1 1,0 0,0-1,-1 1,1-1,0 1,-1-1,1 1,0 0,-1-1,1 1,-1 0,1-1,-1 1,1 0,-1 0,1-1,-1 1,1 0,-1 0,1 0,-1 0,1 0,-1 0,1 0,-1 0,1 0,-1 0,1 0,-1 0,1 0,-1 0,1 0,-1 0,1 1,-1-1,1 0,-1 0,1 1,-1-1,1 0,-1 1,1-1,0 0,-1 1,1-1,0 1,-1-1,1 0,0 1,-1-1,1 1,0-1,0 1,0-1,0 1,-1-1,1 1,0-1,0 1,0 0,-15 22,2 0,0 1,1 0,2 1,0 1,2 0,1 0,-1 9,-1-7,2 0,2 0,0 1,2 0,1 0,1 0,2 0,0 0,2 0,2 0,0 0,2-1,1 0,1 0,2-1,0 0,2-1,16 24,-23-41,1-1,0 1,1-1,0-1,0 1,0-1,1-1,0 1,0-2,1 1,0-1,0-1,0 0,0 0,1-1,0 0,7 1,15-3</inkml:trace>
  <inkml:trace contextRef="#ctx0" brushRef="#br0" timeOffset="5566.918">12701 377,'16'0,"23"4,24 5,19 2,11 4,1 1,-15-1</inkml:trace>
  <inkml:trace contextRef="#ctx0" brushRef="#br0" timeOffset="5850.695">13209 751,'-3'21,"-1"89,4-106,1-1,-1 1,1 0,0 0,0-1,1 1,-1 0,1-1,-1 1,1-1,0 0,0 0,1 0,-1 0,1 0,-1 0,1 0,0-1,0 1,0-1,0 0,1 0,-1 0,1-1,2 2,-2-2,-1 0,0 0,1 0,-1-1,1 1,-1-1,1 0,-1 0,1 0,0-1,-1 1,1-1,-1 0,0 0,1 0,-1 0,0-1,0 1,1-1,-1 0,0 0,-1 0,1 0,0-1,-1 1,1-1,-1 1,0-1,0 0,0 0,0 0,0 0,0 0,-1 0,1-3,2-3,-1 0,0 0,0 0,-1 0,0 0,-1-1,0 1,0 0,-1-1,0 1,-1-1,0 1,0-1,0 7,0 1,1-1,-1 1,0 0,0 0,0-1,-1 1,1 0,0 0,-1 0,1 0,-1 1,0-1,0 0,0 1,0-1,0 1,0-1,0 1,0 0,0 0,0 0,-1 0,1 0,-1 1,1-1,0 1,-1 0,1-1,-1 1,1 0,-1 0,1 1,-1-1,1 0,0 1,-1 0,1-1,0 1,-1 0,1 0,0 0,0 0,0 1,0-1,0 1,0-1,0 1,0 0,-1 1,-2 2,0 0,0 0,1 0,0 1,0 0,0 0,0 0,1 0,0 1,0-1,1 1,0 0,0 0,0-1,1 1,0 0,1 1,-1-1,1 0,1 0,-1 0,1 0,0 0,1 0,2 5,9 19</inkml:trace>
  <inkml:trace contextRef="#ctx0" brushRef="#br0" timeOffset="6796.168">13543 952,'5'-32,"-2"-1,-1 1,-2-1,-1 0,-1 1,-2-1,-1 1,-6-17,10 45,-1 0,1 0,-1-1,0 1,0 0,0 1,0-1,-1 0,1 1,-1-1,0 1,0 0,0 0,-1 0,1 0,-1 1,1-1,-1 1,0 0,0 0,-1 0,-4 5,23 9,214 68,-130-23,-95-54,1 0,-1 0,0 1,0-1,0 1,0 0,-1 0,1 0,-1 0,0 0,0 0,-1 1,1-1,-1 1,0-1,0 1,-1-1,1 1,-1 0,0-1,0 1,-1-1,1 1,-37 122,37-125,0-1,-1 0,1 0,1 0,-1 1,0-1,0 0,0 0,1 1,-1-1,0 0,1 0,-1 0,1 0,-1 0,1 0,0 0,0 0,-1 0,1 0,0 0,0 0,0 0,0 0,0-1,0 1,0 0,0-1,0 1,0-1,0 1,1-1,-1 0,0 1,0-1,0 0,1 0,-1 0,0 0,0 0,1 0,-1 0,0 0,0-1,58-7,-48 4,-1-1,1 0,-1-1,-1 0,1-1,-1 1,0-2,-1 1,1-1,-2-1,1 0,-1 0,0 0,-1-1,0 1,-1-2,0 1,-1 0,0-1,1-3,0-7,-5 22,-1-1,1 0,0 0,0 0,0 0,0 0,-1 0,1 0,0 0,0 0,0 0,-1 0,1 0,0 0,0 0,0 0,0 0,-1 0,1 0,0 0,0 0,0 0,-1 0,1 0,0 0,0 0,0-1,0 1,-1 0,1 0,0 0,0 0,0 0,0 0,0-1,0 1,-1 0,1 0,0 0,0 0,0-1,0 1,0 0,0 0,0 0,0-1,0 1,0 0,0 0,0 0,0 0,0-1,0 1,0 0,-3 4,-1-1,1 2,1-1,-1 0,0 0,1 1,0-1,0 1,0 0,1 0,0 0,0 0,0-1,0 2,1-1,0 0,0 0,0 0,0 0,1 0,0 0,0 0,1-1,-1 1,1 0,0 0,0-1,0 1,1-1,0 0,0 0,0 0,2 3,3-2,0-1,1 0,-1 0,1 0,-1-1,1 0,0-1,0 0,0 0,1-1,-1 0,0-1,1 0,-1-1,0 1,0-2,1 1,-1-1,0-1,-1 0,1 0,0-1,6-3,-7 1,0 0,-1 0,0-1,0 1,0-2,-1 1,0-1,0 0,-1 0,0 0,-1-1,0 0,0 0,-1 0,0 0,0 0,0-4,-3 11,1 1,0 0,-1-1,1 1,-1 0,1-1,-1 1,0-1,0 1,0-1,0 1,0-1,0 1,0 0,0-1,0 1,-1-1,1 1,0-1,-1 1,1 0,-1-1,0 1,1 0,-1 0,0-1,0 1,0 0,0 0,0 0,0 0,0 0,0 0,-1 1,1-1,0 0,0 0,-1 1,1-1,0 1,-1-1,1 1,-1 0,1-1,0 1,-1 0,1 0,-1 0,1 0,-1 0,1 0,-2 1,-3 3,0 0,1 1,-1-1,1 1,-1 1,2-1,-1 1,1 0,-1 0,2 0,-1 0,1 1,0 0,0-1,0 1,1 0,1 0,-1 1,1-1,0 0,0 0,1 1,0-1,1 3,-1-5,1 0,0-1,0 1,0 0,1-1,0 1,-1-1,1 0,1 0,-1 0,1 0,-1 0,1 0,1 0,-1-1,0 0,1 1,-1-1,1-1,0 1,0 0,0-1,1 0,-1 0,0 0,1-1,3 2,6 1,1-1,0 0,0-1,0 0,0-1,0-1,0-1,4 0,-6 0,0 0,-1-2,1 1,0-1,-1-1,0 0,0-1,0 0,0-1,-1 0,0-1,0 0,-1-1,0 0,0 0,-1-1,0-1,-1 1,0-1,5-9,2-9,-1-1,-1-1,-2 0,-1-1,-2 0,-1 0,-1-1,-1 0,-2 0,-2-19,1 38,-2-1,0 1,-1-1,0 1,-1-1,0 1,-1 0,-1 0,0 0,-4-9,7 19,-1 1,1 0,-1 0,1 0,-1 0,0 0,0 0,0 1,0-1,0 0,0 1,0 0,0-1,-1 1,1 0,0 0,-1 1,1-1,-1 0,1 1,-1-1,1 1,-1 0,1 0,-1 0,0 0,1 0,-1 1,1-1,-1 1,1-1,-1 1,1 0,0 0,-1 0,1 1,0-1,0 0,0 1,0 0,0-1,0 1,0 0,0 0,1 0,-1 0,0 1,-11 14,1 1,0 0,1 0,1 1,1 0,1 1,0 0,2 1,0-1,2 1,0 0,-1 20,2-24,1 0,1 1,0-1,1 1,1-1,1 0,0 1,1-1,1 0,1 0,0-1,1 1,1-1,1 0,0-1,1 0,0 0,5 4,23 17</inkml:trace>
  <inkml:trace contextRef="#ctx0" brushRef="#br0" timeOffset="7866.229">15883 738,'-6'0,"-143"10,141-8,1-1,-1 2,0-1,1 1,-1 0,1 0,0 1,0 0,0 0,1 1,-1 0,1 0,0 0,1 1,-1 0,1 0,0 2,3-7,1 0,0 1,0-1,0 1,0-1,0 1,1 0,-1-1,1 1,-1 0,1 0,-1-1,1 1,0 0,0 0,0 0,0-1,0 1,0 0,0 0,1 0,-1-1,0 1,1 0,0 0,-1-1,1 1,0-1,0 1,0-1,0 1,0-1,0 1,1-1,-1 0,0 0,1 1,-1-1,1 0,-1 0,1 0,-1-1,2 1,77 20,-61-21,0-1,0-2,0 0,0 0,-1-2,0 0,0-1,0-1,-1-1,1 0,-2-2,0 1,0-2,0 0,-2-1,1-1,-2 0,1-1,-2 0,0-1,-1 0,0-1,-1-1,-1 1,-1-1,0-1,-1 0,-1 0,-1 0,-1 0,3-19,-5 28,1 1,-2-1,1 0,-1-1,0 1,-1 0,0 0,-1 0,0 0,0 0,-1 0,0 0,-1 0,0 0,0 1,-1-1,-3-5,5 13,1-1,-1 1,0-1,0 1,-1 0,1 0,0 0,0 0,0 1,-1-1,1 1,0-1,-1 1,1 0,0-1,-1 1,1 1,0-1,-1 0,1 0,0 1,-1 0,1-1,0 1,0 0,-1 0,1 0,0 0,-1 1,-57 44,51-38,0 1,1 0,0 0,0 1,1 0,0 1,1-1,0 1,1 0,0 1,1-1,0 1,1 0,0 0,1 0,0 0,1 1,0-1,1 0,1 1,0-1,0 0,1 1,1-1,0 0,1 0,0-1,0 1,2-1,-1 0,1 0,3 2,-1-4,0-1,0 0,1 0,0-1,1 0,-1-1,1 0,0-1,1 0,-1 0,1-1,0-1,0 0,1 0,-1-1,0 0,1-1,-1-1,1 1,0-2,-1 0,1 0,-1-1,0 0,1-1,-1-1,-1 1,1-2,0 0,-1 0,0 0,9-8,-9 4,-1 0,-1-1,0 0,0-1,-1 1,0-1,-1-1,0 1,0-1,-2 0,1 0,-2-1,0 0,0 1,-1-1,-1 0,0 0,0-10,-1 20,0 0,0 0,0 0,0 0,-1 0,1 0,-1 0,1 0,-1 0,0 0,0 0,-1 1,1-1,0 0,-1 1,0-1,1 1,-1 0,0 0,0-1,0 1,-1 0,1 1,0-1,-1 0,0 1,1-1,-1 1,0 0,1 0,-1 0,0 0,0 0,0 1,0-1,0 1,0 0,0 0,0 0,-1 0,-1 1,0 1,0 0,1-1,-1 2,0-1,1 0,-1 1,1 0,0 0,0 0,0 1,1-1,-1 1,1 0,-1 0,1 0,1 1,-1-1,1 1,-1-1,0 4,-2 4,1 0,1 0,-1 0,2 0,0 0,0 1,1-1,1 7,2-2,0 0,1-1,1 0,1 1,0-2,1 1,1-1,0 0,1 0,1 0,0-1,1-1,0 0,1 0,1-1,0 0,0-1,1-1,1 0,0 0,0-2,1 1,0-2,0 0,1-1,15 4,41 13</inkml:trace>
  <inkml:trace contextRef="#ctx0" brushRef="#br0" timeOffset="10111.276">14372 1794,'88'-22,"-2"-4,0-4,38-21,-105 44,1-1,0 0,0-1,-1-1,-1 0,0-2,11-8,-29 20,1-1,-1 1,1 0,-1 0,1 0,-1-1,1 1,-1 0,0-1,1 1,-1 0,1-1,-1 1,0 0,1-1,-1 1,0-1,1 1,-1-1,0 1,0-1,1 1,-1-1,0 1,0-1,0 1,0-1,0 1,0-1,0 1,0-1,0 0,0 1,0-1,0 1,0-1,0 1,0-1,-1 1,1-1,0 1,0-1,-1 1,1-1,0 1,-1 0,1-1,0 1,-1-1,1 1,0 0,-1-1,1 1,-1 0,1-1,-1 1,1 0,-1 0,1 0,-1-1,0 1,-35-3,25 4,0 1,0 0,0 1,1 0,-1 1,1 0,0 0,0 1,0 1,1-1,-4 4,10-6,-1-1,1 1,-1-1,1 1,0 0,0 0,1 1,-1-1,1 1,-1-1,1 1,0 0,0 0,1 0,-1 0,1 0,0 0,0 0,0 0,1 0,-1 1,1-1,0 0,0 0,1 1,-1-1,1 0,0 0,0 1,1 2,4 2,1 0,-1 0,2-1,-1 0,1 0,0-1,0 0,1 0,0-1,0 0,1-1,0 0,0 0,0-1,0 0,1-1,-1 0,1-1,0 0,7 0,40 6,-5-3</inkml:trace>
  <inkml:trace contextRef="#ctx0" brushRef="#br0" timeOffset="10434.412">15107 1566,'-2'7,"0"0,0 0,1 0,0 0,0 0,0 0,1 0,0 0,0 0,1 0,0 0,0 0,1 0,0 0,0-1,0 1,4 6,3 4,0 1,1-1,1-1,1 0,11 12,-18-21,0 0,1 0,0 0,0-1,0 0,1-1,0 1,0-1,0 0,1-1,-1 0,1 0,0 0,1-1,-1 0,0-1,1 0,6 0,-9-4,-1-1,0 0,0 0,0-1,-1 0,1 0,-1 0,0 0,0-1,0 1,0-1,-1 0,0 0,0 0,0-1,-1 1,0-1,0 1,0-1,0 0,-1 0,0 0,-1 0,1 0,-1 0,7-166,-7 154</inkml:trace>
  <inkml:trace contextRef="#ctx0" brushRef="#br0" timeOffset="10733.281">15468 1847,'21'-4,"0"0,-1-2,0-1,0 0,-1-2,0 0,0-1,-1-1,0 0,-1-1,0-2,-1 1,-1-2,0 0,-1-1,0 0,-12 14,-1 0,1 0,0 0,-1 0,0 0,1 0,-1 0,0-1,0 1,0 0,0-1,-1 1,1 0,-1-1,1 1,-1-1,0 1,0-1,0 1,0-1,0 1,-1-1,1 1,-1-1,0 1,0-1,1 1,-2 0,1 0,0-1,0 1,-1 0,1 0,-1 0,1 0,-1 1,0-1,0 0,0 1,0-1,0 1,0 0,0-1,-1 1,1 0,0 0,-1 1,0-1,-5 2,1 0,0 1,0 0,0 0,0 1,0 0,1 0,-1 1,1 0,0 0,0 0,0 1,1 0,-1 0,1 0,0 1,1-1,-1 1,1 0,0 1,1-1,0 1,0 0,0 0,1-1,-1 2,2-1,-1 4,1-6,1 0,0 0,0 0,0 0,1 0,0 0,0 0,0 0,1-1,-1 1,1 0,0-1,0 1,1-1,0 0,-1 1,1-1,1-1,-1 1,1 0,-1-1,1 0,0 1,0-1,0-1,3 2,3 2,1-1,-1 0,1-1,0 0,0-1,0 0,0-1,0 0,1-1,-1 0,2-1,21-1</inkml:trace>
  <inkml:trace contextRef="#ctx0" brushRef="#br0" timeOffset="11266.854">15923 1753,'-8'-53,"4"65,3-6,1 1,0-1,0 0,1 1,-1-1,1 0,1 0,-1 1,1-1,0 0,1-1,-1 1,1 0,0-1,1 1,-1-1,1 0,0 0,0 0,1-1,-1 1,1-1,0 0,0-1,1 1,-1-1,1 0,-1 0,1-1,0 1,0-1,0-1,0 1,1-1,-1 0,0-1,1 1,-1-1,1 0,0-1,0 0,0-1,-1 0,1 0,0 0,-1 0,0-1,0 0,0-1,0 1,0-1,-1 0,1-1,-1 1,0-1,0 0,-1-1,0 1,0-1,0 1,0-1,-1 0,0-1,0 1,-1-1,0 1,0-1,0 1,-1-1,0 0,0 0,-1-4,0 11,0 0,-1 0,1 0,0 0,0 0,0 1,-1-1,1 0,0 0,0 0,-1 0,1 0,0 0,0 0,-1 0,1 0,0 0,0 0,0 0,-1-1,1 1,0 0,0 0,-1 0,1 0,0 0,0 0,0 0,0-1,-1 1,1 0,0 0,0 0,0-1,0 1,-1 0,1 0,0 0,0-1,0 1,0 0,0 0,0 0,0-1,-10 24,8-19,1-1,-1 1,0 0,1 0,0 0,0 0,0 0,0 0,1 1,0-1,0 0,0 0,0 0,0 0,1 1,0-1,0 0,0 0,0 0,1 0,0-1,-1 1,1 0,1-1,-1 1,0-1,1 0,0 1,0-1,0 0,0-1,0 1,0-1,1 1,-1-1,1 0,3 1,1-2,-1-1,1 1,0-2,-1 1,1-1,0 0,-1-1,1 0,-1 0,1 0,-1-1,0 0,0-1,0 1,-1-1,1-1,-1 1,0-1,0 0,-1-1,1 1,-1-1,0 0,-1 0,1-1,-1 1,-1-1,1 0,-1 0,0-1,-1 1,0 0,0-1,0-3,-10 40,7-21,0-1,0 1,1 0,0-1,0 1,0 0,1-1,1 1,-1 0,1-1,0 1,1-1,0 0,0 0,1 0,-1 0,2-1,-1 1,2 0,15 15</inkml:trace>
  <inkml:trace contextRef="#ctx0" brushRef="#br0" timeOffset="12180.597">16430 1459,'17'18,"1"-1,0-1,2-1,-1 0,19 9,-16-11,-1 2,-1 0,0 2,-1 0,2 3,-17-14,0 0,0 0,0 1,-1-1,0 1,0 0,-1 0,0 0,0 0,-1 0,1 0,-2 0,1 1,-1-1,0 0,0 1,-1-1,0 1,0 7,1-13,0 0,0 0,1 0,-1-1,0 1,1 0,-1 0,1-1,-1 1,1 0,0-1,0 1,0-1,0 1,0-1,0 1,0-1,1 0,-1 1,0-1,1 0,-1 0,1 0,-1 0,1 0,-1 0,1-1,0 1,-1 0,1-1,0 0,0 1,0-1,-1 0,1 0,0 0,0 0,0 0,72-12,-65 8,0 0,0-1,0-1,-1 1,1-1,-1-1,-1 1,1-1,-1-1,0 1,0-3,-18 76,11-62,0-1,1 0,-1 0,1 1,0-1,0 0,0 0,0 0,1 0,-1 0,1 0,0 0,0-1,0 1,0-1,0 1,1-1,-1 0,1 0,0 0,-1 0,1 0,0 0,0-1,0 1,0-1,0 0,0 0,1 0,-1-1,0 1,0-1,1 0,-1 0,0 0,1 0,-1 0,0-1,0 1,1-1,-1 0,0 0,0 0,1-1,8-4,0-1,0 0,-1-1,0 0,0-1,-1 0,0-1,-1 0,0 0,0-1,-1 0,-1-1,0 0,0 0,-1 0,-1-1,0 0,3-12,34-84,-5-2,-5-1,9-63,-29 83,-11 91,-1 1,0-1,0 0,0 1,0-1,0 0,0 0,0 1,0-1,0 0,0 1,0-1,0 0,0 1,-1-1,1 0,0 1,-1-1,1 0,0 1,-1-1,1 1,-1-1,1 1,-1-1,1 1,-1-1,1 1,-1-1,1 1,-1 0,0-1,1 1,-1 0,0-1,1 1,-1 0,0 0,1 0,-1 0,0 0,1 0,-1 0,0 0,0 0,1 0,-1 0,0 0,1 0,-31 21,17-3,0 0,1 1,1 0,1 1,1 1,1-1,1 1,0 1,2 0,0 0,2 0,0 0,2 1,0 0,1-2,0 1,2 0,0-1,2 1,0-1,1 0,1 1,1-2,1 1,1-1,1 0,1-1,0 0,1 0,2-2,-1 1,2-1,0-1,1 0,1-1,0-1,3 0,-16-10,1-1,0 0,0 0,0 0,1 0,-1-1,1 1,-1-1,1 0,0-1,0 1,0-1,0 0,0 0,0-1,0 1,0-1,0 0,0-1,0 1,0-1,0 0,0 0,0-1,0 1,0-1,-1 0,1 0,0-1,-1 0,0 1,0-1,0-1,0 1,3-8,-1 0,-1-1,0 1,-1-1,0 0,-1 0,0 0,-1 0,-1-1,1 1,-2-1,0 1,0-1,-2-1,-6-21,8 35,-1 0,1-1,-1 1,1 0,-1 0,1-1,-1 1,1 0,-1 0,0 0,1 0,-1-1,1 1,-1 0,1 0,-1 0,0 0,1 0,-1 1,1-1,-1 0,1 0,-1 0,1 0,-1 1,1-1,-1 0,1 0,-1 1,1-1,-1 0,1 1,-1-1,1 1,0-1,-1 0,1 1,-1-1,1 1,0-1,0 1,-1-1,1 1,0 0,0-1,0 1,0-1,0 1,-1-1,1 1,0-1,0 1,0 0,1-1,-1 1,-5 7,2-1,-1 1,1 0,0 1,1-1,0 0,0 1,1-1,0 1,0 0,1-1,0 1,0 0,1-1,1 1,-1-1,1 1,1-1,-1 0,2 0,-1 0,1 0,0 0,0-1,2 1,28 8,-19-18</inkml:trace>
  <inkml:trace contextRef="#ctx0" brushRef="#br0" timeOffset="12441.954">17099 1246,'16'0,"23"4,29 7,24 8,15 2,1-1,-18-5</inkml:trace>
  <inkml:trace contextRef="#ctx0" brushRef="#br0" timeOffset="-2449.066">1244 751,'-5'-24,"5"17,0 0,0 0,0 0,-1-1,0 1,0 1,-1-1,0 0,0 0,-1 0,0 1,0 0,0-1,-1 1,0 0,0 1,-1-1,1 1,-1 0,-5-5,-15-8,-1 1,0 1,-1 2,0 0,-2 2,1 1,-1 1,-1 1,0 2,0 1,0 2,-1 0,0 2,-5 2,21-2,0 1,0 0,0 1,0 0,0 2,0 0,0 0,0 1,1 1,-1 1,1 0,0 1,0 0,1 1,0 1,0 0,1 0,0 2,0-1,1 1,0 1,1 0,-8 11,9-5,1 0,1 1,1 0,0 0,1 0,1 1,1-1,1 1,0 0,1 0,2 0,-1 0,2 0,1 0,0-1,1 1,1-1,1 0,1 0,0-1,1 1,1-2,1 1,0-1,1-1,0 0,2 0,0-1,0-1,15 11,-3-6,1-1,2-1,-1-2,2 0,-1-2,2-1,0-2,0 0,1-3,-1 0,1-2,1-1,-1-1,16-3,-23 1,1-2,-1-1,0-1,-1-1,1 0,-1-2,0-1,0-1,-1-1,0-1,-1-1,0-1,11-9,8-10</inkml:trace>
  <inkml:trace contextRef="#ctx0" brushRef="#br0" timeOffset="-2200.654">1686 631,'2'-3,"5"0,9 1,10-3,12 0,12-1,7-2,4 0,-1 0,-9 0,-12 0,-11 2</inkml:trace>
  <inkml:trace contextRef="#ctx0" brushRef="#br0" timeOffset="-1769.805">1632 577,'-1'55,"-1"-32,1-1,2 1,0-1,1 1,1-1,1 1,1-1,3 7,-7-28,-1 1,1 0,0-1,-1 1,1-1,0 1,0-1,0 1,0-1,0 1,0-1,0 0,1 0,-1 1,0-1,1 0,-1 0,1 0,-1-1,1 1,-1 0,1 0,0-1,-1 1,1-1,0 0,-1 1,1-1,0 0,0 0,-1 0,1 0,0 0,0-1,-1 1,1-1,0 1,-1-1,1 1,1-2,30-7,1-2,0 2,0 2,1 1,14 0,-40 5,0 1,-1 0,1 0,0 1,0 0,-1 0,1 1,-1 1,1-1,-1 1,0 1,0-1,0 1,-1 1,1-1,-1 1,0 1,-1-1,1 1,-1 1,0 0,-1 0,-1 0,1 1,-2 0,1 0,-1 0,0 0,0 0,-1 1,0-1,-1 1,0-1,0 1,-1 0,0-1,0 1,-1 0,0-1,-1 1,0-1,0 1,-1-1,0 0,0 0,-1 0,0 0,0-1,-1 1,0-1,0 0,-1-1,0 1,0-1,-1 0,1-1,-1 0,0 0,-1 0,1-1,-1 0,0 0,0-1,-4 1,-1 0,0 0,0-1,-1 0,0-1,1-1,-1 0,0-1,0-1,1 0,-1 0,0-1,-1-2,14 4,0 0,1 0,-1 0,0 0,1 0,-1 0,0 0,1 0,-1 0,0-1,1 1,-1 0,0 0,1-1,-1 1,1 0,-1-1,1 1,-1-1,1 1,-1-1,1 1,-1-1,1 1,-1-1,1 1,0-1,-1 1,1-1,0 0,0 1,-1-1,1 0,0 1,0-1,0 0,0 1,0-1,0 0,0 1,0-1,0 0,0 1,0-1,0 0,1 1,-1-1,0 0,1 1,-1-1,0 1,1-1,-1 0,0 1,1-1,-1 1,1-1,11-12</inkml:trace>
  <inkml:trace contextRef="#ctx0" brushRef="#br0" timeOffset="-1438.689">2568 725,'-5'1,"0"1,0 0,0 0,1 1,-1-1,1 1,-1 0,1 0,0 1,0-1,1 1,-1 0,1 0,0 0,0 0,0 0,0 1,1 0,0-1,0 1,0 0,0 0,1 1,2-4,0 1,0-1,0 0,0 0,0 0,1-1,-1 1,1 0,-1 0,1-1,0 1,0-1,-1 1,1-1,0 0,0 0,1 0,-1 0,0 0,0 0,0-1,1 1,-1-1,0 1,0-1,1 0,-1 0,0 0,1 0,-1-1,0 1,1 0,-1-1,0 0,0 1,0-1,1 0,-1 0,0 0,0-1,0 1,1-2,1 0,-1 0,0 0,0-1,0 1,0-1,0 0,-1 0,0 0,0 0,0 0,0-1,0 1,-1-1,0 1,0-1,0 1,-1-1,1 3,-1 0,0-1,0 1,1 0,-1 0,-1 0,1 0,0-1,0 1,-1 0,0 0,1 0,-1 0,0 0,0 0,0 0,0 0,0 0,0 0,-1 1,1-1,-1 0,1 1,-1-1,1 1,-1-1,0 1,0 0,0 0,0 0,0 0,0 0,0 0,0 1,0-1,-1 1,-1 0,0-1,0 2,0-1,0 0,0 1,0 0,0 0,0 0,0 1,0-1,0 1,1 0,-1 0,1 0,-1 0,1 1,-2 1,-16 13</inkml:trace>
  <inkml:trace contextRef="#ctx0" brushRef="#br0" timeOffset="-1138.978">2568 1192,'1'2,"0"0,1 0,-1-1,1 1,-1-1,1 1,-1-1,1 0,0 1,0-1,0 0,0 0,0 0,0-1,0 1,0 0,0-1,0 1,0-1,1 0,-1 0,0 0,0 0,0 0,0 0,1-1,-1 1,0-1,0 1,0-1,0 0,0 0,0 0,0 0,0 0,0 0,-1 0,1-1,0 1,-1-1,1 1,-1-1,0 0,1 1,0-3,5-58,-6 60,-2 0,1 1,0-1,0 0,0 1,-1-1,1 1,-1-1,0 0,1 1,-1 0,0-1,0 1,0-1,0 1,0 0,0-1,0 1,0 0,0 0,-1 0,1 0,0 0,-1 0,1 1,-1-1,1 0,-1 1,1-1,-1 1,0-1,1 1,-1 0,0 0,1-1,-2 1,-3 2,1 0,-1 0,0 1,1 0,0 0,0 0,0 0,0 1,0 0,1 0,-1 0,1 0,0 1,1 0,-1 0,1 0,0 0,0 0,0 1,0 2,2-6,-1 0,1-1,0 1,0 0,0 0,1 0,-1 0,0 0,1 0,-1 0,1 0,0 0,0 0,-1 1,1-1,1 0,-1 0,0 0,0 0,1 0,-1 0,1 0,0 0,0 0,0 0,0 0,0 0,0-1,0 1,0 0,1-1,-1 1,1-1,-1 1,1-1,0 0,-1 1,1-1,0 0,0 0,0 0,0-1,0 1,0 0,0-1,0 1,34 4,1-3</inkml:trace>
  <inkml:trace contextRef="#ctx0" brushRef="#br0" timeOffset="-506.62">3143 952,'7'-34,"2"1,1-1,1 2,2 0,5-7,10-27,33-109,-61 175,0 0,0 0,0 0,0 1,0-1,0 0,0 0,0 0,0 0,1 0,-1 0,0 1,0-1,0 0,0 0,0 0,1 0,-1 0,0 0,0 0,0 0,0 0,1 0,-1 0,0 0,0 0,0 0,0 0,1 0,-1 0,0 0,0 0,0 0,0 0,1 0,-1 0,0 0,0 0,0 0,0 0,1 0,-1 0,0 0,0-1,0 1,0 0,0 0,0 0,1 0,-1 0,0 0,0-1,4 23,-4-20,45 366,2-123,-47-244,1 0,0 1,0 0,0-1,-1 1,1 0,0 0,-1-1,1 1,-1 0,0 0,0 0,1 0,-1 0,0 0,-1-1,1 1,0 0,-1 0,1 0,-1 0,1 0,-1-1,0 1,0 0,1-1,-1 1,-1 0,1-1,0 1,0-1,0 0,-1 1,1-1,-1 0,1 0,-1 0,0 0,1 0,-1 0,0 0,1-1,-1 1,0-1,-1 1,-91-5,89 4,11 2,16 1,103 2,0-6,27-7,-63-3,-81 8</inkml:trace>
  <inkml:trace contextRef="#ctx0" brushRef="#br0" timeOffset="18714.977">81 176,'-38'301,"9"105,19-273,7 1,5-1,6 0,14 60,2-27,-23-164,1 0,-1 0,1 0,0 0,0-1,-1 1,1 0,1-1,-1 1,0-1,0 0,0 1,1-1,-1 0,1-1,-1 1,1 0,-1-1,1 1,-1-1,1 0,0 0,-1 0,1 0,-1 0,1 0,-1-1,1 0,-1 1,1-1,-1 0,1 0,15-1,377-7,288 41,613-27,-769-7,695 2,-1098 2,-96-4,-15-1</inkml:trace>
  <inkml:trace contextRef="#ctx0" brushRef="#br0" timeOffset="20162.017">147 176,'1016'-24,"676"-71,-1614 89,443-31,93 24,-602 14,0 1,0 0,0 0,0 2,0-1,0 2,-1 0,0 0,0 1,2 1,-6 0,0 0,-1 0,0 0,0 1,-1 0,0 0,0 1,-1-1,0 1,-1 0,0 0,0 0,-1 0,0 1,0-1,-1 1,-1-1,0 1,0 0,0-1,-1 1,-1 1,2-7,-21 524,21-448,4-1,3 0,4 0,3-1,3 0,4-2,3 0,4-1,17 31,-39-95,-5-7,0-1,1 1,-1-1,1 1,0-1,0 0,0 0,0 0,1 0,-1 0,1 0,0-1,0 1,-1-1,2 0,0 1,-4-3,1 0,0 0,0-1,0 1,0 0,0 0,0 0,-1-1,1 1,0 0,0-1,0 1,-1-1,1 1,0-1,-1 1,1-1,0 0,-1 1,1-1,-1 0,1 1,-1-1,1 0,-1 0,1 0,-1 1,0-1,0 0,1 0,-1 0,0 0,7-19</inkml:trace>
  <inkml:trace contextRef="#ctx0" brushRef="#br0" timeOffset="38632.508">924 2796,'24'2,"23"1,21 0,15-3,9-1,3-3,-6-1,-15 1,-21 3,-20 2</inkml:trace>
  <inkml:trace contextRef="#ctx0" brushRef="#br0" timeOffset="38880.845">1057 2944,'18'0,"18"0,15-2,17-1,11-3,8-1,4-3,-3-2,-9-1,-19 2</inkml:trace>
  <inkml:trace contextRef="#ctx0" brushRef="#br0" timeOffset="39135.164">1699 2556,'-1'3,"1"1,0-1,1 1,-1-1,1 1,-1-1,1 1,0-1,0 1,1-1,-1 0,1 0,-1 0,1 0,0 0,0 0,1 0,-1-1,0 1,1-1,0 1,-1-1,3 1,71 43,164 47,-236-92,0 0,0 0,0 0,0 1,0-1,0 1,-1 0,1 0,-1 1,1-1,-1 1,0-1,0 1,0 0,0 0,-1 0,1 1,-1-1,0 1,1-1,-2 1,1 0,0 0,-1 0,0 0,0 0,0 0,0 0,-1 0,1 0,-1 0,0 0,-1 0,1 1,-1 1,-5 5,0 0,-1 0,0 0,-1-1,0 0,-1-1,0 0,-1 0,-7 5,6-4,-156 126,141-118</inkml:trace>
  <inkml:trace contextRef="#ctx0" brushRef="#br0" timeOffset="40312.77">3249 3171,'2'-25,"1"-1,2 1,1 0,0 0,2 1,1 0,7-14,3-11,-8 20,-8 15,2 1,0-1,1 1,0 0,1 0,1 0,0 1,0 1,8-9,-13 17,0 1,0 0,0 0,0 0,0 0,1 1,-1-1,1 1,-1 0,1 0,-1 0,1 0,-1 1,1-1,0 1,-1 0,1 0,0 1,-1-1,1 1,0-1,-1 1,1 0,-1 0,1 1,-1-1,0 1,0 0,0 0,0 0,0 0,1 1,2 1,1 2,-1-1,0 1,-1 0,1 0,-1 0,0 1,-1 0,1 0,-1 0,-1 0,0 1,3 7,-5-11,1 1,-1-1,0 1,-1-1,1 1,-1-1,0 1,0-1,-1 1,1 0,-1-1,0 0,0 1,0-1,-1 1,1-1,-1 0,0 0,-1 0,1 0,-1 0,1-1,-1 1,0-1,0 1,-1-1,1 0,-1 0,0-1,1 1,-5 1,7-3,0-1,0 0,0 1,0-1,0 0,0 0,0 0,-1 0,1 0,0 0,0 0,0 0,0 0,0-1,0 1,0 0,0-1,0 1,0-1,0 1,1-1,-1 1,0-1,0 1,0-1,0 0,1 0,-1 1,0-1,1 0,-1 0,1 0,-1 0,1 0,-1 0,1 0,-1 0,1 0,0 0,0 0,0 0,-1 0,1 0,0 0,0-1,0-1,-1 1,1 0,0-1,0 1,1 0,-1 0,0-1,1 1,-1 0,1-1,0 1,0 0,0 0,0 0,0 0,0 0,0 0,1 0,0 0,2-1,1 1,0-1,0 1,1 1,-1-1,0 1,1-1,-1 2,0-1,1 0,-1 1,6 1,14-3,-13 2,1-1,0-1,-1 0,0 0,1-1,-1 0,0-2,0 1,-1-1,1-1,-1 0,0 0,-1-1,0-1,0 0,0 0,-1-1,1-1,-9 8,-1 0,1 0,0 0,-1-1,0 1,1 0,-1 0,0 0,0 0,0 0,0-1,-1 1,1 0,-1 0,1 0,-1 0,0 0,0 0,1 0,-1 0,-1 0,1 0,0 1,0-1,-1 0,1 1,-1-1,1 1,-1-1,0 1,0 0,1 0,-1 0,0 0,0 0,0 0,0 0,0 1,0-1,0 1,-1-1,1 1,0 0,0 0,0 0,0 0,-1 0,1 0,0 1,0-1,0 1,0-1,0 1,0 0,0 0,0 0,0 0,0 0,1 1,-1-1,0 0,1 1,-1-1,1 1,-1 0,1 0,-2 0,0 1,1 0,-1 0,1 0,0 1,0-1,0 0,1 1,-1-1,1 1,0 0,0-1,0 1,0 0,0 0,1-1,0 1,0 0,0 0,0 0,1 0,-1 0,1-1,0 1,0 0,0-1,1 1,0-1,-1 1,1-1,0 1,0-1,1 0,-1 0,1 0,-1-1,1 1,1 0,10 5,0-1,0 0,1-1,1 0,-1-1,0-1,1 0,0-2,0 1,0-2,15 0,-31-1,99 4,-5-3</inkml:trace>
  <inkml:trace contextRef="#ctx0" brushRef="#br0" timeOffset="41281.689">4774 2703,'4'-2,"0"1,0 0,0-1,1 1,-1 0,0 1,1-1,-1 1,0 0,1 0,-1 0,0 1,1 0,-1 0,0 0,1 0,-1 0,0 1,0 0,0 0,0 0,-1 0,1 1,0-1,-1 1,0 0,0 0,0 0,0 0,0 1,0-1,-1 1,0 0,0 0,0 0,0 0,0 0,0 2,3 10,0 1,-1-1,-1 1,-1 0,0-1,-1 10,5 34,-6-60,0 1,0-1,-1 1,1-1,0 1,0-1,0 1,0-1,0 1,0 0,0-1,0 1,0-1,1 1,-1-1,0 1,0-1,0 1,1-1,-1 1,0-1,0 1,1-1,-1 0,0 1,1-1,-1 1,1-1,-1 0,0 1,1-1,-1 0,1 0,-1 1,1-1,-1 0,1 0,-1 0,1 1,-1-1,1 0,-1 0,1 0,-1 0,1 0,0 0,-1 0,1 0,-1 0,1-1,-1 1,1 0,-1 0,1 0,-1-1,1 1,-1 0,1 0,-1-1,0 1,1 0,-1-1,26-29,-24 27,127-213,-118 200,-11 16,1 1,0-1,-1 1,1-1,-1 1,1 0,-1-1,1 1,-1-1,1 1,-1 0,1 0,-1-1,0 1,1 0,-1 0,0 0,0-1,0 1,0 0,0 0,0 0,0-1,0 1,0 0,0 0,0 0,0-1,0 1,-1 0,1 0,0 0,-1-1,1 1,0 0,-1-1,1 1,-1 0,1 6,-1 88,1-92,1 1,0-1,0 1,1-1,-1 1,1-1,-1 0,1 1,0-1,1 0,-1 0,0-1,1 1,0 0,-1-1,1 0,0 1,0-1,0 0,1 0,-1-1,0 1,1-1,1 1,2 0,1 0,-1 0,1-1,-1 0,1 0,-1-1,1 0,-1 0,1-1,0 1,-1-2,0 1,1-1,-1-1,0 1,0-1,0 0,0-1,0 1,-1-1,0-1,0 1,0-1,0 0,-1-1,0 1,0-1,0 0,-1 0,0-1,0 1,0-1,-1 0,0 0,0 0,-1 0,0 0,0-1,-1 1,0-2,-2 38,2-23,1-1,-1 0,1 1,0-1,0 0,1 0,-1 0,1-1,0 1,0 0,1-1,-1 0,1 0,0 0,0 0,1-1,-1 0,1 1,0-2,-1 1,1 0,1-1,-1 0,0 0,0-1,1 1,1-1,2 1,1-1,-1 0,1 0,-1-1,1-1,-1 1,1-2,-1 1,1-1,-1-1,0 1,0-2,0 1,0-1,5-3,-8 3,0 0,0 0,0 0,0-1,-1 0,1 0,-1-1,-1 1,1-1,-1 0,0 0,0 0,0-1,-1 0,0 1,-1-1,1 0,-1 0,-1 0,1-1,-1 1,-1 0,1-6,-12 31,11-12,0 0,0 0,1 0,0 0,0 0,0 0,1-1,0 1,0 0,0-1,1 1,-1-1,2 0,-1 0,0 0,1 0,0 0,0-1,0 0,1 0,-1 0,1 0,0-1,0 0,0 0,1 0,-1-1,1 1,-1-1,1-1,0 1,0-1,0 0,0 0,1 0,28 4</inkml:trace>
  <inkml:trace contextRef="#ctx0" brushRef="#br0" timeOffset="41866.242">6111 2637,'-3'15,"2"1,0 0,1-1,0 1,2 0,-1-1,3 4,-3-14,0 0,0 0,1 0,0 0,0-1,0 1,1-1,-1 1,1-1,0 0,0 0,1 0,-1 0,1-1,0 1,0-1,0 0,0 0,1-1,-1 1,1-1,0 0,3 1,-2-1,1-1,-1 1,1-2,-1 1,1-1,-1 0,1 0,-1-1,1 0,-1 0,0 0,1-1,-1 0,0 0,0-1,0 1,0-1,-1-1,1 1,-1-1,0 0,0 0,0 0,0-1,-1 0,0 0,0 0,0 0,-1-1,1 0,-1 1,-1-1,1 0,-1 0,0-1,0 1,-1 0,0-1,0 1,-1-1,1 1,-1-3,-1 9,1 1,-1-1,1 1,0-1,-1 0,1 0,-1 1,1-1,-1 0,1 0,-1 1,1-1,-1 0,1 0,-1 0,1 0,-1 0,1 0,-1 0,1 0,-1 0,1 0,-1 0,1 0,-1 0,1-1,-1 1,1 0,-1 0,1 0,-1-1,1 1,-1 0,1-1,0 1,-1 0,1-1,-1 1,1 0,0-1,-1 1,1-1,0 1,0-1,-1 1,1-1,0 1,0-1,0 1,0-1,0 1,0-1,0 1,-1-1,1 1,1-1,-1 1,0-1,0 1,0-1,0 1,0-1,0 1,1-1,-1 1,0-1,0 1,1-1,-4 6,1-1,1 1,-1 0,0-1,1 1,0 0,0 0,1 0,0 0,-1 0,1 0,1 0,-1 0,1 0,0 0,0-1,0 1,1 0,0 0,0-1,0 1,0-1,1 0,0 1,0-1,0-1,0 1,0 0,1-1,0 1,-1-1,1 0,1 0,3 1,3 0,0 0,0-1,1 0,-1-1,1 0,-1-1,1-1,-1 0,1 0,0-1,-1 0,1-1,-1-1,0 0,1 0,-1-1,-1 0,1-1,-1 0,1-1,-2 0,1-1,-1 0,0 0,0-1,-1 0,0-1,0 0,2-4,-9 69,-1-53,1 0,-1 0,1 0,0 0,0 0,0 0,1 0,-1-1,1 1,-1 0,1-1,0 1,0-1,0 0,0 0,1 0,-1 0,0 0,1 0,0 0,-1-1,1 1,0-1,0 0,0 0,0 0,-1 0,2-1,-1 1,0-1,96 6,-25-20,-43 5</inkml:trace>
  <inkml:trace contextRef="#ctx0" brushRef="#br0" timeOffset="42179.945">7060 2809,'58'31,"-50"-26,0 0,0 0,0-1,0 0,1-1,0 1,0-2,0 1,1-1,-7-2,1 1,-1-1,1 0,-1 0,1 0,-1 0,1-1,-1 1,1-1,-1 0,1 0,-1 0,0 0,0-1,0 1,0-1,0 0,0 0,0 0,0-1,-1 1,1 0,-1-1,0 0,1 1,-1-1,0 0,-1 0,1 0,-1-1,1 1,-1 0,0 0,0-1,0 1,-1-1,1 1,-1-1,0 1,0-1,0 1,0-1,-1 1,1-2,-1 1,0 0,1 0,-2 0,1 0,0 0,-1 0,0 0,0 1,0-1,0 0,-1 1,1 0,-1 0,0-1,0 2,0-1,0 0,-1 1,1-1,-1 1,0 0,1 0,-1 0,0 1,0-1,0 1,0 0,0 0,-3 0,-1 0,0 0,0 0,0 1,-1 0,1 1,0-1,0 2,0-1,0 1,0 0,0 1,0 0,1 0,0 1,-3 1,-41 43,50-46,0 0,-1 0,1-1,0 1,0 0,0 0,1 0,-1 1,0-1,1 0,-1 0,1 0,0 0,0 1,-1-1,1 0,1 0,-1 0,0 0,1 1,-1-1,1 0,-1 0,1 0,0 0,0 0,0 0,0 0,1 0,-1 0,53 29,-22-21</inkml:trace>
  <inkml:trace contextRef="#ctx0" brushRef="#br0" timeOffset="42435.778">7340 2449,'-16'-5,"-7"-1,-2 3,2 6,7 9,7 10,10 8,9 8,8 4,0-5</inkml:trace>
  <inkml:trace contextRef="#ctx0" brushRef="#br0" timeOffset="43163.831">7461 2903,'0'1,"1"0,-1 0,1-1,-1 1,1 0,-1 0,1-1,-1 1,1 0,0-1,0 1,-1-1,1 1,0-1,0 1,0-1,-1 0,1 1,0-1,0 0,0 0,0 0,0 0,0 1,0-1,-1 0,1-1,0 1,0 0,0 0,0 0,0 0,0-1,0 1,-1 0,1-1,0 1,0-1,0 1,-1-1,1 1,0-1,-1 1,1-1,0 0,-1 0,1 1,-1-1,1 0,0 0,25-44,-19 25,-2 0,0-1,-1 0,-1 0,0 0,-2-1,-1 1,0 0,-2 0,-3-20,5 41,0-1,0 0,0 0,0 0,0 0,0 0,0 1,0-1,1 0,-1 0,0 0,1 1,-1-1,1 0,-1 0,0 1,1-1,0 0,-1 1,1-1,-1 1,1-1,0 0,-1 1,1 0,0-1,0 1,-1-1,1 1,0 0,0 0,0-1,-1 1,1 0,0 0,0 0,0 0,0 0,0 0,-1 0,1 0,0 0,0 0,0 1,0-1,-1 0,1 0,0 1,0-1,-1 1,1-1,0 1,0-1,-1 1,1-1,-1 1,1 0,0-1,-1 1,9 2,19 5,0 1,0 1,-1 1,-1 2,0 0,-1 2,11 9,-32-21,-1 0,0 1,1-1,-1 1,-1 0,1 0,-1 0,1 1,-1-1,0 0,-1 1,1 0,-1-1,0 1,0 0,0-1,-1 1,1 0,-1 0,-1 0,1 0,-1-1,1 1,-1 0,-1 0,0 2,1-5,0 1,0-1,0 0,1 0,-1 1,1-1,-1 0,1 1,0-1,0 1,0-1,0 0,0 1,0-1,1 1,-1-1,1 0,0 1,0-1,0 0,0 0,0 0,0 0,0 0,1 0,-1 0,1 0,0 0,-1-1,1 1,0-1,0 1,0-1,0 0,0 1,1-1,13 2,0-1,0 0,1-2,-1 0,0 0,0-2,1 0,-1 0,0-2,8-3,-6 2,0-1,-1-1,0 0,0-2,0 0,-1-1,11-9,-26 19,0 0,0-1,0 1,0 0,0 0,0 0,0 0,0 0,0 0,0 0,0 0,0 0,0 0,0 0,0 0,0 1,0-1,0 1,0-1,0 0,-1 1,1-1,0 1,0 0,0-1,-1 1,1 0,0 0,0-1,-1 1,1 1,13 8,0-6,-1-1,0 0,1-1,-1 0,1-1,0-1,0 0,-1-1,8-1,-13 1,1 0,-1-1,0 0,0 0,0-1,-1 0,1 0,-1-1,1 0,5-4,-11 6,1 0,-1 0,1 0,-1 0,0 0,0-1,0 1,0-1,0 0,-1 0,1 1,-1-1,0 0,0 0,0 0,0 0,0-1,-1 1,1 0,-1 0,0 0,0-1,0 1,0 0,0 0,-1 0,0 0,0-1,0 1,-1-3,0 0,0 0,-1 0,0 1,-1-1,1 1,-1-1,0 1,0 1,0-1,-1 0,0 1,0 0,0 0,0 1,-1-1,1 1,-1 0,0 0,0 1,0 0,0 0,-1 1,1-1,0 1,-1 0,1 1,-1 0,1 0,0 0,-1 1,1 0,-1 0,1 0,0 1,0 0,0 1,-4 1,3-1,1-1,-1 1,1 0,0 1,0-1,1 1,-1 1,1-1,0 1,0 0,0 0,1 0,-1 1,1-1,1 1,-1 0,1 0,0 1,0-1,1 0,0 1,0 0,1 0,-1-1,1 1,1 0,-1 3,3-7,-1 0,0 0,1 0,-1 0,1 0,0 0,0-1,0 1,1-1,-1 1,0-1,1 0,0 0,-1 0,1 0,0 0,0-1,0 1,0-1,0 0,1 0,-1 0,0 0,1-1,80 8,-46-9</inkml:trace>
  <inkml:trace contextRef="#ctx0" brushRef="#br0" timeOffset="43464.189">8543 2328,'-10'-3,"0"0,0 0,0 1,-1 0,1 1,-1 0,1 0,-1 1,1 1,-1 0,-9 2,16-2,-1 0,0 1,1-1,-1 1,1 0,-1 0,1 1,0-1,0 1,0 0,0 0,1 1,-1-1,1 1,0-1,0 1,0 0,0 0,1 1,-1-1,1 0,0 1,1-1,-1 1,1 0,-1 2,2 7,0 1,1-1,1 1,0-1,1 0,1 0,0 0,0 0,2-1,0 1,0-1,1-1,0 1,2-1,-1-1,8 8,-2 2,14 25,59 73,-81-115,1-1,-1 1,1-1,0 0,0-1,0 1,1-2,-1 1,0-1,1 0,-1 0,1-1,-1 0,1 0,-1-1,1 0,3-1,4 1,48-4,0-2</inkml:trace>
  <inkml:trace contextRef="#ctx0" brushRef="#br0" timeOffset="44100.501">10081 2609,'39'0,"0"1,0 1,0 3,24 6,-14 10,-48-21,0 0,0 1,0-1,-1 1,1 0,0-1,0 1,-1 0,1-1,0 1,-1 0,1 0,-1-1,1 1,-1 0,1 0,-1 0,0 0,1 0,-1 0,0 0,0 0,0 0,0 0,0 0,0 0,0 0,0 0,0 0,0 0,0 0,0-1,-1 1,1 0,0 0,-1 0,1 0,-1 0,1 0,-1-1,0 1,1 0,-1 0,0-1,1 1,-1 0,0-1,0 1,0 0,-111 54,111-55,1 0,-1 0,1 0,-1 1,1-1,-1 0,1 1,-1-1,1 0,-1 1,1-1,0 0,-1 1,1-1,0 1,-1-1,1 1,0-1,0 1,-1-1,1 1,0-1,0 1,0-1,0 1,0-1,0 1,0-1,0 1,0-1,0 1,0-1,0 1,0 0,0-1,0 1,0-1,1 1,-1-1,0 1,0-1,1 0,-1 1,0-1,1 1,-1-1,0 1,1-1,-1 0,1 1,-1-1,1 0,-1 0,1 1,-1-1,1 0,-1 0,1 1,-1-1,34 16,-34-16,100 33,-60-21,0 2,-1 1,-1 2,12 9,-50-26,2 0,-1 1,1-1,-1 1,1-1,-1 1,1-1,-1 1,0 0,0 0,1 0,-1 0,0 0,0 0,0 0,0 0,0 0,0 0,0 1,0-1,-1 0,1 1,0-1,-1 0,1 1,-1-1,1 1,-1-1,0 1,0-1,0 1,0-1,0 1,0 0,0-1,0 1,0-1,-1 1,-57 22,-5-12,-1-3,0-3,0-3,-29-3,74 0</inkml:trace>
  <inkml:trace contextRef="#ctx0" brushRef="#br0" timeOffset="45194.723">11591 2730,'-5'-4,"-1"1,1 0,-1 1,1 0,-1 0,0 0,0 0,1 1,-1 0,0 0,-1 1,1-1,0 1,0 1,0-1,0 1,0 0,0 0,0 1,1 0,-1 0,0 0,1 1,-1 0,1 0,0 0,0 1,0-1,1 1,-1 0,1 1,0-1,0 1,0 0,1 0,0 0,0 0,-2 5,4-7,0 1,0-1,0 1,1-1,0 1,0 0,0-1,0 1,0 0,1-1,-1 1,1-1,0 1,0-1,1 1,-1-1,1 1,-1-1,1 0,0 0,0 0,1 0,-1 0,1-1,-1 1,1-1,0 1,0-1,0 0,0 0,1 0,7 4,0 0,0-1,1 0,0-1,0 0,0-1,0-1,10 2,-9-2,1-1,0 0,-1 0,1-2,0 1,-1-2,1 0,0-1,-1 0,0-1,0 0,0-1,0 0,-1-1,0-1,0 0,-1-1,0 0,0 0,-1-1,0-1,0 0,-1 0,6-9,-5 4,-9 25,0 9,-1-15,1 1,0-1,0 0,0 0,0 0,1 0,-1 0,1 0,0-1,0 1,1-1,-1 1,1-1,0 0,-1 0,2 0,-1 0,0 0,0-1,1 1,-1-1,1 0,0 0,0 0,0-1,0 1,0-1,0 0,0 0,0-1,0 1,1-1,-1 0,0 0,0 0,3-1,-1 1,0-1,0 0,0 0,0-1,-1 0,1 0,0 0,-1-1,0 0,0 0,0 0,0 0,0-1,0 0,-1 0,0 0,0-1,0 1,0-1,-1 0,0 0,0 0,0-1,-1 1,1-1,-1 1,0-1,-1 0,0 0,-2 12,1 0,-1 0,1 0,0 0,0 0,0 0,1 0,0 0,0 0,1 0,0 0,0 0,0-1,1 1,0-1,0 1,0-1,0 0,1 0,0-1,0 1,0-1,1 0,-1 0,1 0,0 0,0-1,1 0,-1 0,1-1,-1 1,6 0,-3-1,0-1,0 0,0 0,1-1,-1 0,0 0,0-1,0-1,1 1,-1-1,0 0,-1-1,1 0,0 0,-1-1,0 0,0 0,0-1,0 1,-1-2,1 1,-1-1,-1 0,1 0,-1 0,0-1,-1 0,1 0,2-6,9-25,-2 1,-2-2,-2 0,-1 0,-2-1,-1 0,-1-37,0 32,6-62,-5 0,-6-68,0 168,0 0,0-1,0 0,-1 0,0 0,-1 0,0 0,0 1,-1-1,1 1,-2-1,-3-5,6 12,1 1,-1-1,0 1,0-1,-1 1,1 0,0-1,0 1,0 0,0 0,0 0,0-1,0 1,0 1,0-1,0 0,-1 0,1 0,0 0,0 1,0-1,0 1,0-1,0 0,0 1,0 0,0-1,1 1,-1 0,0-1,0 1,0 0,1 0,-1 0,0-1,1 1,-1 0,1 0,-1 0,1 0,-1 0,1 0,0 0,-1 1,1-1,0 0,0 0,0 0,0 0,0 1,-8 25,2 1,0 0,2 0,1 0,2 1,0-1,3 17,1 26,3 1,3-2,3 1,3-1,3-1,10 19,-21-68,1 0,1 0,1 0,0-2,2 1,0-1,2 0,-9-12,-1-1,1 1,0-1,1-1,-1 1,1-1,0 0,0 0,0 0,0-1,1 0,0-1,-1 1,1-1,0 0,0-1,0 0,0 0,1 0,-1-1,0 0,7-1,-7 0,0-1,0 1,-1-1,1-1,0 1,-1-1,1 0,-1-1,0 1,0-1,-1 0,1-1,-1 0,0 0,0 0,0 0,-1-1,1 1,-2-1,1 0,2-5,9-24</inkml:trace>
  <inkml:trace contextRef="#ctx0" brushRef="#br0" timeOffset="45452.058">12166 2502,'18'0,"22"0,25 0,24 2,17 4,7 2,-3 3,-20-2</inkml:trace>
  <inkml:trace contextRef="#ctx0" brushRef="#br0" timeOffset="45701.376">12995 2770,'-11'18,"-4"9,0 3,3 2,6-2,6-5,6-6,6-6,3-5,2-5,-3-2</inkml:trace>
  <inkml:trace contextRef="#ctx0" brushRef="#br0" timeOffset="45945.719">12981 2435,'-9'-4,"-1"3,7 8,11 7,15 7,12 4,0-3</inkml:trace>
  <inkml:trace contextRef="#ctx0" brushRef="#br0" timeOffset="46197.053">13316 2743,'-5'13,"-3"10,-1 5,1 0,5-2,3-1,3-5,3-6,4-5,4-4,2-6,-2-2</inkml:trace>
  <inkml:trace contextRef="#ctx0" brushRef="#br0" timeOffset="46198.053">13343 2289,'-16'-12,"-5"2,1 8,8 8,6 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06.9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1 117,'6'0,"13"0,12 0,17 0,12-2,8-1,2 0,-7 0,-14 2</inkml:trace>
  <inkml:trace contextRef="#ctx0" brushRef="#br0" timeOffset="248.337">134 317,'23'2,"21"2,16-4,12-3,8-3,-4-4,-14 1</inkml:trace>
  <inkml:trace contextRef="#ctx0" brushRef="#br0" timeOffset="645.906">802 10,'73'-9,"-55"10,-10-1,15-1,-1 1,1 1,-1 1,0 0,0 2,0 1,0 1,-1 0,0 2,1 1,-20-8,0 0,0 0,1 0,-1 0,0 1,0-1,0 1,0 0,-1-1,1 1,0 0,-1 0,1 0,-1 0,0 1,0-1,0 0,0 0,0 1,0-1,0 1,-1-1,1 0,-1 1,0-1,0 1,0-1,0 1,0-1,0 1,-1-1,1 1,-1-1,0 1,0-1,1 0,-2 1,1-1,0 0,0 0,-1 0,1 0,-1 0,0 0,1 0,-2 0,-13 14,-2-1,1 0,-2-2,0 0,-1-1,-11 5,6-2,8-4,17-10,1 0,-1 1,1-1,-1 0,1 0,0 0,0 0,-1 0,1 0,0 0,0-1,0 1,0 0,0 0,0-1,0 1,0-1,1 1,-1-1,0 1,0-1,0 1,1-1,-1 0,0 0,0 0,1 0,-1 0,0 0,0 0,1 0,-1 0,0-1,1 2,12 0,0 1,0 0,-1 1,1 1,-1 0,0 0,0 2,0 0,0 0,-1 1,0 1,-1 0,0 0,0 1,-1 0,0 1,0 1,-1-1,0 1,2 6,-9-14,-1 0,0 1,0-1,0 0,0 0,0 1,-1-1,0 1,1-1,-1 0,-1 1,1-1,0 1,-1-1,1 0,-1 1,0-1,0 0,-1 0,1 0,-1 1,1-1,-1-1,0 1,0 0,0 0,-1-1,1 1,0-1,-1 0,0 0,1 0,-1 0,0 0,0 0,0-1,-1 1,-30 14,0-1,-1-2,0-2,-1-1,0-1,-1-2,-4-1,5-2,9-3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04.5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135 302,'-2'25,"-1"20,0 15,0 10,1 3,4-3,0-5,1-8,0-13,-1-13</inkml:trace>
  <inkml:trace contextRef="#ctx0" brushRef="#br0" timeOffset="301.366">1 115,'5'-3,"-1"0,1 1,0-1,0 1,1 0,-1 0,0 1,1-1,-1 1,1 0,-1 1,1-1,-1 1,1 0,-1 1,1-1,0 1,-1 0,0 1,1-1,3 3,0-3,29 6,-1 1,0 2,-1 1,0 2,-1 2,0 1,29 19,-61-34,0 1,1 0,-1-1,0 2,0-1,0 0,0 1,0-1,-1 1,1 0,-1 0,0 0,1 0,-1 0,-1 0,1 0,0 1,-1-1,0 1,0 0,0-1,0 1,0 0,-1-1,0 1,0 0,0 1,-2 0,-1-1,1 1,-1-1,-1 0,1 0,-1 0,1 0,-1-1,0 1,0-1,0 0,-1 0,1-1,-2 1,-127 60,-18 12,129-59</inkml:trace>
  <inkml:trace contextRef="#ctx0" brushRef="#br0" timeOffset="915.735">456 811,'41'-263,"-41"261,0 1,1 0,-1-1,0 1,0 0,1 0,-1-1,1 1,-1 0,1 0,-1 0,1 0,0 0,0 0,-1 0,1 0,0 0,0 0,0 0,0 0,0 0,0 1,0-1,1 0,-1 1,0-1,0 1,0 0,1-1,-1 1,0 0,1 0,-1-1,0 1,0 0,1 0,-1 0,0 1,1-1,-1 0,0 0,0 1,1-1,-1 1,0-1,0 1,0-1,0 1,1 0,30 5,-14-3,0 0,0 1,0 1,-1 0,0 1,0 1,0 1,14 9,-26-12,-1 0,0 1,-1-1,1 1,-1-1,0 1,-1 0,1 0,-1 0,0 1,0-1,-1 0,0 1,0-1,-1 1,0-1,0 1,0-1,-1 1,0-1,0 1,-2 5,0 50,5-59,-1 0,1 0,0 0,0 0,0 0,1-1,-1 1,1-1,-1 0,1 1,0-1,0-1,0 1,0 0,0-1,0 1,1-1,-1 0,0 0,1 0,-1-1,0 1,1-1,-1 0,1 0,-1 0,1 0,-1 0,1-1,-1 0,0 0,3-1,3 2,0-1,0-1,0 1,0-1,0-1,-1 0,1 0,-1-1,0 0,0 0,0-1,-1 0,0 0,0-1,0 0,0 0,-1-1,0 0,-1 0,1 0,-1 0,-1-1,1 0,-1 0,-1 0,1-1,-1 1,-1-1,0 0,0 0,-1 0,1-5,-2 12,1 1,-1-1,0 1,1 0,-1-1,0 1,0-1,0 1,0-1,0 1,0-1,-1 1,1 0,0-1,-1 1,1-1,-1 1,1 0,-1-1,0 1,0 0,1 0,-1 0,0-1,0 1,0 0,0 0,0 0,-1 0,1 1,0-1,0 0,-1 0,1 1,0-1,-1 1,1-1,0 1,-1 0,1-1,-1 1,1 0,-1 0,1 0,0 0,-1 0,1 0,-1 1,1-1,-1 0,1 1,0-1,-1 1,1-1,0 1,-1 0,1-1,0 1,0 0,0 0,0 0,-1 1,-4 4,1 0,0 1,0-1,1 1,0 0,0 0,0 1,1-1,0 1,-1 4,3-8,0-1,0 1,1-1,-1 1,1-1,0 1,0-1,0 1,0 0,1-1,-1 1,1-1,0 1,0-1,0 0,0 1,1-1,-1 0,1 0,0 0,0 0,0 0,1 0,-1-1,1 1,7 3,0 0,0-2,1 1,-1-1,1-1,0 0,0 0,0-1,1 0,-1-1,0-1,1 1,-1-2,4 0,34-1</inkml:trace>
  <inkml:trace contextRef="#ctx0" brushRef="#br0" timeOffset="1847.326">1565 476,'-13'-3,"-1"0,0 0,0 1,-1 1,1 1,0 0,0 1,-3 0,12 0,0 0,-1 0,1 0,0 1,0 0,1 0,-1 0,0 0,1 1,-1 0,1 0,0 0,0 1,0-1,0 1,1 0,-1 0,1 0,0 0,0 1,1-1,-1 1,0 2,1-3,1 0,0 1,0-1,0 0,0 1,0-1,1 1,0-1,0 0,0 1,1-1,-1 1,1-1,0 1,0-1,1 0,-1 0,1 0,0 0,0 0,0 0,1 0,-1 0,1-1,0 0,0 1,0-1,0 0,4 2,10 8,0-1,1 0,1-2,-1 0,14 4,97 50,-128-64,0 1,0-1,0 1,0-1,-1 1,1-1,0 1,0-1,0 1,-1 0,1 0,0-1,-1 1,1 0,0 0,-1 0,1-1,-1 1,1 0,-1 0,0 0,1 0,-1 0,0 0,0 0,0 0,0 0,0 0,0 0,0 0,0 0,0 0,0 0,0 0,-1 0,1 0,0 0,-1 0,1 0,-1 0,1 0,-1 0,1-1,-1 1,0 0,1 0,-1-1,0 1,0 0,1-1,-1 1,0-1,0 1,0-1,0 1,0-1,0 0,0 1,0-1,0 0,0 0,0 0,0 1,-1-1,-9 5,0 0,-1-1,0 0,0 0,0-1,-1-1,1 0,-1-1,1 0,-1-1,12 0,0-1,0 1,0 0,0 0,1-1,-1 1,0-1,0 1,0-1,0 1,1-1,-1 1,0-1,0 0,1 1,-1-1,1 0,-1 1,0-1,1 0,0 0,-1 0,1 0,-1 0,1 0,0 1,0-1,-1 0,1 0,0 0,0 0,0 0,0 0,0 0,0 0,0 0,1 0,-1 0,0 0,0 0,1 0,-1 1,1-1,-1 0,1 0,-1 0,1 1,-1-1,1 0,0 0,-1 1,1-1,0 0,0 1,-1-1,1 1,0-1,0 1,0 0,0-1,0 1,-1 0,2-1,16-11,0-1,2 2,-1 1,1 0,1 1,12-3,7-4,-39 16,25-10,0-1,0-1,-1-1,-1-2,0 0,15-13,-37 26,0 1,0 0,0-1,0 1,0-1,0 0,0 1,-1-1,1 0,-1 0,1 0,-1-1,0 1,0 0,0 0,0-1,0 1,0 0,0-1,-1 1,0-1,1 1,-1-1,0 1,0-1,0 1,0-1,-1 1,1-1,-1 1,0-1,1 1,-1 0,0-1,0 1,-1 0,1 0,0 0,-1-1,1 2,-1-1,0 0,1 0,-1 0,0 1,0-1,-2 0,2 1,-1 1,0-1,1 1,-1 0,1-1,-1 1,0 0,1 1,-1-1,0 0,1 1,-1 0,1-1,-1 1,1 0,-1 0,1 1,0-1,-1 0,1 1,0-1,0 1,0 0,0 0,0 0,-1 1,-36 61,37-59,0 0,0 0,1 0,-1 0,1 0,0 1,1-1,-1 0,1 0,0 1,0-1,1 0,0 0,0 0,0 1,0-1,1 0,0 0,0-1,0 1,1 0,-1-1,1 1,0-1,0 0,1 0,-1 0,1 0,0-1,0 1,3 1,8 4,0-1,0 0,1-1,-1-1,1 0,1-1,-1-1,1-1,0 0,0-1,0 0,0-2,0 0,0-1,0-1,12-2,-19 1,1 0,-1 0,0-1,-1 0,1-1,-1 0,0 0,0-1,-1 0,1-1,-1 0,-1 0,1-1,-1 0,-1 0,1 0,-1-1,-1 0,0 0,0-1,-1 1,0-1,0 0,-1 0,1-10,4-34,-2-1,-3 0,-2 0,-3 0,-4-24,5 65,-1-31,-2 1,-2-1,-2 1,-12-37,20 82,0-1,0 0,-1 1,1-1,0 0,-1 1,1-1,0 0,-1 1,1-1,-1 0,1 0,-1 1,1-1,0 0,-1 0,1 0,-1 0,1 0,-1 0,1 0,-1 0,1 0,-1 0,1 0,-1 0,1 0,0 0,-1 0,1 0,-1 0,1-1,-1 1,1 0,0 0,-1 0,1-1,-1 1,1 0,0-1,-1 1,1 0,0-1,-1 1,1 0,0-1,0 1,-1-1,1 1,0-1,0 1,0 0,0-1,0 1,0-1,-1 1,1-1,0 1,0-1,0 1,0-1,1 1,-1-1,-12 42,-1 47,4 0,2 62,5-128,0 0,2 0,0 0,1 0,2 0,0 0,1-1,1 1,1-1,1 0,1-1,1 0,1 0,0 0,2-1,0-1,6 7,-7-15,0 1,0-1,1-1,0 0,1 0,-1-1,2-1,-1-1,1 1,0-2,10 3,15-8,-28-5</inkml:trace>
  <inkml:trace contextRef="#ctx0" brushRef="#br0" timeOffset="2105.635">2074 236,'2'0,"12"2,20 3,24 1,28-1,28 1,25 0,18 3,-18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17.0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47,'16'0,"18"0,20-2,22-3,17-3,14-3,6 2,3 1,-4 4,-14 6,-22 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36.1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331 423,'-11'-5,"0"0,0 1,-1 0,1 1,-1 0,0 1,1 0,-1 1,0 0,0 1,0 0,0 1,0 0,0 1,0 1,1 0,-1 0,1 1,0 0,0 1,0 1,1-1,0 2,0-1,-1 3,8-8,0 1,1 0,-1 1,1-1,-1 0,1 1,0-1,0 1,0 0,1 0,-1 0,1 0,-1 0,1 0,0 0,0 0,0 0,1 1,-1-1,1 0,-1 0,1 1,0-1,1 0,-1 1,1-1,-1 0,1 0,0 1,0-1,0 0,1 0,-1 0,1 0,-1 0,1-1,0 1,0 0,0-1,1 1,-1-1,1 0,-1 0,1 0,0 0,-1 0,2-1,10 2,0-1,0 0,0-1,0-1,1 0,-1-1,0-1,0 0,0-1,0 0,0-1,-1 0,0-2,0 1,0-2,0 0,-1 0,0-1,-1 0,0-1,10-10,-8 4,-1 1,-1-2,0 1,-1-2,-1 1,0-1,-2-1,0 0,0 0,-2 0,0-1,-1 1,-1-1,-1 0,-1 0,0 0,-2 0,0 0,-1 0,-1 0,0 0,-6-15,-10-18,19 51,-1-1,1 1,-1 0,1 0,-1 0,1 0,-1 0,1 1,-1-1,0 0,0 0,1 0,-1 0,0 1,0-1,0 0,0 1,0-1,0 1,0-1,0 1,0 0,0-1,0 1,0 0,0 0,0-1,0 1,0 0,-1 0,1 0,0 0,0 1,0-1,0 0,0 0,0 1,0-1,0 0,0 1,0-1,0 1,0 0,0-1,0 1,-5 6,0 0,0 1,1 0,0 0,1 0,-1 0,2 1,-1-1,1 1,1 0,-1 0,2 0,-1 1,-4 17,1 0,1 0,2 1,0 0,2-1,1 1,2-1,1 9,-2-24,1 0,0 0,0 0,1 0,1 0,0-1,0 0,1 0,1 0,0-1,0 1,1-2,0 1,1-1,0-1,0 1,1-2,0 1,5 2,-6-6,-1 0,1-1,1 1,-1-2,0 1,1-1,0-1,-1 0,1 0,0-1,-1 0,1-1,0 0,-1 0,1-1,-1 0,1-1,-1 0,0-1,0 0,-1 0,1-1,-1 0,0 0,2-2,1-1,0 0,0-1,0-1,-1 0,-1 0,0-1,0 0,-1-1,0 0,-1 0,0-1,-1 1,-1-1,0-1,-1 1,0-1,-1 0,-6-29,3 42,0 0,0 1,0-1,-1 0,1 1,0-1,0 1,-1-1,1 0,0 1,-1-1,1 1,-1-1,1 1,-1-1,1 1,-1 0,1-1,-1 1,1 0,-1-1,0 1,1 0,-1-1,1 1,-1 0,0 0,1 0,-1 0,0 0,1 0,-1 0,0 0,1 0,-1 0,0 0,1 0,-1 0,0 0,1 1,-1-1,1 0,-1 0,0 1,1-1,-1 1,1-1,-1 0,1 1,-1-1,1 1,-1-1,1 1,0-1,-1 1,1-1,0 1,-1 0,1-1,-4 5,0 1,1-1,0 0,0 1,0 0,0 0,1 0,0 0,0 0,1 0,-1 0,2 1,-1-1,0 0,1 1,1-1,-1 0,1 1,0-1,0 0,1 1,-1-1,1 0,1 0,-1-1,1 1,0 0,1-1,-1 1,1-1,2 1,6 7,2 0,0-1,0-1,1 0,0-1,1-1,0-1,0 0,1-1,0 0,0-2,3 1,66 19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37.0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69 204,'0'71,"-3"-1,-10 57,12-121,1-3,0 1,-1-1,1 0,-1 1,0-1,0 1,0-1,0 0,0 0,-1 0,0 0,1 0,-1 0,0 0,0 0,-1-1,0 2,1-5,1 1,0-1,-1 0,1 1,0-1,0 0,0 0,0 0,-1 0,1 0,0 0,1 0,-1 0,0-1,0 1,0 0,1-1,-1 1,1 0,-1-1,1 1,0 0,-1-1,1 1,0-1,0 1,0-1,0 1,0-1,0 1,0-1,0 1,-4-49,3 0,1 0,3-1,2 1,9-36,-13 80,0-5,0 1,1-1,0 1,1-1,0 1,0 0,1 0,1 0,0 1,0-1,1 1,4-5,-8 12,1 0,-1 0,0 1,1-1,0 1,-1 0,1-1,0 1,-1 0,1 1,0-1,0 0,0 1,0 0,0 0,0 0,0 0,0 0,0 0,-1 1,1-1,0 1,0 0,0 0,0 0,-1 0,1 0,1 2,65 53,-65-52,0 0,0 0,-1 0,1 0,-1 1,0-1,0 1,-1 0,0 0,0 0,0 0,0 0,-1 1,0-1,0 0,0 1,-1-1,1 1,-1-1,-1 1,1-1,-1 0,0 1,0-1,-1 0,1 1,-1-1,0 0,-1 0,1 0,-1-1,0 1,-2 2,-4-1,1 0,-1 0,-1-1,1 0,-1-1,0 0,0 0,0-1,0-1,-10 2,-50 17,69-21,-1 1,1-1,-1 1,0 0,1 0,-1 0,1 0,0 0,-1 0,1 0,0 0,0 0,0 1,0-1,0 0,0 1,0-1,0 1,0-1,1 1,-1-1,0 1,1 0,0-1,-1 1,1 0,0-1,0 1,0 0,0 0,0-1,0 1,0 0,1-1,-1 1,1 0,-1-1,1 1,0-1,-1 1,1-1,0 1,0 0,51 56,-35-47,1 0,0-1,0-1,1-1,0-1,1 0,0-1,0-1,0-1,0-1,0-1,1-1,0 0,15-3,-28 2,-1-2,1 1,0-1,0-1,-1 1,1-1,-1-1,0 1,0-1,0 0,0-1,-1 0,0 0,0 0,0-1,-1 1,1-1,-2-1,1 1,0-1,-1 0,-1 0,1 0,-1 0,0-1,1-5,4-16,-1-1,-1 1,-2-1,-1 0,-1 0,-2 0,-2-21,2 51,-1 0,1 0,-1 1,1-1,0 0,-1 0,1 0,-1 0,1 0,-1 0,1 1,0-1,-1 0,1 0,-1 0,1 0,-1 0,1-1,-1 1,1 0,0 0,-1 0,1 0,-1 0,1-1,0 1,-1 0,1 0,-1 0,1-1,0 1,-1 0,1-1,0 1,0 0,-1-1,1 1,0 0,0-1,-1 1,1-1,0 1,0-1,0 1,0 0,0-1,0 1,0-1,0 1,0-1,0 1,0 0,0-1,0 1,0-1,0 1,0-1,0 1,0-1,1 1,-1 0,0-1,0 1,0 0,1-1,-1 1,0 0,1-1,-1 1,-6 14,-1 1,2 0,0 0,1 0,1 1,0 0,1-1,1 1,0 0,1 0,1 0,0 0,2 4,0-9,-1-1,2 0,-1-1,1 1,1 0,0-1,0 0,1 0,0-1,0 0,1 0,0 0,1-1,-1 0,2 0,-1-1,1 0,-1 0,5 1,9 4,1-1,0-1,0 0,1-2,0-1,0-1,16 0,24 3</inkml:trace>
  <inkml:trace contextRef="#ctx0" brushRef="#br0" timeOffset="254.827">484 245,'16'4,"16"5,17 2,16-1,10-1,4-3,0-2,-7-5,-13-3,-17-2</inkml:trace>
  <inkml:trace contextRef="#ctx0" brushRef="#br0" timeOffset="510.683">577 84,'18'0,"18"0,18 0,16 2,12 2,10-1,6-1,-1 0,-16-1</inkml:trace>
  <inkml:trace contextRef="#ctx0" brushRef="#br0" timeOffset="751.039">1486 58,'-24'-7,"-1"2,0 1,0 1,0 1,0 1,-1 1,1 1,0 2,-16 3,37-6,0 1,1-1,-1 1,0 0,1 0,-1 0,1 0,-1 1,1-1,0 1,0 0,-1 0,1 0,0 0,1 1,-1-1,0 1,1 0,-1-1,1 1,0 0,0 1,0-1,0 0,1 0,0 1,-1-1,1 1,0-1,0 1,1 0,-1-1,1 1,0 0,0 0,0-1,0 1,5 7,1-1,-1 1,2-1,-1-1,1 1,1-1,-1-1,2 1,-1-1,1-1,0 1,1-1,0-1,2 1,265 171,-246-145,-31-32,1 0,-1 0,0 0,1 0,-1 0,0 0,0 0,1 0,-1 0,0 0,0 0,0 0,0 0,-1 0,1 0,0 0,0 0,-1 0,1-1,0 1,-1 0,1 0,-1 0,1 0,-1 0,1-1,-1 1,0 0,1 0,-1-1,0 1,0 0,1-1,-1 1,0-1,0 1,0-1,0 0,0 1,0-1,0 0,-16 6,0-1,0 0,0-2,0 0,-1-1,0-1,1 0,-8-2,3 2,1-1,11 2,0-1,-1-1,1 0,0 0,0-1,0 0,0-1,0 0,0-1,0 0,0 0,-5-4,3-4</inkml:trace>
  <inkml:trace contextRef="#ctx0" brushRef="#br0" timeOffset="967.459">1754 151,'-14'18,"-6"13,-1 8,4 7,5 1,9 3,11 0,14-5,13-5,10-8,11-6,3-8,0-6,-4-9,-9-8,-13-9,-11-1</inkml:trace>
  <inkml:trace contextRef="#ctx0" brushRef="#br0" timeOffset="1171.914">1553 339,'20'4,"21"4,17 1,10 1,4-2,0-1,-6-2,-12-5,-15-6,-14-3</inkml:trace>
  <inkml:trace contextRef="#ctx0" brushRef="#br0" timeOffset="1423.241">1593 124,'19'-2,"18"-1,20 3,19 3,16 3,10 1,3 2,-18-1</inkml:trace>
  <inkml:trace contextRef="#ctx0" brushRef="#br0" timeOffset="1666.912">2555 178,'-4'14,"-4"13,-1 11,2 11,1 6,3 0,3-1,2-7,0-6,1-8,-1-16,-1-11</inkml:trace>
  <inkml:trace contextRef="#ctx0" brushRef="#br0" timeOffset="1918.758">2274 111,'5'-4,"13"-3,19 2,21 2,22 5,15 4,10 4,-2-1,-19-1</inkml:trace>
  <inkml:trace contextRef="#ctx0" brushRef="#br0" timeOffset="2100.27">3064 138,'21'-8,"1"1,0 2,0 0,1 1,-1 2,1 0,0 1,-1 1,1 2,0 0,-1 1,1 1,6 4,-26-8,0 0,0 1,-1 0,1-1,-1 1,1 0,-1 0,1 1,-1-1,0 0,1 1,-1 0,0-1,0 1,0 0,0 0,-1 0,1 0,0 0,-1 1,1-1,-1 1,0-1,0 0,0 1,0 0,0-1,-1 1,1 0,-1-1,0 1,0 0,0-1,0 1,0 2,-74 97,63-91,2 1,-1 0,2 1,-1 0,2 0,0 1,1 0,0 0,1 0,0 1,1 0,1 0,0 0,1 0,1 0,1 1,0-1,0 0,2 1,2 9,33 47,-16-42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33.5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246 388,'-12'-1,"-1"2,0 0,1 0,-1 1,0 1,1 0,0 0,0 1,0 1,0 0,1 1,0 0,0 1,0 0,1 0,0 2,1-1,-1 1,-5 7,14-14,0 0,0-1,-1 1,1 0,0 0,1 0,-1 0,0 0,0 0,1 0,0 0,-1 0,1 0,0 0,0 1,0-1,0 0,0 0,0 0,1 0,-1 0,1 0,0 0,-1 0,1 0,0 0,0 0,0 0,0 0,1 0,58 34,-24-27,0-2,0-2,1-1,0-1,0-3,0-1,0-1,0-2,8-4,-21 5,0-1,0-1,0-1,-1-1,0-1,-1-2,1 0,3-3,-29 51,7-33,0 1,1-1,-1 0,1 0,0 0,0-1,1 0,-1 0,1 0,0-1,0 0,0 0,0 0,1-1,-1 1,1-2,0 1,-1-1,1 0,0 0,0-1,0 0,-1 0,1-1,4 0,-2 0,0 0,0 0,0-1,0 0,0 0,-1-1,1 0,-1-1,7-3,-12 6,-1-1,0 1,0-1,0 1,1-1,-1 1,-1-1,1 0,0 0,0 0,-1 0,1-1,-1 1,0 0,1-1,-1 1,0 0,0-1,-1 1,1-1,-1 0,1 1,-1-1,0 1,0-1,0 0,0 1,0-1,0 0,-1 1,0-1,1 1,-1-1,0 1,-1-3,-1 0,0-1,-1 0,0 1,0 0,0 0,-1 0,0 1,1-1,-2 1,1 0,0 0,-1 1,0 0,0 0,0 0,0 1,0-1,0 1,-1 1,-126-16,83 25,50-7,0-1,-1 0,1 0,0 1,-1-1,1 0,0 1,0-1,-1 1,1-1,0 0,0 1,0-1,0 1,-1-1,1 0,0 1,0-1,0 1,0-1,0 1,0-1,0 0,0 1,0-1,0 1,1-1,-1 1,0-1,0 0,0 1,0-1,1 1,-1-1,0 0,0 1,1-1,-1 0,0 1,0-1,1 0,-1 1,0-1,1 0,-1 0,1 0,-1 1,0-1,1 0,-1 0,1 0,-1 0,1 0,-1 1,0-1,1 0,-1 0,1 0,-1 0,1-1,-1 1,0 0,1 0,117 16,-95-15,350-10,-371 8,-1 1,1-1,0 1,0-1,0 1,0 0,-1 0,1 0,0 0,0 0,0 0,0 1,-1-1,1 0,0 1,0 0,-1-1,1 1,0 0,-1 0,1 0,0 0,-1 0,1 0,-1 0,0 1,0-1,1 0,-1 1,0-1,0 1,0-1,0 1,0 0,-1-1,1 1,0 0,-1 0,1 0,-8 110,7-110,0-1,1 1,-1-1,1 1,-1-1,1 0,0 1,0-1,-1 0,1 0,0 1,0-1,0 0,1 0,-1 0,0 0,0 0,0 0,1-1,-1 1,0 0,1-1,-1 1,1-1,-1 1,1-1,-1 0,1 1,-1-1,1 0,-1 0,1 0,-1 0,1-1,-1 1,1 0,-1-1,1 1,-1 0,1-1,54-32,-45 21,-1 0,0-1,-1 0,-1-1,0 0,6-13,2-6,-17 91,1-54,0 1,1 0,-1 0,1 0,0 0,0 0,1-1,0 1,0-1,0 1,0-1,0 0,1 1,0-1,0-1,0 1,0 0,1-1,-1 1,1-1,0 0,0 0,0-1,1 1,-1-1,0 0,1 0,0 0,-1-1,1 0,0 0,0 0,0 0,0-1,-1 0,1 0,0 0,0 0,0-1,0 0,0 0,-1 0,1-1,0 1,-1-1,1 0,-1-1,0 1,0-1,0 0,0 0,2-2,0-2,0-1,-1 0,0 0,-1 0,0 0,0-1,-1 0,0 0,0 0,-1 0,0 0,-1 0,0-1,0 1,-1 0,0-2,7 19,1 1,1-1,-1-1,1 1,1-2,-1 1,1-1,6 2,13 4,1-1,1-2,-1-1,1-1,2-1,33 5</inkml:trace>
  <inkml:trace contextRef="#ctx0" brushRef="#br0" timeOffset="796.54">2452 508,'-9'-9,"-1"1,0 0,-1 0,0 1,0 1,0 0,-1 0,0 1,0 1,0 0,-1 0,0 1,1 1,-1 0,0 1,0 1,0 0,0 0,0 1,0 1,1 0,-1 1,-8 2,17-3,1-1,-1 1,1-1,-1 1,1 0,0 0,0 0,0 1,0-1,0 1,0-1,1 1,0 0,-1 0,1 0,0 1,0-1,0 1,1-1,-1 1,1-1,0 1,0 0,0-1,1 1,-1 0,1 0,0-1,0 1,0 0,0 0,1 0,0-1,0 1,0 0,0 0,0-1,1 1,-1-1,1 0,0 1,0-1,0 0,1 0,-1 0,1 0,0-1,2 3,7 1,0 0,0 0,1-2,-1 1,1-2,0 0,1 0,-1-1,0-1,1 0,-1-1,0 0,1-1,-1-1,0 0,1-1,-9 2,0 1,0-1,0 0,0-1,0 1,0-1,0 0,0-1,-1 1,1-1,-1 0,0 0,1 0,-2 0,1-1,0 1,-1-1,1 0,-1-1,0 1,0 0,-1-1,1 0,-1 1,0-1,-1 0,1 0,-1 0,0 0,0 0,0-1,-1 1,0 0,0-5,0 8,0 0,0 0,0 1,0-1,0 0,0 0,0 0,-1 1,1-1,-1 0,0 0,1 1,-1-1,0 0,0 1,0-1,0 1,0-1,0 1,-1 0,1-1,0 1,-1 0,1 0,-1 0,1 0,-1 0,0 0,1 0,-1 1,0-1,0 0,1 1,-1 0,0-1,0 1,0 0,1 0,-1 0,0 0,0 0,0 1,0-1,1 0,-1 1,0-1,0 1,1 0,-1 0,0-1,1 1,-1 0,1 1,-1 1,0 0,0 0,0 1,0-1,1 1,0-1,0 1,0 0,0 0,1-1,-1 1,1 0,0 0,0 0,0-1,0 1,1 0,0 0,0-1,0 1,0 0,0-1,1 1,0-1,-1 1,1-1,0 0,1 0,-1 0,1 0,-1 0,1-1,0 1,0-1,0 0,0 1,3 0,7 3,1 0,0-1,-1 0,2-1,-1-1,0 0,1-1,-1-1,1 0,0-1,-1 0,1-2,0 1,-1-2,0 0,4-2,-11 4,-1-1,0-1,0 1,-1-1,1 0,0 0,-1-1,0 1,0-1,0-1,0 1,-1-1,1 1,-1-1,0 0,-1-1,1 1,-1-1,0 0,-1 1,1-1,-1 0,0-1,-1 1,1 0,-1 0,0-4,-6-16,5 26,0 0,0-1,-1 1,1 0,0-1,0 1,0 0,0 0,-1-1,1 1,0 0,0 0,-1-1,1 1,0 0,0 0,-1 0,1-1,0 1,0 0,-1 0,1 0,0 0,-1 0,1 0,0 0,-1 0,1 0,0-1,-1 1,1 1,0-1,-1 0,1 0,0 0,-1 0,1 0,0 0,-1 0,1 0,0 0,-1 1,1-1,0 0,0 0,-1 0,1 1,0-1,0 0,-1 0,1 1,0-1,0 0,0 1,0-1,-1 0,1 0,0 1,0-1,0 0,0 1,0-1,0 0,0 1,0-1,0 0,0 1,0-1,0 0,0 1,-2 3,1-1,0 1,0-1,0 1,0 0,0 0,1 0,0-1,-1 1,1 0,1 0,-1 0,1 0,-1-1,1 1,0 0,0 0,1-1,-1 1,1-1,0 1,0-1,0 0,0 0,0 0,1 0,0 0,-1 0,1-1,0 1,0-1,0 0,1 0,-1 0,1 0,-1 0,1-1,-1 0,1 0,3 1,2 1,0-1,-1-1,1 1,0-2,0 1,0-1,0 0,0-1,0 0,0 0,-1-1,1 0,0-1,-1 0,0 0,1-1,-1 0,-1 0,1-1,-1 0,1 0,-1-1,-1 0,1 0,-1-1,0 1,-1-1,0-1,0 1,0-1,-1 0,0 0,0 0,-1 0,0-1,-1 0,0-18,-11 47,8-14,1-1,-1 0,1 1,1-1,-1 0,1 1,0-1,0 0,0 0,1 1,0-1,0 0,0-1,1 1,0 0,-1-1,2 1,-1-1,0 0,1 0,0 0,0-1,0 1,0-1,1 0,-1 0,1 0,0-1,-1 0,1 0,2 1,26 8,1-2,0-1,0-2,1-1,0-1,0-2,0-2,4-1,29-1,-9-1</inkml:trace>
  <inkml:trace contextRef="#ctx0" brushRef="#br0" timeOffset="1545.536">3736 522,'-8'-7,"-1"1,1 0,-1 1,0 0,-1 0,1 1,-1 0,0 0,0 1,0 1,0-1,0 2,-1-1,1 2,-1-1,1 1,-1 1,1 0,0 0,-1 1,1 1,0 0,-9 3,16-4,0-1,0 1,0 0,1-1,-1 1,0 0,1 1,0-1,-1 0,1 1,0 0,0-1,0 1,1 0,-1 0,1 0,-1 0,1 0,0 0,0 0,1 0,-1 1,1-1,-1 0,1 0,0 1,0-1,0 0,1 1,-1-1,1 0,0 0,0 0,0 0,0 1,1-1,-1-1,1 1,-1 0,1 0,2 2,3-2,0 1,0-1,0-1,0 1,1-1,-1-1,1 1,-1-1,1-1,0 1,-1-1,1-1,0 1,-1-1,1 0,-1-1,1 0,-1 0,0-1,0 0,0 0,0-1,0 1,-1-1,0-1,0 1,0-1,0 0,-1-1,1 1,-1-1,-1 0,1-1,-1 1,0-1,0-2,4-13,0-1,-2 0,-1 0,-1-1,-1 0,0 0,-2 0,-1 0,-3-14,3 12,0 0,1 1,-1 1,-1 0,-1-1,-2 1,0 0,-6-17,9 39,1 0,-1 1,1-1,-1 0,1 1,-1-1,0 1,0-1,0 1,0-1,0 1,0 0,-1-1,1 1,0 0,-1 0,1 0,-1 0,1 0,-1 0,1 0,-1 1,0-1,1 0,-1 1,0 0,1-1,-1 1,0 0,0 0,1 0,-1 0,0 0,0 0,1 0,-1 1,0-1,0 1,1-1,-1 1,1 0,-1-1,0 1,1 0,-1 0,1 0,0 0,-1 1,1-1,0 0,0 0,0 1,0-1,0 1,0-1,-1 2,-8 11,1 1,0 0,1 1,1 0,0 0,2 1,-1 0,2 0,0 0,1 0,1 1,1-1,0 1,2 14,0-17,0 0,2 0,-1 0,2-1,0 0,1 1,0-2,1 1,1 0,0-1,1-1,0 1,1-1,0 0,1-1,0 0,1-1,0 0,0-1,1 0,1 0,0-2,0 1,0-2,1 0,-1 0,2-1,-1-1,0-1,1 0,0 0,0-2,-1 0,10 0,-17-2,0 0,0 0,0 0,-1-1,1 0,-1 0,1-1,-1 0,0 0,0 0,0-1,0 0,-1 0,1 0,-1-1,0 0,0 0,-1 0,0-1,0 1,0-1,0 0,-1 0,0 0,0-1,1-6,-6-3,-6 22,7-3,1 0,-1-1,1 1,-1 0,1 0,0-1,0 1,1 0,-1 0,0 0,1-1,0 1,-1 0,1-1,0 1,0-1,1 1,-1-1,0 1,1-1,0 0,-1 1,1-1,0 0,0 0,0-1,1 1,-1 0,0-1,1 1,-1-1,1 0,1 1,91 27,-90-28,-1 0,0-1,0 1,1-1,-1 0,0 0,0 0,1 0,-1-1,0 0,0 0,0 0,1 0,-1-1,0 0,-1 0,1 0,0 0,-1 0,1-1,-1 1,1-1,-1 0,0 0,-1-1,1 1,0 0,-1-1,0 0,0 1,0-1,0 0,0 0,-1 0,0 0,0 0,0-1,0 1,-1-1,-1-2,0-1,-1 1,1 0,-2 0,1 0,-1 1,0-1,-1 1,1 0,-1-1,-1 1,1 1,-1-1,0 1,0 0,0 0,-1 0,0 1,0 0,0 0,0 0,-1 1,1 0,-1 0,0 1,0 0,0 0,0 0,0 1,0 0,-1 1,1-1,0 1,0 1,-1 0,1 0,0 0,0 0,0 1,0 1,0-1,0 1,1 0,-1 1,1-1,0 1,0 0,0 1,1 0,-1 0,1 0,0 0,1 1,-1 0,4-3,-1 0,1 0,-1 0,1 0,0 0,0 0,1 0,-1 1,1-1,-1 0,1 1,0-1,0 0,1 1,-1-1,1 0,-1 0,1 1,0-1,0 0,1 0,-1 0,0 0,1 0,0 0,0-1,0 1,0 0,0-1,2 2,4 3,-1-1,1 0,0 0,0-1,1 0,0 0,0-1,0 0,9 2,69 7,-50-16</inkml:trace>
  <inkml:trace contextRef="#ctx0" brushRef="#br0" timeOffset="1851.74">4364 80,'-10'-7,"0"0,-1 0,0 1,-1 0,1 1,-1 1,0 0,-5-1,13 4,0 0,0 0,0 0,1 1,-1 0,0 0,-1 0,2 0,-1 1,0-1,0 1,0 0,0 0,0 0,0 1,1-1,-1 1,1 0,-1 0,1 1,0-1,0 0,0 1,0 0,0 0,0 0,-1 3,1-1,0 1,0-1,1 1,0-1,0 1,1 0,-1 0,1 0,1 0,-1 0,1 0,0 0,0 0,1 0,0 0,0-1,0 1,1 0,-1 0,2 0,1 4,67 112,-59-102,0-1,1-1,1 0,0-1,1 0,1-1,1-1,0 0,1-1,1-1,0-1,1-1,0 0,0-2,1 0,18 4,52-1,0-4,82-4,-133-4,48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31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301 541,'-10'-4,"1"1,-1-1,0 2,-1-1,1 1,0 1,-1 0,1 0,0 1,-1 1,1 0,-1 0,1 1,0 0,0 0,0 1,0 1,0 0,1 0,-1 1,1 0,0 1,1-1,0 2,-1-1,2 1,-1 1,1-1,-5 8,10-13,1 0,0 0,0 1,0-1,0 0,0 0,0 1,0-1,1 0,-1 1,1-1,0 0,0 1,0-1,0 1,0-1,0 1,0-1,1 0,0 1,-1-1,1 0,0 1,0-1,0 0,0 0,0 0,1 0,-1 0,1 0,-1 0,1 0,0-1,0 1,0-1,0 1,0-1,0 0,0 1,0-1,0 0,1 0,-1-1,0 1,1 0,-1-1,12 1,-1-1,1 0,-1 0,1-2,-1 0,0 0,1-1,-1-1,0 0,-1-1,1 0,-1-1,0-1,0 0,-1 0,0-1,0 0,-1-1,1-1,2-2,1-1,-2 0,0-1,0-1,-1 1,-1-2,-1 1,0-2,-1 1,0-1,-2 0,0 0,-1-1,0 0,-2 0,0 0,-1 0,-1-1,0 1,-2 0,0-1,-1 1,-3-10,3 11,-1 0,-1 1,-1-1,0 1,-1 0,0 1,-2 0,1 0,-2 0,0 1,-4-4,12 17,1 0,-1-1,0 1,0 0,0 0,0 0,0 0,0 0,0 0,0 0,0 0,0 1,0-1,0 0,-1 1,1-1,0 1,-1-1,1 1,0-1,-1 1,1 0,0 0,-1 0,1 0,-1 0,1 0,0 0,-1 0,1 1,-1-1,1 0,0 1,-1-1,1 1,0 0,0-1,-1 1,1 0,0 0,0-1,0 1,0 0,0 0,0 0,0 1,0-1,1 0,-1 0,0 1,-5 12,0 0,1 0,0 1,1-1,1 1,0 0,2 0,-1 0,2 8,-1-22,-1 34,1-1,2 0,1 1,2-1,1 0,3 7,-3-24,-1 0,2 0,0-1,1 0,1 0,0 0,1-1,1-1,0 1,1-2,0 1,1-2,3 2,-7-7,1 0,1-1,-1-1,1 0,0 0,0 0,0-2,1 1,0-1,-1-1,1 0,0 0,0-1,0 0,0-1,0-1,0 1,0-2,0 0,0 0,0-1,-1 0,1 0,-1-2,0 1,0-1,0-1,-1 1,0-2,0 1,-1-1,1-1,-1 1,2-5,-7 8,0 1,0-1,0 0,0 0,-1 0,0-1,0 1,0 0,-1-1,1 0,-1 1,0-1,0 0,-1 1,1-1,-1-1,-1 5,1 0,0 0,-1 0,0 0,1 1,-1-1,1 0,-1 0,0 1,1-1,-1 0,0 1,0-1,0 0,0 1,1-1,-1 1,0 0,0-1,0 1,0 0,0-1,0 1,0 0,0 0,0 0,0 0,0 0,0 0,0 0,0 0,0 0,0 1,0-1,0 0,0 1,0-1,0 1,0-1,1 1,-1-1,0 1,0-1,0 1,1 0,-1 0,0-1,1 1,-1 0,1 0,-1 0,1 0,-1-1,1 1,-1 0,1 0,0 1,-2 0,0 0,0 0,0 0,0 1,1-1,-1 0,1 1,0 0,-1-1,1 1,1 0,-1 0,0-1,1 1,-1 0,1 0,0 0,0 0,0 0,0 0,0 0,1-1,-1 1,1 0,0 0,0 0,0-1,0 1,1-1,-1 1,1-1,-1 1,1-1,0 0,0 1,1 0,6 1,0 0,0-1,1 0,-1 0,1-1,-1 0,1-1,0 0,0-1,0 1,-1-2,1 0,0 0,0-1,-1 0,1 0,7-4,-13 5,0 1,1-1,-1 0,0-1,0 1,0-1,0 0,-1 1,1-2,0 1,-1 0,1-1,-1 0,0 0,0 0,0 0,0 0,-1 0,1-1,-1 1,0-1,0 0,0 0,-1 0,1 0,-1 0,0 0,0 0,0 0,0 0,-1-1,0 1,0 0,0-1,-1 0,-1 0,0 0,-1 0,0 0,-1 0,1 0,-1 1,1-1,-1 1,-1 0,1 0,-1 1,1-1,-1 1,0 0,0 0,0 1,-1 0,1-1,-1 2,-3-2,-4-1,0 1,0 1,0 0,-1 1,1 0,-1 1,1 1,-7 1,12-2,1 1,0 0,0 1,0-1,0 1,0 1,0-1,1 1,-1 0,1 1,-1 0,1 0,1 0,-1 0,0 1,1 0,0 0,0 1,1 0,-1-1,1 1,1 1,-1-1,1 1,0-1,0 1,1 1,1-5,1 0,0 0,0 1,0-1,0 0,1 0,-1 0,1 0,0 0,-1 0,2 0,-1 0,0 0,0 0,1-1,0 1,0 0,-1-1,1 1,1-1,-1 0,0 0,0 0,1 0,0 0,-1 0,1-1,0 1,2 0,89 22,-46-22</inkml:trace>
  <inkml:trace contextRef="#ctx0" brushRef="#br0" timeOffset="249.342">969 7,'-16'0,"-14"2,-7 6,-1 7,3 9,8 7,10 7,16 4,16 2,15 0,3-7</inkml:trace>
  <inkml:trace contextRef="#ctx0" brushRef="#br0" timeOffset="499.663">1183 702,'14'7,"11"-3,6-5,4-9,1-6,-3-7,-7-1</inkml:trace>
  <inkml:trace contextRef="#ctx0" brushRef="#br0" timeOffset="1035.23">1437 475,'0'15,"10"100,-8-111,-1 1,1-1,-1 0,1 1,1-1,-1 0,1 0,-1-1,1 1,0 0,0-1,1 0,-1 0,1 0,0 0,-1 0,1-1,0 0,1 0,-1 0,0 0,1 0,2 0,1-1,0-1,1 0,-1 0,0 0,0-1,0 0,0-1,0 0,0 0,0-1,0 0,-1 0,1-1,-1 0,0 0,0-1,0 1,-1-2,0 1,0-1,0 0,0 0,-1 0,0-1,-1 0,0 0,0 0,0 0,-1-1,1 0,-2 1,1-1,-2 0,1 0,-1 0,0-1,0 56,0-43,0 0,1 1,0-1,-1 0,2 0,-1-1,0 1,1 0,0-1,-1 1,2-1,-1 0,0 0,0 0,1-1,0 1,-1-1,1 1,0-1,0-1,0 1,1-1,-1 1,0-1,1 0,-1 0,0-1,1 0,-1 1,3-2,1 1,-1 0,1-1,0-1,0 1,-1-1,1 0,-1-1,0 0,1 0,-1-1,-1 1,1-2,0 1,-1-1,0 0,0 0,0 0,2-5,0 1,0-1,-1 0,-1-1,1 1,-2-2,1 1,0-6,-28 77,22-57,-1 0,1 1,0-1,0 1,0-1,1 0,-1 1,1-1,0 0,0 0,0 1,0-1,0 0,1 0,-1 0,1 0,0 0,0-1,0 1,0 0,1-1,-1 0,1 1,-1-1,1 0,0 0,0-1,0 1,0-1,0 1,0-1,0 0,0 0,1 0,-1-1,1 1,8 1,0 0,0 0,0-1,0-1,0 0,0-1,0 0,0-1,9-3,-12 3,-1 0,1-1,-1-1,0 0,0 0,0 0,0-1,-1 0,0 0,0-1,0 0,0 0,-1-1,-1 0,1 0,-1 0,0-1,0 0,-1 1,0-2,-1 1,1 0,-2-1,1 0,-1 1,1-10,-3 17,1 0,-1 0,1 0,-1-1,0 1,1 0,-1-1,0 1,0 0,0-1,0 1,0 0,0-1,0 1,-1 0,1 0,0-1,-1 1,1 0,-1 0,1-1,-1 1,0 0,1 0,-1 0,0 0,0 0,0 0,0 0,0 0,0 0,0 1,0-1,0 0,0 0,0 1,-1-1,1 1,0-1,0 1,-1 0,1-1,0 1,-1 0,1 0,0 0,-1 0,1 0,0 0,-1 0,0 1,-1 1,0 1,0-1,0 1,0 0,0 0,0 0,1 1,0-1,0 0,-1 1,2 0,-1-1,0 1,1 0,0 0,0 0,0 0,0 0,1 0,-1 0,1 0,0 0,1 0,-1 0,0 0,1 0,0 0,0 0,0 0,1 0,-1 0,1-1,0 1,0-1,0 1,1-1,-1 0,1 1,1 0,8 4,0-1,0 0,0-1,1 0,-1-1,2 0,-1-1,0-1,1 0,0 0,11-1,43 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28.9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1 335,'0'296,"16"-200,-15-94,0 0,0 0,0 0,0 0,0 0,0 0,1 0,-1-1,0 1,1 0,0-1,-1 1,1-1,0 0,0 1,0-1,0 0,0 0,0 0,0 0,0-1,0 1,0 0,1-1,-1 0,0 1,0-1,1 0,-1 0,0 0,0-1,1 1,-1 0,0-1,0 0,0 1,1-1,-1 0,0 0,1-1,11-6,0-1,-1 0,0-1,-1-1,0 0,0-1,-1 0,-1-1,0 0,0 0,-2-1,0-1,0 1,-1-1,3-12,23-95,-34 142,1 1,1-1,1 0,1 0,1 0,0 0,6 12,-8-25,0 0,1 0,0 0,1-1,-1 1,1-1,0 0,1 0,-1-1,1 1,1-1,-1 0,1 0,-1-1,1 1,1-1,-1-1,0 1,1-1,0 0,0-1,5 2,20 1</inkml:trace>
  <inkml:trace contextRef="#ctx0" brushRef="#br0" timeOffset="398.974">575 416,'81'146,"-33"-69,-44-70,-4-4,1 0,0-1,0 1,0-1,0 1,1-1,-1 1,1-1,-1 0,1 0,0 1,0-1,0-1,0 1,0 0,0 0,1-1,-1 1,1-1,-1 0,1 0,-1 0,1 0,-1 0,1 0,0-1,0 0,-1 1,1-1,0 0,0 0,7-5,-1 0,0-1,0 0,-1-1,0 1,0-2,0 1,-1-1,0 0,0 0,-1-1,0 0,-1 0,2-5,31-71,-54 132,15-43,0 1,1 0,-1 0,1 0,0 0,0 0,0-1,1 1,-1 0,1 0,1 0,-1-1,1 1,-1-1,1 1,1-1,-1 0,0 1,1-1,0 0,0-1,0 1,1-1,-1 1,1-1,0 0,0 0,0 0,0-1,0 0,1 1,-1-1,3 0,19 5,0-1,1-2,-1 0,1-2,23-1,-46-1,63 2</inkml:trace>
  <inkml:trace contextRef="#ctx0" brushRef="#br0" timeOffset="998.371">1578 549,'-7'-4,"-1"0,1 1,-1-1,0 1,0 1,0 0,-1 0,1 0,0 1,-1 1,1-1,0 1,-1 1,1-1,-1 1,1 1,0 0,0 0,0 0,0 1,0 1,0-1,1 1,-1 0,1 1,0 0,1 0,-1 0,1 1,0 0,0 0,1 0,-4 7,7-11,0 0,1 1,-1-1,1 0,-1 1,1-1,0 1,0 0,0-1,0 1,1 0,-1 0,1-1,-1 1,1 0,0 0,0 0,1 0,-1-1,0 1,1 0,0 0,0-1,-1 1,2 0,-1-1,0 1,0-1,1 1,-1-1,1 0,0 0,0 1,0-1,0-1,0 1,0 0,2 1,7 0,0 0,0-1,-1-1,1 0,0 0,0-1,0 0,0-1,0 0,0-1,0 0,-1 0,1-2,-1 1,1-1,-1-1,0 1,-1-2,1 0,-1 0,5-5,0 2,-1-2,0 0,-1 0,0-1,-1-1,-1 0,1 0,-2-1,0 0,-1-1,0 0,-1 0,-1-1,-1 0,0 0,2-14,-1 1,-2 0,-1-1,-1 1,-1-1,-2 1,-1-1,-2 1,-1-1,-1-2,4 25,1 0,0-1,-1 1,0-1,0 1,0 0,-1 0,-1 0,1 0,-1 0,0 1,0-1,-1 1,0 0,-1 0,5 5,0 0,-1 0,1 1,-1-1,1 0,-1 1,1-1,-1 1,1 0,-1-1,1 1,-1 0,0 0,1 0,-1 0,1 0,-1 1,1-1,-1 0,0 1,1-1,-1 1,1-1,0 1,-1 0,1 0,-1 0,1-1,0 1,0 1,0-1,-1 0,1 0,0 0,0 0,1 1,-1-1,0 1,0 0,-29 60,22-34,2 0,1 0,1 1,2 0,0-1,2 1,2 0,0 0,2-1,1 1,1-1,2 0,5 14,-5-24,0 0,1-1,0 0,2 0,0-1,0 0,2-1,0-1,0 0,13 10,-18-18,0 0,0 0,0-1,1 0,-1 0,1-1,0 0,1-1,-1 0,1 0,-1-1,1 0,0-1,0 0,-1-1,1 0,0 0,0-1,0 0,-1-1,1 0,1-1,-4 0,1 0,0-1,-1 0,0 0,0-1,0 0,0 0,-1 0,0-1,0 0,0-1,-1 1,0-1,0 0,-1 0,0-1,0 1,0-1,-1 0,0 0,-1 0,0 0,0 0,-1 0,0-1,0 1,-1-1,0 1,-1 0,0-1,0 1,0-1,-1 1,-1 0,1 0,-1 0,-1 1,-2-6,5 11,0 0,0-1,-1 1,1 0,-1 0,1 0,-1 0,0 0,0 0,0 1,0-1,0 1,0-1,0 1,-1 0,1 0,0 0,-1 0,1 0,-1 0,1 0,-1 1,1 0,-1-1,1 1,-1 0,0 0,1 0,-1 1,1-1,-1 1,1-1,-1 1,1 0,-1 0,1 0,0 0,-2 1,-1 3,0 1,1-1,0 1,0 0,0 0,0 1,1-1,0 1,1 0,-1-1,1 1,1 0,-1 0,1 0,0 1,1-1,0 0,0 0,0 0,1 1,0-1,1 0,-1 0,1 0,1 0,-1 0,3 1,-1-1,1 0,0 0,1 0,0 0,0-1,0 0,0 0,1-1,0 1,1-2,-1 1,1-1,0 0,0-1,0 1,5 0,12 3,0 0,1-2,-1-1,1-1,6-1,44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6:39.3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18180 36,'2'-11,"1"-4</inkml:trace>
  <inkml:trace contextRef="#ctx0" brushRef="#br0" timeOffset="24022.838">16656 1079,'-6'25,"1"1,1-1,1 1,2 0,0-1,2 1,1 0,1 0,1-1,4 12,4 23,2-1,4 0,1-1,11 15,-29-70,-1-1,0 1,1-1,0 0,-1 1,1-1,0 0,0 0,0 1,0-1,1 0,-1 0,0 0,1 0,0 0,-1-1,1 1,0 0,0-1,0 0,0 1,0-1,0 0,0 0,1 0,-1 0,0 0,1-1,-1 1,0-1,1 1,-1-1,1 0,-1 0,2 0,102-56,-100 53,-1 0,1 1,-1 0,1 0,0 0,0 1,0 0,0 0,0 0,0 1,0 0,0 0,1 1,-1-1,0 1,0 1,-1-1,1 1,0 0,0 0,-1 1,1 0,-1 0,0 0,0 1,0-1,0 1,-1 0,1 0,-1 1,0 0,1 1,-3-1,1 0,-2 0,1 0,0 1,-1-1,0 0,0 0,0 1,-1-1,0 1,0-1,0 0,-1 1,0-1,0 0,0 1,-1-1,1 0,-1 0,0 0,-1 0,1 0,-1-1,0 1,0-1,-1 0,1 0,-1 0,0 0,0 0,0-1,0 0,-1 0,1 0,-1 0,0-1,0 0,0 0,0 0,-5 1,1 0,-1-1,0 0,0 0,0-1,0 0,0-1,0 0,0-1,-3 0,8 0,1 1,0-1,-1 0,1 0,0-1,-1 1,1-1,0 0,0 0,1 0,-1-1,0 1,1-1,-1 0,1 0,0 0,0-1,0 1,0-1,1 1,-1-1,1 0,0 0,0-1,1 2,1 0,-1 0,1-1,-1 1,1 0,0-1,0 1,0 0,1-1,0 1,-1 0,1 0,0 0,0-1,0 1,1 0,-1 0,1 1,0-1,0 0,0 0,0 1,0-1,0 1,3-2,68-49,-49 41,0 1,1 1,0 0,1 2,-1 1,2 2,12-2,-37 6,0 1,0 0,0-1,0 1,0 0,0 0,0 0,0 0,-1 1,1-1,0 1,0-1,0 1,0-1,0 1,-1 0,1 0,0 0,0 0,-1 0,1 0,-1 0,1 1,-1-1,0 1,1-1,-1 1,0-1,0 1,0 0,0-1,0 1,-1 0,1 0,0 0,-1 0,0 0,1-1,-1 3,15 104,-12-102,0 1,0-1,1 0,0 0,0 0,0-1,0 1,1-1,0 0,0-1,1 1,-1-1,1 0,0 0,0-1,0 1,0-2,1 1,-1 0,1-1,0-1,0 1,0-1,0 0,0 0,0-1,0 0,0 0,-1-1,1 0,0 0,0-1,0 0,0 0,-1 0,1-1,-1 0,0 0,0 0,0-1,0 0,-1 0,1-1,-1 0,0 0,1-2,-1-2,0 1,0-2,-1 1,0 0,-1-1,0 0,-1 0,0 0,0 0,-1 0,-1 0,0 0,0 0,0 0,-2-4,2 14,-1 0,1 0,0 0,0 0,-1 0,1 0,0 0,0 0,-1 0,1 0,0 0,-1 0,1 0,0 0,0 0,-1 0,1-1,0 1,0 0,0 0,-1 0,1 0,0 0,0 0,-1-1,1 1,0 0,0 0,0 0,0-1,0 1,-1 0,1 0,0-1,0 1,0 0,0 0,0-1,0 1,0 0,0 0,0-1,0 1,0 0,0 0,0-1,-7 26,6-19,0 1,1 0,-1 0,1-1,0 1,1 0,0 0,0-1,0 1,1-1,0 1,0-1,1 1,0-1,0 0,0 0,1-1,-1 1,2-1,-1 1,0-1,1-1,0 1,0-1,1 1,-1-2,1 1,0 0,3 0,33 13,-1-6</inkml:trace>
  <inkml:trace contextRef="#ctx0" brushRef="#br0" timeOffset="24900.67">18100 1640,'-19'-5,"1"1,-1 0,0 2,0 0,0 1,-1 1,1 1,0 0,0 2,0 0,0 1,-1 1,17-4,-1 0,0 1,1-1,-1 1,1 0,0 0,0 0,-1 0,1 1,1-1,-1 1,0 0,1 0,-1 0,1 0,0 0,0 1,0-1,0 0,1 1,-1 0,1-1,0 1,0 0,0 0,1-1,-1 1,1 0,0 0,0 0,0 0,1 0,-1-1,1 1,0 0,1 2,1 0,1 1,0-1,1 0,-1-1,1 1,0-1,0 1,1-1,0-1,0 1,0-1,0 0,1-1,-1 0,1 0,0 0,5 1,127 24,-122-26,1 0,0-2,0 0,0-1,0-1,-1 0,1-2,-1 0,1-1,-1 0,-1-2,1 0,-1 0,0-2,-1 0,0-1,0 0,-1-1,-1-1,10-10,2-13,-2-2,-1-1,-1-1,-3 0,-1-2,-2 0,-2 0,-2-1,-1-1,-2 0,-2-5,6-25,-2 0,-2-59,-22 32,13 96,0 1,0 0,0 0,-1 0,0 0,0 0,0 0,0 1,0-1,0 1,0-1,-1 1,0 0,1 0,-1 0,0 0,0 0,0 0,0 1,0 0,0-1,0 1,-1 1,1-1,0 0,-1 1,-1-1,-2 2,0-1,0 1,0 0,0 0,0 1,0 0,0 0,1 1,-1 0,1 0,-1 1,1-1,0 1,1 1,-1-1,1 1,0 0,0 0,0 0,1 1,-1 1,-6 8,0 1,2-1,0 2,0-1,2 2,0-1,-2 13,2-6,2 2,2-1,0 0,1 1,2 0,0-1,2 1,1-1,1 1,1-1,1 0,1-1,1 1,2-2,6 14,-1-7,2-1,0-1,2-1,1 0,1-1,1-1,1-1,1-2,1 0,1-1,24 14,-31-24,-1-1,2 0,-1-1,1-1,0-1,1 0,0-2,0-1,15 2,-24-5,-1-1,1 1,-1-2,0 0,1 0,-1-1,0-1,0 0,0 0,0-1,0 0,-1-1,0 0,0-1,0 0,-1-1,0 1,8-9,-10 9,-1 0,1-1,-1 1,0-2,0 1,-1-1,0 1,-1-2,1 1,-2 0,1-1,-1 0,0 1,-1-1,0 0,0-1,-1 1,-1 0,1-1,-4 5,1 0,-1 1,0-1,0 1,-1-1,0 1,1 0,-1 0,0 1,-1-1,1 1,-1 0,0 0,1 0,-1 1,0-1,0 1,-1 0,1 1,0-1,-1 1,1 0,-1 1,1-1,-1 1,0 0,-12-3,1 1,-1 0,0 1,0 1,1 1,-1 0,0 2,1 0,0 0,-10 5,24-7,-1 0,1 0,0 0,0 1,0-1,0 1,0 0,0 0,1 0,-1 0,0 1,1-1,0 1,0-1,-1 1,2 0,-1 0,0 0,0 0,1 0,0 0,0 0,0 1,0-1,0 0,0 1,1-1,0 1,0-1,0 0,0 1,0-1,1 1,-1-1,2 3,4 3,1-1,-1 1,2-2,-1 1,1-1,0 0,1-1,0 0,0 0,0-1,0 0,1 0,0-1,0-1,0 1,1-2,-1 1,0-2,4 1,-7 0,-1 0,1-1,0 0,-1 0,1 0,0-1,0 0,-1 0,1-1,0 0,-1 0,1-1,0 1,-1-1,0-1,1 1,-1-1,0 0,0-1,-1 0,1 1,-1-2,0 1,0-1,0 1,0-1,-1-1,0 1,0-1,0 1,-1-1,2-5,-1-4,-3 20,-1 0,1 0,0 0,1 0,-1 0,1 0,0 0,0-1,1 1,0-1,-1 1,1-1,1 0,-1 0,0 0,1-1,0 1,0-1,3 2,88 49,-77-46,1-1,0-1,0-1,0 0,1-2,0 0,-1-1,18-1,-9-4</inkml:trace>
  <inkml:trace contextRef="#ctx0" brushRef="#br0" timeOffset="22656.764">14570 1868,'0'13,"0"15,0 8,0 3,0 2,0-4,0-6,0-9</inkml:trace>
  <inkml:trace contextRef="#ctx0" brushRef="#br0" timeOffset="23101.574">14424 1614,'119'49,"-66"-29,-2 2,0 2,-1 3,8 8,-48-29,-1 0,0 1,0 0,-1 1,0 0,0 0,-1 1,0 0,-1 0,0 1,0-1,-1 1,0 1,0-1,-2 1,1-1,-1 1,-1 0,1 8,-3-1,-1-16,1-1,-1 1,1 0,-1 0,1-1,0 1,-1 0,1 0,0 0,0 0,1 0,-1-1,0 1,0 0,1 0,-1 0,1-1,0 1,-1 0,1 0,0-1,0 1,0-1,0 1,0-1,1 1,-1-1,0 0,1 0,-1 1,1-1,-1 0,1 0,0-1,-1 1,1 0,0 0,0-1,6-1,1-2,-1 1,0-1,0 0,0-1,0 0,-1 0,1-1,-1 0,0 0,0-1,-1 1,0-1,0-1,0 1,-1-1,0 0,0-1,0 1,0-4,-1 5,-1-1,0 0,-1 0,1 0,-1 0,-1 0,1 0,-1 0,-1-1,1-1,-1 9,0 0,0 0,-1 0,1 0,0 0,0 0,0 0,0 0,0 0,-1 0,1 0,0 0,0 0,0 0,0 0,0 0,-1 0,1 0,0 0,0 0,0 0,0 0,0 0,0 0,-1-1,1 1,0 0,0 0,-4 20,4-13,0 0,1 1,0-1,0 0,0 1,1-1,0 0,1 0,-1 0,1 0,1-1,-1 1,1-1,0 0,1 0,-1 0,1-1,0 1,1-1,-1 0,1-1,0 1,0-1,1 0,5 2,14 7,0-1,0-1,1-1,1-2,-1-1,4 0,50 8</inkml:trace>
  <inkml:trace contextRef="#ctx0" brushRef="#br0" timeOffset="5572.194">1002 878,'4'0,"7"0,7 3,8 0,14 0,10-1,13 0,10-1,8 0,6-3,2-4,0-2,-16-1</inkml:trace>
  <inkml:trace contextRef="#ctx0" brushRef="#br0" timeOffset="6151.645">2245 732,'2'20,"1"14,0 10,1 5,1 0,-1-3,-2-8,0-9</inkml:trace>
  <inkml:trace contextRef="#ctx0" brushRef="#br0" timeOffset="6688.446">2097 531,'12'-6,"2"-9,0 0,0-1,-2-1,0 0,-1-1,-1 0,0-1,-2 0,0 0,-1-1,-1 0,0-2,-6 19,8-21,2 38,5 45,3-1,3-1,2-1,3 1,-7-22</inkml:trace>
  <inkml:trace contextRef="#ctx0" brushRef="#br0" timeOffset="7140.746">2685 745,'15'59,"-11"-40,0 0,1-1,1 1,1-1,1-1,0 1,8 11,-14-27,0 1,0 0,1-1,-1 1,0-1,1 0,0 1,-1-1,1 0,0-1,0 1,0-1,0 1,0-1,1 0,-1 0,0 0,1 0,-1-1,0 1,1-1,-1 0,0 0,1 0,-1-1,1 1,-1-1,0 0,1 0,-1 0,0 0,0 0,0-1,0 1,0-1,0 0,0 0,12-12,0 0,-1-1,0 0,-2-1,0-1,0 0,-2 0,0-1,-1-1,-1 1,0-2,-2 1,0-1,0-5,6-7,-5 56,-7 12,-1-29,-1-1,2 1,-1 0,1 0,0 0,0 0,1 0,0 0,0 0,0 0,1 0,0-1,1 1,0-1,0 1,0-1,0 0,1 0,0 0,0-1,1 0,0 1,0-2,0 1,0 0,2 0,12 1,0-1,0-1,0 0,0-2,1 0,-1-1,1-1,-1-1,1-1,6-1,-20 2,59-5</inkml:trace>
  <inkml:trace contextRef="#ctx0" brushRef="#br0" timeOffset="7700.25">3728 771,'-9'-6,"0"-1,-1 2,1-1,-1 2,0-1,-1 1,1 1,-1-1,0 2,0 0,0 0,0 1,0 0,0 1,0 0,0 1,0 0,0 1,0 0,0 1,1 0,-1 1,1 0,-4 2,8-3,1 0,-1 1,1 0,0 0,0 0,0 1,1 0,-1 0,1 0,0 0,1 0,-1 1,1 0,0 0,1 0,-1 0,1 0,1 0,-1 0,1 1,0-1,0 1,1-1,-1 2,2-5,0-1,0 1,0-1,0 1,1 0,-1-1,1 0,-1 1,1-1,0 0,0 0,0 0,0 0,0 0,0-1,1 1,-1-1,0 1,1-1,0 0,-1 0,1 0,0 0,-1 0,1-1,0 1,2-1,77 1,-70-3,1 0,0-1,-1 0,0-1,0 0,0-1,0 0,-1-1,0-1,0 1,-1-2,0 1,0-2,0 1,-1-1,0 0,-1-1,0 0,4-9,-4-5,-8 31,-1-2,1 1,-1 0,1 0,0 0,0 0,1 0,-1 0,1 0,1 0,-1 0,1 0,0 0,1-1,-1 1,1-1,0 1,0-1,1 0,0 0,0-1,0 1,0-1,1 0,-1 0,1 0,0-1,0 0,1 1,-1-2,1 1,-1-1,1 0,2 1,2 0,0 0,0-1,1 0,-1-1,1 0,-1-1,1 0,-1 0,1-1,-1 0,1-1,-1-1,0 1,0-2,0 1,0-1,0-1,-1 0,0 0,0-1,0 0,-1 0,0-1,0 0,-1 0,0-1,0 0,0-1,-1 1,-1-1,1 0,-2-1,1 1,-1-1,0 0,1-7,-6-16,1 33,-1 0,1-1,-1 1,1 0,-1 0,1 0,0 0,-1-1,1 1,-1 0,1 0,-1 0,1 0,-1 0,1 0,-1 1,1-1,-1 0,1 0,-1 0,1 0,-1 0,1 1,-1-1,1 0,0 0,-1 1,1-1,-1 0,1 1,0-1,-1 0,1 1,0-1,0 1,-1-1,1 1,0-1,0 0,-1 1,1-1,0 1,0-1,0 1,0-1,0 1,0-1,0 1,0-1,0 1,0-1,0 1,0-1,0 1,0-1,-3 14,-1-1,2 1,0-1,0 1,2 0,-1 0,2-1,0 1,0 1,0-12,-1 0,1 0,0 0,0 0,0 0,1 0,-1-1,1 1,-1 0,1-1,0 1,0-1,0 0,0 1,0-1,1 0,-1 0,1 0,-1-1,1 1,0 0,16 6</inkml:trace>
  <inkml:trace contextRef="#ctx0" brushRef="#br0" timeOffset="8587.84">4036 438,'24'17,"1"-1,0-1,1-1,1-1,0-1,0-2,5 0,56 25,-77-32,-1 0,0 1,1 1,-1-1,-1 2,1-1,-1 1,0 1,0 0,-1 0,0 0,0 1,-1 1,0-1,0 1,-1 0,0 0,0 1,-1 0,-1 0,0 0,0 1,-1-1,0 1,-1 0,-9 82,6-91,1-1,0 1,0 0,-1-1,1 1,1 0,-1-1,0 1,0 0,1-1,-1 1,0-1,1 1,0-1,-1 1,1-1,0 1,0-1,0 1,0-1,0 0,0 1,0-1,0 0,1 0,-1 0,0 0,1 0,-1 0,1-1,-1 1,1 0,-1-1,1 1,0-1,-1 1,1-1,0 0,-1 0,1 0,0 0,-1 0,1 0,-1 0,1 0,0-1,-1 1,1-1,15-4,-1-1,0-1,0 0,0-1,-1-1,0-1,-1 0,0 0,-1-2,0 1,1-4,48-51,-61 103,-2-34,0 1,0 0,0-1,0 1,1 0,-1 0,1-1,0 1,0 0,1 0,-1 0,1-1,0 1,0 0,0-1,0 1,1-1,-1 1,1-1,0 0,0 1,0-1,1 0,-1 0,1-1,-1 1,1 0,0-1,0 0,0 1,10 0,0 0,0-1,1 0,-1-1,0 0,1-1,-1-1,0 0,0-1,1 0,-1-1,0 0,-1-1,12-5,-10 4,0-1,0 0,-1 0,0-2,0 1,0-2,-1 0,-1 0,0-1,0 0,0-1,-2-1,1 1,-1-1,-1-1,0 0,-1 0,-1 0,0-1,0 0,-2 0,1-1,-2-1,3-16,-1-1,-2 0,-1 0,-2-1,-1 1,-2 0,-1 0,-1 1,-8-23,-15-19,28 74,0-1,-1 0,1 1,0-1,-1 1,1-1,-1 0,1 1,-1-1,1 1,-1 0,1-1,-1 1,1-1,-1 1,0 0,1-1,-1 1,0 0,1 0,-1-1,0 1,1 0,-1 0,0 0,1 0,-1 0,0 0,1 0,-1 0,0 0,0 0,1 1,-1-1,0 0,1 0,-1 1,1-1,-1 0,0 1,1-1,-1 1,1-1,-1 0,1 1,-1-1,1 1,-1 0,1-1,0 1,-20 32,2 18,2 1,2 1,2 0,3 0,-2 35,8-62,1 0,1-1,2 1,0 0,2 0,4 20,-5-38,0-1,0 1,0-1,1 1,1-1,-1 0,1-1,0 1,1-1,-1 1,1-1,0-1,1 1,0-1,0 0,0 0,0 0,1-1,-1 0,1 0,0-1,0 0,1 0,3 0,2 0,0 0,1-1,-1-1,1 0,-1-1,1-1,-1 0,1-1,-1 0,0-1,1 0,-2-1,1-1,0 0,0-1,-5 3,-1-1,1 0,-1 0,0-1,0 0,-1 0,0-1,1 0,-2 0,1 0,-1 0,0-1,0 0,-1 0,0-1,0 1,-1-1,0 1,0-1,-1 0,0-1,0 1,-1 0,0-6,0 11,0 1,-1 0,0 0,0-1,0 1,0 0,0 0,0-1,0 1,-1 0,1 0,-1 0,1-1,-1 1,0 0,0 0,0 0,0 0,0 0,-1 1,1-1,-1 0,1 0,-1 1,1-1,-1 1,0-1,0 1,0 0,0 0,0 0,0 0,0 0,0 0,0 1,0-1,0 1,-1-1,1 1,0 0,0 0,-1 0,1 0,0 0,0 0,-1 1,1-1,0 1,-2 0,-1 5,0-1,0 1,0 1,1-1,0 0,0 1,1 0,-1 0,2 0,-1 1,1-1,0 0,0 1,1 0,0-1,1 1,0 0,0-1,0 1,1 0,0-1,0 1,1 0,0-1,0 1,1-1,0 1,0-1,1 0,-1 0,1-1,1 1,-1-1,1 0,1 0,-1 0,1-1,0 0,0 0,0 0,1-1,-1 0,3 1,6 2,1 1,0-2,1 0,-1-1,1-1,0-1,1 0,1-1,32 2</inkml:trace>
  <inkml:trace contextRef="#ctx0" brushRef="#br0" timeOffset="8782.32">5119 438,'25'0,"28"2,31 3,31 3,26 3,18 1,-19-1</inkml:trace>
  <inkml:trace contextRef="#ctx0" brushRef="#br0" timeOffset="14834.409">1054 2282,'16'2,"21"2,23-1,24-3,17-4,11-1,-1 0,-10 4,-22 1</inkml:trace>
  <inkml:trace contextRef="#ctx0" brushRef="#br0" timeOffset="17783.674">5078 2296,'0'-22,"0"0,1 0,2 0,0 0,1 1,1-1,1 1,1 0,1 1,3-7,-1 9,0 0,1 1,0 0,2 0,0 1,0 1,8-5,-21 19,0 0,1 0,-1 0,1 1,-1-1,1 0,-1 0,1 1,-1-1,1 0,0 1,-1-1,1 1,0-1,-1 1,1-1,0 1,0-1,-1 1,1 0,0-1,0 1,0 0,0 0,0 0,-1 0,1 0,0 0,0 0,0 0,0 0,0 0,0 0,-1 0,1 1,0-1,0 0,0 0,0 1,-1-1,1 1,0-1,0 1,-1-1,1 1,-1 0,1-1,0 1,-1 0,-8 100,1-38,3 1,4 0,1 0,5 12,6 79,-12-153,0 1,-1-1,1 1,-1-1,1 0,-1 1,0-1,0 0,0 1,0-1,0 0,0 0,0 0,-1 0,1 0,-1 0,0 0,0-1,1 1,-1 0,0-1,0 0,-1 1,1-1,0 0,0 0,0 0,-1 0,1-1,-1 1,1-1,0 1,-1-1,1 0,-1 0,1 0,-1 0,1 0,-1-1,1 1,0-1,-1 0,-3 0,0-1,0 0,0 0,0-1,1 1,-1-1,1-1,0 1,0-1,0 0,1 0,-1 0,1 0,0-1,0 0,0 0,0-1,4 4,0 0,0 1,0-1,1 1,-1-1,0 1,1-1,-1 1,1-1,-1 1,1-1,0 1,0-1,0 1,0 0,0 0,0-1,0 1,0 0,0 0,0 0,1 0,-1 0,0 1,1-1,-1 0,1 0,-1 1,1-1,-1 1,1 0,-1-1,1 1,-1 0,1 0,0 0,-1 0,1 0,-1 0,1 0,-1 1,1-1,3-1,94-13,1 5,10 3,-27 2,-1-1</inkml:trace>
  <inkml:trace contextRef="#ctx0" brushRef="#br0" timeOffset="9471.99">7204 745,'-8'-4,"-1"0,1 0,-1 1,0 1,-1-1,1 2,0-1,0 1,-1 0,1 1,-1 0,1 1,-1 0,1 0,0 1,0 0,0 1,0 0,0 0,0 1,1 0,0 1,-1 0,2 0,-1 0,-3 4,-41 64,50-71,1 0,0 0,0 1,0-1,0 1,1-1,-1 1,1-1,-1 1,1-1,0 1,0-1,0 1,0 0,0-1,1 1,-1-1,1 1,0-1,-1 1,1-1,1 0,-1 1,0-1,0 0,1 0,-1 0,1 0,0 0,-1 0,1 0,0-1,0 1,6 1,1 0,-1 0,0-1,1 0,0-1,-1 0,1 0,0-1,-1 0,1-1,0 1,-1-2,1 1,-1-1,1-1,-1 1,0-2,0 1,0-1,5-3,0 1,0 0,0-1,0 0,-1-1,0-1,0 0,-1-1,0 0,-1 0,0-1,-1 0,0-1,-1 0,0-1,-1 0,0 0,-1 0,0-1,-2 0,1 0,-2 0,0 0,1-14,-2 5,-2 0,0-1,-2 1,0 0,-2 0,0 0,-2 0,-1 1,0-1,-2 2,0-1,-5-5,13 24,1 0,-1 0,0 1,0-1,0 1,-1-1,1 1,-1-1,1 1,-1 0,0 0,0 0,0 0,0 0,0 0,0 0,-1 1,1-1,-1 1,1-1,-1 1,1 0,-1 0,0 0,1 1,-1-1,0 0,0 1,1 0,-1 0,0 0,-3 0,2 4,0-1,0 1,0 0,0 1,0-1,1 1,0-1,0 1,0 0,1 0,-1 0,1 1,0 2,-8 16,2 0,1 1,1 0,1 0,1 0,1 1,2-1,0 1,2 0,0-1,2 1,1-1,1 0,1 0,2 0,3 8,-5-21,0 0,1 0,0-1,0-1,1 1,1-1,0 0,0-1,1 0,0 0,0-1,1-1,0 0,0 0,1-1,0 0,0-1,1-1,-1 0,1 0,0-1,0-1,0 0,0-1,0-1,0 0,1 0,-1-1,0-1,0 0,0-1,0 0,-1-1,1-1,10-5,-15 5,0 0,0-1,0 0,-1 0,0-1,0 0,0 0,-1-1,0 0,-1 0,0 0,0-1,-1 1,2-5,-4 8,0 0,0 0,-1-1,1 1,-1 0,0-1,-1 1,0-1,1 1,-2-1,1 1,-1 0,1-1,-1 1,-1-1,1 1,-1 0,0 0,0 0,-1 0,1 0,-1 1,0-1,0 1,-1-1,0 1,2 1,0 1,0-1,-1 1,1 0,-1 0,0 0,0 0,0 0,1 1,-1-1,-1 1,1 0,0 0,0 0,0 0,-1 1,1-1,0 1,-1 0,1 0,0 0,-1 0,1 1,0-1,0 1,-1 0,1 0,0 0,0 0,0 0,0 1,0-1,0 1,0 0,1 0,-1 0,1 1,-1-1,1 0,0 1,0-1,0 1,-2 3,2-1,0 1,0 0,1-1,0 1,0 0,0 0,0 0,1 0,0 0,1 0,-1 0,1 0,0-1,0 1,1 0,0 0,0-1,0 1,1-1,-1 0,1 1,1-1,-1 0,1-1,0 1,0-1,0 0,0 0,1 0,0 0,0-1,0 0,0 0,0 0,0 0,3 0,17 7,0 0,0-1,0-2,1-1,9 1,52 7</inkml:trace>
  <inkml:trace contextRef="#ctx0" brushRef="#br0" timeOffset="10416.464">8862 611,'-1'6,"-3"14,1 0,1 0,1 1,0-1,2 1,0-1,2 1,2 7,-4-24,0 0,0 0,1-1,0 1,0 0,0-1,0 1,1-1,-1 1,1-1,0 0,0 0,0-1,0 1,1-1,-1 1,1-1,-1 0,1 0,0 0,0-1,0 0,0 1,0-1,0 0,0-1,0 1,0-1,0 0,0 0,1 0,2-1,2 0,0-1,1 1,-1-2,0 1,-1-1,1-1,0 0,-1 0,0 0,0-1,0-1,0 1,-1-1,2-2,-3 1,0 0,-1-1,0 0,0 0,0 0,-1-1,-1 1,1-1,-1 0,-1 0,0 0,0 0,0 0,-1-1,-1 1,0 0,0-1,-1-3,0 47,2-25,1-1,1 1,0-1,0 0,0 0,1 0,0 0,1-1,0 1,0-1,0 0,1-1,0 1,0-1,1 0,-1-1,1 0,1 0,-1 0,1-1,4 2,-6-3,0-1,0 1,1-1,-1-1,0 1,1-1,-1 0,1 0,-1-1,1 0,-1 0,1-1,-1 0,1 0,-1 0,0-1,1 0,-1 0,0 0,0-1,0 0,-1 0,1-1,-1 1,0-1,0 0,0-1,0 1,1-3,5-11,-1 0,0 0,-2-1,0 0,-1-1,-1 0,0 0,-2 0,-1-1,0 1,-1-1,-2 0,0 1,-2-16,2 24,1-19,1-55,-3 0,-12-74,-7 93,19 66,0 1,-1-1,1 1,-1 0,1-1,-1 1,1 0,-1 0,1 0,-1 0,1 0,-1 0,0 0,1 1,0-1,-1 0,1 1,-1 0,1-1,-1 1,1 0,0-1,0 1,-1 0,1 0,0 0,0 0,0 0,0 1,0-1,0 0,0 0,0 1,1-1,-1 0,0 1,1-1,-1 1,1-1,0 1,-1-1,1 1,0 0,-10 22,1 0,1 0,1 1,1 0,1 0,1 1,2-1,0 1,2 0,1 0,3 21,0-20,1 0,1-1,1 1,2-1,0 0,2-1,0 0,8 10,-10-21,0 1,1-1,0 0,2-1,-1 0,1-1,1 0,0-1,1-1,0 0,0-1,1 0,15 6,-25-13,0 0,0 0,0 0,0 0,0-1,0 0,1 0,-1-1,1 1,-1-1,0 0,1-1,-1 1,0-1,1 0,-1-1,0 1,0-1,0 0,0 0,0 0,0-1,-1 0,1 0,-1 0,0 0,0-1,4-3,-1-2,-1-1,0 0,0 1,-1-2,0 1,0-1,-2 1,3-8,10-26,-10 60,-5-6,-2-5,0 0,0 0,1 0,0 0,0 0,0 0,1 0,-1 0,1 0,1 0,-1 0,1 0,-1-1,1 1,1-1,-1 1,1-1,-1 0,1 0,0 0,1 0,-1 0,1-1,0 1,-1-1,2 0,-1 0,0-1,0 1,4 0,21 4,0-3</inkml:trace>
  <inkml:trace contextRef="#ctx0" brushRef="#br0" timeOffset="10667.794">10065 504,'-20'-7,"-12"-6,-5-4,-2-1,-2 0,-1-1,-2 0,6 3</inkml:trace>
  <inkml:trace contextRef="#ctx0" brushRef="#br0" timeOffset="11168.017">9116 197,'987'26,"-976"-26,26 1,-1-1,1-2,-1-2,0-1,0-2,0-1,28-11,-60 18,-1 0,1 0,-1 0,0-1,1 1,-1-1,0 0,0 0,0 0,0 0,0 0,-1-1,1 1,-1-1,0 0,1 1,-1-1,0 0,-1-1,1 1,0 0,-1 0,0-1,0 1,0-1,0 1,0-1,-1 1,0-1,1 1,-1-1,-1 0,1 1,0-1,-1 1,0-1,0 1,0-1,0 1,0-1,-1 1,0 0,1 0,-1 0,-2-2,-1 0,-1 0,0 1,0 0,0 0,-1 0,1 1,-1-1,0 2,0-1,0 1,0 0,0 0,0 1,-1 0,1 1,-1-1,1 1,0 1,-1-1,1 1,0 1,-1-1,1 1,0 1,0-1,0 1,1 0,-1 1,1-1,0 1,-6 5,1 4,1 0,1 1,0 0,0 1,2 0,-1 0,2 1,0 0,1 0,1 0,1 0,0 1,1 0,0 0,1 1,0 7,0-1,2 0,0 1,2-1,0 0,2 0,1 0,0 0,2-1,1 0,1-1,7 12,-9-19,2 1,0-2,0 1,2-1,0-1,0 0,1-1,1 0,0-1,0 0,1-2,1 1,0-2,0 0,0-1,1-1,8 2,-19-5,1-1,0 0,-1-1,1 0,0 0,0 0,0-1,0 0,0 0,0-1,0 0,0 0,-1 0,1-1,0 0,-1 0,1-1,-1 0,0 0,0-1,0 1,0-1,-1-1,1 1,-1-1,0 0,0 0,1-2,1-4,-1 1,-1-1,0 0,0 0,-1-1,0 1,-1-1,0 0,-1 0,0 0,-1 0,-1-10,0 22,0 0,0 0,0 0,-1 0,1 0,0 0,0 0,0 0,-1 0,1 0,0 0,0 0,0 0,0-1,0 1,-1 0,1 0,0 0,0 0,0 0,0 0,0-1,-1 1,1 0,0 0,0 0,0 0,0 0,0-1,0 1,0 0,0 0,-5 19,3-6,1 1,0-1,1 0,0 1,1-1,1 0,0 0,4 13,-5-22,0 0,0 0,1 0,0 0,0-1,0 1,0 0,0-1,1 1,0-1,-1 0,1 0,0 0,1 0,-1-1,0 1,1-1,0 0,-1 0,1 0,0 0,0-1,0 1,0-1,0 0,1 0,-1-1,0 1,4-1,18-1</inkml:trace>
  <inkml:trace contextRef="#ctx0" brushRef="#br0" timeOffset="11418.347">10787 290,'-12'2,"2"6,6 3,4 0</inkml:trace>
  <inkml:trace contextRef="#ctx0" brushRef="#br0" timeOffset="12622.185">10988 397,'8'-2,"0"1,1 0,-1 0,0 0,1 1,-1 0,0 1,1 0,-1 0,0 1,0 0,0 1,0-1,0 2,0-1,-1 1,1 0,-1 0,0 1,0 0,-1 0,0 1,0 0,0 0,0 0,3 6,2 10,-1 0,-1 0,-1 1,-1 0,-1 0,-1 1,-1 0,-1 0,-1 0,-1 0,-1 0,-3 18,-5 89,3-92,2-1,1 1,2 1,2-1,2-1,1 1,7 20,-11-50,2-1,-1 0,1 0,0 0,1-1,0 1,0-1,1 1,0-2,0 1,0 0,1-1,0 0,1 0,-1-1,1 0,0 0,0 0,0-1,1 0,0-1,-1 0,1 0,1 0,0-1,-7-1,1-1,-1 0,1 0,-1 0,1 0,-1 0,0-1,1 1,-1-1,0 1,1-1,-1 0,0 0,0 0,1 0,-1 0,0-1,0 1,-1-1,1 1,0-1,0 0,-1 0,1 1,-1-1,1 0,-1-1,0 1,0 0,0 0,0 0,0-1,0 1,-1-1,4-85,-12 53,-1 0,-1 0,-2 2,-2-1,-1 1,-1 1,-2 1,-1 0,-1 2,-2 0,-1 1,-1 1,-1 2,-2 0,-22-15,-26-24,75 63,-1 1,1-1,-1 0,1 1,-1-1,1 0,0 1,-1-1,1 0,0 1,-1-1,1 0,0 0,0 1,0-1,0 0,0 0,0 1,0-1,0 0,0 0,0 1,0-1,1 0,-1 0,0 1,0-1,1 0,-1 1,0-1,1 0,-1 1,1-1,-1 0,1 1,-1-1,1 1,-1-1,1 1,0-1,-1 1,1 0,0-1,-1 1,1 0,0-1,0 1,-1 0,1 0,0 0,0 0,-1 0,1 0,0 0,0 0,-1 0,1 0,0 0,137-9,-91 9,-19 0,72 0,1-4,73-14,-164 17,-4 0,1 1,-1-1,1-1,-1 1,0-1,0 0,0 0,0-1,0 0,0 0,-1 0,1-1,-1 0,0 0,-5 3,0 0,0-1,0 1,0 0,0-1,-1 1,1 0,0 0,-1-1,1 1,-1 0,1 0,-1 0,0 0,0 0,1 0,-1 0,0 0,0 0,0 0,0 0,0 0,0 1,0-1,-1 0,1 1,0-1,0 1,0-1,-1 1,1 0,0-1,0 1,-1 0,1 0,0 0,-1 0,0 0,-11-3,-1 0,1 0,-1 1,0 1,1 0,-1 1,0 1,1 0,-1 1,0 0,1 1,0 1,0 0,0 0,0 2,-5 2,15-6,0 0,0 0,0 1,0-1,0 1,1-1,-1 1,1 0,0 0,0 0,0 0,0 0,0 0,1 1,-1-1,1 1,0-1,0 1,0 0,1-1,-1 1,1 0,0-1,0 1,0 0,1-1,-1 1,1 0,0-1,0 1,0-1,0 1,0-1,1 1,0-1,0 0,0 0,0 0,1 2,5 0,0 1,0-1,0 0,0 0,1-1,-1 0,1-1,0 0,1 0,-1-1,0 0,1 0,-1-1,1-1,-1 0,1 0,-1-1,1 0,-1 0,0-1,1 0,2-2,-8 3,0-1,0 0,0 1,0-1,0-1,-1 1,1-1,-1 1,0-1,1 0,-1 0,-1 0,1-1,0 1,-1-1,0 1,1-1,-1 0,-1 0,1 0,-1 0,1 0,-1-1,-2 11,-1-1,2 1,-1 0,1 0,0 0,0-1,0 1,1 0,0 0,0-1,0 1,1 0,0-1,0 1,0-1,1 0,0 0,0 0,0 0,1 0,-1-1,1 1,0-1,0 0,1 0,-1-1,1 1,0-1,0 0,0 0,0-1,1 1,2-1,-4-1,1 0,0-1,0 0,0 0,0 0,0-1,0 1,0-1,0 0,0-1,0 1,-1-1,1 0,-1 0,1-1,-1 1,0-1,0 0,0 0,0 0,0-1,-1 1,0-1,0 0,1-1,2-4,0 0,0 0,-1 0,0-1,-1 0,0 0,-1 0,0-1,0 1,-1-1,0-3,0-11,-1 0,-2 0,0 1,-1-1,-2 0,0 0,3 25,1 0,0-1,0 1,-1 0,1-1,0 1,0 0,-1-1,1 1,0 0,0-1,0 1,0-1,0 1,0-1,0 1,0 0,-1-1,1 1,1-1,-1 1,0-1,0 1,0 0,0-1,0 1,0-1,0 1,1 0,-1-1,0 1,0-1,1 1,-1 0,0-1,0 1,1 0,-1 0,0-1,1 1,-1 0,0 0,1-1,-1 1,1 0,-1 0,0 0,1 0,-1-1,1 1,-1 0,0 0,1 0,-1 0,1 0,-1 0,1 0,23 14,-19-10,20 12,99 81,-120-91,1 0,-1 0,0 1,0-1,-1 1,0 0,0 0,-1 1,0-1,0 0,-1 1,1-1,-2 1,1-1,-1 1,0 0,-1 1,4 38,-3-44,1 0,0 0,-1 0,1 0,0 0,1 0,-1-1,0 1,1 0,-1-1,1 1,0-1,0 0,0 1,0-1,1 0,-1 0,0-1,1 1,-1 0,1-1,0 1,0-1,-1 0,1 0,0 0,0 0,0-1,0 1,0-1,0 0,0 1,0-2,0 1,2 0,6 0,0 0,0 0,0-1,0 0,-1-1,1 0,-1-1,1 0,-1-1,0 0,0 0,0-1,-1-1,0 0,0 0,0 0,0-1,-1 0,-1-1,1 0,-1 0,-1-1,1 0,-1 0,-1 0,0-1,0 0,-1 0,3-10,-4 8,0-1,-1 1,0-1,-1 0,-1 0,0 0,-1 0,0 0,-2-7,3 18,-1 0,0 0,1 1,-1-1,0 1,0-1,0 0,0 1,0 0,0-1,0 1,0-1,0 1,-1 0,1 0,-1 0,1 0,-1 0,1 0,-1 0,0 1,1-1,-1 1,0-1,1 1,-1-1,0 1,0 0,1 0,-1 0,0 0,0 0,0 0,1 0,-1 1,0-1,0 1,-61 30,57-28,1 1,-1 0,1 0,0 1,0-1,1 1,-1 0,1 1,0-1,1 1,-1 0,1 0,0 0,1 0,-1 0,1 1,0-1,1 1,0-1,0 1,0-1,1 1,0 0,0 0,1-1,-1 1,1 0,1-1,0 1,0-1,0 0,0 1,1-1,0 0,3 4,3-1,1-1,-1 1,1-2,1 0,-1 0,1 0,0-2,1 1,-1-2,1 1,0-1,6 0,152 22,-94-22,-10-3</inkml:trace>
  <inkml:trace contextRef="#ctx0" brushRef="#br0" timeOffset="12870.098">13287 865,'0'-2,"-2"-6,-1-1</inkml:trace>
  <inkml:trace contextRef="#ctx0" brushRef="#br0" timeOffset="18938.627">6829 2456,'36'-6,"-1"0,0-3,-1-1,0-1,0-2,-1-1,28-18,-51 28,1-2,-1 1,0-1,0-1,0 0,-1 0,0-1,-1 0,0-1,0 0,-1 0,0 0,0-1,-1 0,4-9,-9 17,-1-1,1 1,0-1,-1 1,0 0,1-1,-1 1,0-1,0 1,0-1,-1 1,1-1,-1 1,1-1,-1 1,0 0,0-1,0 1,0 0,0 0,0-1,-1 1,1 0,-1 1,1-1,-1 0,0 0,0 1,0-1,0 1,0-1,0 1,0 0,-2-1,-1 0,1 0,-1 1,1-1,-1 1,0 0,0 1,0-1,0 1,0 0,1 0,-1 0,0 1,0 0,0 0,0 0,1 0,-3 2,2-1,0 0,1 1,-1-1,1 1,0 0,0 1,0-1,0 1,1 0,-1 0,1 0,0 0,0 0,0 1,1-1,0 1,-1 0,2-1,-1 1,1 0,-1 0,1 1,1-1,-1 0,1 0,0 5,0-1,0-1,1 1,1-1,-1 1,2-1,-1 0,1 0,0 0,0 0,1 0,0-1,1 0,0 1,0-2,0 1,1 0,3 1,-1 0,2-1,-1 0,1-1,-1 0,2-1,-1 0,1 0,-1-1,1 0,1-1,-1-1,11 2,-15-3,-1 0,0 0,1-1,-1 0,1-1,-1 1,1-1,-1 0,0-1,0 0,1 0,-1 0,0-1,-1 1,1-1,0-1,-1 1,0-1,0 0,0 0,0-1,0 1,-1-1,0 0,1-3,31-67,13-23,-46 94,0 1,0-1,0 1,1 0,-1 0,1 0,0 0,-1 1,1-1,0 1,1 0,-1 0,0 1,0-1,1 1,-1 0,1 0,-1 0,1 1,0 0,3 0,0 1,0 0,-1 1,1 0,-1 0,1 1,-1-1,0 2,0-1,0 1,-1 0,1 1,-1 0,0 0,0 0,-1 0,1 1,-1 0,0 0,-1 1,0-1,0 1,0 0,-1 0,0 0,0 0,-1 1,2 6,-4-11,0 0,0 1,0-1,0 0,0 1,-1-1,1 0,-1 0,0 0,0 0,0 1,-1-1,1-1,-1 1,1 0,-1 0,0-1,0 1,0 0,-1-1,1 0,-1 0,1 0,-1 0,0 0,1 0,-1-1,-2 2,5-4,0 1,1 0,-1 0,0 0,1-1,-1 1,0 0,0-1,0 1,1 0,-1 0,0-1,0 1,0 0,1-1,-1 1,0 0,0-1,0 1,0-1,0 1,0 0,0-1,0 1,0 0,0-1,0 1,0-1,0 1,0 0,0-1,-1 1,1 0,0-1,0 1,0 0,-1-1,1 1,0 0,0 0,0-1,-1 1,1 0,0 0,-1-1,1 1,0 0,-1 0,1 0,0-1,-1 1,1 0,0 0,-1 0,1 0,0 0,-1 0,1 0,0 0,-1 0,1 0,-1 0,1 0,0 0,-1 0,1 0,0 0,-1 0,1 1,-1-1,19-27,35-37,51-72,-86 103,-1-1,-1 0,-2-2,-2 0,-1 0,-2-1,-1 0,-3 0,0-1,-3 0,-1 0,-3-27,2 64,0-8,0 0,-1-1,0 2,-1-1,0 0,0 0,-1 0,0 1,-1 0,0-1,0 1,-1-1,4 9,1-1,-1 0,0 1,1-1,-1 0,1 1,-1-1,0 1,0-1,1 1,-1-1,0 1,0-1,0 1,1 0,-1 0,0-1,0 1,0 0,0 0,0 0,0 0,1 0,-1 0,0 0,0 0,0 0,0 0,0 1,0-1,1 0,-1 1,0-1,0 0,0 1,1-1,-1 1,0-1,0 1,1 0,-1-1,1 1,-1 0,0-1,1 1,-1 0,1 0,0-1,-1 1,1 0,0 0,-1 0,1 0,-20 51,10-9,3 1,1 0,3 1,1-1,2 1,3-1,3 14,-3-28,2 0,1-1,1 1,1-2,2 1,1-1,8 13,-14-31,1 0,-1-1,2 0,0 1,0-2,0 1,1-1,0 0,1-1,0 0,0 0,1-1,-1 0,1-1,0 0,1-1,-1 0,1 0,0-1,0-1,3 1,-6-2,1-1,0 0,-1 0,1 0,-1-1,1-1,-1 1,0-2,1 1,-1-1,0 0,-1 0,1-1,0 0,-1-1,0 0,0 0,-1 0,1-1,-1 0,0 0,0-1,-1 1,0-1,0 0,-1-1,0 1,3-8,-2 4,0 0,0 0,-1-1,-1 0,0 0,0 0,-1 0,-1 0,0-1,-1 1,0-1,0 12,0 0,1 1,-1-1,0 0,0 1,0-1,0 0,0 1,0-1,0 0,0 1,-1-1,1 0,0 1,0-1,-1 0,1 1,0-1,-1 1,1-1,0 0,-1 1,1-1,-1 1,1-1,-1 1,1 0,-1-1,1 1,-1-1,1 1,-1 0,0-1,1 1,-1 0,0 0,1 0,-1-1,0 1,1 0,-1 0,0 0,0 0,-21 23,19-18,1 0,-1 0,1 0,0 0,1 0,-1 1,1-1,0 1,0-1,1 1,0 0,0-1,0 1,0-1,1 1,0 0,0-1,1 0,0 1,0-1,0 0,0 0,1 0,0 0,0 0,0-1,0 1,1-1,0 0,0 0,0 0,0 0,1-1,-1 0,2 1,3 0,1 0,-1 0,0-1,1 0,0-1,0 0,0 0,0-1,0-1,0 1,6-2,20-3</inkml:trace>
  <inkml:trace contextRef="#ctx0" brushRef="#br0" timeOffset="19185.964">7779 1841,'-13'-2,"3"-1,16 3,28 0,32 1,34 1,36-1,27-3,-13 0</inkml:trace>
  <inkml:trace contextRef="#ctx0" brushRef="#br0" timeOffset="20210.734">9731 2015,'-8'52,"4"-38,1 0,0 0,1 0,1 0,0 1,1-1,0 0,1 1,1-1,0 0,1 0,0 0,1 0,1-1,0 1,7 11,-9-21,0-1,0 1,0-1,0 0,1 0,0 0,-1 0,1 0,0-1,0 0,0 0,0 0,1 0,-1-1,1 1,-1-1,1 0,-1 0,1-1,-1 0,1 1,0-2,-1 1,1 0,0-1,3-1,2 0,-1-1,0-1,-1 0,1 0,-1 0,1-1,-1 0,-1-1,1 0,-1 0,0 0,4-6,-2 2,-1-1,-1 0,0 0,0-1,-1 1,-1-1,0 0,-1-1,0 0,0 1,-2-1,1 0,-2 0,0 0,0-3,-1 16,-1 0,1 0,0 0,0 0,0 0,0 0,0 0,-1 0,1 0,0 0,0 0,0-1,0 1,0 0,-1 0,1 0,0 0,0 0,0 0,0 0,0 0,0 0,-1 0,1-1,0 1,-4 19,2-12,0 0,1 0,0 0,1 0,-1 0,2 0,-1 0,0 0,1 0,1 0,-1-1,1 1,0 0,1-1,-1 1,1-1,1 0,-1 1,1-2,0 1,0 0,1-1,0 0,0 0,0 0,0-1,1 1,-1-1,1-1,4 3,-1-4,1 0,-1-1,1 0,0 0,-1-1,1 0,0 0,-1-2,1 1,-1-1,1 0,-1-1,0 0,0 0,0-1,-1-1,1 1,-1-1,0 0,0-1,0 0,-1-1,0 1,-1-1,1 0,-1-1,0 0,-1 0,0 0,0 0,-1-1,0 0,1-5,4-17,-2-1,-2 1,-1-1,-1 0,-2 0,-1 0,-1 0,-2 0,-1 0,-2 0,-8-27,7 24,-1 0,-2 0,-1 1,-2 0,-1 1,-11-16,24 46,0 1,0-1,0 1,0 0,0-1,0 1,-1 0,1 0,-1 0,0 0,1 0,-1 0,0 1,0-1,0 1,0-1,0 1,-1 0,1-1,0 1,-1 0,1 1,0-1,-1 0,1 1,-1-1,0 1,1 0,-1 0,1 0,-1 0,-1 0,-1 5,1 0,0 1,1-1,-1 1,1-1,0 1,1 0,-1 0,1 1,0-1,1 0,0 1,0-1,0 1,0-1,1 1,1 2,-3 20,3 0,0 0,2 0,1 0,1 0,2-1,1 0,1 0,11 23,6 6,3 0,2-2,3-1,2-1,-32-47,13 18,0 0,2 0,0-2,2-1,7 6,-24-24,0-1,-1 0,1-1,0 1,0-1,1 1,-1-1,0-1,0 1,0 0,1-1,-1 0,0 0,1 0,-1-1,0 1,0-1,1 0,-1-1,0 1,0 0,0-1,0 0,-1 0,1 0,0-1,-1 1,0-1,1 0,-1 0,0 0,0 0,-1-1,1 1,2-4,97-123,-101 129,-1 0,0 1,0-1,0 1,0-1,0 1,0-1,0 1,0-1,0 1,0 0,0-1,0 1,0-1,0 1,1-1,-1 1,0-1,0 1,1 0,-1-1,0 1,0-1,1 1,-1 0,0-1,1 1,-1 0,1 0,-1-1,0 1,1 0,-1 0,1-1,-1 1,1 0,-1 0,1 0,-1 0,0 0,1 0,-1 0,1 0,-1 0,1 0,-1 0,1 0,-1 0,1 0,-1 0,1 0,-1 1,1-1,-1 0,0 0,1 0,-1 1,1-1,-1 0,0 1,-5 59,4-55,-1 0,1 0,0 0,0 1,0-1,0 0,1 0,0 1,0-1,1 0,0 0,-1 1,2-1,-1 0,0 0,1 0,0 0,0-1,1 1,0 0,-1-1,1 0,1 1,-1-1,0-1,1 1,1 1,1-2,-1-1,0 1,0-1,1 0,-1-1,1 1,0-1,-1-1,1 1,0-1,0 1,0-2,-1 1,1-1,5-1,20-5</inkml:trace>
  <inkml:trace contextRef="#ctx0" brushRef="#br0" timeOffset="20454.083">10921 1934,'-14'-4,"-11"-2,-8-2,-3-2,0 1,-1 0,6 0</inkml:trace>
  <inkml:trace contextRef="#ctx0" brushRef="#br0" timeOffset="20954.074">9971 1667,'302'23,"-193"-17,608 16,-690-22,0 0,0-2,0-1,0-1,-1-1,1-1,-1-2,25-10,-47 16,1 0,-1 0,1-1,-1 1,0-1,0 0,0 0,-1 0,1 0,-1-1,0 1,0-1,0 0,0 0,0 0,-1-1,0 1,0 0,0-1,0 0,-1 1,0-1,0 0,0 0,-1 1,1-1,-1 0,0 0,-1 0,1 0,-1 0,0 1,0-1,0 0,-2-2,-1-1,0 1,0 0,0 0,-1 0,-1 1,1-1,-1 2,0-1,0 0,0 1,-1 0,0 1,0-1,0 1,-1 1,1-1,-1 1,0 1,0-1,0 1,0 1,0 0,-1 0,1 0,0 1,-1 0,1 1,0 0,0 0,0 0,0 1,0 1,0-1,0 1,0 1,1-1,-5 4,3 1,0 1,1 0,-1 0,2 0,0 1,0 1,0-1,1 1,1 0,0 0,1 0,0 1,-2 9,-1 6,2 1,1 0,1 0,1 0,2 15,1-13,2 0,0 0,3-1,0 1,2-1,1 0,1-1,1 0,2-1,1 2,-6-15,1 1,0-1,1-1,0 0,1 0,0-1,1 0,1-1,-1-1,2 0,-1 0,2-1,-1-1,1-1,0 0,1-1,-1 0,16 2,-22-6,0 0,0-1,1 0,-1-1,0 0,1-1,-1 0,1 0,-1-1,0 0,0 0,0-1,0 0,-1-1,1 0,-1-1,0 1,0-2,0 1,-1-1,0 0,0 0,0-1,-1 0,0 0,-1-1,1 0,-1 0,-1 0,1 0,1-6,12-82,-18 96,0 0,-1 0,1 0,0 1,-1-1,1 0,-1 0,1 0,0 0,-1 0,1 0,0 0,-1 0,1 0,-1 0,1 0,0 0,-1 0,1 0,-1 0,1 0,0 0,-1 0,1-1,0 1,-1 0,1 0,0 0,-1-1,1 1,0 0,0 0,-1-1,1 1,0 0,0-1,-1 1,1 0,0-1,0 1,0 0,-1-1,1 1,0 0,0-1,0 1,0-1,0 1,0 0,0-1,0 1,0 0,0-1,0 1,0-1,0 1,0 0,1-1,-1 1,0 0,0-1,0 1,0 0,1-1,-1 1,0 0,0-1,1 1,-1 0,-16 26,14-21,0 1,-1-1,2 0,-1 1,1-1,0 1,0-1,0 1,1-1,0 1,0 0,0-1,1 1,-1 0,2-1,-1 1,0-1,1 0,0 1,1-1,-1 0,1 0,0 0,0-1,0 1,1-1,-1 1,1-1,0 0,1-1,-1 1,3 1,24 6,-1-5</inkml:trace>
  <inkml:trace contextRef="#ctx0" brushRef="#br0" timeOffset="21204.404">11737 1760,'-5'0,"6"7,13 7,14 8,3 0</inkml:trace>
  <inkml:trace contextRef="#ctx0" brushRef="#br0" timeOffset="22239.878">12031 1868,'5'-3,"0"1,0-1,0 2,1-1,-1 0,1 1,-1 0,1 0,-1 1,1 0,-1 0,1 0,0 0,-1 1,1 0,-1 0,1 1,-1-1,0 1,1 1,-1-1,0 0,0 1,-1 0,2 1,5 4,0 1,-1-1,0 2,0-1,-1 1,0 1,-1 0,0 0,-1 0,0 2,4 14,-1 2,-1-1,-2 1,0 1,-2-1,-2 1,0 0,-2 0,-1 0,-2 0,-1 0,-1 0,-3 8,-7 146,15-166,0 0,1 0,1 0,0-1,2 1,0-1,1 0,0 0,2-1,0 1,-3-7,0-1,1 0,0-1,1 1,-1-1,1-1,1 1,0-1,0 0,0-1,1 0,0 0,0-1,0 0,1-1,-1 0,8 2,-14-5,0 0,0-1,1 1,-1-1,0 1,0-1,1 0,-1 0,0-1,0 1,0-1,1 0,-1 1,0-1,0-1,0 1,0 0,0-1,-1 1,1-1,0 0,-1 0,1 0,-1 0,0-1,0 1,1 0,-2-1,1 0,0 1,0-1,-1 0,0 0,1 0,-1 0,0 0,-1 0,1-1,0 0,3-20,-2-1,0 1,-2-1,0 0,-2 1,-1-1,-1 1,0 0,-2 0,-1 0,-3-4,1 0,-2 0,0 1,-2 1,0 0,-2 1,-1 0,-1 2,-1 0,-1 0,-1 2,-1 1,-1 0,-12-7,-23-13,57 40,0-1,0 1,-1 0,1-1,0 1,0 0,0-1,-1 1,1-1,0 1,0 0,0-1,0 1,0 0,0-1,0 1,0-1,0 1,0 0,0-1,0 1,0-1,0 1,0 0,1-1,-1 1,0-1,0 1,0 0,1-1,-1 1,0 0,0 0,1-1,-1 1,0 0,0-1,1 1,-1 0,0 0,1 0,-1-1,0 1,1 0,-1 0,1 0,-1 0,0 0,1 0,-1 0,1-1,-1 1,0 0,1 1,-1-1,1 0,-1 0,0 0,1 0,-1 0,1 0,-1 0,0 0,1 1,-1-1,0 0,1 0,-1 1,2-1,310-28,-302 27,32-5,-1-1,0-1,0-3,31-12,-73 22,0 1,1 0,-1-1,0 1,0 0,1-1,-1 1,1-1,-1 1,0-1,1 1,-1-1,1 0,-1 1,1-1,-1 0,1 1,0-1,-1 0,1 1,0-1,-1 0,1 0,0 1,0-1,0 0,0 0,0 0,0 1,0-1,0 0,0 0,0 0,0 1,1-1,-1 0,0 0,0 1,1-1,-1 0,1 1,-1-1,0 0,1 1,-1-1,1 0,0 1,-1-1,1 1,-1-1,1 1,0-1,-1 1,1 0,0-1,0 1,0 0,-31-5,-1 1,1 2,0 1,-1 1,1 2,0 1,-4 2,-19 9,51-14,1 0,-1 1,1-1,0 1,-1 0,1-1,0 1,-1 0,1 0,0 0,0 0,0 0,-1 0,1 0,0 0,1 0,-1 1,0-1,0 0,0 1,1-1,-1 0,1 1,-1-1,1 1,0-1,-1 1,1-1,0 1,0-1,0 1,0 0,2 1,0 1,1-1,-1 0,1 0,0 0,0 0,0 0,0-1,0 0,0 1,1-1,-1 0,1 0,0-1,-1 1,1-1,0 0,0 0,0 0,3 0,13 4,0 0,0-2,0 0,1-1,-1-1,1-1,0-1,-1 0,0-2,1 0,-1-2,16-5,-33 9,1 0,-1 0,0 0,1-1,-1 1,0-1,0 0,0 0,0 0,0-1,-1 1,1 0,-1-1,1 0,-1 0,0 1,2-5,-4 8,-1-1,1 0,0 0,0 1,0-1,-1 0,1 0,0 0,0 0,-1 0,1 1,0-1,0 0,-1 0,1 0,0 0,-1 0,1 0,0 0,0 0,-1 0,1 0,0 0,-1 0,1 0,0 0,0 0,-1 0,1 0,0 0,0 0,-1-1,1 1,0 0,0 0,-1 0,1 0,0-1,0 1,0 0,-1 0,1 0,0-1,0 1,0 0,0 0,-1-1,1 1,0 0,0 0,0-1,0 1,0 0,0-1,-2 4,1-1,-1 1,1 0,0 0,0 0,0 0,0-1,0 1,1 0,-1 1,1-1,0 0,0 0,0 0,0 0,1 0,-1 0,1 0,0 0,0 0,0 0,0-1,0 1,1 0,-1 0,1-1,0 1,-1-1,1 0,0 1,1-1,-1 0,0 0,1 0,-1 0,1-1,-1 1,1-1,0 0,0 1,0-1,6 2,-1 0,1-1,0 0,0-1,0 0,0 0,0-1,1 0,-1 0,0-1,0 0,0-1,0 0,-1 0,1-1,0 0,-1-1,0 0,1 0,-2-1,1 0,0 0,-1-1,0 0,-1 0,1 0,-1-1,0 0,-1 0,5-7,2-14,-1-1,-1 0,-2 0,-1-1,-1 0,-1 0,-2 0,-1 0,-1-1,-2 1,-4-28,5 56,-3-76,-4 0,-3 0,-4 1,-9-24,22 98,-29-64,29 67,0-1,0 1,1-1,-1 1,0 0,0-1,0 1,0 0,0 0,0-1,0 1,0 0,0 0,0 0,0 0,0 0,0 0,0 1,0-1,0 0,0 0,1 1,-1-1,0 0,0 1,0-1,0 1,0 0,1-1,-1 1,0-1,1 1,-1 0,0 0,1-1,-1 1,1 0,-1 0,1 0,-1 0,1 0,0-1,-1 1,1 1,-9 15,1 0,1 1,1 0,0 0,2 1,0-1,1 1,0 5,-1 16,1 1,2-1,2 1,2-1,1 0,2 0,2 0,2-1,1 0,2-1,2 0,1-1,2-1,2-1,1 0,16 19,-27-39,0-1,1 0,1-1,0 0,1-1,0-1,14 10,-26-20,0 0,0 0,0 0,0-1,0 1,0 0,0-1,0 1,0-1,0 1,0-1,0 0,0 1,1-1,-1 0,0 0,0 1,0-1,0 0,1 0,-1-1,0 1,0 0,0 0,1-1,-1 1,0 0,0-1,0 1,0-1,0 1,0-1,0 0,0 1,0-1,0 0,0 0,-1 0,1 0,0 0,0 0,-1 0,1 0,-1 0,1 0,-1 0,1 0,-1 0,0 0,1 0,-1-1,0 1,5-23</inkml:trace>
  <inkml:trace contextRef="#ctx0" brushRef="#br0" timeOffset="22490.209">12939 1694,'-16'-5,"-9"-3,1-1,11 4,23 7,27 3,30 4,28-1,29 1,-8 0</inkml:trace>
  <inkml:trace contextRef="#ctx0" brushRef="#br0" timeOffset="16123.987">3167 2041,'1'-9,"-1"0,0 0,-1 0,1 0,-2 0,0 1,0-1,0 0,-1 0,0 1,-1 0,0 0,0 0,-1 0,0 0,0 1,-1 0,1 0,-2 1,1-1,-1 1,0 1,0-1,-1 1,-7-4,5 5,1 1,-1-1,1 2,-1-1,0 2,0-1,0 1,0 1,0-1,0 2,0 0,0 0,0 0,0 1,0 1,0 0,1 0,0 1,-1 0,1 1,1 0,-1 0,1 1,0 0,0 0,0 1,1 0,0 0,1 1,-1 0,2 0,-1 0,0 3,-1 2,1 0,1 1,0-1,1 1,1 0,0 0,1 0,0 1,1-1,0 0,2 1,-1-1,2 1,0-1,1 0,0 0,1 0,1 0,0-1,0 0,2 0,0 0,0-1,1 0,0 0,1-1,7 7,-1-5,1 0,0-2,0 0,1 0,1-2,0 0,0-1,0-1,1-1,0 0,0-1,1-2,0 0,-1 0,1-2,0-1,0 0,0-2,-1 0,1-1,-1-1,1-1,12-5,25-10</inkml:trace>
  <inkml:trace contextRef="#ctx0" brushRef="#br0" timeOffset="16405.808">3501 1934,'16'3,"16"0,17 0,14-1,9 0,4-3,-4-2,-9-2,-16 0</inkml:trace>
  <inkml:trace contextRef="#ctx0" brushRef="#br0" timeOffset="16716.978">3474 1948,'-2'8,"1"0,-1 0,1 0,0 0,1 0,0 0,0 0,1 0,0 0,0-1,1 1,0 0,1 0,-1-1,1 1,1-1,-1 0,1 0,1 0,-1-1,1 0,0 1,1-1,-1-1,1 1,0-1,3 1,6 1,1-1,0-1,0-1,1 0,0-1,-1 0,1-2,15 0,24 4,-41-3,-4-2,0 0,1 1,-1 1,0-1,-1 2,1 0,0 0,-1 1,1 0,-1 1,0 0,-1 0,1 1,-1 1,0-1,4 6,-11-10,-1 1,0-1,1 1,-1-1,0 1,-1-1,1 1,0-1,-1 1,1 0,-1-1,0 1,0 0,0-1,0 1,0 0,-1-1,1 1,-1-1,0 1,0-1,0 1,0-1,0 1,0-1,-1 0,1 1,-1-1,0 0,-58 52,39-41,-1-1,0-1,0-1,-1-1,0-1,-1-1,0-1,0-1,-15 1,13-10,26-2</inkml:trace>
  <inkml:trace contextRef="#ctx0" brushRef="#br0" timeOffset="17033.134">4370 2055,'-9'7,"0"0,0 1,1 0,0 1,0 0,1 0,1 1,-1 0,-3 9,9-18,1 0,0-1,-1 1,1 0,0-1,0 1,0 0,0 0,-1 0,1-1,0 1,0 0,0 0,1-1,-1 1,0 0,0 0,0-1,1 1,-1 0,0 0,1-1,-1 1,0 0,1-1,-1 1,1 0,-1-1,1 1,-1-1,1 1,0-1,-1 1,1-1,0 1,-1-1,1 0,0 1,-1-1,1 0,0 0,0 0,-1 1,1-1,0 0,0 0,-1 0,1 0,0 0,0 0,0 0,-1-1,1 1,0 0,0 0,44-11,-39 9,0 0,-1 0,1-1,-1 1,0-2,0 1,0 0,0-1,-1 0,1 0,-1 0,0-1,0 1,-1-1,1 0,-1 0,0 0,0-1,-1 1,2-4,-4 7,0 0,0 0,0 0,0 1,0-1,-1 0,1 0,-1 1,1-1,-1 0,1 0,-1 1,0-1,0 1,0-1,0 1,0-1,0 1,0-1,-1 1,1 0,0 0,-1-1,1 1,-1 0,1 1,-1-1,1 0,-1 0,0 1,1-1,-1 0,0 1,0 0,0-1,1 1,-2 0,-2-1,1 1,-1 0,1-1,-1 1,1 1,-1-1,1 1,-1 0,1 0,0 0,-1 0,1 1,0 0,-3 1,-12 15,4 1</inkml:trace>
  <inkml:trace contextRef="#ctx0" brushRef="#br0" timeOffset="17318.372">4384 2363,'50'30,"-49"-30,0 1,1-1,-1 1,0-1,0 0,0 0,1 0,-1 1,0-1,0 0,1 0,-1-1,0 1,0 0,0 0,1-1,-1 1,0 0,0-1,0 1,0-1,0 0,0 1,0-1,0 0,0 0,0 1,0-1,0 0,0 0,-1 0,1 0,0 0,-1 0,1 0,0 0,-1-1,0 1,1 0,-1 0,0 0,1-1,-1 1,0-1,0-1,1 0,-1 0,0 0,0-1,-1 1,1 0,-1 0,1 0,-1 0,0 0,0 0,-1 0,1 0,0 0,-1 0,0 1,0-1,1 1,-2-1,1 1,0 0,0-1,-1 1,1 0,-1 1,0-1,1 0,-1 1,0 0,0-1,0 1,0 0,0 1,0-1,0 0,0 1,-1 0,1 0,0 0,0 0,0 0,0 0,-1 1,1 0,0-1,0 1,0 1,0-1,0 0,1 1,-1-1,0 1,1 0,1 0,0 0,-1-1,1 1,0 0,0 0,0 0,1 1,-1-1,0 0,1 0,0 0,-1 0,1 1,0-1,0 0,0 0,0 0,1 1,-1-1,0 0,1 0,0 0,0 0,-1 0,1 0,0 0,0 0,1 0,-1 0,0 0,1-1,-1 1,1 0,-1-1,1 1,0-1,0 0,0 0,0 0,-1 1,2-2,-1 1,0 0,0 0,0-1,0 1,0-1,0 0,3 1,36 10,1-4</inkml:trace>
  <inkml:trace contextRef="#ctx0" brushRef="#br0" timeOffset="27150.475">2511 3432,'35'-3,"0"-2,0-2,-1 0,0-3,-1-1,0-1,0-2,9-6,6 0,-1-2,-1-2,-1-2,-1-2,-2-2,-1-1,3-7,-36 31,-1-1,-1-1,1 1,-1-1,-1 0,0-1,0 1,2-9,-6 15,1 0,-1 1,-1-1,1 0,0 1,-1-1,1 0,-1 0,0 0,0 0,0 1,0-1,-1 0,1 0,-1 0,0 1,0-1,0 0,0 1,0-1,0 1,-1-1,1 1,-1-1,0 1,1 0,-1 0,0 0,0 0,-1 0,1 0,0 1,-1-1,0 0,1 1,-1 0,1 0,0 0,-1 0,1 1,-1-1,1 1,-1-1,1 1,-1 0,1 0,-1 0,1 0,-1 1,1-1,-1 1,1-1,0 1,-1 0,1 0,0 0,-1 0,1 0,0 1,0-1,0 1,0-1,0 1,0 0,1 0,-1-1,1 1,-1 1,1-1,-38 81,29-22,3-1,2 1,3 0,3 0,2 0,4 9,-4-27,6 71,25 550,-34-650,1 13,-1 0,-1 0,-1 0,-2-1,0 1,-8 21,-2-13</inkml:trace>
  <inkml:trace contextRef="#ctx0" brushRef="#br0" timeOffset="27638.605">2806 3633,'47'-22,"89"-22,2 5,76-8,-196 44,-13 1,1 0,-1 1,1 0,-1 0,1 1,0 0,-1 0,1 0,0 0,-1 1,1 0,-1 0,1 1,3 1,-7 0,1 0,-2 0,1 0,0 1,-1-1,1 0,-1 1,0 0,0-1,0 1,-1-1,1 1,-1 0,0 0,0-1,0 1,-1 0,1-1,-1 1,0 0,0 1,0 6,-1-7,1 1,0 0,0 0,0-1,0 1,1 0,0 0,0 0,1 0,-1 0,1-1,0 1,0 0,0-1,1 1,0 0,0-1,0 0,0 1,1-1,0 0,0 0,0-1,0 1,0 0,1-1,-1 0,1 0,0 0,0 0,0-1,3 2,-2-3,0 0,0-1,-1 1,1-1,0 0,0 0,0 0,0-1,0 1,0-1,0-1,-1 1,1-1,0 1,-1-1,1-1,-1 1,0-1,0 1,0-1,0 0,0-1,0 1,-1-1,0 1,0-1,0 0,1-2,1-1,0-1,0 0,-1 0,0 0,0 0,-1 0,0-1,-1 0,0 0,0 0,-1 0,0 0,-1 0,1 0,-2-2,0 3,-1 0,0 1,0 0,-1-1,0 1,0 0,-1 0,0 1,0-1,0 1,-1 0,0 0,0 0,-1 1,0-1,0 1,3 2,0 1,0-1,-1 1,1 0,-1 0,0 0,0 0,1 1,-1-1,0 1,0 0,0 0,-1 1,1-1,0 1,0 0,0 0,0 0,-1 1,1-1,0 1,0 0,0 0,0 0,0 1,0 0,1-1,-1 1,0 1,1-1,0 0,0 0,0 1,0-1,0 1,1 0,-1-1,1 1,0 0,0 1,0-1,0 0,0 0,1 1,0-1,-1 1,1-1,0 1,1 0,-1-1,1 1,0 0,0 0,0-1,0 1,0 0,1-1,0 1,0 0,0-1,0 1,2 2,2 5,0 0,1 0,0-1,1 1,0-2,0 1,1-1,1 0,1 1,26 21</inkml:trace>
  <inkml:trace contextRef="#ctx0" brushRef="#br0" timeOffset="29070.994">3848 3700,'15'-21,"-2"-1,0 0,-2-1,0 0,-2 0,0-1,-2-1,0 1,-2-1,-1 0,-1-1,0-20,-3 41,1 1,-1-1,-1 0,1 0,-1 1,0-1,0 0,0 1,0-1,-1 1,0-1,0 1,0 0,0 0,-1 0,0 0,0 0,0 0,0 1,-1-1,3 3,1 1,-1 0,1 0,-1 0,1 0,-1-1,1 1,-1 0,1 0,-1 0,1 0,-1 0,1 0,-1 0,1 0,0 1,-1-1,1 0,-1 0,1 0,-1 0,1 1,-1-1,1 0,-1 0,1 1,0-1,-1 0,1 1,0-1,-1 1,1-1,0 0,-1 1,1-1,0 1,0-1,0 1,-1-1,1 1,0-1,0 0,0 1,0-1,0 1,0-1,0 1,0-1,0 1,0-1,0 1,0-1,0 1,0-1,1 1,-1-1,0 1,0-1,0 1,1-1,-1 1,0-1,1 0,2 5,1-1,0 0,0 0,0 0,1-1,-1 0,1 0,0 0,0 0,0 0,0-1,0 0,1 0,-1-1,5 1,-8-1,111 26,-89-24,-2 1,1 2,0 0,-1 1,0 1,-1 1,0 1,0 1,4 5,-17-9,-1 0,0 1,0 0,-1 1,0 0,-1-1,0 2,0-1,-1 1,0-1,0 1,-1 0,-1 0,0 1,0-1,-1 1,0-1,-1 0,0 1,0-1,-2 4,4 27,-3-39,1 0,0 0,0 0,0 0,0 0,0 0,0 0,0 0,1 0,-1 0,1 0,-1-1,1 1,0 0,-1 0,1-1,0 1,0 0,1-1,-1 1,0-1,0 1,1-1,-1 1,1-1,-1 0,1 0,0 0,-1 0,1 0,0 0,0-1,-1 1,1 0,0-1,0 1,0-1,0 0,0 0,0 0,0 0,1 0,6-4,1 0,-1-1,1 0,-1-1,-1 0,1-1,-1 1,0-1,-1-1,1 0,-2 0,7-8,-10 12,106-161,-109 165,0 0,1 0,-1 1,0-1,0 0,0 0,1 1,-1-1,0 0,0 0,0 0,1 1,-1-1,0 0,0 0,1 0,-1 0,0 0,1 0,-1 1,0-1,0 0,1 0,-1 0,0 0,1 0,-1 0,0 0,1 0,-1 0,0 0,0-1,1 1,-1 0,0 0,1 0,-1 0,0 0,0 0,1-1,-1 1,0 0,0 0,1 0,-1-1,0 1,0 0,0 0,0-1,1 1,-1 0,0 0,0-1,0 1,0 0,0-1,0 1,0 0,0 0,0-1,0 1,0 0,0-1,0 1,2 27,-3-23,1 13,5 61,-5-75,1-1,0 1,-1-1,1 1,0-1,1 1,-1-1,0 0,1 0,-1 0,1 0,0 0,0 0,0 0,0 0,0-1,0 1,0-1,0 1,1-1,-1 0,0 0,1 0,-1 0,1-1,-1 1,3 0,-1-1,1 0,-1 0,1 0,0 0,-1-1,0 0,1 0,-1 0,1-1,-1 1,0-1,0 0,0 0,0 0,0-1,0 0,-1 1,1-1,-1 0,0-1,0 1,0-1,0 1,1-3,48-99,-35 32,-14 169,-3-91,0-1,1 1,0-1,-1 0,1 1,1-1,-1 0,1 0,0 0,-1 0,2 0,-1 0,0-1,1 1,0-1,0 0,0 1,0-1,0 0,1-1,-1 1,1-1,0 1,-1-1,1 0,0-1,0 1,1-1,-1 1,0-1,0-1,1 1,-1 0,1-1,-1 0,3 0,5-3,0-1,0 0,0 0,-1-1,0 0,0-1,0-1,-1 1,0-2,0 1,-1-1,0-1,0 0,-1 0,0-1,-1 0,0 0,0-1,-1 1,-1-1,0-1,0 1,-1-1,2-10,-5-4,-1 26,0 0,0 0,0-1,0 1,0 0,0-1,0 1,0 0,0-1,0 1,0 0,0-1,0 1,-1 0,1-1,0 1,0 0,0 0,0-1,-1 1,1 0,0 0,0-1,-1 1,1 0,0 0,0 0,-1 0,1-1,0 1,-1 0,1 0,0 0,0 0,-1 0,1 0,0 0,-1 0,1 0,0 0,-1 0,1 0,0 0,-1 0,1 0,0 0,-1 0,1 0,0 0,0 0,-1 1,1-1,0 0,-1 0,1 0,0 1,0-1,-1 0,1 0,0 0,0 1,0-1,-1 0,1 1,0-1,0 0,0 0,0 1,0-1,0 0,-4 4,0 1,1-1,0 0,0 1,0 0,0-1,1 1,0 0,0 0,0 1,0-1,1 0,0 1,0-1,1 1,-1-1,1 0,0 1,1-1,-1 1,1-1,0 1,1-1,-1 0,1 0,0 1,0-1,1 0,-1-1,1 1,0 0,0-1,2 1,8 3,1-1,0-1,1 0,-1-1,1-1,0 0,0-1,0 0,1-1,-1-1,1-1,-1 0,0-1,16-2,35-2,0-3,-1-2,0-3,0-4,13-6,-69 20,1 0,0 0,-1 0,1-1,-1 0,0 0,0-1,0 0,-1-1,0 0,0 0,5-6,-12 11,0 0,-1 0,1 0,0 0,-1 0,1 0,-1 0,1 0,-1 0,1 0,-1 0,0-1,0 1,0 0,1 0,-1 0,0-1,0 1,-1 0,1 0,0 0,0 0,-1-1,1 1,0 0,-1 0,1 0,-1 0,1 0,-1 0,0 0,0 0,1 0,-1 0,0 0,0 1,0-1,0 0,0 0,0 1,0-1,0 1,0-1,-51-18,39 17,0 1,0 0,0 1,0 0,0 1,0 1,0 0,1 0,-5 3,12-4,0 1,0-1,0 1,0 0,0 1,0-1,1 1,-1 0,1 0,0 0,0 1,0 0,0-1,0 1,1 1,0-1,0 0,0 1,0 0,1-1,0 1,0 0,-1 4,3-7,-1 0,1 0,0 0,0 0,0 0,0 0,0 1,0-1,1 0,-1 0,1 0,-1 0,1 0,0 0,0-1,0 1,0 0,0 0,0 0,0-1,1 1,-1-1,1 1,-1-1,1 1,0-1,-1 0,1 0,0 0,0 0,0 0,1 0,66 13,-56-15,-1-1,1 0,-1-1,0-1,1 0,-2 0,1-1,0-1,-1 0,0 0,-1-1,1-1,0 0,-9 6,-2 1,0 1,1-1,-1 1,0-1,0 1,1-1,-1 1,1-1,-1 1,0-1,1 1,-1-1,1 1,-1 0,1-1,-1 1,1 0,-1-1,1 1,0 0,-1 0,1-1,-1 1,1 0,0 0,-1 0,1 0,-1 0,1 0,0 0,-1 0,1 0,-1 0,1 0,0 1,-1-1,1 0,-1 0,1 1,0-1,-1 0,1 0,-1 1,1-1,-1 1,0-1,1 0,-1 1,1-1,-1 1,0-1,1 1,-1-1,1 2,-3 31,1-30,0 0,0 0,1 0,-1 0,1 0,0 0,0 0,0 0,0 0,0 0,1 0,-1 0,1 0,0 0,0-1,0 1,0 0,0 0,1-1,-1 1,1-1,0 1,0-1,0 0,0 1,0-1,0 0,1 0,1 1,4-2,0 1,0-1,1 0,-1-1,1 0,-1 0,0-1,1 0,-1 0,0-1,0 0,0-1,0 0,0 0,-1 0,1-1,-1 0,0-1,0 1,0-2,0 0,8-6,-1 0,0-1,-1-1,0 0,-2-1,1 0,-2-1,0 0,-1 0,0-1,-2-1,0 1,-1-1,0 0,0-10,6-32,-2-2,-4 1,-2-1,-3-4,0 54,-9-159,0 148,8 23,-1-1,0 1,1 0,-1 0,1 0,-1 0,0 0,1 0,-1 0,0 0,1 1,-1-1,1 0,-1 0,0 0,1 1,-1-1,1 0,-1 1,1-1,-1 0,1 1,-1-1,1 1,-1-1,1 1,-1-1,1 1,0-1,-1 1,1-1,0 1,0 0,-1-1,1 1,0-1,0 1,0 0,0-1,0 1,0 0,0-1,0 1,0 0,0-1,0 1,0 0,-7 32,1 1,2-1,1 1,1 0,3 0,2 23,-2-27,2 0,0 0,2 0,2 0,0-1,2 0,1 0,2-1,0-1,2 0,1-1,1 0,1-1,2-1,0 0,1-2,2 0,19 14,-35-30,1-2,0 1,0-1,1 0,-1 0,1-1,0 0,0 0,0-1,0 0,0-1,0 0,1 0,-1 0,0-1,1-1,20-5</inkml:trace>
  <inkml:trace contextRef="#ctx0" brushRef="#br0" timeOffset="29320.327">6241 3097,'14'7,"20"5,21 2,18-1,16-1,8 1,2-1,-17-1</inkml:trace>
  <inkml:trace contextRef="#ctx0" brushRef="#br0" timeOffset="29578.638">6964 3526,'4'2,"0"0,0 0,0 0,1-1,-1 0,1 0,-1 0,1 0,-1-1,1 1,-1-1,1 0,0-1,-1 1,1-1,-1 0,1 0,-1 0,0-1,1 1,-1-1,0 0,0-1,0 1,0 0,-1-1,1 0,-1 0,1 0,-1-1,0 1,0-1,-1 1,1-1,-1 0,1 0,-1 0,-1-1,1 1,0 0,-1-1,0 1,0-3,-1 3,0 0,-1 1,1-1,-1 0,0 0,0 1,-1-1,1 0,-1 1,0-1,1 1,-2 0,1 0,0-1,-1 1,1 1,-1-1,0 0,0 1,0-1,0 1,0 0,0 0,-1 0,1 0,-1 1,0 0,1-1,-1 1,0 1,0-1,1 0,-1 1,0 0,0 0,0 0,0 0,0 1,1-1,-1 1,0 0,0 0,1 1,-1-1,1 1,-1-1,0 2,-5 2,0 0,1 1,-1 0,1 1,1 0,-1 0,1 0,0 1,1 0,0 1,0-1,1 1,0 0,0 1,1-1,1 1,-1 0,2 0,-2 7,3-13,1-1,0 1,-1 0,2 0,-1-1,0 1,1 0,-1 0,1-1,0 1,1 0,-1-1,1 1,-1-1,1 0,0 1,0-1,0 0,1 0,-1 0,1-1,0 1,-1 0,1-1,0 0,1 0,-1 0,0 0,1 0,-1-1,1 1,-1-1,1 0,0 0,-1 0,1-1,0 1,0-1,-1 0,1 0,0 0,0-1,2 0,83-23,-48 4</inkml:trace>
  <inkml:trace contextRef="#ctx0" brushRef="#br0" timeOffset="29758.158">7124 3031,'-18'-7,"-13"0,-8 6,-4 8,3 9,5 6,10 5,13 2,13 2,16 1,5-5</inkml:trace>
  <inkml:trace contextRef="#ctx0" brushRef="#br0" timeOffset="29917.73">7177 3445,'7'18,"7"9,5-1,9-5,9-5,11-6,14-7,12-6,-7-3</inkml:trace>
  <inkml:trace contextRef="#ctx0" brushRef="#br0" timeOffset="30488.665">8902 3406,'-21'-7,"-1"1,1 1,-1 1,0 0,0 2,-23 1,36 1,0 0,0 1,0 0,0 1,0 0,0 0,0 1,0 0,1 1,-1 0,1 0,0 1,1-1,-1 2,1-1,0 1,-6 7,10-11,1 0,0 0,0 0,0 1,0-1,0 1,1-1,-1 1,1 0,0-1,0 1,0 0,0 0,0 0,0 0,1 0,-1 0,1 0,0 0,0 0,0 0,1 0,-1 0,0 0,1 0,0 0,0 0,0 0,0 0,0-1,1 1,-1 0,1-1,0 1,0-1,0 0,0 1,0-1,0 0,1 0,0 0,7 2,0 0,0-1,1 0,-1-1,1 0,0-1,-1 0,1-1,0 0,0 0,0-1,0-1,-1 1,1-2,-1 0,1 0,-1-1,0 0,0-1,-1 0,1 0,-1-1,0 0,-1-1,0 0,2-2,0-1,0-1,-1 0,-1 0,0-1,0 0,-1 0,-1-1,0 0,0 0,-1-1,-1 1,-1-1,0 0,0 0,-2 0,1-1,-2 1,0 0,-1-1,0 1,-1 0,-1 0,0-1,-2-15,-1 0,-2 0,0 1,-2 0,-2 0,0 1,-8-11,-20-7,39 45,0 1,0-1,0 0,-1 1,1-1,0 1,0 0,-1-1,1 1,0 0,-1 0,1 0,0 0,-1 0,1 0,0 0,-1 0,1 1,0-1,-1 0,1 1,0-1,0 1,0-1,-1 1,1 0,0 0,0-1,0 1,0 0,0 0,0 0,0 0,0 0,1 0,-1 0,0 1,1-1,-1 0,1 0,-1 1,-7 16,1 1,1-1,0 1,2 0,0 1,1-1,1 1,1-1,1 16,-1-19,0 0,2 0,0 0,0-1,2 1,0 0,0-1,2 1,0-1,1 0,0-1,1 0,1 0,0 0,1-1,0 0,1 0,0-1,1-1,1 0,0 0,0-1,5 2,-4-4,0-2,0 1,0-2,1 0,0 0,0-1,0-1,1 0,-1-1,7-1,-15 0,1-1,0 0,0-1,-1 1,1-1,-1-1,1 1,-1-1,1 0,-1-1,0 1,0-1,0-1,0 1,0-1,-1 0,0 0,0 0,0-1,0 0,-1 0,0 0,2-3,1-7,0-1,-1 0,-1-1,-1 1,0-1,0-10,-3 24,-1 5,-4 10,2 0,0 0,0 0,1 1,1-1,0 0,0 0,1 1,1-1,0 0,1 0,0 0,2 3,-3-13,-1 1,1-1,-1 0,1 0,0-1,0 1,0 0,0 0,0-1,0 1,0-1,1 0,-1 0,0 0,1 0,-1 0,1 0,-1 0,1-1,-1 0,1 1,0-1,-1 0,1 0,1 0,17-4</inkml:trace>
  <inkml:trace contextRef="#ctx0" brushRef="#br0" timeOffset="30937.973">9170 2991,'12'13,"1"-2,0 0,1 0,0-1,1-1,0 0,0-2,16 7,75 46,-97-52,0 1,0 0,-1 0,0 1,-1 0,0 0,0 1,-1 0,-1 0,0 1,0-1,-1 1,-1 0,0 0,0 0,0 9,-2-14,-2-5,1 0,0 1,0-1,0 0,0 1,0-1,1 1,-1-1,1 0,-1 0,1 1,0-1,0 0,0 0,0 0,0 0,0 0,1 0,-1 0,1 0,-1 0,1-1,0 1,0-1,0 1,0-1,0 0,0 1,0-1,0 0,0 0,0-1,1 1,-1 0,0-1,3 1,8-5,-1-1,1 0,-1 0,0-1,-1-1,1 0,-1 0,-1-2,1 1,-1-1,7-9,-9 11,0-1,-1 1,0-1,0-1,-1 1,0-1,-1 0,0-1,0 1,1-5,-19 52,12-33,1-1,0 1,-1 0,1 0,1 0,-1-1,1 1,0 0,0-1,0 1,1 0,-1-1,1 1,0-1,0 0,1 0,0 0,-1 0,1 0,0 0,1-1,-1 0,1 1,-1-1,1-1,0 1,0 0,0-1,2 1,14 4,1 0,-1-1,1-2,0 0,0-1,1-1,-1-1,1-1,-1 0,15-4,-36 4,103-7</inkml:trace>
  <inkml:trace contextRef="#ctx0" brushRef="#br0" timeOffset="51288.522">11883 2924,'-12'-5,"-1"1,1 1,-1 0,0 1,0 1,0 0,0 0,-1 1,1 1,0 0,0 1,0 1,1 0,-1 0,1 1,-1 1,1 0,0 1,-9 6,6-4,1 1,0 1,0 0,1 1,1 1,0 0,0 0,1 1,1 0,0 1,1 1,0-1,1 1,1 1,-1 2,5-9,0 0,1 0,0 0,1 1,0-1,0 0,0 1,2-1,-1 1,1-1,0 1,1-1,0 0,1 0,0 1,0-2,1 1,0 0,0-1,1 0,1 0,-1 0,1-1,5 6,10 7,1-1,1-1,1-1,1-1,0-1,3 0,69 44,-92-57,-1 1,1-1,-1 1,1 0,-1 0,0 1,-1-1,1 1,0 0,-1 0,0 0,0 0,0 1,-1-1,1 1,-1 0,0 0,-1 0,1 0,-1 0,0 0,0 0,0 0,-1 0,0 0,0 1,0-1,0 0,-1 0,0 0,0 0,-2 3,-1 0,-1-1,0 1,-1-1,0 0,0-1,-1 0,1 0,-1 0,-1-1,1 0,-1 0,0-1,0 0,0 0,0-1,-1 0,7-2,1 0,-1 0,1 0,-1-1,0 1,1-1,-1 1,0-1,0 1,0-1,1 0,-1 0,0 0,0 0,0 0,1 0,-1-1,0 1,0 0,1-1,-1 0,0 1,1-1,-1 0,0 0,1 0,-1 0,1 0,0 0,-1 0,1 0,0-1,-1 1,1-1,0 1,0-1,0 1,1-1,-1 0,0-6,1 0,0-1,1 1,0 0,0-1,1 1,0 0,0 0,1 0,0 1,0-1,1 0,0 1,0 0,2-2,37-60,3 1,26-27,-33 45,-1-1,-3-2,-2-1,19-46,-41 75,-1 0,-2-1,0-1,-2 1,0-1,-2 0,0-17,-5 44,1 0,0 0,-1 0,1 0,0 0,-1 0,1 0,0 1,-1-1,1 0,-1 0,1-1,0 1,-1 0,1 0,0 0,-1 0,1 0,-1 0,1 0,0 0,-1-1,1 1,0 0,0 0,-1-1,1 1,0 0,-1 0,1-1,0 1,0 0,-1-1,-12 46,1 1,3 0,-2 30,9-68,-14 133,6 0,6 55,3-167,1 1,1 0,2-1,1 1,2-1,0 0,2 0,3 2,-9-25,1-1,-1 0,2 0,-1 0,0 0,1 0,0-1,0 0,0 1,1-2,-1 1,1 0,-3-3,0 0,0 0,0 0,0 0,0 0,0-1,0 1,0-1,0 1,0-1,1 0,-1 1,0-1,0 0,0-1,1 1,-1 0,0-1,0 1,0-1,0 1,0-1,0 0,0 0,0 0,0 0,0-1,-1 1,1 0,0-1,-1 1,2-2,15-18</inkml:trace>
  <inkml:trace contextRef="#ctx0" brushRef="#br0" timeOffset="51541.844">11750 3271,'4'5,"18"1,25 0,28-1,21-2,13-1,1-1,-17 0</inkml:trace>
  <inkml:trace contextRef="#ctx0" brushRef="#br0" timeOffset="51806.138">12378 3753,'15'-31,"9"-14,-2-2,-2-1,-2 0,-2-1,5-33,-27 184,-2-31,1-28,3-1,1 1,2 0,2 1,2-1,4 16,2-25</inkml:trace>
  <inkml:trace contextRef="#ctx0" brushRef="#br0" timeOffset="52302.81">13113 3391,'23'0,"21"0,16 0,15-2,7-1,2 0,-2 1,-11 1,-13 0,-13 0,-15 1</inkml:trace>
  <inkml:trace contextRef="#ctx0" brushRef="#br0" timeOffset="52552.469">13488 3112,'-12'18,"-3"15,0 13,4 11,5 6,8 2,7-1,5-2,4-3,-2-4,-2-10,-2-12</inkml:trace>
  <inkml:trace contextRef="#ctx0" brushRef="#br0" timeOffset="53186.318">14424 2844,'-8'-3,"0"0,0 0,0 1,0 1,0-1,0 1,-1 1,1-1,0 1,0 1,-1 0,1 0,0 0,0 1,0 0,0 1,0 0,1 0,-1 0,1 1,0 1,0-1,0 1,1 0,-1 0,1 1,0 0,1 0,0 0,0 1,0 0,1 0,-1 0,2 0,-1 1,1 0,-1 3,2 0,0 0,1 1,0-1,1 1,0-1,1 1,0-1,1 0,0 1,1-1,0 0,1 0,0-1,0 1,1-1,1 0,1 2,11 15,0 0,2-2,1 0,1-2,14 12,14 8,47 54,-95-96,-1 0,0 1,0-1,0 1,0-1,0 1,0-1,-1 1,1 0,0-1,-1 1,1 0,-1-1,0 1,1 0,-1 0,0-1,0 1,0 0,0 0,-1 0,1-1,0 1,-1 0,1 0,-1-1,0 1,0 0,1-1,-1 1,0-1,0 1,0-1,-1 0,1 1,0-1,0 0,-1 0,0 1,-7 3,0-1,0 0,-1-1,1 0,-1 0,0-1,0-1,0 1,0-2,0 1,0-1,1-1,-8 0,14 1,0 0,-1 0,1-1,-1 1,1-1,0 0,-1 1,1-2,0 1,0 0,0 0,0-1,0 0,0 0,0 0,0 0,1 0,-1 0,1-1,-1 1,1-1,0 0,0 1,0-1,1 0,-1 0,1 0,-1-1,1 1,0 0,0 0,1-1,-1 1,0 0,1-2,3-9,1-1,0 1,1 1,0-1,1 1,1 0,0 0,1 0,0 1,1 0,0 1,7-6,2-6,44-57,-2 6,-4-2,-4-2,29-59,-55 71,-32 48,-13 33,5 6,0 1,2 1,0 0,2 1,0 0,2 0,0 1,2 0,1 0,-2 21,3-16,1 0,1 1,1-1,2 0,2 1,0-1,2 0,1 0,2-1,0 0,2 0,1-1,2 0,1-1,0 0,2-1,8 7,-22-29,-1-1,1 0,0 0,0 0,0 0,0 0,0 0,0 0,1-1,-1 1,1-1,0 0,-1 0,1 0,0 0,1 0,-1 0,0-1,0 0,1 1,-1-1,1-1,-1 1,1 0,-1-1,1 0,0 0,8-7</inkml:trace>
  <inkml:trace contextRef="#ctx0" brushRef="#br0" timeOffset="53439.64">14530 3018,'4'0,"18"0,26 2,25 3,20 3,11 3,-13-1</inkml:trace>
  <inkml:trace contextRef="#ctx0" brushRef="#br0" timeOffset="53703.822">15171 3285,'7'-5,"0"1,0-1,1 1,-1 1,1-1,0 1,0 1,0-1,0 1,0 1,1 0,2-1,88 2,-95 0,-1 1,0-1,0 1,0 0,0 0,0 0,0 0,0 1,0-1,0 1,-1 0,1 0,0 0,-1 0,0 0,1 1,-1-1,0 1,0-1,-1 1,1 0,0-1,-1 1,0 0,1 0,-1 0,0 0,-1 1,1 0,-2 8,-1 0,0 0,-1-1,0 1,-1-1,0 1,-1-1,0-1,-1 1,0-1,-1 0,0 0,0 0,-1-1,-6 5,9-7,-25 29,11-15,2 1,0 1,1 0,-11 25,26-46,-1-1,1 1,0 0,0-1,0 1,1 0,-1 0,0 0,1-1,-1 1,1 0,-1 0,1 0,0 0,0 0,0 0,0 0,0 0,0 0,1 0,-1 0,1 0,-1 0,1 0,0 0,0-1,0 1,0 0,0 0,0-1,0 1,1-1,-1 1,0-1,1 0,-1 1,1-1,10 2,1 0,-1-1,1-1,-1 0,1 0,-1-1,1-1,-1 0,1-1,-1 0,1-1,-1-1,2 0,-5 2,53-15,-7 1</inkml:trace>
  <inkml:trace contextRef="#ctx0" brushRef="#br0" timeOffset="54071.837">15947 3258,'16'5,"19"1,19 0,19-1,15-2,9-1,1-1,-7 0,-12-1,-17-1,-19 1</inkml:trace>
  <inkml:trace contextRef="#ctx0" brushRef="#br0" timeOffset="54318.698">16295 3044,'-14'23,"-4"21,1 16,3 13,6 4,7 1,6-4,4-7,1-9,-1-14</inkml:trace>
  <inkml:trace contextRef="#ctx0" brushRef="#br0" timeOffset="57318.483">17418 2951,'-4'-5,"0"1,0 0,-1 0,0 1,1-1,-1 1,0 0,-1 0,1 0,0 1,-1 0,1 0,-1 0,0 1,0 0,0 0,1 0,-1 1,0 0,0 0,0 0,0 1,0 0,0 0,1 0,-1 1,0 0,1 0,-5 2,3 2,1 0,-1 0,1 0,0 1,0-1,1 1,0 1,0-1,1 1,-1 0,2 0,-1 0,1 0,1 1,-1 0,2-1,-1 1,1 0,0 0,1 0,0-1,0 1,1 0,0 0,1 0,0-1,0 1,1-1,0 1,0-1,5 7,11 11,2-2,1 0,1-1,1-1,0-2,2 0,0-2,2 0,-1-2,31 12,-41-18,84 52,-101-61,1-1,0 1,-1-1,1 1,-1-1,1 1,-1 0,1-1,-1 1,1-1,-1 1,0 0,1-1,-1 1,0 0,0 0,1-1,-1 1,0 0,0 0,0-1,0 1,0 0,0 0,0 0,0-1,0 1,0 0,-1 0,1-1,0 1,0 0,-1-1,1 1,0 0,-1-1,1 1,-1 0,1-1,-1 1,1-1,-1 1,1-1,-1 1,0-1,1 1,-1-1,0 1,1-1,-1 0,0 1,-43 12,43-12,-19 4,1-1,-1-1,0-1,0-1,0 0,1-2,-1 0,0-1,-2-1,20 3,1-1,-1 1,1 0,-1-1,1 1,-1-1,1 1,-1-1,1 0,0 0,-1 0,1 1,0-1,0 0,0-1,-1 1,1 0,0 0,0 0,1-1,-1 1,0 0,0-1,1 1,-1-1,1 1,-1-1,1 1,0-1,-1 1,1-1,0 1,0-1,0 1,0-1,0 1,0-1,1 0,-1 1,1-1,-1 1,1-1,-1 1,1 0,0-1,-1 1,2-1,48-62,41-26,-43 45,-2-3,-2-1,8-15,-31 35,-2-2,-1 0,-1-1,-2-1,-2 0,0-1,-3-1,4-19,-13 49,0 2,0 0,0-1,0 1,0 0,-1 0,0 0,0-1,1 1,-2 0,1 0,0-1,-1 1,1 0,-1 0,0 0,0 0,0 0,-1 0,1 0,0 3,0 0,0 0,0 0,1 0,-1 0,0 0,0 0,0 1,0-1,0 0,1 1,-1-1,0 0,0 1,1-1,-1 1,0-1,1 1,-1-1,0 1,1 0,-1-1,1 1,-1 0,1 0,-1-1,1 1,0 0,-1 0,1 0,0-1,-1 2,-6 15,1 0,0 0,2 1,-1 0,2 0,1 1,0-1,1 1,1 2,3 43,3-1,2 0,3 0,3-1,15 42,17 78,-35-136,-10-46,-1 0,0 0,1 1,-1-1,1 0,-1 0,1 0,-1 0,1 1,-1-1,1 0,-1 0,1 0,-1 0,1 0,0 0,-1 0,1-1,-1 1,1 0,-1 0,1 0,-1 0,0-1,1 1,-1 0,1 0,-1-1,1 1,-1 0,0-1,1 1,-1-1,0 1,1 0,-1-1,0 1,0-1,1 1,-1-1,0 1,0-1,0 1,1-1,-1 1,0-1,0 1,0-1,0 1,0-1,0 1,0-1,0 1,0-1,-1 1,1-1,0 1,0-1,0 1,-1-1,1 1,7-25,-1-2</inkml:trace>
  <inkml:trace contextRef="#ctx0" brushRef="#br0" timeOffset="57574.328">17578 3084,'12'-4,"16"0,23 4,18 1,13 3,7 1,-12-1</inkml:trace>
  <inkml:trace contextRef="#ctx0" brushRef="#br0" timeOffset="57823.646">18139 3285,'0'16,"1"1,1-1,0 0,1-1,1 1,0 0,1-1,0 0,2 0,0-1,0 1,1-1,1-1,0 0,1 0,1-1,0 0,3 2,7 12,-12-15,-6-7,1 0,-1 0,1 0,-1 0,-1 1,1-1,-1 1,1 0,-1 0,-1 0,1 0,0 2,-3-6,1 1,-1 0,0-1,0 1,0-1,0 1,0-1,0 1,0-1,-1 0,1 1,0-1,-1 0,1 0,-1 0,1 0,-1 0,0 0,1-1,-1 1,0-1,0 1,1-1,-1 1,0-1,0 0,0 0,1 0,-1 0,0 0,0 0,0-1,1 2,-17-1,0 0,0-1,0-1,1 0,-1-2,1 0,-1-1,1 0,1-2,-1 0,1 0,0-2,1 0,0-1,0-1,-19-14</inkml:trace>
  <inkml:trace contextRef="#ctx0" brushRef="#br0" timeOffset="57986.21">18246 3205,'21'-12,"17"-5,15 0,11 0,7 1,-10 3</inkml:trace>
  <inkml:trace contextRef="#ctx0" brushRef="#br0" timeOffset="58235.545">18835 3258,'13'0,"17"0,14 0,11 0,5-2,1-1,-2-2,-7 0,-10-2,-12-2,-12 1</inkml:trace>
  <inkml:trace contextRef="#ctx0" brushRef="#br0" timeOffset="58487.546">19049 3031,'-14'16,"-4"12,3 13,7 8,6 5,6 5,2 1,1 0,-4-4,-4-5,-5-3,0-11</inkml:trace>
  <inkml:trace contextRef="#ctx0" brushRef="#br0" timeOffset="59156.602">19931 2924,'-2'-12,"0"1,0 0,-1 0,-1 1,1-1,-2 1,0 0,0 0,-1-1,3 7,1 1,-1-1,0 1,0-1,0 1,0 0,-1 1,1-1,-1 0,1 1,-1 0,0 0,0 0,0 0,0 1,-1-1,1 1,0 0,-1 0,1 1,0-1,-1 1,1 0,-2 0,-4 1,0 1,0 0,0 0,0 1,1 0,-1 0,1 1,0 0,0 1,1 0,-1 1,1 0,0 0,0 0,1 1,0 0,0 1,1 0,0 0,0 0,1 0,0 1,0 0,1 0,0 1,1-1,0 1,0-1,1 1,1 0,-1 0,2 0,-1 0,1 0,2 10,7 1,0 0,2-1,0-1,2 0,0 0,1-1,0-1,2 0,0-2,1 1,0-2,1 0,3 0,-9-4,47 36,-30-25,-1 2,-1 1,-1 0,15 20,-40-43,1 0,-1 0,0 0,0 1,0-1,0 0,0 1,0-1,0 1,0-1,0 1,-1 0,1-1,0 1,-1 0,0-1,1 1,-1 0,0 0,0-1,0 1,0 0,0 0,0-1,-1 1,1 0,-1-1,1 1,-1 0,1-1,-1 1,0-1,0 1,0-1,0 1,0-1,0 1,0-1,0 0,-1 0,1 0,-1 0,1 0,0 0,-1 0,0 0,-1 0,-12 5,0-1,0-1,-1 0,0-2,0 0,0 0,0-1,0-1,0-1,-11-2,-20-7,46 9,0 1,0 0,-1-1,1 1,0-1,0 1,0-1,0 0,1 1,-1-1,0 0,0 0,0 0,0 1,1-1,-1 0,0 0,1 0,-1 0,1 0,-1 0,1-1,0 1,-1 0,1 0,0 0,0 0,-1 0,1-1,0 1,0 0,1 0,-1 0,0 0,0-1,0 1,1-1,3-5,0 0,1 0,0 1,0 0,0-1,1 2,0-1,0 1,0 0,1 0,4-2,12-11,16-11,-2-3,0-1,-3-1,-1-2,-1-1,-2-2,-2-1,-2-1,-1-2,18-43,-31 55,-2 0,-1-1,-2 0,0 0,-3-1,1-19,-10 4,5 48,0-1,-1 0,1 0,0 0,0 1,-1-1,1 0,0 0,-1 0,1 1,-1-1,1 0,-1 1,1-1,-1 0,0 1,1-1,-1 1,0-1,1 1,-1-1,0 1,0 0,1-1,-1 1,0 0,0-1,0 1,1 0,-1 0,0 0,0 0,0 0,0 0,0 0,1 0,-1 0,0 0,0 1,0-1,0 0,1 0,-1 1,0-1,0 0,1 1,-1-1,0 1,0 0,-7 7,1 0,0 0,1 1,-1 0,2 0,-1 0,1 1,1 0,-1 0,2 0,0 0,0 1,1 0,0-1,0 1,1 0,-3 32,2 0,2 0,1 0,3 0,1 0,2-1,2 0,2 0,2-1,1-1,2 0,2-1,4 3,-17-29,1 0,1-1,0 0,1 0,0-1,1 0,0 0,0-1,2 0,6 6,-15-15,0 0,0 1,0-1,0 0,0-1,0 1,0 0,0-1,0 1,0-1,1 1,-1-1,0 0,0 0,0 0,1 0,-1 0,0-1,0 1,0-1,0 1,0-1,0 0,0 0,0 0,0 0,0 0,0 0,0-1,0 1,-1-1,1 1,-1-1,1 1,-1-1,0 0,0 0,1 0,-1 0,0 1,0-2,11-21</inkml:trace>
  <inkml:trace contextRef="#ctx0" brushRef="#br0" timeOffset="59406.932">20145 3031,'14'2,"17"3,21 4,16 1,13 0,4 0,-12-1</inkml:trace>
  <inkml:trace contextRef="#ctx0" brushRef="#br0" timeOffset="60266.483">20667 3258,'60'-4,"-48"3,1-1,-1 2,1 0,-1 0,1 1,-1 0,1 2,-1-1,1 1,-12-3,1 1,-1-1,1 1,-1-1,1 1,-1-1,1 1,-1 0,1 0,-1-1,0 1,1 0,-1 0,0 1,0-1,0 0,0 0,0 0,0 1,0-1,0 1,0-1,-1 1,1-1,-1 1,1-1,-1 1,1-1,-1 1,0-1,0 1,0 0,0-1,0 1,0 0,0-1,-1 1,1-1,0 1,-1-1,1 1,-1-1,0 1,1-1,-1 1,0-1,0 0,0 1,-1 0,-138 118,139-120,0 1,1 0,-1 0,0 0,1-1,-1 1,1 0,-1 0,1 0,-1 0,1 0,-1 0,1 0,0 0,0 0,0 0,0 0,-1 0,1 0,0 0,1 0,-1 0,0 0,0 0,0 0,1 0,-1 0,0 0,1 0,-1 0,1 0,-1 0,1 0,-1 0,1-1,0 1,0 0,-1 0,1-1,0 1,0-1,0 1,0 0,-1-1,1 1,0-1,0 0,0 1,0-1,0 0,0 0,0 1,0-1,1 0,38-24,-30 21,-1 0,1 0,0 1,0 0,0 1,0 0,1 1,-1 0,0 0,0 1,0 0,0 1,0 0,0 1,0 0,0 1,-1 0,0 0,0 1,0 0,0 0,-1 1,0 1,0-1,-1 1,1 0,-1 1,-1 0,0 0,0 0,0 1,0 3,-4-9,-1 0,0 1,0-1,0 0,0 1,-1-1,1 1,-1-1,0 1,0-1,0 1,0-1,-1 1,1-1,-1 0,0 1,0-1,0 0,-1 1,1-1,-1 0,0 0,0 0,0 0,0-1,0 1,0 0,-1-1,1 0,-1 1,0-1,0 0,0 0,0-1,0 1,0-1,0 1,-18 7,0-1,0-1,0-1,-1 0,0-2,0-1,0 0,0-2,-1 0,1-2,-8-1,-51 3,81-1,0 0,0 0,0 0,0 0,0 0,0 0,0 1,1-1,-1 0,0 0,0 0,0 0,0 0,0 1,0-1,0 0,0 0,0 0,0 0,0 0,0 1,0-1,0 0,0 0,19 3,-5-4</inkml:trace>
  <inkml:trace contextRef="#ctx0" brushRef="#br0" timeOffset="65204.654">10934 2870,'-11'893,"9"-814,4 0,3 0,4 0,13 50,-20-121,-2-3,1-1,-1 1,1-1,0 0,0 1,0-1,0 0,1 0,0 0,0 0,0 0,0 0,1 0,-1-1,1 1,0-1,0 0,1 0,-1 0,0 0,1-1,0 1,-1-1,1 0,0 0,4 1,141-19,82-3,35 9,-221 9,975-14,24-15,2383 31,-2684-9,319 1,-658 8,1234-1,-1425 28,-202-27,1-1,0 0,-1-1,1 0,-1 0,1-2,-1 1,1-1,-1-1,0 0,-1-1,1 0,-1 0,0-1,0-1,-1 0,4-3,-9 4,0 0,-1 0,0 0,0 0,-1-1,0 1,0-1,0 0,-1 0,0 1,0-7,2-5,24-130,-6-1,-6-1,-8-1,-6 1,-6-1,-7 1,-28-130,-61-148,99 419,-27-65,28 71,0 1,-1 0,1 0,-1 0,1 0,-1 0,0 0,0 0,0 0,0 0,0 1,0-1,0 1,0 0,-1 0,1 0,-1 0,1 0,-1 0,1 0,-1 1,1-1,-1 1,1 0,-1 0,0 0,-1 0,-8 3,0 1,1 0,0 1,0 0,0 1,1 0,0 1,0 0,-3 3,-25 16,9-12,0-2,0-1,-1-1,0-2,-1-1,0-1,0-2,-1-1,1-1,0-2,-29-3,31 3,-589-28,-276-3,-234 55,4 34,1003-53,1 4,0 6,1 6,-16 8,-18 4,-2-8,-84 2,47-16,-65-10,-55 2,-130 3,-63-22,-227 6,494 12,-15 7,-57 18,252-21,-495 19,166-12,324-10,0 2,1 4,-18 6,25-6,-1-3,-1-1,-40-4,94-1,0 0,0-1,0 1,0 0,1 0,-1 1,0-1,0 1,0-1,1 1,-1 0,0 0,1 0,-1 0,1 1,-1-1,1 1,-1-1,1 1,0 0,0 0,0 0,0 0,0 0,1 1,-1-1,1 0,-1 1,1-1,0 1,0 0,-1 2,-14 33,-2 0,-2 0,-1-2,-5 4,-16 16</inkml:trace>
  <inkml:trace contextRef="#ctx0" brushRef="#br0" timeOffset="74099.894">1455 5384,'-136'0,"179"5,187 3,71-14,-103 1,41 6,-209 11,-29-3</inkml:trace>
  <inkml:trace contextRef="#ctx0" brushRef="#br0" timeOffset="74656.228">3086 5196,'-11'16,"-4"17,-2 16,3 16,5 10,7 8,8 7,5 3,4 2,-2 1,-2-3,-4-7,-2-19</inkml:trace>
  <inkml:trace contextRef="#ctx0" brushRef="#br0" timeOffset="74957.423">2886 5370,'2'-12,"0"0,0 0,1 0,1 0,0 0,0 1,1 0,1 0,0 0,0 0,1 1,0 0,1 1,0 0,1 0,0 0,0 1,0 1,1-1,1 2,-1-1,1 1,0 1,0 0,1 1,-1 0,1 0,0 2,0-1,0 1,1 1,-1 0,0 1,1 1,-1-1,0 2,0 0,0 0,0 1,0 1,0 0,1 1,-8-3,1 1,0-1,-1 1,0 0,0 1,0 0,0-1,0 1,-1 1,0-1,0 1,0 0,0-1,-1 2,0-1,0 0,0 1,-1-1,1 1,-1 0,-1 0,1 0,-1 0,0 0,0 0,-1 0,0 0,0 0,-1 0,1 1,-1-1,0 0,-1 0,0-1,1 1,-2 0,-2 5,0-4,0 1,-1-1,0 0,0 0,0 0,-1-1,0 0,-1-1,1 1,-1-1,0-1,0 1,-1-2,1 1,-1-1,0 0,1-1,-1 0,-1 0,1-1,-8 0,16-1,-1 0,0 0,1 0,-1 0,0-1,0 1,1 0,-1-1,1 0,-1 1,0-1,1 0,-1 0,1 0,0 0,-1 0,1 0,0 0,-1 0,1 0,0-1,0 1,0-1,0 1,0-1,1 1,-1-1,0 1,1-1,-1 0,1 1,0-1,-1 0,1 1,0-1,0 0,0 1,0-1,0 0,0 0,1 1,-1-1,1 0,-1 1,1-1,-1 1,1-1,0 1,0-1,0 1,0-1,0 1,0 0,0-1,17-19</inkml:trace>
  <inkml:trace contextRef="#ctx0" brushRef="#br0" timeOffset="75668.421">3755 5303,'-5'-4,"-7"-5,0-1,0 1,-1 1,0 1,-1-1,1 2,-1 0,-1 1,1 0,-1 1,0 1,0 0,-2 1,14 2,-1 0,0 1,0 0,1 0,-1 0,1 0,-1 1,1-1,-1 1,1 0,0 0,0 0,0 0,0 1,0-1,0 1,1 0,-1 0,1 0,0 0,0 0,0 0,0 1,0-1,1 1,0-1,0 1,0-1,0 1,0 0,0 0,0 4,0 0,0 0,0-1,1 1,0 0,1 0,0 0,0-1,0 1,1 0,0-1,1 1,0-1,3 6,-3-8,0-1,0 0,0 0,1 0,-1-1,1 1,0-1,0 0,0 0,1 0,-1-1,1 0,-1 1,1-2,0 1,0 0,0-1,0 0,0 0,0 0,0-1,0 0,0 0,1 0,-1-1,0 1,0-1,0-1,4 1,0-2,0 1,-1-1,0 0,1-1,-1 0,0 0,-1-1,1 0,-1-1,0 1,0-1,-1 0,1-1,2-5,26-70,-25 48,-2 56,-7-15,1-1,-1 1,1-1,1 0,-1 0,1 0,0 0,0 0,1-1,0 1,0-1,0 0,0 0,1-1,0 1,0-1,0 0,0 0,1-1,0 1,-1-1,1 0,1-1,-1 0,0 0,0 0,1-1,-1 1,1-1,-1-1,1 0,-1 0,1 0,0 0,4-2,-7 0,0 1,1-1,-1 0,0-1,0 1,-1-1,1 0,-1 0,1 0,-1 0,0 0,0-1,0 1,0-1,-1 0,0 0,1 0,-2 0,1 0,0-1,-1 1,0-1,1-3,5-111,-7 85,0 32,0 0,-1 0,1 0,0-1,1 1,-1 0,0 0,1 0,-1-1,1 1,0 0,0 0,0 0,0 0,0 0,0 0,0 1,0-1,1 0,-1 1,1-1,-1 1,1-1,0 1,0-1,0 1,-1 0,1 0,0 0,0 0,1 1,-1-1,0 0,0 1,0-1,0 1,0 0,1 0,1 0,8-2,1 1,0 0,0 1,0 0,0 1,-1 0,1 1,0 1,-1 0,0 1,1 0,-1 1,-1 0,1 1,-1 0,8 5,-15-5,1 0,-1 0,0 0,-1 0,0 1,0-1,0 1,0 0,-1 0,0 0,-1 0,0 0,0 0,0 0,-1 0,0 1,0-1,-1 0,0 0,0 0,-1 0,0 0,0 0,0 0,-1 0,0-1,-2 2,-13 68,18-73,0-1,0 1,0-1,0 1,0-1,0 1,1-1,-1 1,1-1,-1 1,1-1,0 0,0 0,0 1,1-1,-1 0,0 0,1 0,0 0,-1 0,1 0,0-1,0 1,0 0,0-1,0 0,0 1,0-1,1 0,-1 0,0 0,2 0,82 10,58-28,-71 3</inkml:trace>
  <inkml:trace contextRef="#ctx0" brushRef="#br0" timeOffset="76635.833">5333 5210,'-16'-4,"0"1,0 0,-1 1,1 1,0 0,-1 1,1 1,-15 3,24-3,-1 1,1 0,0 0,0 1,0 0,0 0,1 0,-1 1,1 0,0 0,0 1,0 0,1 0,0 0,0 1,0-1,0 1,1 1,0-1,-1 4,2-6,1 0,0 0,1 0,-1 1,1-1,0 0,0 1,0-1,0 1,1 0,0-1,0 1,0-1,0 1,1-1,0 1,0-1,0 1,0-1,1 1,0-1,0 0,0 0,0 0,1 0,-1 0,1-1,0 1,0-1,0 0,1 0,1 2,10 4,0-1,1-1,0 0,0-1,1-1,0 0,0-1,0-1,0-1,0 0,0-1,1-1,14-2,-11 2,-1 0,1-2,-1-1,1 0,-1-1,0-2,0 0,-1-1,0 0,0-2,-1 0,0-2,0 0,-1 0,-1-2,0 0,0-1,-2 0,0-2,4-4,7-55,-26 70,-1 13,-2 15,4-17,-1 0,1 0,0 0,0 1,1-1,0 0,0 0,1 0,-1 0,1 0,1 0,-1-1,1 1,0-1,0 1,0-1,1 0,0 0,0-1,0 1,1-1,-1 0,1 0,0 0,0-1,0 0,1 0,-1 0,1 0,4 0,1 1,1-1,-1-1,1 0,0-1,0 0,0-1,-1 0,1-1,0 0,0-1,-1 0,1-1,-1-1,0 1,0-2,0 1,0-2,-1 1,0-1,0-1,0 0,-1 0,3-4,-7 5,-1 1,0-1,0 0,0 0,-1 0,0 0,0-1,-1 1,0-1,0 0,0 1,-1-1,0 0,0-7,2 25,1 0,0-1,0 1,1-1,0 0,1 0,1-1,-1 1,1-2,1 1,0-1,0 0,0 0,1-1,0 0,1-1,-1 0,1 0,0-1,1-1,10 4,-18-7,0-1,0 1,-1-1,1 1,0-1,0 0,0-1,0 1,-1 0,1-1,0 1,0-1,0 0,-1 0,1 0,-1 0,1-1,-1 1,1-1,-1 1,0-1,1 0,-1 0,0 0,0 0,-1 0,1 0,0-1,-1 1,1-1,-1 1,0-1,0 0,0 1,26-99,-14-110,-13 209,0 1,0 0,0-1,0 1,0-1,0 1,0 0,0-1,1 1,-1 0,0-1,1 1,0 0,-1-1,1 1,0 0,-1 0,1 0,0 0,0 0,0 0,0 0,0 0,0 0,0 0,0 0,1 0,-1 1,0-1,0 1,1-1,-1 1,0-1,1 1,-1 0,0-1,1 1,-1 0,1 0,-1 0,149 44,-112-33,-14-5,-1 0,0 2,-1 0,0 2,0 0,-1 2,15 10,-33-19,1 0,-1 1,0-1,0 1,0 0,0 0,-1 0,1 0,-1 0,0 0,-1 1,1-1,-1 1,1-1,-1 1,-1 0,1 0,-1-1,0 1,0 0,0 0,0-1,-1 1,0 0,0-1,0 1,-1 0,0-1,1 0,-2 1,1 0,1-4,0 0,1 0,-1 0,1 0,-1 0,1 0,-1 0,1 0,0 0,0 0,-1 0,1 1,0-1,0 0,0 0,0 0,0 0,1 1,-1-1,0 0,0 0,1 0,-1 0,1 0,-1 0,1 0,-1 0,1 0,0 0,-1 0,1 0,0 0,0 0,0-1,-1 1,1 0,0-1,0 1,0 0,0-1,0 1,1-1,-1 0,0 1,0-1,0 0,0 0,0 1,0-1,1 0,-1 0,0 0,0-1,0 1,42 3,0-2,0-2,0-2,32-6,-36 4,39-4,-7 2</inkml:trace>
  <inkml:trace contextRef="#ctx0" brushRef="#br0" timeOffset="82269.94">7659 5130,'-26'-7,"0"1,0 1,-1 2,1 1,-1 0,0 2,0 2,1 0,-1 1,1 2,-23 7,39-8,0 0,0 1,1 0,0 0,0 1,1 1,-1-1,-5 7,12-11,0 0,0 0,0 0,0 1,0-1,0 0,1 1,-1 0,1-1,-1 1,1 0,0 0,0-1,0 1,1 0,-1 0,1 0,0 0,0 0,0 0,0 0,0 0,0 0,1 0,-1 0,1 0,0 0,0 0,0 0,1-1,-1 1,1 1,4 1,0 1,0-1,1 0,0-1,0 1,0-1,0-1,0 1,1-1,0-1,-1 1,1-1,0-1,0 1,0-1,1-1,-1 1,0-2,7 0,-1 2,-1-2,1 0,-1 0,0-1,0-1,0 0,0 0,0-2,-1 0,0 0,0-1,0 0,0-1,-1-1,0 1,-1-2,0 0,0 0,-1-1,0 0,-1 0,0-1,6-10,-20 73,4 28,3 0,3 0,4 0,10 33,10 121,-27-218,0 0,-1 0,-1-1,0 1,-1 0,-1 0,-2 3,4-15,0 0,0 0,-1 0,1 0,-1 0,0-1,0 1,0 0,-1-1,0 0,1 1,-1-1,0 0,0-1,-1 1,1 0,-1-1,1 0,-1 0,0 0,1 0,-1 0,0-1,0 0,-1 0,1 0,0 0,0-1,-1 1,-3-1,1-1,-1 0,0 0,1 0,0-1,-1 0,1 0,0-1,0 0,0 0,1-1,-1 1,1-2,0 1,0-1,0 0,0 0,1 0,0-1,0 0,-2-3,-4-6,1-1,1 0,0-1,1 1,0-2,2 1,0-1,0-5,1 6,1 0,0 0,2 0,0-1,1 1,0 0,2-1,0 1,1 0,1-1,0 1,1 0,1 1,1-1,0 1,1 0,1 1,0-1,3-1,11-7,0 0,2 2,0 1,2 1,0 1,1 1,1 2,1 0,28-10,79-48,-110 59,-1-2,-2 0,1-2,-2 0,-1-1,0-2,-1 0,2-6,-21 27,1 0,-1 1,0-1,-1 0,1 0,0 0,0 0,0 0,0 0,-1 0,1 0,-1 0,1 0,-1-1,1 1,-1 0,1 0,-1 0,0-1,0 1,0 0,0 0,0-1,0 1,0 0,0-1,0 1,0 0,-1 0,1 0,0-1,-1 1,0 0,1 0,-1 0,1 0,-1 0,0 0,0 0,0 0,1 0,-1 0,0 0,-1 0,-5 1,1 1,-1 0,1 1,0-1,0 1,0 1,0-1,0 1,0 0,0 0,1 1,0-1,0 1,0 1,0-1,0 1,-1 2,1-3,1 1,-1 0,1 1,0-1,1 0,-1 1,1 0,0 0,1 0,-1 0,1 0,0 1,1-1,0 1,0-1,0 1,1-1,0 1,0 0,0-1,1 1,0-1,1 1,-1-1,1 1,0-1,1 0,-1 0,1 0,1 0,-1-1,1 1,2 2,7 5,1 0,0 0,0-2,1 0,1 0,0-1,0-1,1-1,0 0,1-2,0 0,0 0,0-2,6 1,-21-4,1 0,-1 0,0-1,0 1,0-1,0 0,1 0,-1 0,0 0,0 0,0-1,0 1,1-1,-1 0,0 0,0 0,0 0,0-1,-1 1,1-1,0 0,-1 1,1-1,-1 0,1-1,-1 1,0 0,0-1,0 1,1-2,3-15,-1 1,0-1,-1-1,-1 1,-1 0,0-1,-2 1,0-2,0 2,4-113,-4 131,0 0,0 0,0 0,0 0,1 0,-1 1,0-1,1 0,-1 0,1 0,-1 0,1 0,0 0,-1 1,1-1,0 0,-1 0,1 1,0-1,0 0,0 1,0-1,-1 1,1 0,0-1,0 1,0-1,0 1,0 0,0 0,0 0,0-1,0 1,0 0,0 0,0 1,0-1,0 0,0 0,0 0,0 1,0-1,0 0,41 22,-21-9,-1 1,-1 0,0 2,-1 0,-1 1,-1 1,0 1,-1 0,11 19,-22-27,0-1,-1 1,0 0,-1 0,0 0,-1 0,0 0,0 0,-2 1,1 3,0 27,1-39,0 1,1 0,-1-1,1 1,0-1,0 0,0 0,1 1,-1-1,1-1,-1 1,1 0,0-1,0 1,0-1,1 0,-1 0,1 0,-1 0,1-1,-1 1,1-1,0 0,-1 0,1-1,0 1,0-1,0 1,0-1,0 0,-1-1,1 1,0-1,0 0,0 0,60 0,0-4,-1-2,0-3,0-3,26-10,-83 21,15-2,1-1,-1-1,-1 0,1-2,-1-1,0 0,-1-2,0 0,-1-1,0 0,-1-2,6-6,-21 19,-1 0,1 0,-1 0,1-1,-1 1,0 0,1-1,-1 1,0-1,0 1,0-1,0 0,-1 1,1-1,0 0,-1 0,1 0,-1 1,1-1,-1 0,0 0,0 0,0 0,0 0,0 0,0 1,-1-1,1 0,0 0,-1 0,0 0,1 1,-1-1,0 0,0 1,0-1,0 1,0-1,0 1,-1-1,1 1,0 0,-1-1,1 1,-1 0,1 0,-1 0,-1 0,-7-1,0 0,0 1,-1 1,1-1,0 2,-1 0,1 0,0 0,0 2,0-1,0 1,0 1,1-1,-1 2,1-1,0 1,0 1,1 0,0 0,0 0,0 1,-5 6,10-10,0 0,1 0,-1 0,1 1,0-1,0 1,0-1,0 1,1 0,0-1,-1 1,1 0,0 0,1 0,-1 0,1 0,0 0,0 0,0 0,0 0,1 0,-1 0,1 0,0 0,1 0,-1-1,1 1,-1 0,1-1,0 1,0-1,1 0,-1 1,1-1,13 11,1-1,1-1,0-1,1 0,0-2,1 0,-1-1,2-1,-1 0,1-2,0 0,0-2,0 0,1-2,29 7,-1-2,1-3,0-1,0-4,0-1,0-2,-1-3,0-2,38-13,-76 20,-1-1,1 0,-1-1,-1 0,1-1,-1 0,0-1,0 0,0 0,-1-1,3-4,-12 11,1 1,0-1,0 0,-1 0,1 0,-1 0,1 0,-1-1,1 1,-1 0,1 0,-1 0,0 0,0 0,0-1,0 1,0 0,0 0,0 0,0 0,0-1,0 1,-1 0,1 0,0 0,-1 0,1 0,-1 0,1 0,-1 0,0 0,1 0,-1 0,0 0,0 0,0 0,1 0,-1 1,0-1,0 0,0 1,0-1,0 1,-1-1,-51-17,51 18,-12-5,-2 1,1 0,0 1,-1 1,1 0,-1 2,0-1,1 2,-1 0,0 1,1 1,-1 0,1 1,0 0,-4 4,16-7,1 0,-1 0,1 0,0 1,0-1,0 1,0 0,0 0,0 0,0 0,0 0,1 0,-1 0,1 0,0 1,-1-1,1 1,0-1,0 1,1-1,-1 1,0-1,1 1,0 0,0-1,0 1,0 0,0-1,0 1,0 0,1-1,0 1,-1 0,1-1,0 1,0-1,0 0,1 1,-1-1,1 0,-1 1,1-1,1 2,6 1,0 0,0-1,0 0,1 0,-1-1,1 0,0-1,-1 0,1 0,1-1,-1 0,0-1,0 0,0-1,0 0,0-1,0 0,1 0,-2 0,0 1,0-1,0-1,0 0,-1 0,1-1,-1 0,1 0,-1-1,-1 0,1 0,-1-1,0 0,0 0,0-1,-1 0,0 0,-1-1,0 1,0-1,0 0,-1-1,2-4,-8 0,-9 31,10-16,0 1,0-1,0 1,0-1,0 1,0-1,1 1,-1-1,1 1,0 0,0-1,0 1,0 0,0-1,0 1,1 0,0-1,-1 1,1-1,0 1,0-1,0 1,0-1,1 0,-1 1,1-1,0 0,-1 0,1 0,0 0,0 0,0-1,0 1,2 1,11 3,-1 0,1-1,0-1,0 0,1-1,-1 0,1-1,-1-1,1-1,4 0,-3 1,88-1,0-4,47-10,-29 0</inkml:trace>
  <inkml:trace contextRef="#ctx0" brushRef="#br0" timeOffset="83288.261">11643 4756,'0'-54,"0"172,5 0,5 0,16 65,-26-181,0 0,0 0,0 0,0 0,0 0,0 0,0 0,0-1,1 1,-1 0,1 0,0 0,0 0,-1 0,1-1,0 1,0 0,0-1,1 1,-1-1,0 1,1-1,-1 1,1-1,-1 0,1 0,0 0,-1 0,1 0,0 0,0 0,0-1,-1 1,1 0,0-1,0 0,0 1,0-1,0 0,0 0,0 0,0 0,0-1,0 1,0-1,14-7,-1 0,0-1,-1-1,0-1,-1 0,3-4,66-47,-10 36,-70 26,0 0,-1-1,1 1,-1 0,1 0,-1 0,1 0,0 0,-1 1,1-1,-1 0,1 1,-1-1,1 1,-1 0,1-1,-1 1,0 0,1 0,-1 0,0 0,0 0,1 0,-1 0,0 0,0 0,0 1,-1-1,1 0,0 1,0-1,-1 1,1-1,-1 1,1-1,-1 1,1-1,-1 1,0-1,0 1,0 0,0-1,0 1,0-1,-1 1,-1 7,-1-1,0 0,0 0,-1 0,0-1,0 1,-1-1,0 0,0 0,-1-1,1 1,-2-1,1 0,-1-1,1 0,-2 0,1 0,0-1,-1 0,0 0,0-1,0 0,-7 1,-43 7,57-11,-1 0,1 0,-1 0,1 0,-1-1,1 1,-1 0,1-1,-1 0,1 1,0-1,-1 0,1 1,0-1,-1 0,1 0,0 0,0 0,0 0,0-1,0 1,0 0,0 0,1-1,-1 1,0 0,1-1,-1 1,1-1,-1 1,1-1,0 1,-1-1,1 1,0-1,0 0,2-7,0 0,0 0,1 0,0 0,1 1,0-1,0 1,1 0,0 0,0 1,1-1,0 1,0 1,1-1,0 1,0 0,8-5,-3 1,1 1,1 0,-1 0,1 2,1 0,0 0,0 1,0 1,0 1,1 0,0 1,5 0,-17 2,-1 1,1-1,0 1,-1 0,1 0,0 0,-1 1,1-1,-1 1,1 0,-1 0,1 0,-1 1,1-1,-1 1,0 0,0 0,0 0,0 0,0 0,0 1,-1-1,1 1,-1 0,0 0,0 0,0 0,0 0,0 0,0 0,-1 1,0-1,0 1,0-1,0 1,5 31,-6-30,0 0,0 1,1-1,-1 1,1-1,1 0,-1 0,1 0,-1 0,1 0,1 0,-1 0,1 0,0-1,0 1,0-1,1 0,-1 0,1 0,0-1,0 1,0-1,1 0,-1 0,1 0,3 0,0-1,0 0,0-1,1 0,-1 0,1-1,-1 0,1 0,-1-1,0-1,1 1,-1-1,0-1,0 1,0-1,0-1,-1 1,1-1,-1-1,0 1,0-1,0-1,-1 1,0-1,0 0,0-1,-1 1,0-1,0 0,-1 0,0-1,0 1,-1-1,0 0,0 0,1-4,-1-1,0 0,-1 0,-1 0,0-1,-1 1,0 0,-1-1,-1-3,2 17,0 1,-1-1,1 0,0 0,0 0,-1 0,1 1,0-1,-1 0,1 0,0 0,-1 0,1 0,0 0,-1 0,1 0,0 0,-1 0,1 0,0 0,-1 0,1 0,0 0,-1 0,1 0,0 0,-1 0,1-1,0 1,0 0,-1 0,1 0,0-1,0 1,-1 0,1 0,0-1,0 1,-1 0,1 0,0-1,0 1,0 0,0-1,0 1,-1 0,1-1,0 1,0 0,0-1,-9 34,7-25,0 0,0 0,1 0,0 1,0-1,1 0,0 1,0-1,1 1,1-1,-1 0,1 0,0 0,1 0,0 0,0 0,1-1,0 1,0-1,1 0,0 0,0-1,1 1,-1-1,1 0,1-1,6 6,95 23,-52-26</inkml:trace>
  <inkml:trace contextRef="#ctx0" brushRef="#br0" timeOffset="84301.106">13046 4996,'-15'8,"0"1,1 0,0 0,0 2,1 0,0 0,1 2,7-9,1 0,1 1,-1 0,0 0,1 0,0 0,0 0,1 1,-1-1,1 1,0 0,1-1,0 1,0 0,0 0,0 0,1 0,0 0,0 0,1 0,0 3,0-5,0 0,1 0,0 0,0-1,0 1,0 0,0-1,1 0,0 1,-1-1,1 0,0 0,1-1,-1 1,0-1,1 1,-1-1,1 0,0 0,0-1,0 1,0-1,0 0,3 1,104 8,-89-11,0-1,0-1,0-1,-1-1,1-1,-1-1,0-1,-1 0,0-2,0 0,-1-1,-1-1,0-1,0-1,-1 0,-1-1,11-13,0-6,-1-1,-3-1,0-1,-2-1,-2-1,-2-1,-2 0,-1-1,-2 0,4-31,-12 63,-1-1,-1 0,0 0,0 0,-1 0,0-1,-1 1,0 0,-1 0,0-1,-1 1,0 0,0 0,-1 1,0-1,-1 0,0 1,0 0,-1 0,-4-6,6 13,0-1,0 1,-1 0,1 0,0 0,-1 0,0 0,1 1,-1 0,0-1,1 1,-1 1,0-1,0 1,0-1,0 1,0 0,0 0,0 1,0-1,0 1,1 0,-1 0,0 0,0 1,1-1,-4 3,-1 0,-1 1,1 0,0 1,1 0,0 0,0 1,0-1,1 1,-1 1,2-1,-1 2,-5 12,1 0,1 1,1 0,1 0,1 0,2 1,0 0,1 0,1 0,1 1,1-1,1 0,1 0,1 0,1 0,1 0,1-1,7 15,-8-17,1 0,2 0,0-1,1 0,0 0,2-1,0 0,1-1,1 0,1-1,0-1,1 0,0-1,1-1,1 0,0-1,18 9,-27-18,0-1,0 0,0-1,0 0,0 0,0-1,1 0,-1 0,0-1,0 0,0 0,0-1,0 0,0-1,0 0,0 0,-1 0,0-1,1 0,-2-1,1 1,0-1,-1-1,0 1,0-1,0 0,-1 0,0-1,0 0,1-3,7-9,-1-1,-1 0,0-1,-2 0,0-1,-2 0,0 0,-1-1,1-14,-7 36,1 0,0 0,-1-1,1 1,-1 0,0 0,1-1,-1 1,0 0,0-1,0 1,0 0,0-1,0 1,0 0,0 0,-1-1,1 1,0 0,-1-1,1 1,-1 0,1 0,-1 0,0 0,1-1,-1 1,0 0,0 0,0 0,0 1,0-1,0 0,0 0,0 0,0 1,0-1,-1 1,1-1,0 1,-1-1,-3 4,1 1,0 0,0 0,0 1,0-1,1 1,0 0,0 0,0 0,1 0,-1 0,1 1,0-1,1 1,-1 1,-1 0,0 1,0-1,1 1,0-1,1 1,0 0,0 0,0-1,1 1,0 0,1 0,-1 0,2 0,-1-1,1 1,0 0,1-1,-1 1,2-1,-1 0,1 0,0-1,0 1,1-1,0 1,0-1,7 2,0 0,0-1,1-1,0 0,0-1,0 0,0-1,1 0,0-1,0-1,0 0,0-1,0 0,0-1,0-1,0 0,0-1,0-1,0 0,0 0,0-2,1-2,-1 0,1-1,-2 0,1-2,-1 1,0-1,-1-1,0-1,-1 1,-1-2,1 0,-2 0,0 0,0-1,-2-1,0 1,0-1,-1 0,-1-1,-1 0,0 1,-1-1,1-14,-4 123,-1-85,0 1,1-1,0 1,0-1,1 0,0 1,1-1,0 0,0 0,1 0,0 0,0 0,1 0,0-1,0 1,0-1,1-1,1 1,-1 0,1-1,0 0,0-1,1 1,-1-1,1-1,1 1,-1-1,0 0,7 2,-8-5,-1 1,1-1,0-1,0 1,-1-1,1 0,0 0,0 0,0-1,-1 0,1 0,0-1,-1 0,1 1,-1-2,1 1,-1-1,0 0,0 0,0 0,-1-1,1 1,0-2,1-3</inkml:trace>
  <inkml:trace contextRef="#ctx0" brushRef="#br0" timeOffset="84653.163">14477 4675,'-4'-5,"-5"-1,2 1,5 0,2 2</inkml:trace>
  <inkml:trace contextRef="#ctx0" brushRef="#br0" timeOffset="85020.183">15158 4902,'18'3,"18"2,18 1,16-1,10 2,3-2,-7 2,-11-1,-16-1</inkml:trace>
  <inkml:trace contextRef="#ctx0" brushRef="#br0" timeOffset="85268.055">15279 5143,'15'4,"18"3,16-2,14 0,9-1,6-2,4-1,4-1,-13 0</inkml:trace>
  <inkml:trace contextRef="#ctx0" brushRef="#br0" timeOffset="85906.347">16549 4969,'15'-30,"2"1,2 1,0 1,2 1,1 0,10-8,23-29,-19 24,-36 39,0 0,0 0,-1 0,1 0,0 1,0-1,-1 0,1 0,0 0,0 0,0 1,-1-1,1 0,0 0,0 0,0 1,0-1,0 0,0 0,-1 1,1-1,0 0,0 0,0 1,0-1,0 0,0 0,0 1,0-1,0 0,0 1,0-1,0 0,0 0,0 1,1-1,-1 0,0 0,0 1,0-1,0 0,0 0,0 0,1 1,-1-1,0 0,0 0,0 0,1 0,-1 1,0-1,0 0,0 0,1 0,-1 0,0 0,0 0,1 0,-1 1,0-1,0 0,1 0,-1 0,0 0,1 0,-1 0,0 0,0 0,1 0,-1-1,0 3,-3 8,-9 34,1 1,2 1,3-1,1 2,2 2,6-8,1-1,1 1,3-1,2 2,-8-38,-1 0,1 0,-1 0,1 1,-1-1,0 0,-1 0,1 1,-1-1,0 0,0 1,0-1,-1 1,1-1,-1 0,0 0,0 1,-1-1,1 0,-1 0,0 0,0 0,0-1,-1 1,1-1,-1 1,0-1,0 0,0 0,0 0,-1 0,0 0,-2-1,0 0,-1 0,1 0,-1-1,1 0,-1 0,0 0,1-1,-1 0,0-1,1 1,-1-1,1-1,-1 1,1-1,-5-2,11 4,-1-1,1 1,0-1,0 1,-1-1,1 1,0-1,0 1,0-1,0 0,0 1,-1-1,1 1,0-1,0 1,0-1,1 0,-1 1,0-1,0 1,0-1,0 1,0-1,1 1,-1-1,0 1,0-1,1 1,-1-1,0 1,1-1,-1 1,1 0,-1-1,1 1,-1 0,0-1,1 1,-1 0,1-1,0 1,-1 0,1 0,-1 0,1-1,-1 1,1 0,-1 0,1 0,-1 0,1 0,0 0,-1 0,1 0,-1 0,1 1,-1-1,1 0,-1 0,1 0,0 1,-1-1,0 0,1 1,0-1,277-9,-24 0,-215 8</inkml:trace>
  <inkml:trace contextRef="#ctx0" brushRef="#br0" timeOffset="86355.116">17605 5050,'21'-2,"0"-1,-1-1,1-1,-1-1,0 0,0-2,14-7,-22 10,7-2,0 0,0-1,-1-2,0 1,-1-2,0-1,-1 0,0-1,-1 0,0-1,-1-1,6-9,-18 22,0 0,-1 1,1-1,0 0,-1-1,0 1,0 0,0 0,0-1,0 1,0 0,0-1,-1 1,1-1,-1 1,0-1,1 1,-1-1,0 1,-1-1,1 1,0-1,-1 1,1-1,-1 1,0-1,0 1,0 0,0 0,0-1,-1 1,1 0,-1 0,1 0,-1 0,0 1,0-1,1 0,-1 1,0-1,-2 0,-3 1,0-1,0 1,0 1,0-1,-1 1,1 1,0-1,0 1,0 1,0-1,0 1,0 0,0 1,0 0,1 0,-1 0,1 1,0 0,0 0,0 0,1 1,0 0,-1 0,2 0,-1 1,1-1,-1 1,2 0,-1 1,1-1,0 1,0-1,0 1,1 0,0 0,1 0,0 0,-1 6,2-4,-1 0,1-1,1 1,0 0,0 0,1-1,0 1,0-1,1 0,0 0,1 0,0 0,0 0,1 0,-1-1,2 0,-1 0,1-1,0 1,0-1,1-1,-1 1,2-1,-1 0,7 3,2 2,0-2,1 0,1 0,-1-2,1 0,1-1,-1-1,0 0,1-2,0 0,12-1,15-4</inkml:trace>
  <inkml:trace contextRef="#ctx0" brushRef="#br0" timeOffset="86654.829">18246 4756,'-2'12,"0"0,0 0,2 0,-1 0,1 0,1 0,0 0,1 1,0-1,1-1,0 1,1 0,0-1,1 0,0 0,1 0,0-1,1 1,0-1,1-1,-1 0,2 0,-1 0,2-1,-1 0,1-1,0 0,0-1,1 0,0 0,0-1,0-1,0 0,1 0,0-1,0-1,1 1,-9-3,-1 0,0 0,1-1,-1 1,0 0,1-1,-1 0,0 0,0 0,0 0,1-1,-1 1,-1-1,1 0,0 1,0-1,-1-1,1 1,-1 0,1-1,-1 1,0-1,0 1,0-1,-1 0,1 0,0 0,0-3,20-95,-11-52,-11 151,0 0,0 0,1 1,-1-1,1 0,-1 0,1 1,0-1,0 1,0-1,0 1,0-1,0 1,0-1,0 1,0 0,1 0,-1-1,0 1,1 0,-1 0,1 0,0 1,-1-1,1 0,0 1,-1-1,1 1,0-1,0 1,15 0</inkml:trace>
  <inkml:trace contextRef="#ctx0" brushRef="#br0" timeOffset="86986.495">18795 5063,'18'-9,"-1"0,0-2,-1 0,0-1,-1 0,0-1,-1-1,-1 0,0-1,-1 0,0-1,-2-1,1 0,-2 0,0-1,-8 16,0-1,0 0,1 1,-2-1,1 0,0 0,0 1,-1-1,0 0,1 0,-1 0,0 0,-1 0,1 1,0-1,-1 0,1 0,-1 0,0 1,0-1,0 0,-1 1,1-1,0 1,-1-1,0 1,0 0,1-1,-1 1,0 0,-1 0,1 1,0-1,-1 0,1 1,-1-1,1 1,-1 0,1 0,-1 0,0 0,0 0,0 1,1-1,-3 1,0 0,0 0,0 1,0 0,0 0,0 0,0 0,0 1,0 0,1 0,-1 0,1 1,-1-1,1 1,0 0,0 1,0-1,0 1,1-1,-1 1,1 0,0 0,0 1,1-1,-1 1,1-1,-2 5,0 0,1 0,0 0,1 0,0 1,0-1,1 0,0 1,0-1,1 1,1-1,0 1,0-1,0 1,2 2,3 1,0 1,1-1,0 0,1-1,1 0,-1 0,2-1,0 0,0 0,1-1,1-1,-1 0,1 0,1-1,0-1,0 0,0 0,1-2,0 0,0 0,0-1,1-1,-1 0,1-2,0 1,-1-2,1 1,0-2,0 0,7-2,17-8</inkml:trace>
  <inkml:trace contextRef="#ctx0" brushRef="#br0" timeOffset="87926.044">19209 4809,'3'1,"0"0,-1 1,1-1,-1 0,0 1,1 0,-1-1,0 1,0 0,0 0,0 0,0 0,-1 0,1 1,-1-1,1 1,-1-1,1 2,12 24,-2 1,0 0,-2 1,5 23,5 15,-1-32,-18-35,-1 0,1-1,0 1,-1-1,1 0,0 1,-1-1,1 0,0 1,0-1,-1 0,1 0,0 0,0 1,0-1,-1 0,1 0,0 0,0 0,0 0,-1-1,1 1,0 0,0 0,0 0,-1-1,1 1,0 0,-1-1,1 1,0-1,-1 1,1-1,0 1,-1-1,1 1,-1-1,1 0,-1 1,1-1,-1 0,1 1,-1-1,0 0,0 0,1 1,-1-1,0 0,56-141,-24 54,-32 87,1 1,-1-1,1 1,0 0,-1 0,1-1,-1 1,1 0,0 0,-1 0,1 0,0-1,-1 1,1 0,0 0,-1 0,1 1,-1-1,1 0,0 0,-1 0,1 0,0 1,-1-1,1 0,-1 0,1 1,-1-1,1 0,-1 1,1-1,-1 1,1-1,-1 1,1-1,-1 1,0-1,1 1,-1-1,0 1,1-1,-1 1,0 0,0-1,0 1,1 0,-1-1,0 1,0 0,0-1,0 1,0-1,0 1,0 0,0-1,-1 1,1 0,0-1,0 1,-1 0,4 6,5 10,0-1,1-1,1 1,0-2,1 1,0-1,7 5,-13-14,0-1,0 1,0-1,1 0,0-1,0 1,0-1,0 0,0-1,1 1,-1-1,1 0,-1-1,1 0,0 0,0 0,-1-1,1 0,0 0,0-1,1 0,-2 0,-1-1,0 0,1 0,-1-1,0 1,0-1,-1 0,1 0,-1-1,1 1,-1-1,0 0,0-1,-1 1,1 0,-1-1,0 0,0 0,0-2,41-103,-43 106,12-39,-13 43,0 0,0 0,0 0,0 0,0 0,0 0,1 1,-1-1,0 0,0 0,0 0,0 0,0 0,0 0,1 0,-1 0,0 0,0 0,0 0,0 0,0 0,1 0,-1 0,0 0,0 0,0 0,0 0,0 0,1 0,-1 0,0 0,-1 19,0-14,1 128,1-128,-1 0,1 0,1-1,-1 1,1 0,0 0,0-1,0 1,1-1,-1 0,1 0,0 0,0 0,1 0,-1-1,1 1,0-1,0 0,0 0,0 0,0-1,1 1,-1-1,1 0,0 0,18 4</inkml:trace>
  <inkml:trace contextRef="#ctx0" brushRef="#br0" timeOffset="88169.356">19851 4501,'5'14,"10"9,12 7,10 3,-1-4</inkml:trace>
  <inkml:trace contextRef="#ctx0" brushRef="#br0" timeOffset="89589.745">20185 4822,'6'56,"-5"-38,1-1,0 1,1-1,1 0,1 0,0 0,2-1,-6-12,1-1,0 0,0 0,0 1,0-1,0-1,1 1,0 0,-1-1,1 1,0-1,0 0,0 0,0 0,1 0,-1 0,0-1,1 0,-1 0,1 0,0 0,-1 0,1-1,0 1,-1-1,1 0,0 0,0 0,-1-1,1 1,0-1,3-1,2-1,1 0,-1-1,0 0,1 0,-2-1,1-1,-1 1,1-1,-2-1,1 1,5-7,-1 0,-1-1,0 0,-1-1,-1 0,0-1,-1 0,-1-1,-2 1,-21 31,14-13,0 1,-1 1,2-1,-1 0,0 0,1 1,-1-1,1 1,0-1,0 1,1 0,-1-1,1 1,-1 0,1 0,0-1,1 1,-1 0,1-1,-1 1,1 0,0-1,1 1,-1-1,0 1,1-1,0 0,0 0,0 0,0 0,0 0,1 0,0 0,-1-1,1 1,0-1,0 0,1 1,3-1,1 0,-1-1,1 0,0 0,-1-1,1 0,0 0,0-1,-1 0,1 0,-1-1,1 1,-1-2,1 1,-1-1,0 0,0-1,0 0,5-4,0 0,0 0,-1-1,0-1,-1 1,0-2,-1 1,0-1,0-1,-1 0,3-6,-3-3,-8 22,-1-1,1 0,0 0,0 0,0 0,-1 0,1 0,0 0,0 0,0 0,-1 1,1-1,0 0,0 0,0 0,-1 0,1 0,0 0,0 0,-1 0,1-1,0 1,0 0,0 0,-1 0,1 0,0 0,0 0,0 0,0 0,-1 0,1-1,0 1,0 0,0 0,0 0,0 0,-1-1,1 1,0 0,0 0,0 0,0-1,0 1,0 0,0 0,0 0,0-1,0 1,0 0,-3 3,1 0,-1 0,1 0,0 1,1-1,-1 0,0 1,1 0,0-1,0 1,0 0,0 0,1-1,-1 1,1 0,0 0,0 0,0 0,1-1,-1 1,1 0,0 0,0-1,1 1,-1 0,1-1,-1 1,1-1,0 0,0 0,1 1,-1-2,1 1,-1 0,1 0,0-1,0 1,0-1,1 0,1 1,12 5,-1-2,1 0,0 0,0-2,0 0,1-1,-1-1,1-1,0 0,0-1,5-1,-8 0,0 0,0-1,0 0,-1-1,1-1,-1 0,1-1,-1-1,5-3,-13 6,0 0,0-1,0 0,-1 0,0 0,0-1,0 1,0-1,-1 0,1-1,-1 1,-1-1,1 0,-1 0,0 0,0 0,-1 0,1-1,-2 1,1-1,0-5,-1 8,-1 0,0-1,0 1,0 0,0 0,-1-1,0 1,0 0,0 0,0 0,-1 0,1 0,-1 0,0 0,0 0,0 1,-1-1,0 1,1 0,-1-1,0 1,0 1,-1-1,1 0,-1 1,1 0,-1-1,0 1,0 1,0-1,0 1,0-1,0 1,0 0,0 1,-1-1,1 1,0-1,0 2,-4-1,5 1,0 0,0 0,0 0,0 0,0 1,0-1,0 1,1 0,-1 0,1 0,-1 0,1 0,0 0,-1 1,1-1,0 1,1 0,-1-1,0 1,1 0,0 0,-1 0,1 0,1 0,-1 1,0-1,1 0,-1 2,0 3,1-1,-1 1,1-1,1 1,-1-1,1 1,1-1,-1 0,1 1,1-1,-1 0,1 1,3 1,0 0,0 0,1 0,0-1,1 0,-1 0,2-1,-1 0,1-1,0 1,0-2,0 1,1-1,0-1,0 0,1 0,-1-1,1 0,-1-1,1 0,0-1,0 0,0-1,0 0,0 0,-1-1,1-1,0 0,0 0,4-3,-6 0,-1-1,0-1,0 1,0-1,-1-1,0 1,0-1,-1 0,0-1,0 0,-1 0,0 0,-1 0,0-1,0 1,-1-1,0 0,-1 0,0-1,-1 1,0-3,0 13,-1-1,0 1,1 0,-1-1,0 1,1 0,-1-1,0 1,0-1,1 1,-1 0,0-1,0 1,0-1,0 1,1-1,-1 1,0-1,0 1,0-1,0 1,0-1,0 1,0-1,0 1,0 0,-1-1,1 1,0-1,0 1,0-1,0 1,-1-1,1 1,0 0,-1-1,1 1,0 0,0-1,-1 1,1 0,-1-1,1 1,0 0,-1-1,1 1,-1 0,1 0,0 0,-1-1,1 1,-1 0,-2 6,0-1,1 1,0 0,0 0,0 0,1 0,0 1,0-1,0 0,1 0,0 1,0-1,1 0,0 0,0 1,1 3,1-6,0 0,0 0,1 0,-1 0,1-1,0 0,0 1,0-1,1 0,-1-1,1 1,-1-1,1 0,0 0,0-1,0 1,0-1,0 0,0 0,0-1,0 1,0-1,1 0,-1-1,0 1,0-1,0 0,0 0,0-1,0 0,4-2,0 2,0-1,-1-1,0 0,0 0,0-1,0 1,-1-2,0 1,0-1,0 0,-1-1,1 1,-2-1,1 0,-1-1,0 1,-1-1,1 0,-2-1,1 1,0-2,-15 22,10-9,-1 1,1 0,-1-1,1 1,0 0,1 0,-1 0,1 0,-1 0,1 0,1 0,-1 0,0 0,1 0,0 0,0-1,0 1,0 0,1 0,-1-1,1 1,0-1,0 1,0-1,1 0,-1 0,1 0,0 0,0 0,0-1,0 1,0-1,0 0,1 0,0 1,3 0,0 0,0-1,1 1,-1-1,1-1,0 1,-1-1,1-1,0 1,0-1,-1-1,1 1,0-1,-1-1,1 1,0-1,-1-1,0 1,0-1,1-1,-2 1,1-1,0 0,-1-1,0 0,0 0,0 0,-1-1,1 1,-1-1,-1 0,1-1,1-2,10-22,-1 0,-1-1,-2 0,-1-1,-1-1,-3 1,2-12,26-144,3-99,-32 199,-13 83,-1 21,-4 17,1 2,2-1,1 1,2 1,1-1,2 1,2 0,1 26,4-17,1-2,2 1,2-1,2 0,1 0,3-2,1 0,2 0,1-2,2 0,5 2,29 28,-55-68,1 1,-1-1,1 1,-1-1,1 0,-1 0,1 1,-1-1,1 0,-1 0,1 0,-1 1,1-1,-1 0,1 0,-1 0,1 0,0 0,-1 0,1 0,-1 0,1 0,-1-1,1 1,-1 0,1 0,-1 0,1-1,-1 1,1 0,-1-1,1 1,-1 0,1-1,-1 1,1 0,-1-1,0 1,1-1,-1 1,0-1,0 1,1-1,-1 1,0-1,0 1,1-1,-1 1,0-1,0 1,0-1,0 0,0 1,0-1,0 1,0-1,0 1,0-1,-1 0,1 1,0-1,0 1,0-1,-1 0,-1-12,-2 0,1 0,-2 0,0 1,0 0,-1 0,-1 0,0 0,0 1,-4-3,5 5,-59-79,-3 4,-5 2,-39-32,24 24,67 65,21 24,0 1,-1-1,1 0,0 1,0-1,0 0,0 1,0-1,-1 0,1 1,0-1,1 0,-1 0,0 1,0-1,0 0,0 1,1-1,-1 0,0 1,0-1,1 1,-1-1,0 0,1 1,-1-1,1 1,-1-1,1 1,-1-1,1 1,-1-1,1 1,0 0,-1-1,1 1,0 0,-1 0,1-1,0 1,-1 0,1 0,0 0,-1 0,1 0,0 0,-1 0,1 0,0 0,0 0,-1 0,1 0,0 0,-1 1,1-1,0 0,-1 1,1-1,136 10,237 33,-253-31</inkml:trace>
  <inkml:trace contextRef="#ctx0" brushRef="#br0" timeOffset="110417.758">640 517,'-21'6,"0"0,1 1,0 1,1 1,-1 0,2 2,-1 0,-3 4,4 0,1 0,0 1,1 1,0 1,2 0,0 1,1 0,1 1,1 0,0 1,2 0,0 1,2 0,0 1,2-1,0 1,2 0,-1 11,1 18,1-1,3 1,2-1,3 1,1-1,10 29,-3-42,2 1,1-2,2 0,19 28,54 115,-77-138,-3 1,-2 1,-1 0,-3 0,-1 1,-3 0,-1-1,-3 6,2-38,-2 1,0-1,0 0,-1 1,-1-1,0 0,0-1,-1 1,-1-1,0 0,0 0,-1 0,-1-1,0 0,0-1,-1 0,0 0,0-1,-1 0,0 0,-5 2,-132 63,127-64,20-9,0 0,0 0,0 0,0 0,0 0,0 1,1-1,-1 0,0 0,0 0,0 0,0 0,0 0,0 1,0-1,0 0,0 0,0 0,0 0,0 1,0-1,0 0,0 0,0 0,0 0,0 1,0-1,0 0,0 0,0 0,0 0,0 0,0 1,0-1,0 0,0 0,0 0,0 0,0 0,-1 1,1-1,0 0,0 0,0 0,0 0,0 0,19-1,-17 1,4-2,0 1,0 0,0 1,0 0,0-1,0 2,0-1,0 1,0 0,0 0,0 1,0-1,0 1,0 1,-1-1,1 1,-1 0,0 0,0 1,0-1,0 1,-1 0,1 1,-1-1,0 1,0 0,-1 0,1 0,-1 1,6 17,-2 1,-1 0,-1 1,-1-1,-1 1,-1 0,-1 0,-1 0,-1 0,-2 0,-31 431,17-292,-7-2,-8 0,-6-3,-11 11,-23 51,13-42,-22 122,69-242,2 1,3 0,3 0,2 0,3 0,2 0,5 16,8 6,3 0,4-1,4-1,3-1,38 71,-52-119,1 0,1-1,2 0,1-2,1 0,2-2,16 15,-26-28,1-1,0 0,1-2,0 0,1 0,0-2,0 0,1-1,0 0,0-2,0 0,1-1,0-1,17 1,-29-4,-1 1,1-1,-1 0,1-1,0 0,-1 0,1 0,-1 0,0-1,1 0,-1-1,4-2,3-5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8:33.8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1044 1271,'-2'34,"0"-1,-3 1,0-1,-2-1,-2 1,-1-1,-1 0,-2-1,-1-1,-3 4,-10 4,26-38,1 0,-1 0,1 0,0 0,-1 0,1 0,-1 0,1 0,-1 0,1 0,-1 0,1 0,-1 0,1 0,0 0,-1-1,1 1,-1 0,1 0,0-1,-1 1,1 0,-1 0,1-1,0 1,0 0,-1-1,1 1,0-1,0 1,-1 0,1-1,0 1,0-1,0 1,0-1,-1 1,1-1,0 1,0 0,0-1,0 1,0-1,0 1,0-1,0 1,1-1,-1 1,0-1,0 1,0 0,0-1,18-126,8-35,22-101,-43 247,0-1,1 1,1 0,0 0,2 1,-1 0,2 0,3-4,-8 14,-1-1,1 1,0 0,0 1,1-1,-1 1,1 0,0 1,0-1,1 1,-1 0,1 1,-1-1,1 1,0 1,-1-1,1 1,0 0,0 1,0 0,6 0,-5 1,-1 0,0 0,0 1,1-1,-1 2,0-1,-1 1,1 0,0 0,-1 1,0 0,0 0,0 1,0-1,-1 1,1 1,-1-1,-1 1,1-1,-1 1,0 1,0-1,-1 1,1-1,-2 1,1 0,-1 0,0 0,0 0,-1 1,0-1,0 0,-1 1,0-1,0 0,-1 1,0-1,0 0,0 1,-1-1,-2 5,-6 5,0-2,0 1,-2-2,0 1,0-2,-1 0,-1 0,0-1,-1-1,0 0,-1-1,0-1,0 0,-1-1,0-1,-1 0,1-2,-1 0,-1-1,1-1,-3 0,-50 4,71-7,-1 0,1 0,0 0,0-1,-1 1,1 0,0 0,-1 0,1 0,0 0,-1 0,1 0,0 0,-1 0,1 0,0 0,-1 0,1 0,0 0,-1 0,1 0,0 1,-1-1,1 0,0 0,0 0,-1 0,1 1,0-1,0 0,-1 0,1 0,0 1,0-1,-1 0,1 0,0 1,0-1,0 0,0 1,0-1,0 0,-1 1,1-1,0 0,0 1,0-1,0 0,0 1,0-1,0 0,0 1,0-1,0 0,0 1,1-1,-1 0,0 0,0 1,0-1,0 0,0 1,19 14,-15-13,257 178,-249-172,0 0,0-1,1-1,0 0,0 0,0-1,1-1,0-1,0 0,0 0,0-1,0-1,0-1,1 0,-1 0,0-2,0 0,0 0,0-1,0-1,0 0,12-7,-15 6,1-2,-1 1,-1-2,1 1,-1-2,-1 1,1-1,-1-1,-1 1,0-1,0-1,-1 0,-1 0,0 0,0-1,-1 0,0 0,-1 0,-1 0,0-1,0 0,-1 1,-2 8,0 0,0 0,-1 0,1 0,-1 0,0 1,0-1,0 0,-1 1,1-1,-1 0,0 1,0 0,0-1,0 1,0 0,-1 0,0 0,1 1,-1-1,0 1,0-1,-1 1,1 0,0 0,-1 0,1 1,-1-1,0 1,1 0,-1 0,0 0,0 1,0-1,1 1,-1 0,0 0,0 0,0 0,0 1,0 0,1 0,-1 0,0 0,1 0,-1 1,0-1,1 1,-1 1,-2 1,1 0,-1 1,1 0,0 0,0 0,1 1,-1 0,1 0,1 0,-1 0,1 0,0 1,1-1,-1 1,1 0,0 0,1 0,0 0,0 0,1 0,-1 0,1 0,1 1,0-1,0 0,0 0,1 0,0 0,0-1,0 1,1 0,0-1,1 0,-1 0,1 0,1 0,-1 0,1-1,0 0,1 1,4 2,1 0,0-1,1-1,0 0,0-1,0 0,5 1,35 10</inkml:trace>
  <inkml:trace contextRef="#ctx0" brushRef="#br0" timeOffset="1524.439">2207 1205,'-18'-1,"0"2,0 0,0 1,0 0,0 2,-10 3,24-5,-1-1,1 1,-1 0,1 0,0 1,0-1,0 1,0 0,0 0,1 0,-1 1,1-1,0 1,0 0,0 0,0 0,1 0,0 1,0-1,0 0,0 1,1 0,0-1,0 1,0 0,0 4,0 0,2 0,-1-1,1 1,0 0,1-1,0 1,0-1,1 1,0-1,1 0,-1 0,2 0,-1-1,1 1,0-1,1 0,4 4,7 7,1 0,1-1,0-1,2-1,12 7,66 39,-98-61,-1 0,1 0,0 0,-1 0,1 0,-1 0,1 0,0 1,-1-1,1 0,0 0,-1 1,1-1,-1 0,1 1,-1-1,1 1,-1-1,1 0,-1 1,0-1,1 1,-1 0,1-1,-1 1,0-1,0 1,1-1,-1 1,0 0,0-1,0 1,0 0,1-1,-1 1,0 0,0-1,0 1,-1 0,1-1,0 1,0-1,0 1,0 0,-1-1,1 1,0 0,0-1,-1 1,1-1,-1 1,1-1,0 1,-1-1,1 1,-1-1,1 0,-1 1,1-1,-1 1,0-1,1 0,-1 0,1 1,-1-1,-17 4,-1-1,1-1,-1-1,1 0,-1-2,-4 0,3 0,8 2,1-2,0 1,0-2,0 1,0-2,0 1,0-2,0 1,-5-4,15 7,0 0,0 0,0-1,1 1,-1-1,0 1,0 0,0-1,0 1,0-1,1 0,-1 1,0-1,1 0,-1 1,0-1,1 0,-1 0,1 0,-1 0,1 1,-1-1,1 0,0 0,-1 0,1 0,0 0,0 0,0 0,0 0,0 0,0 0,0 0,0 0,0 0,0 0,1 0,-1 0,0 0,1 0,-1 0,0 1,1-1,-1 0,1 0,-1 0,2 0,41-28,4 13,1 2,0 2,1 2,7 2,32-8,-33 6,-1-2,-1-3,26-11,-27-10,-51 35,0 0,0-1,-1 1,1 0,0-1,0 1,-1-1,1 1,-1-1,1 1,-1-1,0 1,0-1,0 1,1-1,-1 1,-1-1,1 1,0-1,0 1,0-1,-1 1,1-1,-1 1,0-1,1 1,-1-1,0 1,1 0,-1 0,0-1,0 1,0 0,0 0,-1 0,1 0,0 0,-1 0,-3-3,0 0,0 1,0 0,-1 0,1 0,-1 1,0 0,1 0,-1 1,0-1,0 1,0 0,0 1,-1-1,1 1,0 1,0-1,0 1,0 0,0 0,0 1,0 0,1 0,-1 0,0 1,1-1,0 1,0 1,-1-1,2 1,-1 0,0 0,1 0,0 1,0-1,0 1,0 1,0 1,-1 1,1-1,1 1,0 0,0 0,0 1,1-1,0 0,1 1,0 0,0-1,1 1,0-1,0 1,1 0,0-1,1 1,0-1,0 1,1-1,0 0,0 0,1 0,0-1,0 1,1-1,0 0,0 0,1-1,0 1,0-1,3 1,5 3,1 0,0-1,1-1,0-1,0 0,0-1,1-1,0 0,0-1,0-1,1-1,-1-1,1 0,-1-1,1-1,-1 0,1-1,-1-1,0-1,0-1,0 0,-1-1,0-1,0 0,0-1,-1-1,6-5,0-6,-2 0,0-2,-2-1,0 0,-2-1,0 0,-2-1,-1-1,0 0,-2-1,-2 0,0-1,-2 1,2-17,17-67,-5-2,-5 0,-5-1,-4-6,-6 101,1 8,0 1,-1 0,0-1,-1 1,0 0,-1-1,0 1,0 0,-1 0,-1 0,-1-3,4 12,-1 0,1 0,0 0,-1 0,1 1,0-1,-1 0,1 1,-1-1,1 1,-1-1,1 1,-1 0,0-1,1 1,-1 0,1 0,-1 0,1 0,-1 1,0-1,1 0,-1 1,1-1,-1 1,1-1,-1 1,1 0,0 0,-1-1,1 1,0 0,0 0,-1 1,1-1,0 0,0 0,0 0,0 1,1-1,-1 0,0 1,0-1,1 1,-1-1,1 1,-1-1,1 1,0-1,-1 1,-13 31,0 0,2 1,2 0,1 1,2 0,1 1,2-1,1 8,-3 4,2 0,2 0,2 1,2-1,3 0,1 0,3 0,1-1,3-1,1 1,3-2,1 0,2-1,2-2,8 9,40 24,-68-72,1-1,-1 1,0-1,1 1,0-1,-1 0,1 0,-1 0,1 0,0-1,0 1,0-1,-1 0,1 0,0 0,0 0,0 0,0 0,-1-1,1 1,0-1,0 0,-1 0,1 0,-1 0,1 0,-1-1,1 1,-1-1,0 0,1 1,-1-1,1-2,10-11,-2 0,0-1,0 0,-2-1,0 0,6-17,34-59,-31 73,-17 20,-1 0,0 0,1-1,-1 1,1 0,-1 0,0 0,1 0,-1 0,0-1,1 1,-1 0,1 0,-1 0,0 0,1 0,-1 0,1 0,-1 1,0-1,1 0,-1 0,0 0,1 0,-1 0,0 0,1 1,-1-1,0 0,1 0,-1 1,0-1,1 0,-1 0,0 1,0-1,1 0,-1 1,0-1,0 0,0 1,1-1,-1 1,0-1,0 0,0 1,0-1,0 0,0 1,0-1,0 1,0-1,0 0,0 1,0-1,0 1,0-1,0 0,-1 1,-16 195,17-194,0 0,0 0,0 0,0 0,0 0,1 0,-1 0,1 0,-1 0,1 0,0 0,0 0,0-1,0 1,0 0,0-1,0 1,1-1,-1 1,1-1,-1 1,1-1,-1 0,1 0,0 0,0 0,-1 0,1 0,0 0,0-1,0 1,0-1,0 1,0-1,0 0,0 0,0 0,0 0,0 0,0 0,0 0,0-1,16-3,-1-2,0 0,-1-1,1-1,-1 0,0-1,-1-1,0 0,-1-2,0 1,8-10,40-45,-46 60,-13 30,-3-20,0 6,0 0,1 0,0-1,0 1,1-1,0 1,1-1,0 0,1 0,0 0,0 0,1-1,0 1,0-1,1-1,0 1,0-1,1 0,0 0,0-1,1 1,3 1,5 0,1 0,0-2,0 1,0-2,1 0,0-2,0 0,0 0,0-2,0 0,1-1,-1-1,0-1,0 0,0-2,0 0,0-1,-1 0,0-2,0 0,-1 0,1-2,-2 0,1-1,-1-1,-1 0,0-1,-1 0,0-1,-1-1,0 0,-1 0,-1-1,6-11,2-18,-2-1,-3 0,-1-1,-2 0,-3-1,-1 0,-2 0,-3 0,-2-8,2 36,2-68,-4 0,-11-83,11 163,1 4,0 0,0 0,0 0,0 1,-1-1,0 0,0 0,1 0,-1 0,-1 0,1 1,0-1,-1 0,0 1,1-1,-1 1,0 0,0 0,-2-2,-16 13,-42 93,37-45,2 1,2 0,3 2,3 0,3 1,2 0,-1 50,9-93,0 0,2 1,0-1,1 0,1 0,1 0,1 0,0 0,1-1,1 0,0 0,2 0,0-1,0 0,2 0,0-1,1 0,0-1,1 0,1-1,0-1,0 0,2 0,-1-1,13 6,-17-12,-1-1,1-1,-1 0,1 0,0-1,0 0,0 0,1-1,6-1,25-3</inkml:trace>
  <inkml:trace contextRef="#ctx0" brushRef="#br0" timeOffset="1773.773">2741 831,'30'-3,"34"0,38 1,39-1,31-1,18 0,3 1,-33 0</inkml:trace>
  <inkml:trace contextRef="#ctx0" brushRef="#br0" timeOffset="-2799.438">9225 2207,'-389'-33,"48"14,-198 20,-123 35,649-33,20 1,13 10,4 11,-9-19</inkml:trace>
  <inkml:trace contextRef="#ctx0" brushRef="#br0" timeOffset="-2130.876">8984 2421,'-309'38,"104"-39,-161-22,177 9,-384-13,511 29,62-2,0 0,0 0,0 0,1 0,-1 1,0-1,0 0,0 0,0 0,0 0,1 1,-1-1,0 0,0 0,0 0,0 0,0 1,0-1,0 0,0 0,0 0,0 1,0-1,0 0,0 0,0 1,0-1,0 0,0 0,0 0,0 1,0-1,0 0,0 0,0 0,0 1,0-1,0 0,-1 0,1 0,0 0,0 1,0-1,0 0,0 0,-1 0,1 0,0 0,0 0,0 0,0 1,-1-1,1 0,20 7,-19-7,15 4,-1-1</inkml:trace>
  <inkml:trace contextRef="#ctx0" brushRef="#br0" timeOffset="-1495.059">7834 1713,'-40'10,"-1"3,2 1,0 2,-29 16,18-8,-19 7,-38 16,2 5,2 5,-56 42,148-91,4-4,1 0,-1 1,1 0,1 0,-1 0,1 1,0-1,0 1,0 0,-3 7,9-10,-1-1,1 1,0-1,0 1,-1 0,2-1,-1 0,0 1,0-1,1 0,-1 1,1-1,0 0,0 0,0 0,0-1,0 1,0 0,0-1,0 1,1-1,-1 0,1 0,-1 0,1 0,-1 0,1 0,0-1,4 4,132 63,-82-42,-1 3,-1 2,-1 3,-1 3,3 12,-1 2,-4 3,38 49,-86-99,6 10,1 0,1-1,0 0,1-1,0 0,0-1,1 0,1-1,-1 0,2-2,-1 1,1-2,8 3,-19-8,-1 0,1-1,-1 0,1 0,-1 0,1 0,-1 0,1-1,-1 0,1 0,-1 0,0 0,1 0,-1 0,0-1,0 0,0 0,0 0,0 0,0 0,-1 0,1-1,-1 1,1-1,-1 0,0 1,0-1,0 0,-1-1,1 1,-1 0,1-2,4-9,-1-1,-1 0,-1 0,0 0,0 0,-1-14,-1-64,-5 0,-4 0,-3 1,-5 0,-4 1,-24-65,29 101</inkml:trace>
  <inkml:trace contextRef="#ctx0" brushRef="#br0" timeOffset="6287.055">5602 2649,'-12'-2,"1"2,-1-1,0 2,0-1,1 2,-1 0,1 0,-1 1,1 0,0 1,0 0,0 1,1 0,-1 1,1 0,1 0,-1 1,1 1,0-1,1 1,-1 1,2 0,-1 0,1 0,1 1,0 0,0 1,-3 8,8-16,0-1,0 1,0 0,0 0,0 0,1 0,-1 0,1 0,0 0,0-1,0 1,0 0,0 0,1 0,-1 0,1 0,0 0,0 0,0-1,0 1,1 0,-1-1,1 1,-1-1,1 1,0-1,0 0,0 0,0 0,0 0,1 0,-1 0,1-1,-1 1,1-1,-1 1,1-1,0 0,0 0,0 0,0-1,-1 1,1-1,0 0,2 1,11-3,-1 0,0-1,0 0,0-1,-1-1,1 0,-1-1,0-1,-1 0,0-1,0 0,0-1,-1 0,0-1,-1-1,0 0,-1 0,0-1,0-2,5-7,-2-2,0 1,-2-2,0 1,-2-2,0 1,-2-1,-1 0,-1-1,-1 1,-1-1,-1 0,-1 0,-2 0,-1 0,0 0,-6-19,-15-56,23 102,0 0,-1 0,1 0,0 0,-1 0,1 0,-1 0,0 0,1-1,-1 1,1 0,-1 0,0-1,0 1,1 0,-1-1,0 1,0-1,0 1,0-1,0 1,0-1,0 0,0 0,0 1,0-1,0 0,0 0,0 0,0 0,0 0,0 0,0 0,0 0,0 0,0-1,0 1,1 0,-1-1,0 1,0-1,0 1,0-1,0 1,0-1,1 1,-1-1,0 0,0 1,1-1,-1 0,1 0,-1 0,0 0,1 1,0-1,-1 0,1 0,-1 0,1 0,0 0,0 0,0 0,0 0,-1 0,1 0,1 0,-1-1,-12 27,2 1,1 0,1 1,1 0,2 0,0 1,3-17,-8 35,2 0,2 0,3 1,1-1,2 1,6 35,-6-72,2-1,-1 1,1-1,1 0,0 0,0 0,1 0,0 0,0-1,1 0,0 0,0 0,1 0,0-1,1 0,0 0,0-1,0 0,0 0,1 0,0-1,1-1,-1 1,9 2,-4-2,-1-1,1-1,0-1,-1 1,1-2,0 0,0-1,0 0,0 0,0-2,0 0,0 0,0-1,-1-1,1 0,-1 0,0-1,0-1,-1 0,0-1,0 0,0-1,-1 0,0 0,-1-1,0 0,0-1,-1 0,1-2,-6 8,-1-1,0 0,0 0,0 0,-1 0,1 0,-1-1,-1 1,1 0,-1 0,1-1,-1 1,-1 0,1-1,-1 1,0 0,0 0,-1 0,0-1,1 2,-2-1,1 0,0 0,-1 1,0-1,0 1,-1 0,1 0,-1 0,0 0,0 1,0-1,0 1,0 0,-1 0,-2 0,2-1,0 1,0 1,-1-1,1 1,-1 0,0 1,0-1,0 1,0 0,0 0,1 1,-1 0,-1 0,2 0,-1 1,0 0,0 0,0 0,0 1,0 0,1 0,-1 0,1 1,0 0,-1 0,1 0,1 1,-1-1,0 1,-2 4,2-4,2 0,-1 1,0-1,1 1,0 0,0 0,0 0,0 1,1-1,0 1,0-1,1 1,0 0,0-1,0 1,0 0,1 0,0 0,0 0,1-1,0 1,0 0,0 0,0-1,1 1,0 0,0-1,1 0,-1 0,1 1,1-1,-1-1,0 1,1-1,0 1,0-1,4 3,1-3,0 0,1-1,-1 0,1-1,-1 0,1 0,0-1,0 0,0-1,0 0,0 0,0-1,0-1,0 0,-1 0,1-1,-1 0,1 0,-1-1,0 0,0-1,-1 0,0-1,1 1,-2-2,1 1,-1-1,3-3,16-29,-25 39,-1 0,1 0,-1 1,1-1,-1 0,1 0,-1 0,1 0,-1 1,0-1,1 0,-1 1,1-1,-1 0,0 1,1-1,-1 0,0 1,1-1,-1 0,0 1,0-1,1 1,-1-1,0 1,0-1,0 1,0-1,1 1,-1-1,0 1,0-1,0 1,0-1,0 1,0-1,-1 1,1-1,0 1,0-1,0 1,0-1,0 1,-1-1,1 0,0 1,0-1,-1 1,1-1,0 0,-1 1,1-1,-1 1,1 1,0 9,-2-4,1-1,0 1,1-1,0 1,0-1,0 1,1-1,0 1,0-1,0 1,1-1,0 1,0-1,1 0,0 0,0-1,0 1,1 0,0-1,4 5,-6-9,0 0,1 0,-1 0,1 0,-1 0,1-1,-1 1,1-1,0 0,-1 0,1 0,-1 0,1 0,0-1,-1 1,1-1,-1 1,1-1,-1 0,0 0,1 0,-1 0,0-1,1 1,-1-1,0 1,1-2,52-51,-40 29,-1-1,0 0,-2 0,-1-2,-2 1,0-1,-2-1,-1 1,-1-1,-1-8,11-90,-5-1,-6-1,-6-16,-7 81,0 68,-14 77,13-27,2 0,3 1,2-1,3 1,2 0,2-1,3 1,2-1,2-1,3 0,12 28,-21-65,1 0,1-1,1 1,0-2,1 1,1-1,0 0,0-1,2-1,-1 0,11 8,-21-18,1-1,-1 1,1-1,-1 0,1 0,0 0,0 0,-1 0,1 0,0 0,0 0,0-1,0 1,0-1,0 1,0-1,0 0,0 0,0 0,1 0,-1 0,0 0,0-1,0 1,0-1,0 1,0-1,-1 0,1 0,1 0,8-12</inkml:trace>
  <inkml:trace contextRef="#ctx0" brushRef="#br0" timeOffset="6536.387">6270 2421,'16'5,"21"3,25 3,22 2,18-1,4-4,-8-1,-21-4</inkml:trace>
  <inkml:trace contextRef="#ctx0" brushRef="#br0" timeOffset="2717.859">856 2956,'136'-439,"-60"35,-74 393,-3 24,-26 179,8-69,6 0,2 78,10-189,0-1,1 1,0 0,1 0,0 0,1 0,1-1,-1 1,2-1,0 1,0-1,1 0,0-1,1 1,0-1,1 0,0-1,1 0,0 0,0 0,6 4,-1-7,-1-1,1 0,0-1,0-1,0 0,1-1,-1 0,1-1,-1 0,1-1,0-1,-1 0,0-1,1 0,-1-1,0-1,0 0,0-1,-1 0,1-1,-1 0,7-5,29-19</inkml:trace>
  <inkml:trace contextRef="#ctx0" brushRef="#br0" timeOffset="2917.326">628 2381,'30'0,"32"0,31 0,26-2,19-4,6 1,-21-1</inkml:trace>
  <inkml:trace contextRef="#ctx0" brushRef="#br0" timeOffset="3554.912">1458 3037,'14'-36,"-1"-1,-2 0,-1 0,-3-1,0 0,-3-1,-1 1,-2-1,-2-10,2 35,-1 7,-1 6,1-1,-1 0,1 1,0-1,0 1,0-1,0 1,0-1,0 0,0 1,0-1,1 1,-1-1,1 1,-1-1,1 1,-1-1,1 1,0 0,0-1,0 1,0 0,0-1,0 1,0 0,0 0,0 0,0 0,1 0,-1 0,0 0,1 1,-1-1,89 24,-84-21,17 3,-1 2,1 0,-1 2,-1 0,0 1,0 2,-1 0,3 3,-17-8,1 1,-2 0,1 1,-1-1,0 1,-1 0,0 0,-1 0,0 1,0 0,-1-1,0 1,-1 0,0 0,0 0,-1 0,0 0,-1-1,0 1,-2 7,3 68,0-82,0 0,1 0,0 0,-1 0,1 0,0 0,0 0,1 0,-1 0,0 0,1-1,0 1,0-1,0 1,0-1,0 0,0 1,1-1,-1 0,0-1,1 1,0 0,0-1,-1 1,1-1,0 0,0 0,0 0,0 0,0-1,0 1,0-1,1 0,-1 0,2 0,12-2,-1-2,0 0,1 0,-2-2,1 0,-1 0,0-2,0 0,-1-1,0 0,5-5,-5 5,0 0,-1-1,-1-1,0 0,0 0,-1-2,-1 1,0-1,0 0,-2-1,7-13,-13 24,-1 1,0-1,0 1,0-1,0 0,0 1,0-1,-1 0,0 1,1-1,-1 0,0 0,0 1,0-1,-1 0,1 0,-1 1,0-1,1 0,-1 1,0-1,0 1,-1-1,1 1,0 0,-1-1,0 1,1 0,-1 0,0 0,0 0,0 0,-1 1,1-1,0 0,0 1,-1 0,1 0,-1-1,0 1,1 1,-1-1,1 0,-1 1,0-1,0 1,1 0,-1 0,0 0,-1 0,-3 3,1-1,0 1,0 0,0 0,1 0,-1 1,1 0,0 0,0 0,0 1,0 0,1 0,0 0,0 0,0 1,1 0,0-1,0 1,0 0,1 1,0-1,0 0,0 1,1-1,0 1,0-1,1 1,0 0,0-1,0 1,1-1,1 4,-1-4,1 0,0 0,0 0,1 0,0-1,0 1,0-1,1 0,-1 0,1 0,0-1,1 1,-1-1,1 0,0 0,0-1,0 1,1-1,-1 0,1 0,-1-1,7 2,3 1,0-1,0 0,0-1,1-1,-1 0,1-1,0-1,9-1,36-8,-7-4</inkml:trace>
  <inkml:trace contextRef="#ctx0" brushRef="#br0" timeOffset="4520.746">2714 2194,'-7'27,"1"1,2 0,1 0,1 1,1 14,0-10,-2 296,2-316,1-9,-1 0,1 0,0 0,0 0,0 0,1 0,-1-1,1 1,0 0,0 0,0-1,0 1,1 0,0-1,-1 1,1-1,1 0,-2-3,1 1,0-1,-1 0,1 0,0 0,-1-1,1 1,0 0,0-1,-1 1,1-1,-1 1,1-1,-1 0,1 0,-1 0,1 0,-1 0,1 0,-1 0,0 0,0 0,0-1,0 1,0 0,0-1,0 1,1-2,1-1,23-26,-18 20,0 0,1 0,0 1,1 0,0 0,0 1,1 1,0 0,2-1,-11 7,0 0,0 0,-1 1,1-1,0 1,0-1,0 1,0 0,0 0,0 0,0 0,0 0,0 0,0 0,-1 1,1-1,0 1,0-1,0 1,0 0,-1-1,1 1,0 0,-1 0,1 1,-1-1,1 0,-1 0,1 1,-1-1,0 1,0-1,0 1,0-1,0 1,0 0,0 0,20 71,-19-62,0 0,-1-1,0 1,0 0,-1-1,-1 1,1 0,-2 0,0-1,0 1,-1-1,0 0,-1 0,0 0,0 0,-1 0,-1-1,1 0,-8 8,12-16,0 1,-1-1,1 0,-1 0,0 0,1 0,-1 0,0 0,1 0,-1 0,0-1,0 1,0-1,0 1,0-1,0 0,0 1,1-1,-1 0,0-1,0 1,0 0,0 0,0-1,0 1,0-1,0 0,1 1,-1-1,0 0,0 0,1 0,-1 0,1-1,-1 1,1 0,-1-1,1 1,0-1,-1 0,-1-2,0 0,1-1,-1 1,1-1,0 0,0 1,1-1,0 0,-1 0,1 0,1 0,-1-1,1 1,0 0,0-2,3-5,0 0,1 0,0 1,1-1,0 1,1 0,0 0,0 1,1 0,1 0,0 0,0 1,1 0,0 1,1 0,-1 0,1 1,1 1,0-1,0 2,0-1,0 2,1-1,0 1,0 1,0 1,0-1,3 1,-11 2,0-1,0 1,1-1,-1 1,0 0,0 1,0-1,0 1,0 0,0 0,0 0,0 0,0 1,0-1,-1 1,1 0,0 0,-1 1,0-1,1 1,-1-1,0 1,-1 0,1 0,0 1,-1-1,0 0,1 1,-1 0,-1-1,1 1,-1 0,2 3,8 73,-11-70,0 0,1 0,0 0,1 0,0 0,1 0,0 0,0-1,1 1,0-1,6 8,-8-14,1 0,-1 0,1-1,0 1,0-1,0 0,0 0,0 0,0 0,1 0,-1-1,0 1,1-1,0 0,-1 0,1 0,0-1,-1 1,1-1,0 0,-1 0,1 0,0-1,0 1,-1-1,1 0,-1 0,4-1,6-3,0 0,0-1,-1 0,1-1,-2 0,1-1,2-2,-3 0,1 0,-1-1,-1 0,0 0,0-1,-2 0,1-1,-1 0,-1 0,-1-1,0 0,0 0,-1 0,0-5,-19 62,11-37,1 1,0 0,0 0,1 0,-1 0,1 0,1 0,0 0,0 0,0 1,1-1,0 0,0 0,1 0,0 0,0-1,0 1,1 0,0-1,0 0,1 0,0 0,0 0,0 0,1-1,0 1,0-1,0-1,4 3,0-3,1-1,-1-1,1 0,0 0,-1 0,1-2,0 1,0-1,0 0,0-1,-1-1,1 1,0-1,-1-1,1 0,-1 0,0-1,0 0,0-1,-1 1,1-2,-1 1,0-1,-1-1,0 1,0-1,0-1,-1 1,0-1,0 0,-1 0,0-1,4-8,0 0,-1-1,-1 0,-1 0,0-1,-1 0,1-12,-6 31,-1-1,1 1,0 0,0 0,0 0,-1 0,1 0,0 0,0 0,0 0,0 0,-1 0,1-1,0 1,0 0,0 0,0 0,0 0,-1 0,1-1,0 1,0 0,0 0,0 0,0 0,0-1,0 1,0 0,0 0,0 0,0-1,-1 1,1 0,0 0,1-1,-1 1,0 0,0 0,0 0,-9 19,3-7,1 0,0 1,2 0,-1 0,1 1,1-1,1 0,0 1,0-1,1 1,1 0,0-1,1 0,1 1,0-1,1 1,-2-10,2 0,-1 1,0-1,1 0,-1-1,1 1,0-1,1 1,-1-1,0 0,1-1,0 1,-1-1,1 0,0 0,0 0,0-1,1 0,0 0,28 4</inkml:trace>
  <inkml:trace contextRef="#ctx0" brushRef="#br0" timeOffset="4771.075">3931 2301,'-5'16,"4"14,8 12,3-2</inkml:trace>
  <inkml:trace contextRef="#ctx0" brushRef="#br0" timeOffset="5001.459">4212 2916,'25'-15,"0"-1,0-1,-2-1,0-1,-1-2,-2 0,0-1,3-5,-17 19,-1 0,0 0,0-1,-1 0,0 0,0 0,-1 0,0-1,0-2,-3 10,1-1,-1 1,0-1,1 1,-1-1,-1 1,1-1,0 0,0 1,-1-1,0 1,1-1,-1 1,0 0,0-1,-1 1,1 0,0 0,-1 0,1-1,-1 1,0 1,1-1,-1 0,0 0,0 1,0-1,0 1,-1 0,1-1,0 1,-1 0,1 0,-1 1,1-1,-2 0,-2 0,1 0,-1 0,1 1,-1 0,1 0,0 0,-1 0,1 1,-1 0,1 0,0 1,-1-1,1 1,0 0,0 1,0-1,1 1,-1 0,0 0,1 1,0-1,-4 5,0-1,1 1,0 1,0-1,1 1,0 0,0 1,1-1,0 1,1 0,0 1,0 1,2-6,1 0,-1 0,1 0,0 0,1 0,-1 0,1 0,0 0,1 0,-1 0,1 0,1-1,-1 1,1 0,0 0,0-1,0 1,1-1,0 1,0-1,1 0,-1 0,1-1,0 1,0-1,1 0,-1 0,1 0,0-1,0 1,3 0,18 7,1-2,0-1,0-1,0-2,1 0,0-2,0-1,0-1,0-2,1-1,0-1,64-4</inkml:trace>
  <inkml:trace contextRef="#ctx0" brushRef="#br0" timeOffset="8737.429">2808 3852,'-10'-5,"0"0,-1 1,1 0,-1 1,0 0,0 0,0 1,0 1,0 0,0 0,-1 1,0 1,11-1,-1 0,1 0,0 0,0 0,0 1,0-1,-1 1,1-1,0 0,0 1,0 0,0-1,0 1,0 0,0 0,0-1,0 1,1 0,-1 0,0 0,0 0,1 0,-1 0,1 0,-1 0,1 0,-1 1,1-1,0 0,-1 0,1 0,0 1,0-1,0 0,0 0,0 0,0 1,0-1,0 0,1 0,-1 0,1 1,28 45,92 64,-96-92,-1 0,-1 2,-1 1,-1 1,-1 1,-1 0,9 16,-5 38,-23-76,0 0,0 0,0-1,-1 1,1 0,-1 0,1 0,-1 0,1 0,-1-1,0 1,0 0,0-1,0 1,0 0,0-1,-1 1,1-1,0 0,-1 1,1-1,-1 0,1 0,-1 0,0 0,1 0,-1 0,0-1,0 1,0 0,0-1,1 0,-1 1,0-1,0 0,0 0,0 0,0 0,-2 0,-8-2,0-1,-1 0,1 0,0-1,1-1,-1 0,1 0,0-1,0-1,1 0,0 0,0-1,0 0,1-1,0 0,1-1,-1-1,8 10,-1-1,0 0,1 1,0-1,-1 0,1 0,0 0,0 0,0 0,0 0,0-1,0 1,1 0,-1 0,1-1,0 1,0 0,-1-1,1 1,1 0,-1-1,0 1,0 0,1-1,0 1,-1 0,1 0,0 0,0 0,0 0,0 0,1 0,-1 0,0 0,1 0,-1 0,1 1,0-1,0 1,-1-1,1 1,0 0,2-1,192-101,-176 93,0 0,0-2,-1 0,-1-1,0-1,-1 0,0-2,-2 0,1-1,-2 0,0-1,-2 0,0-1,0-1,-2 0,7-18,-10 14,-1 0,-1-1,-2 0,0 0,-1 0,-1 0,-2 0,0 0,-2 0,-2-7,-14-19,10 53,-1 67,9 477,1-518,-1-4,1-1,1 1,1-1,1 1,1-1,1 0,1 0,9 20,-15-41,1 0,0 1,0-1,0 0,0 0,0 0,0 0,1 0,-1 0,1 0,-1 0,1-1,0 1,0-1,-1 1,1-1,0 0,1 1,-1-1,0 0,0 0,0-1,1 1,-1 0,0-1,1 1,-1-1,0 0,1 0,-1 0,0 0,1 0,-1 0,1-1,-1 1,0-1,0 0,1 0,-1 1,0-1,0-1,0 1,0 0,0 0,0-1,0 1,0-1,0-1,20-25,-4-4</inkml:trace>
  <inkml:trace contextRef="#ctx0" brushRef="#br0" timeOffset="8991.749">3169 3705,'-25'-14,"-17"-9,-11-2,-3 2,5 3,17 6,22 4,30 6,30 5,31 1,28 1,18-1,11 0,-18-1</inkml:trace>
  <inkml:trace contextRef="#ctx0" brushRef="#br0" timeOffset="10169.328">3784 4146,'4'-3,"0"-1,0 0,-1 0,1 0,-1-1,0 1,0-1,-1 1,1-1,-1 0,0 0,0 0,-1 0,1-1,-1 1,0 0,-1-1,0 1,1-1,-1 1,-1 0,1-1,-1 1,0 0,-1-1,1 1,-1 0,0 0,0 0,0 0,-1 0,0 1,0-1,0 1,0 0,-1 0,1 0,-1 0,-4-3,2 4,1 0,0 0,-1 0,1 1,-1-1,0 1,0 1,0-1,0 1,0 0,0 1,0-1,0 1,0 0,-1 1,1 0,0 0,0 0,0 0,0 1,1 0,-1 0,0 1,1 0,0 0,-1 0,1 0,0 1,1 0,-1 0,1 0,-1 1,1-1,1 1,-1 0,1 0,-1 0,-1 6,1-6,1 0,0 0,0 0,0 0,1 0,0 1,0-1,0 1,0 0,1-1,0 1,0 0,1 0,-1 0,1 0,1-1,-1 1,1 0,0 0,0 0,1-1,0 1,0-1,0 1,0-1,1 0,0 1,0-1,1-1,-1 1,1 0,1-1,1 0,0 0,1-1,-1 0,1 0,0-1,0 0,0 0,1-1,-1 0,0 0,0 0,1-1,-1 0,0-1,1 0,-1 0,0 0,0-1,6-2,0 0,-1 0,-1-1,1-1,-1 0,0 0,0-1,0-1,-1 1,0-2,8-8,-12 9,0 1,0-1,-1 0,0 0,-1 0,0-1,0 0,-1 1,0-1,0-1,-1 1,0-2,-14 58,13 62,-1-105,1 0,-1 1,2-1,-1 0,0 0,1-1,-1 1,1 0,0 0,0-1,1 1,-1-1,1 0,0 1,0-1,0-1,0 1,0 0,1-1,-1 1,1-1,-1 0,1 0,4 1,-3-3,-1-1,1 1,0-1,0 0,0 0,0-1,-1 1,1-1,-1 0,1 0,-1 0,0-1,0 0,0 0,0 0,0 0,-1 0,1-1,-1 0,0 1,0-1,-1 0,1-1,-1 1,1 0,-1-1,-1 1,1-1,0-3,8-18,-1-1,-2 1,0-1,-2-1,-1-1,19-80,-23 106,0 1,0-1,0 0,1 0,0 1,-1-1,1 0,0 1,0-1,0 1,1-1,-1 1,1-1,-1 1,1 0,0 0,0 0,0 0,0 0,0 0,0 0,0 1,1-1,-1 1,1 0,-1 0,1 0,-1 0,1 0,0 0,-1 0,1 1,0 0,0-1,-1 1,1 0,0 0,0 1,-1-1,1 1,0-1,0 1,4 3,0 0,0 0,0 1,-1-1,0 1,0 1,0-1,-1 1,1 0,-2 1,1-1,-1 1,1 0,-2 0,1 0,-1 1,0-1,-1 1,1 2,2 13,0 0,-2 1,0 0,-2 0,-1 21,0-41,-1 0,1 0,-1 1,1-1,0 0,1 1,-1-1,1 0,0 0,0 1,0-1,1 0,-1 0,1 0,0 0,0-1,0 1,1 0,-1-1,1 0,0 1,0-1,0 0,0 0,1-1,-1 1,1-1,0 0,2 2,11 0,-1-1,1 0,0-1,0-1,0 0,0-1,0-1,0-1,0 0,0-2,0 1,-1-2,0 0,0-1,13-7,-19 10,0-1,0 0,0-1,-1 0,0 0,0-1,0 0,0-1,-1 0,0 0,-1-1,1 0,-1 0,-1-1,0 0,0 0,-1 0,0-1,0 1,-1-1,-1-1,1 1,0-7,-4 14,0 1,0-1,0 0,0 0,-1 1,1-1,-1 0,1 1,-1-1,0 1,0-1,-1 1,1-1,0 1,-1-1,1 1,-1 0,0 0,0 0,0 0,0 0,0 0,0 1,0-1,0 1,-1-1,1 1,-1 0,1 0,-1 0,0 0,1 0,-1 1,0-1,1 1,-1 0,0 0,0 0,1 0,-1 0,0 0,1 1,-1 0,0-1,1 1,-1 0,1 0,-1 0,1 1,-1-1,1 0,-1 2,-2 1,0 0,1 0,0 1,0-1,0 1,1 0,-1 0,1 0,0 0,1 1,-1 0,1-1,0 1,1 0,-1 0,1 0,1 0,-1 0,1 0,0 0,0 0,0 0,1 0,0 0,0 0,1 0,0 0,0-1,0 1,0-1,1 1,0-1,0 0,1 0,1 2,9 4,1-1,0-1,0 0,1-1,0-1,0-1,0 0,1-1,0 0,0-2,1 0,-1-1,1 0,-1-2,1 0,5-2,1 3,-1-2,1 0,-1-2,0 0,0-2,0 0,0-2,-1-1,0 0,2-3,-20 10,-1 0,1-1,-1 0,1 0,-1 0,0 0,0 0,1-1,-2 0,1 1,0-1,0 0,-1 0,0 0,0-1,0 1,0-1,0 1,-1-1,1 1,-1-1,0 0,0 0,0 0,-1 0,1 1,-1-1,0 0,0 0,0 0,-1 0,0 0,1 0,-1 0,-1-1,-4-5,0 1,-1 0,0 0,0 1,-1 0,0 1,0-1,-1 1,0 1,0 0,0 0,-1 1,0 0,0 1,0 0,-1 0,1 1,-1 0,0 1,0 1,-1-1,9 2,0 0,0 1,0-1,0 0,0 1,0 0,0-1,0 1,0 0,1 1,-1-1,0 0,1 1,-1 0,1 0,-1-1,1 1,0 0,0 1,0-1,0 0,0 1,0-1,1 1,-1 0,1-1,-1 1,1 0,0 0,1 0,-2 2,1 0,0 1,0-1,1 0,0 1,0-1,0 1,0-1,1 0,0 1,0-1,0 0,1 0,0 0,0 0,0 0,0 0,3 3,-1-3,0 0,0-1,0 1,1-1,0 0,0-1,0 1,0-1,0 0,1 0,-1 0,1-1,0 0,0 0,-1 0,1-1,1 0,-1 0,0-1,0 1,0-1,3-1,5 0,-1 0,0-2,0 1,0-1,-1-1,1-1,-1 1,0-2,11-6,-22 11,0 0,0 0,0 0,0 0,0 0,0 0,0 0,0 1,0-1,1 0,-1 1,0-1,0 1,1-1,-1 1,0-1,1 1,-1 0,1 0,-1 0,0 0,1 0,-1 0,1 0,-1 0,0 0,1 1,-1-1,0 1,1-1,-1 1,0-1,1 1,-1 0,0 0,0-1,0 1,0 0,0 0,0 0,0 0,0 0,0 0,0 1,-1-1,1 1,2 3,-1 1,1-1,0 0,0 0,1 0,-1 0,1-1,0 1,0-1,1 0,-1 0,1 0,0-1,0 0,0 0,1 0,-1 0,1-1,24 5,1 0,-1-3,1 0,-1-2,1-2,0 0,0-2,0-2,19-4,54-9</inkml:trace>
  <inkml:trace contextRef="#ctx0" brushRef="#br0" timeOffset="7288.276">1097 3812,'-5'16,"-1"12,-2 10,0 8,2 5,2-1,1-5,2-8,0-10</inkml:trace>
  <inkml:trace contextRef="#ctx0" brushRef="#br0" timeOffset="7740.058">923 3571,'10'-5,"1"0,-1 1,1 0,0 0,0 1,0 0,1 1,-1 1,0 0,1 0,-1 1,1 1,-1 0,0 0,1 1,-1 0,0 1,0 1,0-1,-1 2,1 0,-1 0,3 2,0 0,0 1,-1 1,0 0,0 1,-1 0,-1 1,0 0,0 0,-1 1,-1 0,0 1,0 0,-1 0,-1 1,3 8,-2 4,-2 1,0 0,-1 0,-2 0,-1 25,2 28,-3-78,0 0,0 1,0-1,0 1,0-1,0 1,1-1,-1 1,1-1,0 0,-1 1,1-1,0 0,0 1,1-1,-1 0,0 0,1 0,-1 0,1 0,0-1,0 1,0 0,0-1,0 1,0-1,0 0,0 0,0 0,0 0,1 0,-1 0,1 0,-1-1,0 1,1-1,-1 0,1 0,1 0,7-3,1-2,-1 1,0-2,0 1,0-2,-1 1,0-1,0-1,-1 0,0 0,0-1,-1 0,0-1,-1 1,0-2,3-4,-1 1,0-1,-1 1,-1-2,0 1,-1-1,-1 0,0 0,-1-1,-1 1,0-7,-10 33,3-1,1 0,0 0,1 0,0 1,0-1,1 0,0 1,1-1,0 1,1-1,-1 1,2-1,-1 0,2 1,-1-1,1 0,0 0,1-1,0 1,1-1,-1 0,2 0,-1 0,1 0,2 2,8-1,-1 1,1-2,1 0,0-1,0 0,0-2,1 0,-1-1,1 0,0-2,18 1,55 6</inkml:trace>
  <inkml:trace contextRef="#ctx0" brushRef="#br0" timeOffset="31049.121">7179 3598,'0'-5,"-2"1,1 0,0 0,-1 0,0 0,0 1,0-1,0 0,-1 1,0-1,1 1,-1 0,0 0,-1 0,1 0,0 1,-1-1,1 1,-1 0,0 0,0 0,0 1,0-1,0 1,0 0,0 0,-1 0,1 1,0-1,0 1,-1 0,1 0,0 1,0-1,-1 1,-1 1,-8 2,0 1,0 1,1 0,0 0,0 2,0-1,1 2,0 0,1 0,0 1,0 0,1 1,1 0,0 1,0 0,1 0,0 1,1 0,1 0,0 1,5-9,-1-1,1 1,0 0,1 0,-1 0,1 0,0 0,0 0,1 0,0 0,-1 0,2 0,-1 0,0-1,1 1,0 0,0-1,0 1,1-1,0 0,-1 0,2 0,-1 0,0 0,1-1,-1 1,1-1,0 0,0 0,0-1,1 1,-1-1,3 1,137 54,-122-51,0 0,0 2,-1 0,-1 2,1 0,-2 1,1 1,8 8,-25-17,0 0,1-1,-1 1,-1 0,1 1,0-1,-1 0,0 1,0-1,0 1,0 0,0 0,-1 0,1 0,-1 0,0 0,-1 0,1 0,-1 0,1 0,-1 0,-1 1,1-1,0 0,-1 0,0 0,0 0,0 0,-1 0,1 0,-1 0,0 0,0-1,0 1,-3 2,-1 2,0 0,-1-1,0 0,0 0,-1-1,0 0,0 0,0-1,-1 0,0 0,0-1,0 0,-10 2,18-5,-1-1,0 1,1-1,-1 0,0 1,0-1,1 0,-1 0,0 0,0 0,1-1,-1 1,0 0,1-1,-1 1,0-1,1 1,-1-1,0 0,1 0,-1 0,1 0,0 0,-1 0,1 0,0 0,-1-1,1 1,0 0,0-1,0 1,0-1,0 1,1-1,-1 1,0-1,1 0,-1 1,1-1,0 0,-1 0,1 0,4-76,10 36,2 2,1 0,3 1,1 0,2 2,1 1,2 1,11-11,4-9,3-4,-2-1,-4-3,-2-1,12-31,-56 150,-12 89,7 1,6 1,7 49,0-172,0-1,2 0,0 1,2-1,0 0,7 16,-11-37,-1-1,1 1,0-1,0 1,0-1,0 1,0 0,0-1,0 1,0-1,0 1,0 0,1-1,-1 1,0-1,0 1,0-1,1 1,-1-1,0 1,1-1,-1 1,0-1,1 1,-1-1,1 0,-1 1,1-1,-1 0,1 1,-1-1,1 0,-1 1,1-1,-1 0,1 0,-1 0,1 0,0 1,-1-1,1 0,-1 0,1 0,-1 0,1 0,0-1,-1 1,1 0,-1 0,1 0,-1 0,1-1,-1 1,1 0,0 0,-1-1,0 1,1 0,-1-1,1 1,-1-1,1 1,-1 0,0-1,1 1,-1-1,5-19,-2-2</inkml:trace>
  <inkml:trace contextRef="#ctx0" brushRef="#br0" timeOffset="31289.478">7139 3838,'11'-2,"18"-1,20 0,21 1,18 0,12 1,2 1,-5-1,-18 1</inkml:trace>
  <inkml:trace contextRef="#ctx0" brushRef="#br0" timeOffset="31605.148">7901 4012,'-8'9,"1"0,-1 0,2 1,0 0,0 1,0-1,2 1,-1 0,1 0,1 0,0 1,0 0,1-1,1 1,0 0,1 0,0-1,1 2,-1-10,1 0,1 1,-1-1,0 0,1 0,0 0,-1 0,1 0,0 0,1 0,-1 0,0-1,1 0,0 1,-1-1,1 0,0 0,0 0,0-1,0 1,0-1,1 1,-1-1,0 0,1 0,-1-1,1 1,-1-1,1 0,-1 0,1 0,0 0,6 0,0-1,0 0,0-1,0 0,0 0,0-1,-1-1,0 1,1-1,5-5,-8 6,0-1,-1 0,0 0,0 0,0-1,0 0,-1 0,0-1,0 1,0-1,-1 0,0-1,0 1,0-1,-1 1,0-1,0 0,-1 0,0-1,0 1,-1 0,0-1,0 1,-1-1,1 1,-2-1,1 1,-1-1,0 1,-1 0,0-1,0 1,0 0,-1 0,0 0,0 1,-1-1,0 1,0-1,-2 0,2 2,1 1,-1 1,-1-1,1 1,0-1,-1 1,1 0,-1 1,0-1,0 1,0 0,-1 0,1 1,0-1,0 1,-1 0,1 1,-1 0,1-1,-1 1,1 1,-1-1,1 1,-1 0,1 1,0-1,0 1,-1 0,1 0,1 0,-1 1,0 0,0 0,1 0,0 1,0-1,0 1,0 0,-2 3,2-2,0 0,0 0,1 1,0 0,0 0,0-1,1 1,0 1,0-1,0 0,1 0,0 1,0-1,1 1,0-1,0 1,0 2,7 23</inkml:trace>
  <inkml:trace contextRef="#ctx0" brushRef="#br0" timeOffset="37958.352">8583 3303,'18'-40,"-14"44,-1 101,-42 416,-1 35,40-234,0-320,1-1,-1 0,0 0,0 1,0-1,0 0,0 0,-1 1,1-1,0 0,-1 0,1 0,-1 1,1-1,-1 0,1 0,-1 0,0 0,1 0,-1 0,0 0,0 0,0 0,0 0,0-1,0 1,0 0,0-1,0 1,0 0,0-1,0 1,-1-1,1 0,0 1,0-1,-1 0,1 0,0 0,0 0,-1 0,1 0,0 0,0 0,-1 0,1-1,-1 0,-1248-2,661 25,-573 32,811-26,-611 60,710-65,-218-9,-119-2,-42-26,464 12,-71-14,-137 7,-47-40,153 44,66-8,165 14,21 0,0-1,0-1,0 0,0-1,0-1,-7-2,18 2,0 0,1-1,0 1,-1-1,1 0,1-1,-1 1,1-1,-1 0,2 0,-1 0,0-1,1 1,0-1,0 0,0 0,-4-17,1 0,0 0,2 0,1-1,0 1,2-1,1-1,-2-7,-11-158,-19-72,-65-242,30 172,-1-119,59 330,5-1,5 0,9-38,18-269,10-192,11 274,38-109,-86 447,22-95,8-100,-16 51,-15 152,0-1,1 0,-1 1,0-1,1 0,-1 1,1-1,-1 1,1-1,0 1,0-1,0 1,0-1,0 1,0 0,0-1,0 1,0 0,1 0,-1 0,0 0,1 0,-1 0,1 0,-1 1,1-1,-1 0,1 1,0-1,-1 1,1 0,0-1,-1 1,1 0,0 0,-1 0,1 0,0 1,-1-1,1 0,0 1,-1-1,1 1,-1-1,1 1,-1 0,1 0,0 0,21 6,215 57,-28-39,2-10,112-9,-110-3,258 9,1008 9,-1158-25,1377 26,-1451 5,-246-27,-1 0,1 1,0-1,-1 0,1 0,0 1,-1-1,1 1,-1-1,1 1,-1 0,1 0,-1-1,1 1,-1 0,0 0,1 1,-1-1,0 0,0 0,0 0,0 1,0-1,0 1,0-1,-1 1,1-1,0 1,-1-1,1 1,-1-1,0 1,1 0,-1-1,0 1,0 0,0-1,0 1,0 0,-1-1,1 1,0 0,-49 146,39-115,-40 127,7 1,7 3,5 12,27-145,1 0,1 0,2 0,3 28,35 1,-27-47,93 95,181 133,-148-122,-65-53,3-4,67 42,-122-92,-1 1,0 1,0 0,-2 2,0 0,-1 1,13 16,-6 0,1-1,2-1,1-2,1 0,2-2,23 17,-25-24,-2 1,0 2,-1 0,-2 2,0 1,15 23,11 11,2-3,2-2,17 10,84 88,-139-136,1-1,1-1,0-1,1 0,0-1,1-1,1-1,0 0,4 0,7-1,0-2,1-2,-1 0,1-2,0-2,1-1,-1-1,7-2,8 2,341-1,-260 25,-59-6,-21-12,-38-5,-1 0,1 0,-1 0,1 1,-1 1,0-1,0 2,0-1,0 1,3 2,74 37,-85-42,0 0,0 1,0-1,-1 1,1 0,0-1,-1 1,1-1,-1 1,1 0,-1 0,0-1,0 1,0 0,0 0,0-1,0 1,0 0,0-1,-1 1,1 0,-1-1,0 2,0 2,-4 26,-3 0,0-1,-2 0,-2 0,-8 17,-10 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13.4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0,'19'0,"21"0,20 0,16 3,10 0,8 2,-2 0,-5 2,-8-1,-13 1,-13 0,-16 0,-14-2,-10-6,-9-1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30.7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277 671,'0'0,"-12"-120,11 117,0-1,0 1,0-1,-1 1,1 0,-1 0,0 0,0-1,0 1,0 1,0-1,-1 0,1 1,-1-1,0 1,0 0,0 0,0 0,0 0,0 0,0 1,-1-1,1 1,-1 0,1 0,-1 0,1 1,-1-1,0 1,1 0,-3 0,-2 2,-1 0,0 1,1 0,0 0,-1 1,1 1,1-1,-1 1,1 0,-1 1,1-1,1 2,-1-1,1 1,1 0,-1 0,1 0,0 1,1 0,-1 0,2 0,-1 0,0 4,-18 83,21-91,1-1,0 0,1 0,-1 1,1-1,-1 0,1 0,0 0,0 0,0 0,0 0,1 0,-1 0,1 0,0-1,0 1,0 0,0-1,0 0,1 1,-1-1,1 0,-1 0,1-1,0 1,0 0,0-1,2 1,0 0,1-1,-1 0,1 0,-1-1,1 0,-1 1,1-2,-1 1,0-1,1 0,-1 0,1 0,-1-1,0 0,0 0,0 0,0-1,0 1,-1-1,1 0,0-1,7-5,-1 0,0-1,0 0,-1-1,0 0,-1-1,3-4,5-17,-2 1,-1-2,-1 0,-2-1,-2 0,-1-1,-2 1,-1-1,-2-1,-1 1,-2 0,-2-1,-1 1,-6-29,8 56,0-4,-1 1,0 0,0 0,-1 0,-1 0,0 0,0 1,-3-5,6 16,1-1,0 1,0-1,-1 1,1-1,0 1,-1-1,1 1,0 0,-1-1,1 1,-1 0,1-1,-1 1,1 0,-1 0,1-1,-1 1,1 0,-1 0,1 0,-1 0,1 0,-1 0,1-1,-1 1,0 0,1 1,-1-1,1 0,-1 0,1 0,-1 0,1 0,-1 0,1 1,-1-1,1 0,-1 0,1 1,-1-1,1 0,0 1,-1-1,1 1,-1-1,1 0,0 1,0-1,-1 1,1-1,0 1,0-1,-1 1,1-1,0 1,0-1,0 1,0-1,0 1,0 0,-8 15,1 1,1 0,0 1,1-1,2 1,-1 0,1 6,0-5,-8 44,3 0,2 0,4 1,2-1,2 1,7 26,-6-75,0 0,1 0,1 0,0-1,1 1,0-1,1-1,1 1,0-1,2 0,-7-8,1 0,0-1,0 1,1-1,-1 0,1-1,0 1,0-1,0 0,0 0,1 0,-1-1,1 0,0 0,0 0,0-1,0 1,0-2,0 1,0-1,0 1,0-2,0 1,0-1,0 0,3-1,4-3,0 0,0-1,0 0,-1-1,0-1,-1 0,1-1,-2 0,1 0,-1-1,-1 0,0-1,0 0,-1-1,0 0,-1 0,-1-1,0 1,0-1,-1-1,-1 1,0-1,-1 1,-1-1,0 0,-1 0,0 0,-1-11,-22-42,21 65,0 1,0-1,0 1,0 0,0-1,0 1,-1 0,1 0,0 0,-1 0,1 0,-1 0,1 0,-1 0,0 1,1-1,-1 1,0-1,1 1,-1 0,0-1,0 1,1 0,-1 0,0 0,0 1,1-1,-1 0,0 1,0-1,1 1,-1-1,1 1,-1 0,0-1,1 1,-1 0,0 1,-4 4,-1 0,1 0,0 1,0 0,1 0,0 0,0 1,1 0,0 0,0 0,1 0,0 0,0 1,1 0,0-1,1 1,-1 4,1-8,0 0,1 0,-1 0,1 1,0-1,0 0,0 0,1 0,0 0,0 0,0 1,1-2,0 1,0 0,0 0,0-1,1 1,-1-1,1 1,1-1,-1 0,0 0,1-1,0 1,0-1,2 2,9 2,0-1,0 0,1-1,-1 0,1-1,1-1,-1-1,0 0,1-1,-1-1,0-1,1 0,6-2,85-8,-6-6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32.4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1 631,'3'276,"-2"-266,1 0,-1 0,2 0,-1 0,2 0,-1 0,1-1,1 0,2 6,-5-12,0-1,0 1,-1-1,1 0,1 0,-1 1,0-1,0 0,1-1,-1 1,1 0,0-1,-1 0,1 1,0-1,0 0,0 0,0-1,0 1,0-1,0 1,0-1,0 0,0 0,0 0,0 0,0-1,0 0,0 1,0-1,0 0,0 0,2-2,10-5,-1-2,0 0,-1 0,0-1,-1-1,0 0,-1-1,0 0,-1-1,-1 0,0 0,-1-1,5-10,44-130,-55 218,-2-44,7 105,-7-121,1 1,0 0,0-1,1 1,-1-1,1 0,-1 0,1 1,0-1,1 0,-1 0,0-1,1 1,-1 0,1-1,0 0,0 0,0 1,0-2,0 1,1 0,-1-1,0 1,1-1,-1 0,1 0,0 0,-1-1,1 1,-1-1,2 0,9-2,0 0,-1-1,0-1,1 0,-1-1,-1-1,1 1,-1-2,0 0,0 0,-1-1,0-1,-1 0,0 0,0-1,0-1,1 0,0-1,-1 0,-1-1,0 0,0-1,-1 1,-1-2,-1 1,0-1,2-6,-29 95,20-70,-1-1,1 1,0 0,1 0,-1 0,1 0,0 0,0 0,0 0,0 0,1 0,0 0,-1-1,2 1,-1 0,0 0,1-1,-1 1,1 0,0-1,0 0,1 1,-1-1,1 0,-1 0,1-1,0 1,0 0,0-1,1 0,-1 0,0 0,1 0,7-1,0 0,1-1,-1 0,0-1,0 0,0-1,0-1,0 1,-1-2,1 1,-1-1,0-1,0 0,0-1,0 0,-1 0,0-1,-1 0,1 0,2-4,-5 6,1 0,-1 0,0 0,-1-1,1 0,-1 0,0-1,-1 1,0-1,0 0,0 0,-1 0,0-1,0 1,0-1,-1 0,-1 0,1 0,-1 0,-1 0,1-6,-2 14,1-1,0 1,-1 0,1 0,0 0,-1 0,1 0,-1-1,1 1,0 0,-1 0,1 0,0 0,-1 0,1 0,-1 0,1 0,0 0,-1 0,1 0,0 0,-1 1,1-1,0 0,-1 0,1 0,0 0,-1 1,1-1,0 0,-1 0,1 1,0-1,0 0,-1 0,1 1,0-1,0 0,-1 1,1-1,0 0,0 1,0-1,0 0,0 1,0-1,0 1,-1-1,1 0,0 1,0-1,0 0,0 1,1-1,-1 1,0-1,0 0,0 1,0-1,0 0,0 1,1-1,-1 0,0 1,0-1,0 0,1 1,-1-1,0 0,1 0,-2 5,1 0,0 0,1 0,-1 0,1 0,0-1,0 1,1 0,-1-1,1 1,0-1,0 1,0-1,1 0,0 0,0 0,0 0,0-1,0 1,1-1,0 0,-1 0,5 3,4 2,0-1,0 0,1-1,0 0,0-1,1 0,10 2,21 1,1-1,1-2,-1-3,1-1,-1-3,1-1,-1-3,33-8,-59 10,0 0,0-1,0-2,-1 0,13-6,-28 11,-1 1,1-1,-1 0,1 0,-1 0,0-1,0 1,0-1,-1 1,1-1,-1 0,1 0,-1 0,0 0,0-1,0 1,0 0,-1-1,0 0,1 1,-1-1,0 0,-1 1,1-1,-1 0,0 0,0 0,0 0,0 1,-1-1,1 0,-1 0,0-2,-1 2,0 0,0 0,0 0,-1 0,1 0,-1 0,0 1,0-1,0 1,0 0,-1 0,1 0,-1 0,0 0,0 1,0 0,0 0,0 0,0 0,-1 1,1-1,-1 1,1 0,-1 1,-2-1,-4 0,0 0,0 0,0 1,-1 1,1 0,0 0,0 1,0 0,0 1,-1 1,3 0,0 0,0 1,0 0,0 1,1 0,0 0,0 0,1 1,0 1,-1 0,5-5,1 0,-1 0,1 0,0 0,0 0,0 0,0 0,0 1,1-1,0 1,0 0,0-1,0 1,0 0,1-1,-1 1,1 0,0 0,0 0,1-1,-1 1,1 0,0-1,0 1,0 0,0-1,0 1,2 1,2 1,1-1,1 1,-1-1,1 0,0 0,0-1,0 0,0 0,1-1,0 0,-1 0,1-1,1 0,-1 0,0-1,0 0,0 0,1-1,-1 0,0-1,1 1,-1-2,0 1,3-2,2 0,-1-1,0 0,0-1,0 0,0-1,-1 0,0-1,0 0,-1 0,0-2,0 1,-1-1,0 0,-1-1,0 0,0 0,-1-1,0 0,-1 0,-1-1,1 0,0-6,8-21,-2-1,-2-1,-2 1,-1-1,-3 0,0-18,-1 15,-3 0,-1-1,-2 1,-2 0,-9-36,13 77,1 0,-1 0,1 0,-1 0,0 0,0 0,0 0,0 0,0 0,-1 0,1 1,-1-1,0 0,0 1,0 0,0-1,0 1,0 0,-3-2,3 5,0-1,1 1,-1-1,0 1,0-1,0 1,1 0,-1 0,0 0,1 0,-1 0,1 0,-1 1,1-1,0 0,0 1,-1-1,1 1,0-1,0 1,0 0,1-1,-1 1,0 0,1 0,-1 0,0 0,1 0,-17 39,2 1,2 1,2 0,1 0,3 1,1 3,0-18,1 1,1 1,2-1,1 0,1 1,1-1,2 0,2 0,0 0,2 0,1-1,12 27,-14-46,1-1,0 0,0-1,1 1,0-1,1-1,0 1,0-1,0-1,1 0,0 0,0-1,1 0,-1-1,1 0,0-1,0 0,0-1,1 0,-1-1,0 0,1-1,-1 0,1 0,-1-2,1 1,-1-1,0-1,0 0,0-1,0 0,-1 0,0-1,1-1,3-2,-2 0,0 0,0-1,-1 0,0 0,-1-1,0-1,-1 0,0 0,0-1,-1 0,-1 0,0-1,-1 0,0 0,-1-1,0 1,-1-1,-1-2,-1 13,-1 0,0 0,0 0,-1 0,1 0,-1 0,0 0,1 0,-1-1,-1 1,1 0,0 0,-1 0,1 0,-1 0,0 0,0 0,0 0,-1 0,1 0,-1 1,0-1,1 1,-1-1,0 1,0-1,-1 1,1 0,0 0,-1 0,1 0,-1 1,0-1,1 0,-1 1,0 0,0 0,0 0,0 0,0 0,0 1,0-1,-1 1,1 0,0 0,0 0,0 0,0 1,-1 0,-3 1,0 2,1-1,-1 1,1 0,0 0,0 1,0-1,0 1,1 1,0-1,0 1,0 0,1 0,0 0,0 1,1 0,0-1,0 1,0 0,1 0,0 1,0-1,1 0,0 1,0-1,1 1,0-1,0 1,1-1,0 1,0-1,1 0,0 1,0-1,0 0,1 0,0 0,3 2,1-1,0-1,1 0,0 0,0-1,0 0,1 0,0-1,0 0,1-1,-1 0,1 0,0-1,4 0,138 23,-45-18,-7-4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39.0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403 640,'-11'-9,"-1"0,0 1,0 0,-1 1,0 1,0 0,-1 1,1 0,-1 1,0 0,0 1,-1 1,1 0,-1 1,1 1,-1 0,1 1,0 1,-1 0,1 0,0 2,0 0,0 0,1 1,-4 3,-25 37,41-44,0 0,1 1,-1-1,1 1,0-1,0 1,-1-1,1 1,0-1,0 1,0-1,0 1,1-1,-1 1,0-1,1 1,-1-1,1 1,-1-1,1 1,0-1,-1 0,1 0,0 1,0-1,0 0,0 0,0 0,0 0,0 0,1 0,-1 0,0 0,0 0,1-1,-1 1,1 0,0-1,12 5,0-2,0 0,1 0,-1-1,0-1,1 0,0-1,-1-1,1 0,-1-1,0-1,0 0,0-1,0 0,3-3,0 2,0-2,0 0,-1 0,0-2,0 0,-1-1,0-1,-1 0,0-1,-1 0,0-1,-1 0,-1-1,0-1,-1 0,0 0,-1-1,-1 0,2-7,0-5,-1 1,-1-2,-1 1,-2-1,-1 0,-1 0,-2 0,0 0,-2-1,-2 1,-3-20,-11-2,16 49,1 1,-1 0,0 0,1-1,-1 1,0 0,0 0,0 0,0 0,0 0,0 0,0 0,0 0,0 0,0 0,0 1,-1-1,1 1,0-1,-1 0,1 1,0 0,-1-1,1 1,0 0,-1 0,1 0,-1 0,1 0,0 0,-1 0,1 0,-1 1,1-1,-1 1,-4 2,1 1,-1 0,1 0,0 0,0 1,1 0,-1 0,1 0,0 1,0-1,1 1,-1 2,-10 13,1 1,1 1,1 0,1 0,1 1,1 1,2-1,0 1,1 0,2 1,0-1,2 0,1 1,1 0,1-1,1 0,6 24,-4-36,1-1,0 0,1 0,0 0,1-1,0 0,0 0,1-1,1 0,0-1,0 0,1-1,0 0,0 0,1-1,0-1,0 0,1-1,-1 0,13 3,-14-5,0 0,0-1,0 0,1 0,-1-2,0 1,1-1,-1-1,1 0,-1 0,0-2,0 1,0-1,0-1,0 0,-1 0,0-1,0 0,0-1,0 0,-1-1,0 0,0 0,-1-1,0-1,2-2,-1-1,0 0,-2-1,1 0,-1 0,-1 0,0-1,-1 0,-1 0,0-1,-1 1,0-1,-1 0,-1 1,-1-1,0 0,0-1,0 14,0 0,0 1,0-1,0 0,0 1,0-1,-1 0,1 1,0-1,-1 0,1 1,-1-1,0 1,1-1,-1 1,0-1,0 1,0 0,0-1,0 1,0 0,-1 0,1 0,0 0,-1 0,1 0,0 0,-1 0,1 0,-1 1,0-1,1 1,-1-1,1 1,-1 0,0-1,1 1,-1 0,0 0,1 0,-1 0,0 1,1-1,-1 0,-1 1,-3 3,0 1,-1 0,2 0,-1 0,1 1,-1 0,2 0,-1 0,1 0,0 1,0 0,0 0,1 0,1 0,-1 1,1-1,0 1,0-1,1 1,0 0,1 3,0-3,0-1,1 1,0 0,0-1,1 1,0 0,0-1,1 0,-1 0,2 1,-1-2,1 1,0 0,1-1,-1 0,1 0,0 0,1 0,0-1,0 0,1 0,42 33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40.4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0 407,'0'36,"2"0,1-1,2 1,1-1,2-1,1 1,3 4,37 40,-47-77,0 0,0 0,0 0,0 0,1-1,-1 1,0 0,1-1,0 0,-1 0,1 0,0 0,-1 0,1 0,0-1,0 1,0-1,-1 0,1 0,0 0,0 0,0-1,0 1,-1-1,1 1,0-1,0 0,-1 0,1 0,1-1,7-7,0-1,-1 0,0 0,0-1,-1 0,-1-1,0 0,-1 0,0-1,0 1,-2-2,1 1,-2-1,0 1,0-1,-2 0,2-9,3-32,-7 55,0 0,0 0,-1 0,1 0,0 1,0-1,0 0,0 0,0 0,0 0,-1 0,1 0,0 0,0 0,0 1,0-1,-1 0,1 0,0 0,0 0,0 0,0 0,-1 0,1 0,0 0,0 0,0 0,0 0,-1 0,1 0,0 0,0 0,0-1,0 1,-1 0,-6 21,5-14,0-1,0 1,1 0,0-1,0 1,1 0,0 0,0 0,0 0,1 0,0-1,0 1,1 0,0-1,0 1,1-1,-1 0,2 1,-1-1,0 0,1-1,0 1,1-1,-1 0,1 0,0 0,0-1,4 3,-2-3,1 0,0-1,1 0,-1-1,0 0,1 0,-1 0,1-1,-1-1,1 1,0-1,-1-1,1 0,0 0,-1-1,1 0,-1 0,0-1,0 0,0 0,0-1,0 0,-1 0,0-1,0 0,0 0,0-1,-1 0,0 0,0-1,-1 1,1-1,-2 0,1-1,-1 1,3-6,-2 0,0 0,0 0,-1-1,-1 0,0 1,-1-1,0 0,-1 0,-1 0,0-1,-1 1,1 13,0 1,0-1,1 1,-1-1,0 1,0-1,0 1,0-1,0 1,0-1,0 1,0-1,0 1,-1-1,1 1,0-1,0 1,0-1,0 1,-1-1,1 1,0-1,-1 1,1 0,0-1,-1 1,1 0,0-1,-1 1,1 0,-1-1,1 1,0 0,-1 0,1-1,-1 1,1 0,-1 0,1 0,-1 0,1 0,-1 0,1-1,-1 1,1 0,-1 1,1-1,-1 0,1 0,-1 0,1 0,-1 0,1 0,-1 1,1-1,-1 0,1 0,0 1,-1-1,-20 27,19-22,-1 1,1 0,0 0,0 0,0 0,1 0,0 0,1 0,-1 0,1 0,0 1,0-1,1 0,0 0,0 0,0 0,1 0,0 0,0 0,1 0,-1-1,1 1,0-1,1 0,0 0,-1 0,1 0,1-1,-1 1,1-1,0 0,0-1,3 3,4 1,0 0,0-1,0-1,1 0,0-1,0 0,0-1,1 0,-1-1,1 0,-1-2,1 1,11-2,-18 0,0 1,0-1,0 0,-1-1,1 0,0 0,-1 0,1-1,-1 0,0 0,0-1,0 0,0 0,-1 0,1 0,-1-1,0 0,-1 0,1-1,-1 1,0-1,0 0,-1 0,0 0,0-1,0 1,0-5,1-1,-1-1,-1 0,0 0,-1 0,0-1,-1 1,0 0,-1 0,-2-10,3 23,0-1,0 1,1-1,-1 1,0-1,0 0,0 1,0-1,0 1,0-1,0 1,0-1,0 0,0 1,0-1,0 1,0-1,0 1,0-1,-1 1,1-1,0 0,0 1,-1-1,1 1,0 0,-1-1,1 1,-1-1,1 1,0-1,-1 1,1 0,-1-1,1 1,-1 0,1 0,-1-1,0 1,1 0,-1 0,1 0,-1 0,1 0,-1-1,1 1,-1 0,0 0,1 1,-1-1,1 0,-1 0,0 0,1 0,-1 0,1 1,-1-1,1 0,-1 0,1 1,-1-1,1 0,-1 1,1-1,0 0,-1 1,1-1,-1 1,-2 7,0 0,1 0,-1 0,1 0,1 1,0-1,0 0,1 1,0-1,0 1,1-1,0 0,0 1,1-1,0 0,1 0,3 8,-2-8,1-1,1 0,-1 1,1-2,0 1,1-1,0 0,0 0,0-1,1 0,-1 0,1 0,0-1,0-1,1 1,-1-1,1-1,0 0,0 0,0 0,0-1,0-1,0 1,0-1,0-1,0 0,0 0,0-1,0 0,-1-1,1 1,-1-2,1 1,-1-1,0 0,-1-1,1 0,-1 0,0-1,0 0,0 0,-1-1,0 1,3-6,-2 0,0 0,-1-1,-1 0,0 0,0 0,-1-1,-1 1,-1-1,1-5,-3 19,1-1,-1 1,1 0,-1-1,0 1,1-1,-1 1,0-1,1 1,-1-1,0 1,0-1,1 1,-1-1,0 1,0-1,0 0,0 1,0-1,0 1,0-1,0 1,0-1,0 0,0 1,0-1,0 1,0-1,0 1,-1-1,1 1,0-1,0 1,-1-1,1 1,0-1,-1 1,1-1,0 1,-1 0,1-1,-1 1,1-1,-1 1,1 0,-1 0,1-1,-1 1,1 0,-1 0,1-1,-1 1,1 0,-1 0,0 0,1 0,-1 0,1 0,-1 0,1 0,-1 0,0 0,1 0,-1 1,1-1,-1 0,-3 6,0 0,0 0,1 0,0 1,0-1,1 1,-1 0,1 0,1-1,-1 1,1 0,1 1,-1-1,1 0,0 0,1 0,0 0,0 0,0 0,1 0,0 0,1 0,-1-1,3 4,2-4,0 1,0-1,1-1,0 0,0 0,0 0,1-1,0 0,0-1,0 0,0-1,0 1,0-2,1 1,-1-1,1-1,-1 0,1 0,-1-1,1 0,-1 0,0-1,0-1,9-2,-10 3,-1 1,1-1,-1-1,0 1,0-1,0 0,0-1,0 0,-1 0,0 0,0-1,0 0,0 0,-1 0,0-1,0 0,0 0,-1 0,0-1,0 1,0-1,-1 0,0 0,1-4,-6 21,8 45,-3-50,1-1,0 1,0-1,0 1,0-1,1 0,-1 0,1-1,0 0,1 1,-1-2,0 1,1-1,-1 1,1-2,0 1,0 0,0-1,0 0,0-1,0 1,0-1,0-1,0 1,0-1,0 0,-1 0,1 0,0-1,0 0,-1 0,1-1,-1 1,0-1,1 0,-1-1,-1 1,1-1,0 0,-1 0,0-1,0 1,0-1,-1 0,3-4,-2 1,-1 0,0 0,-1-1,0 1,0-1,0 1,-1-1,-1 0,1 1,-1-2,0 7,0 0,-1 0,1 0,0 0,-1 0,0 0,1 0,-1 0,-1 0,1 0,0 0,-1 1,1-1,-1 0,0 1,0-1,0 1,0 0,0 0,0 0,-1 0,1 0,-1 0,1 0,-1 1,0 0,0-1,0 1,-2 0,-2 0,-1 2,1-1,-1 1,1 0,-1 0,1 1,0 0,0 1,0 0,0 0,0 0,0 1,1 0,-1 0,1 0,0 1,1 0,-1 0,1 1,0-1,0 1,1 0,-2 4,0-2,1 0,0 0,0 0,1 1,0 0,1 0,0 0,0 0,1 1,0 1,1-8,0 1,1-1,0 1,0 0,0-1,0 1,1-1,-1 1,1-1,0 1,0-1,0 1,1-1,-1 0,1 0,0 0,-1 1,1-2,1 1,-1 0,0 0,1-1,-1 1,1-1,0 0,0 0,0 0,1 1,29 10,1-5</inkml:trace>
  <inkml:trace contextRef="#ctx0" brushRef="#br0" timeOffset="1351.247">2032 19,'-3'-2,"0"0,0 0,-1 0,1 0,-1 1,0-1,1 1,-1 0,0 0,0 0,0 1,0-1,0 1,0 0,1 0,-1 0,0 1,0-1,0 1,0 0,0 0,1 0,-1 1,0-1,1 1,-1 0,1 0,0 0,-1 1,1-1,0 1,1-1,-1 1,0 0,-1 3,0 1,1 0,0 0,0 0,0 1,1-1,0 1,1 0,-1 0,2 0,-1-1,1 1,0 0,1 0,-1 0,2 0,1 6,46 121,161 257,-193-362,-17-29,1-1,-1 1,1-1,0 0,-1 1,1-1,-1 0,1 0,0 0,-1 1,1-1,0 0,-1 0,1 0,0 0,-1 0,1 0,0 0,-1 0,1 0,0-1,-1 1,1 0,0 0,-1-1,1 1,-1 0,1-1,0 1,-1 0,1-1,-1 1,1-1,-1 1,1-1,-1 1,0-1,1 1,-1-1,0 0,1 1,-1-1,0 1,0-1,1 0,9-18,0 0,-2-1,0 0,-1-1,-1 1,-1-1,-1 0,0 0,-2-5,10-181,-12 202,0 4,-1 0,1 0,0-1,-1 1,1 0,0 0,0-1,0 1,0 0,0-1,0 1,0 0,0 0,0-1,1 1,-1 0,0 0,1 0,-1-1,1 1,0 0,-1 0,1 0,0 0,0 0,-1 0,1 0,0 0,0 0,0 1,0-1,0 0,0 1,1-1,-1 0,0 1,0-1,0 1,1 0,-1-1,0 1,0 0,1 0,86 53,-39-21,69 55,-116-85,0 0,0 0,-1 0,1 1,-1-1,0 0,1 1,-1-1,0 1,0-1,-1 1,1-1,0 1,-1 0,0-1,1 1,-1 0,0 0,0-1,-1 1,1 0,-1-1,1 1,-1 0,0-1,0 1,0-1,0 1,0-1,-1 0,1 1,-1-1,0 0,-18 30,14-24,0-1,1 2,0-1,1 0,-1 1,2 0,-1 0,1 0,1 0,-1 5,3-12,0 1,0-1,1 0,-1 1,1-1,-1 0,1 1,0-1,0 0,0 0,0 0,1 0,-1 0,0 0,1 0,0 0,-1 0,1-1,0 1,0-1,0 1,0-1,0 0,0 0,0 0,0 0,0 0,1 0,0 0,72 16,-69-16,13 2,1 0,0-2,-1 0,1-1,0-1,0-1,-1-1,1 0,-1-2,0 0,0-1,0-1,-1-1,11-6,-23 10,-1 0,0 0,0-1,0 0,0 0,0 0,-1-1,0 0,0 1,-1-1,0-1,0 1,0 0,-1-1,1-1,-2 5,0-1,-1 1,1 0,-1-1,1 1,-1-1,0 1,-1 0,1-1,-1 1,1-1,-1 1,0 0,0 0,0-1,-1 1,1 0,-1 0,1 0,-1 1,0-1,0 0,-1 1,1-1,0 1,-1-1,0 1,1 0,-1 0,0 1,-2-2,1 0,-1 1,0-1,0 1,1 0,-2 0,1 0,0 1,0 0,0 0,-1 0,1 1,0 0,-1 0,1 0,0 0,-1 1,1 0,0 0,0 1,0-1,0 1,0 0,0 0,0 1,0 0,1 0,-1 0,1 0,0 0,0 1,0 0,1 0,-1 0,1 0,0 1,0-1,1 1,-1-1,1 1,0 0,-1 4,2-4,1 0,-1 0,1-1,0 1,1 0,-1-1,1 1,0 0,0-1,1 1,-1-1,1 1,0-1,0 0,0 0,1 1,0-2,-1 1,1 0,1-1,-1 1,0-1,1 0,0 0,-1 0,1-1,1 1,-1-1,0 0,0 0,3 0,1 2,1-1,-1 0,1 0,0-1,0 0,0 0,0-1,0-1,0 1,0-2,1 1,-1-1,0 0,0-1,0 0,1-1,5-5,-14 7,0 0,0 0,-1 0,1 1,0-1,0 0,0 0,0 1,0-1,0 0,0 1,0-1,1 1,-1 0,0-1,0 1,0 0,0 0,1 0,-1-1,0 1,0 1,0-1,1 0,-1 0,0 0,0 0,0 1,0-1,0 1,1-1,-1 1,0-1,0 1,0 0,0-1,0 1,0 0,-1 0,1 0,0 0,0-1,-1 1,1 0,0 1,0 3,1-1,-1 0,1 1,0-1,0 0,0 0,0 0,1-1,-1 1,1 0,0-1,0 0,0 0,1 0,-1 0,1 0,0-1,0 1,0-1,0 0,0 0,0-1,0 1,1-1,-1 0,1 0,-1 0,1-1,-1 0,1 1,1-2,-2 1,0-1,1 0,-1-1,-1 1,1-1,0 0,0 0,0 0,-1 0,0-1,1 1,-1-1,0 0,0 0,0 0,0 0,-1-1,0 1,1-1,-1 1,0-1,-1 0,1 0,-1 0,1 0,-1 0,16-112,-26-61,12 143,-3 34,0-1,0 1,1-1,-1 1,0-1,0 1,1-1,-1 1,1-1,-1 1,0-1,1 1,-1 0,1-1,-1 1,1 0,-1-1,1 1,-1 0,1 0,-1 0,1-1,-1 1,1 0,-1 0,1 0,0 0,-1 0,1 0,-1 0,1 0,-1 0,1 0,-1 0,1 1,0-1,-1 0,1 0,-1 0,1 1,-1-1,1 0,-1 1,1-1,-1 0,0 1,1-1,-1 1,0-1,1 0,-1 1,1 0,13 12,-1 0,-1 1,0 0,0 1,-1 0,-1 1,6 12,-10-15,-1 0,0 0,-1 1,0-1,-1 1,-1 0,0-1,0 1,-2 0,0 0,0 0,-2 8,2-21,-1 1,1 0,1 0,-1 0,0 0,0 0,1-1,-1 1,1 0,-1 0,1 0,0-1,0 1,0 0,0-1,0 1,0-1,0 1,0-1,1 0,-1 1,0-1,1 0,-1 0,1 0,0 0,-1 0,1 0,0-1,0 1,-1 0,1-1,0 1,0-1,0 0,0 0,-1 0,1 0,0 0,1 0,10 2,0-1,0-1,0 0,0-1,0 0,0-1,0 0,0-1,0-1,-1 0,0 0,0-1,0-1,0 0,-1-1,0 0,0-1,-1 0,0 0,0-1,-1 0,0-1,-1 0,0-1,-1 0,0 0,0 0,-1-1,-1 0,0 0,-1 0,0-1,-1 1,2-10,-5 20,1 0,-1 1,0-1,0 0,0 1,0-1,0 0,0 1,0-1,0 0,-1 1,1-1,-1 0,1 1,-1-1,0 1,1-1,-1 1,0-1,0 1,0 0,0-1,0 1,0 0,-1 0,1 0,0 0,-1 0,1 0,-1 0,1 0,-1 0,1 1,-1-1,1 1,-1-1,0 1,1-1,-1 1,0 0,1 0,-1 0,0 0,1 0,-1 0,0 1,1-1,-1 0,0 1,1 0,-1-1,1 1,-1 0,1-1,-1 2,-8 4,0 0,0 0,1 2,0-1,1 1,0 0,0 1,0-1,1 2,1-1,0 1,0 0,0 0,2 1,-1-1,1 1,1 0,-2 9,3-13,1-1,0 1,1 0,0 0,0-1,0 1,1 0,0-1,0 1,0-1,1 1,0-1,0 1,1-1,0 0,0 0,1 0,-1-1,1 1,0-1,1 0,-1 0,1 0,0-1,0 1,1-1,-1-1,1 1,5 2,47 21,-1-9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36.2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 1303,'-5'-52,"3"-1,2 1,2 0,3 0,1 0,12-39,5 24,-22 65,0 0,0 1,0-1,0 1,0-1,0 1,1-1,-1 1,1 0,-1-1,1 1,-1 0,1 0,0 0,-1 0,1 1,0-1,0 0,0 1,0-1,0 1,-1 0,1 0,0-1,0 1,0 0,0 1,0-1,0 0,0 0,0 1,0 0,0-1,0 1,11 6,0 1,0 0,-1 1,0 0,-1 1,0 0,-1 1,0 0,0 1,-1 0,-1 0,0 1,2 6,-5-11,0 1,-1 0,0 1,0-1,-1 1,-1-1,1 1,-2 0,1 6,-1-13,-1 1,0-1,-1 1,1-1,-1 0,1 1,-1-1,0 0,0 1,0-1,-1 0,1 0,-1 0,0 0,0 0,0 0,0-1,0 1,-1-1,1 1,-1-1,1 0,-1 0,0 0,0 0,0 0,0-1,0 0,-1 1,0-1,0 1,-1-1,1 0,0 0,-1 0,1-1,-1 0,1 1,-1-2,1 1,-1 0,1-1,-1 0,1 0,-1 0,1-1,0 1,0-1,0 0,0 0,0-1,0 1,1-1,-1 0,1 0,-1 0,1 0,0-1,0 1,1-1,-1 0,1 0,0 1,0-2,0 1,0 0,1 0,-1-2,2 3,-1 1,1-1,0 0,0 0,0 1,0-1,1 0,-1 1,1-1,-1 0,1 1,0-1,0 1,0-1,1 1,-1-1,0 1,1 0,0-1,-1 1,1 0,0 0,0 1,0-1,0 0,1 0,-1 1,1-1,74-29,47 6,-91 20,-1-1,0-1,0-2,0-1,-1-1,25-14,-52 22,1 0,0-1,-1 1,0-1,0 0,0 0,0 0,-1 0,0-1,0 1,0-1,1-2,-3 5,0 1,-1-1,1 0,-1 1,1-1,-1 0,1 1,-1-1,0 0,0 0,0 1,0-1,0 0,0 0,-1 1,1-1,-1 0,1 0,-1 1,1-1,-1 1,0-1,0 1,0-1,0 1,0-1,0 1,0 0,-1-1,1 1,0 0,-1 0,1 0,-1 0,1 0,-1 0,1 1,-1-1,1 0,-1 1,-2-2,-1 1,1-1,0 1,0 0,-1 1,1-1,-1 1,1-1,0 2,-1-1,1 0,-1 1,1 0,0-1,-1 2,1-1,0 1,0-1,0 1,0 0,0 0,1 1,-1-1,0 1,1 0,0 0,0 0,-3 4,1-2,0 2,0-1,1 0,0 1,0 0,1 0,0 0,0 0,0 0,1 1,0-1,1 1,-1-1,1 1,1 0,0 2,0-3,1 0,1 0,-1 0,1 0,1 0,-1 0,1-1,0 1,0-1,1 0,0 1,0-2,1 1,-1 0,1-1,0 0,1 0,-1-1,1 0,0 1,3 0,7 4,1 0,0-1,0-1,1 0,0-2,0 0,13 2,95-1,-74-12</inkml:trace>
  <inkml:trace contextRef="#ctx0" brushRef="#br0" timeOffset="546.919">984 767,'-4'9,"1"-1,0 1,0 0,1 0,0 0,0 0,1 0,0 0,1 1,0-1,0 0,1 0,0 1,1-1,0 0,0 0,1 0,0-1,1 1,0-1,0 1,0-1,1-1,1 1,-1-1,1 0,1 0,-1 0,1-1,0 0,1 0,-1-1,1 0,0 0,0-1,1 0,0 0,-2-2,0 1,0-1,1 0,-1-1,1 1,-1-1,1-1,-1 0,1 0,0 0,-1-1,1 0,-1-1,1 1,-1-1,0-1,0 1,0-1,0-1,0 1,-1-1,1 0,-1-1,0 0,0 0,-1 0,1 0,-1-1,-1 0,1 0,-1 0,0-1,0 1,-1-1,0 0,1-2,0-1,-1-1,0 1,0-1,-1 0,-1 0,0 0,0 0,-1 0,0 0,-1 0,0 0,-1 0,-1 0,1 1,-4-8,6 17,0 0,0 0,0 0,-1 0,1-1,-1 1,1 0,0 0,-1 0,0 0,1 0,-1 0,0 0,1 0,-1 0,0 0,0 0,0 1,0-1,0 0,0 1,0-1,0 0,0 1,0-1,0 1,0 0,-1-1,1 1,0 0,0 0,0 0,-1-1,1 1,0 0,0 1,0-1,-1 0,1 0,0 0,0 1,0-1,0 1,0-1,0 1,0-1,0 1,0 0,0-1,0 1,0 0,0 0,0 0,0 0,1 0,-1 0,0 0,1 0,-1 0,0 1,-3 5,0 0,1 1,0 0,0 0,0 0,1 0,0 0,1 0,0 1,0-1,1 0,0 1,0-1,1 0,0 1,1-1,0 0,0 0,1 0,0 0,0 0,0-1,1 1,1-1,2 3,-2-4,1 0,1-1,-1 0,1 0,0-1,0 0,0 0,0-1,1 1,0-2,0 1,-1-1,1 0,1-1,-1 0,0 0,0-1,0 0,0 0,1-1,-1 0,0 0,0-1,0 0,-1-1,1 1,0-1,-1-1,0 0,1 0,-2 0,1-1,0 0,-1 0,0-1,0 1,-1-2,1 1,-1 0,-1-1,5-7,-2-2,0-1,-1-1,-1 1,0-1,-1 0,-1 0,-1-1,-1 1,0 0,-2-9,3 164,-1-127,1-1,1 1,0-1,0 0,1 0,0 0,0 0,1-1,0 0,0 0,1 0,0 0,1-1,0 0,0-1,0 1,1-1,0-1,0 0,0 0,1 0,2 0,25 9</inkml:trace>
  <inkml:trace contextRef="#ctx0" brushRef="#br0" timeOffset="2102.736">1974 767,'-5'12,"0"1,1-1,1 1,0 0,0-1,2 1,0 1,0-1,1 0,1 0,0 0,2 8,-2-13,1-1,0 0,0 0,1 0,0 0,1 0,-1 0,1-1,0 0,1 0,-1 0,1 0,1 0,-1-1,1 0,0-1,0 1,0-1,0 0,1 0,0-1,3 1,-5-2,0 0,0 0,0-1,1 0,-1 0,0 0,1-1,-1 1,0-1,1-1,-1 1,1-1,-1 0,0 0,0 0,1-1,-1 0,0 0,-1 0,1-1,0 0,-1 1,1-2,-1 1,3-3,0-1,0 0,-1 0,0-1,0 0,0-1,-1 1,0-1,-1 0,0 0,0-1,-1 1,-1-1,2-5,-1-1,0-1,-1 0,0 1,-2-1,0 0,-1 0,-1-10,2 27,0-1,0 0,0 1,0-1,1 0,-1 1,0-1,0 0,0 1,0-1,0 0,-1 1,1-1,0 0,0 1,0-1,0 0,-1 1,1-1,0 1,-1-1,1 1,0-1,-1 0,1 1,-1-1,1 1,-1 0,1-1,-1 1,1-1,-1 1,1 0,-1-1,0 1,1 0,-1 0,0 0,1-1,-1 1,0 0,1 0,-1 0,0 0,1 0,-1 0,0 0,1 0,-1 0,0 0,1 1,-1-1,1 0,-1 0,0 1,1-1,-1 0,1 1,-1-1,1 1,-1-1,1 0,-1 1,1-1,-1 1,-23 39,22-36,0 1,1 0,0 0,0 0,0-1,0 1,1 0,0 0,0 0,0 0,0 0,1 0,0 0,0 0,0 0,1 0,0-1,0 1,0 0,0-1,1 0,-1 1,1-1,0 0,0-1,4 4,8 4,1-2,0 0,0-1,1-1,0-1,0 0,1-1,-1-1,1 0,0-2,0 0,0-1,7 0,15 3,1-2,0-2,0-2,0-1,-1-2,0-2,20-6,-56 12,0 1,-1-1,1 0,0 0,-1 0,1-1,-1 1,0-1,1 0,-1 0,0 0,0 0,0-1,0 1,-1-1,1 0,-1 0,1 0,-1 0,0 0,0 0,0 0,-1-1,1 1,-1-1,0 1,0-1,0 0,0 1,-1-1,1 0,-1 0,0 1,0-1,0 0,-1 0,1 1,-2-4,-1 1,0-1,-1 1,0-1,0 1,0 0,-1 1,0-1,0 1,0 0,-1 0,1 1,-1 0,0 0,-1 0,1 0,-1 1,0 0,1 1,-1-1,0 1,-1 1,1-1,0 1,0 1,-1-1,1 1,0 0,0 1,-1 0,1 0,0 0,0 1,0 0,0 1,0-1,0 1,1 1,-1-1,1 1,0 0,0 1,1-1,-1 1,1 0,0 1,0-1,1 1,-4 5,6-8,0 0,0 0,1 0,-1 1,1-1,0 1,0-1,0 1,0-1,0 1,1 0,0 0,-1-1,1 1,1 0,-1-1,1 1,-1 0,1-1,0 1,0-1,1 1,-1-1,1 1,-1-1,1 0,0 0,1 0,-1 0,0 0,1 0,-1-1,1 1,0-1,1 1,6 3,1-1,-1 0,1 0,1-1,-1 0,0-1,1-1,0 0,-1 0,1-1,0 0,0-1,0-1,0 0,-1 0,1-2,0 1,-1-1,0-1,1 0,1-2,-6 3,-1-1,0 0,0 0,0-1,0 1,-1-1,0-1,0 1,0-1,-1 0,0 0,0 0,0 0,-1-1,0 1,0-1,-1 0,0 0,1-5,-2 11,-1 1,0 0,1-1,-1 1,0-1,1 1,-1-1,0 1,0-1,1 1,-1-1,0 1,0-1,0 1,0-1,0 0,0 1,1-1,-1 1,-1-1,1 1,0-1,0 1,0-1,0 0,0 1,0-1,-1 1,1-1,0 1,0-1,-1 1,1-1,0 1,-1 0,1-1,-1 1,1-1,0 1,-1 0,1-1,-1 1,1 0,-1 0,1-1,-1 1,1 0,-1 0,1 0,-1-1,0 1,1 0,-1 0,1 0,-1 0,1 0,-1 0,1 0,-1 0,0 1,1-1,-27 25,24-21,1 0,-1 0,1 0,0 1,1-1,-1 0,1 1,0 0,0-1,0 1,0-1,1 1,0 0,0 0,0-1,1 1,0 0,-1-1,2 1,-1 0,0-1,1 0,0 1,0-1,0 0,1 0,-1 0,1 0,0 0,0-1,0 1,4 2,8 3,1 0,0-1,1 0,-1-1,1-1,1-1,-1 0,1-2,0 0,0-1,0 0,0-1,0-2,0 0,0 0,0-2,13-3,-2 0,0 0,-1-2,0-2,0 0,-1-2,-1 0,0-2,0-1,-2-2,0 0,0-1,-2-1,-1-1,0-2,-1 0,-2 0,0-2,-1 0,-2-1,-1-1,0 0,7-25,-9 23,-2-1,-1 0,-1-1,-1 0,-2 0,-1 0,-2-1,-1 1,-1-1,-1 0,-2 1,-1 0,-1 0,-2 0,-1 0,-9-20,14 43,0 0,0 0,-1 0,0 0,0 1,-1-1,1 1,-2 0,1 1,0-1,-1 1,0 0,0 0,-1 1,0 0,1 0,-1 0,0 1,-1 0,1 1,0-1,-1 1,0 1,1 0,-5-1,2 5,-1-1,1 1,0 1,0 0,0 0,0 1,1 0,-1 1,1 0,1 1,-1 0,1 0,1 0,-1 1,1 0,0 1,1 0,0 0,1 0,-2 3,-8 12,2 1,0 0,1 1,2 0,1 1,1 0,1 0,1 1,1 0,2 0,1 0,1 0,2 0,0 0,2 1,1-1,2-1,0 1,2-1,1 0,1-1,1 0,1-1,14 22,-14-29,0-1,1 0,0 0,2-1,0-1,1 0,0-1,1-1,0-1,1 0,1-1,0-1,0-1,1-1,0 0,16 3,-28-10,1 0,-1-1,0 0,0 0,0 0,0-1,0-1,0 1,0-1,-1-1,1 1,-1-1,1 0,-1-1,0 0,0 0,0-1,-1 0,0 0,0 0,0-1,0 0,-1 0,0 0,0-1,-1 1,0-1,2-3,57-146,-56 136,-4 54,-10 20,3-35,1 0,0-1,2 1,0 0,1 0,1 0,1 0,1 0,0 0,1-1,2 2,-4-16,0-1,0 1,0-1,0 0,1 0,-1 0,1 0,0 0,0-1,0 1,0-1,1 0,-1 0,0 0,1 0,0-1,-1 1,1-1,0 0,0 0,-1 0,1-1,0 1,0-1,0 0,0 0,0 0,0-1,0 1,0-1,-1 0,1 0,0 0,0-1,-1 1,1-1,-1 0,1 0,-1 0,0-1,0 1,1-1,9-9,0-1,-1 1,0-2,-1 0,-1 0,0-1,-1 0,0-1,-1 0,-1 0,-1-1,0 0,-1 0,-1 0,-1-1,0-2,-2 12,-5 19,-5 22,7-27,0 1,0 0,1 0,0 0,0 1,0-1,1 0,0 0,1 0,0 0,0 0,0 1,1-1,0-1,0 1,1 0,0-1,0 1,0-1,1 0,0 0,0 0,1 0,-1-1,1 0,0 0,1 0,3 2,2-2,1-1,-1-1,1 0,0-1,0 0,0-1,0 0,0-1,0 0,0-1,0 0,0-1,0 0,0-1,-1 0,1-1,-1-1,0 0,0 0,0-1,-1 0,0-1,0 0,-1-1,0 1,0-2,-1 0,0 0,0 0,0-3,18-25,-2-2,-2-1,-1-1,-3-1,-1 0,-2-1,-2-1,-1 0,2-32,2 1,-4 0,-2 0,-3-25,-20-19,12 116,0 0,0-1,0 1,0 0,-1 0,0 0,1 0,-1 0,0 0,0 0,0 1,-1-1,1 1,-1 0,1-1,-1 1,0 0,1 1,-1-1,0 0,-1 1,1-1,0 1,0 0,0 0,-1 1,1-1,-1 1,1-1,0 1,-1 0,-1 0,-3 2,-1 0,0 1,1 0,0 0,0 0,0 1,0 1,0-1,1 1,0 1,0-1,0 1,1 0,-1 1,-11 10,2 1,0 1,1 0,1 1,1 1,1 0,0 1,2 0,1 0,0 1,2 0,1 1,0 0,2 0,1 0,0 0,2 1,1-1,1 0,1 1,1-1,2 0,0 0,1-1,6 14,5-7,2 0,1-1,1-2,1 0,2-1,0-1,2-1,1-1,0-2,2-1,0-1,1-1,1-2,28 11,64 28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39:33.8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0 814,'27'-38,"14"-6,-1-3,-3 0,-2-3,-2-1,-2-1,-3-1,21-55,-44 92,-1-1,0 0,-1-1,-1 1,-1-1,0 1,-1-1,-1 1,-1-1,2 10,-2 1,1 0,-1-1,0 1,0 0,-1 0,0 0,0 0,-1 0,1 1,-2-1,1 1,-1 0,0 0,0 1,0 0,-1 0,0 0,0 0,0 1,-6-3,7 5,0 0,1 0,-1 1,0-1,0 1,0 0,0 1,0-1,-1 1,1 0,0 0,0 1,0 0,0-1,0 2,0-1,0 0,0 1,1 0,-1 0,1 1,-1-1,1 1,0 0,0 0,0 1,0-1,0 1,1-1,0 1,0 0,0 1,0-1,-2 5,-4 11,1 1,0 0,2 0,0 1,1 0,1 0,2 0,0 1,1-1,1 1,2-1,0 0,1 3,2 10,0-1,3 0,0 0,3-1,0 0,2-1,2 0,1-1,1-1,1-1,2 0,1-1,10 8,-27-30,1 0,1 0,-1 0,1-1,0 0,0 0,1 0,-1-1,1 0,0 0,0-1,1 0,-1 0,0-1,1 0,0 0,0-1,3 1,-7-4,1-1,0 0,-1 0,0 0,1 0,-1-1,-1 1,1-1,0 0,-1 0,0 0,0-1,0 1,-1-1,1 0,-1 0,0 0,-1 0,1 0,-1 0,0 0,0 0,0 1,61-226,-59 279,-3-33,9 98,-8-110,0 0,0 0,1 0,0 0,-1 0,1-1,1 1,-1-1,0 1,1-1,0 0,0 0,0 0,0 0,0-1,0 1,1-1,-1 0,1 0,0 0,0 0,0-1,-1 1,1-1,1 0,-1 0,8-1,0 0,1 0,-1-2,0 1,0-1,0-1,0 0,0-1,0 0,-1-1,0 0,0-1,0 0,-1-1,0 0,0-1,0 0,-1 0,-1-1,1 0,-1-1,-1 2,-1 0,-1-1,0 1,0-1,0 0,-1-1,-1 1,1-1,-2 1,1-1,-1 0,-1 0,1-2,-2 12,0-1,1 1,-1-1,0 1,1-1,-1 1,0-1,0 1,1-1,-1 1,0-1,0 0,0 1,0-1,0 1,0-1,0 1,0-1,0 0,0 1,0-1,0 1,0-1,0 1,0-1,-1 1,1-1,0 0,0 1,-1-1,1 1,0 0,-1-1,1 1,0-1,-1 1,1-1,-1 1,1 0,-1-1,1 1,-1 0,1 0,-1-1,1 1,-1 0,1 0,-1 0,0 0,1-1,-1 1,1 0,-1 0,1 0,-1 0,0 0,1 1,-1-1,1 0,-1 0,1 0,-1 0,-4 12,1-1,0 1,0 0,2 0,-1 0,1 0,1 0,1 0,-1 1,2 6,-1-12,0 1,0-1,1 0,0 1,1-1,0 0,0 0,0 0,1 0,0 0,0 0,0-1,1 1,0-1,1 0,-1 0,1-1,0 1,0-1,1 0,0-1,0 1,0-1,0 0,1-1,-1 1,1-1,0-1,0 1,0-1,7 1,24 0,-3-6</inkml:trace>
  <inkml:trace contextRef="#ctx0" brushRef="#br0" timeOffset="601.391">1457 680,'-6'-2,"1"0,-1 0,0 1,0 0,0 0,0 0,-1 1,1 0,0 0,0 0,0 1,0 0,0 0,0 0,0 1,0 0,0 0,1 1,-1-1,1 1,-1 1,1-1,0 1,0-1,1 1,-1 1,1-1,0 1,0 0,0 0,1 0,0 0,0 1,1-2,1 1,-1 0,1-1,0 1,1 0,-1 0,1 0,0 0,0 0,1-1,-1 1,1 0,0 0,1 0,-1-1,1 1,0-1,0 1,0-1,0 0,1 0,0 0,0 0,0 0,0 0,1-1,-1 0,1 1,0-1,0-1,2 2,1 0,0 1,0-2,0 1,1-1,0 0,-1-1,1 1,0-2,0 1,1-1,-1 0,0-1,0 0,0 0,1-1,-1 0,0 0,5-2,-6 1,-1-1,1 0,0 0,-1 0,1-1,-1 0,0 0,0-1,-1 0,0 0,1 0,-1 0,-1-1,1 0,-1 0,0 0,-1-1,1 1,-1-1,-1 0,1 1,-1-1,0-1,-1 1,1 0,-1 0,-1-1,0 1,0 0,0-1,-1 1,0 0,0 0,-1-3,-1 6,1-1,-1 1,0 0,0 0,0 0,0 1,0-1,-1 1,0 0,0 0,0 0,0 0,0 1,-1-1,1 1,-1 0,1 1,-1-1,0 1,1 0,-1 0,0 0,0 1,0 0,0 0,-4 0,0 1,-1-1,1 2,-1-1,1 1,-1 1,1 0,0 0,0 1,0 0,1 0,0 1,-1 0,0 2,3-2,0 1,0-1,1 1,0 0,0 0,1 1,-1-1,2 1,-1 0,1 0,0 1,0-1,-1 8,3-12,0 1,1-1,-1 0,1 1,0-1,0 1,0-1,1 0,-1 1,1-1,-1 0,1 1,0-1,1 0,-1 0,1 0,-1 0,1 0,0 0,0 0,0-1,0 1,0-1,1 1,-1-1,1 0,0 0,0 0,0 0,-1-1,2 1,-1-1,0 1,93 14,-47-19</inkml:trace>
  <inkml:trace contextRef="#ctx0" brushRef="#br0" timeOffset="1597.53">1725 333,'-7'-13,"0"0,-1 1,0 0,-1 1,-1 0,1 0,-2 1,1 0,-2 1,1 0,-1 1,0 0,-1 1,0 0,0 1,0 1,-1 0,-3 0,13 4,-1 0,1 0,-1 1,0 0,1 0,-1 0,0 0,1 1,-1-1,1 1,-1 1,1-1,-1 0,1 1,0 0,0 0,0 0,0 1,0-1,0 1,1 0,-1 0,1 1,0-1,0 0,0 1,0 0,1 0,-1 0,1 0,0 0,0 0,1 1,-1-1,1 1,-1 3,1 0,0 0,1 0,0 0,0 0,1 0,0 1,0-1,1 0,0-1,0 1,1 0,0-1,0 1,1-1,0 0,2 2,90 109,-51-72,-16-20,-2 1,-1 2,-1 0,-2 2,-1 0,-1 2,6 15,29 94,-55-139,0-1,1 0,-1 1,1-1,0 0,-1 0,1 0,0 0,0-1,0 1,1 0,-1-1,0 0,1 1,-1-1,0 0,1 0,0 0,-1-1,1 1,-1-1,1 1,0-1,-1 0,1 0,0 0,-1 0,1 0,0-1,-1 1,1-1,0 0,-1 0,2 0,79-51,-66 36,0-2,0 0,-2 0,0-2,-2 0,0 0,-1-2,-1 1,-1-1,-1-1,-1 0,-1 0,-1-1,1-7,-8 31,1 0,0 0,0 0,0 0,0 0,-1-1,1 1,0 0,0 0,0 0,0 0,-1 0,1 0,0 0,0 0,0 0,0-1,0 1,0 0,0 0,-1 0,1 0,0 0,0-1,0 1,0 0,0 0,0 0,0 0,0-1,-9 20,3-4,1 1,0 0,1 0,1 0,0 1,1-1,1 1,0 0,2-1,0 8,0-20,0 0,0-1,1 1,-1 0,1 0,-1-1,1 1,0 0,1-1,-1 0,1 0,-1 0,1 0,0 0,0 0,0-1,1 1,-1-1,0 0,1 0,0 0,-1 0,1-1,0 0,0 1,0-1,2 0,4 0,0 0,0 0,0-1,0 0,0-1,1 0,-1 0,-1-1,1 0,7-3,-5 0,1 0,-1 0,0-1,-1-1,1 0,-1 0,0-1,-1-1,0 0,0 0,-1-1,-1 0,1 0,-1-1,-1 0,0-1,-1 0,0 0,-1 0,0 0,-1-1,0 0,-1-1,-1-14,-2 28,1 0,-1-1,0 1,0 0,0-1,0 1,0 0,0-1,0 1,0 0,0-1,0 1,0 0,0-1,0 1,0 0,0-1,0 1,-1 0,1-1,0 1,0 0,0 0,0-1,-1 1,1 0,0-1,0 1,-1 0,1 0,0 0,0-1,-1 1,1 0,0 0,-1 0,1 0,0-1,-1 1,1 0,0 0,-1 0,1 0,0 0,-1 0,1 0,0 0,-1 0,1 0,0 0,-1 0,1 0,0 0,-1 0,1 1,0-1,-1 0,1 0,0 0,0 0,-1 1,1-1,0 0,0 0,-1 1,1-1,0 0,-6 7,0 1,1-1,0 1,0 0,1 1,0-1,1 0,0 1,0 0,1 0,0 0,0 0,1 0,0 8,1-14,-1 0,2 0,-1 0,0-1,0 1,1 0,0 0,-1 0,1 0,0-1,1 1,-1 0,0-1,1 1,-1-1,1 1,0-1,0 0,0 0,0 0,0 0,0 0,1 0,-1 0,1-1,-1 1,1-1,-1 0,1 0,0 0,0 0,1 0,97 7,-90-8,-1 0,1-1,-1 0,1-1,-1 0,1-1,-1 0,0 0,0-1,-1-1,1 1,-1-2,0 1,0-1,-1-1,0 1,0-2,0 1,-1-1,0 0,-1 0,1-1,-2 0,1 0,3-9,-7-13,-2 31,0-1,0 1,0-1,-1 1,1-1,0 1,0 0,0-1,0 1,-1-1,1 1,0 0,-1-1,1 1,0 0,0-1,-1 1,1 0,-1-1,1 1,0 0,-1 0,1-1,-1 1,1 0,0 0,-1 0,1 0,-1-1,1 1,-1 0,1 0,-1 0,1 0,-1 0,1 0,-1 0,1 1,-1-1,1 0,0 0,-1 0,1 0,-1 0,1 1,-1-1,1 0,0 0,-1 1,1-1,0 0,-1 1,1-1,0 0,-1 1,1-1,0 1,0-1,-1 0,-3 6,-1-1,1 0,0 1,1 0,-1 0,1 0,0 0,1 1,-1-1,1 1,1-1,-1 1,1 0,0 0,1-1,-1 1,1 0,1 0,-1 0,1 0,1-1,1 7,-1-8,0 0,0 0,1 0,0 0,0 0,0-1,0 0,1 1,0-1,0 0,0-1,0 1,0-1,1 0,0 0,0 0,0 0,0-1,0 0,0 0,0 0,1-1,-1 0,1 0,-1 0,1-1,-1 0,1 0,2 0,2 0,0-1,0 0,0-1,0 0,0 0,0-1,0 0,-1-1,0 0,1-1,-1 0,-1 0,1-1,-1 0,6-6,-8 5,0 0,0 0,-1-1,0 0,-1 0,0-1,0 1,0-1,-1 0,-1 0,1 0,-2 0,1 0,-1-1,0 1,-1 0,0-5,0 13,0 0,0 0,1 0,-1 0,0 0,0 0,0-1,0 1,0 0,0 0,0 0,0 0,-1 0,1 0,0 0,-1 0,1-1,-1 1,1 0,-1 1,1-1,-1 0,0 0,1 0,-1 0,0 0,0 1,0-1,0 0,0 1,0-1,0 0,0 1,0-1,0 1,0 0,0-1,0 1,0 0,0 0,0-1,0 1,-1 0,1 0,0 0,0 1,0-1,0 0,0 0,0 0,0 1,0-1,0 1,0-1,0 1,0-1,0 1,0 0,-1 0,-2 2,0 0,0 0,1 0,-1 0,1 1,0 0,0 0,0 0,0 0,1 0,-1 0,1 1,0-1,0 1,1 0,0-1,-1 1,2 0,-1 0,0 0,1 0,0 0,0 0,1 0,-1-1,1 1,0 0,0 0,1 0,-1-1,1 1,2 2,3 1,1 0,0 0,0-1,0-1,1 0,0 0,1 0,-1-1,1-1,0 1,10 2,32 10,1-1,1-3,28 2,53 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03.9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5 794,'0'0,"0"0,-1 1,1-1,0 0,0 0,-1 0,1 0,0 1,0-1,-1 0,1 0,0 0,0 1,0-1,-1 0,1 0,0 1,0-1,0 0,0 0,0 1,0-1,0 0,0 1,-1-1,1 0,0 0,0 1,0-1,0 0,0 1,1-1,-1 0,0 0,0 1,0-1,0 0,0 1,0-1,0 0,0 0,1 1,-1-1,0 0,0 0,0 0,1 1,-1-1,0 0,0 0,1 0,-1 1,0-1,0 0,1 0,-1 0,0 0,0 0,1 0,-1 0,0 0,1 0,-1 0,0 0,0 0,1 0,-1 0,0 0,9 4,0 0,0-1,-1-1,2 1,-1-1,0-1,0 0,1 0,4-1,2 1,451-3,-456 1,-1 1,1 0,-1 1,1 0,-1 1,0 0,1 1,-1 0,0 0,-1 1,1 1,-1-1,1 2,5 3,0-4,-11-10</inkml:trace>
  <inkml:trace contextRef="#ctx0" brushRef="#br0" timeOffset="3016.377">5205 340,'-18'-9,"-8"-3,-3 0,5 5,10 8,17 9,21 6,7 1</inkml:trace>
  <inkml:trace contextRef="#ctx0" brushRef="#br0" timeOffset="3480.667">6141 380,'14'7,"-1"0,1-1,1 0,-1-1,1-1,0 0,0-1,0-1,0 0,1-1,-1-1,8-1,36 0,0-2,0-3,0-3,-1-2,-1-2,0-4,-1-1,35-18,-74 30,-1-1,0-1,0 0,-1-1,0 0,-1-1,0-1,0 0,-1-1,-1-1,0 0,3-4,-13 13,1 0,-1 0,0 0,0 0,-1 0,1-1,-1 1,0 0,0-1,0 0,-1 1,1-1,-1 1,0-1,0 1,-1-1,0 0,1 1,-2 0,1-1,0 1,-1-1,0 1,0 0,0 0,0 0,-1 0,0 1,1-1,-1 1,-1-1,1 1,0 0,-1 0,0 0,1 1,-1-1,-4-1,2 1,0 0,0 0,-1 1,1-1,-1 1,1 1,-1-1,0 1,0 0,0 1,0 0,0 0,1 0,-1 1,0 0,0 0,0 1,1 0,-1 0,1 0,-1 1,1 0,0 0,0 1,0 0,1 0,-1 0,1 1,0-1,-2 5,-8 13,1 0,1 2,1 0,2 0,0 1,1 0,2 0,1 1,0 0,2 1,1-1,2 1,0-1,2 3,-1 120,7 1,12 44,0 11,-18-185,6 40,-4 1,-2 0,-2 0,-4-1,-7 35,-5-36,-2-18</inkml:trace>
  <inkml:trace contextRef="#ctx0" brushRef="#br0" timeOffset="3803.805">6448 728,'274'-36,"-197"29,440-40,-445 53,-70-6,0 1,0-1,0 1,0 0,-1 0,1 0,0 0,0 0,-1 0,1 1,0-1,-1 0,1 1,-1 0,0-1,0 1,1 0,-1-1,0 1,0 0,-1 0,1 0,0 0,-1 0,1 0,-1 0,1 0,-1 0,0 0,0 0,0 1,-42 160,43-160,-1 0,1 0,0-1,0 1,0 0,0-1,1 1,-1-1,1 0,-1 1,1-1,0 0,0 0,0 0,0 0,0 0,0-1,0 1,1 0,-1-1,1 0,-1 0,1 0,0 0,-1 0,1 0,0-1,0 1,-1-1,1 1,0-1,0 0,0-1,-1 1,1 0,0-1,0 1,-1-1,2 0,33-5</inkml:trace>
  <inkml:trace contextRef="#ctx0" brushRef="#br0" timeOffset="4052.787">7491 313,'25'12,"20"7,2 2</inkml:trace>
  <inkml:trace contextRef="#ctx0" brushRef="#br0" timeOffset="4583.456">7812 500,'7'-7,"1"1,0-1,0 1,0 1,1-1,0 2,0-1,0 1,1 0,-1 1,1 0,0 1,0 0,0 1,0 0,0 0,0 1,0 0,1 1,-1 0,0 0,0 2,0-1,-1 1,1 0,-1 1,1 0,-1 1,0-1,-1 2,1-1,-1 1,0 1,1 3,-1 1,0 0,0 1,-1 0,-1 0,0 0,0 1,-1 0,-1 0,0 0,-1 0,-1 1,0-1,0 8,0 16,-1 0,-2-1,-2 1,-6 31,-38 142,28-135,3 0,-5 67,20-124,0 1,1-1,1 0,1 1,1-1,0 0,2 0,4 13,-6-23,0 0,1 0,-1-1,2 1,-1-1,1 0,0 0,1 0,0-1,0 0,0 0,0 0,1-1,0 0,0 0,1-1,-1 0,1 0,3 1,-7-4,0 1,0-1,1 0,-1 0,0 0,0-1,1 1,-1-1,0 0,0 0,1-1,-1 1,0-1,0 0,0 0,1 0,-1-1,-1 0,1 1,0-1,0-1,-1 1,1 0,-1-1,1 0,-1 0,0 0,0 0,-1 0,1-1,-1 1,1-1,-1 1,0-1,0 0,0-2,4-18,-1 0,-1 0,-1-1,-2 1,0-1,-1 1,-2-1,0 1,-2-1,0 1,-2 0,-1 0,0 1,-10-18,7 7,-2 0,-2 1,0 0,-2 1,-2 1,-1 1,-1 0,-2 2,0 0,-2 2,-1 0,-1 2,-23-17,-1 8,58 31,307 25,84-19,-398-5,1 1,-1 0,1 0,0 0,-1 0,1 0,-1 0,1 0,0 0,-1 1,1-1,-1 1,1-1,-1 1,1 0,-1-1,0 1,1 0,-1 0,0 0,1 0,-1 0,0 0,0 0,0 1,0-1,0 0,0 1,0-1,-1 1,1-1,0 0,-1 1,1 0,-1-1,0 1,1-1,-1 1,0-1,0 1,0 0,0-1,0 1,-1-1,1 1,-2 36,0-32,1-1,0 1,0-1,0 1,1-1,-1 1,1-1,1 1,-1-1,1 1,0-1,0 1,1-1,0 1,0-1,0 0,0 0,1 0,0 0,0-1,0 1,0-1,1 1,0-1,0 0,0-1,0 1,3 1,47 5,-29-13</inkml:trace>
  <inkml:trace contextRef="#ctx0" brushRef="#br0" timeOffset="4753.002">8815 393,'4'16,"12"12,1 2</inkml:trace>
  <inkml:trace contextRef="#ctx0" brushRef="#br0" timeOffset="5153.502">9336 687,'-49'-83,"47"80,0 1,0-1,0 1,0 0,-1-1,1 1,-1 0,0 0,1 1,-1-1,0 0,0 1,0 0,0 0,0 0,0 0,-1 0,1 0,0 1,0 0,-1 0,1 0,0 0,-1 0,1 0,0 1,-2 0,0 2,0 1,0 0,0 0,0 0,1 0,-1 1,1 0,0-1,1 2,-1-1,1 0,0 1,1-1,-1 1,1 0,0 0,0 0,1 0,0 0,0 0,0 0,1 1,0-1,0 2,0 1,1-1,0 1,0-1,1 1,0-1,0 0,1 0,0 0,0 0,1 0,0 0,1-1,-1 0,2 0,-1 0,1-1,0 0,0 0,0 0,1 0,0-1,0-1,0 1,1-1,0 0,5 2,5 1,0 0,1-1,0-1,0-1,1-1,-1 0,1-1,-1-2,1 0,-1 0,7-3,-13 2,0 0,-1-1,1-1,-1 0,0-1,0 0,0-1,0 0,-1-1,1 0,-2-1,1 0,-1-1,0 0,0-1,-1 1,0-2,-1 1,0-2,-1 1,0-1,0 0,-1 0,-1 0,0-1,0 0,-1 0,-1-1,0 1,0-1,-4 13,1 0,-1 1,1-1,0 0,-1 0,1 1,-1-1,1 0,-1 0,1 0,-1 0,1 0,0 0,-1 0,1 0,-1 0,1 0,-1 0,1 0,-1 0,1 0,-1 0,1 0,-1-1,1 1,0 0,-1 0,1-1,-1 1,1 0,0 0,-1-1,1 1,0 0,-1-1,1 1,0-1,-1 1,1 0,0-1,0 1,-1-1,-3 11,0 1,1 0,0 0,0 0,1 0,0 0,1 0,1 1,0-1,0 0,1 0,1 1,-1-1,2 0,0 2,-1-6,0 0,1 0,0 0,0-1,0 1,1-1,0 0,0 0,1 0,-1-1,1 1,0-1,1 0,-1-1,1 1,0-1,0 0,1-1,-1 1,1-1,0 0,-1-1,1 0,0 0,30 2,-4-6</inkml:trace>
  <inkml:trace contextRef="#ctx0" brushRef="#br0" timeOffset="5402.836">9844 139,'-14'-9,"-9"-3,-4 1,-1 4,4 8,8 8,5 10,5 5,3 0</inkml:trace>
  <inkml:trace contextRef="#ctx0" brushRef="#br0" timeOffset="1433.203">1448 981,'80'-310,"-76"295,-1 2,1 1,0 0,0 0,1 0,1 0,0 1,0 0,7-8,-12 18,0 0,0-1,0 1,1 0,-1 0,0 1,0-1,1 0,-1 0,0 0,1 1,-1-1,1 1,-1-1,1 1,-1 0,1-1,-1 1,1 0,-1 0,1 0,-1 0,1 0,-1 1,1-1,-1 0,1 1,-1-1,1 1,-1-1,0 1,1 0,-1 0,0 0,1-1,-1 1,0 0,0 1,38 47,-27-26,-1 0,-2 1,0 0,-1 1,-2-1,-1 1,0 1,-2-1,-1 1,-1-1,-2 1,2-24,0 0,-1-1,1 1,-1 0,0 0,0 0,0 0,0-1,0 1,0 0,0 0,0 0,-1 0,1 0,-1-1,1 1,-1 0,0 0,0-1,0 1,0-1,0 1,0-1,0 1,0-1,-1 1,1-1,-1 0,1 0,-1 0,1 0,-1 0,1 0,-1 0,0 0,0-1,1 1,-1-1,0 1,0-1,0 0,0 0,1 0,-1 0,0 0,0 0,0 0,0 0,0-1,1 1,-1-1,-1 0,1-1,0 1,0-1,0 1,0-1,1 0,-1 0,0 0,1 0,-1 0,1 0,0-1,0 1,0 0,0-1,0 1,0 0,0-1,1 1,0-1,-1 0,1 1,0-1,0 1,0-1,1 1,-1-1,0 1,1-1,0 1,0-1,-1 1,1-1,1 1,-1 0,0 0,1 0,-1 0,1-1,106-61,-65 41,-9 7,-1-1,-1-2,-1-1,0-2,-2 0,9-11,-37 33,0-1,0 1,0-1,0 1,0-1,0 1,0-1,0 0,-1 1,1-1,0 0,0 0,0 1,-1-1,1 0,-1 0,1 0,-1 0,1 0,-1 0,1 0,-1 0,0 0,1 0,-1-1,0 1,0 0,0 0,0 0,0 0,0 0,0 0,0 0,-1 0,1 0,0-1,-1 1,1 0,-1 0,1 0,-1 0,1 1,-1-1,0 0,1 0,-1 0,0 0,0 1,1-1,-1 0,0 1,0-1,0 0,0 1,0-1,0 1,-1-1,-3 0,0 1,0-1,0 1,-1 0,1 0,0 0,0 1,0-1,0 1,0 1,0-1,0 1,0 0,1 0,-1 0,0 0,1 1,0 0,0 0,0 0,0 1,0-1,0 1,1 0,0 0,0 0,0 0,0 1,0 1,-1 1,0 0,1 0,0 1,1-1,0 0,0 1,0 0,1-1,0 1,1 0,0 0,0-1,0 1,1 0,0 0,1-1,-1 1,2-1,1 4,2 0,1-1,1-1,0 1,0-1,1-1,0 1,0-1,1-1,0 0,0 0,1-1,0-1,0 0,1 0,-1-1,1 0,0-1,0 0,0-1,0-1,0 0,0 0,1-1,-1-1,0 0,0-1,1 0,-2 0,1-2,3 0,-6-1,1 1,-1-2,0 1,0-1,-1 0,1-1,-1 0,-1 0,0-1,0 0,0 0,-1-1,0 0,-1 0,0 0,0-1,-1 0,0 1,-1-2,0 1,0 0,-1 0,-1-1,0 1,0-1,-1 0,0 1,-1-1,-1-8,-5-9,-2 44,8-1,0 0,1 1,1-1,0 0,1 0,1 0,0 0,1 0,1 0,0-1,7 12,-11-23,0 0,0 0,1-1,-1 1,1 0,-1-1,1 1,0-1,0 0,0 0,0 0,1 0,-1 0,0 0,1 0,-1-1,1 1,0-1,0 0,-1 0,1 0,0 0,0 0,0-1,0 1,0-1,0 0,0 0,0 0,0 0,0 0,0-1,0 1,0-1,0 0,0 0,0 0,-1 0,1-1,0 1,2-2,6-8,-1 0,0-1,0 0,-2 0,1-1,-1 0,-1-1,-1 1,0-1,0-1,-1 1,-1-1,-1 0,0 0,-1 0,0-4,2-32,-6 92,-1-10,2 0,1 0,1 0,2 0,1-1,1 1,3 5,-6-31,0 0,0 0,0 0,1 0,0 0,0 0,0-1,0 1,1-1,0 0,0 0,0 0,0-1,1 1,-1-1,1 0,0-1,0 1,0-1,0 0,0 0,0 0,1-1,-1 1,0-2,1 1,0 0,-1-1,1 0,-1 0,3-1,25-5</inkml:trace>
  <inkml:trace contextRef="#ctx0" brushRef="#br0" timeOffset="2212.783">2999 513,'16'2,"0"0,-1 1,0 1,0 0,0 1,0 1,-1 0,0 1,0 1,0 0,-1 1,-1 0,1 1,-2 0,1 1,-1 0,2 5,-5-2,0 0,-1 0,0 1,-2 0,0 1,0-1,-2 1,0 0,0 0,-2 0,0 9,-12 179,-1-118,4-35,3 1,1 0,4 34,0-78,0 0,0 0,1 0,0 1,1-1,0 0,0 0,0-1,1 1,0 0,1-1,0 0,0 0,1 0,-1 0,2-1,-1 1,1-1,-1-1,2 1,-1-1,1 0,-1 0,1-1,1 0,-1 0,0-1,1 0,0 0,0-1,5 1,-10-2,0-1,0 0,1 0,-1 0,0 0,0-1,0 1,0-1,0 0,0 1,0-2,0 1,0 0,0 0,0-1,0 0,-1 0,1 1,-1-1,0-1,1 1,-1 0,0-1,0 1,0-1,-1 1,1-1,-1 0,1 0,-1 0,0 0,0 0,0 0,0 0,2-9,-1 0,-1 0,1 0,-2 0,0 0,0 0,-1 0,-1-6,-6-20,-1-1,-1 2,-3-1,0 2,-3 0,-1 0,-2 2,-1 0,-1 1,-18-19,24 33,-2 0,0 1,-2 1,1 1,-2 1,0 0,-1 1,0 1,-6-1,27 14,0 0,0 0,0 0,0 0,1 0,-1 0,0 0,0-1,0 1,0 0,0 0,1 0,-1 0,0 0,0 0,0-1,0 1,0 0,0 0,0 0,0 0,0-1,0 1,0 0,0 0,0 0,1 0,-1-1,0 1,0 0,-1 0,1 0,0 0,0-1,0 1,0 0,0 0,27 2,-22-1,138 8,0-6,127-14,-204 16,-65-4,0 0,0 1,0-1,0 1,0-1,0 1,-1-1,1 1,-1-1,1 1,-1 0,1-1,-1 1,0 0,0-1,0 1,0 0,0-1,0 1,-1 0,1-1,0 1,-1 0,1-1,-1 1,0-1,1 1,-1-1,0 1,0-1,0 1,0-1,-2 4,-21 77,24-79,0 1,0-1,0 0,0 0,0 0,1 0,-1 0,1 0,0 0,0 0,0 0,1 0,-1 0,1-1,-1 1,1 0,0-1,0 1,0-1,0 0,0 0,1 0,-1 0,1 0,-1 0,2 0,2 1,1 0,-1-1,1 0,0 0,0 0,0-1,0 1,0-2,1 1,-1-1,0 0,0-1,0 0,0 0,0 0,0-1,0 0,0 0,0-1,-1 0,1 0,-1-1,0 1,0-2,0 1,-1 0,1-1,-1 0,0 0,-1-1,1 1,-1-1,0 0,0 0,-1-1,0 1,0-1,0 1,-1-1,0 0,0 0,-1 0,0 0,0 0,-1-1,0 1,0 0,-1-3,0 2,-1 0,1 0,-2 0,1 0,-1 1,0-1,-1 1,0 0,0 0,-1 0,1 0,-2 0,4 4,-1 0,0 0,1 0,-1 1,0-1,0 1,0 0,-1-1,1 1,-1 1,1-1,-1 0,1 1,-1 0,0 0,0 0,0 0,1 1,-1-1,0 1,0 0,0 0,0 0,0 1,-3 0,3 1,1 0,-1 0,1 0,-1 0,1 1,0-1,0 1,0 0,1 0,-1 0,0 0,1 1,0-1,0 1,0-1,0 1,1 0,-1-1,1 1,0 0,0 0,1 0,-1 0,1 0,0 0,0 0,0 0,0 0,1 0,-1 0,1 0,0 0,1 0,-1 0,0-1,1 1,0 0,0-1,2 2,22 28,4-4</inkml:trace>
  <inkml:trace contextRef="#ctx0" brushRef="#br0" timeOffset="2768.297">4283 942,'-2'-44,"-1"1,-2 0,-2 0,-2 1,-12-34,-10 13,58 91,1-9,1-1,1-2,1-1,0-1,32 9,77 36,-136-58,1 1,-1 0,0 0,1 1,-1-1,0 1,0 0,-1 0,1 0,0 1,-1-1,0 1,0 0,0 0,0 0,-1 0,0 0,0 0,0 1,0-1,0 1,-1 0,0-1,0 1,0 0,-1 0,0 0,0 0,0-1,0 1,-1 1,-30 90,32-94,0 1,-1-1,1 0,0 0,1 0,-1 0,0 0,0 0,1 0,0 0,-1 0,1-1,0 1,0-1,-1 1,1-1,0 0,1 0,-1 0,0 0,0 0,0 0,1 0,-1-1,0 1,0-1,1 0,-1 0,1 0,-1 0,0 0,1 0,-1 0,0-1,1 1,1-2,17 1,0-2,0 0,-1-1,1-1,-1-1,0 0,-1-2,0-1,0 0,0-1,-1-1,-1 0,0-2,-1 0,1-1,-10 5,1 1,-2-1,1 0,-1-1,0 0,-1 0,-1 0,1 0,0-4,-6 62,1-41,0 0,1 0,-1 0,1-1,1 1,-1 0,1-1,1 1,-1-1,1 1,0-1,0 0,1 0,0-1,0 1,0-1,1 0,0 0,0 0,0-1,0 1,1-1,-1-1,1 1,0-1,0 0,1 0,-1-1,1 1,-1-1,7 0,19 4</inkml:trace>
  <inkml:trace contextRef="#ctx0" brushRef="#br0" timeOffset="6434.848">152 2706,'18'5,"17"1,22 0,23-4,21-6,20-3,15-2,7 0,0 2,-7 2,-12 2,-19 1,-20 1,-24 1</inkml:trace>
  <inkml:trace contextRef="#ctx0" brushRef="#br0" timeOffset="7335.441">2278 2760,'20'-54,"-6"-11,-12 48,0 1,2 0,0 0,1 0,1 0,0 1,5-9,-8 20,0 0,0 1,0 0,1-1,-1 1,1 0,-1 1,1-1,0 1,0 0,0-1,1 2,-1-1,0 0,1 1,-1 0,1 0,-1 0,1 1,-1 0,1 0,0 0,-1 0,1 0,-1 1,1 0,11 2,-1 0,0 1,0 0,0 2,0-1,-1 2,1 0,-2 0,-1 1,0 0,0 0,-1 1,0 0,-1 1,0 1,0-1,7 13,-13-18,-1 0,0 0,0 0,0 1,-1-1,0 1,0-1,0 1,-1 0,1 0,-2 0,1 0,0 0,-1 0,0 0,-1 0,0 0,1 0,-2 0,1-1,-1 1,0 0,0-1,-3 6,3-6,-1 0,0 0,-1 0,1 0,-1-1,0 1,0-1,-1 0,1 0,-1 0,0-1,0 0,0 0,0 0,0-1,-1 1,0-1,1 0,-1-1,0 1,0-1,1-1,-1 1,0-1,0 0,0 0,0 0,0-1,0 0,-4-1,8 1,0 0,0 0,0 0,0 0,0-1,1 1,-1 0,0-1,1 1,-1-1,1 0,0 0,-1 1,1-1,0 0,0 0,0 0,0 0,0 0,1 0,-1 0,1 0,-1-1,1 1,0 0,0 0,-1 0,2-1,-1 1,0 0,0 0,1 0,-1 0,1-1,0 0,1-2,1 0,-1 0,1 0,0 0,0 0,1 1,-1-1,1 1,0 0,0 0,1 0,-1 1,3-2,21-10,0 1,1 2,0 1,1 1,10-2,25-8,-34 11,0-2,-1-1,-1-1,0-2,-1-1,-1-1,9-7,-34 23,0 0,0 0,0-1,0 1,0 0,0-1,-1 1,1-1,0 0,-1 1,1-1,-1 0,0 0,1 0,-1 0,0 0,0 0,0 0,-1-1,1 1,0 0,-1 0,0-1,1 1,-1 0,0-1,0 1,0 0,-1-1,1 1,0 0,-1-1,0 1,1 0,-1 0,0 0,0 0,0 0,-1-2,-5 1,1 0,-1 0,1 1,-1 0,0 0,1 0,-1 1,0 0,0 1,0-1,0 1,0 1,0-1,0 1,0 0,-3 2,4-1,-1 1,1 0,0 0,0 1,0-1,1 1,0 1,-1-1,1 1,1 0,-1 0,1 0,0 1,0-1,0 1,1 0,0 0,0 1,0-1,1 1,0-1,0 1,1 0,0-1,0 1,1 0,-1 0,2 0,-1 0,1-1,0 1,0 0,1 0,-1-1,2 1,-1-1,1 0,0 1,0-1,1 0,-1-1,1 1,1-1,-1 0,1 0,3 3,6 1,-1 0,2-1,-1-1,1-1,0 0,0-1,1 0,0-1,0-1,0-1,0 0,0-1,0 0,0-2,0 0,0-1,0 0,5-2,36-8</inkml:trace>
  <inkml:trace contextRef="#ctx0" brushRef="#br0" timeOffset="8386.141">3467 2372,'-5'16,"1"1,0-1,1 1,1 0,1 0,0 1,1-1,1 0,1 0,0 0,1 0,1-1,1 1,5 14,-7-25,-1-1,1 1,0-1,0 0,1 0,-1 0,1 0,1-1,-1 1,0-1,1 0,0 0,0-1,0 0,0 1,1-2,-1 1,1-1,0 0,-1 0,1 0,0-1,0 0,0 0,0 0,1-1,-1 0,0 0,0-1,0 1,0-2,0 1,0 0,0-1,-1 0,5-2,2-2,0 0,-1-1,1 0,-1 0,-1-1,0-1,0 0,0 0,-1-1,-1 0,0 0,0-1,-1 0,0-1,-1 0,0 0,-1 0,0 0,-1-1,-1 0,2-10,-6 1,1 22,0 0,0 1,0-1,0 0,0 0,0 1,0-1,0 0,0 0,0 1,-1-1,1 0,0 0,0 1,0-1,0 0,-1 0,1 0,0 0,0 1,0-1,-1 0,1 0,0 0,0 0,-1 0,1 0,0 1,0-1,-1 0,1 0,0 0,-1 0,1 0,0 0,0 0,-1 0,1 0,0 0,0 0,-1-1,1 1,0 0,0 0,-1 0,1 0,0 0,0 0,-1-1,1 1,0 0,0 0,0 0,-1 0,1-1,0 1,0 0,0 0,0-1,0 1,-1 0,1 0,0-1,0 1,0 0,0 0,0-1,-6 12,0 0,0 0,1 0,1 1,0-1,1 1,0 0,0 0,2 1,-1-1,2 0,-1 1,2-1,1 9,-1-14,1 0,0 0,0-1,0 1,1-1,0 1,1-1,-1 0,1 0,0-1,1 1,-1-1,1 0,0 0,1 0,-1-1,1 0,-1 0,2 0,-1-1,0 1,0-2,1 1,0-1,-1 0,1 0,0-1,5 1,0 0,-1-1,1 0,0 0,-1-1,1-1,0 0,-1-1,1 0,-1 0,0-2,1 1,-2-1,1-1,0 0,-1 0,0-1,1-1,1-4,-1-1,-1 0,0 0,0-1,-2 0,1-1,-2 1,0-2,0 1,-1-1,-1 0,2-12,35-76,-42 100,1 1,-1 0,1 0,0-1,0 1,0 0,0 0,0 0,0 0,1 0,-1 0,0 1,1-1,0 0,-1 1,1-1,0 1,0-1,0 1,0 0,0 0,0 0,0 0,0 0,1 0,-1 1,0-1,0 1,1-1,-1 1,0 0,1 0,-1 0,0 0,1 1,-1-1,0 0,1 1,-1 0,1 0,1 5,1 0,-1 1,0-1,-1 1,0 0,0 0,0 0,-1 0,0 1,0-1,-1 1,0-1,0 1,-1 1,0-5,6 76,-4 0,-3 0,-7 43,-1 31,6-108,3 0,2-1,2 1,2-1,6 23,-8-54,0 1,0-1,1-1,1 1,1-1,0 0,0 0,1-1,1 0,0 0,0-1,1 0,1-1,0 0,0-1,1 0,0 0,13 5,-9-6,-1-1,2-1,-1-1,0 0,1-2,0 1,0-2,0 0,0-1,0-1,14-2,-24 2,1-1,-1 0,1-1,-1 1,0-1,1-1,-1 1,-1-1,1-1,0 1,-1-1,1 0,-1-1,0 0,-1 1,1-2,-1 1,0-1,0 0,-1 0,0 0,0 0,0-1,-1 0,1 0,-2 0,2-4,-2-9,0 1,-2-1,0 1,-1-1,-1 1,-1-1,-1 1,0 0,-2 0,0 0,-1 1,-1 0,0 1,-1-1,-10-12,-4-12,-2 2,-2 1,-1 0,-2 3,-2 0,-1 2,-1 1,-2 2,-1 2,-2 1,0 2,-40-20,55 33,24 14,0-1,1 0,-1 0,0 0,1 0,-1 0,1 0,-1 0,0 0,1 0,-1 0,0 0,1 0,-1 0,1 0,-1 0,0 0,1 0,-1 0,0 0,1-1,-1 1,0 0,1 0,-1 0,0-1,0 1,1 0,-1 0,0-1,0 1,1 0,-1 0,0-1,0 1,0 0,0-1,1 1,-1 0,0-1,0 1,0-1,0 1,0 0,0-1,0 1,0 0,0-1,0 1,0-1,0 1,0 0,0-1,0 1,-1 0,1-1,0 1,0 0,0-1,0 1,-1 0,1 0,0-1,0 1,-1 0,1-1,0 1,57-10,0 3,1 2,11 2,-63 2,0 0,1 0,-1 1,0-1,0 1,0 1,1-1,-1 1,0 0,0 0,0 1,0 0,0 0,-1 0,1 1,0 0,-1 0,0 0,0 0,0 1,0 0,0 0,-1 1,0-1,0 1,0 0,0 0,-1 0,0 1,0 0,6 57,-10-58,0 0,1 0,0 0,0 1,0-1,1 0,-1 0,1 0,1 0,-1 0,1 0,0-1,0 1,0 0,0-1,1 1,0-1,0 0,0 0,0 0,1 0,0-1,-1 1,1-1,4 2,1-2,-1-1,1 0,0 0,0-1,0 0,0-1,0 0,0-1,-1 1,1-2,0 1,0-1,0 0,-1-1,0 0,1-1,-1 0,0 0,-1 0,1-1,-1 0,0-1,0 1,0-1,-1-1,0 1,0-1,-1 0,0-1,0 1,0-1,-1 0,-1 0,1 0,-1-1,0 1,-1-1,1-6,-3 8,-1 1,0 0,0-1,-1 1,0 0,0 0,0 0,0 0,-1 1,0-1,-1 1,1-1,-1 1,0 0,0 1,0-1,-1 1,0-1,0 2,0-1,0 0,0 1,-1 0,0 0,1 1,-1-1,0 1,0 0,-1 1,1 0,0 0,0 0,-1 1,1-1,0 1,-1 1,1 0,0 0,0 0,-1 0,1 1,0 0,0 0,1 1,-1 0,0 0,1 0,0 1,2-3,1 1,-1 0,1 0,0 0,-1 0,1 0,0 1,1-1,-1 1,0-1,1 1,-1-1,1 1,0 0,0 0,0 0,0 0,1 0,-1 0,1 0,-1 0,1 0,0 0,0 0,1 0,-1 0,1 0,-1 0,1 0,1 2,11 25</inkml:trace>
  <inkml:trace contextRef="#ctx0" brushRef="#br0" timeOffset="8948.64">5392 2906,'-34'-104,"20"69,3-2,0 1,2-1,2-1,-1-24,7 60,1 1,-1-1,0 1,1-1,-1 1,1-1,-1 1,1-1,0 0,0 1,0-1,0 0,0 1,0-1,0 0,0 1,1-1,-1 1,1-1,-1 1,1-1,0 1,-1-1,1 1,0-1,0 1,0 0,0-1,0 1,0 0,1 0,-1 0,0 0,1 0,-1 0,0 0,1 0,-1 1,1-1,-1 1,1-1,0 1,-1-1,1 1,-1 0,1 0,1 0,104 73,33-4,-66-37,-70-30,-1-1,0 1,0 0,1 0,-2 0,1 0,0 1,0-1,-1 1,1 0,-1-1,0 1,0 0,0 1,0-1,0 0,-1 0,0 1,1-1,-1 1,0-1,-1 1,1 0,-1-1,1 1,-1 0,0 1,0 22,10 63,-9-86,1-1,-1 0,1 1,-1-1,1 0,0 0,0 0,1-1,-1 1,0 0,1-1,0 0,-1 1,1-1,0 0,0 0,1-1,-1 1,0-1,0 1,1-1,-1 0,1 0,0-1,8 1,-1-2,1 1,-1-2,0 1,1-2,-1 1,0-2,-1 1,1-2,0 1,-1-1,0-1,0 0,-1 0,0-1,0 0,0-1,-1 0,0 0,-1-1,1 0,-2 0,1 0,-1-1,1-3,27-69,-27 80,-4 21,-3-16,1 8,-1-1,1 0,0 0,1 0,1 1,-1-2,1 1,1 0,0-1,1 1,-1-1,2 0,-1-1,1 1,0-1,1 0,0-1,0 1,1-1,0-1,0 0,1 0,0 0,0-1,27 3,-3-5</inkml:trace>
  <inkml:trace contextRef="#ctx0" brushRef="#br0" timeOffset="9202.954">6234 2279,'-18'-7,"-11"-2,-2 0,8 4,20 8,26 7,27 7,6 1</inkml:trace>
  <inkml:trace contextRef="#ctx0" brushRef="#br0" timeOffset="9517.166">7397 2546,'6'17,"1"0,0 0,2 0,-1-1,2 0,0 0,1-2,1 1,0-1,1-1,0 0,1-1,1 0,0-1,0-1,1 0,0-1,1-1,0-1,17 6,-29-12,-1 1,1-1,0 0,0 0,0 0,0-1,0 0,1 0,-1 0,0 0,0-1,0 0,0 0,0 0,-1-1,1 0,0 0,-1 0,1 0,-1-1,1 0,-1 0,0 0,0 0,-1 0,1-1,-1 0,1 0,-1 0,-1 0,1 0,0-1,-1 1,0-1,0 0,20-117,-22 105,2-1,0 1,1 0,1 0,0 0,4-8,-6 22,-1-1,1 0,0 1,0 0,0-1,1 1,-1 0,1 0,0 0,0 0,0 1,0-1,0 1,0 0,1 0,1-1,11-3</inkml:trace>
  <inkml:trace contextRef="#ctx0" brushRef="#br0" timeOffset="9767.497">8279 2586,'0'14,"0"10,0 10,0 4,0 1,3-1,2-6,4-7,1-9,2-9,-1-6</inkml:trace>
  <inkml:trace contextRef="#ctx0" brushRef="#br0" timeOffset="10017.828">8373 2185,'-13'-12,"-5"2,1 8,5 12,10 14,4 2</inkml:trace>
  <inkml:trace contextRef="#ctx0" brushRef="#br0" timeOffset="10882.126">8521 2813,'10'-27,"-1"-1,-1 0,-1 0,-2-1,-1 0,-1 0,-2 0,-1 0,-1 0,-1-1,-2 1,-3-12,-11-6,18 47,0 0,0 0,1 1,-1-1,0 0,0 0,0 0,0 1,0-1,-1 0,1 0,0 0,0 1,0-1,0 0,0 0,0 0,0 1,0-1,0 0,0 0,-1 0,1 0,0 1,0-1,0 0,0 0,0 0,-1 0,1 0,0 0,0 1,0-1,-1 0,1 0,0 0,0 0,0 0,-1 0,1 0,0 0,0 0,0 0,-1 0,1 0,0 0,0 0,0 0,-1 0,6 7,0 1,1-1,0 0,0-1,0 1,1-1,0-1,0 1,0-1,1 0,-1-1,1 0,1 0,-1 0,0-1,7 1,265 80,-276-83,0 0,0 0,0 1,0-1,-1 1,1 0,0 0,-1 0,1 1,-1 0,0-1,0 1,0 0,0 0,0 0,-1 1,1-1,-1 1,0 0,0-1,0 1,-1 0,1 0,-1 0,0 0,0 2,-17 128,16-132,0 1,0-1,0 1,1-1,-1 1,1-1,0 1,-1-1,1 0,0 1,1-1,-1 0,0 0,0 0,1 0,0 0,-1 0,1 0,0 0,0-1,0 1,0-1,0 1,0-1,0 0,1 0,-1 0,0 0,1 0,-1 0,0-1,3 1,82 5,-72-8,0 0,-1-1,1-1,-1 0,1-1,-1 0,-1-1,1-1,-1 0,0-1,0 0,-1-1,-1 0,1-1,-1-1,-1 1,0-2,-1 1,0-2,0 1,-2-1,1 0,-1-2,14-38,-1-2,-3-1,-3 0,-2-1,-2 0,-3-1,-3 0,-2-3,3-14,-3 1,-3-1,-4 1,-5-18,9 87,1 1,-1-1,1 1,-1 0,0-1,0 1,-1 0,1 0,-1 0,0 0,0 0,0 0,0 1,-1-1,1 1,-3-3,3 6,1 0,-1 0,0 0,1 0,-1 0,1 0,-1 1,0-1,1 1,-1-1,1 1,-1-1,1 1,-1 0,1 0,-1 0,1 0,0 0,0 0,-1 0,1 0,0 0,0 1,0-1,0 0,0 1,1-1,-1 1,0-1,1 1,-1-1,1 1,-1 0,-15 34,1 2,2-1,1 2,3 0,1 0,1 1,1 22,-3 2,2 0,4 0,2 0,3 0,3 0,3 0,2 0,19 58,-22-101,1-2,0 1,1-1,2-1,0 0,1 0,2 1,-10-13,1-1,-1 1,1-1,1 0,-1 0,1-1,0 1,0-1,0 0,0-1,1 0,0 0,-1 0,1-1,0 0,0 0,0-1,1 0,-1 0,0-1,0 1,2-2,-1 0,-1 0,1-1,-1 0,0-1,0 1,0-1,0 0,-1-1,1 0,-1 0,0 0,0-1,-1 0,1 0,-1-1,0 1,0-1,-1 0,1 0,1-5,6-11,-1-1,-1 0,-1 0,-1-1,2-11,-7 84,-2-39,0-1,1 1,0 0,0 0,1-1,0 1,1-1,0 0,1 0,0 0,0 0,-3-6,0 0,0 0,1 0,-1 0,1 0,-1-1,1 1,0-1,0 0,0 0,0 0,0 0,1 0,-1-1,0 1,1-1,-1 0,1 0,0 0,-1-1,1 1,0-1,-1 0,1 0,0 0,0 0,-1-1,1 0,-1 1,1-1,1-1,7-5,-1-1,0 0,0 0,0-1,-1 0,-1-1,1 0,-2-1,1 0,-1 0,-1-1,0 0,3-10,51-112,-73 165,9-23,0 0,0 0,1 0,1 1,-1-1,1 1,1-1,-1 1,1-1,1 1,0-1,0 1,1-1,0 1,0-1,1 0,0 0,0 0,1 0,0-1,0 1,1-1,0 0,0 0,5 4,-1-5,-1 0,1 0,0-1,0 0,0-1,0 0,1 0,0-1,0-1,0 1,0-2,0 1,0-1,0-1,1 0,-1 0,0-1,0 0,0-1,3-1,16-7</inkml:trace>
  <inkml:trace contextRef="#ctx0" brushRef="#br0" timeOffset="11131.983">9148 2105,'32'2,"36"3,37 6,34 2,26 5,18 2,-23-1</inkml:trace>
  <inkml:trace contextRef="#ctx0" brushRef="#br0" timeOffset="12119.464">10914 2693,'-13'-11,"0"1,-1 0,-1 1,1 0,-1 1,-1 1,-7-3,18 8,0 0,1 1,-1 0,0-1,0 2,0-1,0 0,0 1,0 0,0 0,-1 1,1-1,0 1,0 0,1 1,-1-1,0 1,0 0,1 0,-1 0,1 1,-1 0,1-1,0 2,0-1,-2 3,3-3,1 0,0 0,-1 0,1 0,1 0,-1 1,0-1,1 0,0 1,0 0,0-1,0 1,0-1,1 1,0 0,-1 0,2-1,-1 1,0 0,1 0,-1-1,1 1,0-1,0 1,1 0,-1-1,1 0,-1 1,1-1,0 0,1 0,-1 0,0 0,1 0,0-1,-1 1,1-1,0 0,0 0,0 0,1 0,-1 0,4 1,6 2,0 1,1-2,0 0,0-1,0 0,0-1,0-1,0 0,1-1,-1 0,0-1,0-1,1 0,-1-1,-1-1,1 0,0 0,-1-2,10-4,-19 8,0-1,0 1,0-1,0 1,0-1,0 0,-1 0,0-1,1 1,-1-1,-1 0,1 0,0 0,-1 0,0 0,0 0,0-1,0 1,-1 0,1-5,-2 9,0 1,-1-1,1 0,0 0,0 1,-1-1,1 0,0 0,-1 1,1-1,0 0,-1 0,1 0,0 0,-1 0,1 1,0-1,-1 0,1 0,0 0,-1 0,1 0,-1 0,1 0,0 0,-1 0,1-1,0 1,-1 0,1 0,0 0,-1 0,1 0,0-1,-1 1,1 0,0 0,-1 0,1-1,0 1,0 0,-1-1,1 1,0 0,0-1,0 1,-1 0,1-1,0 1,0 0,0-1,0 1,0 0,0-1,0 1,-3 5,0 1,0 0,1 1,0-1,1 0,-1 0,1 1,0-1,1 1,-1-1,1 1,1-1,-1 1,1-1,0 1,1-1,-1 0,1 1,1-1,-1 0,1 0,0-1,0 1,1 0,-1-1,1 0,1 0,-1 0,1-1,-1 1,4 1,-1-2,1-1,-1 1,1-1,0-1,0 1,0-1,1-1,-1 1,0-2,1 1,-1-1,1 0,-1-1,0 0,1 0,-1-1,0 0,0 0,0-1,0 0,0-1,2-1,4-2,0-1,0-1,-1 0,-1-1,0 0,0-1,-1-1,0 1,-1-2,0 1,4-9,8-22,-2-2,-2 0,-1-1,-3-1,-2 0,-2-1,-1-1,-3-4,3-5,-2-1,-3 1,-2-1,-4-3,3 57,0-1,-1 1,0-1,-1 1,1-1,-1 1,0-1,0 1,-1 0,1-1,-1 1,0 0,-1 0,1 0,-1 1,0-1,0 1,-1-1,1 1,-1 0,0 0,0 0,0 1,-1 0,1 0,-1 0,0 0,0 0,0 1,-2-1,0 4,0-1,0 1,0 0,1 1,-1 0,0 0,0 0,1 1,0 0,-1 0,1 0,0 1,1 0,-1 0,1 1,-5 4,-7 7,1 1,0 0,2 2,0-1,1 2,1-1,1 2,1 0,0 0,2 1,0 0,2 0,0 0,2 1,0 0,2 0,0 0,2 1,0-1,2 0,0 0,2 0,4 15,1-12,2-1,0 0,2-1,0-1,2 0,1 0,0-2,2 0,0-1,1 0,1-2,1 0,1-2,0 0,1-1,1-2,0 0,1-1,0-2,22 6,-36-12,-1 0,1-1,0 0,1-1,-1-1,0 1,1-2,-1 0,0 0,1-1,-1 0,0-1,1 0,-1-1,0 0,-1-1,1 0,-1-1,1 0,-1-1,-1 0,1 0,6-10,0-1,-1-1,-1 0,-1-1,0-1,-2 1,1-4,2-2,-2 7,-11 18,0 1,-1 0,1 0,0 0,-1 0,1 0,-1 0,1 0,-1 0,0 1,0-1,1 0,-1 0,0 0,0 0,0 0,0 1,0-1,0 0,0 0,-1 0,1 0,0 0,-1 0,1 1,0-1,-1 0,0 0,0 0,-7 38,3-16,1 0,0 1,2-1,1 0,1 6,0-24,1 0,0-1,0 1,1 0,0 0,-1-1,2 1,-1-1,0 1,1-1,0 0,0 0,0 0,0 0,1-1,0 1,-1-1,1 0,1 0,-1 0,0-1,1 0,-1 1,1-2,-1 1,1 0,0-1,0 0,0 0,0 0,0-1,0 0,2 0,115-4,-66 9,-50-4</inkml:trace>
  <inkml:trace contextRef="#ctx0" brushRef="#br0" timeOffset="12369.793">12063 2225,'-16'-2,"-7"1,-3 8,4 7,7 6,12 4,14-2,11-5,1-5</inkml:trace>
  <inkml:trace contextRef="#ctx0" brushRef="#br0" timeOffset="13049.42">11140 567,'-4'14,"0"4,4-1,3-7,5-9,2-8,0-5,-2-4,-3 0,-1-1,-4 4,-5 3,-3 3,-3 4,-1 4,0 4,3 1</inkml:trace>
  <inkml:trace contextRef="#ctx0" brushRef="#br0" timeOffset="13335.654">11208 995,'1'0,"0"0,-1 0,1 0,0 0,0 0,0 0,-1 0,1 0,0-1,0 1,-1 0,1 0,0-1,0 1,-1-1,1 1,0-1,-1 1,1-1,-1 1,1-1,-1 1,1-1,-1 0,1 1,-1-1,1 0,-1 0,0 1,1-1,-1 0,0 0,0 0,0 1,0-1,1 0,-1 0,0 0,0 1,-1-1,1 0,0 0,0 0,0 0,1-4,-1 0,1 0,-1 0,0 0,0 0,-1 0,1 0,-1 0,0 0,-1 0,1 1,-1-1,0 0,0 1,-1-1,1 1,-1-1,0 1,0 0,0 0,0 1,-1-1,0 1,-1-2,3 5,1-1,-1 1,1 0,-1 0,1 0,-1 0,1 0,0 0,-1 0,1 0,-1 1,1-1,-1 0,1 1,0-1,-1 1,1 0,0-1,0 1,-1 0,1 0,0 0,0 0,0 0,0 0,0 0,0 0,0 0,1 1,-1-1,0 0,0 1,1-1,-1 0,1 1,0-1,-1 0,1 1,0-1,0 1,0-1,0 1,0-1,0 1,0-1,0 1,0-1,1 0,-1 1,1-1,-1 0,1 1,0-1,-1 0,1 1,0-1,3 6,0-1,0 0,1 0,-1-1,1 0,0 1,1-2,-1 1,1-1,0 1,0-2,1 1,-1-1,1 0,5 2,32 14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19.0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111 477,'-20'140,"3"-53,-53 261,70-346,-1 1,0-1,1 0,-1 0,1 0,-1 1,1-1,0 0,0 1,0-1,1 0,-1 0,0 1,1-1,0 0,-1 0,1 0,0 1,0-1,0 0,0 0,0-1,1 1,-1 0,1 0,-1 0,1-1,0 1,-1-1,1 0,0 1,0-1,0 0,0 0,1 0,14 1,-1-1,1-1,0-1,0 0,0-1,10-3,26-3,261-9,-283 15,-8-1</inkml:trace>
  <inkml:trace contextRef="#ctx0" brushRef="#br0" timeOffset="381.61">780 1024,'64'-30,"-45"23,0 0,-1-2,0 0,0-1,-1-1,-1 0,0-1,0-1,-1-1,-1 0,0-1,-1 0,0-2,-11 15,-1 0,1 0,-1 0,1 0,-1 0,0 0,1-1,-1 1,0 0,-1-1,1 1,0-1,-1 1,1-1,-1 1,0-1,0 1,0-1,0 1,0-1,-1 0,1 1,-1-1,1 1,-1 0,0-1,0 1,0 0,-1-1,1 1,0 0,-1 0,1 0,-1 0,0 0,0 0,-1-1,-1 2,1 0,-1 0,0 0,0 0,0 0,0 1,0-1,0 1,0 0,0 1,0-1,1 1,-1-1,0 1,0 0,0 1,1-1,-1 1,0-1,1 1,-1 0,1 0,0 1,0-1,-3 3,-3 3,0 1,0-1,1 2,0-1,0 1,1 0,-4 9,4-6,1 0,0 1,1-1,1 1,0 0,1 0,1 0,0 1,1-1,0 1,1-1,1 1,0-1,2 5,-1-12,0-1,0 0,1 0,0 0,0 0,0 0,1 0,0-1,0 1,1-1,-1 0,1-1,0 1,0-1,1 0,-1 0,1-1,0 1,0-1,0 0,0-1,1 0,-1 0,1 0,1 0,13 2,0-1,0 0,0-1,0-2,0 0,0-1,9-2,25-5</inkml:trace>
  <inkml:trace contextRef="#ctx0" brushRef="#br0" timeOffset="711.243">1409 730,'-1'11,"0"0,2 0,-1 0,1 0,0 0,1 0,1 0,0 0,0-1,1 0,0 1,1-1,5 8,86 115,-86-122,0 2,0-1,1 1,1-2,0 0,1 0,0-1,6 2,-17-11,0 0,0 0,0 0,0 0,0 0,0-1,0 1,0-1,1 0,-1 0,0 1,0-1,1-1,-1 1,0 0,0 0,0-1,1 0,-1 1,0-1,0 0,0 0,0 0,0 0,0 0,-1 0,1-1,0 1,0-1,-1 1,1-1,-1 0,1-1,33-68,-11-53,-22 103,1 1,1-1,0 1,2-1,0 1,1 1,1-1,9-14,-1 12</inkml:trace>
  <inkml:trace contextRef="#ctx0" brushRef="#br0" timeOffset="1314.145">2010 1011,'5'-2,"39"-19,-1-3,-2-1,26-20,-57 37,0 0,0-1,-1 0,0 0,0-1,-1 0,0-1,-1 0,0 0,-1 0,-1-1,1 0,-2 0,0 0,0-1,-1 0,-2 10,0 0,-1 0,1 0,-1 1,0-1,0 0,0 0,0 0,0 0,-1 0,1 0,-1 0,0 1,0-1,0 0,0 0,0 1,0-1,-1 1,0-1,1 1,-1 0,0-1,0 1,0 0,0 0,-1 0,1 1,0-1,-1 0,1 1,-1 0,0 0,1-1,-1 2,0-1,0 0,0 0,1 1,-1 0,-1-1,-3 2,1-1,-1 1,1 0,-1 0,1 1,-1 0,1 0,0 1,0 0,0 0,1 0,-1 0,1 1,-1 0,1 0,0 1,1-1,-1 1,1 0,0 0,-4 6,0-1,1 1,0 0,1 1,0 0,1 0,0 0,1 0,-2 9,5-12,0-1,0 0,1 1,1-1,-1 1,1-1,1 0,-1 1,1-1,1 0,0 0,0 0,0-1,1 1,0-1,1 0,-1 0,1 0,1 0,-1-1,1 0,0 0,1-1,-1 0,1 0,0 0,1-1,-1 0,1 0,-1-1,1 0,0 0,1-1,0 0,9 4,0 0,0-2,0 0,0-2,0 0,1 0,-1-2,1 0,-1-2,1 0,-1 0,0-2,0-1,0 0,-1-1,1 0,-1-2,-1 0,0-1,0 0,-1-2,0 0,9-9,8-17,-1-1,-3-2,-1-1,-2-2,-2 0,-1-1,-3-1,4-19,3-1,-3-2,-3-1,-3 0,1-24,-15-17,-3 105,-1 0,1 0,-1 0,0 0,-1 0,1 0,-1 0,1 0,-1 0,0 1,-1-1,1 1,-1-1,1 1,-1 0,0 0,0 0,0 1,-1-1,1 1,-1-1,1 1,-5-1,-2 1,0 1,-1 0,1 1,0 0,-1 1,1 0,0 1,-1 0,1 0,0 1,0 1,1-1,-1 2,1-1,0 1,0 1,0-1,1 2,0-1,0 1,0 0,-3 5,-6 6,1 0,0 1,2 1,0 0,1 1,1 0,1 1,2 0,0 1,1 0,1 1,1-1,1 1,1 1,1-1,1 0,2 1,0-1,1 1,2-1,1 0,0 0,2 0,1-1,0 1,2-1,2 3,7 10,1 0,2-2,1 0,2-1,1-2,2 0,1-2,1-1,1-1,1-1,6 1,14 8</inkml:trace>
  <inkml:trace contextRef="#ctx0" brushRef="#br0" timeOffset="2047.119">139 249,'2'-9,"-1"-1,-4 11,-3 16,-3 19,0 21,2 22,2 16,4 9,2-13</inkml:trace>
  <inkml:trace contextRef="#ctx0" brushRef="#br0" timeOffset="3029.065">566 1065,'2'0,"4"0,4 0,4 0,1 0,-2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24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79,'-1'2,"1"0,-1 0,1 0,0 0,-1 0,1 0,0 0,0 0,0 0,1 0,-1 0,0 0,1 0,-1 1,1-2,0 1,0 0,0 0,0 0,0 0,0 0,0-1,0 1,1-1,-1 1,1-1,-1 1,1-1,0 0,-1 1,1-1,0 0,0 0,0-1,0 1,0 0,0-1,0 1,0-1,0 1,0-1,0 0,0 0,1 0,0-2,1 1,0-1,-1 0,0 0,1 0,-1-1,0 1,0-1,0 0,0 0,-1 0,1 0,-1 0,0-1,0 1,0-1,0 1,-1-1,1 0,-1 0,0 0,0-2,0 4,0 0,0 0,-1-1,1 1,-1 0,1 0,-1-1,0 1,0-1,0 1,-1 0,1-1,0 1,-1 0,0 0,1-1,-1 1,0 0,0 0,0 0,0 0,-1 0,1 0,-1 0,1 0,-1 0,1 1,-1-1,0 1,0-1,0 1,0 0,0 0,0 0,0 0,0 0,-1 0,1 0,1 1,-1 0,1 1,0-1,-1 0,1 1,0-1,-1 1,1-1,0 1,0-1,0 1,-1 0,1 0,0 0,0-1,0 1,0 0,0 0,0 0,1 1,-1-1,0 0,1 0,-1 0,0 1,1-1,-1 0,1 0,0 1,-1-1,1 1,0-1,0 0,0 1,0-1,0 0,0 1,1 0,-3 17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24.6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49 133,'7'-6,"2"-6,0-4,-2-2,-5 0,-6 0,-6 2,-2 3,-3 3,0 5,2 4,3 5,6 7,11 3,12-1,15-2,2-3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27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64 32,'-2'-1,"0"0,0 1,0-1,0 1,0 0,0 0,0-1,0 2,0-1,-1 0,1 0,0 1,0-1,0 1,0-1,0 1,1 0,-1 0,0 0,0 0,0 0,1 0,-1 0,0 1,1-1,0 1,-1-1,1 1,0-1,-1 1,1 0,0 0,0-1,0 1,1 0,-1 0,0 0,1 2,0-4,0 1,0-1,0 1,0-1,0 1,0-1,0 1,0-1,0 1,1-1,-1 1,0-1,0 1,0-1,1 0,-1 1,0-1,1 1,-1-1,1 0,-1 1,0-1,1 0,-1 1,1-1,-1 0,1 0,-1 1,0-1,1 0,-1 0,1 0,-1 0,1 0,-1 0,1 0,0 0,-1 0,1 0,-1 0,1 0,-1 0,1 0,-1 0,1 0,-1-1,0 1,1 0,-1 0,1-1,-1 1,1 0,-1-1,1 1,23-18,-23 16,1 0,-1 0,1 0,-1 0,0-1,1 1,-1 0,-1-1,1 1,0-1,0 1,-1-1,1 1,-1-1,0 0,0 1,0-1,0 1,-1-1,1 1,-1-3,1 4,-1 1,1 0,0 0,-1 0,1-1,-1 1,1 0,0 0,-1 0,1 0,-1 0,1 0,0 0,-1 0,1 0,-1 0,1 0,0 0,-1 0,1 0,-1 0,1 0,0 1,-1-1,1 0,0 0,-1 0,1 1,0-1,-1 0,1 0,0 1,-1-1,1 0,0 1,0-1,-1 0,1 1,0-1,0 0,0 1,0-1,-1 1,1-1,0 0,0 1,0-1,0 1,0-1,0 0,0 1,0-1,0 1,0-1,0 0,0 1,0-1,1 1,-1-1,0 0,0 1,1-1,10 46,2-22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27.7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162 400,'4'14,"2"16,2 13,0 12,-2 10,-3 5,-6 5,-6-2,-6-7,-4-9,1-13,0-13,3-15,5-9</inkml:trace>
  <inkml:trace contextRef="#ctx0" brushRef="#br0" timeOffset="282.244">1 320,'19'-8,"1"0,0 0,0 2,0 1,1 0,0 2,0 0,0 2,2 0,4-2,0 2,-1 1,1 1,0 1,-1 2,1 0,-1 2,-1 1,1 1,-1 1,0 1,20 12,-43-22,0 1,0 0,-1 0,1 0,0 0,0 0,0 0,-1 1,1-1,0 1,-1-1,0 1,1-1,-1 1,0 0,0 0,0 0,0 0,0-1,0 1,0 0,-1 0,1 1,-1-1,1 0,-1 0,0 0,0 0,0 0,0 0,0 1,0-1,-1 0,1 0,-1 0,0 0,1 0,-1 0,0 0,0 0,0-1,-2 3,-6 5,-1-1,-1 0,0 0,0-1,0-1,-1 0,0 0,0-2,-1 1,-8 1,13-3,-91 26,64-20,0 2,1 1,0 2,-5 4,16-5</inkml:trace>
  <inkml:trace contextRef="#ctx0" brushRef="#br0" timeOffset="1016.242">429 989,'10'-18,"-2"-1,0 0,-1-1,-1 0,-1 0,-1-1,-1 1,0-1,-2 0,0 1,-2-10,2-1,-1 26,0 3,0 1,-1-1,1 1,0-1,0 1,0-1,0 0,0 1,0-1,1 1,-1-1,1 0,-1 1,1-1,-1 1,1 0,0-1,-1 1,1-1,0 1,0 0,0 0,0-1,0 1,1 0,-1 0,0 0,0 0,1 0,-1 1,1-1,-1 0,0 1,1-1,0 1,100 15,-63-9,93 25,-129-30,0 1,0-1,0 1,0 0,0 0,0 0,-1 0,1 0,-1 1,1-1,-1 1,0 0,0 0,0 0,0 0,-1 0,1 0,-1 0,0 0,0 1,0-1,0 0,0 1,-1-1,0 1,1-1,-1 0,-1 1,1-1,0 1,-1-1,0 1,1-1,-1 0,-1 1,1-1,-1 2,-11 27,-10 42,22-71,1-1,0 0,0 1,0-1,0 0,1 1,-1-1,0 0,1 1,0-1,-1 0,1 0,0 1,0-1,0 0,1 0,-1 0,0 0,1 0,0-1,-1 1,1 0,0-1,0 1,0-1,0 0,0 1,0-1,0 0,13 4,-1-1,1 0,0-1,0-1,1 0,-1-1,0-1,0 0,5-1,-12 0,157-17,-109 34,-25-2,-18-11,-1-1,0 1,1-2,-1 0,1-1,-1 0,1 0,-1-2,0 1,1-2,-1 0,3-1,-9 2,-1 1,0-1,0-1,0 1,0-1,0 1,0-1,-1-1,1 1,-1-1,0 0,0 0,0 0,-1 0,0-1,1 1,-2-1,1 0,0 0,-1 0,0 0,0 0,-1 0,1-1,-1 1,0-1,-1 1,1-3,-1 2,0 0,0 1,-1-1,0 0,0 0,-1 1,1-1,-1 1,0-1,-1 1,1 0,-1 0,0 0,0 0,-1 0,1 1,-1-1,0 1,0 0,-1 1,1-1,-1 0,0 1,0 0,0 1,0-1,-1 1,1 0,0 0,-1 0,0 1,1 0,-1 0,0 0,0 1,0 0,1 0,-1 0,0 1,0 0,1 0,-1 0,1 1,-1 0,1 0,-1 0,1 1,0 0,0 0,0 0,1 0,0 0,0 0,1 0,-1 1,1 0,0-1,0 1,0 0,0 0,1 1,-1-1,1 1,0-1,1 1,-1 0,1-1,0 1,0 0,0 0,1 0,-1 0,1 0,1 0,-1 0,1-1,0 1,0 0,0 0,0 0,1-1,0 1,0-1,0 1,1-1,-1 0,1 0,0 0,0 0,1 0,-1-1,1 1,0-1,29 16,1-5</inkml:trace>
  <inkml:trace contextRef="#ctx0" brushRef="#br0" timeOffset="1248.619">1632 708,'9'12,"12"12,12 9,11 6,10 3,7 2,2-3,-2-6,-8-7,-12-5,-14-9,-10-8</inkml:trace>
  <inkml:trace contextRef="#ctx0" brushRef="#br0" timeOffset="1500.806">2007 735,'-18'7,"-11"6,-7 11,-4 8,-5 7,-1 7,0 1,6 1,10-4,9-5,16-7,17-6,7-8</inkml:trace>
  <inkml:trace contextRef="#ctx0" brushRef="#br0" timeOffset="2082.251">2247 801,'-25'108,"25"-104,0 0,0 0,0 0,1-1,0 1,0 0,0 0,0-1,0 1,1 0,-1-1,1 1,0-1,0 0,1 0,-1 0,0 0,1 0,0 0,0 0,0-1,0 0,0 1,0-1,1 0,2 1,5 2,-1-1,1 0,0-1,0 0,0-1,0 0,1-1,-1 0,0 0,1-1,-1-1,1 0,-1-1,0 0,0 0,0-1,0-1,0 0,-1 0,1-1,-1-1,-1 1,1-2,-1 1,0-1,0-1,-1 1,0-2,0 1,-1-1,0 0,0 0,-1-1,-1 0,0 0,4-11,-8 18,1-1,-1 0,1-1,-1 1,-1-1,1 1,0-1,-1 1,0-1,0 0,0 1,-1-1,0 1,0-3,1 7,-1 0,1 0,-1 0,1 0,-1 0,1 0,-1 0,1 0,-1 0,1 0,-1 0,1 1,-1-1,1 0,0 0,-1 0,1 0,-1 1,1-1,-1 0,1 1,0-1,-1 0,1 1,0-1,-1 0,1 1,0-1,0 1,-1-1,1 0,0 1,0-1,0 1,-1-1,1 1,0-1,0 1,0-1,0 1,0-1,0 1,0-1,0 1,0-1,-8 31,2 1,1-1,1 1,2 0,1 0,1 0,2 0,1 0,5 19,108 504,-113-540,0-3,-1-1,-1 1,1 0,-2 0,1 0,-2-1,0 1,-1 8,2-19,0 0,-1 1,1-1,0 0,-1 1,1-1,0 0,-1 0,0 1,1-1,-1 0,0 0,1 0,-1 0,0 0,0 0,0 0,0 0,0 0,0 0,0 0,0-1,-1 1,1 0,0-1,0 1,-1-1,1 1,0-1,-1 0,1 0,0 1,-1-1,1 0,0 0,-1 0,1 0,0-1,-1 1,0 0,-47-29,28 8,1 1,2-2,0-1,1 0,1-1,1-1,1 0,2-1,0-1,2 0,-1-6,9 29,0 1,1 0,-1-1,1 0,-1 1,1-1,1 0,-1 0,0 0,1 1,0-1,0 0,0 0,0 0,0 0,1 0,0 0,0 1,0-1,0 0,1 1,-1-1,1 1,0-1,0 1,0 0,0 0,1 0,0 0,-1 0,1 0,0 1,2-2,8-1,1 1,-1 1,1 0,0 1,1 0,-1 1,0 0,13 2,-6-1,262 4,-210-12,-59 0</inkml:trace>
  <inkml:trace contextRef="#ctx0" brushRef="#br0" timeOffset="2845.898">162 0,'111'20,"111"4,-119-15,279 29,903 79,-859-96,-324-27,-102 6,0 0,1 0,-1-1,1 1,-1 0,1 0,-1 0,0 0,1-1,-1 1,0 0,1-1,-1 1,0 0,1 0,-1-1,0 1,1-1,-1 1,0 0,0-1,1 1,-1-1,0 1,0 0,0-1,0 1,0-1,0 1,0-1,0 1,0-1,0 1,0 0,0-1,0 1,0-1,0 1,0-1,0 1,0-1,-1 1,1 0,0-1,0 1,-1 0,1-1,0 1,0-1,-1 1,1 0,0 0,-1-1,1 1,-1 0,1 0,0-1,-1 1,1 0,-23-16,24 18,-1-2,1 1,0 0,-1-1,1 1,0 0,-1-1,1 1,-1 0,1 0,-1 0,1-1,-1 1,0 0,0 0,1 0,-1 0,0 0,0 0,0 0,0 0,0-1,0 1,0 0,0 0,0 0,0 0,-1 0,1 0,0 0,0 0,-1-1,0 2,-7 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25.6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137 0,'-10'5,"-2"1</inkml:trace>
  <inkml:trace contextRef="#ctx0" brushRef="#br0" timeOffset="1363.095">97 107,'17'-20,"-18"13,-7 19,8-11,0 1,0-1,0 0,0 0,1 0,-1 1,0-1,1 0,-1 0,1 0,0 0,-1 0,1 0,0 0,-1 0,1 0,0 0,0 0,0-1,0 1,0 0,0-1,0 1,0 0,0-1,0 1,0-1,0 0,0 1,1-1,-1 0,0 0,0 1,0-1,1 0,-1 0,0-1,0 1,0 0,0 0,1 0,-1-1,0 1,0-1,0 1,0-1,0 1,0-1,0 0,0 1,0-1,0 0,0 0,0 0,0 1,-1-1,1 0,0 0,-1 0,1-1,0 0,0 0,0 0,-1 0,1 0,-1 0,0 1,1-1,-1 0,0 0,0 0,0 0,-1 0,1 0,0 0,-1 0,1 0,-1 0,1 0,-1 0,0 1,0-1,0 0,0 0,0 1,0-1,-1 1,1-1,0 1,-1 0,1-1,-1 1,0 0,1 0,-1 0,0 0,0 0,1 1,-1-1,0 0,0 1,0-1,0 1,0 0,0 0,0 0,0 0,0 0,0 0,0 0,0 1,0-1,0 1,0-1,1 1,0 0,-1 1,1-1,0 0,0 1,0-1,0 0,0 1,0-1,0 1,1 0,-1-1,0 1,1 0,0-1,-1 1,1 0,0-1,0 1,0 0,0 0,0-1,0 1,0 0,1-1,-1 1,0 0,1-1,0 1,-1 0,1-1,0 1,0-1,0 1,0-1,0 0,0 1,0-1,0 0,1 0,0 1,90 75,-29-29,-56-43,0 0,-1 0,1 1,-1 0,-1 0,1 1,-1 0,0-1,-1 2,1-1,-2 1,1-1,-1 1,0 0,0 0,-1 0,0 1,-1-1,0 0,0 1,-1-1,0 1,0-1,-1 1,0-1,0 0,-2 4,-4 0,0 0,-1-1,0 0,-1-1,0 1,0-2,-2 1,1-1,-1-1,0 0,0-1,-1 0,0 0,-1-1,1-1,-1 0,0-1,0 0,-1-1,1-1,-1 0,1-1,-1 0,0-1,-7-1,-13-1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37.4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361 255,'-22'-4,"0"1,0 0,0 2,0 1,0 0,0 2,0 0,0 2,0 0,1 1,0 1,0 2,-6 2,24-8,-1 1,1-1,-1 1,1 0,0 0,-1 0,2 0,-1 1,0-1,1 1,-1-1,1 1,0 0,0 0,1 0,-1 0,1 0,0 1,0-1,0 0,1 1,-1-1,1 0,0 1,1-1,-1 0,1 1,-1-1,1 0,1 0,-1 1,0-1,1 0,10 17,1-1,1 0,1-1,0 0,1-1,1-1,1-1,0 0,10 4,-28-19,82 64,97 92,-123-73,-55-82,0 0,0 1,0-1,0 1,-1-1,1 1,-1-1,0 1,0-1,0 1,0 0,0-1,0 1,-1-1,1 1,-1-1,1 1,-1-1,0 0,0 1,-1-1,1 0,0 0,-1 1,1-1,-1 0,1 0,-1-1,0 1,0 0,0-1,0 1,0-1,0 1,-1-1,0 1,-3 0,0 0,-1 1,1-2,0 1,0-1,-1 0,1 0,-1-1,1 1,-1-2,1 1,-1-1,1 0,-1 0,1 0,0-1,3 1,0 0,0 0,0-1,0 1,0 0,0-1,1 0,-1 0,1 0,-1 0,1 0,0 0,0 0,0-1,0 1,0-1,0 0,1 1,-1-1,1 0,0 0,0 0,0 0,0 0,0 0,1 0,-1-1,1 1,0 0,0 0,0 0,1 0,0-3,3-9,2 0,0 1,1-1,0 2,1-1,1 1,0 0,0 0,1 1,1 1,0 0,9-6,-10 6,22-21,35-36,-3-3,36-52,-83 100,-2 0,0-1,-2-1,-1 0,0-1,-2 0,-1-1,-2 0,0 0,-2-1,1-9,-10-30,4 65,0 0,-1 0,1 0,-1 0,0 0,1 0,-1 0,0 0,0 0,0 0,-1 0,1 1,0-1,-1 0,1 1,-1-1,1 1,-1 0,0-1,1 1,-1 0,0 0,0 0,0 0,0 1,0-1,0 0,-2 0,2 2,-1-1,1 0,-1 0,0 1,1-1,-1 1,1 0,-1 0,1 0,0 0,-1 0,1 1,0-1,0 1,0-1,0 1,0 0,0 0,0 0,0 0,1 0,-1 0,1 0,0 0,0 1,-1 0,-23 70,20-43,1 0,2 0,1 1,1-1,2 0,1 1,2-1,0-1,2 1,10 24,18 42,3-2,31 50,22 43,-83-170,-4-14,-3-8</inkml:trace>
  <inkml:trace contextRef="#ctx0" brushRef="#br0" timeOffset="249.333">628 497,'18'-5,"20"-1,19 2,18 5,15 2,10 0,4 0,-2-1,-19 0</inkml:trace>
  <inkml:trace contextRef="#ctx0" brushRef="#br0" timeOffset="487.695">1591 457,'1'16,"0"1,2-1,0 0,0 0,2 0,0 0,1 0,0-1,1 0,1 0,6 8,116 145,-100-132,-27-33,18 21,-2 0,0 1,-1 1,-2 1,4 10,-19-36,0 1,0-1,0 0,0 0,0 1,0-1,-1 1,1-1,0 0,-1 1,1-1,-1 1,0 0,0-1,1 1,-1-1,0 1,0-1,0 1,-1-1,1 1,0 0,-1-1,1 1,-1-1,1 1,-1-1,1 0,-1 1,0-1,0 0,0 1,0-1,0 0,0 0,0 0,0 0,-1 0,1 0,0 0,-1 0,1 0,-1-1,-12 4,0-2,-1 0,1-1,0 0,-1-1,1-1,-1 0,1-1,-10-2,-8-2,0-1,0-1,1-2,0-1,1-2,-11-6,-21-16</inkml:trace>
  <inkml:trace contextRef="#ctx0" brushRef="#br0" timeOffset="667.214">1578 390,'22'-7,"22"-4,19-3,14 1,11 3,-1 0,-11-2,-18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34.8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437 29,'-18'-4,"0"1,0 0,0 2,-1 0,1 0,0 2,-1 1,1 0,0 1,0 1,0 0,0 2,1 0,0 1,0 0,1 2,0 0,0 0,-6 7,16-11,-1 0,1 0,0 1,1-1,-1 1,1 1,1-1,-1 1,1 0,0 0,0 0,1 0,0 1,1 0,-1-1,1 1,1 0,-1 0,2 0,-1 0,1 0,0 0,1 0,-1 0,2 0,-1 0,1 0,0 0,1-1,0 1,2 4,12 15,1-2,1 0,1-1,2-1,0-1,1-1,1-1,1-1,14 8,31 26,-56-42,-5-5,0 0,-1 0,0 1,0 0,-1 1,1-1,-2 1,1 1,-1-1,0 1,-1 0,0 1,-1-1,2 5,-6-11,0 0,0-1,0 1,0 0,-1-1,0 1,1 0,-1-1,0 1,0-1,0 0,0 1,-1-1,1 0,-1 1,1-1,-1 0,0 0,0 0,1-1,-2 1,1 0,0-1,0 1,0-1,-1 0,1 1,-3-1,-72 23,2-28,73 4,0-1,1 0,-1 1,0-1,0 0,1 0,-1 0,0 0,1 0,-1 0,1-1,0 1,-1 0,1-1,0 1,0-1,0 0,0 1,0-1,0 0,0 0,0 1,1-1,-1 0,1 0,0 0,-1 0,1 0,0 0,0 0,0 1,0-1,0 0,1 0,-1 0,1 0,-1 0,4-9,1 0,-1 0,2 1,0-1,0 1,1 0,0 1,0 0,1 0,0 0,4-1,-4 1,86-88,-46 53,-3-2,-2-2,-2-2,-2-1,-2-2,-3-2,9-24,-39 71,0 0,0 0,-1 0,0 0,0 0,-1 0,0-1,0 1,-1-1,0 1,-1-1,0-2,0 10,0 0,0 0,0 1,0-1,0 0,-1 0,1 1,0-1,-1 0,1 1,-1-1,1 0,0 1,-1-1,1 1,-1-1,0 0,1 1,-1-1,1 1,-1 0,0-1,1 1,-1-1,0 1,0 0,1 0,-1-1,0 1,0 0,1 0,-1 0,0 0,0 0,1 0,-1 0,0 0,0 0,0 0,1 1,-1-1,0 0,1 0,-1 1,0-1,0 0,1 1,-1-1,1 1,-1-1,0 1,1-1,-1 1,1 0,-1-1,1 1,-1-1,1 1,0 0,-1-1,1 1,0 0,-1 0,-5 10,-1 0,2 0,0 1,0 0,1 0,0 0,1 0,0 1,1-1,0 5,2-16,-6 60,2 0,2 0,3 0,3 0,3 0,2-1,3 0,3 0,5 10,-15-52,-1-1,2 1,0-1,2 0,-1 0,2-1,0 0,1 0,1-1,0-1,8 8,-17-20,1 0,0 0,-1 0,1 0,0 0,0 0,0-1,1 1,-1-1,0 0,0 0,1 0,-1 0,1-1,-1 1,3-1,16-4</inkml:trace>
  <inkml:trace contextRef="#ctx0" brushRef="#br0" timeOffset="249.612">451 244,'16'4,"23"5,26 2,24 4,22 2,13 0,-1-1,-22-2</inkml:trace>
  <inkml:trace contextRef="#ctx0" brushRef="#br0" timeOffset="663.671">1186 551,'29'-5,"1"2,-1 1,0 2,17 1,-44-1,0 0,1 0,-1 0,0 0,0 0,1 0,-1 1,0-1,0 1,0 0,1-1,-1 1,0 0,0 0,0 0,-1 1,1-1,0 0,0 1,-1-1,1 1,0 0,-1-1,0 1,1 0,-1 0,0 0,0 0,0 0,0 0,-1 0,1 0,0 1,-1-1,1 0,-1 0,0 0,0 1,0-1,0 0,0 0,-1 1,-4 6,0 0,0 0,-1-1,-1 0,1 0,-1 0,-1-1,1 0,-1-1,0 0,-1 0,-6 3,8-4,-70 47,77-52,0 1,0-1,-1 0,1 1,0-1,0 1,0-1,0 1,0-1,0 0,0 1,0-1,0 1,0-1,0 1,0-1,0 1,0-1,0 1,0-1,0 0,1 1,-1-1,0 1,0-1,0 0,1 1,-1-1,0 1,1-1,-1 0,0 0,1 1,-1-1,0 0,1 1,-1-1,1 0,-1 0,0 0,1 0,-1 1,1-1,-1 0,1 0,-1 0,1 0,-1 0,1 0,-1 0,0 0,1 0,-1 0,1 0,-1-1,51 15,-19-6,-1 0,0 3,-1 0,19 11,-40-18,1 1,-1 0,0 0,0 1,0 0,-1 0,0 1,0 0,-1 1,0-1,0 2,-1-1,0 1,0 0,-1 0,0 0,-1 1,0-1,0 1,-1 0,1 9,-4-14,-1 0,0-1,0 1,0 0,-1 0,1-1,-1 1,0-1,-1 1,1-1,-1 0,0 0,0 0,0 0,0 0,-1-1,1 1,-1-1,0 0,0 0,-3 1,-96 42,78-40,0 0,-1-2,0-1,0 0,-25-3,27-4,24 4,-1 0,1 0,0 0,-1 0,1 0,0-1,0 1,-1 0,1 0,0 0,0-1,0 1,-1 0,1 0,0-1,0 1,0 0,0-1,-1 1,1 0,0 0,0-1,0 1,0 0,0-1,0 1,0 0,0-1,0 1,0 0,0-1,0 1,0 0,0 0,0-1,1 1,-1 0,0-1,0 1,0 0,0 0,0-1,1 1,-1 0,0 0,0-1,1 1,-1 0,0 0,0 0,1-1,-1 1,0 0,0 0,1 0,-1 0,0 0,1 0,-1 0,0 0,1-1,-1 1,0 0,16-9</inkml:trace>
  <inkml:trace contextRef="#ctx0" brushRef="#br0" timeOffset="1749.283">2109 364,'-14'-2,"-4"1,0 6,9 6,12 6,12 4,9 4,-1-3</inkml:trace>
  <inkml:trace contextRef="#ctx0" brushRef="#br0" timeOffset="1999.042">2322 979,'11'16,"7"10,2 7,0 0,-2 0,-3-3,-9 2,-12-1,-17 2,-17-3,-12-4,3-7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47.7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41,'0'4,"1"-1,-1 0,1 0,0 0,0 0,0 0,0 0,0 0,1 0,0-1,-1 1,1 0,0-1,0 1,0-1,0 0,2 1,-3-2,0 0,0 0,0-1,0 1,0 0,0-1,0 1,0 0,0-1,0 0,0 1,1-1,-1 0,0 1,0-1,0 0,1 0,-1 0,0 0,0 0,1 0,-1-1,0 1,0 0,0-1,0 1,1-1,-1 1,0-1,0 1,0-1,0 0,0 1,0-1,0 0,0 0,-1 0,1 0,0 0,0 0,-1 0,1 0,0 0,-1-1,2 1,-1-1,0 0,0 0,0 0,0 1,0-1,0 0,0-1,0 1,-1 0,1 0,-1 0,0 0,0 0,0-1,0 1,0 0,0 0,0 0,-1 0,1-1,-1 1,1 0,-1 0,0 0,0 0,0 0,0 0,0 1,-1-1,1 0,0 0,-1 1,1-1,-1 1,0-1,1 1,-1 0,0 0,0 0,0 0,0 0,0 0,0 0,0 1,0-1,0 1,0-1,-1 1,1 0,0 0,0 0,0 0,-2 0,-15 5,1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46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45 71,'-33'8,"63"-3,-28-5,0 0,0 0,0 0,1 0,-1 0,0 0,0-1,0 1,0-1,0 1,0-1,0 0,0 0,0 0,0 0,-1 0,1 0,0-1,-1 1,1-1,-1 1,1-1,-1 1,1-1,-1 0,0 0,0 0,0 1,0-1,-1 0,1 0,0 0,-1 0,1-1,-1 1,0 0,1 0,-1 0,0 0,-1 0,1 0,0-1,0 1,-1-1,-2 1,0-1,-1 1,1 0,0 0,-1 1,0-1,1 0,-1 1,0 0,1 0,-1 0,0 1,0-1,0 1,0 0,0 0,0 0,0 1,0-1,1 1,-1 0,-1 0,4 0,1-1,-1 1,0-1,1 1,-1-1,0 1,1 0,-1-1,1 1,-1 0,1-1,-1 1,1 0,0 0,-1-1,1 1,0 0,0 0,-1 0,1 0,0 0,0-1,0 1,0 0,0 0,0 0,0 0,0 0,1-1,-1 1,0 0,1 0,-1 0,0-1,1 1,-1 0,1 0,-1-1,1 1,-1 0,1-1,-1 1,1 0,0-1,-1 1,1-1,0 1,0-1,-1 0,1 1,0-1,0 0,0 1,0-1,-1 0,1 0,0 0,0 0,0 0,0 0,0 0,21 12</inkml:trace>
  <inkml:trace contextRef="#ctx0" brushRef="#br0" timeOffset="2618.457">112 44,'-7'3,"0"0,3 0,6-1,3 0,4-1,0-3,-3-1,-5 0,-6 1,-3 0,1 1,4 0,4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46.9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 69,'-4'0,"0"0,0 0,0 1,0 0,0 0,1 0,-1 0,0 0,0 1,1 0,-1 0,1 0,-1 0,1 0,0 1,-2 2,4-5,1 1,0-1,-1 1,1 0,0-1,0 1,-1-1,1 1,0 0,0-1,0 1,0 0,0-1,0 1,0 0,0-1,0 1,0-1,0 1,1 0,-1-1,0 1,0-1,1 1,-1 0,0-1,1 1,-1-1,0 1,1-1,-1 1,1-1,-1 0,1 1,-1-1,1 1,-1-1,1 0,-1 1,1-1,0 0,-1 0,1 0,-1 1,1-1,0 0,-1 0,1 0,0 0,0 0,33 5,-32-5,0 0,-1 0,1 0,-1 0,1 0,0 0,-1-1,1 1,0-1,-1 1,1-1,-1 1,1-1,-1 0,1 0,-1 0,0 0,0 0,1 0,-1 0,0 0,0 0,0-1,0 1,0 0,0-1,0 1,-1-1,1 1,0-1,-1 1,1-1,-1 0,0 1,1-1,-1 0,0 1,0-1,0 0,0 1,0-1,-1 1,1-1,0 0,-1 1,1-1,-1 1,0-1,1 1,-1-1,0 1,0-1,-1 0,-44-31,59 36,5 0</inkml:trace>
  <inkml:trace contextRef="#ctx0" brushRef="#br0" timeOffset="1868.463">39 42,'-3'2,"3"1,2 0,4 0,2-2,1-2,-2-4,-1-3,-5-2,-5 0,-5 2,-7 2,-6 2,-1 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0:47.3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 41,'-20'0,"24"0,24-5,-28 5,0 0,1 0,-1 0,1 0,-1 0,0 0,1-1,-1 1,0 0,1 0,-1-1,0 1,1 0,-1 0,0-1,1 1,-1 0,0-1,0 1,0 0,1-1,-1 1,0-1,0 1,0 0,0-1,0 1,1-1,-1 1,0 0,0-1,0 1,0-1,0 1,0-1,-1 1,1 0,0-1,0 1,0-1,0 1,0 0,-1-1,1 1,0 0,0-1,-1 1,1 0,0-1,0 1,-1 0,1-1,0 1,-1 0,1 0,0-1,-1 1,1 0,-1 0,1 0,0 0,-1 0,1-1,-1 1,1 0,-4-2,-1-1,0 1,1 0,-1 1,0-1,0 1,0 0,0 0,0 0,0 0,-1 1,1 0,0 0,0 1,-1 0,33 13,5-7,3 0</inkml:trace>
  <inkml:trace contextRef="#ctx0" brushRef="#br0" timeOffset="929.963">43 28,'0'-2,"-3"-1,-2 0,-1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5.9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0,'2'16,"1"14,0 14,-1 10,2 8,0 4,2 3,0-4,0-6,1-8,-2-14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6.2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60 430,'-54'-228,"52"221,1 1,0-1,0 1,0-1,1 0,0 0,1 1,-1-1,1 0,1 1,-1-1,1 1,0-1,0 1,1 0,0 0,0 0,1 0,-1 1,1-1,0 1,1 0,-1 0,1 0,1 0,7-2,-1 1,1 0,0 1,0 1,1 0,0 1,-1 0,1 1,0 1,0 0,0 1,0 0,0 1,0 1,0 0,0 1,-1 0,1 1,-1 1,0 0,0 1,5 3,-7-3,-1 1,1 0,-2 0,1 1,-1 1,0-1,-1 2,0-1,4 7,-8-11,-1 0,0 0,0 0,-1 0,1 0,-1 1,0-1,-1 1,1-1,-1 1,0 0,-1-1,1 1,-1 0,0 0,-1-1,1 1,-1 0,0 0,-1-1,0 4,-5 0,1 1,-1-2,-1 1,0-1,0 0,0 0,-1-1,0-1,-1 1,1-1,-1-1,0 0,-1 0,1-1,-3 0,-2 3,-217 100,187-73,34-20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7.0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1 269,'22'4,"1"-1,-1-1,1 0,0-2,-1-1,1 0,0-2,-1-1,0 0,0-2,0-1,-1 0,0-2,0 0,-1-1,0-1,0-1,-2-1,1-1,10-11,15-35,-43 58,0 0,0 0,0 0,-1 0,1 0,0 0,-1 0,1 0,-1 0,0 0,0 0,0-1,0 1,0 0,0 0,-1 0,1 0,-1 0,1 0,-1 0,0 0,0 0,0 0,0 0,0 1,0-1,0 0,-1 0,1 1,0-1,-1 1,0 0,0-1,-7-2,0 1,0 0,0 1,0 0,-1 0,1 1,0 0,-1 0,1 1,-1 1,1 0,-1 0,1 1,-1 0,1 0,0 1,0 0,0 1,-7 4,1-1,1 0,0 0,0 1,1 1,0 0,1 1,0 1,0 0,1 0,-3 6,10-12,-1 0,1 1,1 0,-1 0,1 0,0 0,0 0,1 1,0 0,0-1,1 1,-1 0,2-1,-1 1,1 0,0 0,0 0,0 0,1 0,0-1,1 1,0 0,0-1,3 7,-1-5,0-1,1 0,-1 0,2 0,-1-1,1 0,0 0,0 0,1 0,0-1,0 0,0-1,0 0,1 0,0 0,5 1,8 2,1 0,0-1,0-2,0 0,18 0,-2-2,0-2,0-2,0-1,-1-2,11-4,23-6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7.8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 0,'-11'152,"8"95,3-142,0-29,-11 286,12-366,0-19,2-1,0 1,1 0,2 1,0-1,2 1,0 0,10-17,-16 36,1-1,-1 1,1 1,-1-1,1 0,0 1,0-1,0 1,0 0,1 0,-1 0,1 0,-1 1,1 0,-1-1,1 1,0 0,0 1,-1-1,1 1,0-1,0 1,0 1,0-1,0 0,-1 1,1 0,0 0,0 0,1 1,6 2,1 1,-1 1,0 0,-1 0,1 1,-1 0,-1 1,9 9,-5-5,0 0,-1 2,-1-1,0 1,-1 1,0 0,-2 1,0-1,0 2,-1-1,-1 1,3 17,-8-30,0 0,0 0,-1 0,0 0,1 1,-2-1,1 0,0 0,-1 0,0 0,0 0,0 0,0 0,-1 0,0-1,0 1,0 0,0-1,0 1,0-1,-1 0,0 0,0 0,0 0,0 0,0-1,0 1,-1-1,1 0,-1 0,-2 1,-18 4,-1 0,0-1,-1-1,1-2,-1-1,0 0,0-2,0-1,1-1,-2-2,-39-5,67 9,-1-1,1 1,-1 0,1 0,-1-1,1 1,-1 0,1-1,-1 1,0 0,1-1,-1 1,0-1,1 1,-1-1,0 1,0 0,1-1,-1 1,0-1,0 1,0-1,0 1,0-1,1 0,-1 1,0-1,0 1,0-1,0 1,-1-1,1 1,0-1,0 1,0-1,0 1,-1-1,1 1,0-1,0 1,-1-1,1 1,0 0,-1-1,1 1,0-1,-1 1,1 0,-1-1,1 1,0 0,-1-1,1 1,-1 0,1 0,-1 0,1 0,-1-1,1 1,-1 0,1 0,-1 0,0 0,1 0,-1 0,1 0,-1 0,40-17,-5 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8.3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 3,'-2'0,"0"-1,0 0,0 1,0 0,0 0,1-1,-1 1,0 0,0 0,0 1,0-1,0 0,0 1,0-1,0 1,0 0,0-1,1 1,-1 0,0 0,1 0,-1 0,0 1,1-1,0 0,-1 1,1-1,0 1,-1-1,1 1,0 0,0-1,0 1,1 0,-1 0,0 0,1-1,-1 3,-2 7,1 0,0 0,1 1,1-1,-1 1,2-1,0 0,0 1,1-1,0 0,1 0,0 0,1 0,0-1,1 1,0-1,0 0,1 0,1-1,-1 0,2 0,-1 0,1-1,7 5,-10-9,0-2,0 1,0 0,0-1,0 0,1 0,-1-1,1 1,0-1,-1-1,1 1,0-1,-1 0,1 0,0 0,-1-1,1 0,0 0,-1-1,1 1,-1-1,0 0,1-1,-1 1,0-1,0 0,-1 0,1-1,6-4,0-1,0-1,-1 1,0-2,-1 1,-1-1,1-1,-2 0,1 0,-2 0,0-1,2-6,-1 0,-1 0,0-1,-2 0,0 1,0-20,-6 47,1 1,-1 0,1 0,1 0,-1 0,2 0,-1 0,1-1,1 1,-1 0,2 0,-1-1,1 1,0-1,1 0,0 0,0 0,1 0,0-1,0 0,1 0,0 0,0 0,0-1,1 0,6 4,74 14,-44-19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9.2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200 898,'-4'-3,"1"0,-1 0,0 0,0 0,0 0,-1 1,1 0,0 0,-1 0,0 0,1 1,-1 0,0 0,0 0,0 0,0 1,0 0,1 0,-1 0,0 1,0 0,0 0,0 0,1 0,-1 1,0-1,1 1,-1 0,1 1,0-1,0 1,0 0,0 0,0 0,-1 2,1 1,-1-1,2 0,-1 1,1 0,0 0,0 0,0 0,1 0,0 1,0-1,1 1,0-1,0 1,0 0,1-1,0 1,0 0,1-1,0 1,0-1,0 1,1-1,0 1,0-1,1 0,0 0,0 0,0 0,1 0,0-1,0 0,0 0,1 0,-1 0,1 0,0-1,1 0,-1 0,6 2,2-1,0 0,0-1,0-1,1 0,0-1,-1 0,1-1,0-1,0 0,0-1,-1-1,1 0,0 0,-1-1,1-1,-1-1,7-3,0 0,-1-2,0 0,-1-1,0-1,-1 0,0-2,-1 1,0-2,-2 0,1-1,0-4,4-7,-2-1,0-1,-2 0,-2-1,0 0,-2-2,-2 1,4-19,1-23,-3 0,-4-1,-1-19,-4 49,-1 0,-2 0,-2 0,-2 0,-8-32,-11 17,23 58,1 0,-1-1,0 1,1 0,-1-1,0 1,0 0,0 0,0 0,0 0,0 0,-1 0,1 0,0 0,0 0,-1 1,1-1,0 1,-1-1,1 1,-1-1,1 1,-1 0,1-1,-1 1,1 0,-1 0,1 0,-1 0,1 1,-1-1,1 0,0 0,-1 1,1-1,-1 1,1 0,-1 0,-3 3,0 0,1 0,0 1,0 0,0 0,0 0,1 0,0 1,0-1,0 1,1 0,-1 0,-15 47,2 0,3 0,2 1,2 1,3 0,2 0,3 24,-2-35,2 0,2 0,1 0,3 0,2 0,1-1,2 0,3 0,15 35,-23-67,0 0,1 0,0-1,1 0,0 0,1-1,0 0,0 0,1-1,0 0,0-1,1 0,0 0,1-1,-1 0,1-1,0 0,0-1,1 0,-1-1,1 0,0-1,11 1,-11-2,-1-1,1 0,0-1,-1 0,1-1,-1 0,0-1,0 0,0-1,0 0,0 0,-1-2,0 1,0-1,0-1,-1 1,0-2,0 1,-1-1,0-1,0 1,-1-1,1-1,10-24,-13 46,-6 19,0-26,0 0,0 0,0 1,1-1,0 0,0 1,0-1,1 0,-1 1,1-1,1 0,-1 0,1 0,0 0,0 0,0 0,1 0,-1-1,1 1,0-1,1 0,-1 0,1 0,0 0,0 0,0-1,0 0,0 0,4 2,3-2,1 0,0-1,0 0,0 0,0-2,0 1,0-1,0-1,-1 0,1-1,0 0,0-1,-1-1,1 1,-1-2,0 1,0-2,-1 1,0-2,0 1,7-7,-12 9,1 0,-2 0,1-1,0 0,-1 0,0 0,0-1,-1 1,1-1,-1 0,0 0,-1 0,0 0,0-1,0 1,0 0,-1-1,0 1,-1-1,0 0,0 1,0-1,0 1,-1-1,0 0,-1 1,1 0,-1-1,-1 1,1 0,-1 0,0 0,0 0,-1 1,0-1,0 1,-3-3,3 2,-1 1,-1-1,1 1,-1 0,1 1,-1 0,-1 0,1 0,0 1,-1-1,0 1,0 1,0 0,0 0,0 0,0 1,0 0,-1 0,1 1,-1 0,1 0,0 0,-1 1,1 0,0 1,0 0,0 0,0 0,0 1,0 0,1 1,-1-1,1 1,0 0,0 1,-1 2,1-1,1 1,-1 1,1-1,0 1,0 0,1 0,0 1,1-1,0 1,0 0,1-1,0 1,0 0,1 2,0-6,1 0,0 0,0 0,0 1,0-1,1 0,0 0,0 0,0 0,1 0,0 0,0 0,0-1,0 1,1 0,-1-1,1 0,1 0,-1 0,0 0,1 0,0-1,0 1,0-1,0 0,1 0,0 0,4 1,0-1,0 0,1 0,-1-1,1 0,-1-1,1 0,0-1,-1 1,1-2,0 1,-1-2,1 1,6-3,34-9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9.5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213 7,'-14'-3,"-11"0,-8 3,-3 5,0 9,6 9,9 5,7 4,11 5,10-1,4-6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09.7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0,'7'19,"4"9,5 4,9-3,9-5,13-7,11-9,10-8,5-8,-10-3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1.4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352 116,'-2'-4,"1"1,0-1,-1 1,0 0,1 0,-1-1,-1 1,1 1,0-1,-1 0,1 0,-1 1,0 0,0-1,0 1,0 0,0 0,0 1,-1-1,1 1,-1 0,1 0,-1 0,1 0,-1 0,0 1,1-1,-2 1,-8-1,0 1,0 0,1 1,-1 0,0 1,0 1,-6 1,6 0,1 0,-1 0,1 1,1 1,-1 0,1 0,0 1,0 1,1 0,0 0,0 1,1 0,7-8,1 1,0-1,-1 0,1 1,0-1,0 1,0 0,0-1,0 1,0 0,0-1,1 1,-1 0,0 0,1 0,0-1,-1 1,1 0,0 0,0 0,0 0,0 0,0 0,1 0,-1-1,1 1,-1 0,1 0,0 0,-1-1,1 1,0 0,0-1,0 1,0 0,1-1,-1 0,0 1,0-1,1 0,-1 1,1-1,0 0,-1 0,1 0,0-1,-1 1,1 0,0-1,0 1,1 0,13 2,1 1,-1-2,1-1,0 0,0 0,-1-2,1 0,0-1,-1-1,0-1,1 0,-1-1,0 0,-1-2,3-1,-11 5,-1-1,1 1,-1-2,0 1,0-1,0 0,-1 0,0 0,0-1,0 0,-1 0,1 0,-1 0,-1-1,1 1,-1-1,-1 0,1 0,-1 0,0-1,-1 1,0-1,0 1,0 0,-1-1,0 1,-1-1,1 1,-2-4,2 12,-1-1,1 0,0 0,0 0,-1 0,1 1,0-1,-1 0,1 0,-1 0,1 0,0 0,-1 0,1 0,0 0,-1 0,1 0,0 0,-1 0,1 0,0 0,-1 0,1 0,0-1,-1 1,1 0,0 0,-1 0,1-1,0 1,-1 0,1 0,0-1,0 1,-1 0,1 0,0-1,0 1,0 0,0-1,-1 1,1 0,0-1,0 1,0 0,0-1,0 1,0 0,0-1,0 1,0 0,0-1,0 1,0-1,0 1,0 0,0-1,0 1,0 0,0-1,1 1,-1 0,-3 14,2 1,-1 0,2 0,0 0,1 0,0 0,1-1,1 1,0 0,1-1,1 0,0 0,1 0,5 9,-7-15,1-1,0 0,0 0,0 0,1 0,0-1,0 0,1-1,0 1,0-1,0 0,0-1,1 0,2 1,25 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1.7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52,'45'42,"-1"2,-2 1,-3 3,30 45,-64-85,25 29,-29-36,-1 0,1 0,0-1,0 1,-1-1,1 1,0-1,0 1,0-1,0 1,0-1,0 0,0 1,0-1,0 0,0 0,0 0,0 0,0 0,-1 0,1 0,0 0,0 0,0-1,0 1,0 0,0 0,0-1,0 1,0-1,0 1,0-1,-1 1,1-1,0 1,0-1,-1 0,1 0,0 1,-1-1,1 0,0 0,41-102,-31 67,-8 27,2-12,2 1,0 1,1-1,1 2,0-1,2 1,0 0,1 1,7-7,1 8,-3 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2.1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1 370,'25'-8,"1"-2,-1-1,-1-1,0-1,-1-1,0-1,-1-1,-1-1,-1-1,0 0,-1-2,-1 0,-1-1,-1-1,0-3,-14 23,0 0,0 0,0 0,0-1,-1 1,1-1,-1 0,0 1,0-1,0 0,0 1,0-1,0 0,-1 0,1 0,-1 0,0 0,0 0,0 0,0 0,-1 0,1 0,-1 1,0-1,0 0,0 0,0 0,0 1,0-1,-1 1,1-1,-1 1,0-1,0 1,0 0,0 0,0 0,0 0,-1 0,1 1,0-1,-1 0,-1 0,-5 3,0 0,0 0,0 0,0 1,0 0,0 1,1 0,-1 1,1-1,0 1,0 1,0 0,0 0,1 1,0-1,0 2,1-1,-1 1,1 0,1 0,-1 0,-1 5,2-6,0-1,0 1,0 0,1 0,0 0,0 1,1 0,0 0,0-1,0 2,1-1,0 0,1 0,0 1,0-1,0 1,1-1,0 1,0-1,1 1,0-1,0 0,1 1,0-1,0 0,1 0,0 0,0 0,1-1,-1 1,1-1,2 3,10 1,0 0,1 0,0-2,1 0,-1-1,1 0,1-2,-1 0,1-1,0-1,0-1,0 0,16-2,42 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2.9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 0,'-1'17,"1"0,0 0,1 0,1 0,1 0,0 0,1-1,1 1,0-1,2 0,-1-1,2 1,0-1,2 0,-5-3,-1-2,0-1,1 1,0-1,1 0,0 0,0-1,1 1,0-1,0-1,1 1,0-2,7 6,-13-11,0 0,1 0,-1-1,1 1,-1-1,0 1,1-1,-1 0,1 0,-1 0,1 0,-1 0,1-1,-1 1,0-1,1 1,-1-1,0 0,1 0,-1 0,0-1,0 1,0 0,0-1,0 1,0-1,0 0,1-1,41-59,-36 45,0 0,-2-1,0 0,-1 0,0 0,-2-1,1-9,-2 48,2-1,0 1,1-1,1 0,1-1,5 9,-9-20,0-1,0 0,1-1,0 1,0-1,1 1,0-1,-1 0,2-1,-1 0,0 1,1-1,0-1,0 1,0-1,0-1,1 1,-1-1,1 0,0 0,-1-1,1 1,0-2,0 1,0-1,0 0,0 0,-1-1,1 0,0 0,0-1,-1 0,1 0,-1 0,4-3,0-1,0 0,0-2,-1 1,0-1,0 0,-1-1,0 0,-1 0,0-1,0 0,-1 0,-1 0,1-1,-2 0,1 0,-2 0,1-1,-1-2,9-17,-7 44,-4 37,5 38,-5-84,0-1,0 0,1 0,-1 1,1-1,-1 0,1 0,0-1,0 1,1 0,-1-1,0 1,1-1,0 0,0 1,-1-1,1-1,0 1,0 0,1-1,-1 0,0 1,3-1,0 1,0-1,1 0,-1 0,0-1,0 0,1 0,-1-1,0 1,0-1,1-1,-1 1,0-1,0 0,0 0,-1-1,1 0,-1 0,1 0,-1 0,0-1,0 0,2-3,2-1,-1-1,0 1,0-2,-1 1,0-1,-1 0,0-1,0 1,-2-1,1 0,1-6,9-71,-18 101,0 0,0 1,2 0,-1-1,2 1,0 0,0 0,2 0,0 2,-1-10,1-1,0 0,0 0,0 0,1 0,0-1,0 1,0-1,0 1,1-1,0 0,0 0,0-1,0 1,0-1,1 0,-1 0,1 0,0-1,0 0,0 0,0 0,3 0,11 4,0-2,1 0,-1-2,1 0,19 0,53-5,-3-4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4.5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70,'3'-6,"0"2,0-1,1 0,-1 1,1-1,1 1,-1 0,0 1,1-1,0 1,0 0,0 0,0 0,0 1,1-1,-1 1,1 1,-1-1,1 1,0 0,0 0,-1 1,1 0,0 0,0 0,0 0,0 1,-1 0,1 1,0-1,-1 1,1 0,-1 0,0 1,1-1,-1 1,-1 0,1 1,0-1,1 3,11 10,-1 1,-1 1,0 0,-2 1,0 0,-1 1,-1 1,0 0,-2 0,-1 1,0 0,-2 0,1 10,0-12,-7-17,0 0,0-1,1 1,0-1,-1 1,1-1,0 1,0-1,0 1,1-1,-1 0,0 1,1-1,0 0,-1 0,1 0,0 0,0 0,0-1,0 1,0-1,1 1,-1-1,0 0,1 0,-1 0,1 0,-1 0,1 0,0-1,-1 1,3-1,5-4,-1 0,0 0,0-1,0 0,0-1,-1 0,0 0,0-1,-1 0,0-1,0 1,-1-1,0-1,0 1,-1-1,3-4,53-125,-55 127,-4 17,-2 25,0-24,-2 0,1 1,1-1,-1 1,1 0,0 0,1-1,0 1,0 0,1-1,0 1,0-1,0 0,1 0,0 1,1-2,0 1,0 0,0-1,1 0,0 0,0 0,0 0,1-1,0 0,2 1,3-2,-1-1,1-1,0 1,0-2,0 0,0 0,0-1,0 0,0-1,-1 0,1-1,0 0,0-1,-1 0,1 0,-1-1,0-1,0 0,-1 0,1-1,-1 0,0-1,-1 0,1 0,-2-1,1 0,-1 0,0 0,0-1,-1-1,-1 1,4-8,-5 10,-1 0,0 0,-1-1,1 1,-1 0,-1-1,0 1,0-1,0 0,-1 1,0-3,-12 33,10-15,1 0,-1 0,1 1,1-1,-1 0,2 1,-1-1,1 0,0 0,1 1,-1-1,2 0,-1 0,1-1,0 1,1-1,0 1,0-1,1 0,0 0,0-1,0 0,1 1,0-2,0 1,6 3,14 3,0 0,1-2,1-1,0-1,0-2,0 0,1-2,0-2,0 0,0-2,-1-1,5-1,-17 1,21 1,4 2,-1-3,0-1,1-2,-1-2,34-9,-73 15,1 0,0-1,-1 1,1 0,0 0,-1-1,1 1,-1-1,1 1,-1-1,1 0,-1 0,1 0,-1 1,0-1,1-1,-1 1,0 0,0 0,0 0,0-1,0 1,0 0,0-1,0 1,-1-1,1 1,0-1,-1 1,1-1,-1 1,0-1,0 0,1 1,-1-1,0 0,0 1,0-1,-1 0,1 1,0-1,-1 1,0-2,-4-5,-1 1,0 0,-1 1,0 0,0 0,0 0,0 1,-1 0,0 0,0 1,0 0,-1 1,1 0,-1 0,0 0,0 1,0 1,0 0,-7-1,8 2,0 0,-1 0,1 1,0 0,0 0,0 1,0 0,0 1,1-1,-1 2,1-1,0 1,-1 0,2 0,-1 1,0 0,1 0,0 1,0-1,1 1,-1 1,1-1,1 1,-1 0,1 0,0 2,2-7,1 0,0 1,0-1,0 1,0 0,1-1,-1 1,1 0,-1-1,1 1,0 0,0-1,0 1,1 0,-1 0,0-1,1 1,0 0,0-1,0 1,0-1,0 1,0-1,1 0,-1 1,1-1,-1 0,1 0,0 0,0 0,0 0,0-1,0 1,1 0,-1-1,0 0,1 0,0 1,11 2,1 0,0-1,-1 0,1-2,0 0,0 0,0-1,0-1,0-1,-1 0,1 0,-1-2,1 0,-1-1,0 0,0-1,8-5,-12 7,1-1,-1 0,0-1,0-1,0 1,-1-1,0-1,-1 0,0 0,0-1,0 0,-1 0,-1-1,1 1,-2-2,1 1,-2-1,2-1,-5-4,-9 21,6 0,1 0,-1 0,1 0,0 0,0 1,0-1,1 0,-1 1,2-1,-1 0,0 1,1-1,0 0,0 1,1-1,-1 0,1 0,0 0,1 0,-1-1,1 1,0-1,0 1,0-1,1 0,0 0,-1 0,1-1,1 1,-1-1,0 0,1 0,0-1,-1 1,1-1,0 0,0 0,0-1,1 1,0-1,14 4,-1-1,1-1,0 0,1-2,-1 0,0-2,0 0,0-1,0-1,0 0,0-2,-1-1,1 0,-1-1,-1-1,0-1,14-9,-27 16,0-1,0 0,-1-1,1 1,-1-1,0 0,0 0,0-1,0 1,-1-1,1 0,-1 1,-1-1,1-1,-1 1,0 0,0-1,0 1,-1-1,1 0,-1 1,-1-1,1 0,-1 0,0 1,-1-1,1 0,-1 0,0 1,-1-1,1 1,-1-1,2 5,0 1,0-1,0 1,-1 0,1-1,0 1,0-1,0 1,-1-1,1 1,0 0,-1-1,1 1,0 0,-1-1,1 1,0 0,-1-1,1 1,0 0,-1 0,1 0,-1-1,1 1,-1 0,1 0,-1 0,1 0,-1 0,1 0,0 0,-1 0,1 0,-1 0,1 0,-1 0,1 0,-1 0,1 0,-1 0,1 1,0-1,-1 0,1 0,-1 0,1 1,0-1,-1 0,1 1,0-1,-1 0,1 1,0-1,-1 0,1 1,0-1,0 1,-1-1,1 1,0-1,0 0,0 1,0-1,0 1,0-1,0 1,0-1,0 1,-8 34,8-25,0-1,1 1,0 0,1-1,0 1,0-1,1 0,1 1,-1-2,1 1,1 0,0-1,0 0,0 0,1 0,1 0,-1-1,1 0,0-1,0 0,1 0,4 3,8-2,-4-5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4.7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 0,'-14'0,"-4"2,3 3,11 6,17 5,21 2,4-2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6.5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0 583,'24'27,"60"69,-4 4,10 25,-87-120,-3-4,0 0,1 0,-1 0,0 0,1 1,-1-1,1 0,0 0,-1 0,1 0,0 0,0 0,-1 0,1-1,0 1,0 0,0 0,0-1,0 1,0 0,0-1,0 1,1-1,-1 1,0-1,0 0,0 0,1 1,-1-1,0 0,0 0,0 0,1 0,-1 0,0 0,0-1,1 1,34-77,47-115,-81 190,8-16,-10 18,0 0,0 0,0 0,0 1,0-1,0 0,0 0,0 1,0-1,0 0,0 0,0 0,0 1,0-1,0 0,0 0,0 0,0 1,1-1,-1 0,0 0,0 0,0 1,0-1,0 0,1 0,-1 0,0 0,0 0,0 1,0-1,1 0,-1 0,0 0,0 0,0 0,1 0,-1 0,0 0,0 0,1 0,-1 0,0 0,0 0,0 0,1 0,-1 0,0 0,0 0,1 0,-1 0,0 0,0 0,0 0,1 0,-1 0,0-1,0 1,0 0,0 0,1 0,-1 0,0 0,0-1,0 1,0 0,0 0,5 71,-7-64,1 0,1 0,-1 0,1 0,0 0,1-1,0 1,0 0,0 0,1 0,0-1,0 1,1-1,0 1,0-1,0 0,1 0,0 0,0-1,0 1,1-1,0 0,0 0,0-1,1 0,-1 0,2 1,3-1,0 0,1 0,0-1,-1-1,1 0,0 0,0-1,0-1,0 1,0-2,0 0,0 0,0-1,0 0,0-1,0 0,-1 0,0-2,0 1,0-1,0-1,-1 1,0-2,0 1,0-1,-1-1,0 1,0-1,-1-1,0 1,-1-1,0-1,0 1,-1-1,0 0,-1 0,2-5,-3 1,1-1,0 25,-2 1,0 0,0-1,2 1,-1-1,1 0,1 0,0 0,0-1,1 0,0 0,0 0,1-1,0 1,1-2,0 1,0-1,1 0,0-1,0 0,0-1,1 1,-1-2,1 0,0 0,1 0,-1-1,9 1,-12-3,2 0,-1-1,0 0,0 0,0 0,0-1,0-1,0 1,0-1,-1 0,1-1,0 0,-1 0,0-1,0 0,0 0,0 0,-1-1,2-1,7-8,0-1,-1 0,0-1,-1-1,-1 0,8-16,9-11,-29 44,0 1,0-1,0 0,0 1,-1-1,1 0,0 0,0 1,0-1,0 0,0 1,0-1,1 0,-1 0,0 1,0-1,0 0,0 0,0 1,0-1,0 0,1 0,-1 1,0-1,0 0,0 0,1 1,-1-1,0 0,0 0,0 0,1 0,-1 1,0-1,0 0,1 0,-1 0,0 0,1 0,-1 0,0 0,0 0,1 0,-1 0,0 0,1 0,-1 0,0 0,0 0,1 0,-1 0,0 0,1 0,-1 0,0 0,0-1,1 1,-1 0,0 0,0 0,1 0,-1-1,0 1,-2 33,2-28,-1-4,0 6,-1 0,1-1,0 1,0 0,1 0,0 0,0 0,0-1,1 1,0 0,1 0,-1-1,1 1,1 0,-1-1,1 0,0 0,0 0,1 0,0 0,0-1,0 1,1-1,0 0,4 4,1-4,0-1,0 1,0-2,1 1,-1-1,1-1,0 0,0-1,0 0,0 0,-1-1,1-1,0 0,0 0,0-1,0 0,-1-1,1 0,-1-1,0 0,0-1,0 0,-1 0,0-1,0 0,0-1,-1 0,0 0,0-1,3-4,-1-2,-1-1,-1 0,0 0,-1-1,-1 0,0 0,-1-1,-1 1,0-1,0-13,-7 38,1 1,0 0,0 0,1 1,0-1,1 0,0 0,0 1,1-1,0 0,1 0,0 0,0 0,1 0,0 0,1-1,-1 1,2-1,-1 0,1 0,0-1,1 1,2 0,7 1,0-1,1-1,0 0,1-2,-1 0,1 0,0-2,0 0,1-1,-1 0,0-2,1 0,15-2,-9 3,0-2,0 0,0-1,0-2,-1 0,1-1,-1-2,0 0,-1-2,0 0,0-1,-1-2,0 0,-1-1,0-1,-1-1,-1 0,0-2,4-6,-1-6,-1-2,-1 0,-2 0,-1-2,-2 0,-1-1,-2 0,-1-1,-1 0,-3 0,0-1,-2-10,-2 31,-2 0,1 0,-2 0,0-1,-1 1,-1 0,0-2,2 13,0 0,0 1,-1-1,1 0,-1 1,0-1,0 1,0 0,0-1,0 1,-1 0,0 0,1 1,-1-1,0 1,0-1,-1 1,1 0,0 0,-1 0,1 0,-1 1,0 0,1-1,-1 1,0 1,0-1,0 0,-3 1,1 0,-1 0,1 1,0 0,-1 0,1 1,0 0,0 0,0 0,0 1,1 0,-1 0,1 0,-1 1,1-1,0 1,1 1,-1-1,1 1,-1-1,2 1,-1 1,0-1,-1 4,-5 8,1 0,1 0,1 1,0 0,1 0,1 0,0 8,1-6,1-1,0 1,2 0,0 1,2-1,0 0,1 0,1 0,1-1,1 1,0-1,2 0,0 0,1-1,1 1,0-2,2 0,0 0,1-1,0 0,1-1,1 0,1-1,0-1,14 10,-11-10,2-1,0-1,0 0,1-2,0 0,0-1,1-1,0-2,1 0,-1-1,1-1,0-1,0-1,0-1,0-1,-1-1,1-1,-1-1,1-1,-1-1,1-2,-9 1,0-1,0 0,0-1,-1-1,0 0,-1-1,0 0,-1-1,0-1,-1 1,0-2,-1 1,-1-1,0-1,2-4,7-20,-2 0,-2 0,-1-2,-3 1,2-19,-1 10,-3-1,-2 0,-2 0,-2 0,-2 0,-3-1,-4-16,7 63,0-1,1 1,-1-1,-1 1,1 0,-1 0,1-1,-1 1,-1 0,1 1,0-1,-1 0,0 1,0-1,-2-2,3 6,0 0,1-1,-1 1,1 0,-1 0,0-1,1 1,-1 1,0-1,1 0,-1 0,1 1,-1-1,0 0,1 1,-1 0,1-1,-1 1,1 0,0 0,-1 0,1 0,0 0,0 0,-1 0,1 0,0 0,0 1,0-1,0 0,1 1,-1-1,0 1,0 0,-13 23,1 0,1 2,1-1,1 1,2 1,1 0,1 0,1 1,1 4,-3 1,2 0,1 1,1-1,3 1,0-1,2 1,2-1,1 0,2 0,1 0,2-1,1-1,1 1,2-2,3 4,-11-26,-1-1,2 0,-1 0,1 0,0-1,1 0,0 0,0-1,0 0,1 0,0-1,0 0,0-1,1 0,-1 0,1-1,0 0,0-1,0 0,1-1,-1 0,0 0,1-1,-1 0,0-1,0-1,1 1,-1-1,0-1,-1 0,1-1,0 1,-1-2,0 1,0-2,0 1,-1-1,1 0,-1-1,-2 1,0-1,0 0,-1 0,1-1,-1 0,-1 0,0 0,0 0,-1 0,0-1,0 0,-1 0,0 1,0-1,-1-1,0 1,-1 0,0-1,0 9,1 0,-1 0,0 0,0 0,0 0,0 0,0-1,0 1,0 0,0 0,0 0,0 0,0 0,-1 0,1 0,0 0,-1 0,1 1,-1-1,1 0,-1 0,0 0,1 0,-1 0,0 1,1-1,-1 0,0 1,0-1,0 0,0 1,1-1,-1 1,0 0,0-1,0 1,0 0,0-1,0 1,0 0,0 0,0 0,0 0,0 0,-1 0,1 0,0 0,0 0,0 1,0-1,0 0,0 1,1-1,-1 0,0 1,0 0,0-1,0 1,0-1,0 1,-3 7,-1 0,2 1,-1-1,1 1,1-1,-1 1,1 0,1 0,0 0,0 0,1 0,0 0,0 1,1 1,2-1,0 0,0 1,1-1,0 0,1-1,0 1,1-1,0 0,0 0,1 0,0-1,1 0,-1-1,1 0,1 0,0-1,-1 0,2 0,-1-1,1 0,0 0,0-1,0-1,0 0,1 0,0-1,-1 0,1-1,5 0,25 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6.80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25,'21'-5,"24"-1,28 1,27 0,20 2,16 3,-16 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7.30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1 269,'55'-19,"-1"-2,-1-2,0-3,16-12,-64 35,0 1,0-1,0 0,0 0,-1 0,0-1,0 0,0 0,0 0,0 0,-1 0,0-1,0 0,0 1,0-1,-1 0,0-1,0 1,0 0,-1 0,1-3,-5 5,1-1,-1 0,-1 1,1-1,0 1,-1 0,1 0,-1 1,0-1,0 1,0 0,-1 0,1 0,0 0,-1 1,1-1,-1 1,1 1,-1-1,0 0,1 1,-1 0,0 0,-4 1,-3-1,0 0,-1 0,1 1,0 1,0 0,0 1,0 0,1 1,-1 0,1 0,-10 7,15-8,1 0,0 0,-1 1,1 0,1 0,-1 0,1 1,-1-1,1 1,1 0,-1 0,1 1,0-1,0 1,0 0,1-1,0 1,0 0,0 0,1 1,0-1,0 0,1 0,-1 1,2 1,0 0,0 0,0-1,1 1,1 0,-1-1,1 1,0-1,1 0,0 0,0 0,0 0,1-1,0 0,0 0,1 0,-1-1,6 5,5 2,1 1,-1-2,2 0,0-1,0-1,16 5,5-1,1-1,0-3,1-1,0-2,18 0,18-1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7.6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96,'-65'-96,"65"97,0 0,0 0,0 0,-1-1,1 1,0 0,0 0,0-1,-1 1,1 0,0-1,-1 1,1 0,-1 0,1-1,-1 1,1-1,-1 1,1-1,-1 1,1-1,-1 1,0-1,1 1,-1-1,0 0,0 1,1-1,-1 0,0 1,0-1,1 0,-1 0,0 0,0 0,0 0,1 0,-1 0,0 0,0 0,1 0,-1-1,0 1,0 0,1 0,-1-1,0 1,0 0,1-1,-1 1,0-1,1 1,-1-1,1 1,-1-1,1 0,-1 1,1-1,-1 1,1-1,-1 0,1 0,0 1,0-1,-1 0,1 0,0 1,0-1,-9 152,9-121,0 32,2 0,2 0,4-1,2 0,3 0,2-1,3-1,2 0,11 17,-28-71,0 2,0 0,1 0,0 0,1-1,-1 1,1-1,0 0,1-1,-1 1,1-1,5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7.8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1,'27'2,"30"1,28 2,24 2,21 5,15 3,9 0,-22-1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8.8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434 200,'-201'-26,"188"26,1 1,0 1,0 0,0 1,0 0,0 1,1 0,0 1,-1 0,2 1,-1 0,1 1,0 0,0 0,1 1,0 0,0 1,-2 4,9-12,0 1,0-1,0 1,0 0,1 0,-1 0,1 0,0 0,-1 0,1 0,0 0,0 0,0 0,0 1,1-1,-1 0,1 1,-1-1,1 1,0-1,0 0,0 1,0-1,0 1,1-1,-1 0,1 1,-1-1,1 0,0 1,0-1,0 0,0 0,1 0,-1 0,0 0,1 0,-1 0,1 0,0-1,2 2,6 3,1-1,0 0,0-1,0 0,0-1,1-1,-1 1,1-2,0 0,11 0,-15 0,18 2,0-2,0 0,1-2,-1-1,0-1,0-1,0-1,-1-2,0 0,23-11,-43 16,0 0,0-1,0 1,0-1,0-1,-1 1,0-1,1 1,-1-1,-1 0,1-1,-1 1,1-1,-1 1,-1-1,1 0,-1 0,1 0,-1-1,0-1,-2 7,-1 1,1 0,0 0,-1 0,1 0,-1 0,1-1,-1 1,0 0,1 0,-1-1,0 1,1 0,-1-1,0 1,0-1,1 1,-1-1,0 1,0-1,0 0,0 1,0-1,0 0,0 0,1 0,-1 0,0 0,0 0,0 0,0 0,0 0,0 0,0 0,0 0,0-1,0 1,0 0,0-1,1 1,-1-1,0 1,0-1,0 1,1-1,-1 0,0 1,1-1,-1 0,0 1,1-1,-1 0,1 0,0 0,-1 1,1-1,-1 0,1 0,0 0,0 0,-1 0,1 0,0 0,0 0,0 0,0 0,0 0,0 0,-2 5,0 1,0-1,1 0,-1 1,1-1,0 1,0-1,1 1,-1 0,1-1,0 1,0 0,1-1,-1 1,1-1,0 1,0-1,0 1,1-1,0 1,0-1,0 0,0 0,1 0,1 1,2 4,1 0,1-1,-1 0,2-1,-1 1,1-2,0 1,0-1,0-1,5 2,15 6,0-2,1-2,0 0,0-2,1-1,0-2,0-1,0-1,1-2,-1-1,0-1,0-2,25-6,-40 7,-1-1,0-1,0 0,-1-1,1-1,-1 0,-1-1,1 0,-1-1,-1 0,0-1,0-1,-1 0,0 0,-1-1,0-1,-1 1,0-2,-1 1,2-8,0-1,-1 0,-1 0,-2-1,0 0,-1 0,-1 0,-2-1,0 1,-1-1,-2-17,-6 15,7 26,0 0,0-1,0 1,0-1,0 1,0 0,0-1,0 1,0 0,0-1,0 1,-1-1,1 1,0 0,0-1,0 1,-1 0,1 0,0-1,0 1,-1 0,1-1,0 1,0 0,-1 0,1 0,0-1,-1 1,1 0,0 0,-1 0,1 0,0-1,-1 1,1 0,-1 0,1 0,0 0,-1 0,1 0,0 0,-1 0,1 0,-1 0,1 1,0-1,-1 0,1 0,0 0,-1 0,1 0,0 1,-1-1,1 0,0 0,-1 1,1-1,0 0,0 0,-1 1,-2 6,-1 0,1 0,0 1,1-1,0 1,0 0,1 0,0 0,0 0,0 4,0 5,-10 148,8 0,12 97,-6-194,13 187,-30-311,-30-144,14 75,6-2,5-1,4-28,14 151,0-1,1 1,-1-1,1 1,0-1,1 1,-1-1,1 1,0-1,0 1,1-1,0 1,0 0,0 0,0 0,1 0,0 0,0 0,0 1,1-1,-1 1,1 0,0 0,4-2,4 1,1 1,-1 1,1 0,0 1,0 0,0 1,1 0,-1 1,0 1,0 0,10 3,-3-2,0 2,-1 0,0 1,0 1,0 1,-1 0,0 2,4 2,-15-8,0 2,0-1,-1 1,1 0,-1 0,0 1,0-1,-1 1,0 1,0-1,0 1,-1 0,0 0,0 0,-1 1,0-1,0 1,-1 0,0-1,0 1,0 2,-2-7,0 0,0 0,0 0,0 1,0-1,-1 0,1 0,-1 0,0 0,0 0,0 0,0 0,-1-1,1 1,-1 0,1-1,-1 1,0-1,0 1,0-1,-1 0,1 0,0 0,-1 0,0 0,1-1,-1 1,0-1,0 1,1-1,-1 0,0 0,0-1,0 1,-1-1,1 1,-10 1,0-1,-1 0,1 0,0-1,0-1,-1-1,-11-2,4 0,0-1,0-1,1-1,0 0,0-2,-1-1,21 10,1 0,-1 0,1 0,-1 0,1 0,-1 0,1 0,-1 0,1 0,-1-1,1 1,-1 0,1 0,-1 0,1-1,-1 1,1 0,-1 0,1-1,-1 1,0 0,1-1,-1 1,0-1,1 1,-1 0,0-1,1 1,-1-1,0 1,0-1,0 1,1-1,-1 1,0-1,0 1,0-1,0 1,0-1,0 1,0-1,0 1,0-1,0 1,0-1,0 1,0-1,-1 0,1 1,0 0,0-1,-1 1,1-1,0 1,0-1,-1 1,1-1,0 1,-1 0,0-1,25-2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19.2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1 308,'27'-12,"0"1,1 2,1 0,-1 2,1 1,0 2,0 0,13 2,-6-2,5 0,-13 2,0-1,-1-2,1 0,19-8,-44 13,0-1,0 0,0 0,-1 0,1 0,0 0,-1-1,1 1,-1-1,1 1,-1-1,0 0,1 0,-1 0,0-1,0 1,-1 0,1-1,0 1,-1-1,0 0,1 1,-1-1,0 0,0 0,-1 1,1-1,-1 0,1 0,-1 0,0 0,0 0,0 0,0 0,-1 0,0-2,-3-3,-1-1,-1 1,0 1,0-1,0 1,-1 0,0 1,0 0,-1 0,1 0,-1 1,-1 0,1 0,-1 1,1 0,-1 1,0 0,-1 0,1 1,-9-1,2 0,0 0,0 1,0 1,0 0,-1 2,1-1,0 2,0 0,-5 2,16-3,-1 1,1-1,0 1,0 0,0 0,0 0,1 0,-1 1,1 0,-1 0,1 0,0 1,0 0,1-1,-1 1,1 0,-1 1,1-1,1 1,-1-1,1 1,-1 0,1 0,1 0,-1 0,1 0,0 0,0 1,0 4,1-2,0 0,1 0,0 0,1 0,0 0,0 0,0-1,1 1,0-1,1 1,0-1,0 0,0 0,1-1,0 0,0 1,1-2,0 1,0-1,1 1,10 8,1 0,1-1,1-1,-1-1,2-1,13 5,7-1,0-1,1-2,0-1,1-3,0-2,0-1,1-2,-1-2,36-3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2.4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0,'0'18,"4"18,5 16,4 15,3 12,1 6,-3 5,-3 1,-4-2,-5-5,-4-7,-3-10,0-16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3.07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1 534,'33'-10,"0"2,0 2,1 0,0 3,-1 1,2 1,-1 2,0 1,-1 2,18 4,-7-1,0 1,-1 2,0 2,12 7,-51-18,0 0,0 0,0 1,0-1,0 1,0 0,0 0,0 0,-1 1,1-1,-1 1,0 0,1 0,-1 0,-1 0,1 1,0-1,-3-1,0 0,-1-1,1 1,0 0,-1-1,1 1,-1-1,0 1,1-1,-1 1,0-1,0 1,0-1,0 0,0 0,0 1,0-1,-1 0,1 0,0 0,-1 0,1 0,-1-1,1 1,-1 0,1-1,-1 1,1-1,-1 1,0-1,1 0,-1 1,0-1,-39 10,1-2,-1-1,-1-2,1-2,-15-1,52-2,-15 1,1 0,0 0,-1-1,1-1,0-1,0 0,-3-2,21 4,-1 0,1 0,-1 0,1 0,-1 0,1 0,-1 0,0 0,1 0,-1 0,1 0,-1 0,1 0,-1-1,1 1,-1 0,1 0,-1-1,1 1,-1 0,1 0,0-1,-1 1,1-1,-1 1,1 0,0-1,-1 1,1-1,0 1,0-1,-1 1,1-1,0 1,0-1,0 1,-1-1,1 1,0-1,0 1,0-1,0 1,0-1,0 1,0-1,0 1,1-1,-1 0,0 1,0-1,26-15,329-85,-337 97,-1-1,1-1,-1-1,0 0,-1-1,1-1,-2-1,1 0,-2-1,1-1,-1 0,-1 0,0-2,-1 0,-1 0,0-1,0 0,-2-1,4-8,-8 9,0 0,-2 0,0 0,0 0,-2-1,1 1,-2 0,0-1,-1 1,-1-1,0 1,-1 0,-1 0,0 0,-1 0,-1 1,-1-2,-27-27,33 43,0 0,-1 0,1-1,-1 1,1 0,0 1,-1-1,1 0,0 0,0 1,-1-1,1 0,0 1,-1 0,1-1,0 1,0 0,0-1,0 1,0 0,0 0,0 0,0 0,0 0,0 0,0 0,1 0,-1 0,0 1,1-1,-1 0,1 0,-1 1,1-1,0 0,0 1,-1-1,1 0,0 1,0-1,0 0,0 1,0-1,1 1,-3 26,1 0,1 0,1 1,2-1,1 0,1-1,6 18,-8-35,11 59,4-2,3 0,3-1,22 43,-41-98,0 0,1 0,0-1,1 0,0 0,1 0,0-1,0 0,1-1,0 0,0 0,1-1,0 0,0-1,1 0,0 0,0-1,0-1,0 0,1 0,0-1,0-1,0 0,8 0,-13-2,1 0,-1 0,0-1,1 0,-1 0,1 0,-1-1,0-1,0 1,0-1,0 0,-1-1,1 1,-1-1,6-5,10-13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3.3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1,'13'0,"19"2,22 4,24 2,27 2,24 0,18-2,9 0,0 1,-25-1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3.8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417 12,'-27'-5,"1"2,-1 1,0 1,0 1,0 1,0 2,0 0,1 2,-1 1,1 1,-1 2,19-6,1 1,-1 0,1 0,0 1,1 0,-1 0,1 1,0 0,0 0,1 0,-3 4,6-7,0-1,1 0,-1 1,1-1,0 1,0 0,0 0,0-1,0 1,1 0,-1 0,1 0,0-1,0 1,0 0,0 0,0 0,1 0,-1 0,1-1,0 1,0 0,0 0,0-1,0 1,1-1,-1 1,1-1,-1 1,1-1,0 0,0 0,0 0,2 1,8 6,1-2,0 1,1-2,0 0,0 0,0-1,0-1,1-1,0 0,0 0,0-2,0 0,0 0,13-3,-13 2,0-1,0 0,0-2,-1 1,1-2,-1 0,1-1,-1 0,10-6,-18 8,-1 0,0 0,0-1,0 1,0-1,0 0,-1 0,1-1,-1 0,-1 1,1-1,-1-1,1 1,-1 0,-1-1,1 1,-1-1,0 0,0 0,-1 0,0 0,0 0,0 0,-1-6,1 9,-1-1,0 0,-1 0,1 0,-1 1,0-1,0 0,0 1,0-1,-1 1,1-1,-1 1,0 0,0-1,0 1,0 0,-1 0,0 0,4 4,-1-1,1 1,-1-1,0 1,1-1,-1 1,0-1,0 1,0-1,1 1,-1-1,0 1,0 0,0-1,0 1,0-1,0 1,0-1,0 1,0 0,0-1,0 1,0-1,-1 1,1-1,0 1,0 0,-1-1,1 1,0-1,-1 0,1 1,0-1,-1 1,1-1,-1 1,1-1,-1 0,1 1,0-1,-1 0,0 1,1-1,-1 0,1 0,-1 0,1 1,-1-1,1 0,-1 0,0 0,1 0,-1 0,1 0,-1 0,0 0,1 0,-1-1,1 1,-1 0,1 0,-1 0,1-1,-1 1,1 0,-1 0,1-1,-1 1,1-1,-1 1,6 9,0-1,1 1,0-1,0 0,1-1,0 1,0-1,1-1,-1 1,2-1,-1-1,1 1,-1-1,5 1,33 17,0-2,2-2,0-2,2-2,9 0,48 12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5.5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4,'-9'35,"6"-15,1-1,1 1,0 0,2 0,0-1,1 1,1-1,1 1,1-1,0 0,2 0,0-1,1 0,1 0,0-1,10 12,-17-25,1-1,0 0,0 1,0-1,1-1,-1 1,1 0,0-1,-1 0,1 0,0 0,0 0,0 0,1-1,-1 0,0 0,1 0,-1 0,0-1,1 0,-1 0,1 0,-1 0,0-1,1 1,-1-1,0 0,1-1,2 0,12-8,-1-1,-1-1,0 0,-1-1,0-1,-1 0,0-1,-1-1,-1 0,-1-1,0 0,-1-1,2-6,-8 14,0 1,0 0,-1-1,0 0,-1 0,0 0,-1 0,0-1,0 1,-1-1,0 1,-1-1,-1 1,1-1,-2 1,1-1,-3-6,4 18,-1-1,1 0,0 1,-1-1,1 0,0 0,0 0,-1 1,1-1,0 0,-1 0,1 0,0 0,-1 0,1 0,-1 1,1-1,0 0,-1 0,1 0,0 0,-1 0,1 0,0-1,-1 1,1 0,-1 0,1 0,0 0,-1 0,1 0,0-1,0 1,-1 0,1 0,0 0,-1-1,1 1,0 0,0-1,-1 1,1 0,0 0,0-1,0 1,-1 0,1-1,0 1,0 0,0-1,0 1,0-1,0 1,0 0,0-1,0 1,0 0,0-1,0 1,0 0,0-1,0 1,0-1,0 1,1 0,-7 31,6-1,2 0,1-1,1 0,1 0,2 0,1 0,10 22,-14-40,0-1,1 0,0-1,0 1,1-1,1 0,-1 0,1-1,1 0,0 0,0-1,6 5,20 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7.2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0 398,'81'119,"-68"-95,-10-17,1 0,0 0,0 0,0 0,1 0,0-1,0 0,1 0,0 0,0-1,0 0,5 3,-9-7,1-1,-1 1,0 0,0-1,1 0,-1 0,0 0,1 0,-1 0,0 0,1 0,-1-1,0 1,1-1,-1 0,0 0,0 0,0 0,0 0,0 0,0 0,0-1,0 1,0-1,-1 1,1-1,0 0,-1 1,1-1,37-59,-30 40,-1 0,-1-1,-1 1,-1-1,-1-1,-1 1,0-18,-4 48,-1 11,1-1,0 1,2 0,0 0,1-1,0 1,2-1,0 0,1 1,-3-16,-1 1,1-1,-1 0,1-1,0 1,0 0,0 0,0-1,1 1,-1-1,1 0,0 1,-1-1,1-1,0 1,0 0,0-1,0 1,0-1,1 0,-1 0,0 0,1-1,-1 1,0-1,1 1,-1-1,1-1,-1 1,1 0,-1-1,0 1,1-1,-1 0,10-3,-1 0,0-1,0 0,-1-1,1 0,-1-1,0 0,4-4,65-79,-80 90,-1 0,1 0,0 1,0-1,0 0,0 0,0 1,0-1,0 0,0 0,0 1,0-1,0 0,1 0,-1 0,0 1,0-1,0 0,0 0,0 1,0-1,0 0,1 0,-1 0,0 0,0 1,0-1,0 0,1 0,-1 0,0 0,0 0,0 0,1 1,-1-1,0 0,0 0,1 0,-1 0,0 0,0 0,0 0,1 0,-1 0,0 0,0 0,1 0,-1 0,0 0,0 0,1 0,-1 0,0-1,0 1,0 0,1 0,-1 0,0 0,0 0,0 0,0-1,1 1,-1 0,0 0,0 0,0-1,1 29,-1-20,2 0,-1-1,1 0,0 0,0 0,1 0,0-1,0 1,1 0,0-1,0 0,0 0,1 0,0-1,0 0,0 0,1 0,-1 0,1-1,0 0,1 0,-1 0,1-1,0 0,0-1,0 1,0-1,0 0,0-1,0 0,1 0,-1-1,0 0,1 0,-1 0,3-1,5 0,0-1,0 0,0-1,0 0,-1-1,1-1,-1 0,0-1,0-1,-1 0,0-1,0 0,-1-1,0 0,-1-1,1-1,-2 0,0 0,0-1,-1 0,-1 0,0-1,0 0,-1-1,-1 0,0 0,-1 0,1-8,0-73,3 106,32 141,10 97,-47-229,80 438,-84-458,-1 0,1 0,0 0,0 0,0 0,-1 0,1 0,0 0,0 0,0 0,0 0,-1 0,1 0,0 0,0 0,0 0,0 0,-1 0,1 0,0 0,0 1,0-1,0 0,0 0,-1 0,1 0,0 0,0 0,0 1,0-1,-11-22,-16-37,3 0,3-2,2 0,3-1,3-1,1-4,10 58,1 0,0 0,0 0,0 0,1 0,1 0,-1-1,2 1,-1 0,1 1,0-1,1 0,0 0,1 1,0 0,0 0,0 0,1 0,0 1,1-1,5-4,0 6,0 0,1 0,0 2,0-1,0 2,0-1,1 2,-1-1,1 2,0 0,0 0,-1 1,1 1,0 0,0 1,-1 0,1 1,-1 1,11 3,-19-6,-1 0,1 0,-1 0,0 0,1 0,-1 1,0-1,0 1,1 0,-2 0,1 0,0 1,0-1,-1 1,1-1,-1 1,0 0,1 0,-1 0,-1 0,1 0,0 0,-1 1,0-1,0 0,0 1,0-1,0 1,-1 0,1-1,-1 1,0-1,0 1,0 0,-1-1,1 1,-1-1,0 1,0-1,0 1,-1-1,1 0,-2 3,-5 2,1-1,-1 1,-1-1,0-1,0 0,0 0,0 0,-1-1,0-1,0 0,-1 0,1-1,-1 0,1-1,-1 0,0-1,0 0,0-1,0 0,0 0,-1-2,11 3,-1-1,1 0,-1 0,0 0,1 0,-1 0,1 0,-1 0,1 0,-1-1,1 1,-1-1,1 1,-1-1,1 1,-1-1,1 0,0 0,-1 0,1 0,0 0,0 0,0 0,-1 0,1 0,0 0,1-1,-1 1,0 0,0-1,1 1,-1-1,0 1,1-1,0 1,-1-1,1 1,0-1,0 1,0-1,0 0,0 1,0-1,0 1,0-1,1 1,-1-1,0 1,1-1,0 1,-1-1,1 1,0-1,0 1,0 0,0 0,0-1,0 1,0 0,10-7,0 1,1 0,0 1,0 1,1-1,-1 2,1 0,0 0,7 0,2-2,33-7,-1-3,0-2,-1-3,-2-2,0-2,-2-2,2-4,-43 26,-1 0,0 0,0 0,0-1,0 0,-1 0,0 0,0-1,-1 0,0 0,0-1,-1 1,0-1,0 0,-1 0,0 0,0-1,-1 1,0-1,0 0,-1 1,0-1,-1 0,0 0,0 0,-1 1,0-1,-1 0,0 0,-3-4,-1 1,0 0,-1 0,-1 1,0-1,0 2,-1-1,-1 1,0 1,0-1,0 2,-1 0,-1 0,1 1,-1 0,-1 1,-9-4,19 9,0-1,-1 1,1 0,0 1,-1-1,1 1,0-1,-1 1,1 0,0 0,-1 0,1 1,-1-1,1 1,0 0,0 0,-1 0,1 0,0 1,0-1,0 1,0 0,1 0,-1 0,0 0,1 0,-1 0,1 1,0-1,0 1,0 0,0 0,0 0,0 0,1 0,-1 1,-5 16,1 0,1 0,0 1,1-1,2 1,0 0,1 0,1 0,1 0,2 8,0-4,1 0,0-1,2 0,1 0,1 0,1-1,1 0,1-1,1 0,1-1,14 18,-17-26,1 0,0 0,1-2,0 1,1-1,0-1,1 0,0-1,1-1,0 0,0-1,1 0,-1-2,2 1,-1-2,0 0,1-1,0-1,-8-1,-1-1,1 0,0-1,0 1,0-2,-1 1,1-1,0 0,-1-1,0 0,1-1,-1 0,-1 0,1 0,0-1,-1 0,0-1,0 1,-1-1,0-1,0 1,0-1,-1 0,0 0,0-1,-1 0,0 0,0 0,0 0,-2 0,2-2,-1 2,-1 0,1 0,-1 0,-1 0,0-1,0 1,0 0,-1-1,0 1,-1 0,0-1,0 1,-1 0,0 0,0 0,-1 0,0 0,0 1,-2-3,5 9,-1 0,1 1,-1-1,1 0,-1 0,0 0,0 0,1 0,-1 1,0-1,0 0,0 1,0-1,0 0,0 1,0-1,0 1,0 0,0-1,0 1,0 0,0 0,0-1,0 1,0 0,-1 0,1 0,0 0,0 1,0-1,0 0,0 0,0 1,0-1,0 0,0 1,0-1,0 1,0 0,0-1,0 1,0 0,0-1,0 1,-25 44,23-38,1-1,0 0,0 1,1-1,0 1,0-1,0 1,1 0,0-1,0 1,0 0,1-1,0 1,1-1,-1 1,1-1,0 1,1-1,0 0,0 0,0 0,1-1,-1 1,1-1,1 0,-1 0,1 0,0 0,0-1,0 0,0 0,1 0,0-1,0 0,2 1,20 4,0-2,0-1,1-1,-1-1,1-2,0-1,0-1,-1-1,27-6,33-4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7.8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5 130,'-1'7,"0"0,0 0,0-1,1 1,0 0,0 0,1 0,-1-1,2 1,-1 0,1-1,0 1,0-1,1 0,-1 1,2-1,-1 0,1-1,-1 1,2-1,-1 1,2 0,6 2,0-1,0 0,1-1,0-1,0 0,0-1,1 0,-1-1,1 0,0-1,0-1,0 0,0-1,0-1,0 0,0 0,0-2,-1 0,1 0,-1-1,1-1,3-2,-5 2,-1 0,0-1,0 0,0-1,-1 0,1 0,-2-1,1-1,-1 0,-1 0,4-5,-9 11,-1-1,1 0,-1 0,1 0,-1 0,0 0,-1 0,1 0,-1-1,0 1,0 0,0-1,0 1,-1-1,0 0,0 1,0-1,-1 1,1-1,-1 1,0-1,0 1,-1 0,1 0,-1-1,0 1,0 0,-1 0,1 1,-1-1,1 0,-4-2,-3-2,-2 0,1 1,-1 0,0 1,0 0,0 0,-1 1,0 1,0 0,0 1,-1 0,1 1,-1 0,1 1,-1 0,0 1,1 1,-1 0,0 0,1 1,-1 1,1 0,0 1,0 0,0 1,-2 2,2-2,1 1,-1 1,1 0,0 0,1 1,0 0,0 1,-6 8,12-13,1 0,-1 0,1 0,0 1,0-1,1 1,-1 0,1 0,0 0,1 0,-1 0,1 1,0-1,0 0,1 1,-1-1,1 1,0-1,1 0,-1 1,2 4,11 24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8.9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262 468,'-9'-3,"-1"2,1-1,0 1,-1 1,1 0,-1 0,1 1,-1 0,1 1,0 0,0 0,0 1,0 0,0 0,1 1,-1 0,1 1,0 0,0 0,1 1,-1 0,1 0,1 1,-5 5,6-7,1 1,0-1,0 1,0 0,1 0,0 1,0-1,0 1,1-1,0 1,1 0,-1 0,1 0,0 0,1 0,0 0,0 0,0 0,1 0,0-1,1 1,-1 0,1 0,1-1,-1 1,1-1,0 1,1-1,-1 0,1 0,3 3,5-2,0 1,1-2,0 1,0-2,0 0,1 0,0-1,-1-1,1 0,1-1,-1-1,0 0,0-1,1 0,-1-1,12-3,12 0,1-3,-1-1,-1-2,1-1,-2-2,0-1,0-3,-2 0,0-2,29-22,-53 34,0 0,-1-1,0 0,0 0,-1-1,0 0,-1 0,4-7,-24 56,10-33,1 0,-1 0,1 0,1 1,-1-1,1 1,1-1,-1 1,1 0,0-1,1 1,0 0,0-1,1 1,0-1,0 0,1 0,0 0,0 0,0 0,1 0,0-1,0 1,1-1,0-1,0 1,0 0,1-1,0 0,0-1,0 1,1-1,-1 0,5 1,2-3,0 0,1-1,-1 0,1-1,-1 0,1-1,-1-1,0 0,0-1,0-1,0 0,0 0,0-1,-1-1,0 0,-1-1,1 0,-1-1,0 0,-1-1,0 0,0 0,-1-1,0 0,-1-1,0 0,26-58,-16 99,-15-17,1 0,0 0,1 0,1-1,0 0,0 0,1-1,1 0,0 0,0 0,1-1,0 0,1-1,0 0,1-1,-1 0,2 0,-1-1,1-1,0 0,0 0,1-1,0-1,0 0,0-1,9 1,-13-4,0 0,0-1,0 0,0 0,0-1,0 0,0 0,-1-1,1-1,-1 1,0-1,0-1,0 1,0-1,-1-1,0 1,0-1,0-1,-1 1,0-1,-1 0,1 0,-1-1,0 0,0-2,8-14,-1-1,-1 0,-2-1,0 0,-2 0,-1-1,3-25,1-48,-4-1,-5 0,-5-25,-6 20,4 89,0 21,-4 28,0 33,3 1,3 0,3 0,3-1,3 4,-3-35,2 0,2 0,1-1,1 0,2 0,1-1,9 15,-15-36,0 0,2 0,-1 0,1-1,0 0,1 0,1-1,-1 0,1 0,1-1,0 0,0-1,0 0,1-1,0 0,0 0,0-1,1-1,0 0,0 0,10 0,-13-3,-1 0,0-1,0-1,0 0,0 0,0 0,0-1,-1 0,1 0,0-1,-1 0,1-1,-1 1,0-1,0-1,-1 1,1-1,-1 0,0-1,-1 0,1 0,-1 0,0 0,0-1,-1 0,0 0,0 0,-1 0,0-1,0 0,27-55,-21 94,-8-11,1 1,1-1,1 0,1 0,0 0,9 19,-12-34,0 0,1 1,0-1,0 0,0 0,1 0,-1-1,1 1,0-1,0 0,1 0,-1-1,1 1,0-1,0 0,0 0,0 0,1-1,-1 0,1 0,-1 0,1-1,0 0,-1 0,1 0,4-1,27-3,-3-5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9.2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68 59,'-16'-13,"-9"-10,-1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9.3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36,'20'-2,"23"-1,25 0,23-1,21-3,14 0,9 1,-19 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29.8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71 266,'17'-3,"0"0,-1-1,0-1,0 0,0-1,0-1,-1-1,0 0,-1-1,1 0,-2-1,0-1,0 0,-1-1,0 0,-1-1,6-8,-15 19,-1 0,1 0,-1-1,1 1,-1 0,0-1,0 1,0-1,0 0,-1 1,1-1,-1 0,1 0,-1 1,0-1,0 0,0 0,0 1,-1-1,1 0,-1 1,0-1,0 0,1 1,-2-1,1 1,0-1,0 1,-1 0,0-1,1 1,-1 0,0 0,0 0,0 0,0 1,0-1,-1 0,0 0,-7-1,0 0,-1 1,1 0,-1 1,1 0,-1 0,0 1,1 1,-1-1,1 2,-1 0,1 0,-1 1,1 0,0 0,0 1,1 1,-1 0,1 0,-3 3,5-5,0 1,1 0,0 0,0 0,0 1,0 0,0 1,1-1,0 1,0 0,1 0,0 0,0 1,0-1,1 1,0 0,0 0,1 0,0 1,0-1,0 1,1-1,0 1,1-1,0 1,0-1,0 1,1 0,0-1,1 1,0-1,0 0,0 0,1 1,0-2,1 1,-1 0,2 0,9 6,1 0,1-2,0 0,1-1,-1 0,2-2,-1 0,1 0,1-2,-1-1,1 0,0-1,0-1,0 0,11-2,32 6,1-3,0-3,0-3,0-3,-1-2,2-3,30-8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31.5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277 9,'0'-6,"-3"3,-2 10,-6 15,-5 15,-4 15,-4 15,-4 11,-4 5,-2-2,3-7,5-11,4-13,6-11,8-14,8-12,3-9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31.9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49 158,'0'1,"0"0,0 1,0-1,0 1,0-1,0 0,0 1,0-1,1 1,-1-1,0 0,1 1,-1-1,1 0,0 0,-1 1,1-1,0 0,0 0,0 0,0 0,0 0,0 0,0 0,0 0,0-1,0 1,0 0,1 0,-1-1,0 1,0-1,1 1,-1-1,0 0,1 0,-1 1,1-1,-1 0,0 0,1 0,-1 0,1-1,-1 1,0 0,1-1,-1 1,0 0,1-1,-1 0,0 1,0-1,1 0,-1 0,0 1,0-1,0 0,0 0,0 0,0-1,5-2,-1 0,0-1,0 0,0 0,0 0,-1 0,0-1,0 0,0 1,-1-2,1 1,-2 0,1-1,-1 1,0-1,0 0,-1 1,0-1,0 0,0 0,-1 0,0 0,-1-5,0 10,-1-1,0 1,1 0,-1 0,0 0,0 0,0 0,0 0,0 0,-1 1,1-1,0 1,-1-1,1 1,-1 0,0 0,1 0,-1 1,0-1,0 1,1-1,-1 1,0 0,0 0,0 0,1 0,-1 0,0 1,0 0,1-1,-1 1,0 0,1 0,-1 0,1 1,-1-1,1 1,0-1,-1 1,1 0,0 0,0-1,-1 3,-46 58,31-27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37.95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0,'19'0,"14"3,11 0,12-1,10 1,7-2,5 3,3-1,-1 0,-7 2,-10 2,-12-1,-14 2,-12 2,-11-2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38.2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28,'18'-2,"15"-1,11-2,10-1,7 2,4 1,4 0,3 2,-4 1,-8 2,-6 1,-11 2,-10 1,-10-4,-10-4,-6-1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38.7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7,'-5'-5,"5"5,1 0,-1 0,0 0,0 0,0 0,0 0,0-1,0 1,0 0,0 0,1 0,-1 0,0 0,0 0,0-1,10 7,217 85,-90-41,-123-45,28 10,-1 2,-1 1,-1 3,-1 1,0 1,-2 2,5 7,-37-29,0 0,0 0,0 1,-1-1,1 1,-1 0,0 0,0 0,0 0,-1 1,0-1,0 1,0 0,0-1,0 1,-1 0,0 0,0 0,-1 0,1 0,-1 0,0 0,0 0,-1 0,0 0,1 0,-3 4,-5 3,-1 0,0-1,-1 0,0 0,-1-1,0-1,-1 1,0-2,0 0,-1 0,0-1,-4 0,-1 4,-262 142,246-132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39.8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309 1,'-12'0,"0"0,0 0,0 2,0-1,1 1,-1 1,1 0,-1 1,1 0,0 1,1 0,-1 1,0 1,1-2,0 1,0 1,1 0,0 0,1 0,0 1,0 1,0-1,1 1,0 1,1-1,0 1,1 0,0 1,0-1,1 1,1 0,-3 9,6-17,0 1,0 0,1-1,-1 1,1-1,0 1,0-1,0 1,0-1,0 1,1-1,0 0,-1 0,1 0,0 0,1 0,-1 0,0 0,1-1,0 1,-1-1,1 0,0 0,0 0,0 0,1-1,-1 1,4 1,103 27,-102-28,57 8,-38-7,-1 1,0 1,0 1,0 2,-1 0,0 2,21 11,-40-18,-1 0,1 1,-1-1,0 1,0 0,0 1,-1-1,0 1,1 0,-1 0,-1 0,1 1,-1-1,0 1,0 0,-1 0,0 0,0 0,0 0,-1 0,0 1,0-1,0 1,-1-1,0 0,0 1,-1-1,0 1,0-1,0 0,-1 0,0 0,0 1,0-2,-1 1,0 0,0 0,-1-1,0 0,1 0,-3 2,-3 1,-1-1,0 0,0 0,0-1,-1 0,1-1,-1 0,-1-1,1 0,-1-1,1 0,-1-1,0 0,0-1,0 0,-23 0,0-2,0 0,0-3,-18-4,-82-20,113 21,36 0,10 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0.2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168 263,'132'-160,"-130"158,0 1,0-1,-1 0,1 0,0 1,0-1,-1-1,0 1,1 0,-1 0,0 0,0-1,0 1,0-1,0 1,-1-1,1 1,-1-1,0 1,1-1,-1 1,-1-1,1 1,0-1,0 0,-1 1,1-1,-1 1,0 0,0-1,0 1,0 0,0-1,-1 1,1 0,-1 0,1 0,-1 0,0 0,0 0,0 1,0-1,0 0,-8 0,0 1,0-1,0 2,-1-1,1 1,0 1,0 0,0 1,0 0,0 0,1 1,-1 0,0 0,1 1,0 1,0 0,0 0,1 0,0 1,-6 6,4-5,0 1,0 1,1 0,0 0,1 1,0 0,-4 7,10-15,0 1,0-1,1 1,-1-1,1 1,0 0,0 0,0 0,0 0,0 0,1 0,-1 0,1 0,0 0,0 0,0 0,0 0,0 0,1 0,0 0,-1 0,1 0,0 0,0 0,1 0,-1 0,1-1,-1 1,1-1,0 1,0-1,0 0,2 2,6 3,0-1,0 0,1-1,0 0,0 0,1-2,-1 1,1-1,0-1,-1 0,1-1,0 0,2-1,45 4,0-4,0-2,42-7,-12-3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0.8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1,'0'16,"-2"18,-1 16,0 12,1 10,0 6,1 1,1-2,-1-4,1-8,0-9,1-13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1.19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10 172,'-2'-14,"0"9,1 0,0-1,-1 1,2-1,-1 1,0-1,1 1,0-1,1 1,-1-1,1 1,0-1,0 1,1 0,0 0,0-1,0 1,0 0,1 0,0 1,0-1,0 1,0-1,3-1,5 1,-1 1,1 0,0 1,0 0,1 0,-1 1,0 1,1 0,-1 1,1 0,-1 1,1 0,-1 1,1 0,-1 0,0 2,0-1,-1 1,1 1,-1 0,1 0,7 7,-11-8,0 1,0-1,-1 2,1-1,-1 1,0-1,-1 2,0-1,0 1,1 2,-4-7,-1 1,1 0,-1-1,0 1,0 0,0 0,0 0,0 0,-1 0,0 0,1 0,-1 0,0 0,-1 0,1 0,0 0,-1 0,0 0,1 0,-1 0,0 0,-1 0,1-1,0 1,-1 0,0-1,1 1,-3 1,-7 5,0-1,0 0,-1 0,0-2,-1 0,1 0,-1-1,0 0,0-1,-1-1,1 0,-1-1,0 0,1-1,-1-1,0 0,0-1,-10-2,-35-11,59 14,-1 0,1-1,-1 1,0 0,1-1,-1 1,1 0,-1-1,1 1,-1-1,1 1,-1-1,1 1,-1-1,1 1,0-1,-1 0,1 1,0-1,0 0,-1 1,1-1,0 1,0-1,0 0,0 1,0-1,0 0,0 0,0 1,0-1,0 0,0 1,0-1,0 0,1 1,-1-1,0 1,0-1,1 0,-1 1,0-1,1 1,9-13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1.52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0 134,'5'7,"1"0,-1 0,1 0,0-1,1 0,-1-1,1 1,0-1,1 0,-1-1,1 0,0 0,0-1,0 0,0 0,1-1,-1 0,1 0,0-1,-1 0,1-1,0 1,0-2,4 0,-8 1,1-1,-1 0,0 0,0-1,0 1,0-1,0 0,0 0,0-1,-1 0,1 0,-1 0,0 0,0 0,0-1,0 0,0 0,-1 0,0 0,0 0,0-1,0 1,-1-1,1 0,-1 0,-1 0,1 0,-1 0,1 0,-2-1,1 1,0 0,-1-1,0 1,0 0,-1-1,0 1,0 0,-1-3,1 3,-1 1,0 0,0 1,0-1,0 0,-1 1,1-1,-1 1,0 0,0 0,0 0,0 0,-1 0,1 1,-1-1,0 1,0 0,0 0,0 1,0-1,0 1,0 0,0 0,-1 0,1 0,0 1,-1 0,1 0,0 0,-1 0,1 1,0-1,0 1,-1 0,1 1,0-1,0 1,0 0,0 0,1 0,-1 0,0 1,-3 2,1 0,-1 1,1 0,0 0,1 0,-1 1,1 0,1 0,-1 0,-1 4,5-8,-1-1,1 1,0 0,0-1,0 1,0 0,0 0,1 0,-1 0,1 0,0 0,0 0,0 0,0-1,0 1,1 0,-1 0,1 0,0 0,0 0,0-1,0 1,0 0,1-1,-1 1,1-1,0 1,0-1,0 0,0 0,1 1,3 1,1 0,0 0,0-1,0 0,0 0,0-1,1 0,-1 0,1 0,1-1,40 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2.3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367 660,'0'-2,"0"0,0-1,0 1,0-1,0 1,-1 0,1-1,-1 1,1 0,-1-1,0 1,0 0,0 0,0 0,-1-1,1 1,0 0,-1 1,1-1,-1 0,0 0,0 1,1-1,-1 1,0-1,-1 1,1 0,-1-1,-67-22,56 21,0 0,0 1,0 0,0 1,0 1,-1 0,1 1,0 0,0 1,0 1,0 0,0 1,1 0,-1 1,-3 3,15-7,-1 0,1 0,0 0,0 0,0 0,0 0,1 1,-1-1,0 1,0-1,1 1,-1 0,1 0,0-1,-1 1,1 0,0 0,0 0,0 1,0-1,1 0,-1 0,0 0,1 1,0-1,-1 0,1 1,0-1,0 0,0 0,1 1,-1-1,1 0,-1 0,1 1,0-1,-1 0,1 0,0 0,1 0,-1 0,0 0,0 0,9 3,-1 0,1 0,0-1,0 0,0-1,1 0,-1-1,1 0,-1 0,1-1,0-1,-1 0,6-1,-1 2,-1-1,1 0,-1-1,0-1,1 0,-1-1,0-1,0 0,-1-1,1 0,-1-1,3-2,13-26,-24 49,-4-9,1 0,0 0,0 1,0-1,1 0,0 0,0-1,0 1,1-1,0 0,0 0,0 0,1 0,-1 0,1-1,0 0,1 0,-1-1,1 1,-1-1,1 0,0-1,0 1,0-1,1 0,-1-1,0 0,1 0,-1 0,6 0,0-1,1-1,-1 0,1 0,-1-1,0-1,0 0,0 0,0-1,0-1,-1 0,0-1,0 0,0-1,-1 0,0 0,0-1,3-4,3-3,-1-1,-1 0,-1-1,0 0,-1-1,-1-1,-1 0,0 0,5-17,-3-5,-2 0,-1 0,-3-1,-1 0,-2 0,-2 0,-1 0,-5-26,-13-16,17 82,1 1,0 0,0 0,-1 0,1 0,-1 0,1 0,-1 0,1 0,-1 0,0 0,1 1,-1-1,0 0,0 0,1 0,-1 1,0-1,0 1,0-1,0 0,0 1,0 0,0-1,0 1,0-1,0 1,0 0,-1 0,1 0,0 0,0 0,0 0,0 0,0 0,0 0,0 0,0 1,-1-1,1 0,0 1,0-1,0 1,0-1,0 1,1-1,-2 2,-34 44,23-16,0 0,2 1,2 0,1 0,1 1,1 1,2-1,2 0,1 1,1 10,1-28,0 0,1 0,0-1,1 1,1-1,0 1,1-1,1 0,0-1,0 1,2-1,0-1,0 1,1-1,1-1,-1 0,2 0,0-1,0 0,1-1,0 0,1-1,-1 0,2-1,10 4,-11-6,0-1,0 0,1-1,-1 0,1-2,0 1,-1-1,1-1,12-2,-20 2,-1-1,1 0,-1 0,1 0,-1-1,0 0,0 0,0 0,0-1,0 0,0 0,-1 0,1 0,-1-1,0 0,0 1,0-2,-1 1,1 0,-1-1,0 1,0-1,-1 0,0 0,2-3,-1-2,0 0,-1 0,0 0,-1 0,0 0,-1 0,1 0,-2 0,0 0,0 0,-1 0,2 10,0 0,0 1,-1-1,1 0,0 0,-1 0,1 0,0 1,-1-1,1 0,0 0,-1 0,1 0,0 0,-1 0,1 0,0 0,-1 0,1 0,0 0,-1 0,1 0,0 0,-1 0,1-1,0 1,-1 0,1 0,0 0,0 0,-1-1,1 1,0 0,-1 0,1 0,0-1,0 1,0 0,-1-1,1 1,0 0,0 0,0-1,0 1,-1 0,1-1,0 1,0 0,0-1,0 1,0 0,0-1,0 1,0 0,0-1,0 1,0-1,0 1,0 0,1-1,-1 1,0 0,0 0,0-1,-9 29,7-19,-1 0,1 0,1 0,0 1,0-1,0 0,1 0,1 0,0 1,0-1,1 0,0 0,0 0,1 0,0-1,1 1,0-1,0 0,1 0,0 0,0 0,1-1,0 0,0 0,0-1,1 0,0 0,6 4,-4-6,-1-1,0 0,1 0,-1-1,1 0,0 0,-1-1,1-1,0 1,0-1,8-1,13-4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2.5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42,'30'-5,"30"-3,27-1,24 2,17 1,5 2,-18 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3.4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1,'50'130,"-41"-101,1 0,2-1,0 0,2 0,2 0,-13-24,0 1,0 0,1 0,-1-1,1 0,0 0,0 0,0 0,1-1,0 1,-1-1,1 0,0-1,0 1,0-1,1 0,-1 0,1-1,-1 0,1 0,-1 0,1 0,0-1,-1 0,1 0,0 0,-1-1,1 0,-1 0,1-1,-1 1,5-3,1-1,-1-1,1 0,-1-1,0-1,-1 1,0-1,0-1,-1 0,0 0,0 0,-1-1,0 0,-1-1,0 0,-1 0,0 0,-1 0,0-1,-1 1,0-1,0 0,-1-10,-2 31,-1 0,2 0,-1 0,1 0,0 0,1-1,0 1,0 0,1-1,0 1,1-1,0 0,0 0,1-1,0 1,0-1,0 0,1 0,0-1,1 1,4 3,-3-6,0 0,0-1,0 0,0 0,0-1,1 0,-1-1,1 1,-1-1,1-1,0 0,-1 0,1-1,-1 0,1 0,-1-1,1 0,-1-1,0 0,0 0,0-1,0 1,-1-2,1 1,-1-1,0 0,-1-1,1 0,-1 0,0 0,0-1,-1 1,0-1,0-1,-1 1,0-1,2-4,10-38,-15 61,-2-1,1 0,0 0,0 0,2 0,-1 0,1 0,0 0,1-1,0 1,1-1,0 0,0 0,1 0,0 0,6 7,-5-11,-1 1,1-2,0 1,0-1,0 0,1 0,0-1,-1 1,1-1,0-1,1 0,-1 0,0 0,1-1,-1 0,0 0,1-1,-1 0,1 0,-1-1,1 0,-1 0,1-1,-1 0,0 0,0-1,0 1,0-2,0 1,-1-1,0 0,1 0,-1-1,-1 0,1 0,-1 0,0-1,0 1,0-1,1-4,-1 0,0 1,-1-1,0 0,-1-1,0 1,-1-1,0 1,0-1,-2 0,1 0,-1 0,-1-4,1 15,0 0,0 0,-1 0,1 1,0-1,-1 0,1 0,0 0,0 0,-1 0,1 0,0 0,-1 0,1 0,0 0,0 0,-1 0,1 0,0 0,-1 0,1 0,0 0,0 0,-1 0,1 0,0-1,-1 1,1 0,0 0,0 0,0 0,-1-1,1 1,0 0,0 0,0-1,-1 1,1 0,0 0,0-1,0 1,0 0,0 0,0-1,-1 1,1 0,0-1,0 1,0 0,0-1,-9 30,8-22,-1 0,1 0,0 0,0 0,1 1,0-1,1 0,-1 0,1 0,1 1,-1-1,1 0,0 0,1-1,0 1,0 0,0-1,1 0,0 0,0 0,1 0,-1 0,4 2,25 11,-1-7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4.28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33,'-3'14,"0"0,1 0,0 0,1 0,1 0,0 1,1-1,0 0,2 4,-1-12,-1 0,1 1,0-1,0 0,1-1,0 1,0 0,0-1,1 0,0 0,0 0,0 0,1 0,-1-1,1 0,0 0,0 0,1 0,-1-1,1 0,3 1,0 0,0 0,0-1,0 0,0-1,0 0,1 0,-1-1,1 0,-1-1,1 0,0 0,-1-1,1-1,-1 1,0-2,1 1,-1-1,0 0,0-1,-1 0,1-1,-1 0,0 0,0 0,-1-1,1 0,-1-1,-1 0,1 0,-1 0,5-8,-5 3,-1 0,-1 0,0 0,0 0,-1-1,-1 1,1-8,-3 10,-3 15,-4 17,6-17,0 0,0 0,1 0,-1 0,1 0,0 1,0-1,1 0,0 0,0 0,0 0,0 0,1-1,0 1,0 0,0-1,0 1,1-1,-1 1,1-1,1 0,-1 0,0-1,1 1,0-1,0 0,0 0,0 0,0 0,1 0,-1-1,5 2,4-1,0 1,0-2,0 0,0 0,0-1,1-1,-1 0,0-1,0 0,1-1,-1-1,0 0,-1 0,1-1,-1-1,1-1,-1 1,-1-2,1 0,-1 0,0-1,-1 0,0-1,4-4,-13 12,-1 0,0 0,1 1,-1-1,0 0,1 1,-1-1,1 0,-1 1,1-1,-1 1,1-1,-1 1,1-1,0 1,-1-1,1 1,0-1,-1 1,1 0,0-1,0 1,-1 0,1 0,0 0,0-1,-1 1,1 0,0 0,0 0,0 0,-1 1,1-1,0 0,0 0,-1 0,1 0,0 1,0-1,-1 0,1 1,0-1,-1 1,1-1,0 1,-1-1,1 1,-1-1,1 1,-1 0,1-1,-1 1,1 0,-1-1,0 1,1 0,-1-1,0 1,0 0,1 0,3 8,1-1,1 1,-1-1,1 0,1-1,-1 1,1-1,1-1,-1 1,1-1,0-1,0 1,1-1,0-1,0 1,0-2,0 1,1-1,2 0,0-1,1 0,0-1,0 0,-1-1,1-1,0 0,0-1,-1 0,1-1,-1 0,0-1,10-4,-18 7,1 0,-1 1,1-1,-1 1,0 0,1 1,-1-1,1 1,-1 0,1 0,-1 0,0 1,0-1,0 1,0 0,0 0,2 2,37 13,-36-16,-1 0,1 0,0 0,0-1,-1 0,1 0,0 0,0-1,0 0,-1-1,1 1,-1-1,1-1,-1 1,0-1,0 0,0 0,0-1,0 0,-1 0,0 0,0-1,0 0,0 0,-1 0,0 0,0-1,0 1,0-1,-1 0,0 0,-1-1,1 1,-1-1,0 1,0-3,-1 3,0-1,0 0,0 0,0 0,-1 0,-1 0,1 0,-1 0,0 1,0-1,-1 0,0 0,0 1,-1-1,0 1,0 0,0 0,-1 0,0 0,0 1,-1-1,1 1,-1 0,0 0,0 1,-1 0,1-1,-1 2,0-1,0 1,0 0,-1 0,1 1,-1-1,0 2,1-1,-1 1,0 0,0 0,-4 1,2 1,-1 1,1 0,0 1,0 0,0 0,0 1,1 0,0 1,-1 0,2 0,-1 1,1 0,-1 0,2 0,-1 1,1 0,0 1,0 0,1-1,0 2,0-1,1 0,0 1,1 0,0 0,0 0,1 0,-1 6,4-10,-1 0,0 1,1-1,0 0,0 0,1 0,0 0,0-1,0 1,0 0,0-1,1 1,0-1,0 0,0 0,1 0,-1 0,1 0,0-1,0 0,0 0,1 0,-1 0,0-1,1 1,0-1,0-1,0 1,0 0,0-1,0 0,0 0,0-1,4 1,28 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5.3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27,'-3'-3,"-1"0,1 1,-1-1,1 1,-1 0,0 0,0 0,0 1,0-1,0 1,0 0,0 0,0 1,0-1,-1 1,1 0,0 0,0 0,-1 1,1-1,0 1,0 0,0 0,0 1,0-1,0 1,0 0,0 0,0 0,0 6,0 0,0-1,1 2,0-1,0 0,1 0,0 1,1 0,0-1,0 1,1 0,0-1,0 1,1 0,0-1,0 1,1-1,1 1,-1-1,12 40,2 0,3-2,1 0,2-1,6 6,26 54,7 14,-60-118,-1 0,1 0,0 0,0 0,0 0,0 0,0 0,0 0,0 0,1 0,-1 0,0 0,0-1,1 1,-1-1,0 1,1-1,-1 1,1-1,-1 0,1 0,-1 0,0 0,1 0,-1 0,1 0,-1 0,1 0,-1-1,1 1,-1 0,0-1,1 1,-1-1,0 0,0 0,1 1,-1-1,0 0,0 0,0 0,36-51,-27 25,-2 0,-1 0,-1-1,-1 0,-1 0,-2 0,-1 0,-2-20,2-1,-1 48,0 0,0 0,0 0,0 0,0 0,0 0,0 0,0 0,0 0,0 0,1 0,-1 0,0 0,1 1,-1-1,1 0,-1 0,1 0,-1 0,1 1,0-1,-1 0,1 0,0 1,0-1,-1 1,1-1,0 1,0-1,0 1,0-1,0 1,0 0,0-1,0 1,0 0,-1 0,1 0,0 0,0 0,0 0,0 0,0 0,0 0,0 0,0 1,0-1,0 0,0 0,0 1,0-1,0 1,0-1,-1 1,1 0,0-1,0 1,197 67,-194-67,0 0,0 1,0-1,0 1,0 0,0 0,-1 0,1 1,-1-1,1 1,-1 0,0 0,0 0,0 0,-1 0,1 1,-1-1,1 1,-1 0,-1-1,1 1,0 0,-1 0,0 0,1 2,-2 37,0-38,-1 0,1 0,-1 0,1 0,1 0,-1-1,1 1,-1 0,2 0,-1 0,0-1,1 1,0-1,0 1,0-1,1 0,-1 0,1 0,0 0,0 0,3 2,10 4,0-2,1 1,0-2,1 0,-1-1,1-1,0-1,1-1,-1 0,1-1,-1-1,2-1,66 7,0-3,-1-5,1-3,47-10,-123 13,1 1,-1-2,1 1,-1-1,0-1,0 0,0 0,0-1,0 0,-1-1,1 0,-1-1,-1 0,1 0,-1 0,0-1,0-1,-1 1,0-1,4-6,-10 12,0-1,0 1,-1 0,1-1,0 1,-1-1,0 1,1-1,-1 1,0-1,0 1,-1-1,1 1,0-1,-1 1,0-1,1 1,-1-1,0 1,0 0,0 0,-1-1,1 1,0 0,-1 0,0 0,1 0,-1 1,0-1,0 0,0 1,0-1,0 1,0 0,0-1,-1 1,1 0,0 1,-2-2,-7-2,0 1,1 0,-1 1,0 0,0 0,0 1,0 1,-7 0,5 0,1 1,-1 0,1 1,0 1,0 0,0 0,0 1,0 1,1 0,0 1,0 0,0 0,1 1,0 0,0 1,1 0,0 1,0 0,1 1,-4 5,11-13,0-1,0 1,0 0,1 0,-1-1,0 1,1 0,-1 0,1 0,0 0,0 0,0 0,-1 0,2 0,-1-1,0 1,0 0,1 0,-1 0,1 0,-1 0,1 0,0-1,0 1,0 0,0-1,0 1,0-1,0 1,1-1,-1 1,0-1,1 0,-1 1,1-1,0 0,-1 0,1 0,0-1,0 1,-1 0,1-1,0 1,0-1,0 1,20 4,0 0,0-2,0 0,0-1,0-2,0 0,0-1,0-2,10-2,-21 4,-1-1,0-1,1 1,-1-2,0 1,-1-2,1 1,-1-1,4-3,-10 6,0-1,0 1,0-1,0 1,0-1,-1 0,0 0,1 0,-1 0,0 0,0-1,-1 1,1-1,-1 1,0-1,0 0,0 1,0-1,-1 0,1 0,-1 0,0 1,0-1,0 0,-1 0,1 0,-1-1,1 4,0 0,0 0,0 0,0 0,0 0,0 0,0 0,-1 0,1 0,0 0,0 0,-1 0,1 0,-1 0,1 0,-1 0,1 0,-1 0,0 0,1 1,-1-1,0 0,0 0,1 1,-1-1,0 0,0 1,0-1,0 1,0-1,0 1,0 0,0-1,0 1,0 0,0 0,0 0,0 0,0 0,0 0,0 0,-1 0,1 0,0 0,0 0,0 1,0-1,0 0,0 1,0-1,0 1,1-1,-1 1,0-1,0 1,0 0,0 0,1-1,-1 1,0 0,1 0,-1 0,0 0,1 0,-1-1,1 1,0 0,-1 0,1 0,0 1,-1 4,1 0,0 0,0 0,0 0,1 0,0 0,0 0,1 0,-1 0,1-1,0 1,1-1,0 1,0-1,0 0,0 0,1 0,-1-1,1 1,1-1,-1 0,1 0,-1 0,1-1,0 1,0-1,1-1,-1 1,1-1,1 1,21 9,1-1,0-2,0-1,1-1,0-2,29 2,24 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6.1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0,'-13'28,"1"1,1 0,2 1,1 0,1 1,-1 18,7-41,-1-1,1 0,0 0,1 0,0 1,0-1,0 0,1 0,0 0,0 1,1-1,0 0,1-1,-1 1,1 0,0-1,1 1,-1-1,1 0,1 0,-1 0,1-1,0 0,0 0,1 0,-1 0,1-1,0 0,1 0,3-1,0 0,-1 0,1-2,0 1,0-1,1-1,-1 1,0-2,0 1,0-2,0 1,0-1,-1-1,1 0,0 0,-1-1,0 0,0 0,0-1,0-1,-1 1,0-1,0-1,0 1,-1-1,0-1,-1 1,1-1,-2-1,1 1,-1-1,0 0,-1 0,1-3,2-2,-1-1,-1-1,0 1,-1-1,-1 1,0-1,-1 0,-1-9,-1 25,-1 0,1 1,-1-1,1 0,0 0,-1 1,1-1,-1 0,1 0,-1 0,1 0,-1 0,1 0,-1 0,1 0,-1 0,1 0,-1 0,1 0,-1 0,1 0,-1 0,1 0,-1-1,1 1,-1 0,1 0,-1-1,1 1,0 0,-1-1,1 1,0 0,-1-1,1 1,0 0,-1-1,1 1,0-1,0 1,-1-1,1 1,0-1,0 1,0 0,0-1,0 1,-1-1,1 1,0-1,0 1,0-1,0 1,1-1,-1 1,0-1,0 1,0-1,0 1,0-1,1 1,-1-1,0 1,-5 10,0 1,0 0,1 0,1 0,0 0,1 1,0-1,0 1,1-1,1 1,0 0,0 0,1 0,0-6,0 0,1 0,-1 0,1 0,0 0,1 0,-1 0,1-1,0 1,1-1,-1 0,1 0,0 0,1 0,-1-1,1 0,-1 0,1 0,1 0,-1-1,0 0,1 0,0 0,-1-1,1 0,4 1,18 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6.5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9,'24'134,"-12"-90,-4-2,26 71,-34-112,1 0,-1 0,1 0,0 0,-1 0,1 0,0 0,0 0,0-1,0 1,0 0,0 0,0-1,0 1,0-1,0 1,0-1,0 1,1-1,-1 0,0 1,0-1,0 0,1 0,-1 0,0 0,0 0,1 0,-1 0,0 0,0-1,0 1,1 0,-1-1,0 1,0-1,0 1,0-1,0 0,0 1,0-1,0 0,1-1,42-39,-42 38,17-24,-1 0,-1-1,-2-1,0-1,-2 0,-2 0,0-1,-3-1,2-9,-7 87,-4-33,1 1,0-1,1 1,0-1,1 1,1-1,0 0,1 0,0 0,1-1,0 1,1-1,0 0,1 0,1-1,0 0,0-1,1 1,0-2,1 1,0-1,1-1,1 1,7-1,0-1,0-1,0-1,1-1,0 0,0-2,0 0,0-1,0-1,0-1,0-1,0-1,0 0,6-3,34-8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7.1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426 46,'-15'-7,"0"0,0 1,0 0,-1 1,0 1,0 1,0 0,0 1,0 0,-1 2,1 0,-1 1,1 0,0 1,0 1,0 1,0 0,0 1,1 1,-3 1,-53 50,69-54,0-1,0 0,0 0,1 1,-1-1,1 1,0-1,-1 1,1 0,0-1,1 1,-1 0,0 0,1-1,0 1,0 0,-1 0,2 0,-1 0,0 0,0-1,1 1,0 0,0 0,-1-1,1 1,1 0,-1-1,0 1,2 0,3 4,2-1,-1-1,1 1,0-1,0-1,0 0,1 0,-1 0,1-1,0 0,0-1,0 0,0 0,1-1,-1 0,0-1,1 0,2-1,6 1,1-1,0 0,-1-2,1 0,-1-1,1-1,8-4,-19 7,0-1,0-1,-1 0,0 0,0 0,0-1,0 1,0-2,-1 1,0-1,0 0,-1 0,0-1,0 0,0 0,-1 0,0 0,0-1,-3 6,0 1,0-1,0 1,0-1,0 0,0 0,-1 0,1 0,-1 1,1-1,-1 0,0 0,1 0,-1 0,0 0,0 0,-1 0,1 0,0 0,-1 0,1 0,-1 0,0 1,1-1,-1 0,0 0,0 1,0-1,0 0,-1 1,1-1,0 1,-1-1,1 1,-1 0,1 0,-2-1,1 2,-1 1,1 0,0 0,0 0,-1 0,1 0,0 1,0-1,0 1,1-1,-1 1,0 0,0-1,1 1,-1 0,1 0,0 0,0 0,-1 1,1-1,0 0,1 0,-1 1,0-1,1 0,-1 1,1-1,0 1,0-1,0 0,0 1,0-1,0 1,1 1,0 1,1 0,-1 0,1 0,0-1,0 1,1 0,0-1,-1 1,1-1,1 0,-1 0,1 0,-1 0,1-1,0 1,0-1,1 0,2 1,86 42,-31-24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7.8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200 391,'-111'14,"106"-13,0 1,0-1,0 1,1 1,-1-1,1 1,-1-1,1 1,0 1,0-1,0 0,0 1,1 0,-1 0,1 0,0 0,0 1,1-1,-1 1,1 1,0-4,1 1,0-1,0 1,1-1,-1 1,1 0,-1-1,1 1,0 0,0 0,0-1,0 1,0 0,1-1,-1 1,1 0,0-1,0 1,0-1,0 1,0-1,0 1,1-1,-1 0,1 0,0 0,-1 0,1 0,0 0,0 0,1 0,-1-1,0 1,0-1,1 0,-1 1,2-1,4 3,1-1,0 0,0-1,0 0,0 0,0-1,0 0,0-1,0 0,7-1,-4-1,0 0,0 0,0-1,-1-1,1 0,-1 0,0-1,-1-1,1 0,-1 0,0-1,0 0,-1-1,0 0,-1-1,1 1,-2-2,1 1,-1-1,-1 0,0-1,0 1,-1-1,0 0,-1-1,0 1,0-6,3-11,-2 0,-1-1,-1 1,-1-1,-2 1,-1-1,-1 1,-5-26,-17-8,23 61,0-1,0 1,0-1,-1 1,1 0,0-1,-1 1,1 0,0 0,-1 0,1 0,-1 0,0 0,1 0,-1 1,0-1,1 1,-1-1,0 1,0 0,0-1,1 1,-1 0,0 0,0 0,0 1,1-1,-1 0,0 1,0-1,1 1,-1-1,0 1,0 0,-5 4,0 1,0-1,0 1,1 1,0-1,0 1,0 0,1 1,0-1,1 1,-1 0,2 0,-1 0,1 1,-1 2,-3 4,1 0,0 1,2-1,-1 1,2 1,0-1,1 0,0 1,2 0,0-1,1 1,0-1,1 1,1-1,1 0,0 0,1 0,1 0,0-1,1 0,1 0,0-1,1 0,1-1,0 1,1-2,6 6,-6-8,1-2,0 1,1-2,-1 0,1 0,1-1,-1-1,1 0,0-1,0 0,1-1,-1-1,1 0,-1-1,1-1,0 0,-1-1,1 0,-1-1,1-1,6-2,-12 0,0 0,0-1,-1 1,0-2,0 1,0-1,-1 0,0-1,0 0,-1 0,0 0,0-1,-1 0,0 0,-1 0,0 0,0-1,-1 0,0 0,-1 0,0 0,0-7,-3-18,0 35,1-1,0 1,0-1,0 1,-1-1,1 1,0-1,-1 1,1 0,0-1,-1 1,1 0,0-1,-1 1,1 0,-1-1,1 1,-1 0,1 0,0-1,-1 1,1 0,-1 0,1 0,-1 0,1 0,-1 0,1 0,-1 0,1 0,-1 0,0 0,1 0,-1 0,1 0,0 0,-1 0,1 1,-1-1,1 0,-1 0,1 1,-1-1,1 0,0 1,-1-1,1 0,-1 1,1-1,0 0,0 1,-1-1,1 1,0-1,0 1,-1-1,1 1,0-1,0 1,0-1,0 1,-5 4,0 0,1 1,0 0,0-1,1 1,-1 1,1-1,1 0,-1 1,1 0,0-1,1 1,-1 0,2 0,-1 0,1 0,-1 0,2 0,-1 0,1 0,0 0,1 0,0 0,0-1,0 1,1-1,0 1,0-1,0 0,1 0,0 0,0-1,1 1,1 0,24 15,-2-8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8.3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0,'203'106,"-189"-97,-1 1,0 0,-1 1,0 0,-1 1,0 1,-1-1,0 2,-1-1,-1 1,0 1,-1 0,-1 0,0 0,0 1,-2-1,0 1,-1 1,3 18,-6-27,1 0,0 1,0-1,1 0,1 0,-1 0,1 0,0-1,1 1,0-1,4 6,-5-10,1-1,0 0,0 0,0 0,0-1,0 1,0-1,0 0,1 0,-1-1,0 1,1-1,-1 0,0 0,1 0,-1-1,0 1,1-1,-1 0,0 0,0-1,0 1,0-1,0 0,0 0,0 0,-1-1,1 1,-1-1,1 0,-1 0,0 0,0 0,-1-1,1 1,0-2,11-16,0-2,-2 0,-1-1,-1 0,0 0,5-26,1 0,-10 48,-6 21,0-16,-1 8,0 1,0 0,1 0,1 0,0-1,1 1,0 0,1-1,0 1,0-1,2 0,-1 0,1-1,1 1,0-1,0 0,1 0,0-1,7 7,29 15,1-6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8.8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1 213,'32'6,"1"-2,-1-2,1 0,0-2,0-2,-1-1,1-2,-1 0,0-3,0 0,3-4,-29 10,-1 0,1-1,-1 1,0-1,0-1,0 1,0-1,-1 1,1-1,-1-1,0 1,0-1,-1 1,1-1,-1 0,0 0,0 0,-1-1,0 1,0-1,0 0,0 1,-1-1,0 0,0 0,-1 0,1 0,-2-5,0 8,0 0,0 0,-1 1,1-1,-1 0,0 1,0-1,0 1,0 0,0 0,0 0,-1 0,1 0,-1 0,1 1,-1-1,0 1,0 0,0-1,1 1,-1 1,0-1,0 0,0 1,0-1,-2 1,-79 7,76-4,-1 0,1 1,0 1,0-1,0 1,0 0,1 1,0 0,0 0,1 0,-1 1,1 0,-1 3,4-6,0 0,0 0,1 1,0-1,0 1,0-1,0 1,1-1,0 1,0 0,0 0,0 0,1 0,0 0,0 0,0-1,0 1,1 0,0 0,0 0,1 0,-1-1,1 1,0-1,1 4,7 4,0-1,0 0,1-1,1 0,-1-1,1 0,1-1,0 0,0-1,1 0,-1-1,1-1,1 0,-1-1,1 0,7 0,3 3,0-2,0 0,1-2,0 0,-1-2,1-1,0-1,0-1,-1-1,1-1,-1-2,0 0,21-9,6-12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49.09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156 107,'0'-10,"1"5,-1 0,0 1,1-1,-2 0,1 1,0-1,-1 0,0 1,0-1,0 0,-1 1,0 0,1-1,-2 1,1 0,0 0,-1 0,0 0,-1-1,3 4,0 0,-1 1,1-1,-1 0,1 1,-1-1,1 1,-1 0,1-1,-1 1,0 0,1 0,-1 0,1 0,-1 0,0 0,1 1,-1-1,1 0,-1 1,1-1,-1 1,1 0,-1-1,1 1,0 0,-1 0,1 0,0 0,0 0,-1 0,1 0,0 1,0-1,0 0,1 0,-2 2,-32 55,25-32,0 1,2 0,1 0,1 1,2-1,0 1,2 0,1 0,1-1,1 1,2 0,1-1,6 23,5 3,2-1,1-1,4 0,1-2,3-1,17 23,-18-31,-7-13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50.1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3,'328'55,"268"26,-613-83,-1 1,0 2,1-1,-1 2,1 0,-1 1,1 1,0 1,0 0,0 1,1 1,-10 6,24-12,-1 1,1 0,0 0,0 0,0 0,0 0,0 1,0-1,0 0,1 1,-1 0,1-1,0 1,-1 0,1-1,1 1,-1 0,0 0,1 0,-1 0,1 0,0 0,0 0,0 0,0 0,1 0,-1 0,1 0,0 0,0-1,0 1,0 0,0 0,1-1,-1 1,1-1,-1 1,1-1,0 0,0 1,0-1,1 0,-1 0,2 0,4 4,2-1,-1 0,1 0,-1-1,1 0,0-1,0 0,1-1,-1 0,1 0,-1-2,1 1,-1-1,1 0,0-1,-1 0,0-1,1 0,-1-1,0 0,0-1,0 0,0 0,-1-1,4-3,-3 1,-9 5,-1 1,1 0,0 0,0 0,0 0,0 0,0 0,1 0,-1 0,0 0,0 1,1-1,-1 0,0 1,1-1,-1 1,0 0,1-1,-1 1,1 0,-1 0,0 0,1 0,-1 0,1 0,-1 0,1 0,-1 1,0-1,1 0,-1 1,1-1,45 59,-41-56,0 1,0-1,1 0,-1-1,0 1,1-1,-1-1,1 1,0-1,0 0,-1-1,1 1,0-1,0-1,0 1,0-1,-1-1,1 1,0-1,-1 0,1 0,-1-1,0 0,5-3,8-5,-1-1,0-1,-1 0,-1-2,0 1,-1-2,4-5,148-198,-184 246,2 1,1 0,2 2,0-1,2 1,1 1,2 0,1 0,1 1,2-1,1 1,1 0,2 0,1-1,2 1,1-1,1 0,2 0,1 0,10 21,-11-37,-12-46,-11-25,2 0,3-1,2 0,3 0,3-1,3-47,0 89,1-1,0 1,1 0,1 0,1 0,0 1,2-4,-5 14,1 0,0 0,0 0,0 0,0 0,1 1,-1-1,1 1,1 0,-1 1,0-1,1 1,0-1,0 1,0 1,0-1,0 1,0 0,1 0,-1 0,6 0,2 1,0 2,0 0,0 0,0 1,-1 1,1 0,-1 1,0 0,0 1,0 0,-1 1,1 0,-1 1,-1 1,1-1,-1 1,-1 1,0 0,0 0,0 1,-1 0,-1 1,0 0,0 0,-1 0,4 11,-8-20,-1 0,1 1,0-1,-1 1,0-1,0 1,1 0,-2-1,1 1,0 0,0 0,-1 0,0 0,1 0,-1-1,0 1,-1 0,1 0,0 0,-1 0,0 0,1-1,-1 1,0 0,-1 0,1-1,0 1,-1-1,1 1,-1-1,0 0,0 0,-1 2,-7-2,0 1,0-1,-1-1,1 0,-1 0,1-1,-1-1,1 0,-1 0,1-1,0 0,0 0,0-2,0 1,-4-3,10 5,-53-19,58 20,-1 0,0 0,0 0,0 0,1-1,-1 1,0 0,0 0,0 0,0-1,1 1,-1 0,0 0,0-1,0 1,0 0,0 0,0-1,0 1,0 0,0 0,0-1,0 1,0 0,0 0,0-1,0 1,0 0,0 0,0-1,0 1,0 0,0 0,0-1,-1 1,1 0,0 0,0-1,0 1,0 0,0 0,-1 0,1 0,0-1,0 1,-1 0,1 0,0 0,0 0,0 0,-1 0,1-1,0 1,0 0,-1 0,1 0,0 0,-1 0,1 0,0 0,0 0,-1 0,1 0,0 0,0 0,-1 0,1 1,0-1,-1 0,13-3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2:50.40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1 254,'45'-25,"-1"-3,-2-1,39-34,-12 9,-68 54,0 0,0-1,0 1,0 0,0 0,0-1,0 1,0-1,0 1,0-1,-1 1,1-1,0 1,0-1,0 0,-1 1,1-1,0 0,-1 0,1 0,0 1,-1-1,1 0,-1 0,0 0,1 0,-1 0,0 0,1 0,-1 0,0 0,0 0,0 0,0 0,0 0,0 0,0 0,0 0,0 0,-1 0,1 0,0 0,-1 0,1 0,-1 0,1 0,-1 0,1 0,-1 1,0-1,1 0,-1 0,0 1,1-1,-1 0,0 1,0-1,0 1,0-1,0 1,0-1,-5-1,1 1,-1-1,0 1,1 0,-1 0,0 1,0 0,0 0,0 0,1 1,-1 0,0 0,0 0,1 1,-1-1,1 2,-1-1,1 0,0 1,0 0,0 0,0 1,1-1,-1 1,1 0,0 1,0-1,-2 4,1-1,0 0,0 0,1 0,1 0,-1 1,1 0,0 0,1 0,0 0,0 0,1 0,0 0,0 1,1-1,0 0,0 1,1-1,0 0,1 0,0 2,4 3,0 0,1 0,0-1,1 0,1 0,0-1,0 0,1-1,0 0,1-1,0 0,0 0,1-1,0-1,1 0,0 0,0-1,0-1,3 0,59 23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3:04.5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3:07.0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264 1446,'0'0,"0"0,1 1,-1-1,0 0,1 0,-1 0,0 0,1 0,-1 0,0 0,1 0,-1 0,0 0,1 0,-1 0,0-1,1 1,-1 0,0 0,1 0,-1 0,0 0,0-1,1 1,-1 0,0 0,0 0,1-1,-1 1,0 0,0 0,0-1,1 1,-1 0,0-1,0 1,0 0,0 0,0-1,0 1,0 0,0-1,0 1,0 0,0-1,0 1,0 0,0-1,0 1,0 0,0-1,0 1,0 0,0-1,0 1,219-7,569-42,-516 48,-255 3,-6 1</inkml:trace>
  <inkml:trace contextRef="#ctx0" brushRef="#br0" timeOffset="861.911">1682 844,'0'7,"0"11,2 14,1 18,2 16,5 17,5 15,5 11,1 8,3 2,3-3,1-10,-1-12,-4-13,-4-13,-4-14,-7-13,-6-14</inkml:trace>
  <inkml:trace contextRef="#ctx0" brushRef="#br0" timeOffset="1230.128">2083 791,'2'14,"3"11,3 13,3 11,-1 10,0 13,-1 10,-3 11,0 10,0 5,0 0,4-4,2-11,5-13,0-12,1-16,-1-12,-4-13</inkml:trace>
  <inkml:trace contextRef="#ctx0" brushRef="#br0" timeOffset="2047.942">2136 1393,'14'5,"0"-1,0 0,0-1,0 0,0-1,0-1,1 0,8-2,1 2,508 11,-164 15,352 16,264-41,-899 3,-101-1,3-6</inkml:trace>
  <inkml:trace contextRef="#ctx0" brushRef="#br0" timeOffset="2401.995">4957 991,'2'-11,"4"35,152 1008,-58-71,-98-955,-2-19,0 12,1-26</inkml:trace>
  <inkml:trace contextRef="#ctx0" brushRef="#br0" timeOffset="2947.717">5171 1406,'-38'-70,"4"0,3-3,2 0,4-2,3-3,13 35,1 1,2-1,2 0,2 0,2 0,3-12,-3 53,-1 1,1 0,0-1,0 1,0-1,0 1,0-1,0 1,0-1,0 1,1-1,-1 1,1-1,-1 1,1 0,-1-1,1 1,0 0,0-1,0 1,-1 0,1 0,1 0,-1 0,0 0,0 0,0 0,0 0,1 0,-1 0,0 1,1-1,-1 1,0-1,1 1,-1-1,1 1,-1 0,1 0,-1 0,1-1,-1 2,1-1,-1 0,1 0,0 1,272 27,521-19,1247-1,-1314-9,-121 1,-566 3,-29 2,-17 1</inkml:trace>
  <inkml:trace contextRef="#ctx0" brushRef="#br0" timeOffset="3764.532">6133 1472,'2'-3,"1"-1,-1 0,0 0,-1 0,1 0,-1 0,1 0,-1-1,-1 1,1 0,-1-1,1 1,-1 0,0-1,-1 1,1-1,-1 1,0 0,0 0,0-1,-1 1,1 0,-1 0,0 0,0 0,-1 1,1-1,-1 0,0 1,1 0,-2 0,1-1,-3-1,0 1,0-1,0 1,0 0,-1 1,0 0,1 0,-1 0,0 1,0 0,-1 0,1 1,0 0,-1 0,1 1,0-1,-1 2,1-1,0 1,-1 0,1 1,0 0,0 0,0 0,0 1,0 0,0 0,1 1,0 0,0 0,0 0,0 1,0 0,1 0,0 0,0 1,1 0,-1 0,-1 4,1 3,1-1,1 1,0 0,1 0,0 1,1-1,0 0,1 1,1-1,0 1,1-1,0 0,1 0,1 0,0 0,0-1,2 1,-1-1,2 1,-2-3,0-1,1 0,0 0,0 0,1-1,0 0,1 0,0 0,0-1,0-1,1 1,0-1,0-1,1 0,-1 0,1-1,0 0,0-1,1 0,-1 0,1-1,-1 0,1-1,0-1,8-2,-1-1,0 0,1-2,-1 0,-1-1,1-1,-1 0,0-2,-1 0,0 0,0-2,-1 0,0-1,-1 0,-1-1,0 0,2-4,16-19</inkml:trace>
  <inkml:trace contextRef="#ctx0" brushRef="#br0" timeOffset="4013.536">6401 1326,'-12'-5,"4"-1,9 0,15 1,14 0,15-2,11-3,6-1,1-1,-4-1,-10 2,-11 3,-12 2</inkml:trace>
  <inkml:trace contextRef="#ctx0" brushRef="#br0" timeOffset="4419.117">6401 1245,'-6'21,"0"-1,2 1,0 1,2-1,0 0,2 1,0-1,1 1,1-1,4 18,-5-36,-1-1,0 1,1-1,0 1,0-1,-1 1,2-1,-1 1,0-1,0 0,1 1,-1-1,1 0,0 0,-1 0,1 0,0-1,0 1,0 0,0-1,1 0,-1 1,0-1,1 0,-1 0,1 0,-1 0,1-1,-1 1,1-1,-1 1,1-1,0 0,-1 0,1 0,2-1,145-52,-147 51,1 0,-1 0,1 1,0 0,0 0,0 0,-1 0,1 0,0 1,0 0,0 0,0 0,0 0,0 1,0-1,0 1,0 0,-1 0,1 1,0-1,-1 1,1 0,-1-1,1 2,-1-1,0 0,0 1,0-1,0 1,0 0,-1 0,2 2,1 6,0 0,-1 1,0 0,-1 0,-1 0,0 0,0 0,-1 0,-1 1,0-1,0 0,-1 1,-1-1,0 0,-1 0,0 0,-2 3,2-9,0 1,1-1,-2-1,1 1,-1 0,0-1,0 1,-1-1,1-1,-1 1,0 0,0-1,-1 0,1 0,-1-1,0 0,0 0,0 0,0-1,-1 1,1-2,-1 1,1-1,-1 0,0 0,1 0,-1-1,0 0,0-1,0 0,5 1,0-1,0-1,0 1,0 0,0 0,0-1,0 1,1-1,-1 1,0-1,1 0,-1 0,1 1,0-1,0 0,0 0,0 0,0-1,0 1,0 0,1 0,-1 0,1-1,0 1,-1-2,0-16</inkml:trace>
  <inkml:trace contextRef="#ctx0" brushRef="#br0" timeOffset="4762.706">7056 1459,'15'1,"-13"0,0-1,0 1,0-1,1 1,-1-1,0 0,0 0,0 0,0 0,1 0,-1 0,0-1,0 1,0-1,0 1,0-1,0 0,0 0,0 0,0 0,0 0,0 0,-1-1,1 1,0-1,-1 1,1-1,-1 1,0-1,0 0,1 0,-1 0,0 0,0 1,0-3,-1 2,1-1,-1 1,0-1,0 0,0 1,0-1,0 0,-1 1,1-1,-1 1,0-1,0 1,0-1,0 1,0-1,0 1,-1 0,1 0,-1 0,1 0,-1 0,0 0,0 0,0 0,0 1,0-1,0 1,-1-1,1 1,0 0,-1 0,1 0,-1 0,1 0,-2 1,-2-2,1 1,-1 0,0 0,0 0,0 1,0 0,0 0,0 1,0-1,0 1,0 1,0-1,0 1,0 0,-1 1,2-1,0 1,1-1,0 1,-1 0,1 0,0 1,1-1,-1 1,0-1,1 1,0 0,0 1,0-1,1 0,-1 1,1 0,0-1,0 1,1 0,0 0,-1 0,2 0,-1 0,0 0,1 0,0 1,0-1,1 0,-1 0,1 0,0 0,1 0,-1 0,1 0,0-1,0 1,1 0,15 23</inkml:trace>
  <inkml:trace contextRef="#ctx0" brushRef="#br0" timeOffset="5033.982">7216 1740,'0'-4,"0"-1,0 0,0 1,-1-1,0 1,0-1,0 1,-1 0,0-1,1 1,-1 0,-1 0,1 0,-1 0,1 0,-1 1,0-1,0 1,-1 0,1 0,-1 0,0 0,1 1,-1-1,0 1,-1 0,1 0,0 0,0 1,-1 0,-1-1,2 2,0-1,0 1,0 0,1 1,-1-1,0 0,0 1,1 0,-1 0,0 0,1 0,-1 1,1 0,0-1,-1 1,1 0,0 1,0-1,0 0,0 1,1 0,-1 0,1-1,0 1,-1 1,1-1,1 0,-1 1,0-1,1 0,-1 2,3-2,1 0,-1-1,1 1,-1 0,1-1,0 1,0-1,0 1,0-1,0 0,0 0,1 0,-1 0,1 0,0-1,-1 1,1-1,0 1,0-1,0 0,0 0,0-1,0 1,0-1,0 1,0-1,0 0,0 0,0 0,1 0,0-1,-3 1,46 4,1-3</inkml:trace>
  <inkml:trace contextRef="#ctx0" brushRef="#br0" timeOffset="5332.183">7617 1646,'34'-71,"-3"-1,-3-2,-3 0,-4-2,-3-2,-14 64,-4 30,-5 19,3 1,0-1,3 1,1-1,1 0,8 31,56 164,-62-201</inkml:trace>
  <inkml:trace contextRef="#ctx0" brushRef="#br0" timeOffset="5582.513">7697 1794,'21'-5,"17"-3,17-3,12-2,9 1,2 1,-1 2,-3 2,-16 3</inkml:trace>
  <inkml:trace contextRef="#ctx0" brushRef="#br0" timeOffset="6052.29">5893 2408,'0'21,"0"15,0 13,-3 10,0 7,1 0,-1-2,2-6,2-12,3-13,2-13</inkml:trace>
  <inkml:trace contextRef="#ctx0" brushRef="#br0" timeOffset="6330.069">5719 2288,'36'-7,"1"1,0 2,1 2,-1 1,0 2,1 1,20 5,-32-5,1 1,-1 2,-1 0,1 1,-1 2,0 1,0 0,-1 3,-22-12,-1 0,0 1,0-1,0 1,0 0,0-1,0 1,0 0,0-1,0 1,0 0,0 0,0 0,0 0,-1 0,1 0,0 0,-1 0,1 1,-1-1,1 0,-1 0,0 0,1 0,-1 1,0-1,0 0,0 0,0 1,0-1,0 0,0 0,0 1,-1-1,1 0,0 0,-1 1,1-1,-1 0,1 0,-1 0,0 0,1 0,-1 0,0 0,0 0,-51 38,-311 128,329-146</inkml:trace>
  <inkml:trace contextRef="#ctx0" brushRef="#br0" timeOffset="6915.503">6240 2823,'-15'-226,"14"225,1 0,-1 0,1 0,0 0,-1 0,1 0,0 0,-1 0,1 0,0 0,0 0,0 0,0 0,0 0,0 0,0 0,1 0,-1 0,0 0,0 0,1 0,-1 0,1 0,-1 1,1-1,-1 0,1 0,-1 0,1 0,0 1,0-1,-1 0,1 1,0-1,0 0,0 1,-1-1,1 1,0 0,0-1,0 1,0 0,0-1,0 1,0 0,0 0,0 0,0 0,0 0,0 0,19 3,-1 1,0 1,0 0,0 2,-1 0,3 3,-13-7,-4-1,89 47,-90-47,1 1,-1 0,0 0,0 0,0 0,-1 1,1-1,-1 1,0-1,0 1,0 0,0 0,-1 0,1 0,-1 0,0 0,0 0,-1 0,1 1,-1-1,0 0,0 0,-1 2,-19 85,20-90,0 1,0-1,0 1,1-1,-1 1,0-1,1 1,-1-1,1 1,0-1,-1 1,1-1,0 0,0 1,0-1,0 0,0 0,0 0,0 1,0-1,1 0,-1-1,0 1,1 0,-1 0,1-1,-1 1,0 0,1-1,-1 0,1 1,0-1,-1 0,1 0,-1 0,2 0,57-4,-49 2,-1-1,0 0,0 0,0-1,0 0,-1 0,1-1,-1-1,-1 0,1 0,-1 0,0-1,0 0,-1-1,1 0,-2 0,1 0,-2-1,1 0,-1 0,0-1,-1 1,0-1,0 0,-1 0,-1-1,1 1,-1-6,-2 13,1 1,-1-1,0 1,0-1,0 0,0 1,0-1,-1 1,1-1,-1 1,0-1,0 1,0-1,0 1,0 0,0 0,0-1,-1 1,0 0,1 0,-1 0,0 1,0-1,0 0,0 1,0-1,0 1,0-1,0 1,-1 0,1 0,0 0,-1 0,1 1,-1-1,1 1,-1-1,1 1,-1 0,0 0,1 0,-1 0,1 0,-1 1,1-1,-1 1,1 0,-1 0,1 0,0 0,-1 0,-1 2,1 0,0 0,0 0,1 1,-1-1,1 1,0 0,0 0,0 0,0 0,1 0,0 0,0 1,0-1,0 0,1 1,-1-1,1 0,0 1,0-1,1 0,0 1,-1-1,1 0,1 1,-1-1,1 0,-1 0,1 0,0 0,1-1,-1 1,1 0,-1-1,1 0,0 0,0 1,1-2,-1 1,2 1,9 4,1 0,-1-1,1 0,0-2,1 0,0 0,-1-1,1-1,1-1,-1 0,0-1,4-1,35 1</inkml:trace>
  <inkml:trace contextRef="#ctx0" brushRef="#br0" timeOffset="7786.327">7216 2462,'-103'13,"100"-12,0 0,1 0,-1 0,0 0,0 1,1-1,-1 1,0 0,1 0,0 0,-1 0,1 0,0 0,0 0,0 1,1-1,-1 1,0 0,1-1,0 1,-1 0,1 0,1 0,-1 0,0 0,1 0,-1 0,1 0,0 0,0 0,0 0,0 1,4 6,-1-1,2 0,-1 0,1 0,0-1,1 0,0 0,0 0,1-1,0 0,1 0,-1 0,1-1,0 0,1-1,-1 0,3 1,-6-2,27 16,-20-13,0 0,0 1,-1 1,0 0,0 0,-1 1,0 0,4 7,-14-16,1-1,-1 1,0-1,1 1,-1-1,0 1,1 0,-1-1,0 1,1 0,-1-1,0 1,0 0,0-1,0 1,0 0,0 0,0-1,0 1,0 0,0-1,0 1,0 0,-1-1,1 1,0 0,0-1,-1 1,1 0,-1-1,1 1,0-1,-1 1,1-1,-1 1,1-1,-1 1,1-1,-1 1,0-1,1 0,-1 1,1-1,-1 0,0 1,1-1,-1 0,0 0,1 0,-1 0,0 0,0 0,0 0,-40 3,41-3,-5 0,1 0,-1 0,1-1,-1 1,1-1,-1 0,1-1,0 1,-1-1,1 1,0-1,0 0,0-1,0 1,1-1,-1 0,-1-2,4 4,1-1,0 0,0 0,0 0,0 1,0-1,1 0,-1 0,1 1,-1-1,1 0,-1 0,1 1,0-1,0 1,0-1,0 1,0-1,0 1,0-1,0 1,1 0,-1 0,0-1,1 1,-1 0,1 0,0 1,-1-1,1 0,0 0,-1 1,1-1,0 1,0 0,-1-1,1 1,0 0,0 0,0 0,-1 0,107-33,-82 27,1-1,-1-1,0-1,0-2,-1-1,-1 0,0-2,13-10,-34 22,0 1,-1-1,1 0,-1 0,1 0,-1 0,0 0,0-1,0 1,0-1,0 1,0-1,-1 0,1 0,-1 1,0-1,0 0,0 0,0 0,-1 0,1 0,-1-1,0 1,1 0,-2 0,1 0,0 0,0 0,-1 0,0-1,0 1,0 0,0 1,0-1,0 0,-1 0,1 0,-1 1,0-1,0 1,0-1,0 1,-1-1,1 2,0 0,1 1,-1-1,0 0,0 1,0-1,0 1,0-1,0 1,0 0,1 0,-1 0,0 0,0 0,0 1,0-1,0 0,0 1,0 0,0-1,1 1,-1 0,0 0,1 0,-1 0,0 0,1 0,-1 1,1-1,0 0,-1 1,1-1,0 1,0-1,0 1,0 0,-28 66,28-61,1-1,0 1,0-1,0 1,0 0,1-1,1 1,-1-1,1 0,0 1,0-1,0 0,1 0,0 0,1-1,-1 1,1-1,0 0,0 0,1 0,-1 0,1-1,0 1,0-1,1-1,-1 1,1-1,0 0,0 0,0-1,0 1,0-1,1-1,-1 1,1-1,1 0,0 1,1 0,-1-1,1 0,-1 0,1-1,-1 0,1-1,-1 0,0 0,1 0,-1-1,0-1,0 1,0-1,0-1,0 1,-1-1,1-1,-1 1,0-1,-1-1,1 1,-1-1,0 0,0-1,-1 1,0-1,0 0,-1 0,0-1,1-1,6-22,-2 0,-1-1,-2 1,-1-2,-1 1,-2 0,-1-5,1-1,7-166,-12 197,-1 21,-6 40,2 1,2 0,3 0,2 24,2-56,1-1,0 0,2 1,0-2,2 1,0 0,10 19,-13-33,0 0,1-1,0 0,1 1,0-1,0-1,0 1,1-1,0 0,0 0,0-1,1 0,0 0,0 0,0-1,1 0,-1 0,1-1,0 0,0 0,0-1,5 1,-9-3,-1 0,1 0,0 0,0 0,0 0,-1-1,1 1,0-1,-1 0,1 0,0-1,-1 1,1-1,-1 0,0 0,0 0,0 0,0 0,0-1,0 1,0-1,-1 0,1 0,-1 0,0 0,0 0,0-1,0 1,-1-1,1 1,-1-1,0 1,0-1,0 0,0 1,-1-1,0 0,0 0,0-1,2-30</inkml:trace>
  <inkml:trace contextRef="#ctx0" brushRef="#br0" timeOffset="8036.658">7818 2342,'-5'0,"10"0,21-3,25-2,30-5,28-6,20-7,-11 1</inkml:trace>
  <inkml:trace contextRef="#ctx0" brushRef="#br0" timeOffset="15550.691">8513 2462,'0'4,"0"0,0-3,0-5,0-3,0-3,-2 2,-4 6,-2 6,0 8,1 5,2-2</inkml:trace>
  <inkml:trace contextRef="#ctx0" brushRef="#br0" timeOffset="15803.018">8500 2689,'4'5,"4"1,1-3,1-1,-1-4,-3-4,-4-2,-4-1,-5 2,-1 4,1 4,6 3,8 1,3-2</inkml:trace>
  <inkml:trace contextRef="#ctx0" brushRef="#br0" timeOffset="16246.829">8968 2328,'17'-9,"1"0,0 1,1 0,0 2,0 0,0 1,1 1,0 1,0 1,0 0,2 2,-20-1,0 1,0-1,1 1,-1-1,0 1,0 0,1 0,-1 0,0 1,0-1,1 0,-1 1,0-1,0 1,0 0,0 0,0 0,0 0,0 0,0 0,0 1,0-1,-1 0,1 1,0 0,-1-1,1 1,-1 0,0 0,0 0,0 0,0 0,0 0,0 0,0 0,0 0,-1 0,1 1,-3 4,-1 0,1 0,-1 0,-1 0,1 0,-1-1,0 1,-1-1,0 0,1 0,-2-1,1 1,-1-1,0-1,-3 3,-21 22,30-29,-1 0,0 0,1 1,-1-1,1 1,-1-1,1 0,-1 1,1-1,-1 1,1-1,0 1,-1 0,1-1,0 1,-1-1,1 1,0 0,0-1,0 1,-1 0,1-1,0 1,0 0,0-1,0 1,0 0,0-1,0 1,0-1,1 1,-1 0,0-1,0 1,0 0,1-1,-1 1,0-1,1 1,-1 0,29 6,-15-7,0 0,0 2,0-1,0 2,0 0,0 0,-1 1,0 1,0 1,0-1,0 2,-1 0,0 0,0 1,-1 1,0 0,-1 0,4 5,-13-12,1 1,-1-1,1 1,-1 0,0-1,0 1,-1 0,1 0,0 0,-1-1,0 1,1 0,-1 0,0 0,-1 0,1 0,0-1,-1 1,0 0,0 0,0 0,0-1,0 1,0 0,0-1,-1 1,0-1,1 0,-1 0,0 1,0-1,0 0,0 0,-2 0,-85 56,88-58,-25 13,-1-2,0-1,-1-1,-28 5,7-5</inkml:trace>
  <inkml:trace contextRef="#ctx0" brushRef="#br0" timeOffset="17719.754">5184 3050,'2'1,"1"1,-1-1,0 1,0-1,0 1,0 0,0 0,0 0,-1 0,1 0,-1 0,1 0,-1 1,0-1,0 0,0 1,0-1,0 1,-1-1,1 1,0 2,-1-5,9 41,-1 1,-3 0,-1 0,-1 29,-2-38,17 689,-19-701,10 54,-8-74,1 1,-1-1,1 0,0 0,0 1,0-1,-1 0,1-1,0 1,0 0,0 0,0-1,0 0,0 1,1-1,-1 0,0 0,0 0,0 0,0 0,0 0,0-1,0 1,0-1,0 1,0-1,0 0,0 0,0 0,0 0,0 0,-1 0,1-1,0 1,-1 0,1-1,-1 1,0-1,1-1,11-5,7-3,1 1,0 2,0 0,1 0,-1 2,2 1,-1 1,0 1,1 0,0 2,-1 1,7 1,362 24,287-44,-332 3,673-34,875 17,-1884 33,-8 1,0-1,0 1,0-1,0 0,0 0,0 0,0 0,0 0,0 0,0 0,0-1,0 1,0-1,0 1,0-1,0 0,0 0,0 0,-1 0,1 0,0 0,-1 0,1 0,-1-1,1 1,-1-1,0 1,1-1,-1 0,0 0,1-12</inkml:trace>
  <inkml:trace contextRef="#ctx0" brushRef="#br0" timeOffset="18881.82">9395 697,'13'-6,"1"0,-1 1,1 0,0 1,1 0,-1 1,1 1,-1 1,1 0,0 0,1 2,1-2,11-1,-1 2,0 1,0 1,0 1,0 2,0 1,24 8,-40-10,-1-1,-1 2,1 0,0 0,-1 0,0 1,0 1,-1-1,0 1,0 1,0 0,-1 0,-1 0,1 1,-1 0,0 0,-1 1,0-1,-1 1,0 0,1 6,1 13,-2 0,0 0,-2 1,-1 0,-2-1,-1 1,1 32,7 80,6 0,27 116,11 99,-21 259,-24-545,4-1,2 0,17 51,-10-51,-3 1,-3 0,-3 0,-1 61,-10-46,7 96,27-75,-36-140,-2 9</inkml:trace>
  <inkml:trace contextRef="#ctx0" brushRef="#br0" timeOffset="19765.973">10077 1433,'21'0,"15"0,16 0,12 0,11 2,9 3,9 1,5 2,6-2,0 2,-3-1,-8-2,-13-1,-16-2,-15-1,-20-1,-14 0</inkml:trace>
  <inkml:trace contextRef="#ctx0" brushRef="#br0" timeOffset="20058.198">11294 1206,'-14'11,"-9"13,-5 14,0 14,5 12,8 6,14 0,14-2,13-8,15-11,10-12,9-14,8-10,-8-7</inkml:trace>
  <inkml:trace contextRef="#ctx0" brushRef="#br0" timeOffset="20334.969">11681 1192,'5'-5,"7"4,10 5,7 11,4 10,0 13,-5 14,-7 8,-12 9,-13 4,-11 0,-8-5,-5-9,2-13,6-19,6-13</inkml:trace>
  <inkml:trace contextRef="#ctx0" brushRef="#br0" timeOffset="20584.303">11988 1459,'608'26,"404"16,-827-28,-138-6,-30 0,-26 1,-14-2</inkml:trace>
  <inkml:trace contextRef="#ctx0" brushRef="#br0" timeOffset="21814.221">38 510,'-1'0,"0"-1,1 1,-1-1,1 1,-1-1,0 1,0-1,1 1,-1-1,0 1,0 0,1-1,-1 1,0 0,0 0,0 0,1 0,-1 0,0 0,0 0,0 0,0 0,1 0,-1 0,0 0,0 1,0-1,1 0,-1 0,0 1,0-1,1 1,-1-1,0 1,1-1,-1 1,0-1,1 1,-1-1,1 1,-1 0,1 0,-1-1,1 1,0 0,-1-1,1 1,0 0,0 0,-1 0,1-1,0 1,0 0,0 1,-3 52,3-51,28 377,-27-366,45 609,32 28,78 123,-105-545,-30-138,-3 0,-5 1,-4 0,-3 1,-5-1,-10 81,-8-86,12-81,0-5</inkml:trace>
  <inkml:trace contextRef="#ctx0" brushRef="#br0" timeOffset="24249.971">2590 189,'-52'-24,"-2"2,-1 3,0 2,-1 2,0 3,-1 2,-1 3,0 2,1 3,-1 3,-36 5,55-2,1 3,0 1,1 2,-1 1,2 2,0 2,1 1,0 2,1 1,2 1,0 2,1 2,1 1,1 1,-23 27,-18 31,3 2,4 3,4 3,-20 47,30-49,4 1,4 2,3 2,4 6,21-55,1 1,2 1,3 0,1 0,3 0,2 1,2-1,2 1,6 26,2-21,3-1,2 0,2-1,3-1,1-1,3-1,2-1,2-2,2 0,2-2,20 18,-9-13,3-2,1-3,3-1,1-3,2-2,1-2,3-3,0-2,27 7,-28-16,1-3,1-2,0-3,2-2,-1-3,1-3,0-2,0-4,0-1,0-4,0-2,-1-2,0-4,0-2,-2-2,0-3,-1-3,-1-2,-2-2,0-3,26-21,-36 22,-1-2,-2-2,-1-1,-1-3,-2 0,-2-3,-2-1,-1-1,-2-2,-3-1,-1-1,-2-2,-2 0,-3-1,12-45,-21 41,-2-1,-2 0,-2 0,-3-1,-2 1,-3 0,-2 0,-2 0,-3 0,-2 1,-2 1,-3 1,-9-16,-62-138,-10 4,-24-23,115 211,-37-71,-3 2,-4 3,-4 1,-45-46,90 111,-2 1,1 0,-2 1,1 0,-1 1,-1 1,0 0,0 1,-1 1,0 0,0 2,-1-1,1 2,-1 0,0 1,0 1,-1 0,1 2,0 0,-7 1,-16 5,0 2,1 2,0 2,0 1,2 2,0 1,0 3,2 0,0 2,1 2,-14 14,14-10,2 1,1 2,1 1,2 1,-5 10,-29 49</inkml:trace>
  <inkml:trace contextRef="#ctx0" brushRef="#br0" timeOffset="25001.7">3646 2181,'20'-18,"1"2,1 0,1 2,0 0,0 1,1 2,1 0,0 2,0 0,16-1,-40 9,1 0,0 0,0 0,0 1,0-1,0 1,0-1,0 1,0 0,0 0,0 0,0 0,1 0,-1 1,0-1,0 0,0 1,0 0,-1-1,1 1,0 0,0 0,0 0,0 0,-1 0,1 1,-1-1,1 0,-1 1,1-1,-1 1,0 0,0-1,1 1,-1 0,-1 0,1 0,0 0,0 0,-1-1,1 1,-1 1,0 8,-1 0,0 0,-1-1,-1 1,1 0,-2-1,1 0,-2 0,1 0,-1 0,-1-1,0 1,-1 4,-11 17,1 2,2 0,1 1,2 0,1 1,2 1,1-1,2 1,1 1,2-1,2 26,6-14,2-8</inkml:trace>
  <inkml:trace contextRef="#ctx0" brushRef="#br0" timeOffset="25298.875">3807 3117,'94'-15,"-90"14,-1 0,0 0,0-1,0 1,0-1,-1 0,1 0,0 0,-1 0,1 0,-1 0,1-1,-1 1,0-1,0 0,-1 1,1-1,0 0,-1 0,0 0,1-1,-1 1,-1 0,1 0,0-1,-1 1,1 0,-1 0,-1 0,1 0,0 0,-1 1,1-1,-1 0,0 0,0 1,0-1,0 1,0-1,-1 1,1-1,-1 1,1 0,-1 0,0 0,0 0,0 0,0 0,0 0,-1 0,1 1,-1-1,1 1,-1 0,1 0,-3-1,-2 0,0-1,0 1,0 1,0 0,-1 0,1 0,0 1,0 0,-1 0,-5 1,5 1,1-1,-1 1,1 1,0-1,0 1,0 1,0-1,1 1,-1 0,1 1,0-1,0 1,0 0,1 1,0-1,0 1,0 0,-2 5,6-9,0 0,0-1,1 1,-1 0,1-1,-1 1,1 0,0 0,-1 0,1-1,0 1,0 0,0 0,1 0,-1-1,0 1,1 0,-1 0,1-1,-1 1,1 0,0-1,0 1,0 0,0-1,0 1,0-1,0 0,0 1,1-1,-1 0,0 0,1 0,-1 0,1 0,-1 0,1 0,0 0,-1-1,1 1,0 0,0-1,-1 0,1 1,1-1,33 11</inkml:trace>
  <inkml:trace contextRef="#ctx0" brushRef="#br0" timeOffset="26801.067">13861 163,'3'59,"2"-1,4 1,10 38,-13-67,20 93,28 148,7 148,-44-116,-15 68,0 15,8-217,7 1,7-2,14 28,-35-183,2 15,1 1,2-1,1 0,1-1,11 22,-21-49,0 1,0-1,0 1,1-1,-1 1,0-1,0 1,0-1,0 1,1-1,-1 1,0-1,0 1,1-1,-1 1,0-1,1 1,-1-1,1 0,-1 1,0-1,1 0,-1 1,1-1,-1 0,1 1,-1-1,1 0,-1 0,1 0,-1 0,1 1,0-1,-1 0,1 0,-1 0,1 0,-1 0,1 0,-1-1,1 1,-1 0,1 0,0 0,-1 0,1-1,-1 1,1 0,-1 0,0-1,1 1,-1 0,1-1,-1 1,1-1,-1 1,5-10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3:35.5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1,'14'2,"13"1,13 0,15-1,10 0,11-1,6-1,2 1,-3-1,-12-1,-12 1,-14 0,-12 2,-9 1,-4 0,-4-1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5:23.8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15,'5'4,"10"3,14-2,16-2,14-5,10-4,8-2,6 2,3 1,-2 2,-2 1,-6 1,-15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5:43:37.0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1621,'2'-16,"0"0,1-1,0 1,2 0,0 1,0-1,2 1,6-13,17-42,4-78,-33 146,-1 2,0 0,0 0,1 1,-1-1,1 0,-1 0,0 0,1 1,-1-1,0 0,1 0,-1 0,1 0,-1 0,0 0,1 0,-1 0,1 0,-1 0,1 0,-1 0,0 0,1 0,-1 0,1 0,-1-1,0 1,1 0,-1 0,0 0,1-1,-1 1,0 0,1 0,-1-1,0 1,1 0,-1-1,0 1,0 0,0-1,1 1,-1 0,0-1,0 1,0-1,0 1,0 0,0-1,1 1,-1-1,0 1,0 0,0-1,0 1,0-1,-1 1,1-1,0 1,0 0,0-1,0 1,0 0,-1-1,18 18,0-1,0-1,1-1,1 0,1-2,0 0,2 0,-3-2,-1 0,-1 1,0 1,0 0,-1 1,-1 1,0 1,-1 0,0 2,-12-16,0 1,-1 0,1-1,-1 1,0 0,1 0,-1 0,0 0,0 0,0 0,0 0,-1 0,1 0,-1 0,1 0,-1 0,0 1,1-1,-1 0,0 0,-1 1,1-1,0 0,-1 0,1 0,-1 1,1-1,-1 0,0 0,0 0,0 0,0 0,-1-1,1 1,0 0,-1 0,1-1,-1 1,0-1,1 1,-1-1,0 0,0 0,0 0,0 0,0 0,0 0,-1 0,-1 1,-1 0,0-1,0 1,1-1,-1 0,0-1,0 1,0-1,0 0,0 0,0 0,0-1,0 0,0 0,0 0,1 0,-1-1,0 0,1 0,-1 0,1-1,0 1,0-1,0 0,0 0,0-1,1 1,-1-1,1 1,0-1,0 0,0-1,1 1,-2-4,4 5,1 1,0-1,0 0,0 1,0-1,0 1,0 0,1-1,-1 1,1 0,0 0,0 0,0 0,0 0,0 0,0 1,0-1,0 0,1 1,-1 0,1 0,-1 0,1 0,-1 0,1 0,0 1,-1-1,1 1,0-1,0 1,-1 0,1 0,2 1,3-3,38-7,5 0,0-3,0-2,38-16,-83 28,0 0,-1 0,1-1,-1 1,0-1,0-1,0 1,0 0,0-1,-1 0,1 0,-1-1,0 1,-1-1,1 0,-1 0,0 0,0 0,1-5,-4 9,0-1,0 1,0-1,0 1,-1 0,1-1,0 1,-1-1,1 1,-1 0,0-1,1 1,-1 0,0 0,0-1,0 1,0 0,0 0,0 0,0 0,0 0,0 1,0-1,-1 0,1 0,0 1,0-1,-1 1,1-1,-1 1,1-1,-2 1,-47-8,36 7,10-1,0 1,-1 0,1 0,0 1,0-1,0 1,0 0,-1 0,1 0,0 1,0-1,0 1,0 0,0 0,0 0,0 1,0 0,0-1,0 1,1 0,-1 1,1-1,0 1,-1 0,1-1,0 2,1-1,-1 0,1 0,-1 1,0 0,1 9,0 0,0-1,2 1,-1 0,2 0,-1 0,2-1,0 1,0-1,1 1,1-1,0 0,1 0,0 0,0 0,1-1,1 0,0-1,1 1,2 2,0-4,0 0,1 0,0-1,0-1,1 1,0-2,0 0,0 0,1-1,0-1,0 0,0-1,0 0,1-1,-1 0,1-1,0-1,-1 0,1-1,8-1,33-5</inkml:trace>
  <inkml:trace contextRef="#ctx0" brushRef="#br0" timeOffset="1182.527">1069 1260,'120'292,"-119"-290,-1-1,0 0,-1 0,1-1,0 1,0 0,0 0,0 0,0 0,1 0,-1-1,0 1,0 0,0 0,1 0,-1-1,0 1,1 0,-1 0,1-1,-1 1,1 0,-1-1,1 1,0 0,-1-1,1 1,0-1,-1 1,1-1,0 1,-1-1,1 0,0 1,0-1,0 0,0 0,-1 0,1 1,0-1,0 0,0 0,0 0,-1 0,1 0,0-1,0 1,0 0,0 0,-1 0,1-1,0 1,0 0,31-127,-28 113,0 1,1-1,1 1,0 0,1 0,0 1,1-1,0 2,1-1,0 1,1 1,7-6,-16 15,-1 0,1 1,0-1,0 0,0 1,0-1,0 1,0-1,0 1,0-1,0 1,0 0,0 0,0-1,0 1,0 0,0 0,0 0,0 0,0 0,1 0,-1 1,0-1,0 0,0 0,0 1,0-1,0 1,0-1,0 1,0-1,-1 1,1 0,0-1,0 1,0 0,0 0,-1-1,1 1,-1 0,1 0,0 0,-1 0,1 0,-1 0,0 0,1 1,13 55,-13-50,5 47,-5-35,1 0,1 0,0 0,2-1,0 1,1-1,1-1,-5-12,1-1,0 1,1-1,-1 0,1 0,0-1,0 1,0-1,0 0,1 0,-1 0,1-1,0 1,-1-1,1 0,0 0,0-1,1 0,-1 0,0 0,0 0,1-1,-1 0,0 0,0 0,1-1,-1 0,0 0,0 0,0 0,0-1,2-1,32-8</inkml:trace>
  <inkml:trace contextRef="#ctx0" brushRef="#br0" timeOffset="1963.979">1711 1287,'50'18,"-11"-5,-2 2,1 1,32 22,-59-32,-1 1,0 0,-1 0,0 1,0 1,-1 0,0 0,-1 0,1 1,-2 0,0 1,0-1,-1 1,0 0,2 6,-2 10,0 1,-2 0,0 0,-2 0,-2 0,0-1,-2 1,-1 0,-1 0,-1-1,-2 1,-1 10,2 0,1 1,3 0,0 0,3 12,0-45,0 1,1-1,-1 0,1 1,1-1,-1 0,1 0,0 0,1 0,-1 0,1 0,0-1,1 1,-1-1,1 0,0 0,0 0,1 0,-1-1,1 0,0 0,0 0,1 0,-1-1,1 0,0 0,-1-1,1 0,0 0,1 0,-1 0,0-1,0 0,1 0,1-1,-2 0,-1-1,0 0,0 0,0 0,0-1,0 0,-1 1,1-2,0 1,-1 0,1-1,-1 0,0 0,0-1,0 1,-1-1,1 1,-1-1,0 0,0-1,0 1,0 0,-1-1,1 0,-1 1,-1-1,1-2,2-6,0 0,-1 0,-1 0,0-1,-1 1,-1-1,0 1,0 0,-2-1,0 0,-5-16,-1 0,-2 0,0 2,-3-1,0 1,-1 1,-2 1,-1 0,-1 1,-1 0,-1 2,-1 0,-1 2,-1 0,-1 2,-3-1,7 6,0 1,-2 0,1 2,-2 1,1 1,-15-4,32 6,28 4,-16 2,424-55,-422 55,60 2,-67-1,0 1,0-1,0 1,0 0,0-1,0 1,-1 0,1 0,0 0,-1 1,1-1,0 0,-1 1,0-1,1 1,-1-1,0 1,0 0,1 0,-1-1,-1 1,1 0,0 0,0 0,-1 0,1 0,-1 0,0 0,1 0,-1 2,-1 46,5 45,-3-93,0 1,0-1,0 1,0 0,1-1,-1 0,1 1,-1-1,1 0,0 0,0 0,0 0,0 0,0 0,0-1,1 1,-1-1,0 1,1-1,-1 0,1 0,0 0,-1 0,1-1,0 1,-1-1,1 1,0-1,0 0,0 0,0-1,2 1,-1 0,0-1,0 0,0 0,1 0,-1 0,0-1,-1 1,1-1,0 0,0 0,-1-1,1 1,-1-1,0 0,0 0,0 0,0 0,0 0,-1-1,1 1,-1-1,0 1,0-1,0 0,-1 0,1 0,-1-1,2-4,0 1,-1-1,0 0,-1 0,0 0,0 0,-1 0,0 0,0 0,-1 0,-1 0,1 0,-2 0,1 2,-1 0,-1 0,1 1,-1-1,0 1,-1 0,1 0,-1 0,0 1,-1 0,1 0,-1 0,0 1,0-1,-1 1,1 1,-1-1,-6-1,8 3,0 0,0 0,0 1,-1-1,1 1,0 0,-1 1,1-1,0 1,-1 0,1 1,0-1,-1 1,1 0,0 1,0-1,-1 1,1 0,0 0,1 0,-1 1,0 0,1 0,-1 0,1 0,-2 2,4-2,0-1,-1 1,1 0,0 0,0 0,0 0,1 0,-1 0,1 0,0 1,0-1,0 0,0 1,0-1,1 1,0-1,-1 1,1-1,0 1,1-1,-1 1,1-1,0 1,-1-1,2 1,-1-1,0 0,1 0,-1 1,1-1,0 0,0-1,0 1,0 0,1 0,1 1,28 21,3-5</inkml:trace>
  <inkml:trace contextRef="#ctx0" brushRef="#br0" timeOffset="2369.894">2754 1608,'0'-50,"2"11,-2 1,-2-1,-2 0,-1 1,-9-31,18 49,20 27,4 4,-5-2,-1 0,0 1,0 2,-1 0,6 5,-22-13,-1-1,1 1,0 1,-1-1,0 1,0-1,0 1,-1 0,0 0,0 1,0-1,0 1,-1 0,0-1,0 1,-1 0,1 0,-1 0,0 0,-1 0,0 1,0-1,0 2,-37 134,37-140,-1 0,1 0,0 1,1-1,-1 0,0 0,1 0,-1 0,1 1,-1-1,1 0,0 0,0 0,0 0,0 0,0-1,1 1,-1 0,1 0,-1-1,1 1,-1-1,1 1,0-1,0 0,0 0,0 0,0 0,0 0,0 0,0 0,0-1,1 1,78 11,-80-12,65-1,0-3,0-2,49-12,-36 4</inkml:trace>
  <inkml:trace contextRef="#ctx0" brushRef="#br0" timeOffset="5264.503">7366 1180,'0'9,"2"3,4-1,2-1,2-6,0-5,-2-5,-2-3,-3-4,-1 0,-4 1,-3 3,-4 3,-2 4,-4 6,1 1</inkml:trace>
  <inkml:trace contextRef="#ctx0" brushRef="#br0" timeOffset="5535.776">7486 1595,'70'-25,"-68"24,0 0,0-1,0 1,0-1,0 1,0-1,0 0,0 1,-1-1,1 0,-1 0,1-1,-1 1,0 0,0 0,0-1,0 1,0 0,0-1,-1 1,1-1,-1 1,0-1,0 1,0-1,0 1,0-2,-2 0,0 1,-1-1,1 1,-1 0,1 0,-1 0,0 1,0-1,-1 0,1 1,0 0,-1 0,0 0,1 0,-1 1,0-1,0 1,0 0,0 0,0 1,0-1,0 1,0 0,0 0,0 0,0 0,0 1,0-1,0 1,-3 1,-57 29,63-30,0-1,0 1,-1 0,1 0,0 0,0 0,0 0,0 0,0 0,0 1,0-1,0 0,1 0,-1 1,0-1,1 0,-1 1,1-1,-1 1,1-1,0 1,0-1,-1 1,1-1,0 1,0-1,1 1,-1-1,0 1,0-1,1 1,-1-1,1 0,-1 1,1-1,0 1,-1-1,1 0,0 0,0 1,0-1,0 0,0 0,0 0,5 3,0 0,0-1,1 1,-1-2,1 1,0 0,-1-1,1-1,0 1,5 0,38 6</inkml:trace>
  <inkml:trace contextRef="#ctx0" brushRef="#br0" timeOffset="3052.239">4091 886,'14'8,"0"-1,0 0,0-1,1 0,0-1,0-1,1 0,-1-1,1-1,0-1,0 0,-1-1,7 0,11-3,0-1,0-1,0-2,0-1,24-10,-39 13,0-1,-1 0,0-2,0 0,0 0,-1-2,-1 0,1-1,-2 0,1-2,-2 1,0-2,0 0,-1 0,-1-1,6-10,-16 22,1 0,-1 0,0 0,0 0,0 0,0 0,-1 0,1 0,-1 0,0 0,1-1,-1 1,-1 0,1 0,-1 0,1 0,-1 0,0-1,0 1,0 0,0 1,-1-1,1 0,-1 0,0 1,1-1,-1 0,0 1,-1 0,1 0,0-1,-1 1,1 1,-1-1,0 0,0 1,1-1,-1 1,-3-1,-1 0,0 0,0 0,0 1,-1 0,1 1,-1-1,1 1,0 1,-1-1,1 1,0 1,0-1,0 1,0 1,0-1,0 1,0 0,1 1,-1-1,1 1,0 1,0-1,1 1,-1 0,1 0,0 1,1-1,-1 1,1 0,-3 6,-3 11,0 0,2 0,1 1,1 0,0 0,2 0,1 1,1 0,2 20,1 77,6 0,5-1,26 112,-14-100,-6 1,-6 0,-6 7,-5-118,-1 0,-2 0,0-1,-2 1,0-1,-1 0,-7 16,12-37,0 0,-1 1,1-1,-1 1,1 0,-1-1,1 1,-1-1,0 0,0 1,0-1,0 1,0-1,0 0,0 0,0 0,0 1,-1-1,1 0,0-1,-1 1,1 0,-1 0,1-1,-1 1,1 0,-1-1,-9-6</inkml:trace>
  <inkml:trace contextRef="#ctx0" brushRef="#br0" timeOffset="3353.547">4304 1421,'53'-22,"0"2,2 2,0 2,15 0,-42 10,216-47,-242 52,0 1,-1-1,1 1,0-1,-1 1,1 0,0-1,0 1,-1 0,1 0,0 0,0 1,-1-1,1 0,0 1,-1-1,1 1,0-1,-1 1,1 0,-1 0,1 0,-1 0,1 0,-1 0,0 0,0 0,1 0,-1 1,0-1,0 0,0 1,0-1,0 1,-1-1,1 1,0 0,-1-1,1 1,-1 0,0-1,1 1,-1 0,0 0,0-1,0 1,0 0,0-1,-1 1,-16 164,17-164,0 0,1 0,-1 1,1-1,-1 0,1 0,0 0,0 0,0 0,0 0,0 0,0 0,1 0,-1 0,0-1,1 1,0-1,-1 1,1-1,0 1,0-1,0 0,0 0,0 0,0 0,0 0,0 0,0-1,0 1,0-1,1 1,-1-1,0 0,0 0,1 0,-1 0,0 0,0-1,1 1,-1-1,0 1,0-1,0 0,0 0,0 0,0 0,0 0,0 0,21-11</inkml:trace>
  <inkml:trace contextRef="#ctx0" brushRef="#br0" timeOffset="3601.404">4853 1074,'0'0</inkml:trace>
  <inkml:trace contextRef="#ctx0" brushRef="#br0" timeOffset="4118.021">5227 1220,'1'-3,"0"0,0 0,0 1,1-1,-1 0,1 1,0-1,0 1,0 0,0-1,0 1,0 0,0 0,1 0,-1 1,1-1,0 1,-1-1,1 1,0 0,0 0,0 0,0 0,0 0,0 1,0-1,0 1,0 0,0 0,0 0,0 1,0-1,0 1,0-1,0 1,0 0,0 0,0 0,-1 1,1-1,0 1,-1-1,1 2,5 5,-1 1,0 0,0 0,-1 1,-1 0,0 0,0 0,-1 1,0-1,0 1,-2 0,1 0,-1 0,-1 1,0-1,-1 0,0 10,1 65,-4 0,-6 22,-4 124,11-221,2 1,0 0,0-1,1 1,0 0,1-1,1 1,0-1,0 0,1 0,0 0,1 0,0-1,1 0,0 0,1 0,0-1,0 0,1 0,0-1,1 0,0 0,0-1,1 0,-1-1,7 3,-13-7,1-1,-1 0,1 0,-1 0,1 0,0-1,-1 1,1-1,0 0,0 0,-1 0,1-1,0 1,-1-1,1 0,0 0,-1 0,0-1,1 1,-1-1,0 0,1 0,-1 0,0 0,0 0,-1-1,1 1,0-1,-1 0,0 0,1 0,-1 0,0 0,-1 0,1-1,3-11,-2-1,1 1,-2-1,0 0,-1 0,-1 0,0 1,-1-1,-1 0,0 0,-1 0,-1 1,0 0,-1 0,-1 0,0 0,-1 1,-1 0,0 0,-2 0,-19-36,-2 2,-2 1,-2 2,-2 1,-2 2,-40-34,75 73,3 3,1 0,-1 0,0 0,0-1,0 1,1 0,-1-1,0 1,1 0,-1-1,0 1,1-1,-1 1,0-1,1 1,-1-1,1 1,-1-1,1 0,-1 1,1-1,-1 0,1 1,0-1,-1 0,1 0,0 1,0-1,0 0,-1 0,1 0,0 1,0-1,0 0,0 0,0 0,0 1,1-1,-1 0,0 0,0 1,1-1,-1 0,0 0,1 1,-1-1,0 0,1 1,-1-1,1 0,-1 1,1-1,0 1,-1-1,1 1,0-1,-1 1,122-16,258 3,-372 13,-5 0,1-1,-1 1,0-1,1 1,-1 0,1 0,-1 0,0 1,1 0,-1-1,0 1,1 0,-1 0,0 1,0-1,0 1,0-1,0 1,0 0,0 0,-1 0,1 1,-1-1,0 1,1-1,-1 1,0 0,0 1,1 76,-4-73,0 0,0 0,1 0,0 0,0 0,1 0,0 0,0 0,0 0,1 0,0 0,1 0,-1-1,4 5,-5-8,1-1,0 0,0 0,0 0,0 0,1 0,-1-1,0 1,1-1,-1 1,1-1,0 0,-1 0,1 0,0 0,-1-1,1 1,0-1,0 1,0-1,0 0,0 0,-1 0,1-1,0 1,0-1,0 1,0-1,0 0,16-7</inkml:trace>
  <inkml:trace contextRef="#ctx0" brushRef="#br0" timeOffset="4366.87">5855 1113,'7'5,"11"5,14 4,2 0</inkml:trace>
  <inkml:trace contextRef="#ctx0" brushRef="#br0" timeOffset="4601.764">6470 1287,'-10'-8,"0"1,0 0,0 1,-1 0,0 0,-1 1,1 1,-1 0,0 0,1 1,-3 1,8 1,-1 0,1 0,-1 1,1 0,0 0,-1 1,1 0,0 0,-1 0,1 1,0 0,0 0,0 0,0 1,1 0,-1 0,1 0,-1 1,1 0,0 0,-3 4,2-1,1 1,-1-1,2 1,-1 0,1 0,0 1,1-1,0 1,0 0,1 0,0 0,0 0,1 0,1 1,-1-1,2 0,-1 0,1 1,0-1,1 0,0 0,1 0,0-1,0 1,1 0,0-1,0 0,1 0,0 0,0-1,1 0,0 0,0 0,1 0,0-1,0 0,0-1,8 4,5 0,0 0,1-2,0-1,1 0,-1-2,1 0,0-2,0 0,0-1,0-2,0 0,0-1,3-2,50-6</inkml:trace>
  <inkml:trace contextRef="#ctx0" brushRef="#br0" timeOffset="8985.841">13822 1127,'19'0,"16"-2,15-4,10-2,5 0,2 1,-4 2,-9 6,-12 6,-15 3,-11 1</inkml:trace>
  <inkml:trace contextRef="#ctx0" brushRef="#br0" timeOffset="9237.809">13822 1274,'19'11,"19"4,17-1,15-2,13-4,10-5,1-8,-3-5,-17-1</inkml:trace>
  <inkml:trace contextRef="#ctx0" brushRef="#br0" timeOffset="9512.077">14397 819,'15'19,"22"3,1-1,1-2,31 10,-11-5,180 93,-154-49,-82-65,-1 0,0 0,1 0,-1 0,-1 1,1-1,0 0,-1 1,1-1,-1 1,0 0,-1-1,1 1,0 0,-1 0,0-1,0 1,0 0,0 0,-1-1,0 1,1 0,-1 0,-1-1,1 1,-2 2,-6 8,-1-1,0 0,-1-1,-1-1,0 1,0-2,-1 0,-1 0,0-1,0-1,-7 3,17-8,-263 137,227-121</inkml:trace>
  <inkml:trace contextRef="#ctx0" brushRef="#br0" timeOffset="11865.469">15868 1353,'12'-68,"4"0,2 2,3-1,4 2,-22 56,-3 5,1-1,0 1,0-1,0 1,1-1,-1 1,1 0,0 0,0 0,0 0,1 0,0 0,-1 1,1-1,1 1,-1 0,0 0,1 0,-1 0,1 0,0 1,0 0,0 0,0 0,1 0,-1 0,0 1,1 0,-1 0,2 0,5 5,0 0,0 0,-1 1,0 1,0 0,0 0,0 1,-1 0,0 1,-1 0,0 0,0 1,-1 0,4 6,0-3,0 1,-2 0,1 1,-2 0,0 0,0 1,-1 0,-1 1,-1-1,0 1,-1 0,-1 1,0-1,-1 7,-17 34,14-56,1 0,-1 1,1-1,-1 0,0 0,0 0,1 1,-1-1,0 0,0 0,0 0,0 0,0-1,0 1,-1 0,1 0,0-1,0 1,-1 0,1-1,0 0,-1 1,1-1,0 0,-1 1,1-1,0 0,-1 0,1 0,-1 0,1 0,0-1,-1 1,1 0,0-1,-1 1,1-1,0 1,-1-1,-3-4,1 0,1-1,-1 1,1 0,0-1,0 0,1 0,-1 0,1 0,1 0,-1 0,1-1,0 1,1 0,-1-1,1 1,0 0,1-1,0 1,-1 2,0 1,0-1,1 1,0 0,-1-1,1 1,0 0,1-1,-1 1,0 0,1 0,0 0,0 0,0 1,0-1,0 0,0 1,1-1,-1 1,1 0,0 0,0 0,-1 0,1 1,1-1,-1 1,0-1,0 1,0 0,1 0,-1 1,0-1,2 1,74-17,-53 14,-1-2,0-1,0-1,0-1,-1-1,0-1,16-11,9-31,-48 50,0 1,-1 0,1-1,0 1,-1 0,1-1,-1 1,1-1,-1 1,0-1,0 1,0-1,0 1,0-1,0 1,0-1,0 1,-1-1,1 1,0 0,-1-1,1 1,-1-1,0 1,1 0,-1-1,0 1,0 0,0 0,0 0,0 0,0-1,0 1,0 1,-1-1,1 0,0 0,0 0,-1 1,1-1,-1 1,1-1,0 1,-1-1,0 1,-5-1,1 1,-1 0,0 0,0 1,0 0,0 0,0 0,0 1,1 0,-1 1,1-1,0 1,-1 1,1-1,1 1,-1 0,0 0,1 0,0 1,0 0,0 0,1 0,-1 1,1 0,1-1,-1 1,1 1,-2 3,4-6,-1-1,0 1,1-1,0 1,0 0,0-1,1 1,-1 0,1 0,0 0,0 0,0 0,0-1,1 1,-1 0,1 0,0 0,0-1,1 1,-1 0,1-1,0 0,0 1,0-1,0 0,0 0,1 0,0 0,-1 0,1-1,0 1,0-1,0 0,1 0,-1 0,1 0,-1 0,1-1,-1 1,2-1,21 7,0 0,0-2,1-1,0-1,0-2,0 0,19-2,41 0</inkml:trace>
  <inkml:trace contextRef="#ctx0" brushRef="#br0" timeOffset="12885.811">17713 953,'10'8,"0"0,0 0,-1 1,0 0,-1 1,0 0,0 0,-1 0,-1 1,1 0,-2 1,0-1,0 1,-1 0,0 1,-1-1,-1 0,0 1,0 0,-2-1,1 12,-1-21,-1-2,1 0,0 0,0 0,0 0,-1 0,1 0,0 0,0 0,0 0,0 0,0 0,1 0,-1 0,0 0,0 0,1 0,-1-1,0 1,1 0,-1 0,1 0,-1 0,1-1,0 1,-1 0,1 0,0-1,0 1,-1 0,1-1,0 1,0-1,0 1,0-1,-1 0,1 1,0-1,0 0,1 1,55-61,62-111,-95 145,-20 41,-7 11,2-21,0 1,-1-1,2 1,-1-1,1 0,0 1,0-1,0 1,1-1,-1 1,2-1,-1 0,0 1,1-1,0 0,0 0,1 0,-1 0,1-1,0 1,1-1,-1 1,1-1,0 0,6 1,0 0,0-1,1 0,-1-1,1 0,0 0,0-2,0 1,0-1,0-1,0 0,0 0,0-1,0-1,0 0,0 0,0-1,0 0,-1-1,0-1,1 0,-5 3,-1 0,1 0,-1-1,0 0,0 0,0 0,0-1,-1 0,1 0,-1 0,0 0,0-1,0 1,-1-1,0 0,0 0,0 0,0-1,-1 1,0-1,0 1,1-7,-4 13,1 1,0-1,-1 0,1 0,-1 0,1-1,-1 1,1 0,-1 0,0 0,1 0,-1 0,0-1,0 1,0 0,1-1,-1 1,0 0,0-1,0 1,0-1,0 0,0 1,0-1,0 0,-1 0,1 1,0-1,0 0,0 0,0 0,0 0,0 0,0-1,0 1,0 0,0 0,0-1,0 1,0-1,0 1,0-1,0 1,0-1,0 0,0 1,0-1,1 0,-1 0,0 1,0-1,1 0,-1 0,1 0,-1 0,1 0,-1 0,1 0,-1 0,1 0,0 0,0 0,0 0,-1 0,1 0,0 0,0-1,1 1,-1 0,0-1,-1 5,0 0,0-1,1 1,-1 0,1 0,0 0,0 0,0 0,0 0,0 0,0-1,1 1,0 0,-1 0,1 0,0-1,0 1,1 0,-1-1,0 1,1-1,0 1,0-1,-1 0,1 0,0 0,1 0,-1 0,0 0,1 0,-1-1,1 1,-1-1,2 1,97 32,-85-31,1-1,-1-1,1 0,0-2,-1 0,1 0,-1-2,1 0,1-1,-12 2,-1 1,1-1,-1 0,0-1,1 1,-1-1,-1 0,1 0,0-1,-1 1,1-1,-1 0,0 0,-1-1,1 1,-1-1,0 1,0-1,0 0,0-1,-1 1,0 0,0-1,-1 1,1-1,-1 1,0-7,0 6,-1-1,0 1,0-1,-1 0,1 1,-2-1,1 1,-1 0,1-1,-2 1,-1-4,4 10,0 1,1-1,-1 0,0 1,0-1,0 0,0 1,0-1,0 0,0 0,0 1,0-1,0 0,0 1,0-1,0 0,0 1,-1-1,1 0,0 0,0 1,0-1,0 0,0 0,-1 1,1-1,0 0,0 0,-1 1,1-1,0 0,0 0,-1 0,1 0,0 1,0-1,-1 0,1 0,0 0,-1 0,1 0,0 0,0 0,-1 0,1 0,0 0,-1 0,1 0,0 0,-1 0,1 0,0 0,0 0,-1 0,1 0,0-1,-1 1,1 0,0 0,0 0,-1 0,1-1,0 1,0 0,0 0,-1 0,1-1,0 1,0 0,-4 26,4-19,1 0,-1 0,2 0,-1 0,1 0,0 0,0-1,1 1,0-1,0 0,0 1,1-1,0-1,0 1,0-1,1 1,0-1,0-1,1 1,-1-1,1 1,0-2,0 1,0-1,0 0,1 0,21 9</inkml:trace>
  <inkml:trace contextRef="#ctx0" brushRef="#br0" timeOffset="13820.172">19103 953,'2'10,"0"0,0 0,1-1,0 1,1-1,0 0,0 0,1 0,0-1,0 1,1-1,0-1,1 1,0-1,0 0,0 0,1-1,0 0,0-1,1 1,-1-2,1 1,0-1,1 0,-1-1,1 0,4 0,-10-2,-1 0,1 0,0 0,-1-1,1 0,0 0,0 0,-1 0,1 0,0-1,-1 1,1-1,0 0,-1 0,1-1,-1 1,1-1,-1 1,0-1,0 0,0 0,0-1,0 1,0-1,0 1,-1-1,0 0,1 0,-1 0,0 0,0 0,-1-1,1 1,-1-1,1 1,-1-1,0 1,0-1,3-94,-6 176,2-73,1 1,-1 0,1-1,0 1,1-1,-1 1,1-1,0 0,1 0,-1 0,1 0,0 0,0 0,1-1,-1 0,1 1,0-1,0-1,0 1,1 0,-1-1,1 0,0 0,0-1,0 1,0-1,0 0,0 0,1-1,-1 1,1-1,-1 0,1-1,2 0,3 1,-1-2,1 1,0-1,-1-1,1 0,-1-1,0 0,0 0,0-1,0-1,-1 1,6-5,-9 6,-1 0,0-1,0 1,0-1,-1-1,1 1,-1-1,0 1,0-1,-1 0,1 0,-1-1,0 1,-1-1,1 0,-1 1,0-1,-1 0,1 0,-1 0,0 0,-1-3,0 10,-1-1,1 1,0-1,-1 1,1-1,-1 0,1 1,-1-1,1 0,-1 1,1-1,-1 0,1 0,-1 0,1 1,-1-1,0 0,1 0,-1 0,1 0,-1 0,0 0,1 0,-1 0,1 0,-1 0,1 0,-1-1,0 1,1 0,-1 0,1-1,-1 1,1 0,-1-1,1 1,-1 0,1-1,0 1,-1 0,1-1,-1 1,1-1,0 1,-1-1,1 1,0-1,0 1,-1-1,1 0,0 1,0-1,0 1,-2 4,1 0,0 0,0 0,1 1,-1-1,1 0,0 1,0-1,0 0,1 1,-1-1,1 0,0 0,1 1,-1-1,1 0,-1 0,1 0,0-1,1 1,-1 0,1-1,-1 1,1-1,0 0,0 0,1 0,-1 0,1-1,-1 1,1-1,0 0,2 1,9 3,-1-2,1 0,0 0,0-1,1-1,-1-1,0 0,1-1,-1 0,1-1,-1-1,0-1,0 0,0-1,0 0,-1-1,1-1,12-7,-22 12,0 0,0 0,0 1,0-1,0 1,1 1,-1-1,0 1,0 0,0 0,0 0,0 1,0-1,0 1,-1 0,1 1,-1-1,4 3,27 11,-22-12,1 0,-1 0,1-1,0-1,0 0,0-1,0-1,0 0,0-1,0 0,0-1,2-1,-12 1,0 0,-1 0,1 0,-1 0,1 0,-1-1,0 1,0-1,0 0,0 0,0 0,-1 0,1-1,-1 1,0-1,0 0,0 1,-1-1,1 0,-1 0,0 0,0 0,0 0,-1 0,1 0,-1 0,0-1,0 1,0 0,-1 0,0 0,0 0,0 0,0 0,0 0,-1 0,1 1,-1-1,0 0,-1 1,1-1,0 1,-1 0,0 0,0 0,0 0,0 0,0 1,-1-1,1 1,-1 0,1 0,-1 0,-1 0,-2-1,-1 0,0 0,0 1,0 0,0 0,0 1,-1 0,1 0,0 1,0 0,-1 1,1 0,0 0,-1 0,1 1,0 0,0 1,1 0,-1 0,0 1,1 0,0 0,0 1,0 0,1 0,-1 0,1 1,1 0,-1 0,1 1,0-1,0 1,1 0,0 1,0-1,1 1,-1-1,2 1,-2 7,4-9,0-1,0 1,1-1,0 1,0-1,1 1,-1-1,1 0,1 0,-1 0,0 0,1 0,0-1,0 1,1-1,-1 1,1-1,0 0,0-1,1 1,-1-1,0 0,1 0,0 0,0 0,0-1,0 0,0 0,1 0,-1-1,0 0,1 0,4 0,30 7</inkml:trace>
  <inkml:trace contextRef="#ctx0" brushRef="#br0" timeOffset="14064.34">20360 645,'-18'-4,"-13"-2,-8 0,-2 4,4 4,8 8,9 8,15 7,15 6,15 5,14 3,10 4,-3-5</inkml:trace>
  <inkml:trace contextRef="#ctx0" brushRef="#br0" timeOffset="14820.863">20533 1153,'8'19,"34"60,-41-77,0 0,1-1,-1 1,1-1,0 1,0-1,-1 0,1 1,0-1,0 0,0 0,0-1,0 1,1 0,-1-1,0 1,0-1,0 1,1-1,-1 0,0 0,0 0,1 0,-1-1,0 1,0-1,0 1,0-1,1 0,-1 0,0 0,0 0,0 0,-1 0,1 0,1-1,6-7,-1 0,1 0,-2 0,1-1,-1 0,-1-1,0 0,0 0,-1 0,-1 0,0-1,0 0,-1 0,-1 0,0 0,0 0,-2 0,1-1,-1 1,-1 0,0 0,-1 0,-1-1,1 4,0 0,-1 0,0 1,0-1,-1 1,0 0,-1 0,0 0,-4-4,40 16,83 13,-80-14,0 2,0 2,-1 1,0 1,6 4,-35-12,0 1,0-1,0 1,0 0,-1 0,1 0,-1 1,1-1,-1 1,0 0,0 0,0 0,0 0,-1 0,1 0,-1 1,0 0,0-1,0 1,0 0,-1 0,0 0,0 0,0 0,0 0,0 0,-1 0,0 0,0 1,0-1,0 2,-5 22,4-25,-1 0,1 0,0 0,0 0,1 1,-1-1,0 0,1 0,0 1,0-1,0 0,0 1,1-1,-1 0,1 0,0 1,0-1,0 0,0 0,0 0,1 0,-1 0,1-1,0 1,0 0,0-1,0 1,1-1,0 1,11 2,-1-1,1-1,0 0,0-1,0-1,1 0,-1 0,0-2,0 0,8-2,-5 3,-1-1,1-1,-1-1,0-1,0 0,0-1,0 0,-1-2,0 1,0-2,0 0,-1-1,-1 0,1-1,3-5,-4-10,-14 26,0 0,0 0,0 0,0 0,0 0,0 0,0 0,0 1,0-1,1 0,-1 1,1-1,-1 0,1 1,-1-1,1 1,0-1,0 1,-1-1,1 1,0-1,0 1,1-1,-1 1,0-1,0 1,1-1,-1 0,1 1,-1-1,1 1,0-1,0 0,-1 0,1 1,0-1,0 0,0 0,0 0,52 32,-39-29,0-1,0-1,1 0,-1-1,1 0,0-1,-1-1,1 0,-1-1,1-1,-1 0,0-1,0 0,-1-1,2-1,-12 3,1 1,-1-1,1 0,-1 0,0 0,0-1,-1 1,1-1,-1 0,0 1,1-1,-2 0,1 0,0-1,-1 1,0 0,0 0,0-1,0 1,-1-1,0 1,0 0,0-1,0 1,-1-1,0 1,0 0,0-1,0 1,-1 0,1 0,-1 0,0 0,0 0,-1 0,1 1,-1-1,0 1,0-1,0 1,0 0,-1 0,1 1,-1-1,1 1,-1 0,-4-2,0 0,0 0,-1 0,1 1,-1 0,0 1,0 0,0 1,0-1,0 2,0-1,0 1,0 1,0-1,0 2,0-1,0 1,0 1,1-1,-1 2,1-1,-1 1,1 0,0 1,1 0,-1 0,1 0,0 1,0 0,1 1,0 0,0 0,0 0,1 0,0 1,1 0,0 0,-3 7,6-11,0 0,0-1,0 1,1 0,-1-1,1 1,0 0,0-1,0 1,1 0,-1 0,1-1,0 1,0-1,0 1,1-1,-1 1,1-1,0 0,0 1,0-1,0 0,0-1,1 1,-1 0,1-1,0 1,2 1,2 1,1-1,0 1,0-1,1 0,-1-1,1 0,0-1,0 1,0-2,0 1,1-1,87-3,-56-3</inkml:trace>
  <inkml:trace contextRef="#ctx0" brushRef="#br0" timeOffset="15066.208">21857 619,'-11'-16,"-9"-8,-2 1,-3 4,1 7,2 11,5 10,5 10,7 8,9 10,4-3</inkml:trace>
  <inkml:trace contextRef="#ctx0" brushRef="#br0" timeOffset="15233.759">21857 1059,'16'14,"15"4,10 0,13-4,7-9,6-7,0-8,-4-7,-13 0</inkml:trace>
  <inkml:trace contextRef="#ctx0" brushRef="#br0" timeOffset="17301.016">25828 271,'6'0,"4"0</inkml:trace>
  <inkml:trace contextRef="#ctx0" brushRef="#br0" timeOffset="15952.17">23194 993,'96'-40,"-56"25,0-2,-1-1,-1-2,-1-2,11-9,7-27,-54 57,-1 0,1 0,-1 0,1 0,-1 0,1 0,-1 0,0 0,1 0,-1 0,0 0,0 0,0-1,0 1,0 0,0 0,0 0,0 0,0 0,0 0,-1 0,1 0,0 0,-1 0,1 0,-1 0,1 0,-1 0,0 0,1 0,-1 0,0 1,0-1,1 0,-1 0,0 1,0-1,0 0,0 1,0-1,0 1,0 0,0-1,-48-6,44 7,0-1,0 2,0-1,0 1,1-1,-1 1,0 1,1-1,-1 1,0 0,1 0,0 0,-1 0,1 1,0 0,0 0,1 0,-1 0,1 0,-1 1,1 0,0-1,0 1,1 0,-1 1,1-1,0 0,0 1,0-1,1 1,-1 0,1 0,0-1,1 1,-1 0,1 0,0 0,0 0,0-1,1 1,0 0,1 3,5 3,1-1,0 0,0 0,1-1,1 0,0-1,0 0,0-1,1 0,0 0,0-1,1-1,0 0,0 0,0-1,0-1,1 0,-1 0,1-2,5 1,110 6,-73-12</inkml:trace>
  <inkml:trace contextRef="#ctx0" brushRef="#br0" timeOffset="16253.394">23849 619,'14'39,"2"-1,2 0,1-1,2-1,1-1,2-1,1-1,22 20,-44-49,45 39,-46-41,-1-1,1 0,0 0,0 0,-1 0,1 0,0 0,0 0,0-1,0 1,0-1,0 1,0-1,0 0,0 0,0 0,1 0,-1 0,0 0,0-1,0 1,0-1,0 1,0-1,0 0,-1 0,1 0,1 0,4-7,-1 0,1-1,-2 1,1-1,-1-1,0 1,-1-1,0 0,-1 0,0 0,0 0,-1 0,-1-1,0 1,0-2,1 1,25-152,-23 145</inkml:trace>
  <inkml:trace contextRef="#ctx0" brushRef="#br0" timeOffset="16499.737">24398 980,'21'-6,"1"0,-1-1,-1-1,1-1,-1-1,-1 0,0-2,0 0,6-7,-16 13,0 0,-1-1,1 0,-1-1,0 1,-1-2,0 1,-1-1,1 0,-1 0,-1-1,0 0,-1 0,1 0,0-4,-5 12,0 0,1 0,-1 1,0-1,0 0,0 0,0 1,-1-1,1 0,0 0,-1 1,1-1,-1 0,1 1,-1-1,0 0,0 1,0-1,0 1,0 0,0-1,0 1,0 0,-1-1,1 1,0 0,-1 0,1 0,-1 0,1 0,-1 1,1-1,-1 0,0 1,0-1,1 1,-1 0,0-1,1 1,-3 0,-2-1,0 1,0 0,0 1,0-1,0 1,0 0,0 0,0 1,0 0,1 0,-3 1,3-1,1 1,-1-1,1 1,0-1,-1 1,1 1,1-1,-1 1,0-1,1 1,0 0,0 0,0 0,0 1,1-1,-1 1,1 0,0-1,1 1,-1 0,1 0,0 0,0 0,1 0,-1 0,1 1,0-1,1 0,-1 0,1 0,0 0,0 0,1 0,-1 0,1-1,0 1,0 0,1-1,-1 1,1-1,0 0,1 0,-1 0,1 0,6 4,0-1,0-1,1 0,-1 0,1-1,1 0,9 2,31 9</inkml:trace>
  <inkml:trace contextRef="#ctx0" brushRef="#br0" timeOffset="17048.797">25012 659,'-1'11,"0"0,0 0,1 0,1 0,0 0,0 0,1-1,0 1,1 0,0-1,1 1,0-1,1 0,0-1,1 1,0-1,0 0,0 0,2-1,-1 0,1 0,0-1,8 6,-10-8,0-1,1-1,-1 1,1-1,0 0,0-1,0 1,0-2,1 1,-1-1,0 0,1 0,-1-1,1 0,-1 0,1-1,-1 0,0 0,1-1,-1 0,0 0,0-1,0 1,0-2,-1 1,1-1,-1 0,0 0,0-1,0 1,-1-2,1 1,-1 0,-1-1,1 0,-1 0,3-5,-3 1,-1 0,0 0,-1 0,0-1,-1 1,0-1,0 1,-1-1,-1 1,0-7,-6 8,3 26,4-9,0 0,1-1,0 1,0 0,0-1,1 1,0-1,1 1,0-1,0 0,0 0,1 0,0-1,0 1,1-1,0 0,0 0,0-1,1 1,0-1,0 0,0-1,0 0,1 0,0 0,5 2,1 0,-1 0,1-1,0 0,1-1,-1-1,1 0,0-1,0 0,0-1,0-1,0 0,0-1,0 0,9-3,-15 0,1 0,-1-1,0 0,0 0,-1 0,0-1,0 0,0-1,0 0,-1 0,0 0,-1-1,0 1,0-1,0-1,-1 1,0-1,-1 1,0-1,0 0,-1 0,0-1,-1 1,0 0,0-1,-1 1,0 0,-1-1,-6 18,2 5,2 0,-1 1,2-1,-1 0,2 1,0-1,1 1,0 0,1-1,0 1,1-1,1 1,0-1,2 4,-3-13,0 0,0 0,1-1,-1 1,1 0,0-1,0 0,0 0,0 0,1 0,-1 0,1-1,0 1,0-1,0 0,0 0,0-1,0 1,1-1,20 4</inkml:trace>
  <inkml:trace contextRef="#ctx0" brushRef="#br0" timeOffset="19966.958">26135 592,'118'253,"-118"-252,0 0,1 0,-1 0,0 0,0-1,1 1,-1 0,1 0,-1 0,1 0,-1-1,1 1,-1 0,1 0,0-1,-1 1,1-1,0 1,0 0,-1-1,1 1,0-1,0 0,0 1,0-1,-1 0,1 1,0-1,0 0,0 0,0 0,0 0,0 0,0 0,0 0,0 0,0 0,0 0,0-1,-1 1,1 0,0 0,0-1,0 1,0-1,-1 1,1-1,0 1,0-1,-1 0,1 1,0-1,-1 0,1 1,-1-1,1 0,-1 0,1 0,-1 1,1-1,-1 0,0 0,1 0,-1 0,0 0,0-1,34-103,-29 84,1 1,0-1,2 1,0 0,2 1,4-7,-14 26,0 1,0-1,0 0,0 1,0-1,0 0,0 1,0-1,0 0,0 1,1-1,-1 0,0 0,0 1,0-1,1 0,-1 0,0 1,0-1,1 0,-1 0,0 0,0 1,1-1,-1 0,0 0,1 0,-1 0,0 0,0 0,1 0,-1 1,0-1,1 0,-1 0,0 0,1 0,-1 0,0-1,1 1,-1 0,0 0,1 0,-1 0,0 0,1 0,-1 0,0-1,0 1,1 0,-1 0,0 0,0-1,1 1,-1 0,0 0,0-1,0 1,1 0,-1 0,0-1,0 1,0 0,0-1,0 1,0 0,0-1,4 32,-4-26,0 7,1 0,1 0,-1 0,2 0,0 0,0-1,1 1,0-1,1 0,6 10,-9-18,0-1,0 1,0-1,0 0,0 0,1 0,-1 0,1 0,-1-1,1 1,0-1,0 0,-1 1,1-1,0-1,0 1,0 0,0-1,0 1,0-1,0 0,0 0,1 0,-1 0,0-1,0 1,0-1,0 0,0 0,-1 0,1 0,0 0,2-2,4-2,-1 0,1-1,-1 0,0 0,-1 0,0-1,0 0,0-1,5-7,50-104,-54 102,-8 18,1-1,0 1,-1-1,1 0,-1 1,1-1,-1 1,1 0,-1-1,1 1,-1-1,1 1,-1 0,0-1,1 1,-1 0,0-1,0 1,0 0,1-1,-1 1,0 0,0 0,0-1,0 1,0 0,0 0,0-1,-1 1,1 0,0-1,0 1,0 0,-1-1,1 1,0 0,-1-1,1 1,-1 0,1-1,0 1,-1 5,0 0,0 0,1 0,0 0,0 0,0 0,1 0,0 0,0 0,1 0,-1 0,1 0,1-1,-1 1,1-1,0 0,0 0,0 0,1 0,0 0,0-1,0 1,0-1,1 0,0 0,0-1,0 1,12 3,1 0,0-1,1-1,-1-1,1 0,0-2,0 0,0-1,0-1,0 0,0-2,0 0,0-1,12-4,-17 4,-1 0,1 0,-1-1,0-1,0 0,-1-1,0-1,0 1,0-2,-1 0,0 0,0-1,-1 0,0-1,-1 0,0-1,-1 0,6-10,-12 18,-1-1,1 0,-1 0,0 0,-1 0,1 0,-1 0,1 0,-1 0,0 0,-1 0,1 0,-1 0,0 0,0 0,0 0,0 0,-1 0,1 1,-1-1,0 1,0-1,0 1,-1 0,1-1,-1 1,0 0,0 1,0-1,0 1,0-1,-1 1,1 0,-1 0,0 0,1 1,-1-1,0 1,0 0,0 0,0 0,0 0,0 1,0 0,0 0,0 0,0 0,0 1,-1 0,0 0,1 0,-1 0,1 1,-1 0,1 0,0 0,0 0,0 1,0 0,0-1,1 2,-1-1,1 0,0 1,0-1,0 1,0 0,0 0,1 0,0 0,0 0,0 1,1-1,-1 1,1-1,0 1,0 0,1-1,-1 1,1 0,0-1,0 1,1 0,-1 0,1-1,0 1,0-1,1 1,-1-1,1 1,0-1,0 0,1 0,-1 0,1 1,8 8,-1-1,2 0,-1 0,2-1,0 0,0-1,0-1,1 0,1-1,0 0,0-1,0-1,1 0,0-1,0-1,0-1,16 2,-18-3,0 0,0-2,1 1,-1-2,0 0,0-1,1 0,-1-1,0 0,11-6,-18 7,-1-1,1 0,-1 0,0-1,0 0,-1 0,1 0,-1-1,0 1,0-1,0-1,-1 1,0-1,0 1,0-1,0 0,-1-1,0 1,-1-1,0 1,1-1,-1-5,0 8,-1-1,0 1,-1 0,1 0,-1 0,0 0,0-1,0 1,0 0,-1 0,0 0,0 0,0 0,0 0,0 0,-1 0,0 0,0 0,0 1,0-1,-2-2,3 6,0-1,0 1,0-1,0 1,0-1,0 1,0 0,0-1,0 1,0 0,0 0,0-1,0 1,0 0,0 0,0 0,0 1,0-1,0 0,0 0,0 0,0 1,0-1,0 0,0 1,0-1,0 1,0-1,1 1,-1 0,0-1,0 1,0 0,1 0,-1-1,0 1,1 0,-1 0,1 0,-1 0,1 0,-1 0,1 0,0 0,0 0,-1 0,-14 49,15-45,0 1,0-1,0 0,0 0,1 0,0 0,0 0,0 0,0 0,1 0,0 0,0 0,1-1,-1 1,1-1,0 0,0 1,0-1,1-1,-1 1,1 0,0-1,0 0,0 0,0 0,1 0,-1-1,1 0,0 0,0 0,0 0,0-1,5 3,0-2,0 1,0-1,1-1,-1 0,0 0,1-1,-1 0,0-1,0 0,1-1,-1 0,0-1,0 0,9-4,-14 4,0 0,1 0,-1-1,-1 1,1-1,0-1,-1 1,0-1,0 1,0-1,-1 0,0-1,0 1,0 0,0-1,-1 0,0 1,0-1,-1 0,1 0,-1 0,-1 0,1-1,-1 1,0 0,0 0,-1 0,0-2,1 8,0 0,0 0,-1 1,1-1,0 0,0 0,0 0,0 0,-1 0,1 0,0 0,0 0,0 0,-1 0,1 0,0 0,0 0,0 0,-1 0,1 0,0 0,0 0,0 0,-1 0,1 0,0 0,0 0,0 0,0 0,-1 0,1 0,0-1,0 1,0 0,0 0,0 0,-1 0,1 0,0-1,0 1,0 0,0 0,0 0,0 0,0-1,0 1,0 0,-1 0,1 0,0-1,0 1,0 0,0 0,-5 19,4-12,0 0,1 0,-1 0,1 0,1 0,-1 0,1 0,0 0,1 0,0-1,0 1,0 0,1-1,0 1,0-1,1 0,-1 0,1 0,1-1,-1 1,1-1,0 0,0 0,1-1,-1 0,1 1,0-2,0 1,0-1,1 0,-1 0,7 1,-5-2,0 0,-1-1,1-1,0 1,-1-1,1 0,0-1,0 0,-1 0,1 0,-1-1,1-1,-1 1,0-1,0 0,0-1,0 1,0-2,-1 1,0-1,0 1,0-2,0 1,-1-1,0 1,0-2,-1 1,1 0,-1-1,0-2,12-26,-3 0,-1-1,-1-1,-2 0,-2 0,2-34,-3 32,10-64,1-105,-16 199,-1 0,0-1,0 1,-1 0,-1 0,0-1,0 1,-3-7,4 14,0 1,0 0,0 0,0-1,0 1,0 0,-1 0,1 0,0 0,-1 1,1-1,-1 0,1 0,-1 1,1-1,-1 1,1-1,-1 1,1 0,-1 0,1 0,-1 0,0 0,1 0,-1 0,1 0,-1 0,0 1,1-1,-1 1,1-1,-1 1,1 0,0 0,-1-1,1 1,0 0,-1 0,1 0,0 0,0 1,0-1,0 0,0 0,0 1,0-1,0 0,1 1,-1-1,0 1,1-1,-1 1,-10 17,0-1,2 2,0-1,1 1,1 1,0 0,2 0,0 0,2 0,0 0,2 1,0 0,1-1,2 1,0-1,1 1,2 10,2-1,0 0,3-1,0 1,2-2,1 0,1 0,2-2,1 1,1-2,1-1,1 0,1-1,23 19,38 8,-79-50,-1 0,1 0,0 0,-1-1,1 1,0-1,0 1,0-1,0 0,-1 0,1 0,0-1,0 1,0-1,-1 1,1-1,0 0,0 0,-1 0,1-1,-1 1,1 0,-1-1,0 0,1 0,-1 1,0-1,0 0,0-1,-1 1,2-2,5-13,0 0,-1 0,-1-1,-1 0,-1-1,0 1,-1-1,-1 0,-1 0,0-2,-1 11,3-55,-3 65,0 1,0-1,0 0,0 0,-1 0,1 0,0 0,0 0,0 0,-1 0,1 0,0 0,0 0,0 0,-1 0,1 0,0 0,0 0,0 0,-1-1,1 1,0 0,0 0,0 0,0 0,0 0,-1 0,1 0,0-1,0 1,0 0,0 0,0 0,0 0,-1-1,1 1,0 0,0 0,-7 22,4-12,1 1,0 0,1-1,0 1,0 0,1 0,1-1,0 1,0 0,1 0,0-1,1 0,0 1,1-1,0 0,1 0,0-1,0 1,1-1,0 0,1-1,0 0,0 0,4 3,11 1,-4-6</inkml:trace>
  <inkml:trace contextRef="#ctx0" brushRef="#br0" timeOffset="20556.384">28100 271,'53'-8,"0"1,1 3,-1 3,42 4,-66-2,95 2,23 3,0-7,55-11,-181 11,0-1,-1-1,0-1,0-1,0-1,0 0,-1-1,0-2,9-5,-26 13,0 1,0-1,0 0,0 0,0 0,-1 0,1 0,0-1,-1 1,1 0,-1-1,0 1,1-1,-1 0,0 1,0-1,0 0,0 0,0 0,0 0,-1 1,1-1,-1 0,1 0,-1-1,0 1,1 0,-1 0,0 0,-1 0,1 0,0 0,0 0,-1 0,1 0,-1 0,0 0,0 0,0 1,0-3,-6-1,1 1,-1 0,1 0,-1 0,0 1,-1 0,1 0,-1 1,1-1,-1 2,1-1,-1 1,0 0,0 1,0 0,0 0,1 1,-9 1,7 0,0 0,0 0,0 1,1 0,-1 0,1 1,-1 0,1 0,1 1,-1 0,1 1,0 0,0 0,0 0,1 1,0 0,0 0,1 0,0 1,0 0,1 0,0 0,0 1,1-1,0 1,0 0,1 0,0 3,0 11,0-1,2 1,1-1,0 0,2 1,1-1,0 0,2-1,0 1,2-1,0 0,1-1,1 0,1 0,1-1,1 0,0-1,1-1,1 0,1-1,0-1,7 4,-12-9,1-1,0 0,1-1,0-1,0 0,1 0,0-1,0-1,0-1,1 0,13 2,-22-5,1 0,0 0,0-1,0 0,-1 0,1-1,0 0,0 0,-1-1,1 1,0-1,-1-1,0 1,0-1,0-1,0 1,0-1,0 0,-1 0,0 0,0-1,0 0,0 0,-1 0,0-1,3-4,-3 4,0 0,0 0,-1-1,0 0,0 0,0 0,-1 0,0 0,-1 0,0-1,0 1,0-1,-1 1,0 0,0-1,-1 1,0-1,-1 1,1 0,-1 0,-1 0,1 0,-1 0,0 0,-1 1,-3-6,5 10,1 0,-1 1,1-1,-1 1,0 0,0-1,1 1,-1 0,0 0,0 0,0 1,0-1,0 0,0 1,0-1,-1 1,1 0,0-1,0 1,0 0,0 0,-1 1,1-1,0 0,0 1,0-1,0 1,0 0,0 0,0 0,0 0,0 0,0 0,1 0,-1 1,0-1,1 0,-1 1,1 0,-1-1,1 1,0 0,0 0,0 0,0-1,0 1,0 0,0 0,1 1,-2 3,0 1,1-1,0 1,0-1,1 1,0-1,0 1,0 0,1-1,0 1,1-1,-1 1,1-1,0 0,1 0,-1 1,1-2,1 1,-1 0,1-1,1 3,6 6,0 0,1-1,1-1,0 0,1 0,0-1,8 4,3 0,0-1,1-1,0-2,1 0,1-2,6 1,20 2</inkml:trace>
  <inkml:trace contextRef="#ctx0" brushRef="#br0" timeOffset="25597.35">16256 2116,'-2'-3,"1"-1,-1 1,0 0,0 0,0-1,0 1,0 0,-1 1,1-1,-1 0,0 1,0-1,0 1,0 0,0 0,-1 0,1 1,-1-1,1 1,-1-1,1 1,-1 1,0-1,1 0,-1 1,0 0,0 0,0 0,1 0,-1 0,0 1,0 0,1 0,-1 0,1 0,-1 0,1 1,-1-1,-1 2,-5 4,0-1,1 1,0 1,0 0,1 0,0 1,0-1,1 2,0-1,1 1,0 0,0 1,1-1,1 1,0 0,0 1,3-10,0 0,0 0,0 1,0-1,1 0,-1 0,1 0,0 1,-1-1,1 0,0 0,0 1,1-1,-1 0,0 0,1 1,-1-1,1 0,0 0,0 0,0 0,0 0,0 0,0 0,1 0,-1 0,0 0,1-1,0 1,-1-1,1 1,0-1,0 1,0-1,0 0,0 0,0 0,0 0,0 0,2 0,6-2,0 0,0-1,0 0,-1 0,1-1,0 0,-1-1,0 0,0 0,0-1,-1 0,1-1,-1 0,-1 0,1-1,-1 0,0 0,0-1,-1 0,3-4,7-14,0-1,-2 0,0-1,-2 0,-1-1,-2 0,-1-1,-1 0,-1 0,-2-1,-1 0,-1 1,-2-1,-1 0,-3-9,-10-35,14 74,0 0,0 0,-1 0,1 0,0 0,0 1,-1-1,1 0,-1 0,1 0,-1 1,1-1,-1 0,1 1,-1-1,1 0,-1 1,0-1,0 1,1-1,-1 1,0-1,0 1,1-1,-1 1,0 0,0 0,0-1,0 1,0 0,1 0,-1 0,0 0,0 0,0 0,0 0,0 0,0 0,0 0,1 1,-1-1,0 0,0 1,0-1,1 0,-1 1,0-1,0 1,1-1,-1 1,0 0,1-1,-1 1,0 0,1-1,-1 1,-29 48,18-21,2 1,0 0,2 1,2 0,0 1,2-1,1 1,2 0,1-1,1 1,2 0,3 13,-3-31,0 0,1 0,0 0,2-1,-1 1,1-1,1 0,0-1,1 0,0 0,-4-6,0 0,1 0,0-1,-1 0,1 0,1 0,-1-1,0 1,1-1,0-1,0 1,0-1,0 0,0 0,0-1,0 1,1-1,-1-1,0 1,1-1,-1-1,1 1,5-3,0-1,-1 0,1-1,-1 0,0 0,0-1,-1-1,1 0,-2 0,1-1,-1 0,0-1,-1 0,0 0,0-1,-1 0,0-1,-1 1,0-1,-1 0,0-1,-1 1,0-1,-1 0,0 0,-1 0,0 0,-1-1,0 1,-1-1,-6-40,6 52,0 0,-1 0,1-1,0 1,0 0,-1 0,1 0,-1-1,1 1,-1 0,0 0,1 0,-1 0,0 0,0 0,0 0,1 0,-1 0,0 0,0 1,0-1,-1 0,1 1,0-1,0 1,0-1,0 1,-1-1,1 1,0 0,0 0,-1-1,1 1,0 0,0 0,-1 0,0 1,-1 1,0 0,0 1,0 0,0-1,0 1,0 0,1 1,-1-1,1 0,0 1,0-1,0 1,1 0,-1-1,1 1,0 0,0 0,0 0,1 0,-1 0,1 3,-1 2,0 1,0 0,1-1,0 1,1-1,0 1,1-1,0 1,0-1,1 0,0 0,1 0,0 0,0-1,1 1,0-1,1 0,0-1,0 1,0-1,1 0,0-1,0 0,1 0,0 0,0-1,0 0,0-1,5 2,10 4,2-1,-1 0,1-3,0 0,15 1,43 5</inkml:trace>
  <inkml:trace contextRef="#ctx0" brushRef="#br0" timeOffset="27397.666">19665 1701,'-2'14,"-1"11,0 8,0 3,1 1,1-5,3-5,3-7,1-7</inkml:trace>
  <inkml:trace contextRef="#ctx0" brushRef="#br0" timeOffset="27650.661">19852 1608,'-7'16,"-2"14,1 11,1 10,4 6,9 2,9 2,2-9</inkml:trace>
  <inkml:trace contextRef="#ctx0" brushRef="#br0" timeOffset="26061.045">17526 1608,'0'126,"3"-84,20 391,-23-415,0-6,0 1,1-1,0 0,1 0,0 0,1-1,0 1,1-1,0 1,2 0,-5-9,1-1,0 1,0 0,0-1,0 0,1 1,-1-1,1 0,-1 0,1-1,0 1,-1 0,1-1,0 0,0 1,0-1,0-1,0 1,1 0,-1-1,0 1,0-1,0 0,1 0,-1 0,0-1,0 1,0-1,0 1,1-1,0-1,89-45,9-56,-102 102,0 0,0 1,1-1,-1 0,0 0,1 1,-1-1,1 0,-1 1,1-1,-1 0,1 1,0-1,-1 1,1-1,-1 1,1-1,0 1,0 0,-1-1,1 1,0 0,0 0,-1-1,1 1,0 0,0 0,0 0,-1 0,1 0,0 0,0 0,0 0,-1 0,1 0,0 1,0-1,0 0,-1 0,1 1,0-1,-1 1,1-1,0 1,-1-1,1 1,0-1,-1 1,1-1,-1 1,1 0,-1-1,1 1,-1 0,0-1,1 1,-1 0,0 0,1-1,-1 1,0 0,0 0,0 0,0-1,0 1,0 0,0 0,0 0,0 0,7 19,-4-11,0 1,0-1,0 0,1 0,1 0,0-1,0 1,0-1,1 0,0-1,1 1,0-1,0 0,1-1,-1 0,2 0,21 7,-2-4</inkml:trace>
  <inkml:trace contextRef="#ctx0" brushRef="#br0" timeOffset="26302.396">18020 1969,'-13'-5,"-12"-1,-11-2,-5-2,3 1</inkml:trace>
  <inkml:trace contextRef="#ctx0" brushRef="#br0" timeOffset="26464.961">17352 1782,'25'-5,"26"-1,26-2,19 0,17 2,9 2,2 3,-19 3</inkml:trace>
  <inkml:trace contextRef="#ctx0" brushRef="#br0" timeOffset="26851.927">18421 2209,'-8'25,"1"1,1-1,1 1,1 0,2 0,0 1,2-1,1 0,2 14,23 117,-17-114,-2 0,-1 0,-1 30,-5-72,0 2,1-1,-1 1,0 0,0 0,0 0,0 0,0 0,-1 0,0 0,1 0,-1 0,0-1,0 1,0 0,-1-1,1 1,-1 0,0-1,1 0,-1 1,0-1,-1 0,-23-24,13-6,2-1,0 0,2-1,1 0,2 0,-2-18,3 21,-15-84,5 0,0-66,26 63,-10 111,0-1,0 1,0-1,1 1,-1 0,1-1,0 1,0 0,0 0,0 0,0 0,1 1,-1-1,1 1,0-1,0 1,0 0,0 0,0 0,0 0,0 1,1-1,-1 1,1 0,-1 0,1 0,-1 1,1-1,1 1,11 1,0 2,-1 0,1 1,-1 0,0 1,0 1,0 0,-1 1,0 1,0 0,-1 1,12 11,-10-10,0 1,-1 0,0 1,-1 1,-1 0,0 1,-1 0,3 5,-13-17,1 0,0 1,-1 0,1-1,-1 1,0 0,0 0,0 0,0-1,-1 1,1 0,-1 0,0 0,0 0,0 0,0 0,0 0,0 0,-1 0,0 0,1 0,-1 0,0 0,-1 0,1-1,0 1,-1 0,1-1,-1 1,0-1,0 0,0 0,0 1,-1-1,-14 9,0-1,0 0,-1-2,0 0,0-1,0-1,-1-1,0 0,-1-1,-6-1,23-2,-144 20,117-21</inkml:trace>
  <inkml:trace contextRef="#ctx0" brushRef="#br0" timeOffset="28462.999">20842 2089,'-14'-10,"0"1,0 0,-1 1,0 1,-1 0,1 1,-5 0,14 4,1 1,-1 0,1 0,-1 0,1 1,-1 0,1 0,-1 1,1-1,-1 1,1 0,-1 0,1 1,0 0,0 0,0 0,0 1,0-1,0 1,1 0,-1 1,1-1,-3 3,3-3,0 1,0 0,0-1,1 2,-1-1,1 0,0 1,0-1,0 1,1 0,0 0,0 0,0 1,0-1,1 0,0 0,0 1,0-1,1 1,0-1,0 1,0-1,1 1,-1-1,2 1,-1-1,0 0,1 0,0 1,0-1,1 0,-1-1,1 1,0 0,0-1,1 0,-1 1,1-1,0-1,0 1,0-1,3 2,11 4,1-2,0 0,1-1,-1-1,1-1,0-1,0 0,0-2,1 0,-1-1,0-1,4-2,-1 2,-1-1,0-1,1 0,-2-2,1-1,0-1,-1-1,-1 0,1-2,-1 0,-1-2,0 0,15-13,-29 21,0-1,0 1,-1-1,1 0,-1 0,0-1,-1 1,1-1,-1 0,0 0,-1 0,0-1,0 1,0 0,0-1,-1 1,0-1,-1 0,1 1,-1-1,-1 1,1-4,0 10,-1-1,1 1,0-1,0 1,0-1,0 1,-1-1,1 1,0 0,0-1,-1 1,1-1,0 1,-1-1,1 1,0 0,-1-1,1 1,-1 0,1-1,0 1,-1 0,1 0,-1 0,1-1,-1 1,1 0,-1 0,1 0,-1 0,1 0,-1 0,0 0,1 0,-1 0,1 0,-1 0,1 0,-1 0,1 0,-1 0,1 1,-1-1,1 0,-1 0,1 1,0-1,-1 0,1 1,-1-1,1 0,0 1,-1-1,1 1,0-1,-1 0,1 1,0 0,-19 27,16-22,0-1,0 0,1 0,0 1,0-1,0 1,1 0,-1 0,1-1,1 1,-1 0,1 0,0 0,1 0,-1 0,1 0,0-1,1 1,-1 0,1 0,0-1,1 0,-1 1,1-1,0 0,0 0,1 0,-1-1,1 1,0-1,1 0,-1 0,1 0,-1-1,3 2,0-2,-1-1,1 0,0 0,0 0,0-1,0 0,0 0,0-1,0 1,0-2,0 1,0-1,0 0,0-1,0 1,0-1,-1-1,1 1,-1-1,1 0,-1-1,0 0,0 0,0 0,-1 0,0-1,0 0,0 0,0-1,-1 1,0-1,0 0,0 0,-1 0,2-5,0-1,-1 0,-1 1,0-1,-1-1,-1 1,1 0,-2 0,0-1,0 1,-1 0,-2-6,4 18,-1-1,0 1,0-1,0 1,0-1,0 1,0-1,0 1,0-1,0 0,0 1,0-1,0 1,-1-1,1 1,0-1,0 1,0-1,-1 1,1-1,0 1,-1-1,1 1,0 0,-1-1,1 1,-1-1,1 1,-1 0,1-1,0 1,-1 0,1 0,-1 0,1-1,-1 1,0 0,1 0,-1 0,1 0,-1 0,1 0,-1 0,1 0,-1 0,1 0,-1 0,0 0,0 0,-13 27,12-21,0 0,1 1,0 0,1-1,-1 1,1-1,1 1,-1 0,1-1,0 1,0-1,1 1,0-1,0 0,1 0,-1 0,1 0,1 0,-1-1,1 1,0-1,0 0,1 0,-1 0,1-1,0 1,0-1,1 0,15 7,0-1,1-1,0-1,0-1,1-1,0-1,0 0,0-2,1-1,10-1,30 3</inkml:trace>
  <inkml:trace contextRef="#ctx0" brushRef="#br0" timeOffset="29058.808">21898 1568,'-8'18,"2"0,1 1,0 0,1 0,1 0,1 0,1 1,0 7,-1 18,1 0,3 0,2-1,1 1,2-1,3 0,1-1,2 0,2 0,6 6,-20-43,1 0,0-1,1 0,-1 1,1-1,0 0,0 0,1-1,-1 1,1-1,0 1,1-1,-1-1,1 1,-1-1,1 1,0-1,0 0,1-1,-1 0,0 1,1-2,0 1,-1-1,1 1,0-2,0 1,-1-1,1 1,0-2,5 0,11-7,0-1,0-1,-1-1,-1-1,0-1,0-1,-1 0,14-15,24-18,-61 74,2-24,0 0,0 1,1-1,-1 0,1 1,0 0,0-1,0 1,0 0,1 0,-1-1,1 1,0 0,0 0,0 0,1-1,0 1,-1 0,1-1,0 1,1 0,-1-1,1 1,-1-1,1 0,0 1,1-1,-1 0,0 0,1 0,0-1,-1 1,1-1,0 1,0-1,3 1,5 1,0-1,-1-1,1 0,0-1,0 0,0 0,0-1,1-1,6-1,23-3</inkml:trace>
  <inkml:trace contextRef="#ctx0" brushRef="#br0" timeOffset="29281.215">22419 1889,'-14'-9,"-4"-3</inkml:trace>
  <inkml:trace contextRef="#ctx0" brushRef="#br0" timeOffset="29462.724">21523 1715,'25'0,"29"0,27 0,28 0,18 0,8 0,-1 0,-12 0,-27 0</inkml:trace>
  <inkml:trace contextRef="#ctx0" brushRef="#br0" timeOffset="29716.045">22713 2223,'13'-4,"0"1,0-2,-1 0,1 0,-1-1,-1 0,1-1,-1-1,0 0,-1 0,0-1,0 0,-1-1,0 0,0 0,-1-1,-1 0,2-5,-7 13,-1-1,0 1,0-1,0 0,0 0,-1 0,0 1,1-1,-1 0,-1 0,1 0,0 0,-1 1,0-1,0 0,0 0,-1 1,1-1,-1 1,1-1,-1 1,0 0,-1 0,1 0,-1 0,1 0,-1 0,0 1,0-1,0 1,0 0,0-1,-1 1,-3-2,0 1,0-1,-1 1,0 0,1 1,-1 0,0 0,0 1,0 0,0 0,0 1,-1 0,1 0,0 1,-4 1,6-1,0 0,0 0,1 1,-1 0,0 0,1 1,-1 0,1 0,0 0,-1 0,2 1,-1 0,0 0,1 0,0 1,0-1,0 1,0 0,1 0,0 0,0 1,0-1,1 1,0 0,0 0,0-1,1 1,0 0,0 0,0 1,1-1,0 0,0 0,0 0,1 0,0 0,0 0,1 0,1 3,4 0,1 0,0 0,0-1,1 0,0-1,1 1,-1-2,1 0,1 0,-1-1,1 0,0 0,0-1,1-1,-1 0,1-1,-1 0,1 0,4-1,146 12,-87-11</inkml:trace>
  <inkml:trace contextRef="#ctx0" brushRef="#br0" timeOffset="58281.95">10093 2517,'45'10,"1"-2,0-2,0-2,14-2,-32-1,852 18,130 48,-730-48,-237-24,-33 1</inkml:trace>
  <inkml:trace contextRef="#ctx0" brushRef="#br0" timeOffset="54928.481">10521 3172,'-5'16,"-1"19,0 15,2 10,0 6,4 4,3-2,-1-3,3-5,0-9,-1-13</inkml:trace>
  <inkml:trace contextRef="#ctx0" brushRef="#br0" timeOffset="55216.219">10347 3038,'-8'-19,"1"6,1 0,1-1,0 1,1-1,1 0,-2-14,5 26,1 0,-1 0,1 0,0 0,0 1,-1-1,1 0,1 1,-1-1,0 0,0 1,0 0,1-1,-1 1,1 0,-1-1,1 1,0 0,-1 0,1 0,0 1,0-1,0 0,-1 1,1-1,0 1,0 0,0-1,0 1,0 0,0 0,0 0,0 0,0 1,0-1,0 1,32-1,-1 2,0 1,0 2,0 1,0 2,-1 1,0 1,-1 2,22 11,-42-18,1 0,-1 0,0 1,0 0,-1 1,0 0,0 1,-1 0,1 1,-2 0,1 0,-2 1,1 0,-6-8,-1 1,0-1,0 1,0-1,0 1,-1 0,1-1,-1 1,1-1,-1 1,0 0,0 0,0-1,-1 1,1 0,-1-1,1 1,-1-1,0 1,0 0,0-1,0 0,0 1,-1-1,1 0,-1 1,1-1,-1 0,0 0,0 0,0 0,-74 45,26-29,-1-1,0-3,-1-3,-2-1,6-2</inkml:trace>
  <inkml:trace contextRef="#ctx0" brushRef="#br0" timeOffset="55746.329">10668 3787,'0'-1,"14"-13,-1-1,-1-1,0 0,-2 0,1-1,-2-1,0 1,-1-2,-1 1,-1-1,-1 0,0 0,-1-1,-1 1,-1-1,-1-8,-1 24,0 1,-1-1,1 1,-1 0,0-1,1 1,-2 0,1 0,0-1,-1 1,1 0,-1 0,0 1,0-1,0 0,0 1,-1-1,1 1,-1-1,1 1,-1 0,0 0,0 1,0-1,0 0,0 1,0 0,0 0,-1 0,1 0,0 0,-1 1,0-1,27 11,94-5,-85-5,0 1,0 1,0 2,12 4,-40-7,0-1,0 1,0 0,0 1,0-1,0 1,-1-1,1 1,0 0,-1 0,0 1,1-1,-1 1,0 0,0 0,0 0,-1 0,1 0,-1 1,0-1,0 1,0-1,0 1,0 0,-1 0,0 0,0 0,0 0,0 0,-1 0,1 3,-2 4,-1 0,0 0,-1 0,0 0,-1-1,0 0,-1 1,-1 1,1-3,1 1,0 0,0 0,1 0,0 0,1 0,0 1,0-1,1 2,2-10,-1 1,0-1,1 0,-1 1,1-1,0 0,0 0,0 1,0-1,0 0,0 0,1 0,-1 0,1 0,-1-1,1 1,0 0,-1-1,1 1,0-1,0 0,0 1,0-1,0 0,1 0,-1-1,0 1,0 0,1-1,-1 1,76 8,-72-8,120-5,-96 0</inkml:trace>
  <inkml:trace contextRef="#ctx0" brushRef="#br0" timeOffset="56285.887">11550 3626,'-6'-1,"-1"1,1-1,0 1,0 0,-1 0,1 1,0 0,0 0,0 1,0-1,-4 3,7-3,1 0,0 0,-1 0,1 0,0 1,0-1,0 0,0 1,0 0,0-1,0 1,1 0,-1 0,1 0,-1 0,1 0,0 1,-1-1,1 0,1 1,-1-1,0 0,0 1,1-1,-1 1,1-1,0 1,0-1,0 3,2-1,0 0,0 0,1 0,0 0,-1-1,1 1,0-1,1 0,-1 1,1-2,-1 1,1 0,0-1,0 1,0-1,0 0,0 0,1-1,-1 0,1 1,-1-1,1-1,-1 1,1-1,-1 1,1-1,2-1,3 2,-1 0,1-1,0 0,0 0,0-1,0-1,0 0,-1 0,1-1,-1 0,1 0,-1-1,0-1,-1 1,1-1,-1-1,0 0,0 0,0 0,-1-1,0 0,3-5,-9 10,1-1,-1 0,1 0,-1 0,0 0,0 0,0 0,0-1,-1 1,1 0,-1 0,0 0,0-1,0 1,0 0,-1 0,1-1,-1 1,0 0,0 0,0 0,0 0,0 0,-1 0,0 0,1 0,-1 1,0-1,0 1,-1-1,-3-4,-1 1,0 0,0 0,0 1,0 0,-1 0,0 1,0 0,0 0,-6-1,5 1,0 1,0 0,0 1,0 0,-1 0,1 1,-1 0,0 0,1 1,-1 1,1-1,-1 2,0-1,1 1,0 1,0 0,0 0,0 1,0 0,-2 1,9-4,1 0,0 0,-1 0,1 0,0 0,-1 0,1 0,0 0,0 0,0 1,0-1,0 0,0 1,0-1,1 1,-1-1,0 1,1-1,-1 1,1 0,0-1,-1 1,1-1,0 1,0 0,0-1,0 1,0 0,1-1,-1 1,0 0,1-1,-1 1,1-1,-1 1,1-1,0 1,0-1,0 0,0 1,0-1,0 0,0 1,0-1,0 0,76 30,-30-21</inkml:trace>
  <inkml:trace contextRef="#ctx0" brushRef="#br0" timeOffset="56535.219">11844 3413,'0'7,"7"6,11 9,12 6,12 4,8 3,7 2,2 0,-1-2,-6-3,-10-6,-12-9</inkml:trace>
  <inkml:trace contextRef="#ctx0" brushRef="#br0" timeOffset="56783.094">12259 3413,'-16'-7,"-10"5,-7 7,-7 11,-6 13,-4 13,-1 10,2 8,7 2,8 1,12-5,15-6,8-14</inkml:trace>
  <inkml:trace contextRef="#ctx0" brushRef="#br0" timeOffset="57321.005">12553 3533,'-3'1,"-1"0,1 0,0 0,0 1,-1-1,1 1,0 0,0 0,1 0,-1 0,0 1,1-1,-1 1,1-1,0 1,0 0,0 0,0 0,0 0,1 0,-1 0,1 1,0-1,0 0,0 1,0-1,1 1,-1-1,1 1,0-1,0 1,0-1,1 1,-1-1,1 1,0-1,0 0,0 1,0-1,1 0,-1 0,1 0,0 0,0 0,0 0,0 0,0 0,1-1,-1 1,1-1,0 0,0 0,0 0,0 0,3 1,3-1,1-1,0 0,0-1,0 0,0 0,-1-1,1-1,0 1,0-1,-1-1,1 0,-1 0,0-1,0 0,0-1,-1 0,0 0,0-1,0 0,0 0,-1-1,0 0,0 0,-1-1,0 0,0 1,-1 0,0 0,0-1,0 1,-1-1,-1 0,1 0,-1-1,1-6,-6-2,-12 33,0 15,1 0,1 1,2 1,2 0,0 1,3-1,0 1,2 16,-5 52,4 0,4 1,14 94,20 184,-33-372,0 1,0 0,-1 0,0 0,0 0,-1 0,-1 0,1 0,-2 0,1-1,-1 1,-1 0,0-1,0 0,-3 4,6-11,0-1,0 1,-1-1,1 0,0 1,-1-1,1 0,-1 0,1 0,-1 0,1 0,-1-1,0 1,1 0,-1-1,0 1,0-1,1 0,-1 1,0-1,0 0,0 0,0 0,1 0,-1-1,0 1,0 0,1-1,-1 1,0-1,0 0,1 1,-1-1,1 0,-1 0,1 0,-1 0,1 0,-1-1,1 1,-49-62,35 34,1-2,2 0,1 0,2-1,0-1,3 1,0-1,0-34,4 53,1 0,0-1,1 1,0-1,1 1,1 0,0 0,1-1,1 2,0-1,1 0,0 1,1 0,1 0,0 0,0 1,1 0,1 1,0 0,1 0,0 1,0 0,1 0,9-5,8 2,1 1,0 1,1 1,0 2,0 1,1 1,0 2,0 1,28 1,-15 0</inkml:trace>
  <inkml:trace contextRef="#ctx0" brushRef="#br0" timeOffset="59083.812">12579 3346,'-2'2,"-3"4,-1 4,-1 8,0 8,1 6,2 4,1 1,2-2,1-6</inkml:trace>
  <inkml:trace contextRef="#ctx0" brushRef="#br0" timeOffset="59632.344">12847 3319,'-11'7,"-9"9,0 11,0 9,4 7,2 2,4-7</inkml:trace>
  <inkml:trace contextRef="#ctx0" brushRef="#br0" timeOffset="60621.223">14318 3587,'27'0,"25"0,22 0,14 0,8 0,-3 0,-13 2,-20 3,-20 1</inkml:trace>
  <inkml:trace contextRef="#ctx0" brushRef="#br0" timeOffset="60836.654">14425 3827,'22'0,"20"0,15 0,13-2,5-1,1 0,-3 1,-5-2,-14 0</inkml:trace>
  <inkml:trace contextRef="#ctx0" brushRef="#br0" timeOffset="61035.119">15052 3573,'-15'-21,"-1"2,-1 0,-1 0,0 2,-2 0,0 2,-4-2,15 12,16 10,33 16,0-1,2-2,21 5,-24-8,8 3,10 2,-1 3,-1 2,-1 2,19 15,-67-39,0 0,0 1,-1-1,1 1,-1 0,0 1,0-1,0 1,-1 0,1 0,-1 0,-1 1,1-1,-1 1,0 0,0 0,0 0,-1 0,0 1,0-1,-1 1,0-1,0 1,0 0,-1 1,-3-1,0 0,0 0,0-1,-1 1,0-1,0 1,-1-1,0-1,0 1,0-1,-1 0,1 0,-1 0,0-1,-1 0,0 1,-38 22,-1-3,-1-1,-1-2,0-2,-6-1,-42 13</inkml:trace>
  <inkml:trace contextRef="#ctx0" brushRef="#br0" timeOffset="62354.136">16631 3653,'-4'-16,"1"-1,0 0,1-1,2 1,-1 0,2-1,0 1,4-17,-2 6,2 1,1 0,0 0,3 0,0 0,1 2,9-17,-18 41,-1-1,1 0,-1 1,1-1,0 0,-1 1,1-1,0 1,0-1,0 1,0 0,1-1,-1 1,0 0,0 0,1 0,-1 0,1 0,-1 0,1 0,0 0,-1 0,1 1,0-1,-1 1,1-1,0 1,-1 0,1 0,0 0,0 0,0 0,-1 0,1 0,0 0,4 5,0-1,-1 1,0 0,0 0,0 0,-1 1,1 0,-1 0,-1 0,1 0,1 5,3 4,16 26,61 124,-83-162,-1-1,0 0,0 0,0 0,0 1,0-1,-1 1,1-1,-1 0,1 1,-1-1,0 1,0-1,0 1,0-1,-1 1,1-1,-1 1,1-1,-1 0,0 1,0-1,0 0,0 0,0 1,0-1,-1 0,1 0,-1 0,1 0,-1-1,0 1,0 0,0-1,0 1,0-1,0 0,0 0,-1 0,1 0,0 0,-1 0,1 0,-1-1,0 1,-1-1,1 1,-1-1,1 0,0-1,-1 1,1 0,0-1,-1 0,1 0,0 0,0 0,0 0,0-1,0 0,0 1,0-1,0 0,0 0,1 0,-1-1,1 1,0-1,0 1,0-1,0 0,0 0,0 0,1 0,-1 0,1 0,0 0,0 0,0-1,1 1,-1 0,1-1,0 1,-1 0,1-1,1 0,0 1,0 0,1 0,0 1,-1-1,1 1,0-1,0 1,0 0,0 0,1 0,-1 0,1 0,-1 0,1 1,0-1,-1 1,1 0,0 0,0 0,0 0,0 0,0 1,0-1,0 1,0 0,0 0,0 0,0 0,0 0,0 1,0-1,0 1,1 0,6-1,80 1,-60 1,-1-1,0-1,0-2,1-1,-1-1,-1-1,1-2,27-10,-3-22,-52 38,0 0,0 0,0 0,0 0,0 0,-1 0,1 0,0-1,-1 1,1 0,-1 0,1-1,-1 1,1 0,-1 0,0-1,0 1,0 0,1-1,-1 1,-1-1,1 1,0 0,0-1,0 1,-1 0,1 0,-1-1,1 1,-1 0,1 0,-1 0,0-1,0 1,1 0,-1 0,0 0,0 0,0 0,0 0,0 1,0-1,0 0,-1 1,1-1,-1 0,-5-2,0 1,-1 0,0 0,1 0,-1 1,0 0,0 1,0 0,0 0,1 0,-1 1,0 0,0 1,1 0,-1 0,1 1,-1-1,1 2,0-1,0 1,0 0,1 0,0 1,-1 0,2 0,-1 1,-4 4,8-8,0 1,0-1,1 1,-1-1,1 1,-1-1,1 1,0 0,0 0,0-1,0 1,1 0,-1 0,1 0,0 0,0 0,0 0,0 0,0 0,0 0,1 0,0-1,-1 1,1 0,0 0,1 0,-1-1,0 1,1-1,-1 1,1-1,0 1,0-1,0 0,0 0,1 1,6 5,1-1,-1 0,1-1,0 0,0-1,1 0,0 0,11 2,165 29,-88-26</inkml:trace>
  <inkml:trace contextRef="#ctx0" brushRef="#br0" timeOffset="63269.2">18662 3439,'18'10,"0"0,-1 1,0 1,-1 0,0 2,-1-1,0 2,-2 0,1 1,-2 0,0 1,-1 0,-1 1,2 5,-10-19,-2-3,0 0,0 0,1 1,-1-1,1 0,-1 0,1 1,-1-1,1 0,-1 0,1 0,0 0,0 0,0 0,0 0,-1 0,1 0,1 0,-1-1,0 1,0 0,0 0,0-1,0 1,1-1,-1 0,0 1,0-1,1 0,-1 1,0-1,0 0,1 0,-1 0,0 0,1 0,-1-1,0 1,1 0,-1-1,0 1,8-10,-1 0,0 0,0-1,-1 0,-1 0,0-1,-1 1,0-2,3-10,-3 11,22-62,-23 85,-5-5,1 1,0 0,0-1,0 1,1 0,-1-1,2 1,-1-1,1 1,0-1,0 0,1 0,0 1,0-2,0 1,1 0,-1-1,2 1,-1-1,0 0,1-1,0 1,0-1,0 0,1 0,3 1,-3-3,1 0,0-1,0 0,0 0,0 0,0-1,0 0,0-1,0 1,-1-2,1 1,0-1,0 1,-1-2,1 1,-1-1,0 0,0 0,0-1,0 0,0 0,-1 0,0-1,1 0,-2 0,1 0,-1 0,0-1,0 0,0 0,-1 0,0 0,0 0,0-1,-1 1,0-3,-2-18,-10 42,10-11,0 0,0 0,0 0,0 0,1 0,-1 0,1 0,0 0,0 0,1 0,-1 0,1-1,0 1,0-1,0 1,0-1,0 1,1-1,0 0,0 0,0-1,0 1,0-1,0 1,1-1,-1 0,1 0,-1 0,1-1,0 1,0-1,0 0,3 1,4 2,0-1,1 0,-1 0,1-1,0-1,-1 0,1-1,0 0,0 0,-1-1,1-1,0 0,-1-1,0 0,1 0,-1-2,9-4,-16 6,0-1,0 0,0-1,0 1,-1-1,0 0,0 0,0 0,-1 0,1 0,-1 0,0-1,-1 1,1-1,-1 1,0-1,-1 0,1 1,-1-1,-1 0,1 0,-1 1,1-1,-2 0,-10-19,12 25,-1 0,1 0,-1 0,1 0,-1 0,1-1,-1 1,1 0,-1 0,1 0,-1 0,1 0,-1 0,1 0,-1 1,1-1,-1 0,1 0,0 0,-1 0,1 1,-1-1,1 0,-1 0,1 1,0-1,-1 0,1 1,0-1,-1 0,1 1,0-1,-1 1,1-1,0 1,0-1,0 0,-1 1,1-1,0 1,0-1,0 1,0-1,0 1,0-1,0 1,0-1,0 1,0-1,0 1,0-1,0 1,-1 4,1 0,0 0,-1 0,2 0,-1 0,0 0,1-1,0 1,0 0,1 0,-1 0,1-1,0 1,0-1,0 1,1-1,0 0,0 0,0 0,0 0,0 0,1-1,0 0,2 3,4 2,1 0,0-1,0 0,1-1,-1 0,1 0,1-1,10 2,9 1</inkml:trace>
  <inkml:trace contextRef="#ctx0" brushRef="#br0" timeOffset="64154.355">19919 3426,'-1'7,"1"-1,0 1,0-1,0 1,1 0,0-1,1 1,-1-1,1 0,0 1,1-1,-1 0,1 0,1-1,-1 1,1-1,0 1,0-1,2 2,0 0,-1-1,1 0,0 0,0-1,0 0,1 0,0 0,0-1,0 0,0 0,1-1,0 0,-1 0,1-1,0 0,0 0,1-1,-1 0,0 0,0-1,0 0,1-1,-1 0,0 0,0-1,4-1,-7-1,0 0,-1-1,0 1,0-1,0 0,0 0,-1-1,0 1,0-1,0 1,-1-1,0 0,0 0,0 0,-1-1,0 1,0 0,-1 0,1-1,-1 1,-1 0,1 0,-1-1,0 1,-1 0,1 0,-1 0,-1-1,3 5,0 1,0 0,0 0,0 0,0-1,-1 1,1 0,0 0,-1 0,1 0,-1 0,1-1,-1 1,1 0,-1 0,0 0,0 1,1-1,-1 0,0 0,0 0,0 0,0 1,0-1,0 0,0 1,0-1,0 1,0-1,0 1,-1 0,1-1,0 1,0 0,0 0,0 0,-1 0,1 0,0 0,0 0,0 0,-1 1,1-1,0 0,0 1,0-1,0 0,0 1,-1 0,1 2,-1 0,1 0,0 0,-1 1,2-1,-1 0,0 1,1-1,-1 0,1 1,0-1,0 1,0-1,1 1,-1-1,1 0,0 1,0-1,0 0,0 0,1 0,-1 1,1-1,0-1,0 1,0 0,0 0,0-1,0 1,1-1,0 0,-1 0,1 0,0 0,0 0,0 0,0-1,0 1,0-1,1 0,-1 0,0 0,3 0,13 6,1-1,0-1,0 0,0-1,1-2,-1 0,1-1,-1-1,1-1,0 0,-1-2,0 0,3-2,-20 4,0 1,0-1,0 0,0 0,-1 0,1 0,0 0,0 0,-1-1,1 1,-1-1,0 0,1 0,-1 0,0 0,0 0,0 0,0 0,-1-1,1 1,0-1,-1 1,0-1,0 0,0 0,1 0,-8 0,1 19,6-12,1 0,0 0,0 0,1 0,-1 0,1-1,0 1,0-1,0 0,0 0,0 0,1 0,-1-1,1 1,0-1,0 0,0 0,0 0,0-1,0 1,1-1,-1 0,0 0,1-1,-1 1,2-1,20 5,1-2,0 0,0-2,0-1,0-2,0 0,20-5,-44 6,0 0,-1 1,1-1,0 1,0 0,0 0,0 0,0 0,-1 0,1 0,0 1,0 0,0-1,-1 1,1 0,0 0,-1 1,1-1,-1 0,1 1,6 4,0-1,0 0,0 0,1-1,0-1,0 1,0-2,0 1,0-1,1-1,-1 0,0 0,1-1,-1-1,1 0,-1 0,0-1,1 0,-1 0,0-1,-1-1,1 0,0 0,6-5,-14 7,0 1,0-1,0 0,-1 0,1 0,-1 0,1-1,-1 1,0 0,0-1,0 1,0-1,0 1,0-1,-1 1,1-1,-1 1,0-1,0 0,0 1,0-1,0 0,0 1,-1-1,1 1,-1-1,0 0,0 1,0 0,0-1,0 1,0 0,-1-1,1 1,-1 0,0 0,1 0,-1 0,0 0,0 1,0-1,0 1,-1-1,1 1,0 0,-7-6,0 0,0 0,-1 1,0 1,0 0,0 0,-1 1,1 0,-1 1,0 0,0 1,-1 0,1 1,0 0,0 1,-1 0,1 0,0 1,0 1,0 0,0 1,0 0,-6 3,14-4,-1 0,2 1,-1 0,0 0,0 0,1 0,0 0,-1 0,1 0,1 1,-1-1,0 1,1 0,0-1,-1 1,1 0,1 0,-1 0,1 0,-1 0,1 0,0-1,1 1,-1 0,1 0,0 0,-1 0,2 0,-1-1,0 1,1 0,0-1,0 1,0-1,0 0,0 0,1 0,-1 0,1 0,0 0,0 0,0-1,0 0,0 0,1 1,-1-2,1 1,1 0,35 20,1-6</inkml:trace>
  <inkml:trace contextRef="#ctx0" brushRef="#br0" timeOffset="65069.291">21295 3092,'-12'-6,"-1"1,0 0,-1 1,1 1,-1 0,1 1,-10-1,20 3,0 0,0 0,0 0,0 0,0 0,1 0,-1 1,0 0,0-1,0 1,0 0,0 1,1-1,-1 0,1 1,-1-1,1 1,-1 0,1 0,0 0,0 0,0 0,0 1,0-1,0 1,1-1,-1 1,1-1,0 1,0 0,0 0,0 0,0-1,0 1,1 0,0 0,-1 2,2 8,1 0,0 1,0-1,2 0,-1-1,2 1,0 0,0-1,1 0,0 0,1-1,1 0,0 0,0-1,6 6,77 89,-59-70,-2 0,-1 2,-2 1,2 7,-28-44,-1-1,0 1,0 0,0-1,1 1,-1 0,0-1,1 1,-1 0,1-1,-1 1,0-1,1 1,-1-1,1 1,0-1,-1 1,1-1,-1 1,1-1,0 0,-1 1,1-1,0 0,-1 0,1 1,0-1,0 0,-1 0,1 0,0 0,0 0,-1 0,1 0,0 0,-1 0,1 0,0-1,0 1,-1 0,1 0,0-1,-1 1,1 0,0-1,-1 1,1-1,-1 1,1-1,-1 1,1-1,-1 1,1-1,-1 1,1-1,-1 0,0 1,1-1,-1 0,0 1,0-1,1 0,-1 0,0 0,9-18,-1 0,-1-1,-1 0,-1 0,0-1,-2 0,0 1,-2-1,0-9,1 7,0 13,-1 1,0-1,-1 0,0 0,-1 0,0 1,0-1,-1 0,-1-3,37 32,139 50,-170-67,0 0,0 1,0-1,0 1,0-1,-1 1,1 0,-1 0,0 1,1-1,-2 0,1 1,0-1,-1 1,1-1,-1 1,0 0,-1-1,1 1,0 0,-1 0,0 0,0 1,3 17,-2-19,0 0,0 1,0-1,1 1,-1-1,1 0,0 0,0 0,0 0,0 0,1-1,-1 1,1 0,-1-1,1 0,0 0,0 0,0 0,0 0,0 0,1-1,-1 0,0 1,1-1,-1-1,2 1,96 7,-70-11,-1-1,1-2,-1-1,22-9,-26 8,-25 8,1-1,0 1,-1-1,1 1,0 0,0 0,-1 0,1 0,0 0,0 0,-1 0,1 0,0 1,-1-1,1 1,0-1,-1 1,1 0,-1-1,1 1,-1 0,1 0,-1 0,1 0,-1 0,0 1,0-1,0 0,1 1,-1-1,8 6,-1 0,2-1,-1 0,1-1,0 0,0-1,0 0,1-1,-1 0,1 0,0-1,0 0,0-1,0-1,0 1,7-2,-15 1,-1 0,1 1,0-1,-1-1,1 1,0 0,-1-1,1 1,0-1,-1 0,1 0,-1 0,1 0,-1 0,0-1,1 1,-1-1,0 1,0-1,0 0,0 0,0 0,-1 0,1 0,0 0,-1 0,0-1,1 1,-1-1,0 1,0-1,-1 1,1-1,0 0,-1 1,0-1,1 0,-1 1,0-1,0 0,-1 0,-2-6,0 1,-1 0,0 0,-1 0,0 1,0-1,-1 1,1 1,-1-1,-1 1,1 0,-1 0,-1 1,1 0,-1 0,1 0,-1 1,0 1,-1-1,-3 0,6 1,-1 1,1 0,0 0,-1 0,0 1,1 0,-1 0,0 0,1 1,-1 0,0 1,0-1,1 1,-1 1,1-1,-1 1,1 0,-1 0,1 1,0 0,0 0,0 1,1 0,-1-1,1 2,0-1,0 1,0 0,1 0,0 0,0 0,0 1,0 0,1-1,0 1,0 1,1-1,0 0,0 1,-1 4,2-5,1-1,-1 0,1 0,1 1,-1-1,1 0,0 0,0 1,0-1,0 0,1 0,0 0,0-1,1 1,-1 0,1-1,0 1,0-1,1 0,-1 0,1 0,0-1,0 1,2 0,4 3,0-1,0 0,1 0,0-1,0 0,0-1,1-1,-1 0,1 0,2-1,30 4</inkml:trace>
  <inkml:trace contextRef="#ctx0" brushRef="#br0" timeOffset="65369.496">22458 3038,'-9'-6,"0"1,-1-1,0 2,0 0,0 0,-1 0,1 1,-1 1,0 0,0 1,1 0,-1 0,0 1,0 0,0 1,0 1,0-1,0 2,1 0,-8 2,15-3,0 0,0 0,1 0,-1 0,0 0,1 1,-1-1,1 1,0 0,0 0,0-1,0 1,0 1,1-1,-1 0,1 0,0 1,0-1,0 0,1 1,-1-1,1 1,0-1,-1 1,2-1,-1 1,0-1,1 1,-1-1,1 1,0-1,0 0,1 1,-1-1,1 0,-1 0,71 110,-62-101,20 25,-2 1,-1 1,-2 1,13 29,-36-63,0-1,1 1,0-1,0 0,0 0,0 0,1 0,0 0,0-1,1 0,-1 1,1-2,0 1,0 0,0-1,0 0,0 0,1-1,0 0,-1 0,1 0,0 0,2-1,177 13,-156-14,57 1</inkml:trace>
  <inkml:trace contextRef="#ctx0" brushRef="#br0" timeOffset="30135.434">24063 1849,'2'18,"1"22,2 22,5 19,5 14,3 11,-2 4,-4-1,-4-8,-5-10,-8-13,-6-18,-5-19,-2-17,0-18,2-11</inkml:trace>
  <inkml:trace contextRef="#ctx0" brushRef="#br0" timeOffset="30816.51">24050 2209,'13'-238,"-13"236,0 0,-1-1,1 1,1 0,-1 0,0 0,0 0,1 0,-1 0,1 0,0 0,0 0,0 0,0 0,0 0,0 0,0 0,0 1,1-1,-1 1,1-1,-1 1,1-1,0 1,-1 0,1 0,0-1,0 2,0-1,0 0,0 0,0 0,0 1,0-1,0 1,0 0,0 0,1 0,-1 0,0 0,0 0,0 0,0 1,0-1,1 1,12 5,-1 1,-1 0,0 1,0 1,0 0,-1 1,0 0,-1 1,0 0,-1 0,0 2,-1-1,8 14,18 56,-35-79,1 0,-1 0,0-1,1 1,-1 0,-1 0,1-1,0 1,-1 0,1-1,-1 1,0 0,0-1,0 1,0-1,0 1,-1-1,1 1,-1-1,1 0,-1 0,0 0,0 0,0 0,0 0,0-1,-1 1,1 0,0-1,-1 0,1 0,-4 2,1 0,-1-1,0 0,0 0,0-1,0 0,0 0,0 0,0-1,0 0,0 0,0 0,-1-1,1 0,0 0,0 0,1-1,-1 0,0 0,0-1,1 1,0-1,-1 0,1-1,0 1,0-1,1 0,-1 0,1-1,0 0,0 1,-2-5,6 4,0-1,0 1,0-1,1 1,0-1,0 1,1-1,-1 1,1 0,0 0,0 0,1 0,0 0,-1 0,2 1,-1 0,0-1,1 1,0 0,0 1,0-1,1 1,-1-1,1 1,4-2,-9 5,97-74,-69 56,-2-1,0-1,-1-2,-1 0,-1-2,-2 0,0-2,-1 0,1-6,-13 19,0-1,-1 0,-1-1,0 0,-1 0,-1 0,0 0,-1-1,-1 1,0-1,-1 0,-1 0,-1 0,0 1,-1-7,1 19,0 0,0 0,0 1,0-1,0 1,0-1,-1 1,1-1,-1 1,0 0,1 0,-1 0,0 0,0 0,-1 0,1 1,0-1,0 0,-1 1,1 0,-1 0,1 0,-1 0,0 0,1 0,-1 1,0-1,0 1,0 0,1-1,-1 1,0 1,0-1,-1 1,-3 0,1 0,0 1,-1 0,1 1,0-1,0 1,0 1,0-1,1 1,0 0,-1 0,1 0,1 1,-2 0,-2 5,0 1,1-1,1 1,0 1,0-1,1 1,0 0,1 0,1 0,0 1,0-1,1 1,1 0,0-1,1 1,0 0,2 6,0 7,2-1,1 1,1-1,1 0,1-1,1 1,2-2,3 6,-5-10,1-1,0 0,2 0,0-1,1-1,1 0,0-1,1 0,0-1,2-1,-1-1,2 0,-1-1,2-1,-1 0,1-2,1 0,-1-1,13 2,-26-7,0-1,0 0,0-1,1 1,-1-1,0 0,0-1,0 0,0 0,0 0,0 0,0-1,-1 0,1 0,-1-1,1 0,-1 0,0 0,0 0,0-1,0 0,0 0,-1 0,0 0,0-1,0 0,0 0,3-10,-1-1,0 0,-1-1,-1 1,0-1,-1 0,-1 0,-1 0,0 0,-1 0,-1 0,-1 0,-2-10,-2 9,-2 22,-5 31,10-25,0 0,2 0,-1 0,1 0,1 1,0-1,0 0,1 1,0-1,1 0,0 0,1 0,0 0,0 0,1 0,1-1,-1 0,1 0,1 0,0 0,0-1,1 0,5 5,15 7</inkml:trace>
  <inkml:trace contextRef="#ctx0" brushRef="#br0" timeOffset="31635.342">24851 1608,'50'29,"1"-2,1-3,34 11,76 36,-153-68,-1 1,1 1,-1 0,0 0,0 0,-1 1,0 0,0 1,0 0,-1 0,1 0,-2 1,1-1,-1 1,-1 1,1-1,-1 1,-1 0,1 3,0 99,-6-92,2-17,0 1,-1-1,1 1,0-1,0 1,0 0,1-1,-1 1,1-1,-1 0,1 1,0-1,0 1,0-1,0 0,0 0,1 1,-1-1,0 0,1 0,0 0,0-1,-1 1,1 0,0-1,0 1,1-1,-1 0,0 1,0-1,1 0,-1 0,0-1,1 1,-1 0,1-1,-1 1,1-1,1 0,4 0,-1 0,1 0,-1-1,0 0,1-1,-1 0,0 0,0 0,0-1,-1 0,1 0,0 0,-1-1,0 0,0-1,0 1,-1-1,1 0,-1 0,0-1,11-13,-1 0,0-1,-2 0,0-1,3-9,-15 27,-1 3,0 0,0-1,0 1,-1-1,1 1,0-1,0 1,0 0,0-1,0 1,0-1,0 1,0-1,0 1,0-1,0 1,0-1,0 1,1 0,-1-1,0 1,0-1,0 1,1-1,-1 1,0 0,0-1,1 1,-1 0,0-1,1 1,-1 0,0-1,1 1,-1 0,1 0,-1 0,0-1,1 1,-1 0,1 0,-1 0,1 0,-1 0,0 0,1-1,-1 1,1 0,-1 1,1-1,-1 0,1 0,-1 0,1 0,-1 0,0 0,1 0,-1 1,1-1,-1 0,0 0,1 1,-1-1,1 0,-1 0,0 1,0-1,1 1,3 44,-4-39,0 1,0 0,1 0,-1 0,2-1,-1 1,1 0,0-1,0 1,1-1,0 0,0 0,0 0,1 0,0 0,4 3,-3-3,2-1,-1-1,1 1,-1-1,1 0,0-1,1 0,-1 0,0 0,1-1,0 0,-1-1,1 1,0-1,0-1,0 0,2 0,8-1,0 0,1-1,-1-1,0-1,-1-1,17-6,31-17,-63 28,0 0,0 0,0 0,0 0,0 1,0-1,0 0,0 1,0 0,0-1,0 1,0 0,-1 0,1 0,0 0,0 0,-1 0,1 1,-1-1,1 1,0 0,14 10,-9-9,1 0,-1 0,1 0,0-1,0 0,0-1,0 0,0 0,0-1,1 1,-1-2,0 1,0-1,0-1,1 0,-4 1,-1 0,0 0,0 0,0-1,0 0,0 1,0-2,0 1,-1 0,1-1,-1 1,1-1,-1 0,0 0,0-1,-1 1,1 0,0-1,-1 0,0 0,0 1,0-1,-1 0,1-1,-1 1,0 0,0 0,0-4,-1 3,0-1,0 1,-1 0,1 0,-1 0,0 0,-1 0,1 0,-1 0,0 0,0 1,-1-1,1 1,-1-1,0 1,0 0,0 0,-1 0,0 1,1-1,-1 1,-1 0,1 0,0 0,-1 0,1 1,-3-1,0 0,-1-1,1 1,-1 1,0 0,0 0,0 0,0 1,0 0,0 1,0 0,-1 0,1 0,0 1,0 1,0-1,0 1,-1 1,5-2,-1 1,0-1,1 1,0 0,-1 0,1 1,0-1,0 1,0 0,0 0,1 0,-1 1,1-1,0 1,0 0,0 0,0 0,1 0,-1 0,1 1,0-1,1 1,-1-1,1 1,0 0,0 0,0-1,1 1,-1 0,1 0,0 0,1 0,-1-1,1 1,0 0,0 0,1-1,-1 1,1 0,0-1,0 0,1 1,1 2,3-1,0 0,1 0,-1-1,1 1,0-2,0 1,1-1,-1 0,1-1,0 0,0 0,0-1,1 0,31 6</inkml:trace>
  <inkml:trace contextRef="#ctx0" brushRef="#br0" timeOffset="31886.317">26295 1541,'-18'-2,"-13"-1,-5 2,0 6,5 7,7 8,13 8,17 7,16 6,5-5</inkml:trace>
  <inkml:trace contextRef="#ctx0" brushRef="#br0" timeOffset="32086.815">26456 2116,'16'7,"10"2,7 0,5-5,2-6,0-9,-3-10,-7-3</inkml:trace>
  <inkml:trace contextRef="#ctx0" brushRef="#br0" timeOffset="32334.656">26763 1314,'-2'2,"-1"6,0 10,1 9,0 6,1 5,3 1,1-5,2-5,5-6,1-6</inkml:trace>
  <inkml:trace contextRef="#ctx0" brushRef="#br0" timeOffset="32580.997">26884 1407,'0'-14,"0"-10,0-5,0 1,2 5,1 12,0 13,2 19,4 16,3 14,4 10,0 2,-4 1,-3-11</inkml:trace>
  <inkml:trace contextRef="#ctx0" brushRef="#br0" timeOffset="66185.319">24437 3319,'-14'-5,"-1"0,1 1,-1 0,0 2,0 0,0 0,0 1,-12 2,20-1,0 1,0-1,1 2,-1-1,0 1,0 0,1 1,-1-1,1 1,0 1,0-1,0 1,0 0,1 0,-1 1,1 0,0 0,1 0,-5 5,7-7,0 0,0 1,0-1,1 0,-1 1,1-1,0 1,0 0,0-1,0 1,1 0,-1 0,1-1,0 1,0 0,0 0,1 0,-1-1,1 1,0 0,0-1,0 1,1-1,-1 1,1-1,0 0,0 1,0-1,0 0,1 0,-1 0,1-1,0 1,-1-1,1 1,3 1,15 6,0 0,0-1,1-1,1-1,-1-1,1-1,0-1,0-1,0-1,1-1,-1-1,21-3,-28 4,1-1,-1-1,0-1,1 0,-1-1,0-1,-1 0,1-1,-1-1,0-1,0 0,0-1,-13 8,0-1,-1 0,1 1,-1-1,1 0,-1 0,1 0,-1 0,0 0,0 0,1 0,-1 0,0 0,0-1,0 1,0 0,0-1,0 1,-1-1,1 1,0-1,-1 0,1 1,-1-1,0 0,1 1,-1-1,0 0,0 1,0-1,0 0,0 1,-1-1,1 0,0 1,-1-1,1 1,-1-1,0 0,1 1,-1-1,0 1,0 0,0-1,0 1,0 0,0-1,-1 1,1 0,0 0,0 0,-1 0,0 0,-1 0,1 1,-1 0,1 0,-1 1,1-1,-1 0,1 1,-1 0,1-1,0 1,-1 0,1 0,0 0,0 1,0-1,0 0,0 1,0-1,0 1,0 0,1 0,-1 0,1 0,-1 0,1 0,0 0,-1 0,1 0,0 1,1-1,-1 0,0 1,1-1,-1 1,1-1,0 0,0 1,0-1,0 1,0-1,0 1,1-1,-1 1,1-1,0 0,-1 1,1-1,0 0,1 0,-1 1,0-1,1 0,0 1,5 2,1 1,-1-1,1 0,0-1,1 0,-1 0,1-1,0 0,-1 0,1-1,1 0,-1-1,0 0,0 0,0-1,10-1,-15 2,0-1,1-1,-1 1,0-1,0 1,1-1,-1 0,0-1,0 1,0-1,0 0,-1 0,1 0,0 0,-1-1,1 1,-1-1,0 0,0 0,0 0,0 0,-1-1,1 1,-1-1,0 0,0 1,0-1,0 0,-1 0,0 0,0 0,0-1,0 1,0 0,-1 0,0-1,0 1,0 0,0 0,-1-1,0 1,0 0,0 0,0 0,-1 0,1 0,-1 0,0 0,0 0,-3-2,1 1,-1 1,0 0,-1 1,1-1,-1 1,1 0,-1 0,0 1,0 0,0 0,0 0,-1 0,1 1,0 0,-1 1,1 0,-1 0,1 0,0 0,-4 2,-2-1,1 1,-1 1,0 0,1 0,-1 1,1 1,0 0,1 0,-1 1,-4 4,12-8,0-1,0 1,0-1,0 1,1 0,-1 0,1 0,0 1,-1-1,1 1,0-1,0 1,0-1,1 1,-1 0,1 0,0 0,-1 0,1 0,1 0,-1 1,0-1,1 0,-1 0,1 0,0 1,0-1,1 0,-1 0,1 1,0 2,12 7</inkml:trace>
  <inkml:trace contextRef="#ctx0" brushRef="#br0" timeOffset="66529.989">24718 3145,'24'-30,"2"1,1 1,1 1,3 1,-26 22,-27 70,17-50,1 0,1 0,1 0,0 1,1-1,0 1,2-1,0 1,1-1,0 1,2-1,0 0,0 0,2-1,0 1,0-1,3 2,9 20,-3-4</inkml:trace>
  <inkml:trace contextRef="#ctx0" brushRef="#br0" timeOffset="66781.319">25052 3546,'0'0</inkml:trace>
  <inkml:trace contextRef="#ctx0" brushRef="#br0" timeOffset="67212.168">25160 2811,'-22'-51,"22"52,0-1,0 0,0 0,-1 1,1-1,0 0,0 0,0 0,0 1,0-1,-1 0,1 0,0 0,0 1,0-1,-1 0,1 0,0 0,0 0,-1 0,1 1,0-1,0 0,-1 0,1 0,0 0,0 0,-1 0,1 0,0 0,0 0,-1 0,1 0,0 0,0 0,-1 0,1 0,0 0,0-1,-1 1,1 0,0 0,0 0,-1 0,1 0,0-1,0 1,0 0,-1 0,1 0,0 0,0-1,0 1,0 0,0 0,-1-1,1 1,0 0,0 0,0-1,0 1,0 0,0 0,0-1,0 1,0 0,0-1,-2 25,7 45,4 0,16 64,-10-59,51 273,-66-347,0 4,0 0,1 0,0 0,0-1,0 1,0 0,0-1,1 1,0-1,0 1,0-1,0 0,0 0,0 0,1 0,0 0,-1-1,1 1,0-1,0 1,1-1,-1 0,0 0,1-1,-1 1,3 0,2-3,1 0,-1-1,0 1,1-2,-1 1,-1-1,1-1,0 1,-1-1,1 0,-1-1,0 0,-1 0,1-1,-1 1,0-1,-1-1,5-5,-5 6,1-1,-2 1,1-1,-1 0,0-1,-1 1,1-1,-1 1,-1-1,0 0,0 0,0 0,-1-1,0 1,-1-1,0 8,0 0,0 0,0 0,-1 0,1 0,0 0,-1 0,1 0,-1 0,1 0,-1 0,1 0,-1 0,1 0,-1 0,0 1,0-1,1 0,-1 1,0-1,0 0,0 1,0-1,0 1,0-1,0 1,0 0,0-1,0 1,0 0,0 0,0-1,0 1,0 0,0 0,0 0,0 0,0 1,0-1,0 0,0 0,0 1,0-1,0 0,0 1,0-1,0 1,0 0,0-1,0 1,0-1,1 1,-1 0,0 0,0 0,1-1,-1 1,1 0,-1 0,1 0,-1 0,1 0,-1 0,1 0,0 0,0 0,-1 0,-2 4,0 0,1 0,-1 0,1 1,0-1,0 1,0-1,1 1,0-1,0 1,0 0,1 0,0-1,0 1,1 0,-1 0,1-1,0 1,1 0,-1-1,1 1,0-1,1 0,-1 0,1 1,0-2,0 1,1 0,-1-1,1 1,0-1,1 0,-1 0,0-1,1 1,4 1,4 3,1 0,1 0,-1-2,1 0,0 0,1-2,-1 0,1-1,0 0,-1-1,1-1,0 0,13-2,-5-4</inkml:trace>
  <inkml:trace contextRef="#ctx0" brushRef="#br0" timeOffset="67362.764">25213 3105,'25'-12,"26"-3,26 1,21 2,18 4,9 3,-17 2</inkml:trace>
  <inkml:trace contextRef="#ctx0" brushRef="#br0" timeOffset="73469.7">26683 3265,'-3'-2,"-1"1,1-1,-1 1,0-1,0 1,0 0,0 1,0-1,0 1,0-1,0 1,0 0,0 1,-2-1,-1 1,0 0,-1 1,1-1,0 1,0 1,1-1,-1 1,1 0,-1 1,1 0,0 0,0 0,0 1,1-1,0 1,0 1,-4 4,6-7,1 0,-1 0,1 1,0-1,0 0,1 1,-1-1,1 1,-1 0,1-1,0 1,1 0,-1 0,1 0,-1-1,1 1,0 0,1 0,-1 0,1 0,-1 0,1-1,0 1,1 0,-1-1,1 1,-1 0,1-1,0 0,0 0,1 1,-1-1,3 2,8 5,0-1,0-1,1 0,0-1,1 0,-1-1,1-1,1 0,-1-1,1 0,-1-2,1 0,0 0,0-2,0 0,2-1,0 1,-1 0,0-2,0 0,0-1,0-1,0 0,6-3,-17 4,0 1,1-1,-2 0,1 0,0-1,0 0,-1 0,0 0,0-1,0 0,-1 0,1 0,-1 0,0-1,-1 1,1-1,-1 0,0 0,-1 0,1-2,-1 1,0 1,0-1,-1 0,1 0,-2 0,1-1,-1 1,0 0,-1 0,1 0,-1 0,-1 0,1 0,-1 0,-1 0,1 1,-1-1,-3-5,5 11,1 1,0-1,-1 1,1 0,0-1,-1 1,1-1,-1 1,1 0,0-1,-1 1,1 0,-1-1,1 1,-1 0,1 0,-1-1,1 1,-1 0,0 0,1 0,-1 0,1 0,-1 0,1 0,-1 0,1 0,-1 0,0 0,1 0,-1 0,1 1,-1-1,1 0,-1 0,1 1,-1-1,1 0,-1 0,1 1,0-1,-1 1,1-1,-1 0,1 1,0-1,-1 1,1-1,0 1,0-1,-1 1,1-1,0 1,0 0,-11 31,9-25,1 1,-1 0,2-1,-1 1,1 0,0 0,1-1,0 1,0 0,0-1,1 1,0-1,1 1,0-1,0 0,0 0,1 0,0-1,0 1,1-1,0 0,0 0,0-1,1 1,0-1,0 0,0-1,1 0,-1 0,1 0,0 0,0-1,0-1,1 1,-1-1,1 0,-1-1,1 1,2-1,-2-2,0 0,-1 0,1-1,0 0,-1 0,1 0,-1-1,0 0,0-1,0 0,-1 0,1 0,-1-1,0 0,0 0,0 0,-1-1,0 0,0 0,0 0,-1-1,0 0,0 0,-1 0,0 0,0 0,-1 0,1-1,-2 0,1 1,-1-1,0 0,-1-4,-1-7,1 19,0 0,0 1,0-1,0 0,0 0,0 0,0 1,0-1,0 0,0 0,-1 0,1 0,0 1,0-1,0 0,0 0,0 0,0 0,-1 1,1-1,0 0,0 0,0 0,0 0,-1 0,1 0,0 0,0 0,0 1,-1-1,1 0,0 0,0 0,0 0,-1 0,1 0,0 0,0 0,-1 0,1 0,0 0,0-1,0 1,-1 0,1 0,0 0,0 0,0 0,0 0,-1 0,1 0,0-1,0 1,0 0,0 0,0 0,-1 0,1-1,0 1,0 0,0 0,0 0,0-1,-2 4,1 0,0 0,0 0,0 0,0 1,0-1,1 0,-1 0,1 0,0 1,0-1,0 0,0 0,1 0,-1 1,1-1,0 0,0 0,0 0,0 0,0 0,1 0,0 0,-1-1,1 1,0 0,0-1,0 1,1-1,-1 0,2 1,3 4,1-1,0-1,0 1,1-1,-1-1,1 0,0 0,0 0,0-1,3 0,-2-1,0 0,1 0,-1-1,1 0,-1-1,1-1,0 1,-1-1,1-1,-1 0,0-1,1 0,-1 0,-1-1,1-1,0 1,-1-1,0-1,0 0,-1 0,0-1,0 0,0 0,-1-1,0 0,0 0,-1-1,0 0,-1 0,2-4,10-29,-1-1,-3 0,-2-1,-1-1,-3 1,-1-2,-2-6,9-254,-13 295,1 4,-1 0,0-1,0 1,-1 0,0 0,0 0,-1 0,0-1,0 2,0-1,-1 0,0 1,-3-6,5 11,0 0,1 1,-1-1,0 0,0 0,0 0,1 1,-1-1,0 0,0 1,0-1,0 1,0-1,0 1,-1 0,1-1,0 1,0 0,0 0,0-1,0 1,0 0,0 0,-1 0,1 1,0-1,0 0,0 0,0 1,0-1,0 0,0 1,0-1,0 1,0 0,0-1,0 1,0 0,0-1,0 1,0 0,1 0,-29 43,23-23,1 2,1-1,1 0,1 1,1 0,1-1,1 1,0-1,2 1,1-1,1 0,6 19,9 31,2-1,4-2,2 0,4-1,32 49,-59-109,-4-4,0 0,1 0,0-1,0 1,0 0,1-1,-1 1,1-1,0 0,0 0,0 0,0 0,0-1,0 1,1-1,0 1,-1-1,1-1,0 1,0 0,0-1,0 0,0 0,0 0,0 0,1-1,3 0,12-7,0-1,-1-1,0-1,0 0,-1-2,0 0,15-14,-9 8,38-24,-60 43,-1-1,0 1,0-1,1 1,-1 0,0-1,0 1,0 0,0 0,0 0,0 0,0 0,0 0,0 0,-1 0,1 1,0-1,-1 0,1 0,-1 1,1-1,-1 0,0 1,1-1,-1 0,0 1,0-1,0 0,0 1,0-1,0 0,0 1,-1-1,1 2,1 6,0-3,0 0,0-1,1 1,0-1,0 0,1 1,0-1,0 0,0 0,0-1,1 1,-1-1,1 1,0-1,1 0,-1-1,1 1,-1-1,1 0,0 0,1 0,-1-1,0 0,1 0,-1 0,1 0,-1-1,1 0,0 0,5-1,27 1,-4-5</inkml:trace>
  <inkml:trace contextRef="#ctx0" brushRef="#br0" timeOffset="73715.045">27873 2892,'-25'-5,"-17"-4,-7-2,2-1,5 0,9 3,11 3,17 3,15 1,21 1,18 1,16 1,14 0,9 1,1 2,-15-1</inkml:trace>
  <inkml:trace contextRef="#ctx0" brushRef="#br0" timeOffset="73967.376">28461 3105,'9'16,"5"10,3 7,-1 5,-2 0,-3 1,-1-2,0-2,-2-5,1-8,0-8,4-6,1-4,-1-3</inkml:trace>
  <inkml:trace contextRef="#ctx0" brushRef="#br0" timeOffset="74133.924">28488 2838,'-2'-2,"1"1,1 1</inkml:trace>
  <inkml:trace contextRef="#ctx0" brushRef="#br0" timeOffset="74869.183">28181 3038,'0'-2,"2"-1,4 0,-1 1</inkml:trace>
  <inkml:trace contextRef="#ctx0" brushRef="#br0" timeOffset="82730.158">29972 4201,'-15'0,"0"0,0 1,0 1,0 0,0 1,1 1,-1 0,1 1,0 0,0 1,1 1,0 0,0 1,0 0,1 1,-5 5,12-11,0 0,0 0,1 1,-1 0,1 0,0 0,0 0,0 1,0-1,1 1,0 0,0 0,0 0,1 1,-1-1,1 0,0 3,4-6,0 1,0 0,0-1,0 0,0 1,0-1,1 0,-1 0,1 0,-1-1,1 1,0-1,0 1,0-1,0 0,0 0,0 0,0 0,0-1,0 1,0-1,0 0,0 0,1 0,-1 0,0 0,0-1,0 0,2 0,11-1,-1 0,0-1,0-1,-1 0,1-1,-1 0,0-1,0-1,-1 0,0-1,0-1,-1 0,0 0,0-1,-1-1,-1 0,0 0,0-1,-1 0,0-1,-1 0,-1-1,0 1,0-5,11-27,-2 0,-2-1,-3-1,-1 0,-2-1,0-42,-6 75,-1 6,0-1,0 0,-1 0,0 0,0 0,-1 0,-1 0,0 1,0-1,-1 1,-1-4,4 13,-1-1,1 0,0 1,-1-1,1 1,-1-1,1 1,-1-1,1 1,-1-1,0 1,1-1,-1 1,1 0,-1-1,0 1,1 0,-1 0,0-1,1 1,-1 0,0 0,0 0,1 0,-1 0,0 0,0 0,1 0,-1 0,0 0,1 1,-1-1,0 0,1 0,-1 1,0-1,1 0,-1 1,0-1,1 1,-1-1,1 1,-1-1,1 1,-1-1,1 1,0-1,-1 1,-23 31,14-14,1 1,1 0,1 1,0-1,2 2,0-1,1 0,1 1,1 0,1-1,1 1,1 0,1 0,0 0,2-1,0 0,7 20,-5-23,0-1,1 0,0-1,2 1,-1-2,2 1,0-1,1 0,0-1,1-1,1 0,0 0,0-1,1-1,0 0,1-1,0-1,1 0,-1-1,1-1,1 0,-1-1,1-1,2 0,-14-3,-1-1,1 0,-1 0,1-1,0 1,-1-1,1 0,-1 0,0-1,1 1,-1-1,0 0,0 0,0 0,0-1,0 1,-1-1,1 0,-1 0,0 0,0-1,0 1,0-1,0 1,-1-1,0 0,1 0,-2 0,3-4,-1-3,1-1,-2 0,1 1,-2-1,0 0,0 0,-1 0,0 0,-1 0,0 1,-1-1,-1 0,0 0,0 1,-1 0,-1-1,5 10,0 1,0-1,0 1,-1-1,1 1,0-1,-1 1,1-1,-1 1,0 0,0-1,1 1,-1 0,0 0,0 0,0-1,0 1,0 0,0 0,-1 0,1 1,0-1,0 0,-1 0,1 1,0-1,-1 1,1-1,-1 1,1-1,-1 1,1 0,-1 0,1 0,-1 0,1 0,-1 0,1 0,-1 0,1 1,-1-1,1 0,0 1,-1-1,1 1,-1 0,1 0,0-1,0 1,-1 0,1 0,0 0,0 0,-1 1,-1 7,1-1,0 1,0 0,1 0,0 0,0 0,1 0,0 0,1 0,0 0,0 0,1 0,0 0,1 0,0-1,0 1,1-1,0 0,5 7,2 4,1-1,1 0,1-1,0 0,2-1,-1-1,2 0,0-2,3 2,36 24</inkml:trace>
  <inkml:trace contextRef="#ctx0" brushRef="#br0" timeOffset="80497.51">25720 4656,'8'-5,"0"0,-1 0,0-1,0 0,0 0,-1-1,0 0,0 0,-1 0,0 0,0-1,-1 0,0 0,0-1,-1 1,1-3,-1 3,76-199,-79 205,1 1,-1-1,0 1,0-1,1 1,-1 0,1-1,-1 1,1 0,0-1,-1 1,1 0,0 0,0-1,0 1,0 0,0 0,0 0,0 0,0 0,0 1,1-1,-1 0,0 0,1 1,-1-1,0 1,1-1,-1 1,1 0,-1-1,0 1,1 0,-1 0,1 0,-1 0,1 0,-1 1,1-1,-1 0,0 1,1-1,-1 1,1-1,-1 1,0-1,0 1,1 0,-1 0,0 0,0 0,0 0,0 0,29 21,-1 2,-2 0,0 2,-2 1,5 8,-30-34,7 7,0-1,0 1,-1 0,-1 1,1-1,-2 1,1 0,-1 1,3 8,-7-16,0 0,0-1,1 1,-2 0,1-1,0 1,0 0,0-1,-1 1,1-1,-1 1,1 0,-1-1,0 1,0-1,0 1,0-1,0 0,0 1,0-1,0 0,0 0,0 0,-1 0,1 0,0 0,-1 0,1 0,-1 0,1-1,-1 1,1-1,-1 1,0-1,1 1,-1-1,0 0,-63 6,58-6,1 0,0-1,-1 0,1 0,-1 0,1-1,0 0,0 0,0-1,0 1,0-1,1-1,-1 1,1-1,-5-4,1-4</inkml:trace>
  <inkml:trace contextRef="#ctx0" brushRef="#br0" timeOffset="81215.701">26576 4388,'-20'-5,"0"0,-1 2,0 0,0 1,1 1,-1 1,0 1,0 1,0 0,-14 5,-21 22,54-28,1 0,0-1,0 1,0 0,0 0,0 1,0-1,0 0,1 0,-1 0,0 1,0-1,1 0,-1 1,1-1,0 0,-1 1,1-1,0 1,0-1,-1 0,1 1,0-1,1 1,-1-1,0 1,0-1,1 0,-1 1,1-1,-1 1,1-1,-1 0,1 0,0 1,0-1,-1 0,1 0,0 0,0 0,1 0,5 5,0 0,0-1,1 0,0 0,0-1,0 0,1-1,-1 0,1 0,2 0,38 9,2-1,-1-3,1-2,1-2,-1-3,0-2,26-4,-58 5,-1-2,1 1,-1-2,1-1,-1 0,0-1,0-1,-1-1,0 0,0-1,8-7,-1-21,-23 36,-1-1,0 0,1 0,-1 1,0-1,0 0,1 0,-1 0,0 1,0-1,0 0,0 0,0 0,0 0,-1 1,1-1,0 0,0 0,0 0,-1 1,1-1,0 0,-1 1,1-1,-1 0,1 0,-1 1,1-1,-1 1,1-1,-1 1,0-1,1 1,-1-1,0 1,0-1,1 1,-1 0,0-1,0 1,1 0,-1 0,0 0,0-1,0 1,1 0,-1 0,0 0,-1 1,0 0,0-1,0 1,0 0,1 0,-1 0,0 0,1 1,-1-1,1 0,-1 1,1-1,-1 1,1-1,0 1,0 0,0-1,0 1,0 0,0 0,1 0,-1-1,1 1,-1 0,1 0,0 0,-1 0,1 0,0 0,0 0,0 0,1 0,-1 0,1 0,-1 0,1 0,0 1,2 2,0 0,1 0,-1-1,1 1,1-1,-1 1,1-1,-1-1,1 1,0-1,0 1,1-2,-1 1,1 0,-1-1,1 0,0-1,0 1,0-1,0 0,0 0,0-1,0 0,0 0,0 0,0-1,0 0,0 0,0-1,0 1,0-1,-2 1,1 0,-1-1,1 1,-1-1,0 0,0 0,0 0,0 0,0-1,-1 0,1 1,-1-1,1-1,-1 1,0 0,0-1,-1 0,1 1,-1-1,0 0,1 0,-2-1,1 1,-1 0,1 0,-1-1,0 1,-1-1,1 1,-1-1,0 0,0 1,0-1,-1 1,1-1,-1 1,-1-3,-3 0,1 1,-2-1,1 1,-1 0,0 0,0 1,0-1,-1 1,0 1,0-1,0 1,0 1,-1-1,0 1,1 1,-1-1,0 1,-1 1,1-1,0 1,0 1,0 0,-1 0,1 0,-8 2,14-2,-1 0,0 0,0 1,1-1,-1 1,0-1,1 1,-1 0,0 0,1 0,0 0,-1 1,1-1,-1 1,1-1,0 1,0 0,0 0,0 0,0 0,1 0,-1 0,1 1,-1-1,1 1,0-1,0 1,0-1,0 1,0-1,0 1,1 0,-1 0,1-1,0 1,0 0,0 0,0-1,1 2,1 1,1-1,0 1,1-1,-1 0,0 0,1 0,0-1,0 1,0-1,1 0,-1 0,1-1,3 2,33 18</inkml:trace>
  <inkml:trace contextRef="#ctx0" brushRef="#br0" timeOffset="82047.479">27726 4429,'-7'-11,"-1"0,-1 2,0-1,-1 1,1 0,-2 1,1 0,-1 0,0 1,-1 1,0 0,0 0,0 2,0-1,-1 1,0 1,0 0,-10 0,19 3,0-1,0 1,0 0,0 0,1 1,-1-1,0 1,0 0,1 0,-1 0,0 0,1 1,-1 0,1-1,-1 1,1 1,0-1,0 0,0 1,0-1,1 1,-1 0,1 0,-1 0,1 0,0 1,0-1,0 0,1 1,-1-1,1 1,0 0,0 0,0-1,1 1,-1 0,1 0,0 0,0 0,0-1,0 1,1 0,-1 0,1 0,2 3,2 0,1 0,1 0,0 0,-1-1,2 0,-1-1,1 1,0-1,0-1,0 0,1 0,0 0,-1-1,1-1,0 1,0-1,1-1,-1 0,0 0,1-1,-1 0,0 0,1-1,5-2,-10 3,0 0,0 0,1-1,-1 0,0 0,0 0,0-1,0 0,0 0,0 0,0 0,-1-1,1 0,-1 0,0 0,0-1,0 1,0-1,-1 0,1 0,-1 0,0 0,0-1,-1 1,2-3,-10-6,-9 29,14-12,0-1,0 0,0 1,0-1,0 1,1 0,0-1,-1 1,1-1,1 1,-1 0,0-1,1 1,0-1,0 1,0-1,0 0,0 1,1-1,0 0,-1 0,1 0,0 0,1 0,-1 0,0 0,1-1,0 1,-1-1,1 0,0 0,0 0,0 0,1-1,-1 1,0-1,1 1,-1-1,0 0,1-1,0 1,-1-1,1 1,2-1,1 0,0 0,0 0,0 0,0-1,0 0,0-1,0 1,0-2,-1 1,1 0,-1-1,0 0,0-1,0 0,0 0,0 0,-1 0,0-1,0 0,0 0,0 0,-1-1,0 1,0-1,0 0,-1 0,0-1,0 1,-1-1,0 1,1-5,37-116,-39 125,0 0,0 1,0-1,0 1,0-1,0 1,0 0,0-1,1 1,-1 0,0 0,1 0,-1 0,1 0,-1 0,1 0,0 0,-1 1,1-1,0 1,-1-1,1 1,0 0,0-1,0 1,-1 0,1 0,0 0,0 1,0-1,-1 0,1 1,0-1,-1 1,1-1,0 1,-1 0,61 38,-57-35,6 3,-1 1,0 1,0-1,-1 2,0-1,-1 1,0 1,0 0,-1 0,-1 0,1 1,-2-1,0 2,0-1,-1 0,-4-10,0 0,0-1,0 1,0-1,0 1,-1 0,1-1,0 1,-1-1,1 1,-1-1,1 1,-1-1,0 1,0-1,1 1,-1-1,0 0,0 0,-1 1,1-1,0 0,0 0,0 0,-1 0,1 0,-1-1,1 1,0 0,-1-1,1 1,-1-1,0 1,1-1,-1 0,1 1,-1-1,0 0,1 0,-2 0,-66-7,64 6,1 0,-1-1,0 1,1-1,-1-1,1 1,0-1,0 1,0-1,0 0,0 0,-3-4,7 6,0 1,-1-1,1 0,-1 0,1 1,0-1,-1 0,1 0,0 0,0 1,0-1,0 0,0 0,0 0,0 0,0 0,0 1,0-1,0 0,0 0,1 0,-1 1,0-1,1 0,-1 0,0 1,1-1,-1 0,1 0,-1 1,1-1,0 1,-1-1,1 0,0 1,-1-1,1 1,0 0,-1-1,1 1,0-1,0 1,0 0,37-16,-37 16,113-30,-83 24,0-1,0-1,-1-2,-1-2,0 0,0-2,11-8,-38 22,-1 0,0-1,1 1,-1-1,1 1,-1-1,0 0,1 1,-1-1,0 0,0 0,1 0,-1 0,0 0,0 0,0 0,0 0,-1-1,1 1,0 0,0-1,-1 1,1 0,-1-1,1 1,-1-1,1 1,-1 0,0-1,0 1,0-1,0 1,0-1,0 1,0-1,0 1,-1-1,1 1,-1-1,1 1,-1 0,1-1,-1 1,0 0,1-1,-1 1,0 0,-1-1,-2 0,-1 1,1 0,0-1,-1 2,1-1,0 1,-1-1,1 1,-1 0,1 1,-1-1,1 1,0 0,-1 0,1 0,0 1,0 0,0-1,0 1,0 1,0-1,0 0,1 1,-1 0,1 0,0 0,0 0,0 1,-1 1,3-3,1 1,0-1,-1 0,1 0,0 1,1-1,-1 0,0 1,1-1,-1 0,1 0,0 0,-1 0,1 1,0-1,0 0,1 0,-1-1,0 1,1 0,-1 0,1-1,-1 1,1-1,0 1,0-1,0 0,0 1,0-1,0 0,0 0,0-1,0 1,2 0,25 11,-1-1,2-1,-1-2,1-1,30 3,-42-7,93 15,-3-3</inkml:trace>
  <inkml:trace contextRef="#ctx0" brushRef="#br0" timeOffset="88515.134">25441 5579,'20'-12,"1"0,-1-1,-1-1,-1 0,0-2,0 0,-2-1,0-1,-1 0,-1-1,-1-1,0 0,-2-1,0 0,-1-1,-1 0,-2 0,0-1,0-6,-1 9,-2 0,0 0,-2-1,0 1,-1 0,-1-1,-1 1,-1-1,-1 1,-2-10,4 29,1-1,-1 0,1 0,-1 1,1-1,-1 0,0 1,0-1,0 1,0-1,0 1,0 0,0-1,0 1,-1 0,1 0,0 0,-1 0,1 0,-1 0,1 0,-1 0,0 0,1 1,-1-1,0 1,1-1,-1 1,0 0,0 0,1 0,-1 0,0 0,0 0,0 0,1 0,-1 1,0-1,1 1,-1-1,0 1,1 0,-1-1,1 1,-1 0,-1 1,-6 7,1-1,0 2,0-1,0 1,1 0,1 0,0 1,0 0,1 0,1 1,0-1,0 1,1 0,0 0,1 0,0 6,0-1,1 1,1-1,0 1,1 0,1-1,1 1,0-1,1 0,1 0,1 0,0-1,1 1,9 13,-10-18,1-1,1 0,-1 0,2 0,0-1,0 0,0-1,1 0,1 0,0-1,0-1,0 0,1 0,0-1,0-1,1 0,-1 0,9 0,-16-3,1-2,0 1,-1-1,1 1,0-2,0 1,-1-1,1 0,0 0,-1 0,1-1,-1 0,1 0,-1 0,0-1,0 1,0-1,0-1,0 1,-1-1,1 0,-1 0,3-4,1-2,0 0,-1 0,0-1,-1 0,0 0,-1-1,0 0,-1 0,0 0,0-5,-4 12,-6 15,-6 19,11-26,1-1,-1 0,1 1,-1-1,1 1,0-1,0 1,0 0,0-1,0 1,0-1,1 1,0-1,-1 1,1-1,0 0,0 1,0-1,0 0,1 0,-1 1,0-1,1 0,0 0,-1-1,1 1,0 0,0-1,0 1,0-1,0 1,1-1,-1 0,0 0,1 0,-1 0,1 0,1 0,5 1,0 0,0-1,0 0,0-1,0 0,0 0,0 0,0-1,0-1,0 0,-1 0,1 0,0-1,-1-1,0 1,0-1,0-1,0 0,-1 0,1 0,-1-1,-1 0,1 0,-1 0,0-1,0 0,-1-1,0 1,0-1,-1 0,0 0,-1 0,1-1,-2 1,1-1,-1 0,0 0,-1-1,-1 11,0-1,-1 1,1-1,-1 1,1-1,-1 0,1 1,-1-1,1 0,-1 1,1-1,-1 0,1 1,-1-1,1 0,-1 0,0 0,1 0,-1 0,1 0,-1 1,0-1,1 0,-1-1,1 1,-1 0,0 0,1 0,-1 0,1 0,-1-1,1 1,-1 0,1 0,-1-1,1 1,-1 0,1-1,-1 1,1-1,-1 1,1-1,0 1,-1-1,1 1,0-1,-1 1,1-1,0 1,0-1,-1 1,1-1,0 0,0 1,0-1,0 1,0-1,0 0,-2 5,0-1,1 1,-1-1,1 1,0 0,0-1,0 1,1 0,-1 0,1 0,0 0,0-1,0 1,1 0,0 0,-1 0,1-1,0 1,1 0,-1-1,1 1,-1-1,1 1,0-1,0 0,1 0,-1 0,1 0,-1 0,1 0,3 1,4 4,0 0,1-1,0-1,0 0,1 0,0-1,0 0,0-1,0-1,40 10</inkml:trace>
  <inkml:trace contextRef="#ctx0" brushRef="#br0" timeOffset="89368.67">26804 5284,'-4'2,"0"0,0 0,1 0,-1 1,1-1,0 1,0 0,0 0,0 0,0 0,1 0,-1 1,1-1,0 1,0 0,0 0,0 0,1-1,-1 1,1 1,0-1,1 0,-1 0,1 0,-1 0,1 1,1-1,-1 0,0 0,1 0,0 0,0 1,0-1,1 0,-1-1,1 1,1 2,4 2,1 0,1 0,-1 0,1-1,1 0,-1-1,1 0,0-1,0 0,1 0,0-1,-1 0,1-1,1 0,-1-1,0-1,1 1,-1-2,1 0,-1 0,0-1,3 0,-7 0,-1 0,0 0,1-1,-1 0,0 0,0-1,0 1,-1-1,1 0,-1-1,1 1,-1-1,0 0,-1-1,1 1,-1-1,0 0,0 0,0 0,0 0,-1-1,0 1,0-1,-1 0,0 0,0 0,0 0,-1-1,1 1,-1 0,-1-1,1-2,-1-4,1 1,-1 0,-1-1,0 1,-1 0,0 0,-1 0,-1 0,0 0,0 1,-1 0,0-1,-1 2,-6-10,11 19,2 1,-1 0,0 0,1 0,-1 0,0 0,0 0,1 0,-1 0,0 0,1 0,-1-1,0 1,0 0,1 0,-1 0,0 0,0-1,0 1,1 0,-1 0,0-1,0 1,0 0,0 0,1-1,-1 1,0 0,0 0,0-1,0 1,0 0,0-1,0 1,0 0,0-1,0 1,0 0,0 0,0-1,0 1,0 0,0-1,0 1,0 0,0-1,203 52,-124-17,-77-32,0-1,0 1,0 0,0 0,0 0,0 0,-1 0,1 0,-1 0,1 1,-1-1,0 1,0-1,0 1,0-1,-1 1,1-1,-1 1,1 0,-1-1,0 1,0 0,0-1,-1 1,1 0,0-1,-1 1,0-1,0 1,0 1,-14 28,12-28,0 1,0-1,1 1,0-1,0 1,0 0,1 0,-1 0,1 0,0 0,1 0,-1 0,1 1,0-1,1 3,1-5,1 0,-1 0,1-1,0 1,0-1,0 0,1 0,-1 0,0 0,1 0,0-1,-1 1,1-1,0 0,-1 0,1-1,0 1,0-1,0 1,0-1,-1-1,1 1,0 0,0-1,5 0,0 0,-1 0,1-1,0 0,-1-1,0 0,1 0,-1-1,0 0,-1 0,1-1,-1 0,0 0,0-1,-1 0,1 0,-1-1,-1 1,1-1,-1-1,0 1,-1-1,0 1,0-1,0 0,-1-2,19-51,-34 73,10-8,-1 1,1-1,-1 1,1 0,0 0,1 0,-1-1,1 2,0-1,0 0,1 0,0 0,0 0,0 0,0 0,1 1,-1-1,2 0,-1 0,0 0,1 0,0-1,0 1,0 0,1-1,0 1,-1-1,2 0,-1 0,0 0,3 2,0-3,0 0,-1-1,1 0,0 0,0-1,0 1,0-1,1-1,-1 1,0-1,0 0,0 0,1-1,-1 0,0 0,0 0,0-1,0 0,0 0,0 0,-1-1,1 0,-1 0,0-1,0 1,0-1,0 0,0 0,-1-1,0 1,0-1,0 0,-1 0,1-1,-1 1,2-5,-2 4,-1 0,1 0,-1 0,-1-1,1 1,-1-1,0 1,0-1,-1 1,0-1,0 1,0-1,-1 0,0 1,0 0,-1-1,0 1,0 0,0-1,-4-4,5 10,0 0,0 0,0 1,0-1,-1 0,1 1,0-1,-1 1,1-1,0 1,-1 0,1-1,0 1,-1 0,1 0,-1 0,1 0,-1 0,1 0,0 1,-1-1,1 0,0 1,-1-1,1 1,0-1,-1 1,1 0,0 0,0-1,0 1,0 0,0 0,0 0,0 0,0 0,0 0,0 1,0-1,1 0,-1 0,0 1,1-1,-1 0,1 1,0-1,-1 0,1 1,0-1,0 1,0-1,0 0,0 1,-1 3,0 0,0 0,1 0,0 0,0 0,0 1,0-1,1 0,0 0,0 0,1 0,-1-1,1 1,0 0,0 0,1-1,-1 1,1-1,0 0,0 0,0 0,1 0,0-1,-1 1,1-1,2 1,9 8,2-1,-1 0,1-1,1-1,0-1,6 2,188 48,-109-40</inkml:trace>
  <inkml:trace contextRef="#ctx0" brushRef="#br0" timeOffset="78253.465">20413 4536,'-15'-5,"-1"2,1 0,-1 1,0 0,0 1,1 1,-1 1,-6 1,16-2,1 1,-1 0,1 0,-1 1,1-1,0 1,0 1,0-1,0 1,0 0,0 0,1 0,0 0,-1 1,1 0,0 0,1 0,-1 0,1 1,0-1,0 1,0 0,1 0,-1 0,1 2,1-4,0 0,0 0,0 0,1 1,-1-1,1 0,0 0,0 1,0-1,0 0,1 1,-1-1,1 0,0 0,0 0,0 1,1-1,-1 0,1 0,-1-1,1 1,0 0,0-1,0 1,1-1,-1 1,0-1,1 0,0 0,-1 0,1 0,0-1,0 1,0-1,0 0,10 5,-1-1,1 0,0-1,0-1,1 0,-1-1,1 0,0-1,-5 1,0-1,0-1,0 1,0-2,0 1,0-1,0 0,-1-1,1 0,0-1,-1 1,1-2,-1 1,0-1,0 0,0-1,-1 0,1 0,-1-1,-1 0,1 0,-1 0,0-1,0 0,-1 0,0-1,0 0,-1 1,0-1,1-2,-3 5,-1-1,1 1,-1-1,0 0,0 1,0-1,-1 0,0 0,0 1,-1-1,0 0,0 1,0-1,0 1,-1-1,0 1,0-1,0 1,-2-2,3 6,1 1,0-1,0 0,-1 1,1-1,-1 1,1-1,0 1,-1-1,1 1,-1 0,1-1,-1 1,1-1,-1 1,1 0,-1 0,0-1,1 1,-1 0,1 0,-1 0,0-1,1 1,-1 0,0 0,1 0,-1 0,1 0,-1 0,0 0,1 1,-1-1,0 0,1 0,-1 0,1 1,-1-1,1 0,-1 1,0-1,1 0,-1 1,1-1,0 1,-1-1,1 1,-1-1,1 1,0-1,-1 1,1-1,0 1,-1 0,-11 35,11-27,1-1,0 0,0 1,1-1,0 1,1-1,-1 0,2 0,-1 0,1 0,0 0,1-1,-1 1,2-1,-1 0,1 0,0 0,0-1,1 0,0 0,0 0,0-1,1 1,3 1,0 0,1 0,-1-1,1 0,0-1,1 0,-1-1,1 0,0-1,0 0,0-1,0 0,0-1,1 0,6-1,-13-1,1 0,-1 0,0 0,0-1,0 0,0 0,0-1,-1 1,1-1,-1 0,0-1,1 1,-2-1,1 0,0-1,-1 1,0-1,0 0,0 0,0 0,-1 0,0 0,0-1,0 0,-1 1,0-1,0 0,0 0,-1-1,0 1,0 0,-1 0,1-3,0-72,-6 126,6-38,-1 0,1-1,0 1,0 0,1-1,0 1,0-1,1 1,0-1,0 0,0 0,1 0,0 0,0-1,0 0,1 1,-1-2,1 1,1 0,-1-1,1 0,-1 0,1-1,0 0,0 0,1 0,-1-1,1 1,-1-2,1 1,0-1,-1 0,1 0,0-1,0 0,0 0,-1 0,1-1,0 0,4-2,-4 0,-1-1,1 1,-1-2,0 1,0-1,0 0,-1 0,0-1,0 1,0-1,-1 0,1-1,-1 1,-1-1,0 0,0 1,0-2,0 1,-1 0,-1 0,1-1,-1 1,0-1,-1 1,0-3,0 11,0-1,-1 1,1-1,-1 1,1-1,-1 0,1 1,-1-1,1 0,-1 1,1-1,-1 0,1 0,-1 1,1-1,-1 0,0 0,1 0,-1 0,0 0,1 0,-1 0,1 0,-1 0,0 0,1 0,-1 0,1-1,-1 1,1 0,-1 0,0 0,1-1,-1 1,1 0,-1-1,1 1,0-1,-1 1,1-1,-1 1,1 0,0-1,-1 1,1-1,0 0,-1 1,1-1,0 1,0-1,0 1,-1-1,1 0,0 1,0-1,-1 4,-1 0,1 1,-1-1,1 0,0 1,0 0,1-1,-1 1,1-1,0 1,0 0,0-1,0 1,1 0,-1-1,1 1,0-1,0 1,1-1,-1 1,1-1,-1 0,1 0,0 0,0 0,0 0,1 0,-1 0,1-1,-1 1,1-1,0 0,0 0,0 0,0 0,2 1,10 5,1 0,-1-1,1 0,1-1,-1-1,1 0,4-1,137 13,-86-16</inkml:trace>
  <inkml:trace contextRef="#ctx0" brushRef="#br0" timeOffset="78784.048">22673 4268,'26'9,"1"-1,0-1,0-1,1-1,-1-2,1-1,0-1,0-1,0-2,0 0,-1-2,8-3,-11 2,-1 0,0-2,-1 0,1-2,-2-1,11-5,-25 11,-1 0,1 0,0 0,-1-1,0 0,0 0,0-1,-1 0,0 0,0 0,0 0,-1-1,0 0,0 0,-1 0,0 0,0-1,0 1,-1-1,-1 0,1 0,-1 6,-1-1,1 0,-1 1,0-1,0 0,0 1,0-1,0 0,0 1,-1-1,1 1,-1-1,0 1,0-1,0 1,0-1,0 1,0 0,-1-1,1 1,-1 0,0 0,1 0,-1 0,0 0,0 1,0-1,-1 1,1-1,0 1,0 0,-1-1,1 1,-1 0,1 1,-1-1,1 0,-1 1,0 0,1-1,-1 1,0 0,1 0,-1 1,0-1,1 0,-1 1,1 0,-1-1,1 1,-1 0,1 0,-2 1,-4 7,0 1,0-1,0 1,2 1,-1-1,1 1,1 0,0 1,0-1,1 1,1 0,0 0,0 5,1-9,-25 117,7 1,4 1,7 1,5 68,2 81,-11-172,2-76</inkml:trace>
  <inkml:trace contextRef="#ctx0" brushRef="#br0" timeOffset="79213.898">22700 4469,'193'-2,"133"4,-238 9,-86-9,1 0,-1 0,-1 0,1 0,0 0,0 1,-1-1,0 0,1 1,-1-1,0 1,0 0,0-1,-1 1,1 0,-1 0,1 0,-1-1,0 1,0 0,0 0,0 0,-1-1,1 1,-1 0,0 0,1-1,-1 1,-1 0,1-1,0 1,0-1,-1 1,0-1,1 0,-1 0,0 0,0 0,-6 15,7-15,-1 1,0 0,1 0,-1 0,0 0,1 0,0 0,0 1,0-1,0 0,1 1,-1-1,1 0,0 1,0-1,0 1,0-1,0 0,1 1,0-1,0 0,0 1,0-1,0 0,0 0,1 0,0 0,-1 0,1 0,0 0,6 0,-1 0,1 0,-1 0,1-1,0 0,0-1,0 1,0-1,0-1,0 0,0 0,0-1,0 1,0-2,0 1,0-1,0-1,-1 1,1-1,-1 0,2-2,-5 3,0 0,0 0,0 0,-1 0,1-1,-1 0,1 1,-1-1,0-1,0 1,0 0,-1-1,1 1,-1-1,0 0,0 0,0 0,0 0,-1 0,0 0,0-1,0 1,0 0,0-1,-1 1,0 0,0-1,0 1,-1-1,1 1,-1 0,0 0,0-1,-1 1,1 0,-1 0,0 0,0 0,0 0,-1 1,1-1,-3-2,0 3,0-1,-1 1,1 0,-1 0,0 0,0 1,0 0,0 0,0 1,0-1,-1 1,1 1,0-1,-1 1,1 0,0 1,-1-1,1 1,0 0,0 1,-1 0,1 0,0 0,1 0,-1 1,0 0,1 1,0-1,-1 1,1 0,1 0,-1 0,1 1,-1 0,1 0,1 0,-1 0,1 0,0 1,-1 2,3-5,0-1,0 1,0 0,1-1,-1 1,1 0,-1-1,1 1,0 0,0-1,1 1,-1 0,0-1,1 1,0 0,-1-1,1 1,0-1,0 1,1-1,-1 1,2 1,17 20</inkml:trace>
  <inkml:trace contextRef="#ctx0" brushRef="#br0" timeOffset="79767.438">23889 4375,'-20'-7,"0"0,-1 1,1 1,-1 1,0 1,-1 1,-1 1,-37 8,58-7,1 1,-1-1,1 1,-1-1,1 1,-1-1,1 1,-1 0,1 0,0 0,0 0,-1 0,1 0,0 0,0 0,0 0,0 1,0-1,0 0,0 1,1-1,-1 1,0-1,1 0,-1 1,1 0,0-1,-1 1,1-1,0 1,0-1,0 1,0 0,0-1,0 1,3 4,-1 0,1 0,0-1,0 1,0-1,1 0,0 0,0 0,0-1,1 1,-1-1,2 1,291 231,-267-201,-29-34,-1 0,1-1,-1 1,1 0,-1 0,1-1,-1 1,0 0,1 0,-1 0,0-1,0 1,0 0,1 0,-1 0,0 0,0 0,0 0,0-1,0 1,-1 0,1 0,0 0,0 0,-1 0,1-1,0 1,-1 0,1 0,-1-1,1 1,-1 0,1 0,-1-1,1 1,-1-1,0 1,1 0,-1-1,0 0,0 1,1-1,-1 1,0-1,-1 1,-1-1,-1 0,0 1,0-1,0-1,0 1,1 0,-1-1,0 0,0 0,1 0,-1 0,0-1,1 1,-1-1,1 0,0 0,0 0,0-1,0 1,0-1,0 1,0-1,1 0,-1 0,1 0,0-1,0 1,0 0,1-1,-1 0,1 1,0-1,0 0,0 1,0-1,1 0,-1-3,1-8,1 0,1 0,0 0,1 0,1 1,0-1,0 1,2 0,0 0,0 1,1-1,1 2,2-3,208-350,-106 160,-108 195,-9 22,-10 21,2 1,2 1,1 0,1 1,2 0,2 0,1 0,2 1,2-1,1 1,1-1,3 0,0 1,3-2,1 1,1-1,2-1,2 0,9 18,-17-41,0 0,1 0,0-1,1 0,0 0,0 0,1-1,0-1,1 1,0-1,0-1,1 0,8 4,-18-11,0 1,0-1,0 1,0-1,0 0,0 0,0 1,0-1,0 0,0 0,0 0,0 0,1 0,-1-1,0 1,0 0,0 0,0-1,0 1,0-1,0 1,0-1,0 1,-1-1,1 1,0-1,0 0,0 0,0 1,-1-1,1 0,0-1,7-13</inkml:trace>
  <inkml:trace contextRef="#ctx0" brushRef="#br0" timeOffset="80019.784">24157 4268,'-14'-14,"-6"-4,2 1,8 3,16 4,23 4,21 3,24 2,21 1,22 2,21 4,-13 1</inkml:trace>
  <inkml:trace contextRef="#ctx0" brushRef="#br0" timeOffset="75920.09">16470 4429,'0'25,"0"22,4 18,5 15,2 12,2 8,-2 5,-4 4,-6-2,-8-4,-5-12,-2-16,-2-19,2-23,4-18</inkml:trace>
  <inkml:trace contextRef="#ctx0" brushRef="#br0" timeOffset="76603.29">16443 5164,'1'-431,"-1"413,1 0,1 0,0 0,2 1,0-1,4-9,-7 24,0 0,0 0,0-1,1 1,-1 0,1 0,0 1,0-1,0 0,0 1,1-1,-1 1,1 0,-1-1,1 1,0 1,0-1,0 0,0 1,0-1,0 1,0 0,1 0,-1 0,0 0,1 1,-1-1,0 1,1 0,-1 0,0 0,1 1,-1-1,1 1,-1 0,0 0,2 0,4 3,-1-1,0 2,0-1,0 1,0 0,0 1,-1 0,0 0,-1 0,1 1,-1 0,0 1,-1-1,0 1,0 0,-1 0,0 1,0-1,-1 1,0 0,0 0,-1 0,0 0,0 8,-3-13,0 1,0-1,0 0,0 1,-1-1,1 0,-1 0,0 1,-1-2,1 1,-1 0,1 0,-1-1,0 1,-1-1,1 0,-1 0,1 0,-1-1,0 1,0-1,0 0,0 0,0 0,0-1,-1 1,1-1,-1 0,1 0,-1-1,1 1,-1-1,1 0,-1 0,1 0,-1-1,1 0,-1 0,1 0,-5-2,8 3,0 0,0 0,-1-1,1 1,0-1,0 1,0-1,-1 1,1-1,0 0,0 0,0 1,0-1,0 0,0 0,1 0,-1 0,0 0,0 0,1 0,-1 0,0-1,1 1,-1 0,1 0,0 0,-1-1,1 1,0 0,0 0,0-1,0 1,0 0,0-1,0 1,0 0,0 0,1-1,-1 1,0 0,1 0,-1-1,1 1,0 0,-1 0,1 0,0 0,0 0,95-61,-41 31,-1-3,-1-3,47-42,-84 64,0-1,-1 0,0-1,-2 0,0-1,-1-1,0 0,-2 0,0-1,-2-1,0 1,-1-2,1-6,-5 20,-1-1,0 1,0 0,0 0,-1-1,-1 1,1-1,-1 1,-1-1,0 1,0-1,0 1,-1-1,0 1,-1 0,0 0,0 0,-1 1,0-1,0 1,-3-3,4 7,0 1,0 1,0-1,-1 0,1 1,0-1,-1 1,0 0,1 0,-1 1,0-1,1 1,-1-1,0 1,1 0,-1 1,0-1,1 1,-1-1,0 1,1 0,-1 1,1-1,-1 1,1-1,0 1,0 0,-3 2,-4 3,1-1,0 2,0-1,0 1,1 1,1-1,-1 1,-4 9,1 2,0 1,2 1,0 0,2 0,0 1,2 0,0 0,1 0,2 1,0-1,2 1,0 0,2-1,1 1,0-1,2 0,0 0,2 0,7 16,-8-25,1-1,0 0,1 0,0-1,0 0,2 0,-1-1,2-1,-1 1,1-1,1-1,0 0,0-1,1 0,0-1,0-1,1 0,-1 0,1-1,1-1,-1-1,1 0,-1-1,1 0,0-1,-1-1,1 0,9-2,-15 1,0-2,1 1,-1-1,-1 0,1-1,0 0,-1-1,0 0,0 0,0 0,-1-1,1 0,-2-1,1 0,-1 0,0 0,0-1,-1 0,0 0,0 0,-1 0,0-1,0 0,-1 0,0 0,-1 0,0 0,0-1,-1 1,-1-1,1 1,-1-1,-1 1,-1-8,2 16,0 0,1 0,-1 0,0 0,0 0,0 0,0 0,0 0,0 0,0 0,0 0,0 0,-1 0,1 0,0 0,-1 1,1-1,-1 0,1 0,-1 0,1 0,-1 1,1-1,-1 0,0 0,1 1,-1-1,0 1,0-1,1 1,-1-1,0 1,0-1,0 1,0-1,0 1,0 0,0 0,1 0,-1-1,0 1,0 0,0 0,0 0,0 0,0 0,0 1,0-1,0 0,0 0,0 1,0-1,0 0,1 1,-1-1,0 1,0-1,0 1,1 0,-1-1,0 1,1 0,-1-1,0 1,0 1,-3 7,1 1,0 0,0 1,1-1,0 0,0 1,1-1,1 1,0-1,0 1,2 7,-1-11,0 0,0 1,0-1,1 0,0 0,1 1,-1-2,1 1,1 0,-1-1,1 1,0-1,1 0,-1 0,1-1,0 1,1-1,2 2,16 8</inkml:trace>
  <inkml:trace contextRef="#ctx0" brushRef="#br0" timeOffset="77338.325">17352 4308,'143'103,"-118"-88,0 1,-1 0,-1 2,0 1,-2 1,0 1,-1 0,16 24,-31-37,-1 0,0 0,0 0,0 1,-1-1,0 1,-1 0,0 0,0 0,-1 0,0 1,-1-1,0 0,0 0,-1 3,19-33,82-144,-100 165,0 1,0-1,0 0,1 1,-1-1,0 0,0 0,0 1,0-1,0 0,0 1,0-1,0 0,1 0,-1 1,0-1,0 0,0 0,1 0,-1 1,0-1,0 0,0 0,1 0,-1 0,0 0,0 1,1-1,-1 0,0 0,1 0,-1 0,0 0,0 0,1 0,-1 0,0 0,1 0,-1 0,0 0,0 0,1 0,-1 0,0 0,0 0,1 0,-1-1,0 1,0 0,1 0,-1 0,0 0,1-1,-3 32,-1-11,2-14,-1 0,1 0,-1-1,2 1,-1 0,1 0,0 0,0 0,0 0,1 0,0-1,0 1,0 0,1 0,0-1,0 1,1-1,-1 0,1 1,0-1,0-1,1 1,0 0,0-1,0 1,7 0,-1-1,1-1,0 0,0 0,0-1,0 0,1-1,-1 0,0-1,1 0,-1-1,0 0,1-1,-1 0,0-1,0 0,4-3,149-56,-150 60,0-1,-1-1,1 0,-1 0,0-2,-1 1,1-2,-1 0,0 0,0-1,-1 0,0-1,7-9,-16 17,-1-1,1 0,-1 1,1-1,-1 0,0 0,0 0,0 0,0 0,0 0,-1 0,1 0,-1 0,1-1,-1 1,0 0,0 0,0-1,0 1,0 0,0 0,-1 0,1-1,-1 1,1 0,-1 0,0 0,0 0,0 0,0 0,0 0,0 0,-1 0,1 1,-1-1,1 1,-1-1,1 1,-1-1,0 1,0 0,0 0,0 0,0 0,0 0,0 0,-1 0,-7-3,1 1,-1 0,0 1,-1 0,1 0,0 1,-1 0,1 1,0 0,-1 1,1 0,0 1,-1 0,1 0,0 1,0 0,1 1,-1 0,1 1,-6 3,11-5,0 1,0-1,0 1,1-1,-1 1,1 0,0 0,0 1,0-1,1 0,0 1,0 0,0 0,0-1,1 1,-1 0,1 0,1 1,-1-1,1 0,-1 0,2 0,-1 0,0 0,1 0,0 0,0 0,1 0,-1 0,1 0,0 0,1-1,-1 1,1-1,0 1,0-1,0 0,0 0,1-1,0 1,3 2,14 3,0 0,1-2,0 0,0-2,0 0,1-1,0-2,0 0,0-1,14-3,-12 3,60 1</inkml:trace>
  <inkml:trace contextRef="#ctx0" brushRef="#br0" timeOffset="84133.803">16697 6126,'3'-53,"1"0,3 0,8-25,-14 64,1 1,0 0,1 1,1-1,0 0,1 1,0 0,1 0,0 0,1 1,0 0,0 0,2 1,-1 0,11-9,-16 17,1 1,0-1,1 1,-1-1,0 1,0 0,0 1,1-1,-1 1,0 0,1 0,-1 0,0 1,1-1,-1 1,0 0,0 0,0 1,0-1,0 1,0 0,0 0,0 0,-1 0,1 1,2 2,2 1,0 1,-1 0,0 0,0 0,-1 1,0 0,0 0,-1 1,0-1,0 1,0 3,-3-9,-1 0,1 0,-1 0,0 0,0 0,0 0,0 0,0 0,-1 0,0 0,1 0,-1 1,-1-1,1 0,0 0,-1 0,1 0,-1 0,0 1,0-1,0-1,0 1,-1 0,1 0,-1 0,0-1,0 1,0-1,0 1,0-1,0 0,-1 0,1 0,-1 0,1 0,-1 0,0-1,0 1,0-1,0 0,0 0,0 0,0 0,-3 0,2-2,1 1,-1 0,0-1,1 0,-1 0,1 0,-1-1,1 1,-1-1,1 0,0 0,0 0,0 0,0 0,0-1,0 1,1-1,-1 0,1 0,0 0,0 0,0 0,0 0,0-1,1 1,-1 0,1-1,0 0,0 1,0-1,1 0,-1 1,1-1,0 0,0 1,0-1,1 0,-1 0,1 1,0-1,0 1,0-1,1 1,-1-1,1 1,-1 0,1-1,0 1,3-2,2-3,1 0,0 1,0-1,1 2,0 0,1 0,-1 0,1 1,0 0,0 1,1 0,-1 1,1 0,-1 1,1 0,0 1,0 0,1 0,-6 0,1 0,-1 1,1-1,-1 1,0 1,1-1,-1 1,1 0,-1 0,0 1,0 0,0 0,0 0,0 1,0 0,0 0,-1 1,0-1,1 1,-1 0,-1 0,1 1,-1 0,0 0,0 0,0 0,0 0,-1 1,0 0,1 2,16 115,-20-122,0 0,0 0,0 0,0 0,0 0,1 0,-1 0,0 0,1 0,-1 0,1 0,-1 0,1 0,-1 0,1-1,0 1,-1 0,1 0,0-1,0 1,-1 0,1-1,0 1,0 0,0-1,0 0,0 1,0-1,0 1,0-1,0 0,0 0,0 0,0 0,0 1,0-1,0-1,0 1,0 0,0 0,0 0,0 0,1-1,40-23,-22 6,-1-1,-1 0,-1-1,-1-1,-1-1,-1 0,0-1,-2-1,4-10,-7 18,-9 16,1 1,0 0,0 0,0 0,0 0,-1 0,1 0,0 1,-1-1,1 0,-1 0,0 0,1 0,-1 1,0-1,0 0,1 1,-1-1,0 0,0 0,0 1,-1-1,1 0,0 0,0 1,-1-1,1 0,-2 12,1 0,1 0,0 0,1 0,0-1,1 1,0 0,1-1,1 1,0-1,0 0,1 0,1 0,0-1,1 0,0 0,0-1,1 1,1-2,3 4,-5-7,1-1,-1-1,1 1,0-1,0 0,0-1,1 0,-1-1,1 1,0-1,-1-1,1 0,0 0,0-1,0 0,0 0,0-1,0-1,0 1,-1-1,1-1,-1 1,1-2,-1 1,0-1,0 0,0-1,-1 1,0-2,0 1,0-1,0 0,4-6,27-33,-8 1</inkml:trace>
  <inkml:trace contextRef="#ctx0" brushRef="#br0" timeOffset="84552.555">17994 5471,'-7'-32,"-1"0,-1 0,-2 1,-15-29,9 39,7 40,30 162,-10-128,31 197,-20-197,-20-53,1 0,0 1,-1-1,1 0,-1 0,1 0,0 0,-1-1,1 1,-1 0,1-1,-1 1,1-1,-1 1,1-1,-1 0,1 1,-1-1,0 0,1 0,-1 0,0 0,0 0,0-1,0 1,0 0,0 0,0-1,0 1,0-1,4-4,83-60,-86 65,1-1,0 1,0 0,-1 0,1 0,0 1,0-1,0 1,0-1,0 1,0 0,0 0,0 0,0 1,0-1,0 1,0-1,0 1,0 0,0 0,0 1,-1-1,1 0,0 1,-1 0,1-1,-1 1,0 0,0 0,0 1,0-1,0 0,0 1,0-1,-1 1,2 1,0 0,0 0,-1 0,0 1,0-1,0 0,-1 1,1 0,-1-1,0 1,-1 0,1-1,-1 1,0 0,0 0,0 0,0-1,-1 1,0 0,0-1,-1 1,1 0,-1-1,0 0,0 1,0-1,-1 0,1 0,-1 0,0 0,0-1,0 1,-1-1,-3 3,-12 3,-1-1,0 0,-1-2,0 0,0-1,0-1,0-1,-1-2,1 1,-1-2,-19-3,-21-3,53 0,9 0</inkml:trace>
  <inkml:trace contextRef="#ctx0" brushRef="#br0" timeOffset="84867.752">18996 5579,'-2'20,"-1"21,0 19,3 15,6 11,4 7,1 1,0 0,-1-4,-5-4,-6-9,-4-14,-2-18</inkml:trace>
  <inkml:trace contextRef="#ctx0" brushRef="#br0" timeOffset="85469.336">18917 5739,'12'-7,"1"1,0 0,0 1,1 1,0 0,0 0,0 1,0 1,0 1,1 0,-1 1,0 0,1 1,-1 1,0 0,0 1,0 0,0 1,3 2,-14-5,0 0,1 1,-1-1,0 1,0 0,0 0,0 0,0 0,0 0,-1 1,1 0,-1-1,0 1,1 0,-1 0,-1 0,1 0,0 0,-1 0,1 1,-1-1,0 1,0-1,-1 1,1-1,-1 1,1-1,-1 1,0-1,0 1,-1 0,1-1,-1 1,0-1,0 1,0-1,0 0,-1 1,-3 3,0 1,0-2,-1 1,-1 0,1-1,-1 0,0-1,0 0,0 0,-1 0,0-1,0 0,0 0,0-1,-1 0,1-1,-1 0,0 0,0 0,0-2,-1 1,8-1,0 1,0-1,0 0,0 0,0 0,0 0,0-1,0 1,0 0,0-1,0 0,0 1,1-1,-1 0,0 0,0 0,1 0,-1 0,0 0,1-1,-1 1,1 0,0-1,-1 1,1-1,0 0,0 1,0-1,0 0,0 0,0 0,1 0,-1 1,1-1,-1 0,1 0,0 0,-1 0,1 0,0 0,0 0,1 0,-1 0,0 0,1 0,-1-1,6-6,0 0,1 0,-1 0,1 1,1 0,0 1,0 0,1 0,-1 0,1 1,1 0,-1 1,1 0,0 1,0 0,0 0,1 1,5 0,8-4,0 1,1 2,0 0,-1 2,1 0,0 2,3 1,-26-1,-1-1,1 1,0 0,0 1,0-1,0 0,0 0,-1 1,1-1,0 1,0 0,-1-1,1 1,0 0,-1 0,1 0,-1 0,1 0,-1 1,1-1,-1 0,0 1,0-1,1 1,-1-1,0 1,-1-1,1 1,0 0,0-1,-1 1,1 0,-1 0,1 0,-1-1,0 1,0 0,0 0,0 0,0 0,0 1,-1 0,1 0,-1 0,1 0,-1 0,1 0,0 0,1 0,-1 0,0 0,1 0,0 0,-1 0,1 0,1 0,-1 0,0-1,1 1,-1 0,1-1,0 1,0-1,0 1,0-1,0 0,0 0,1 0,-1 0,1 0,-1-1,1 1,0-1,0 0,-1 1,1-1,1 0,1-1,1 0,-1 0,0-1,0 1,0-1,0 0,0-1,0 1,0-1,-1 0,1 0,0 0,-1-1,0 0,1 0,-1 0,0 0,0 0,-1-1,4-4,1-1,0-1,-1 0,0 0,0-1,-1 0,-1 0,0-1,1-1,7-34,-9 78,22 107,-24-131,0 0,1-1,0 1,0-1,1 1,0-1,0 0,0 0,1-1,0 0,0 1,0-2,1 1,-1 0,1-1,0 0,0-1,3 2,17 3</inkml:trace>
  <inkml:trace contextRef="#ctx0" brushRef="#br0" timeOffset="85797.974">19945 5632,'2'12,"0"1,1-1,1 0,0-1,0 1,1-1,1 0,0 0,0 0,1-1,0 0,1 0,0-1,1 0,0 0,0-1,1 0,0-1,6 4,-13-10,1 1,-1-1,0-1,0 1,0 0,1-1,-1 1,0-1,0 0,1 0,-1-1,0 1,0-1,1 1,-1-1,0 0,0 0,0 0,0-1,0 1,0-1,0 0,-1 1,1-1,-1 0,1-1,-1 1,0 0,1-1,0-2,49-89,-33 47,-16 74,-5-19,2-1,-1 1,1-1,0 1,0-1,1 1,0-1,1 1,0-1,0 0,0 0,1 0,0 0,0 0,1 0,0-1,0 1,0-1,1 0,0-1,0 1,0-1,1 0,0 0,0-1,0 0,2 1,45 15,0-7</inkml:trace>
  <inkml:trace contextRef="#ctx0" brushRef="#br0" timeOffset="86749.511">21001 5739,'-22'-6,"-1"2,0 0,0 1,0 1,0 1,0 2,0 0,0 1,0 1,-5 3,25-6,0 0,0 1,1-1,-1 1,0 0,0 0,0 0,0 0,1 1,-1-1,1 1,-1-1,1 1,0 0,-1 0,1 0,0 0,0 1,0-1,1 1,-1-1,1 1,-1-1,1 1,0 0,0 0,0-1,0 1,0 0,1 0,-1 0,1 0,0 0,0 0,0 0,0 0,1 0,-1 0,1 0,-1 0,2 1,5 3,0 0,1-1,-1 1,2-1,-1-1,0 0,1 0,0-1,0 0,1 0,-1-1,1 0,0-1,-1 0,1-1,0 1,0-2,0 0,1 0,5 2,1-1,0-1,0 0,-1-1,1-1,-1 0,1-1,-1-1,0-1,0 0,-1-1,1-1,-1 0,-1-1,1-1,-1 0,-1-1,0-1,0 0,-1 0,0-1,-1-1,-1 0,0 0,-1-1,1-2,2-19,-3 0,0-1,-2 0,-2 0,-2 0,-1 0,-1-1,-2 1,-5-23,-15-143,8 166,12 35,1 1,0-1,-1 1,1-1,0 1,-1-1,1 1,-1 0,1-1,-1 1,1 0,-1-1,1 1,-1 0,1 0,-1-1,0 1,1 0,-1 0,1 0,-1 0,0 0,1 0,-1 0,1 0,-1 0,0 0,1 0,-1 0,1 0,-1 0,1 1,-1-1,0 0,1 0,-1 1,1-1,-1 0,1 1,-1-1,1 1,0-1,-1 0,1 1,-1-1,1 1,0-1,-1 1,1-1,0 1,0 0,0-1,-1 1,1-1,0 1,0-1,0 1,0 0,-8 16,0 0,1 1,1 0,1 0,1 0,0 1,0 5,1-4,-4 15,2 1,2 0,1 0,2 0,1 0,2 0,4 18,-5-40,1 0,1 0,0-1,1 1,0-1,1 0,1-1,0 1,0-1,1 0,1-1,0 0,0 0,1-1,1-1,0 1,0-2,1 1,0-2,4 3,-9-6,0-1,0 1,0-2,0 1,0-1,1 0,-1 0,1-1,-1 0,1 0,0-1,-1 0,1 0,0-1,-1 0,1 0,-1-1,1 0,-1 0,0-1,0 0,0 0,0-1,4-3,2-4,0-1,-1 0,-1-1,0-1,-1 1,0-2,-2 1,1-1,-2-1,3-7,-6 15,5-7,-2 43,-8-24,0 0,0-1,0 1,1 0,0 0,0 0,0 0,0-1,1 1,-1 0,1 0,0-1,0 1,0 0,1-1,-1 1,1-1,0 1,0-1,0 0,0 0,1 0,-1 0,1 0,0-1,0 1,0-1,0 0,0 0,0 0,1 0,-1 0,1-1,-1 1,1-1,0 0,7-2,0-1,-1 0,1-1,-1 0,0-1,0 0,0-1,0 1,-1-2,0 0,0 0,0 0,-1-1,0-1,0 1,-1-1,0 0,-1-1,1 0,0-2,8-7,-14 17,-1 1,0-1,0 1,0-1,0 1,0-1,1 0,-1 1,0-1,0 1,0-1,1 1,-1-1,0 1,1-1,-1 1,0 0,1-1,-1 1,1-1,-1 1,1 0,-1-1,0 1,1 0,-1 0,1-1,0 1,-1 0,1 0,-1 0,1 0,-1 0,1 0,-1 0,1 0,-1 0,1 0,0 0,-1 0,1 0,-1 0,1 0,-1 0,1 1,-1-1,1 0,-1 0,1 1,-1-1,1 0,-1 1,1-1,-1 0,0 1,1-1,-1 1,0-1,1 1,-1-1,0 1,1 0,8 59,14 44,-19-97,0-1,0 1,1-1,-1 1,1-2,1 1,-1 0,1-1,0 0,0 0,1-1,-1 0,1 0,0 0,0-1,0 0,0 0,1-1,-1 0,1 0,0-1,-1 0,1 0,0-1,0 0,0 0,-1-1,1 0,0 0,-1-1,1 0,6-3,-2 1,0-1,0 0,0-1,0-1,-1 0,0 0,-1-1,1 0,-2-1,1-1,-1 1,-1-1,1-1,-2 1,0-1,0-1,-1 1,0-1,-1 0,0-1,-1 1,0-1,-1 0,0-6,5-43,-3 0,-3 0,-3 0,-3-16,-9 15,11 63,1 0,0 0,0 0,0 0,0 0,0 0,0 0,0 0,0 0,0 0,-1 1,1-1,0 0,0 1,0-1,0 1,0-1,0 1,1-1,-1 1,0 0,0 0,0-1,0 1,1 0,-1 0,0 0,1 0,-1 0,1 0,-1 0,1 0,0 0,-1 0,1 0,-15 27,1-1,1 2,2 0,1 0,1 1,-3 24,7-34,0-1,1 1,1-1,1 1,1 0,1 0,1 0,0 0,2 0,0-1,1 1,1-1,1 0,0 0,2-1,0 1,3 3,11 8</inkml:trace>
  <inkml:trace contextRef="#ctx0" brushRef="#br0" timeOffset="86998.845">21042 5271,'-14'-4,"-13"-2,-9 0,3 1,18 4,26 4,34 4,39 1,40-1,37-2,30-1,18-2,-25-1</inkml:trace>
  <inkml:trace contextRef="#ctx0" brushRef="#br0" timeOffset="87784.258">23689 5498,'-11'-4,"-1"1,1 1,-1 0,0 0,1 1,-1 1,0 0,0 0,0 1,-1 1,7-1,1 0,0 1,0-1,0 1,0 0,0 0,0 0,0 1,1 0,-1 0,1 0,-1 0,1 1,1 0,-1 0,0 0,1 0,0 0,0 1,0-1,0 1,-1 5,3-8,0 0,0 0,1 1,-1-1,1 0,0 0,-1 1,1-1,0 0,0 1,0-1,1 0,-1 1,1-1,-1 0,1 0,0 1,-1-1,1 0,0 0,1 0,-1 0,0 0,1 0,-1 0,1-1,-1 1,1-1,0 1,0-1,-1 1,1-1,0 0,0 0,2 1,4 2,0-1,-1 0,1-1,0 1,0-1,0-1,0 0,1 0,5 0,-1-2,1 0,-1-1,1-1,-1 0,0 0,0-1,0-1,-1 0,1-1,-1 0,-1-1,1 0,-1-1,0 0,-1-1,0 0,0-1,-1 0,-1-1,1 1,-2-1,1-1,-2 0,1 0,-2 0,1-1,-2 1,0-1,0-2,0-2,-1-1,-1 0,0 0,-2 0,0 0,-1 0,0 0,-2 0,0 0,-1 0,-1 1,0 0,-1 0,-7-13,12 28,0 0,1 0,-1 0,0-1,0 1,0 0,0 0,-1 1,1-1,-1 0,1 0,-1 1,1-1,-1 1,0-1,0 1,0 0,0-1,0 1,0 0,0 0,0 1,0-1,0 0,0 1,-1-1,1 1,0 0,0 0,-1 0,1 0,0 0,0 0,-1 0,1 1,0-1,0 1,-1 0,-2 3,0 1,1-1,-1 1,1 0,0 0,1 1,-1-1,1 1,0 0,0 0,1 0,-1 0,-5 15,0 1,2 0,0 0,1 0,2 1,0-1,1 1,1 0,2 15,0-23,1-1,0 0,1 0,0-1,1 1,0-1,1 1,1-1,0-1,1 1,0-1,1 0,0-1,1 0,1 0,0 0,2 0,0-2,1 1,0-2,0 0,1 0,0-1,0-1,0 0,1-1,0-1,2 0,-11-2,1 0,0-1,0 0,0-1,0 1,0-1,0-1,0 1,0-1,0-1,0 1,0-1,0 0,-1-1,1 1,-1-1,0-1,1 1,-2-1,1 0,0 0,-1-1,0 0,0 0,1-1,-1-1,0 0,-1 0,0-1,0 1,-1-1,0 0,0 0,-1 0,0 0,0 0,-1 0,0-1,0 1,-1-1,0 1,-1 0,0-1,0 1,-1 0,0 0,0 0,-1 0,0 0,0 0,-3-3,6 11,0-1,0 0,-1 0,1 0,0 0,-1 0,1 0,-1 0,1 1,-1-1,0 0,1 0,-1 1,0-1,1 0,-1 1,0-1,0 1,1-1,-1 1,0-1,0 1,0 0,0-1,0 1,0 0,0 0,0-1,1 1,-1 0,0 0,0 0,0 0,0 0,0 1,0-1,0 0,0 0,0 1,0-1,0 0,0 1,1-1,-1 1,0-1,0 1,0-1,1 1,-1 0,0-1,1 1,-1 0,1 0,-1-1,1 1,-1 0,1 0,-1 0,1 0,0 0,-1 0,1 0,0-1,0 1,0 0,0 0,0 0,0 1,1 7,0-1,1 1,0 0,0-1,1 1,0-1,1 0,0 0,0 0,1-1,0 1,0-1,0 0,1 0,0-1,1 0,0 0,0 0,0-1,0 0,1-1,-1 1,1-1,1-1,-1 1,58 24,-2-5</inkml:trace>
  <inkml:trace contextRef="#ctx0" brushRef="#br0" timeOffset="5934.225">8796 1287,'9'4,"12"5,17 0,16-2,19-1,14-2,11-2,3-4,-17 0</inkml:trace>
  <inkml:trace contextRef="#ctx0" brushRef="#br0" timeOffset="6547.802">9892 672,'8'274,"14"30,-20-286,-2 1,1 1,1-1,1 0,1 0,1 0,0 0,1-1,1 1,1-2,8 14,-12-27,1 0,0 0,0-1,1 1,-1-1,1 0,-1-1,1 1,0-1,0 0,0-1,0 1,0-1,0-1,1 1,-1-1,0 0,0 0,1-1,-1 1,0-2,3 0,12 1,200-8,-192 4,-4 0</inkml:trace>
  <inkml:trace contextRef="#ctx0" brushRef="#br0" timeOffset="6929.286">10467 1368,'24'-1,"0"-1,0-1,-1-1,0-1,0-1,0-1,-1-1,0-1,0-1,4-3,32-40,-57 52,0 0,-1-1,1 1,0 0,-1-1,1 1,0-1,-1 1,0-1,1 1,-1-1,0 1,0-1,0 0,0 1,0-1,0 1,0-1,0 1,-1-1,1 0,-1 1,1 0,-1-1,0 1,1-1,-1 1,0 0,0-1,0 1,0 0,0 0,0 0,0 0,-1 0,1 0,0 0,0 0,-1 0,1 0,-1 1,1-1,-1 1,1-1,-1 1,0-1,-7-1,0 1,0-1,-1 1,1 1,0 0,-1 0,1 1,0 0,0 1,0 0,0 0,0 1,0 0,0 0,1 1,0 0,0 1,0 0,0 0,1 1,0 0,0 0,0 0,1 1,0 0,0 0,1 1,0 0,0 0,0 0,1 0,1 1,-2 4,3-9,1 0,-1 1,1-1,0 1,0-1,0 1,1-1,-1 1,1 0,1-1,-1 1,0-1,1 1,0-1,0 1,0-1,1 1,0-1,-1 0,1 0,1 0,-1 0,1 0,-1 0,1-1,0 1,0-1,1 0,-1 0,1 0,0 0,1 1,10 2,1 1,-1-2,1 0,0-1,1 0,-1-2,0 0,1 0,0-2,-1 0,1-1,-1-1,3 0,39-6</inkml:trace>
  <inkml:trace contextRef="#ctx0" brushRef="#br0" timeOffset="7252.422">10976 1180,'-1'8,"1"0,0 1,0-1,1 1,0-1,0 0,1 1,0-1,1 0,0 0,0 0,0-1,1 1,0-1,1 0,0 0,0 0,0-1,1 1,4 3,1 0,0-1,0 0,1 0,0-1,0-1,1 0,0 0,0-1,1-1,0-1,9 3,-20-6,0 0,1 0,-1 0,1 0,-1 0,1-1,0 0,-1 0,1 0,-1 0,1 0,0-1,-1 1,1-1,-1 0,1 0,-1-1,0 1,1-1,-1 1,0-1,0 0,0 0,0 0,0-1,-1 1,1-1,-1 0,0 1,2-4,0-4,-1 0,0-1,-1 0,0 0,0 1,-1-1,-1 0,0 0,0 0,-2-3,1 3,1 0,-1-1,2 1,0 0,0 0,1-1,0 1,1 0,3-7,20-12,-12 22</inkml:trace>
  <inkml:trace contextRef="#ctx0" brushRef="#br0" timeOffset="7868.772">11644 1381,'15'-5,"-1"0,1-1,-1-1,0 0,-1-1,1-1,-1 0,-1 0,0-2,-1 1,0-1,0-1,-1 0,0 0,-1-1,-1-1,3-5,-10 16,0 1,0 0,0-1,0 1,0-1,0 0,-1 1,0-1,1 1,-1-1,0 0,0 1,0-1,-1 0,1 1,-1-1,1 0,-1 1,0-1,0 1,0 0,0-1,0 1,-1 0,1-1,-1 1,0 0,1 0,-1 0,0 0,0 1,0-1,0 1,-1-1,1 1,0-1,-1 1,1 0,-1 0,1 0,-1 1,1-1,-1 1,0-1,1 1,-2 0,-4 1,0 0,0 1,0 0,1 0,-1 1,1 0,-1 0,1 1,0 0,1 0,-1 1,1 0,0 0,0 0,0 1,1 0,-1 0,2 0,-1 1,1-1,0 1,0 0,0 1,1-1,1 0,-1 1,1 0,0 0,1-1,0 1,0 3,0-5,1 0,0 0,0 0,1 0,0 0,0 0,0-1,0 1,1 0,0 0,0-1,1 1,0-1,0 0,0 0,0 0,1 0,0 0,0-1,0 1,0-1,1 0,0-1,0 1,0-1,3 2,6 3,1-1,1 0,-1-1,1-1,1 0,-1-2,0 1,1-2,0 0,-1 0,-1-1,0-1,0 0,0-1,0 0,0-1,0-1,0 0,0-2,-1 1,0-2,0 0,0 0,-1-1,0-1,0 0,-1-1,0 0,0-1,-1-1,0 0,-1 0,-1-1,0 0,5-9,9-28,-2-2,-3 0,-1-2,-4 0,8-51,-19 93,11-47,-3-1,-3 0,-2 0,-3-1,-2-9,-1 56,-1 0,0 0,0 1,-2 0,1-1,-2 1,1 0,-2 1,-2-5,6 12,0 1,0-1,-1 1,1 0,-1-1,0 1,0 0,0 1,0-1,-1 0,1 1,-1 0,1 0,-1 0,0 0,0 1,0-1,0 1,0 0,0 0,0 0,0 1,-1 0,1-1,0 1,0 1,0-1,0 1,-4 0,-2 4,1-1,0 1,1 1,-1 0,1 0,0 0,1 1,0 1,0-1,0 1,1 0,0 0,1 1,-1 0,2 0,-1 0,1 0,1 1,0 0,0 0,1 0,0 0,0 9,-3 9,2 1,1-1,1 1,2-1,1 1,1-1,1 0,1 0,2 0,1-1,5 11,6 10,2-1,2 0,2-2,1-1,30 36,-37-54,1-1,1 0,1-2,1 0,0-1,2-2,1 0,1-2,10 5,27-6,-40-17</inkml:trace>
  <inkml:trace contextRef="#ctx0" brushRef="#br0" timeOffset="90852.241">8596 1353,'4'-2,"5"-1,4 0,5 1,8 1,12 0,14 2,16 4,8 1,9 2,0 1,-5 0,-11-2,-16-2,-14 0,-14-3,-11-1</inkml:trace>
  <inkml:trace contextRef="#ctx0" brushRef="#br0" timeOffset="91235.218">9197 1046,'1'1,"-1"-1,0 0,1 0,-1 1,0-1,0 0,1 1,-1-1,0 0,0 1,1-1,-1 1,0-1,0 1,0-1,0 0,0 1,0-1,1 1,-1-1,0 1,0-1,0 0,-1 1,1-1,0 1,0-1,0 1,0-1,0 0,0 1,-1-1,1 1,0-1,0 0,-1 1,1-1,0 0,0 1,-1-1,1 0,0 1,-1-1,1 0,-1 0,1 1,0-1,-1 0,1 0,-1 0,1 0,0 1,-1-1,1 0,-1 0,1 0,-1 0,1 0,0 0,-1 0,1 0,-1 0,1-1,-1 1,1 0,-1 0,33 25,101 45,28 18,-157-86,0 0,-1 0,1 1,-1-1,1 1,-1 0,0 0,0 1,0-1,0 0,-1 1,1 0,-1-1,0 1,0 0,0 0,-1 0,0 1,1-1,-1 0,-1 0,1 1,-1-1,1 1,-1-1,-1 0,1 1,0-1,-2 2,-5 8,-1-1,-1 0,0-1,-1 0,0 0,-1-1,0 0,-1-1,0-1,-4 3,11-9,-78 57,46-37</inkml:trace>
  <inkml:trace contextRef="#ctx0" brushRef="#br0" timeOffset="54149.522">9051 3587,'-5'0,"1"0,6 0,9 0,14 0,17 0,19 0,17 0,12 2,8 1,2 2,-6 0,-9 2,-14 2,-20-1</inkml:trace>
  <inkml:trace contextRef="#ctx0" brushRef="#br0" timeOffset="92262.822">9519 3413,'59'33,"155"107,-211-139,0 0,-1 1,1-1,0 1,-1-1,1 1,-1 0,0 0,0 0,0 0,0 0,0 1,0-1,0 1,-1-1,1 1,-1-1,0 1,0 0,0 0,0 0,0 0,-1 0,1 0,-1 0,0 0,0-1,0 1,0 0,0 0,-1 0,1 0,-1 0,0 0,0 0,0 0,0-1,-1 1,1 0,-1-1,1 1,-1-1,0 1,-10 4,0 0,-1 0,1-1,-1-1,0 0,-1-1,-1 0,-11 5,-120 41,136-42,3 0</inkml:trace>
  <inkml:trace contextRef="#ctx0" brushRef="#br0" timeOffset="92751.035">8742 3573,'21'0,"15"0,14 0,9 0,6 0,3 0,-2 0,-14 2,-14 1</inkml:trace>
  <inkml:trace contextRef="#ctx0" brushRef="#br0" timeOffset="139018.919">8167 6916,'-2'11,"1"4,4-3,1-6,-1-6,1-5,-2-5,-1-2,0-1,-3 1,-3 2,-4 4,-2 2,2 5,-2 3,3 3</inkml:trace>
  <inkml:trace contextRef="#ctx0" brushRef="#br0" timeOffset="139266.78">8208 7303,'5'-5,"1"-5,0-7,-2-1,0-1,-2 5,-3 10,-2 5</inkml:trace>
  <inkml:trace contextRef="#ctx0" brushRef="#br0" timeOffset="135853.985">3903 6875,'57'57,"-47"-45,154 233,-126-216,-37-29,1 0,-1 0,0 1,0-1,1 0,-1 0,0 0,0 0,0-1,1 1,-1 0,0 0,0-1,0 1,1-1,-1 1,0-1,0 1,0-1,0 0,0 1,0-1,0 0,0 0,-1 0,1 0,0 0,0 0,-1 0,1 0,0 0,-1 0,1 0,-1 0,0 0,1-2,6-16,-2 0,0-1,0 0,-2 0,-1 0,0 0,-2-4,4-23,-2 17,17-79,-13 98</inkml:trace>
  <inkml:trace contextRef="#ctx0" brushRef="#br0" timeOffset="136137.579">4532 6888,'0'16,"-3"15,0 12,1 7,-1 4,2-1,0-5,2-8,4-11,1-10</inkml:trace>
  <inkml:trace contextRef="#ctx0" brushRef="#br0" timeOffset="136400.793">4411 6514,'-7'7,"7"7,13 5,15 4,3-1</inkml:trace>
  <inkml:trace contextRef="#ctx0" brushRef="#br0" timeOffset="137422.1">4733 7223,'11'-26,"0"1,-2-1,0-1,-2 0,-1 0,-1 0,-2-1,-1 0,0 1,-2-1,-2 0,0 0,-2 1,-3-13,0 21,5 10,16 18,67 30,-68-35,-1 0,-1 2,1-1,-1 2,0-1,0 1,9 9,-15-10,-1 1,0 0,0 0,-1 0,0 1,0-1,-1 1,0-1,0 1,0 0,-1 0,-1 0,1 0,-1 0,-1 0,1 0,-2 3,3 33,-2-38,0 0,1 1,0-1,1 0,-1 0,1 1,1-1,-1 0,1 0,0 0,0 0,0 0,1-1,0 1,0-1,1 1,0-1,0 0,0-1,0 1,1-1,-1 0,1 0,0 0,0 0,1-1,-1 0,1 0,5 2,1-5,-1 0,0-1,0 0,0-1,1 0,-2-1,1 0,0-1,-1 0,1-1,-1 0,0 0,-1-1,1 0,-1-1,0 0,-1 0,0-1,0 0,-1-1,3-3,9-11,-1-2,-1 1,-1-2,-1 0,-1-1,-2-1,0 0,-2 0,-1-1,4-28,-3 1,-2 0,-3-1,-2 0,-3 0,-4-20,1 23,-3 0,-3 1,-1-1,-3 2,-8-18,19 66,1-1,-1 0,1 0,-1 0,0 0,-1 1,1-1,-1 1,0 0,0-1,0 1,-1 1,-3-4,6 6,0 1,-1 0,1 0,0 0,0 1,0-1,-1 0,1 0,0 1,0-1,0 1,-1-1,1 1,0-1,0 1,0 0,0-1,0 1,0 0,0 0,0 0,1 0,-1 0,0 0,0 0,1 0,-1 0,1 0,-1 0,1 0,-1 0,1 1,0-1,-1 0,1 0,0 0,0 1,0 0,-8 27,0 0,3 1,0 0,2 0,0 23,2-31,-5 41,3 1,3-1,3 1,3-1,2 0,3 0,3-1,2-1,18 42,-27-87,1 0,1-1,0 0,1 0,0-1,2 0,-1-1,9 7,-15-15,0-1,1 1,-1-1,1-1,-1 1,1-1,0 0,0 0,1-1,-1 1,0-1,1-1,0 1,-1-1,1-1,0 1,-1-1,1 0,0 0,0-1,-1 0,1 0,4-2,0-3,-1 0,1-1,-2 0,1 0,-1-1,0 0,-1-1,1 0,-2 0,1-1,-2 0,1 0,-1-1,-1 0,0 0,0 0,0-3,4-3,-9 17,1 0,0 1,0-1,-1 1,1-1,0 1,-1-1,1 1,-1-1,1 1,-1-1,1 1,-1 0,1-1,-1 1,1 0,-1 0,0-1,1 1,-1 0,0 0,0-1,0 1,0 0,0 0,1 0,-1 0,-1-1,1 1,0 0,0 0,0 0,0-1,0 1,-1 0,1 0,-1 0,1 0,1 11,0 0,1 0,0 0,1 0,0-1,1 1,0-1,1 2,-3-10,0 0,-1 0,1 0,0 0,0 0,1 0,-1-1,0 1,1-1,0 0,-1 1,1-1,0-1,0 1,1 0,-1-1,0 1,0-1,1 0,-1 0,0 0,1-1,-1 1,1-1,-1 0,1 0,0 0,-1 0,4-1,5-3,-1 0,1-1,-1 0,0-1,-1-1,1 1,-1-2,-1 1,1-1,-1-1,-1 0,1 0,-2 0,1-1,-1 0,-1-1,0 0,0 0,-1 0,3-9,1 0,-9 20,0 1,0-1,0 0,0 0,0 1,0-1,0 0,0 0,0 1,0-1,0 0,0 0,1 0,-1 1,0-1,0 0,0 0,0 0,0 1,0-1,0 0,1 0,-1 0,0 0,0 1,0-1,0 0,1 0,-1 0,0 0,0 0,0 0,1 0,-1 0,0 1,0-1,1 0,-1 0,0 0,0 0,0 0,1 0,-1 0,0 0,0 0,1 0,-1-1,0 1,0 0,0 0,1 0,-1 0,0 0,0 0,0 0,1 0,-1-1,0 1,0 0,0 0,0 0,2 23,-2-22,1 11,14 137,-13-141,0 0,1 0,0 0,1-1,-1 1,2-1,-1 0,1 0,0 0,0-1,1 1,0-1,0-1,0 1,1-1,6 4,-8-6,0 0,0-1,0 1,1-1,-1 0,1 0,-1 0,1-1,0 0,0 0,0-1,-1 0,1 0,0 0,0 0,0-1,0 0,1-1,21-8</inkml:trace>
  <inkml:trace contextRef="#ctx0" brushRef="#br0" timeOffset="137668.51">5253 6541,'-16'-3,"-7"-2,7-1,17 1,27 1,32 2,32 0,26 1,18 1,6 0,-21 0</inkml:trace>
  <inkml:trace contextRef="#ctx0" brushRef="#br0" timeOffset="138388.607">6832 6982,'-15'-10,"0"0,0 1,-1 1,0 1,0 0,0 1,-1 0,0 2,-1 0,1 0,-1 2,-2 0,11 2,1-1,-1 1,0 1,1 0,-1 0,0 0,1 1,-1 1,1-1,0 2,0-1,0 1,0 0,1 0,-1 1,1 0,0 0,1 1,-1 0,1 0,0 1,1 0,-1 0,1 0,0 1,3-5,0 0,0 0,0 1,0-1,1 0,-1 1,1-1,0 1,0 0,0-1,0 1,1 0,0-1,-1 1,2 0,-1 0,0-1,1 1,-1 0,1 0,0-1,0 1,0-1,1 1,0-1,-1 0,1 1,0-1,0 0,1 0,-1 0,1 0,-1-1,2 2,5 0,0-1,1 0,-1 0,1 0,0-1,0-1,0 0,0 0,0-1,0 0,0-1,-1 0,1 0,0-1,0 0,-1-1,1 0,-1-1,0 0,0 0,0-1,0 0,-1-1,0 0,0 0,-1-1,0 1,5-7,50-82,-59 108,-3-1,7 99,-6-106,0-1,1 1,0-1,-1 1,1-1,1 0,-1 0,1 0,0 0,0 0,0-1,0 1,0-1,1 0,0 0,-1 0,1-1,0 1,1-1,-1 0,0 0,3 1,1-1,1 0,-1 0,1-1,-1 0,1 0,0-1,-1 0,1-1,-1 1,1-2,-1 1,1-1,-1-1,0 0,0 0,0 0,0-1,0 0,-1-1,0 1,2-2,6-6,0 0,-1 0,0-2,-1 1,-1-2,0 0,-1 0,0-1,1-5,6-22,-2-1,-1 0,-2-2,-3 1,-1-1,-3-1,-1 1,-3-1,-1 0,-3-6,3 16,0 18,0-1,-2 0,0 1,-1-1,-1 1,-1 0,-2-7,6 25,0 0,0 0,0 0,0 0,-1 0,1 0,0 0,-1 0,1 0,-1 0,1 0,-1 0,0 0,1 0,-1 0,0 0,0 1,1-1,-1 0,0 1,0-1,0 0,0 1,0-1,0 1,0-1,0 1,0 0,0-1,0 1,0 0,0 0,0 0,0 0,0 0,-1 0,1 0,0 0,0 0,0 0,0 1,-34 34,17 0,1 0,3 1,0 1,3 0,1 1,2 0,1 1,2 7,1-17,1 0,2 1,1-1,1 1,1-1,7 29,-6-44,1 1,0-1,2 1,-1-2,2 1,-1 0,2-1,0 0,1-1,0 0,0 0,1-1,1 0,6 4,2-2,0-1,1 0,0-2,1 0,0-1,1-1,0-1,0-1,0-1,1-1,5-1,59 8</inkml:trace>
  <inkml:trace contextRef="#ctx0" brushRef="#br0" timeOffset="108300.277">67 7356,'71'-240,"-8"51,-62 186,0 1,0 0,0-1,0 1,0 0,0-1,1 1,-1 0,1 0,-1 0,1 0,0 0,0 1,0-1,0 1,0-1,0 1,1-1,-1 1,0 0,1 0,-1 0,0 1,1-1,-1 1,1-1,0 1,-1 0,1 0,-1 0,1 0,-1 0,1 0,1 1,6 4,1 0,-1 1,0 0,0 1,-1 0,0 1,0 0,-1 0,0 1,0 0,-1 0,0 1,-1-1,4 9,-6-12,0-1,-1 1,0 0,0 0,-1 0,1 0,-1 0,-1 1,1-1,-1 1,0-1,-1 1,0 0,0-1,0 1,-1-1,1 1,-2 0,1-1,-1 0,0 1,0-1,-1 0,1 0,-2 0,1 0,0-1,-1 1,0-1,-3 2,6-6,-1 1,0-1,1 1,-1-1,0 0,0 0,0 0,0 0,0 0,-1-1,1 1,0-1,0 1,0-1,-1 0,1 1,0-1,0-1,-1 1,1 0,0 0,0-1,0 1,0-1,-1 0,1 0,0 1,0-1,0-1,0 1,1 0,-1 0,0-1,0 1,1-1,-1 0,-2-2,0-1,0 1,1-1,0 1,0-1,0 0,1 0,-1-1,1 1,0 0,1-1,0 1,-1-1,2 0,-1 5,1-1,0 0,0 1,1-1,-1 0,0 1,1-1,-1 0,1 1,-1-1,1 0,0 1,-1-1,1 1,0 0,0-1,0 1,0 0,0-1,1 1,-1 0,0 0,1 0,-1 0,0 0,1 0,-1 0,1 1,0-1,-1 0,1 1,-1 0,1-1,0 1,64-7,-57 7,39-1,-27 3,0-1,1-1,-1-1,0 0,1-2,-1-1,0 0,0-2,-1 0,0-1,0-1,-1-1,1-1,-2-1,11-7,8-34,-37 50,1 1,-1-1,1 1,-1-1,0 1,1-1,-1 0,0 1,0-1,0 0,-1 1,1-1,0 1,-1-1,1 0,-1 1,1-1,-1 1,1-1,-1 1,0 0,0-1,0 1,0 0,0-1,0 1,0 0,-1 0,1 0,0 0,-1 0,1 0,0 1,-1-1,1 0,-2 0,-3-1,1 0,-1 1,0-1,1 1,-1 0,0 1,0-1,0 1,0 0,0 1,1-1,-1 1,0 1,0-1,1 1,-1 0,1 0,0 0,-1 1,1 0,0 0,0 0,1 0,-1 1,1 0,-1 0,1 0,1 1,-1-1,1 1,-1 0,1 0,1 0,-1 0,1 1,0-1,0 1,0 0,1-1,0 1,0 0,0 0,1 2,0-1,0-1,0 1,1-1,0 0,0 1,1-1,0 0,0 0,0 0,1 0,0 0,0 0,0-1,1 0,0 1,0-1,0-1,0 1,1-1,0 1,0-1,0-1,1 1,-1-1,1 0,-1 0,1 0,6 1,-1 0,1-1,0 0,0-1,0 0,0 0,0-2,0 1,0-2,0 1,0-2,0 0,0 0,0-1,0 0,0-1,23-12</inkml:trace>
  <inkml:trace contextRef="#ctx0" brushRef="#br0" timeOffset="108682.255">1029 6942,'0'12,"-1"5,0 0,1 0,0 1,2-1,0 0,1 0,1-1,0 1,1-1,1 0,1 0,0 0,2 1,-6-13,1 0,-1 0,1-1,-1 0,1 0,0 0,0 0,1 0,-1-1,1 0,-1 0,1 0,0 0,-1-1,1 0,0 0,0 0,0-1,0 1,0-1,0 0,0-1,0 1,0-1,0 0,-1 0,1 0,0-1,0 0,-1 0,1 0,-1 0,0-1,0 0,0 0,0 0,0 0,2-3,5-5,-1 0,-1-1,0-1,0 1,-1-1,-1-1,0 1,0-1,-2-1,0 1,0-1,-2 0,0 0,0 0,-2 0,1 0,-2-5,0 20,-1 0,1 0,-1 0,1 1,0-1,-1 0,1 0,-1 0,1 0,0 0,-1 0,1 0,-1 0,1 0,-1 0,1 0,0 0,-1 0,1 0,-1 0,1-1,0 1,-1 0,1 0,-1 0,1-1,0 1,-1 0,1 0,0-1,0 1,-1 0,1-1,0 1,-1 0,1-1,0 1,0 0,0-1,-1 1,-5 24,0 0,1 0,1 0,2 1,0-1,2 5,-1-20,0 0,0 0,1 1,1-1,-1 0,2 1,-1-1,1 0,1 0,0 0,0 0,0-1,1 1,0-1,1 0,0 0,1 0,-1-1,1 0,0 0,1 0,0-1,0 0,1 0,-1-1,1 0,0 0,0-1,2 1,61 0,-41-11</inkml:trace>
  <inkml:trace contextRef="#ctx0" brushRef="#br0" timeOffset="109418.58">1577 7008,'0'-4,"0"0,1 0,-1 0,1 0,0 0,1 0,-1 0,0 0,1 0,0 1,0-1,0 1,1-1,-1 1,1 0,0 0,-1 0,1 0,1 0,-1 1,0-1,1 1,-1 0,1 0,0 0,0 0,-1 1,1 0,0 0,0 0,0 0,1 0,-1 1,0 0,0 0,0 0,0 0,0 1,0-1,1 1,-1 0,0 0,-1 1,3 0,3 1,0 1,-1 0,1 1,-1 0,0 0,0 0,0 1,-1 0,0 1,0 0,-1 0,0 0,0 1,-1 0,0 0,0 0,0 1,1 5,2 8,0 0,-1 0,-1 1,-1 0,-2 1,0-1,-1 4,-1 53,-4 1,-3-1,-10 42,-10 160,26-271,-1-6,1-1,-1 1,1 0,1-1,-1 1,1 0,-1-1,1 1,1-1,-1 1,1-1,0 1,0-1,0 1,-1-4,-1 0,1-1,-1 1,1-1,0 1,-1-1,1 1,-1-1,1 0,0 1,-1-1,1 0,0 0,-1 1,1-1,0 0,0 0,-1 0,1 0,0 0,0 0,-1 0,1 0,0 0,0 0,-1 0,1 0,0-1,-1 1,1 0,0 0,-1-1,1 1,0-1,-1 1,1 0,-1-1,1 1,0-1,-1 0,1 1,-1-1,0 1,1-1,-1 0,1 0,18-32,-12 8,0-1,-2 1,-1-1,-1 0,-1 0,-1 0,-2 0,0 0,-2 0,-1-3,-3-8,0-1,-3 1,-1 0,-1 1,-2 0,-2 1,-1 0,-22-31,35 58,-1 0,0 1,0-1,-1 1,0 0,-1 1,1 0,-1 0,0 0,-1 0,1 1,-1 1,0-1,0 1,-1 1,1-1,-2 1,10 3,1 1,-1-1,0 0,1 1,-1-1,0 1,0-1,1 0,-1 1,0-1,0 1,0-1,0 1,1-1,-1 1,0-1,0 1,0-1,0 1,0-1,0 1,0-1,0 1,0-1,-1 1,1-1,0 1,0-1,0 0,0 1,-1-1,1 1,0-1,-1 1,1-1,0 0,-1 1,1-1,0 0,-1 1,1-1,0 0,-1 0,1 1,-1-1,1 0,-1 0,1 0,-1 1,1-1,-1 0,1 0,-1 0,1 0,-1 0,1 0,12 5,1-1,1-1,-1 0,0 0,1-2,0 1,-1-2,1 0,0 0,-1-1,3-2,219-36,-233 39,-1 0,0 0,1-1,-1 1,1 0,-1 0,1 0,-1 1,1-1,-1 0,0 0,1 1,-1-1,1 1,-1 0,0-1,0 1,1 0,-1-1,0 1,0 0,0 0,0 0,0 0,0 0,0 1,0-1,0 0,0 0,-1 0,1 1,-1-1,1 0,-1 1,1-1,-1 1,0-1,1 1,-1-1,0 0,0 1,0-1,0 1,0-1,-1 1,1-1,0 1,-1-1,0 2,0 8,0-6,-1 1,1-1,0 0,1 1,-1-1,1 1,0-1,1 0,-1 1,1-1,0 0,0 1,1-1,0 0,0 0,0 0,0 0,1 0,-1-1,1 1,1-1,-1 0,1 1,-1-2,1 1,3 2,-3-3,1 0,-1 0,1-1,0 1,0-1,0 0,0 0,0-1,0 0,0 0,1 0,-1 0,0-1,1 0,-1 0,0 0,1-1,-1 1,0-2,0 1,1 0,-1-1,0 0,0 0,-1 0,1-1,0 0,-1 0,1 0,-1 0,0-1,0 0,-1 1,1-2,-1 1,0 0,0 0,0-1,0 0,-1 0,0 0,0 0,0 0,0 0,-1 0,0 0,0-1,-1-2,0 0,0 0,0 1,-1-1,0 0,-1 0,0 1,0-1,-1 1,0 0,0 0,0 0,-1 0,0 0,0 1,-1-1,0 1,0 0,-1 1,1-1,-1 1,0 0,-1 1,1 0,-1 0,0 0,0 0,0 1,0 0,0 1,-5-1,9 3,0 0,0 0,0 0,0 1,0-1,0 1,0 0,1 0,-1 0,0 0,0 0,1 1,-1-1,0 1,1-1,0 1,-1 0,1 0,0 0,0 1,0-1,0 0,1 1,-1-1,0 1,1 0,0-1,0 1,0 0,0 0,0 0,0 0,1 0,0 0,-1 0,1 0,0 0,0 0,1 0,-1 0,1 0,-1 0,1 0,0 0,5 27</inkml:trace>
  <inkml:trace contextRef="#ctx0" brushRef="#br0" timeOffset="109837.51">2392 7303,'1'-351,"-1"350,-1 1,1-1,0 1,0-1,-1 0,1 1,0-1,0 1,0-1,-1 0,1 1,0-1,0 1,0-1,0 0,0 1,0-1,1 1,-1-1,0 0,0 1,0-1,1 1,-1-1,0 1,0-1,1 1,-1-1,0 1,1-1,-1 1,1-1,-1 1,1-1,-1 1,1 0,-1-1,1 1,-1 0,1 0,-1-1,1 1,-1 0,1 0,0 0,-1-1,1 1,-1 0,1 0,0 0,-1 0,1 0,0 1,-1-1,1 0,-1 0,1 0,-1 0,127 92,-92-75,-28-14,0-1,0 2,0-1,0 1,-1 0,1 0,-1 1,0 0,-1 0,1 0,-1 1,0 0,0 0,-4-1,0-1,-1 1,1 0,-1 0,0-1,-1 1,1 0,-1 0,0-1,0 1,0 0,0-1,-1 1,0-1,0 0,0 1,-1-1,1 0,-1 0,0-1,0 1,0 0,-7 10,1 0,5-9,0 0,1 1,0-1,-1 1,2 0,-1-1,1 1,0 0,0 1,0-1,1 0,0 0,0 1,1 2,1-5,1-1,0-1,0 1,1 0,-1 0,0-1,1 1,0-1,0 0,-1 0,1 0,0 0,1 0,-1-1,0 1,0-1,1 0,-1 0,1 0,-1-1,1 1,-1-1,1 1,-1-1,1-1,40 4,0-3,0-1,0-2,-1-3,1-1,-1-2,35-13,7 0,-14 2</inkml:trace>
  <inkml:trace contextRef="#ctx0" brushRef="#br0" timeOffset="145738.707">868 8466,'276'12,"138"-20,-402 8,-8 0,1-1,-1 1,0 0,0 1,0-1,1 1,-1 0,0 0,0 0,0 0,0 1,0 0,2 1,-4 3,-6 1</inkml:trace>
  <inkml:trace contextRef="#ctx0" brushRef="#br0" timeOffset="146789.005">2514 8038,'-14'0,"1"-1,0 2,0 0,0 0,0 2,1-1,-1 2,0-1,1 2,0 0,0 0,0 1,1 0,0 1,0 1,1-1,0 2,0 0,1 0,0 0,-7 10,13-16,0 1,0 0,1-1,-1 1,1 0,0 0,0 1,0-1,1 0,0 1,-1-1,2 1,-1-1,0 1,1-1,0 1,0 0,0-1,1 1,-1-1,1 1,0-1,0 1,1-1,-1 0,1 1,0-1,0 0,1 0,-1 0,1-1,0 1,0-1,0 1,16 15,2-1,0 0,1-2,0 0,1-2,25 12,78 54,-121-76,0-1,0 1,-1 0,0 0,1 1,-1-1,-1 1,1 0,-1 0,0 0,0 0,0 1,-1-1,0 1,0 0,0-1,-1 1,0 0,0 0,0 0,-1 0,0 0,0 0,-1 0,1 0,-1 0,-1 0,1 0,-1 0,0-1,0 1,0 0,-3 2,-37 37,41-44,0 0,0 0,0-1,0 1,0 0,0-1,0 1,0 0,-1-1,1 1,0-1,0 0,0 1,-1-1,1 0,0 0,-1 0,1 0,0 0,0 0,-1 0,1 0,0-1,0 1,-1 0,1-1,0 1,0-1,0 1,0-1,0 0,-1 0,1 1,0-1,1 0,-1 0,0 0,0 0,0 0,0 0,1 0,-1 0,0 0,1 0,-1-1,-1-7,1 0,0 1,0-1,0 0,1 0,1 0,-1 0,2 1,-1-1,1 0,0 1,1-1,0 1,0 0,1 0,0 0,1 0,3-5,95-154,-76 129,-2-1,-1-1,-2-2,-2 0,-2-1,-2 0,1-10,-14 33,-3 20,0 1,0-1,0 0,0 0,0 1,0-1,0 0,0 0,0 1,0-1,-1 0,1 0,0 1,0-1,0 0,0 0,-1 0,1 0,0 1,0-1,0 0,-1 0,1 0,0 0,0 0,0 0,-1 1,1-1,0 0,0 0,-1 0,1 0,0 0,0 0,-1 0,1 0,0 0,0 0,-1 0,1 0,0 0,0 0,-1-1,1 1,0 0,0 0,0 0,-1 0,1 0,0 0,0-1,-9 24,1 1,2-1,0 1,1 0,2 1,0 0,2-17,-3 27,1-1,2 0,1 1,2-1,5 33,-4-50,0-1,2 0,0 0,0 0,2 0,0-1,0 0,2-1,0 0,0 0,1 0,1-2,4 4,-2-3,2 0,-1-1,2-1,0 0,0-1,0-1,1-1,1 0,15 4,-30-11,0 0,0 0,0 0,0 0,0-1,-1 0,1 1,0-1,0 0,0-1,0 1,0 0,0-1,0 0,0 1,0-1,0 0,-1-1,1 1,10-9</inkml:trace>
  <inkml:trace contextRef="#ctx0" brushRef="#br0" timeOffset="147035.955">2647 8306,'-16'0,"-5"2,5 3,13 1,15-1,17-1,18-3,14-5,13-3,7-4,1-1,-8 1,-17 2</inkml:trace>
  <inkml:trace contextRef="#ctx0" brushRef="#br0" timeOffset="161333.362">3596 8306,'2'0,"3"0,4 0,1 0,5 0,5 0,7 0,6 0,4 0,4 0,1 0,-3 0,-6 0,-9 2,-7 1</inkml:trace>
  <inkml:trace contextRef="#ctx0" brushRef="#br0" timeOffset="161901.077">3570 8373,'-2'1,"1"-1,0 1,0 0,0 0,1 0,-1 0,0 0,0 0,0 1,1-1,-1 0,1 0,-1 0,1 1,-1-1,1 0,0 1,0-1,-1 0,1 1,0-1,0 0,0 1,1-1,-1 2,0 0,-4 37,3 1,1-1,2 1,1-1,9 38,-12-76,0-1,0 1,0 0,0 0,1 0,-1-1,0 1,1 0,-1 0,1-1,0 1,-1 0,1-1,0 1,0-1,0 1,0-1,1 1,-1-1,0 0,0 1,1-1,-1 0,1 0,-1 0,1 0,-1 0,1-1,0 1,-1 0,1-1,0 1,0-1,0 0,-1 1,1-1,0 0,0 0,0 0,-1-1,1 1,0 0,1-1,94-74,-91 72,0 1,1 0,-1 0,1 1,-1 0,1 0,0 1,-1-1,1 1,0 1,-1-1,1 1,0 1,-1-1,1 1,-1 0,0 0,0 1,0 0,0 0,0 0,0 1,-1 0,0 0,1 0,-2 1,1 0,0 0,-1 0,0 0,1 3,0-1,0-1,0 1,-1 1,0-1,0 1,-1-1,0 1,0 0,-1 1,0-1,0 0,-1 0,0 1,0-1,-1 1,0-1,-1 1,0-1,0 0,-1 1,0-1,-1 0,1 0,-5 7,-4-2,0 0,-1-2,0 1,-1-2,-1 1,0-2,0 0,0 0,-1-2,-1 0,1 0,-1-2,0 0,-1 0,1-2,-1 0,1-1,-3 0,-64 5,76-3,12-2</inkml:trace>
  <inkml:trace contextRef="#ctx0" brushRef="#br0" timeOffset="-201495.847">1029 10311,'-11'-1,"24"-4,48-3,1 1,-1 4,11 2,-30 1,32-3,-1 3,1 4,-1 3,0 3,71 19,-74-3,-69-26,1 0,-1 0,0 0,1 0,-1 0,1 0,-1 0,0 0,1 0,-1-1,0 1,1 0,-1-1,0 1,1-1,-1 0,0 1,0-1,0 0,0 0,0 0,0 0,0 0,0 0,0 0,0 0,0 0,-1 0,1 0,0-1,-1 1,1 0,-1-1,1 1,-1 0,0-2,4-9</inkml:trace>
  <inkml:trace contextRef="#ctx0" brushRef="#br0" timeOffset="-200640.6">2928 9776,'-12'0,"0"0,0 0,0 1,0 1,1 0,-1 0,0 1,1 1,0 0,0 0,0 1,0 1,1 0,0 0,0 1,1 0,0 1,0 0,0 0,1 1,0 0,1 0,0 1,1 0,0 0,0 1,1 0,0 2,2-6,1 1,0-1,1 1,-1-1,2 1,-1 0,1 0,0-1,0 1,1 0,0 0,1-1,0 1,0-1,0 1,1-1,0 0,1 0,-1 0,1 0,1-1,-1 1,4 2,10 12,1-2,1 0,0-1,1-1,1-1,4 1,25 16,-34-24,-1 1,0 0,0 1,-1 1,0 0,-2 2,1-1,-1 1,6 11,-17-23,-1 0,1 0,-1 0,1 1,-1-1,0 0,0 1,0-1,0 1,-1 0,1-1,0 1,-1-1,0 1,0 0,0-1,0 1,0 0,0 0,-1-1,1 1,-1-1,0 1,0-1,0 1,0-1,0 1,-1-1,1 0,-1 1,1-1,-1 0,0 0,0 0,0-1,0 1,0 0,0-1,0 1,-1-1,1 0,0 1,-1-1,1 0,-1-1,1 1,-1 0,0-1,1 1,-1-1,0 0,1 0,-3 0,2-1,0 0,0 0,0-1,0 1,0-1,0 1,1-1,-1 0,0 0,1 0,0 0,-1-1,1 1,0-1,0 1,0-1,0 0,1 0,-1 1,1-1,0 0,0-1,0 1,0 0,0 0,1 0,-1-1,1 1,0-2,10-98,9 50,2 1,2 0,3 2,1 1,5-2,11-21,-9 15,-3 0,-2-3,-4 0,10-33,-28 62,-6 17,-8 22,-4 23,1 0,2 1,1 0,1 0,2 1,0 21,3-42,-8 70,5-1,2 1,5 0,12 80,-14-150,0 0,1 0,0 0,1 0,1-1,0 1,0-1,1 0,1 0,0 0,0-1,1 0,0 0,1-1,0 0,0 0,1-1,0 0,5 3,-11-9,-1-1,1 0,0 0,0-1,0 1,-1 0,1-1,0 0,0 0,0 0,0 0,0 0,0 0,0-1,-1 1,1-1,0 0,0 0,-1 0,1 0,0 0,-1-1,1 1,-1-1,0 0,2-1,14-15</inkml:trace>
  <inkml:trace contextRef="#ctx0" brushRef="#br0" timeOffset="-200389.759">2928 10057,'-16'-2,"1"-1,16 0,22-2,28-2,29-2,23-4,16-3,7 2,-7 4,-24 3</inkml:trace>
  <inkml:trace contextRef="#ctx0" brushRef="#br0" timeOffset="-199409.849">3663 10257,'23'-10,"1"1,1 2,0 0,0 1,0 1,1 2,10 0,-33 2,-1 0,1 1,-1-1,1 1,0 0,-1 0,1 0,-1 0,1 0,0 1,-1-1,1 1,-1 0,1-1,-1 1,1 0,-1 1,0-1,0 0,1 1,-1-1,0 1,0-1,0 1,0 0,-1 0,1 0,-1 0,1 0,-1 1,1-1,-1 0,0 1,0-1,0 1,-1-1,1 1,-1-1,1 1,-1-1,0 3,-4 7,0-1,-1 0,-1 1,0-2,0 1,-1-1,-1 0,0-1,0 1,0-1,-1-1,-1 0,-9 7,-109 73,128-87,0 0,1-1,0 1,-1 0,1-1,-1 1,1 0,0-1,-1 1,1 0,0-1,0 1,-1-1,1 0,0 1,0-1,0 1,0-1,0 0,-1 0,1 0,0 1,0-1,0 0,0 0,0 0,0 0,0-1,0 1,0 0,-1 0,1 0,0-1,0 1,0-1,0 1,0 0,0-1,1 1,179 8,-168-7,-1 2,0 0,1 0,-1 1,-1 0,1 1,0 1,-1 0,0 0,-1 1,1 0,-1 1,2 3,-8-6,0 0,0 0,0 0,-1 1,0-1,0 1,-1 0,1 0,-1 0,-1 0,1 0,-1 0,0 0,0 1,-1-1,1 1,-2-1,1 0,-1 1,0-1,0 0,0 0,-1 0,0 0,0 0,-1 0,0 0,0 0,0-1,-1 0,1 0,-1 0,-1 0,1 0,-1-1,1 0,-6 4,-2 1,-1 0,0-1,0 0,0-1,-1-1,0 0,-1 0,1-2,-1 0,0-1,0 0,0-1,0-1,0 0,-1-1,1 0,0-2,-9-1,17-5,23 0,-13 7,19-7</inkml:trace>
  <inkml:trace contextRef="#ctx0" brushRef="#br0" timeOffset="178306.973">23582 7463,'-4'79,"4"0,3-1,4 1,6 22,-12-99,4 43,1 0,3 0,2-1,5 8,-15-48,0 0,0-1,1 1,0 0,0-1,0 1,0-1,0 0,1 0,-1 0,1 0,0 0,0 0,0-1,0 1,1-1,-1 0,0 0,1 0,0-1,-1 1,1-1,0 0,0 0,0 0,0 0,0-1,0 1,0-1,12-2,-2 0,1-1,0-1,0 0,-1-1,0-1,0 0,-1-1,1 0,-1-1,-1 0,0-1,0-1,-1 0,0 0,4-6,-10 11,1-1,-1 0,0 0,-1 0,1-1,-1 1,-1-1,1 0,-1 0,0-1,0-4,-2 11,-1 0,0 0,0 0,0-1,0 1,0 0,0-1,0 1,0 0,-1 0,1 0,0-1,-1 1,1 0,-1 0,0 0,1 0,-1 0,0 0,1 0,-1 0,0 0,0 0,0 0,0 0,0 1,0-1,0 0,0 1,0-1,0 1,-1-1,1 1,0-1,0 1,0 0,-1-1,1 1,0 0,0 0,-1 0,1 0,0 0,-1 1,-56 10,54-9,-1 0,1 0,0 0,0 0,0 1,0 0,0 0,0 0,0 0,1 0,0 1,0 0,0 0,0 0,0 0,1 0,0 0,0 0,0 1,0-1,1 1,0 0,-1-1,2 1,-1 0,1 0,-1 0,1 0,1-1,-1 1,1 0,-1 0,2-1,-1 1,0 0,1-1,0 1,0-1,2 4,6 1,0-1,1 0,-1-1,1 0,1-1,-1 0,1-1,0 0,1-1,-1 0,1-1,0-1,-1 0,1 0,0-1,0-1,9-1,24 2</inkml:trace>
  <inkml:trace contextRef="#ctx0" brushRef="#br0" timeOffset="179483.993">23622 7744,'116'-13,"-23"10,1 5,-1 4,0 4,63 16,-131-20,0 0,0 2,0 1,-1 1,15 9,-32-16,-1 0,0 1,0 0,0 0,-1 1,0-1,0 1,0 0,0 1,-1-1,1 1,-2 0,1 0,-1 0,1 1,-2-1,1 1,-1 0,0-1,0 1,-1 0,0 0,0 1,-13 128,12-134,1 0,-1 0,1-1,0 1,0 0,0 0,0 0,0-1,0 1,1-1,-1 1,1-1,-1 1,1-1,-1 0,1 0,0 0,-1 0,1 0,0 0,0 0,0 0,0-1,0 1,0-1,0 0,0 1,0-1,0 0,0 0,64-1,-53-1,0-1,0 0,-1 0,1-1,-1-1,0 0,0-1,0 0,-1-1,5-4,-10 7,0 0,-1-1,0 1,0-1,-1 0,1 0,-1-1,0 1,0-1,-1 0,0 0,0-1,0 1,-1 0,0-1,0 0,0 1,-1-1,0 0,0-5,-5 11,-1 17,2-10,1 0,1 0,-1 0,1 0,0 1,1-1,-1 0,1 1,0-1,1 0,0 1,0-1,0 0,1 0,-1 0,2 0,-1 0,1 0,-1 0,2-1,-1 1,1-1,-1 0,1 0,1 0,-1-1,1 1,0-1,0 0,1 0,0-1,-1-1,1 0,0 0,0-1,0 1,0-1,0-1,0 1,0-1,0 0,0 0,0-1,0 0,0 0,0 0,-1-1,1 0,0 0,-1 0,1-1,-1 0,0 0,0 0,0 0,1-2,5-4,-1 0,0-1,0 1,-1-2,-1 0,1 0,-2 0,0-1,0 0,3-9,15-54,-25 75,0 0,-1 1,1-1,0 0,0 0,-1 0,1 0,0 0,0 0,-1 0,1 0,0 0,0 0,-1 0,1 0,0-1,-1 1,1 0,0 0,0 0,0 0,-1 0,1 0,0-1,0 1,-1 0,1 0,0 0,0 0,0-1,0 1,-1 0,1 0,0-1,0 1,0 0,0 0,0-1,0 1,0 0,0 0,0-1,-1 1,1 0,0 0,0-1,1 1,-1 0,0-1,0 1,0 0,0 0,0-1,0 1,0 0,0 0,-13 20,10-15,1 0,0 1,1-1,-1 1,1-1,0 1,1 0,-1 0,1-1,0 1,1 0,-1 0,1-1,0 1,1-1,-1 1,1-1,0 1,0-1,1 0,0 0,0 0,0 0,0-1,1 1,-1-1,1 0,1 0,-1 0,0 0,1-1,0 0,0 0,0 0,0 0,1 0,6 1,-1-1,1 0,0-1,-1 0,1-1,0 0,0 0,0-2,0 1,0-2,0 1,-1-2,1 0,0 0,-1-1,0 0,0-1,0 0,-1-1,1 0,-1 0,-1-1,1-1,-1 0,-1 0,1-1,-2 0,1 0,-1-1,0 1,-1-2,0 1,-1-1,0 0,-1 0,0 0,0-1,-1 1,0-5,-1-23,-11 54,2 18,1 1,2 0,1-1,2 1,1 0,2 0,1 3,42 453,-45-478,1-2,-1 1,0-1,0 1,-1 0,0-1,-1 0,0 1,-1-1,-2 6,5-16,0 1,0 0,0-1,0 1,0 0,-1-1,1 1,0 0,0-1,-1 1,1-1,0 1,0-1,-1 1,1-1,-1 1,1-1,-1 1,1-1,-1 1,1-1,-1 0,1 1,-1-1,1 0,-1 1,1-1,-1 0,0 0,1 1,-1-1,0 0,1 0,-1 0,1 0,-1 0,0 0,1 0,-1 0,0 0,1 0,-1-1,0 1,1 0,-1 0,1 0,-1-1,1 1,-1 0,0-1,1 1,-19-32,7-12,2-1,1 1,3-2,1 1,2-30,3 61,-6-113,8-95,-2 210,0-1,1 1,0 0,1-1,0 1,1 0,0 0,1 0,1 1,-1-1,2 1,0 0,0 1,4-5,-7 12,0 2,0-1,0 0,-1 0,2 1,-1 0,0-1,0 1,0 0,1 1,-1-1,0 1,1-1,-1 1,0 0,1 0,-1 0,1 1,-1-1,0 1,1 0,-1 0,0 0,0 0,0 1,76 40,-73-38,1-1,-1 1,0 1,0-1,0 1,-1 0,0 1,0-1,0 1,0 0,-1 0,0 0,0 1,-1-1,0 1,0 0,0 0,0 6,-4-10,0 0,0 0,-1-1,1 1,-1 0,0-1,0 1,0-1,0 1,0-1,-1 0,1 0,0 0,-1 0,0-1,1 1,-1-1,0 1,0-1,0 0,0 0,0 0,0-1,0 1,0-1,0 1,-1-1,1 0,0 0,0-1,-1 1,-7 1,0 0,-1 0,1-1,0 0,-1-1,1-1,0 0,0 0,-1-1,-6-3,0-3</inkml:trace>
  <inkml:trace contextRef="#ctx0" brushRef="#br0" timeOffset="179784.703">25868 8079,'4'5,"1"-1,0 1,0-1,0 0,1 0,-1 0,1-1,0 0,0 0,0 0,0-1,1 0,-1 0,1-1,-1 0,1 0,-1 0,1-1,0 0,-1 0,1 0,0-1,-1 0,1-1,-1 1,1-1,-1-1,0 1,0-1,2-1,-5 2,0 1,0-2,0 1,0 0,0 0,0-1,-1 1,1-1,-1 0,0 0,0 0,0 0,0 0,0-1,-1 1,1 0,-1-1,0 1,0-1,0 0,-1 1,1-1,-1 0,0 1,0-1,0 0,0 1,-1-1,1 0,-1 1,0-1,0 1,-1-1,1 1,-1-1,1 1,-1 0,0 0,0 0,-1 0,1 0,-1 0,1 1,-1-1,-3-1,1 0,-1 1,0 0,1 0,-1 0,-1 1,1 0,0 0,-1 0,1 1,-1 0,1 0,-1 1,1 0,-1 0,0 0,1 1,-3 0,6 0,-1-1,1 1,-1 0,1 0,-1 0,1 0,-1 0,1 1,0 0,0 0,0 0,0 0,0 0,0 0,1 1,-1 0,1-1,-1 1,1 0,0 0,0 0,0 0,1 1,-1-1,1 0,0 1,0-1,0 1,0-1,1 1,-1 2,1-2,0 1,1-1,0 0,0 0,0 0,0 0,0-1,1 1,0 0,0 0,0-1,0 1,0-1,1 0,1 2,20 22</inkml:trace>
  <inkml:trace contextRef="#ctx0" brushRef="#br0" timeOffset="180285.957">26229 8025,'-27'-141,"26"139,1 1,0-1,0 0,-1 1,1-1,0 0,0 1,1-1,-1 0,0 1,0-1,1 0,-1 1,1-1,0 1,-1-1,1 1,0-1,0 1,0-1,0 1,0 0,0-1,0 1,1 0,-1 0,0 0,1 0,-1 0,0 0,1 0,-1 1,1-1,0 1,-1-1,1 1,0-1,-1 1,1 0,0 0,-1-1,1 1,0 1,-1-1,1 0,0 0,0 1,24-1,-1 1,0 1,1 2,-1 0,-1 2,1 0,-1 2,2 2,-22-8,0-1,-1 1,0 0,1 0,-1 1,0-1,0 1,0-1,-1 1,1 0,-1 0,1 0,-1 0,0 1,0-1,-1 1,1-1,-1 1,1 0,-1-1,0 1,-1 0,1 0,0 0,-1 0,0 0,0-1,0 1,-1 0,1 1,-1 0,0-1,0 1,1-1,0 1,0-1,0 1,0-1,0 1,1-1,0 0,0 1,0-1,1 0,-1 1,1-1,0 0,0 0,1 0,-1-1,1 1,0 0,0-1,0 0,0 0,0 0,1 0,0 0,-1-1,1 1,0-1,3 1,-1-1,0 0,0 0,1-1,-1 0,1 0,-1-1,1 0,-1 0,1 0,-1-1,0 0,1 0,-1 0,0-1,1 0,-1-1,0 1,-1-1,1 0,0 0,-1-1,0 0,0 0,0 0,0-1,0 1,-1-1,0 0,0 0,-1-1,1 1,-1-1,2-4,23-98,-37 173,8-58,1 1,0-1,0 0,1 1,0-1,0 0,1 0,0 0,0 0,0 0,1 0,0 0,1-1,-1 0,1 1,0-1,1-1,-1 1,1-1,0 1,1-1,-1-1,1 1,0-1,5 3,12 1</inkml:trace>
  <inkml:trace contextRef="#ctx0" brushRef="#br0" timeOffset="180540.279">26924 7557,'0'0</inkml:trace>
  <inkml:trace contextRef="#ctx0" brushRef="#br0" timeOffset="181772.014">27071 7757,'10'-5,"1"1,0 0,0 0,0 1,0 0,1 1,-1 1,1-1,0 2,-1 0,1 0,-1 1,1 1,-1-1,1 2,-1 0,0 0,0 1,0 0,0 1,-1 1,0-1,0 1,0 1,-1 0,0 1,0-1,-1 1,0 1,-1 0,0 0,0 1,1 2,1 10,-2 1,0-1,-2 1,-1 0,0 0,-2 1,-1-1,0 1,-2-1,-1 0,0 1,-2-1,-1 0,-1 0,-2 4,-12 84,18-102,0 1,1-1,0 0,0 0,1 1,0-1,1 0,0 0,0 1,1-1,0 0,1 0,0 0,0-1,1 1,0-1,1 0,0 0,0 0,0-1,1 1,0-1,1-1,0 1,4 2,-3-4,0 0,1-1,-1 0,1 0,0-1,0 0,0-1,1 0,-1 0,1-1,-1 0,1-1,-1 0,5 0,-10-1,1 0,0 1,0-1,0-1,0 1,-1-1,1 0,-1 0,1 0,-1-1,0 1,0-1,0 0,0 0,0-1,-1 1,1-1,-1 0,0 0,0 0,-1 0,1 0,-1-1,0 1,0-1,0 1,-1-1,1-1,0-5,0 0,-1-1,-1 1,1 0,-2 0,0-1,0 1,-1 0,0 0,-1 0,0 0,-1 0,0 1,0 0,-1 0,-4-5,-3-6,-2 0,0 1,-2 1,0 1,0 0,-2 1,-4-2,-12-7,-2 1,0 2,-2 2,0 1,-1 2,-31-9,44 17,23 4,18 4,-14 2,352-2,-336 1,54-3,-1-3,64-15,-79-2,-55 24,0-1,1 0,-1 0,0 1,0-1,0 0,0 1,0-1,0 0,0 0,0 1,0-1,0 0,0 1,0-1,0 0,0 1,-1-1,1 0,0 1,-1-1,1 0,0 1,-1-1,1 1,-1-1,1 0,-1 1,1-1,-1 1,1 0,-1-1,0 1,1-1,-1 1,0 0,1 0,-1-1,0 1,1 0,-1 0,0 0,0 0,1 0,-19-7,0 1,0 1,0 1,-1 1,1 0,-1 1,0 2,1 0,-8 1,-34 11,60-12,0 0,0 0,0 1,0-1,0 0,-1 1,1-1,0 1,0-1,0 1,0-1,0 1,1 0,-1-1,0 1,0 0,0 0,0 0,1 0,-1 0,1 0,-1 0,0 0,1 0,-1 0,1 0,0 0,-1 0,1 0,0 0,0 0,0 1,0-1,0 0,0 0,0 0,0 0,0 0,0 1,1-1,-1 0,1 0,-1 0,0 0,1 0,0 0,-1 0,1 0,0 0,6 5,0 0,0-1,0 0,1-1,0 1,0-1,1-1,-1 0,1 0,-1 0,1-1,0 0,0-1,2 0,-11-1,11 3,0-1,0 0,1-1,-1 0,0-1,1 0,-1 0,0-1,0-1,1 0,-1-1,-1 0,1 0,8-5,4-20,-24 31,1 0,-1 0,0 0,1 0,-1 0,1 0,0 0,0 0,0 1,0-1,1 0,-1 0,1 0,0 0,0 0,0 0,0 0,0-1,1 1,-1 0,1-1,0 1,0-1,0 1,0-1,0 0,0 0,0 0,1 0,-1 0,1 0,0-1,0 0,1 1,4 3,1-1,-1-1,1 0,0 0,0-1,0 0,0 0,1-1,-1 0,0-1,3 0,-7 0,1-1,-1 0,1 0,-1 0,0-1,1 0,-1 0,0 0,0-1,-1 0,1 0,0 0,-1 0,0-1,0 1,0-1,0 0,0-1,-1 1,0-1,0 1,0-1,0 0,-1 0,0 0,0 0,0 0,-1-1,0 1,0-1,2-8,-1 1,0-1,-1 0,-1 0,0 0,-1 1,-1-1,0 0,0 1,-2-1,-2-8,-16-18,101 74,115 23,-193-56,0-1,1 0,-1 1,0-1,1 1,-1 0,0-1,0 1,0 0,1 0,-1 0,0 0,0 0,0 0,-1 0,1 0,0 0,0 0,0 0,-1 0,1 1,-1-1,1 0,-1 1,1-1,-1 0,0 1,0-1,0 0,0 1,0-1,0 1,0-1,0 0,0 1,0-1,-1 0,1 1,-1-1,1 0,-1 1,1-1,-1 0,0 0,0 0,1 0,-1 0,0 1,-1-1,-10 16,8-14,1 0,0 0,0 1,1 0,-1-1,1 1,0 0,0 0,0 0,0 0,1 1,-1-1,1 0,0 1,1-1,-1 1,1-1,0 1,2-3,-1 1,1-1,0 0,0 0,1 0,-1 0,0 0,1-1,-1 1,1-1,-1 0,1 1,0-1,0 0,0 0,-1-1,1 1,0-1,0 1,0-1,0 0,0 0,0 0,0 0,14 1,1 0,-1-1,0-1,0-1,0 0,0-1,0-1,-1 0,0-2,1 0,-2 0,5-3,-10 3,1 1,-1-2,0 1,0-1,-1-1,0 0,-1 0,1-1,-1 0,-1 0,0 0,0-1,-1-1,0 1,-1-1,0 0,-1 0,0 0,-3 9,-1 1,1 0,-1 0,1-1,-1 1,0-1,1 1,-1 0,0-1,0 1,0-1,0 1,0 0,0-1,-1 1,1-1,0 1,-1 0,1-1,-1 1,1 0,-1 0,0-1,1 1,-1 0,0 0,0 0,0 0,0 0,0 0,0 0,0 0,0 0,0 0,-1 1,1-1,0 1,-1-1,1 1,0-1,-1 1,1-1,0 1,-1 0,1 0,-1 0,1 0,0 0,-1 0,0 0,-4 2,1 0,0 0,0 0,1 1,-1 0,0 0,1 0,0 0,-1 1,1 0,1 0,-1 0,1 0,-1 0,1 1,0-1,1 1,-1 0,1 0,0 0,0 0,0 0,1 1,0-1,0 1,0-1,1 0,0 1,0-1,0 1,1-1,-1 1,1-1,1 0,-1 1,3 3,4 5,0-1,1-1,1 1,0-2,0 1,1-1,1-1,0 0,0-1,1 0,0-1,1 0,-1-1,2-1,-1 0,1-1,10 3,149 41,-101-35</inkml:trace>
  <inkml:trace contextRef="#ctx0" brushRef="#br0" timeOffset="-187241.587">23421 10525,'-7'-3,"0"-1,0 1,-1 1,0-1,0 2,1-1,-1 1,0 0,0 0,0 1,0 0,0 1,0-1,0 2,0-1,0 1,0 0,1 1,-1-1,1 2,0-1,0 1,0 0,0 1,1-1,-1 1,1 0,0 1,1 0,-4 4,7-8,1 0,-1 0,1 1,0-1,0 0,0 0,0 1,0-1,0 0,1 1,-1-1,1 1,-1-1,1 1,0-1,0 1,0-1,1 1,-1-1,1 0,-1 1,1-1,0 1,0-1,0 0,0 0,0 1,0-1,1 0,-1 0,1 0,-1 0,1-1,0 1,0 0,0-1,0 1,0-1,0 1,0-1,0 0,1 0,-1 0,2 0,10 3,0 0,0-1,0-1,0 0,1-1,-1-1,0 0,1-1,-1 0,0-1,0-1,0 0,0-1,0-1,-1 0,1 0,-2-2,1 1,0-2,-1 0,9-8,-11 7,0 0,-1-1,-1 0,1-1,-1 0,-1 0,0 0,-1-1,0 0,-1-1,0 1,-1-1,0 0,-1 0,1-13,0-8,-1 1,-2-1,-1 0,-2 0,-4-24,5 53,1-6,-1 0,-1-1,0 1,0 0,-1 0,-1 0,0 1,0-1,-1 1,0 0,-1 0,-2-2,6 11,0 0,0 0,0 0,0 0,0 0,0 0,0 1,-1-1,1 1,0 0,0-1,-1 1,1 0,0 1,0-1,-1 0,1 1,0-1,0 1,-1-1,1 1,0 0,0 0,0 0,0 0,0 1,0-1,1 0,-1 1,0-1,1 1,-1 0,1-1,-1 1,1 0,0 0,0 0,0 0,0 0,0 0,0 0,0 1,1-1,-13 21,2 1,1 0,1 0,1 1,1 0,1 0,1 0,1 1,1 0,2 4,-1-17,1 1,1-1,0 1,1-1,0 0,1 1,1-1,0 0,1 0,0-1,1 1,0-1,1 0,0 0,1 0,1-1,0 0,0-1,1 0,0 0,1-1,0 0,0 0,1-1,0-1,0 0,1 0,0-1,0-1,1 0,-1 0,3-1,-6-3,-1 0,0-1,1 0,-1 0,1 0,-1-1,0-1,0 0,0 0,0 0,0-1,0 0,0-1,-1 1,1-2,-1 1,0-1,-1 0,1 0,-1-1,0 0,0 0,-1 0,0-1,0 0,0 0,-1 0,0 0,0-1,-1 0,0 1,-1-1,1-1,1-2,0-1,-1 0,0 0,-1 0,-1 0,1 0,-2 0,0 0,0 0,-1 0,-1 0,-1-8,2 19,0 0,1-1,-1 1,0 0,0 0,0 0,0 0,0 0,0 0,-1 0,1 1,0-1,0 0,0 1,-1-1,1 1,0-1,-1 1,1-1,-1 1,1 0,0 0,-1 0,1 0,-1 0,1 0,-1 0,1 0,0 0,-1 1,1-1,-1 1,1-1,0 1,0-1,-1 1,1 0,0 0,0-1,0 1,0 0,0 0,0 0,0 0,0 1,0-1,0 0,0 0,1 0,-1 1,1-1,-1 0,1 1,-1-1,1 0,0 1,-1-1,1 1,-4 6,1 0,0 0,0 0,1 0,0 0,0 1,0-1,2 1,-1-1,1 1,0-1,0 1,1-1,1 1,-1-1,1 0,1 1,-1-1,1 0,1-1,0 1,0 0,0-1,1 0,0 0,0 0,1-1,0 0,0 0,0 0,1-1,0 0,0 0,6 3,55 24,1-8</inkml:trace>
  <inkml:trace contextRef="#ctx0" brushRef="#br0" timeOffset="-186795.501">25333 9937,'0'96,"-3"-21,5 1,2 0,12 53,-14-114,2-1,0 1,0-1,1 0,1 0,0-1,8 13,-10-21,-1 0,1 0,0-1,0 1,1-1,-1 0,1 0,0-1,0 1,0-1,0 0,1-1,-1 1,1-1,0 0,-1 0,1-1,0 0,0 0,6 0,1-1,1 0,0-1,0-1,-1 0,0-1,1-1,-1 0,0 0,0-1,-1-1,0 0,0-1,0 0,-1-1,10-9,7-9</inkml:trace>
  <inkml:trace contextRef="#ctx0" brushRef="#br0" timeOffset="-186540.467">25052 10191,'23'0,"23"0,25 0,20 0,13 0,5 2,-17 1</inkml:trace>
  <inkml:trace contextRef="#ctx0" brushRef="#br0" timeOffset="-186171.454">25801 10631,'9'-24,"-2"-1,0 0,-2-1,-1 1,-1-1,-1 0,-1 0,-1 0,-2 1,-1-4,-9-17,13 45,-1 0,1 0,0 0,-1 0,1 0,0 1,0-1,0 0,0 0,0 1,0-1,0 0,0 1,0-1,0 1,0-1,0 1,0 0,1-1,-1 1,0 0,0 0,0 0,1 0,-1 0,0 0,0 0,0 0,0 1,1-1,-1 0,0 1,0-1,0 1,0-1,0 1,1 0,4 0,32 4,34 3,-1 4,66 20,-133-32,0 1,0 0,-1 0,1 0,-1 0,1 0,-1 1,1 0,-1 0,0 0,0 0,0 0,0 0,0 1,0 0,-1-1,1 1,-1 0,0 0,0 1,0-1,0 0,-1 1,1-1,-1 1,0-1,0 1,0-1,0 1,-1 0,1 0,-1-1,0 1,0 0,-6 25,5-27,0 1,-1-1,1 1,1-1,-1 1,0-1,1 1,-1 0,1 0,0-1,0 1,0 0,0-1,0 1,1 0,-1 0,1-1,-1 1,1-1,0 1,0 0,1-1,-1 0,0 1,1-1,-1 0,1 0,0 0,0 0,0 0,0 0,0 0,0-1,2 2,15 3,-1-1,1 0,0-2,0 0,0-1,0-1,0-1,0-1,6-1,38-2,-7-2</inkml:trace>
  <inkml:trace contextRef="#ctx0" brushRef="#br0" timeOffset="-185391.578">26763 10472,'-1'-7,"-1"1,0 0,0 0,-1 0,0 0,0 0,0 0,-1 1,1 0,-1-1,-1 2,1-1,-1 0,0 1,0 0,0 0,0 0,-1 1,0-1,1 1,-1 1,0-1,-1 1,1 0,0 1,-1-1,1 1,0 0,-1 1,1 0,-1 0,0 0,1 1,0 0,-1 0,1 0,-1 1,-5 2,8-2,-1 0,0 0,1 1,-1-1,1 1,0 0,0 0,0 0,1 1,-1-1,1 1,-1 0,1 0,0 0,1 1,-1-1,1 1,0-1,0 1,0 0,1-1,-1 1,1 0,1 0,-1 0,1 0,-1 0,1 1,1-1,-1 0,1 0,0 0,0 0,0-1,1 1,0 0,0 0,0-1,0 1,1-1,-1 0,1 1,0-1,1-1,-1 1,1 0,0-1,0 0,0 0,3 2,0-1,0-1,0 0,1 0,-1-1,1 0,0 0,0-1,0 0,-1-1,1 1,0-1,0-1,0 1,0-2,0 1,-1-1,1 0,0 0,-1-1,0 0,0-1,0 1,0-1,0-1,-1 1,1-1,-1 0,-1-1,1 1,-1-1,0 0,0-1,0 1,-1-1,1-1,-1-5,1 1,-2-1,0 0,0 0,-1 0,-1 0,0-12,-1 37,-1 3,0 0,2 1,0-1,0 1,1-1,1 0,1 0,0 0,2 3,-3-12,0 0,0-1,0 1,1-1,-1 1,1-1,1 0,-1-1,1 1,-1-1,1 0,1 0,-1 0,0-1,1 0,0 0,0 0,0-1,0 0,0 0,0 0,1-1,-1 0,0 0,1-1,-1 1,1-2,-1 1,0-1,1 1,-1-2,1 1,-1-1,0 0,0 0,3-2,2-6,0-1,0 1,-1-2,-1 0,0 0,0-1,-1 0,-1 0,0-1,-1 1,0-2,-1 1,-1-1,0 1,-1-1,-1 0,0-1,-1 1,-1-10,0 24,1 1,-1 0,0-1,1 1,-1-1,0 1,1-1,-1 1,0 0,0-1,1 1,-1-1,0 1,0-1,0 1,0-1,0 1,0-1,0 1,0-1,0 1,0-1,0 1,0-1,0 1,0-1,0 1,0-1,-1 1,1-1,0 1,0-1,-1 1,1-1,0 1,-1 0,1-1,0 1,-1-1,1 1,0 0,-1-1,1 1,-1 0,1 0,-1-1,1 1,-1 0,1 0,-1 0,1 0,-1 0,-2 11,1 1,1 0,-1 0,2 0,0 0,0 0,1 0,1 0,0 0,0 0,1 0,1-1,0 1,0-1,1 0,1 0,0-1,0 0,1 0,0 0,7 7,-11-14,0 1,0-1,0 1,0-1,1 0,-1 0,1-1,0 1,0-1,0 0,0 0,0 0,1 0,-1-1,0 1,1-1,-1 0,1-1,-1 1,1-1,-1 0,1 0,0 0,-1-1,1 0,-1 0,1 0,-1 0,0 0,1-1,-1 0,0 0,0 0,0-1,-1 1,1-1,0 0,0 0,7-13,0-1,-1 0,-1-1,0 0,-2 0,0 0,-1-1,-1 0,0-1,-2 1,0-1,0-15,-5 44,0 1,1-1,1 0,-1 1,2-1,-1 1,1-1,1 1,0-1,0 0,1 0,0 0,0 0,1-1,0 1,1-1,0 0,0 0,0 0,1-1,1 0,-1 0,1 0,0-1,0 0,7 3,67 9,-44-17</inkml:trace>
  <inkml:trace contextRef="#ctx0" brushRef="#br0" timeOffset="-185025.558">27900 10311,'-16'0,"1"1,-1 1,0 0,1 1,-1 1,1 1,0 0,0 0,1 2,0 0,-6 4,19-11,-1 1,1 0,0 0,-1 0,1 0,0 0,0 0,0 0,0 0,0 0,0 0,0 1,0-1,0 1,0-1,1 0,-1 1,1-1,-1 1,1-1,-1 1,1 0,0-1,0 1,0-1,0 1,0-1,0 1,0 0,1-1,-1 1,0-1,1 1,-1-1,1 1,0-1,-1 1,1-1,0 0,0 0,0 1,0-1,0 0,0 0,0 0,1 0,-1 0,0 0,1 0,0 0,15 11,1-1,-1-2,2 0,-1 0,1-2,13 4,47 20,-75-30,-1 1,0 0,1 0,-1 0,0 0,0 1,0-1,0 1,0 0,-1 0,1 0,-1 0,0 0,0 1,0-1,0 1,-1-1,1 1,-1 0,0-1,0 1,0 0,-1 0,1 0,-1 0,0-1,0 1,0 0,-1 0,1 0,-1 0,-1 2,1 2,-1 1,-1-1,1 0,-1 1,-1-1,0-1,0 1,0-1,-1 1,0-1,0 0,-1-1,0 1,0-1,0-1,-1 1,0-1,0 0,-1 0,1-1,-1 0,0-1,0 1,0-2,-2 2,8-4,1 0,0 0,0 0,0 0,0 0,0 0,-1 0,1 0,0-1,0 1,0 0,0-1,0 1,0-1,0 1,0-1,0 1,0-1,0 0,0 1,0-1,0 0,1 0,-1 0,0 0,1 1,-1-1,0 0,1 0,-1 0,1-1,0 1,-1 0,1 0,-1-1,-2-13</inkml:trace>
  <inkml:trace contextRef="#ctx0" brushRef="#br0" timeOffset="-184477.024">28128 10257,'0'24,"-1"105,6 0,12 50,46 174,-62-302,-7-55,1-6,1 0,0-1,1 1,0-1,0 0,1 0,1 0,0-7,-1 4,-5-47,2-1,3 0,2 0,4-1,2 2,3-1,2 1,3 1,18-48,-28 99,-2 3,0-1,0 1,1 0,-1 0,2 0,-1 0,1 0,-1 1,2 0,-1 0,0 0,2-1,-4 6,0 0,0-1,0 1,-1 0,1 0,0 1,0-1,0 0,0 1,-1-1,1 1,0-1,0 1,-1 0,1 0,0 0,-1 0,1 0,-1 0,1 0,-1 0,0 1,1-1,-1 0,0 1,0 0,0-1,0 1,0-1,0 1,-1 0,1 0,-1-1,1 1,-1 0,1 0,-1 0,0 0,0-1,0 2,7 21,0 1,-2-1,-1 1,-1 0,-1 0,-1 7,-1-29,0 1,1-1,-1 0,-1 1,1-1,0 0,-1 1,0-1,0 0,0 0,0 1,0-1,-1 0,1 0,-1 0,0 0,0-1,0 1,0 0,0-1,-1 0,1 1,-1-1,1 0,-1 0,0 0,0-1,0 1,0-1,0 0,0 1,0-1,-1-1,1 1,-3 0,3 0,-1 0,1-1,0 1,0-1,-1 1,1-1,0 0,-1-1,1 1,0 0,0-1,-1 0,1 0,0 0,0 0,0 0,-2-2,5 2,0 1,-1-1,1 0,0 0,0 0,0 0,0 0,0 0,0 0,0 0,0 1,0-1,1 0,-1 0,0 0,0 0,1 0,-1 1,1-1,-1 0,1 0,-1 1,1-1,-1 0,1 1,0-1,-1 0,1 1,0-1,-1 1,2-1,14-13</inkml:trace>
  <inkml:trace contextRef="#ctx0" brushRef="#br0" timeOffset="-183411.008">28555 10498,'-8'10,"1"0,1 0,0 0,0 1,1 0,0 0,0 1,2 0,-3 10,6-21,0 1,0 0,0-1,0 1,0-1,1 1,-1-1,0 1,1-1,-1 1,1-1,0 0,-1 1,1-1,0 0,0 1,0-1,0 0,0 0,0 0,0 0,1 0,-1 0,0 0,0 0,1 0,-1-1,0 1,1-1,-1 1,1-1,-1 1,1-1,-1 0,1 0,0 1,58-6,-52 1,0-1,0 0,0 0,0-1,-1 0,0 0,0-1,-1 0,0 0,0-1,0 1,-1-1,0-1,-1 1,0-1,0 1,-1-1,0 0,0 0,-1-1,-1 1,1 0,-1-1,-1 1,0-1,0 1,-1-1,0 1,-2-6,3 12,-1 0,0-1,1 1,-1 0,-1 0,1 0,0 0,-1 0,0 0,1 0,-1 0,0 1,0-1,-1 1,1-1,-1 1,1 0,-1 0,0 0,1 0,-1 0,0 1,0-1,0 1,-1 0,1 0,0 0,0 0,-1 1,1-1,0 1,-1 0,1 0,0 0,-1 0,1 1,0-1,-1 1,1 0,0 0,0 0,0 0,0 1,0-1,0 1,0 0,0 0,1 0,-1 0,1 0,-1 1,1-1,0 1,-1-1,0 3,0 0,0 0,1 0,0 1,0-1,0 0,0 1,1 0,-1-1,2 1,-1 0,1-1,-1 1,2 0,-1 0,1-1,-1 1,1 0,1-1,-1 1,1-1,0 1,1-1,-1 0,1 0,0 0,0 0,0 0,3 2,1 1,0 1,0-1,1 0,0-1,1 0,-1 0,1-1,0 0,1 0,0-1,0-1,0 1,0-2,0 1,5 0,-11-4,-1 0,1 0,0 0,0-1,0 1,0-1,0 0,0 0,-1 0,1 0,0-1,-1 0,1 0,-1 0,0 0,1 0,-1 0,0-1,0 0,-1 0,1 1,0-2,-1 1,0 0,0 0,0-1,0 1,0-1,-1 0,0 1,1-1,-1 0,-1 0,1 0,-1 1,1-2,62-218,-62 221,-1 0,1 0,0 0,0 0,0 0,0 0,0 0,0 0,0 0,1 0,-1 0,1 1,-1-1,1 1,0-1,0 1,-1 0,1-1,0 1,0 0,0 0,0 0,1 1,-1-1,0 0,0 1,0 0,1-1,-1 1,0 0,0 0,2 0,74 14,-77-13,7 0,-1 0,1 1,-1 0,1 0,-1 0,0 1,0 1,0-1,0 1,-1 0,0 0,1 1,-2 0,1 0,0 1,-1-1,0 1,-1 0,1 1,-1-1,0 1,-1 0,1-1,-1 2,-1-1,1 0,-1 1,-1-1,1 1,-1-1,-1 1,1 1,-30 106,28-113,1-1,0 1,0 0,-1 0,1-1,1 1,-1 0,0 0,0 0,1-1,-1 1,0 0,1-1,0 1,-1 0,1-1,0 1,0-1,0 1,0-1,0 0,0 1,1-1,-1 0,0 0,1 0,-1 0,1 0,-1 0,1 0,-1 0,1 0,-1-1,1 1,0-1,0 1,-1-1,1 0,0 0,0 1,-1-1,1-1,0 1,0 0,-1 0,1 0,0-1,0 1,-1-1,1 0,9-2,-1-2,1 1,-1-1,0-1,0 0,-1 0,1-1,-1 0,-1 0,0-1,0 0,0-1,-1 0,0 0,-1 0,0-1,5-10,20-43,-2-1,-3-1,-3-1,-3-1,-3-1,-3-1,3-41,-3 19,-4-1,-2-37,-10 111,-7 25,-8 33,1 0,2 0,1 1,-4 34,5-20,2 0,3 1,3 0,2 0,2 7,2-34,0 0,2 0,1 0,2 0,1-1,0 0,3-1,0 0,1 0,12 17,-18-34,1 0,0 0,0 0,1-1,0 0,0-1,1 0,0 0,0-1,1 0,0 0,1-1,-1-1,1 1,0-2,2 1,-10-4,0-1,0 1,0 0,0-1,0 0,0 0,0 0,0 0,0 0,0-1,0 1,0-1,-1 0,1 0,0 0,0 0,0 0,-1-1,1 1,-1-1,1 1,-1-1,0 0,1 0,-1 0,0-1,0 1,-1 0,1-1,0 1,-1-1,1 0,-1 0,0 1,0-1,0 0,-1 0,1 0,0 0,-1 0,0-2,-1-8,0-1,-1 0,-1 0,0 1,-1 0,-1-1,0 1,-1 1,0-1,0 1,-2 0,1 1,-2-1,1 2,-2-1,-3-3,-40-37,-2 2,-2 2,-2 3,-1 2,-3 4,-31-14,48 25,45 27,-16-11,28 6,211 46,473 72,-591-99</inkml:trace>
  <inkml:trace contextRef="#ctx0" brushRef="#br0" timeOffset="167438.922">6978 8720,'22'-132,"-11"69,2 0,21-54,-34 113,1 0,1-1,-1 1,0 1,1-1,0 0,0 0,0 1,0-1,1 1,-1-1,1 1,0 0,0 0,0 0,0 1,1-1,-1 1,1 0,0 0,-1 0,1 0,0 0,0 1,0 0,0 0,0 0,0 0,1 1,-1-1,0 1,4 1,1 1,0 0,0 1,0 0,0 0,-1 1,1 0,-1 1,0 0,0 0,-1 1,0-1,0 2,0-1,-1 1,0 0,0 0,0 1,-1 0,0 0,-1 0,0 1,0-1,-1 1,0 0,0 0,-1 0,-1 0,1 0,-1 1,-1-1,0 5,0-9,-1 0,0 0,0 0,0-1,-1 1,0 0,0-1,0 1,0-1,-1 1,0-1,0 0,0 0,0 0,0 0,-1-1,0 0,0 1,0-1,0-1,0 1,0 0,-1-1,0 0,1 0,-1-1,0 1,0-1,0 0,0 0,0 0,0-1,-3 0,6 0,0 0,0 0,-1 0,1-1,0 1,0-1,0 1,0-1,0 0,1 0,-1 0,0 0,0 0,0 0,1 0,-1-1,1 1,-1-1,1 1,-1-1,1 1,0-1,0 0,0 0,0 1,0-1,0 0,0 0,1 0,-1 0,1 0,-1 0,1 0,0 0,0-1,0 1,0 0,0 0,0 0,1 0,-1 0,1 0,-1 0,1 0,0 0,0 0,0 0,0 1,0-1,0 0,0 0,1 1,-1-1,0 1,1-1,0 1,-1 0,1 0,0-1,-1 1,2 0,192-24,-179 24,1-1,-1 0,0-1,0-1,0 0,0-1,-1-1,0 0,0-2,0 1,-1-2,0 0,-1 0,0-1,-1-1,7-7,-18 17,0-1,0 0,0 0,0 1,-1-1,1 0,0 0,-1 0,1 0,-1 0,0 0,0 0,0 0,0 0,0 0,0 0,0 0,-1 0,1 0,-1 0,1 0,-1 0,0 0,0 0,0 0,0 1,0-1,0 0,0 1,-1-1,1 1,-1-1,1 1,-1 0,1-1,-1 1,0 0,1 0,-1 0,0 0,0 1,0-1,0 0,0 1,0-1,0 1,0 0,0 0,-2 0,-3-2,0 1,-1 1,1-1,-1 1,1 0,0 1,-1 0,1 0,0 1,0 0,0 0,0 0,0 1,0 0,0 1,1-1,0 1,0 0,0 1,0 0,-3 3,5-4,0 0,0 0,1 0,-1 1,1-1,0 1,0 0,0 0,1 0,0 0,0 1,0-1,0 0,1 1,0 0,0-1,1 1,0-1,0 1,0 0,0-1,1 1,0 0,0-1,1 1,-1-1,1 0,2 3,3 1,0 0,0 0,1-1,0-1,1 1,0-1,0-1,0 0,1 0,0-1,0 0,0 0,1-1,-1-1,1 0,0 0,0-1,0 0,0-1,1-1,1 1,78 4,-4-6</inkml:trace>
  <inkml:trace contextRef="#ctx0" brushRef="#br0" timeOffset="176671.543">22192 8199,'-12'-8,"1"0,-1 0,-1 2,1-1,-1 2,0 0,-1 0,1 1,-1 1,0 0,0 1,0 0,0 1,0 1,0 0,0 1,0 1,0 0,0 1,1 0,-1 1,1 0,0 1,0 1,0 0,1 1,0 0,-8 7,13-8,1 1,-1-1,2 1,-1 1,1-1,0 1,0 0,1 0,0 1,2-7,1 1,0-1,1 0,-1 1,0-1,1 0,-1 1,1-1,0 1,0-1,0 0,0 1,0-1,0 1,1-1,-1 1,1-1,-1 0,1 1,0-1,0 0,0 0,1 0,-1 1,0-1,1-1,-1 1,1 0,0 0,0 0,-1-1,1 1,0-1,0 0,2 2,6-1,-1 0,0-1,1 1,0-2,-1 1,1-2,-1 1,1-1,-1-1,1 1,-1-2,0 1,0-1,0-1,0 1,0-2,-1 1,1-1,-1 0,5-5,2-1,0 0,-1-1,0-1,-1 0,0-1,-1-1,-1 1,0-2,-1 0,-1 0,0-1,-2 1,1-2,-2 1,0-1,-2 0,0-1,-1 1,0-1,-2 1,0-6,3-25,-3 0,-2 0,-2 0,-6-29,8 74,1 1,0 1,0-1,-1 0,1 0,-1 0,0 0,1 0,-1 1,-1-1,1 0,0 1,-1-1,1 1,-1-1,0 1,0 0,0 0,0 0,-1-1,1 3,0 1,-1 0,1 0,0-1,0 1,0 0,0 1,0-1,0 0,1 1,-1-1,0 1,1-1,-1 1,1 0,-1 0,1-1,0 1,0 0,0 0,0 0,0 1,0-1,0 0,-12 27,1 0,1 1,2 1,1-1,1 1,2 0,1 1,1-1,2 1,2 7,-2-27,2 0,-1 0,2 0,-1 1,2-1,0-1,0 1,1 0,0-1,1 0,1 0,0 0,0 0,1-1,0 0,1-1,0 0,0 0,1 0,0-1,1-1,-1 1,2-1,8 4,-9-6,0 0,0 0,1-1,-1-1,1 0,0 0,0-1,0 0,0-1,0 0,0-1,0 0,0-1,0 0,0-1,0 0,0-1,-1 0,1 0,-1-2,0 1,0-1,0 0,0-1,-1 0,0-1,-1 0,1 0,-1-1,-1 0,1 0,-1-1,-1 0,0 0,4-8,6-70,-16 84,0 0,-1-1,1 1,-1 0,1 0,-1 0,0 0,0 0,-1 0,1 0,0 0,-1 0,0 0,0 1,0-1,0 0,0 1,0 0,-1 0,1 0,-1 0,1 0,-1 0,0 0,-2 0,2 1,1 0,-1 0,0 1,1-1,-1 1,0 0,0 0,1 0,-1 0,0 0,0 1,1-1,-1 1,0-1,1 1,-1 0,1 0,-1 1,1-1,-1 0,1 1,0-1,0 1,0 0,-1 0,2 0,-1 0,0 0,-1 2,-1 1,1 0,-1 0,1 0,1 1,-1-1,1 1,0-1,0 1,0 0,1 0,0 0,0-1,0 4,2-3,-1 0,1-1,0 1,0-1,1 0,-1 1,1-1,1 0,-1 0,1 0,-1 0,2-1,-1 1,0-1,1 0,0 0,0 0,0 0,0 0,2 0,6 5,2-1,-1 0,1 0,0-2,0 0,13 4,56 12,-3-8</inkml:trace>
  <inkml:trace contextRef="#ctx0" brushRef="#br0" timeOffset="174887.226">17272 8132,'-11'-2,"-1"1,1 0,-1 0,1 1,-1 1,0 0,1 1,-1 0,1 0,0 1,0 1,0 0,0 1,1 0,-1 0,1 1,1 0,-1 1,1 0,0 0,1 1,-1 1,2-1,-7 10,12-14,0-1,1 1,-1 0,1 0,0 0,1 0,-1 0,0 0,1 0,0 0,0 0,1 0,-1 0,1 0,-1 0,1 0,0 0,1 0,-1 0,1-1,0 1,0-1,0 1,0-1,0 1,1-1,0 0,-1 0,1 0,0-1,1 1,-1-1,0 0,1 0,-1 0,1 0,0 0,-1-1,1 1,4 0,21 7,0 0,0-2,1-1,0-1,1-2,-1-1,0-1,1-1,-1-2,3-2,0 2,1-1,-1-2,-1-1,1-2,-1-1,0-1,-1-2,-1-1,1-1,18-13,-49 26,4-1,0 0,-1 0,1-1,-1 0,0 1,1-1,-1 0,-1 0,1-1,0 1,-1-1,0 1,0-1,0 0,0 0,0 0,0-3,-3 7,0 0,0-1,0 1,0 0,0 0,0 0,0 0,0 0,0 0,0 1,1-1,-1 0,0 0,0 1,0-1,0 1,0-1,0 1,0-1,1 1,-1-1,0 1,0 0,1-1,-1 1,1 0,-1 0,0-1,1 1,-1 0,1 0,0 0,-1 0,1 0,0 0,-3 3,2 0,-1 1,0-1,1 1,0-1,0 1,0 0,1-1,-1 1,1 0,0 0,1-1,-1 1,1 0,0-1,0 1,0 0,1-1,0 1,0-1,0 0,0 0,0 0,1 0,0 0,0 0,0-1,0 1,1-1,-1 0,1 0,0 0,0 0,0-1,0 0,0 0,1 0,-1 0,0 0,1-1,0 0,-1 0,1 0,0-1,4 1,-7 0,1-1,0 1,0 0,0-1,0 0,1 0,-1 0,0 0,0 0,0-1,0 1,0-1,0 0,0 1,-1-1,1-1,0 1,0 0,-1-1,1 0,-1 1,1-1,-1 0,0 0,1 0,-1-1,0 1,-1 0,1-1,0 0,-1 1,1-1,-1 0,0 1,0-1,0 0,0 0,0 0,-1 0,1 0,-1 0,0 0,0 0,0-2,-4-4,0 2,0-1,0 0,-1 1,0 0,0 0,-1 0,0 1,0 0,0 0,-1 0,0 1,0 0,0 0,-1 1,0 0,0 0,0 1,0 0,0 0,-1 1,-7-1,-76-13,135 24,356-9,-396 1,92 8,-91-8,0 1,0 0,0 1,0-1,0 1,-1-1,1 1,-1 0,1 0,-1 1,0-1,0 1,0 0,0-1,0 1,-1 0,1 1,-1-1,0 0,0 1,0-1,-1 1,11 45,-12-42,1 0,0-1,0 1,1-1,0 0,0 1,1-1,0 0,0 0,3 4,-5-8,0-1,0 0,1 1,-1-1,0 0,1 0,-1 0,1 0,-1 0,1 0,-1-1,1 1,-1 0,1-1,0 1,-1-1,1 0,0 0,0 1,-1-1,1 0,0 0,0-1,-1 1,1 0,0 0,-1-1,1 1,0-1,-1 0,1 1,0-1,-1 0,0 0,1 0,-1 0,1 0,-1 0,0-1,0 1,1-1,46-60,5-87,-53 150,0-1,1 0,-1 0,0 0,0 0,1 0,-1 0,0 1,0-1,1 0,-1 0,0 0,0 0,1 0,-1 0,0 0,1 0,-1 0,0 0,0 0,1 0,-1-1,0 1,0 0,1 0,-1 0,0 0,0 0,1 0,-1-1,0 1,0 0,0 0,1 0,-1-1,0 1,0 0,0 0,0-1,1 1,-1 0,0 0,0-1,0 1,0 0,0 0,0-1,4 34,-4-24,0-5,-1 1,1 0,0-1,1 1,-1-1,1 1,0-1,0 0,0 1,0-1,1 0,0 1,0-1,0 0,0 0,1-1,0 1,-1 0,1-1,1 0,-1 0,0 0,1 0,-1 0,1 0,0-1,0 0,0 0,0 0,0 0,1-1,-1 0,0 1,4-1,1-3,1-1,-1 0,1 0,-1-1,0 0,-1 0,1-1,-1 0,0-1,0 0,0 0,-1-1,0 0,0 0,-1 0,0-1,0 0,-1 0,69-104,-88 206,15-91,-1 1,1 0,0-1,0 1,0-1,1 1,0-1,-1 0,1 1,0-1,0 0,1 0,-1 0,1-1,-1 1,1 0,0-1,0 0,0 0,0 0,1 0,-1 0,0 0,1-1,0 0,93 20,-79-20,1-1,-1 0,0-2,1 0,-1-1,0 0,-1-2,1 0,-1-1,0-1,0 0,-1-1,0-1,0-1,-1 0,0-1,12-12,-22 17,-1 1,1-1,-1-1,0 1,-1-1,0 1,0-1,0 0,-1 0,1-6,-2 11,0 0,-1 0,0 0,1 0,-1 0,0 0,0-1,0 1,-1 0,1 0,0 0,-1 0,1 0,-1 0,0 0,0 0,0 0,0 0,0 0,0 0,0 1,-1-1,1 0,-1 1,1-1,-1 1,1-1,-1 1,0 0,0 0,0 0,1 0,-1 0,0 0,0 1,-1-1,1 0,0 1,-5 0,0 0,0 1,1 0,-1 0,0 0,0 1,1 0,-1 0,1 1,0 0,0 0,0 0,0 1,0 0,1 0,-1 0,1 1,0 0,1 0,-1 0,1 1,0-1,0 1,1 0,-1 0,1 0,1 1,-1-1,1 1,0 0,0-1,1-1,-1 1,1 0,0 1,0-1,1 0,0 0,0 0,0 0,1 0,0 0,0 1,1-1,-1-1,1 1,1 0,-1 0,1-1,0 1,0-1,0 0,1 0,0 0,0-1,0 1,1-1,-1 0,1 0,0 0,0-1,1 0,1 1,7 4,0-2,0 0,1 0,-1-1,1-1,0 0,1-2,-1 1,0-2,1 0,0-1,-1 0,1-1,-1-1,0-1,14-3,-17 3,0-1,-1 0,0 0,0-1,0-1,0 0,-1 0,0-1,0 0,-1-1,0 0,0 0,-1-1,0 0,0-1,-1 0,0 0,-1 0,0-1,-1 0,3-9,1-31,-9 51,0 1,0-1,-1 0,1 1,0-1,0 0,0 1,-1-1,1 0,0 1,0-1,-1 0,1 0,0 1,-1-1,1 0,0 0,-1 0,1 1,0-1,-1 0,1 0,-1 0,1 0,0 0,-1 0,1 0,-1 0,1 0,0 0,-1 0,1 0,0 0,-1 0,1 0,-1 0,1 0,0-1,-1 1,1 0,0 0,-1 0,1-1,0 1,-1 0,1 0,0-1,0 1,-1 0,1-1,0 1,0 0,0-1,-1 1,1 0,0-1,0 1,0 0,0-1,0 1,0-1,0 1,0 0,0-1,0 1,0-1,0 1,0 0,0-1,-18 28,15-23,1 0,-1 0,1 1,0-1,1 0,-1 1,1 0,0-1,0 1,0 0,1 0,-1 0,1 0,0-1,1 1,-1 0,1 0,0 0,0-1,1 1,-1-1,1 1,0-1,0 1,1-1,-1 0,1 0,0 0,0 0,0-1,0 1,1-1,0 0,-1 0,1 0,0 0,1 0,4-1,-1 0,1-1,-1 1,1-2,0 1,-1-1,1 0,0-1,-1 0,1 0,-1-1,1 0,-1-1,0 0,0 0,0-1,0 0,-1 0,2-2,3-1,-1 0,0-1,-1-1,0 0,0 0,-1-1,0 0,-1-1,0 0,-1 0,0-1,0-1,-4 8,0 0,-1-1,0 0,0 1,0-1,-1 0,1 0,-2 0,1 0,0 0,-1-6,0 12,0-1,0 1,-1-1,1 1,0-1,0 1,0-1,0 1,0-1,-1 1,1-1,0 1,0-1,-1 1,1-1,0 1,-1 0,1-1,0 1,-1 0,1-1,-1 1,1 0,-1-1,1 1,-1 0,1 0,0 0,-1-1,1 1,-1 0,0 0,1 0,-1 0,1 0,-1 0,1 0,-1 0,1 0,-1 0,1 0,-1 0,1 1,-1-1,1 0,-1 0,1 0,-1 1,1-1,0 0,-1 1,1-1,-1 0,1 1,0-1,-1 0,1 1,0-1,-1 1,1-1,-24 26,20-21,1 0,-1 0,1 1,0-1,0 1,1 0,-1 0,1 0,1 0,-1 0,1 0,0 0,1 1,-1-1,1 0,0 1,1-1,0 0,0 0,0 1,1-1,-1 0,1 0,1 0,-1-1,1 1,0 0,1-1,-1 0,1 0,0 0,0 0,1-1,-1 1,5 2,7 1,1-2,-1 0,1-1,0-1,0 0,1-1,-1-1,1-1,-1 0,8-2,24 2</inkml:trace>
  <inkml:trace contextRef="#ctx0" brushRef="#br0" timeOffset="175523.52">20253 8038,'122'-16,"-116"17,-1-1,0 1,0 0,0 0,0 1,0-1,-1 1,1 0,0 0,-1 1,1-1,-1 1,0 0,0 0,0 1,0-1,-1 1,1 0,-1 0,0 0,0 0,1 4,3 11,0 1,-2 0,-1 0,0 0,-1 1,-1-1,-2 1,0-1,0 1,-2 0,-1-1,0 0,-2 1,0-1,-6 11,3 8,-2 3,2 0,3 1,1 0,1 28,4-54,0-1,1 1,0-1,2 0,0 0,1 0,0 0,1-1,1 0,0 0,1-1,1 0,7 9,-9-14,0 0,0-1,1 0,0-1,0 0,1 0,0 0,0-1,0-1,1 1,0-2,0 1,0-1,1-1,-1 0,1-1,5 1,-12-3,-1 0,1 0,0 0,-1-1,1 1,-1-1,1 0,-1 0,1 0,-1-1,0 1,1-1,-1 0,0 0,0 0,0 0,-1-1,1 1,0-1,-1 1,1-1,-1 0,0 0,0 0,0 0,-1 0,1-1,-1 1,0-1,0 1,0-1,0 1,0-1,-1 1,1-1,-1 0,0 1,-1-1,1-1,-3-16,0-1,-1 1,-2 1,0-1,-1 1,-1 0,-1 0,0 1,-2 0,0 1,-1 0,-1 1,-1 1,-10-10,-13-14,-3 2,-1 1,-1 3,-41-25,79 56,3 3,0 0,0 0,0 0,0-1,0 1,0 0,0 0,1 0,-1-1,0 1,0-1,0 1,0-1,1 1,-1-1,0 1,0-1,1 1,-1-1,0 0,1 0,-1 1,1-1,-1 0,1 0,-1 0,1 1,0-1,-1 0,1 0,0 0,0 0,-1 0,1 0,0 0,0 0,0 0,0 0,0 0,1 0,-1 1,0-1,0 0,1 0,-1 0,0 0,1 0,-1 0,1 1,-1-1,1 0,-1 0,1 0,179-37,62-6,-245 44,0 1,0-1,0 1,0 0,0 0,0 0,1 0,-1 0,0 1,1-1,-1 1,1 0,-1 0,1 0,0 0,0 0,-1 1,2-1,-1 0,0 1,0-1,1 1,0 0,-1 0,1 0,0-1,0 1,1 0,-1 0,1 0,-1 0,1 0,0 1,0-1,0 0,1 0,-1 0,1 0,-1 0,1 0,0 0,0-1,0 1,1 0,0 2,6 2,-1 0,1 0,1 0,-1-1,1 0,0-1,0 0,1 0,-1-1,1 0,0-1,0 0,1-1,-1 0,0 0,1-1,-1 0,2-1,26 1</inkml:trace>
  <inkml:trace contextRef="#ctx0" brushRef="#br0" timeOffset="175768.865">20881 8038,'-16'-4,"-7"-2,2 0,7 2,9 0,4 2</inkml:trace>
  <inkml:trace contextRef="#ctx0" brushRef="#br0" timeOffset="171899.215">14719 8225,'-6'-5,"-1"0,1 0,-1 0,0 1,0 0,0 0,-1 1,1 0,-1 0,0 1,0 0,0 0,0 1,0 0,0 0,-1 1,1 0,0 1,0 0,0 0,0 0,0 1,0 0,0 1,1 0,-1 0,-2 2,7-4,-1 1,1 0,0 0,0 0,0 0,0 0,0 0,0 1,1-1,-1 1,1 0,-1 0,1 0,0 0,0 0,1 1,-1-1,1 0,0 1,-1-1,1 1,1 0,-1-1,0 1,1 0,0-1,0 1,0 0,0-1,1 1,0 0,-1-1,1 1,0-1,2 3,4 4,2 0,-1-1,1 0,0-1,1 0,0 0,0-1,1-1,0 1,0-2,0 1,1-2,0 0,0 0,0-1,0 0,10 0,5 4,0-2,0-1,0-1,1-1,-1-2,0 0,1-2,-1-1,0-1,25-8,-45 10,-1 0,1-1,-1 0,0 0,0 0,0-1,0 0,-1 0,0-1,0 0,0 1,0-2,-1 1,1 0,-1-1,-1 0,1 0,-1 0,0 0,0-2,-1 3,5-11,-3 31,-5-12,1 1,0-1,0 1,0 0,0-1,1 1,-1-1,1 1,0-1,0 0,0 1,1-1,-1 0,1 1,0-1,0 0,0 0,0-1,0 1,1 0,-1-1,1 1,0-1,-1 0,1 0,0 0,0 0,1-1,-1 1,0-1,1 1,-1-1,0 0,1-1,-1 1,1-1,0 1,-1-1,2 0,-2 0,0-1,1 1,-1-1,0 1,0-1,0 0,0 0,0-1,0 1,0-1,0 1,0-1,-1 0,1 0,-1 0,1 0,-1 0,0-1,0 1,0-1,0 1,0-1,-1 0,1 0,-1 0,1 0,-1 0,0 0,-1 0,1 0,0-1,-1 1,0 0,1 0,-1-1,-1 1,1 0,0 0,-1 0,0-1,1 1,-1 0,-1 0,1 0,0 0,-1 0,1 0,-1 1,0-1,0 0,0 1,0 0,-1-1,-1-1,-1 1,0 0,1 0,-1 0,0 1,-1-1,1 1,0 1,-1-1,1 1,-1 0,0 0,1 0,-1 1,0 0,1 0,-1 1,1-1,-1 1,0 0,1 1,-1-1,1 1,0 0,0 1,-4 1,1 1,0 0,0 0,1 0,-1 1,1 0,1 1,-1-1,1 1,1 1,-1-1,1 1,0 0,1 0,0 0,-2 5,3 33,10-31</inkml:trace>
  <inkml:trace contextRef="#ctx0" brushRef="#br0" timeOffset="172238.305">15039 7985,'-1'-1,"1"0,-1 0,0 0,1 1,-1-1,1 0,-1 0,1 0,-1 0,1 0,0 0,-1 0,1 0,0-1,0 1,0 0,0 0,0 0,0 0,0 0,0 0,0 0,1 0,-1 0,0 0,1 0,-1 0,0 0,1 0,-1 0,1 0,0 0,-1 0,1 1,0-1,0 0,-1 0,1 1,0-1,0 0,0 1,0-1,0 1,0-1,0 1,0 0,6-9,3-4,0-2,-1 1,-1-1,0 0,-1-1,0 0,-2 0,0 0,0-1,-1-3,-15 43,7-4,1-1,1 1,1 0,0-1,2 1,0 0,1 0,0-1,2 1,0-1,2 0,4 11,5 8</inkml:trace>
  <inkml:trace contextRef="#ctx0" brushRef="#br0" timeOffset="172899.538">15320 8332,'0'12,"0"0,1 0,0 0,1 0,1-1,0 1,0-1,1 0,0 0,6 10,-9-19,0-1,0 1,-1-1,1 1,0-1,1 0,-1 0,0 1,0-1,0 0,1 0,-1 0,1 0,-1 0,1-1,-1 1,1 0,-1-1,1 1,0-1,-1 1,1-1,0 0,-1 0,1 0,0 0,-1 0,1 0,0 0,-1-1,1 1,0 0,-1-1,1 1,-1-1,1 0,-1 0,1 1,-1-1,1 0,0-1,50-53,-49 50,27-36,-1-1,-2-1,-3-1,-1-2,-2 0,7-26,-20 46,-1 1,-1-1,-2 0,0-1,-2 1,0-1,-2 1,-1-1,-1 0,-2 1,0 0,-2 0,-1 0,-1 1,-1 0,-8-17,-15-3,31 44,1 0,-1 0,0 0,0 0,1 0,-1 1,0-1,0 0,0 0,0 1,0-1,0 1,0-1,0 1,0-1,0 1,0 0,0 0,-1-1,1 1,0 0,0 0,0 0,0 0,0 0,-1 0,1 0,0 1,0-1,0 0,0 1,0-1,0 1,0-1,0 1,0-1,0 1,0 0,0-1,0 1,0 0,1 0,-1 0,-4 6,2 1,-1-1,1 1,0 0,1 0,0 0,0 0,0 1,1-1,1 0,-1 1,2 2,-2 2,-2 37,3 0,2-1,1 1,4 0,1-1,2 0,3-1,1 0,3-1,2-1,1-1,3 0,2-2,3 2,30 20,-56-64,0 1,0-1,0 0,0 0,0 0,0 0,1 0,-1 0,0-1,1 1,-1-1,0 1,1-1,-1 0,0 0,1 0,-1 0,0 0,1-1,-1 1,0-1,1 1,-1-1,0 0,0 0,0 0,1 0,-1 0,0-1,-1 1,1-1,0 1,0-1,0-1,13-15,-1-2,-1 1,-1-2,0 0,-2 0,0-1,-2 0,0-1,-1-2,3-19,-11 44,0-1,1 1,-1 0,0 0,1 0,-1 0,0-1,1 1,-1 0,0 0,1 0,-1 0,0 0,1 1,-1-1,0 0,0 0,1 0,-1 0,1 1,-1-1,0 0,1 1,-1-1,1 1,-1-1,1 0,-1 1,1-1,-1 1,1-1,-1 1,1 0,0-1,-1 1,1-1,0 1,-1 0,1-1,0 1,0 0,0-1,0 1,-1 0,1-1,0 2,-5 6,1 1,-1 0,1 0,1 0,-1 0,2 1,-1-1,1 1,1 0,0 0,0 0,1 6,0-12,0 1,0-1,1 0,0 1,0-1,0 0,0 1,1-1,-1 0,1 0,0 0,1-1,-1 1,1 0,-1-1,1 1,0-1,0 0,1 0,-1 0,1-1,-1 1,1-1,0 1,0-1,0-1,0 1,0 0,0-1,4 1,-1 0,1-1,-1 0,1 0,0-1,0 0,-1 0,1-1,0 0,-1 0,1-1,-1 0,1 0,1-1,23-12</inkml:trace>
  <inkml:trace contextRef="#ctx0" brushRef="#br0" timeOffset="173085.043">15520 7905,'30'0,"30"0,27 0,25 0,17 0,-12 0</inkml:trace>
  <inkml:trace contextRef="#ctx0" brushRef="#br0" timeOffset="168555.949">8783 8292,'2'-1,"0"-1,0 1,1 0,-1 0,0 0,1 0,-1 1,0-1,1 0,-1 1,1 0,-1 0,1 0,-1 0,1 0,-1 0,1 1,-1-1,1 1,-1-1,1 1,-1 0,0 0,0 0,1 0,-1 1,0-1,0 1,0-1,0 1,-1 0,1-1,0 1,-1 0,1 0,-1 0,1 2,36 89,-11 84,-26-176,0 0,-1 0,1 0,0 0,0 0,0 0,0 0,0-1,1 1,-1 0,0-1,0 1,0-1,1 1,-1-1,0 0,0 1,1-1,-1 0,0 0,1 0,-1 0,0 0,1 0,-1 0,0-1,0 1,1 0,-1-1,0 1,0-1,1 1,-1-1,0 0,0 1,0-1,0 0,0 0,0 0,0 0,0 0,0 0,-1 0,1 0,0 0,-1 0,1 0,0 0,-1-1,0 1,1 0,-1 0,0-1,19-24,-1 0,-1-1,-2-1,0-1,3-14,17-31,-35 74,0 1,0-1,1 0,-1 0,0 0,0 1,0-1,1 0,-1 0,0 0,0 0,1 0,-1 0,0 1,0-1,1 0,-1 0,0 0,0 0,1 0,-1 0,0 0,0 0,1 0,-1 0,0 0,0 0,1 0,-1-1,0 1,0 0,1 0,-1 0,0 0,0 0,0 0,1-1,-1 1,0 0,0 0,0 0,1 0,-1-1,0 1,0 0,0 0,0-1,0 1,1 0,-1 0,0-1,0 1,0 0,0 0,0-1,1 30,-1-22,0-1,0 0,0 0,1 0,0 1,0-1,0 0,1 0,0 0,0-1,1 1,-1 0,1-1,0 0,1 1,-1-1,1 0,0-1,0 1,1-1,-1 0,1 0,0 0,0-1,0 1,1-1,0 0,4 1,-1-1,2 0,-1 0,0-1,0 0,1-1,-1 0,1 0,-1-1,1-1,-1 0,1 0,-1-1,0-1,0 1,0-2,0 1,0-1,-1-1,1 0,-1 0,0-1,-1 0,0 0,0-1,0 0,0-1,-1 1,-1-2,1 1,-1-1,-1 1,0-2,0 1,0 0,-1-1,1-6,3-47,1 179,-8-110,0 1,1-1,-1 0,1-1,1 1,-1 0,1 0,0-1,0 0,0 1,1-1,0 0,0-1,0 1,1-1,-1 0,1 0,0 0,0-1,1 1,-1-1,1-1,-1 1,1-1,0 0,0 0,0 0,0-1,0 0,0 0,1-1,4 0,1-1,-1-1,-1-1,1 0,0-1,-1 0,1 0,-1-1,0 0,-1-1,1 0,-1 0,0-1,-1-1,0 1,0-1,0-1,4-6,-2 2,0-1,-1 0,-1 0,0-1,-1 0,-1 0,0-1,-1 1,-1-1,0-1,0-11,-4 32,-2 110,3-108,-1-1,1 0,0 1,0-1,1 0,-1 0,1 0,0 0,0 0,1 0,0-1,0 1,0-1,0 1,0-1,1 0,0-1,0 1,0-1,0 1,1-1,1 1,6-1,0 1,0-1,0-1,0 0,1-1,-1 0,1-1,-1-1,1 0,-1 0,0-1,0-1,0 0,0 0,3-3,23-6</inkml:trace>
  <inkml:trace contextRef="#ctx0" brushRef="#br0" timeOffset="169884.99">10427 8238,'10'6,"0"-1,0 1,0 1,-1 0,0 0,-1 1,1 0,-1 0,-1 1,0 0,0 1,-1-1,0 1,-1 1,0-1,0 1,0 2,-1-5,40 85,-44-92,1-1,-1 1,0 0,0-1,0 1,1-1,-1 1,0 0,1-1,-1 1,1-1,-1 1,0-1,1 0,-1 1,1-1,-1 1,1-1,-1 0,1 1,-1-1,1 0,0 0,-1 1,1-1,-1 0,1 0,0 0,-1 0,1 0,0 0,-1 0,1 0,-1 0,1 0,0 0,-1 0,1 0,0-1,-1 1,1 0,-1 0,1-1,-1 1,1 0,-1-1,1 1,-1-1,1 1,-1 0,1-1,-1 1,1-1,16-34,-15 31,89-231,-91 235,0 1,0 0,1-1,-1 1,0-1,1 0,-1 1,0-1,1 1,-1-1,0 1,1-1,-1 0,1 1,-1-1,1 0,-1 1,1-1,-1 0,1 0,-1 0,1 1,-1-1,1 0,0 0,-1 0,1 0,-1 0,1 0,-1 0,1 0,0 0,-1 0,1 0,-1-1,1 1,-1 0,1 0,-1 0,1-1,-1 1,1 0,-1-1,1 1,-1 0,0-1,1 1,-1-1,1 1,-1-1,0 1,0 0,1-1,-1 1,0-1,0 0,1 1,-1-1,0 1,0-1,0 1,0-1,5 76,-7-67,1 0,1-1,-1 1,1 0,1-1,-1 1,1 0,1-1,-1 1,1-1,1 1,-1-1,1 0,1 0,-1 0,1 0,0-1,1 1,0-1,0 0,0-1,3 4,-3-7,0 0,0 1,-1-2,1 1,1-1,-1 1,0-1,0-1,0 1,1-1,-1 0,0 0,0 0,1-1,-1 0,0 0,0 0,0-1,0 1,0-1,0 0,2-2,3-1,0-1,0 0,0-1,0 0,-1-1,0 0,-1 0,0-1,4-5,-5 6,-1-1,0-1,-1 1,0-1,-1 0,1 0,-2 0,0-1,0 1,-1-1,0 0,0 0,-2 0,1-1,-3 94,4-68,-1-1,2 1,0-1,1 0,0 0,0 0,2 0,0-1,0 0,4 5,-6-11,0-1,0 0,0 0,1 0,0 0,0-1,0 1,0-1,1-1,-1 1,1-1,0 0,0 0,1-1,-1 1,0-2,1 1,-1-1,1 1,0-2,-1 1,2-1,9-3,0-1,0 0,0-1,-1-1,0-1,0 0,-1-1,0 0,0-2,-1 1,0-2,-1 0,0-1,-1 0,0 0,9-15,-20 26,-1 0,1 0,-1 0,1 0,0 0,-1 0,1 0,0 0,0 0,0 0,0 0,0 1,0-1,0 0,0 1,0-1,0 0,0 1,0 0,0-1,0 1,1-1,-1 1,0 0,0 0,0 0,1 0,-1 0,0 0,0 0,0 0,1 0,-1 1,0-1,0 1,0-1,0 0,1 1,-1 0,0-1,0 1,0 0,0-1,-1 1,1 0,0 0,0 0,14 20,-12-16,-1-1,1 1,1-1,-1 0,0 0,1 0,0 0,0-1,0 1,0-1,1 0,-1-1,1 1,0-1,-1 0,5 2,-6-3,1 1,-1-1,1 0,0 0,-1 0,1 0,0-1,0 1,-1-1,1 0,0 0,0 0,0-1,-1 1,1-1,0 0,-1 0,1-1,0 1,-1-1,0 1,1-1,-1 0,0 0,0-1,0 1,0-1,0 1,-1-1,1 0,-1 0,1-2,0 1,-2-1,1 0,-1 0,1 0,-2 0,1 0,0 0,-1 0,0 0,0 0,0 0,-1 0,0 0,0 0,0 0,0 0,-1 0,0 1,0-1,0 0,-1 1,1 0,-1-1,0 1,0 0,-1 1,1-1,-1 0,0 1,0 0,0 0,0 0,-1 0,1 1,-1 0,1 0,-1 0,0 0,0 1,0 0,-2-1,-2 2,-1 0,1 1,0 0,-1 1,1-1,0 2,0-1,0 1,0 1,0-1,1 2,0-1,-1 1,2 0,-1 1,1 0,-1 0,2 1,-1-1,1 1,0 1,0-1,1 1,0 0,1 1,-1-1,2 1,-1-1,1 1,-1 8,3-14,0 0,0 1,1-1,0 1,-1-1,1 1,0 0,1-1,-1 1,1-1,-1 1,1-1,0 0,1 1,-1-1,0 0,1 0,0 0,0 0,0 0,0 0,0 0,0 0,1-1,-1 0,1 1,0-1,0 0,0 0,0 0,0-1,0 1,0-1,1 1,-1-1,0 0,1-1,-1 1,1 0,7 0,0 0,1 0,-1-1,0-1,0 0,0 0,0-1,4-1,36-11</inkml:trace>
  <inkml:trace contextRef="#ctx0" brushRef="#br0" timeOffset="170139.822">11884 7905,'-16'-2,"-14"-1,-9 2,-4 6,-1 9,7 7,8 4,10 4,10 3,11-1,12 0,13-1,9-1,-2-6</inkml:trace>
  <inkml:trace contextRef="#ctx0" brushRef="#br0" timeOffset="170837.058">11884 8306,'30'106,"22"54,-52-158,1 1,0-1,0 0,0 0,0 0,0 0,0 0,1 0,-1 0,1 0,-1 0,1-1,0 1,-1 0,1-1,0 0,0 1,0-1,0 0,1 0,-1 0,0 0,0-1,1 1,-1 0,0-1,1 0,-1 1,0-1,1 0,-1 0,0-1,1 1,-1 0,0-1,1 0,-1 1,0-1,0 0,1 0,-1 0,0 0,1-1,5-7,-1 1,0-1,-1 0,1-1,-2 1,1-1,-1 0,-1-1,0 1,-1-1,0 0,0 0,-1 0,0 0,-1 0,-1 0,0-2,4-195,-3 207,0 1,0-1,0 0,0 1,0-1,1 0,-1 1,0 0,0-1,1 1,-1 0,0-1,1 1,-1 0,0 0,1 0,-1 0,0 0,1 1,-1-1,0 0,0 1,1-1,-1 0,0 1,0 0,1-1,-1 1,0 0,8 1,38 6,-31-7,0 2,0 0,0 0,-1 2,1 0,-1 1,6 3,-16-5,-1 1,1 0,-1 0,0 1,-1-1,1 1,-1 0,0-1,0 2,-1-1,0 0,0 0,0 1,-1-1,0 1,0-1,-1 1,0-1,0 1,0 0,-1-1,0 1,0-1,-1 1,0-1,0 1,-3 42,4-47,1 1,0 0,0 0,0-1,0 1,0 0,1-1,-1 1,1 0,0-1,-1 1,1-1,0 1,1-1,-1 0,0 1,1-1,-1 0,1 0,0 0,0 0,0 0,0 0,0 0,0-1,0 1,0-1,1 1,-1-1,1 0,-1 0,1 0,-1 0,3 0,7-3,1 0,-1-1,0 0,0-1,0 0,-1 0,1-2,-1 1,0-2,-1 1,0-1,0-1,0 0,-1 0,4-6,58-50,-70 65,0-1,0 1,0 0,0-1,0 1,-1 0,1 0,0-1,0 1,0 0,-1 0,1 0,0 0,-1 0,1 0,-1 0,1 0,-1 0,1 1,-1-1,0 0,0 0,1 0,-1 0,0 1,0-1,0 0,0 0,-1 0,1 0,0 1,0-1,-1 0,1 0,-1 0,1 0,-1 0,1 0,-1 0,0 0,1 6,-1-1,0 0,1-1,0 1,0-1,1 1,-1-1,1 1,0-1,1 1,-1-1,1 0,0 0,1 0,-1 0,1 0,0 0,0 0,0-1,1 0,0 0,-1 0,1 0,1 0,-1-1,3 2,-1-1,-1-1,1-1,0 1,0-1,0 0,1 0,-1 0,0-1,1 0,-1-1,1 1,-1-1,1 0,-1-1,1 0,-1 0,1 0,-1-1,0 1,0-2,0 1,0-1,0 0,0 0,-1 0,1-1,-1 0,0 0,0 0,-1-1,1 1,-1-1,0 0,0-1,-1 1,1-1,-1 1,0-1,-1 0,0 0,0 0,0-1,0 1,-1 0,0-6,-1 7,0-1,-1 0,0 1,0-1,-1 1,1-1,-1 1,0 0,-1 0,1 0,-1 0,0 0,0 0,-1 1,1 0,-1-1,0 1,0 1,-1-1,1 0,-1 1,1 0,-1 0,0 1,0-1,-1 1,1 0,0 0,-4 0,1 0,0-1,-1 2,1-1,-1 1,1 1,-1-1,0 2,1-1,-1 1,1 0,-1 1,1 0,0 0,0 1,0 0,0 0,0 1,0 0,-2 2,5-3,1 1,0-1,-1 1,1 0,0 0,1 0,-1 1,1-1,0 1,0 0,0 0,1 0,0 0,0 0,0 0,0 1,1-1,0 1,0 0,0-1,1 1,0-1,0 1,1 0,-1-1,1 1,0-1,1 1,-1-1,1 1,0-1,0 0,1 0,0 0,0 0,0-1,0 1,1-1,0 0,-1 1,2-2,-1 1,0 0,1-1,0 0,-1 0,4 1,2 0,0-1,1-1,-1 1,0-2,1 1,0-1,-1-1,1 0,-1 0,1-1,6-2,21-5</inkml:trace>
  <inkml:trace contextRef="#ctx0" brushRef="#br0" timeOffset="171088.379">12901 7985,'-18'-3,"-11"5,-3 6,3 3,5 6,7 5,7 5,11 1,11-1,9-1,2-4</inkml:trace>
  <inkml:trace contextRef="#ctx0" brushRef="#br0" timeOffset="171239.979">12953 8373,'5'20,"3"12,3 2,2-2,4-4,2-7,8-8,11-7,10-10,12-8,13-10,-7 0</inkml:trace>
  <inkml:trace contextRef="#ctx0" brushRef="#br0" timeOffset="163304.792">4946 8586,'789'0,"-780"0</inkml:trace>
  <inkml:trace contextRef="#ctx0" brushRef="#br0" timeOffset="165451.957">5467 8332,'-4'-2,"0"-1,4 0,3 1,4 0,-1 1,-2 1</inkml:trace>
  <inkml:trace contextRef="#ctx0" brushRef="#br0" timeOffset="165952.063">5027 8720,'-13'4,"24"-5,6 0,592-28,-554 31,-49 1,-8 0</inkml:trace>
  <inkml:trace contextRef="#ctx0" brushRef="#br0" timeOffset="166305.948">5534 8252,'-1'1,"0"-1,1 0,-1 0,0 1,0-1,0 1,1-1,-1 0,0 1,1-1,-1 1,0 0,1-1,-1 1,1-1,-1 1,1 0,-1 0,1-1,-1 1,1 0,0 0,-1-1,1 1,0 0,0 0,0 0,-1 0,1 0,0-1,0 1,0 0,0 0,1 0,-1 0,0-1,0 1,0 0,1 0,-1 0,0-1,1 1,-1 0,1 0,-1-1,1 1,-1 0,1-1,-1 1,1 0,0-1,39 29,89 22,-110-47,0 1,-1 1,0 0,0 2,-1 0,0 1,0 0,-1 1,0 1,-1 1,0 0,-1 1,0 1,-1 0,-1 1,0 0,2 6,-10-13,-1-1,-1 2,1-1,-1 0,0 0,-1 1,0-1,-1 1,1-1,-2 1,1-1,-1 1,0-1,-1 0,0 1,0-1,-1 0,0 0,-1 0,1-1,-1 1,-1-1,1 0,-1 0,-1-1,-2 4,-14 14,-2 0,0-2,-1 0,-1-2,-1-1,-7 2,-92 54,102-60</inkml:trace>
  <inkml:trace contextRef="#ctx0" brushRef="#br0" timeOffset="183586.162">7420 9416,'-25'-4,"1"1,-1 2,1 1,-1 0,-16 4,35-4,1 1,-1 0,0 1,1-1,-1 1,1 0,0 0,0 0,0 1,0 0,0 0,0 0,1 1,-1 0,1 0,0 0,0 0,1 0,-1 1,1 0,0-1,0 1,1 0,-1 1,1-1,0 0,0 2,1-4,0 1,0 0,1 0,-1 0,1 0,-1 0,1 0,1 0,-1 0,0 0,1 0,0 0,0 0,0-1,1 1,-1 0,1-1,-1 1,1-1,1 1,-1-1,0 0,1 0,-1 0,1 0,0 0,0-1,0 1,1-1,-1 0,0 0,1 0,0 0,-1-1,1 1,0-1,0 0,-1 0,1-1,0 1,3 0,-1-1,0 0,1 0,-1-1,0 1,1-2,-1 1,0 0,0-1,0 0,0-1,0 1,0-1,-1 0,1-1,-1 1,0-1,0 0,0 0,-1-1,1 1,-1-1,0 0,-1 0,1-1,1-4,5-6,-2-1,0 0,-1 0,-1-1,0 0,-2 0,0 0,0-5,-3 18,0 1,-1 1,1 0,0 0,-1 0,0 0,0-1,0 1,0 0,0 0,-1 0,1-1,-1 1,0 0,0 0,0 0,-2-3,-11 21,11-8,0 0,1 0,0 1,0-1,0 1,1-1,1 1,-1 0,1-1,1 1,-1 0,1-1,1 1,-1-1,1 1,0-1,1 0,0 0,0 0,1 0,-1 0,2-1,-1 1,1-1,0 0,0-1,0 1,1-1,0 0,0 0,0-1,0 0,1 0,0 0,0-1,0 0,6 2,-3-3,1 0,-1-1,0 0,1-1,-1 0,0-1,0 0,1 0,-1-1,0 0,0-1,0 0,0-1,-1 0,0 0,1-1,-2 0,1-1,0 0,-1 0,0-1,-1 0,0-1,0 1,0-1,-1-1,0 1,-1-1,1 0,-2 0,1 0,-2-1,1 0,-1 0,0 0,-1 0,0-5,-8-13,6 28,0-1,0 1,-1 0,1-1,0 1,0 0,-1-1,1 1,0 0,-1-1,1 1,0 0,-1 0,1 0,0-1,-1 1,1 0,0 0,-1 0,1 0,-1 0,1-1,0 1,-1 0,1 0,-1 0,1 0,-1 0,1 0,0 1,-1-1,1 0,-1 0,1 0,0 0,-1 0,1 1,0-1,-1 0,1 0,0 0,-1 1,1-1,0 0,-1 1,1-1,0 0,0 1,-1-1,1 0,0 1,0-1,0 0,-1 1,1-1,0 1,0-1,0 0,0 1,0-1,0 1,0-1,-3 6,0 0,1 1,-1-1,1 0,1 1,-1-1,1 1,0 0,1 0,0-1,0 1,0 0,1-1,0 1,0 0,0-1,1 1,0-1,1 1,-1-1,1 0,0 0,1 0,-1-1,1 1,0-1,1 0,-1 0,1 0,0-1,2 2,1-2,1 0,-1 0,1-1,0 0,0-1,0 0,0 0,0-1,1 0,-1-1,0 1,1-2,-1 0,0 0,1 0,-1-1,0-1,0 1,-1-2,1 1,0-1,-1 0,0-1,0 0,0 0,-1-1,0 0,0 0,0-1,-1 0,0 0,0 0,-1-1,0 0,0 0,-1 0,0 0,0-1,-1 0,0 0,0 0,-1 0,0-4,-4-8,2 21,0 0,0 0,0 0,-1 1,1-1,0 0,0 0,0 0,0 0,0 1,-1-1,1 0,0 0,0 0,0 0,-1 0,1 0,0 0,0 0,0 0,-1 0,1 0,0 1,0-1,-1 0,1 0,0-1,0 1,0 0,-1 0,1 0,0 0,0 0,0 0,-1 0,1 0,0 0,0 0,0 0,-1-1,1 1,0 0,0 0,0 0,0 0,-1-1,1 1,0 0,0 0,0 0,0 0,0-1,0 1,0 0,0 0,0 0,0-1,-3 8,0 0,1 0,-1 1,2-1,-1 0,1 1,1-1,-1 1,1 0,0-1,1 1,0-1,0 1,1-1,-1 0,2 1,-1-1,1 0,0 0,0-1,1 1,0-1,0 1,1-1,0-1,0 1,0-1,1 1,2 1,7 2,0-1,1-1,0 0,1 0,0-2,-1 0,2-1,-1-1,0-1,1 0,9-1,54 4</inkml:trace>
  <inkml:trace contextRef="#ctx0" brushRef="#br0" timeOffset="187706.703">12579 9603,'-21'-13,"-1"2,0 1,-1 1,0 0,0 2,-3 0,17 5,1 0,-1 1,1 0,-1 1,1 0,-1 0,0 0,1 1,-1 1,1-1,0 2,-1-1,1 1,0 0,0 0,1 1,-1 1,-6 3,12-6,-1-1,1 0,0 1,-1-1,1 1,0 0,0 0,0 0,0 0,1 0,-1 0,0 0,1 0,-1 1,1-1,0 1,0-1,0 1,0 0,0-1,1 1,-1 0,1-1,0 1,0 0,0 0,0-1,0 1,0 0,1 0,-1-1,1 1,0 0,0-1,0 1,0-1,0 1,1-1,-1 0,1 1,0-1,0 1,7 1,-1 1,1-2,0 1,0-1,0-1,1 1,-1-2,1 1,-1-1,1-1,-1 0,1 0,0-1,3 0,9 0,-1-2,1 0,0-1,-1-1,0-1,0-1,0-1,-1 0,0-2,-1 0,0-2,-1 0,0 0,-1-2,5-5,-19 17,-1 0,0 0,0 0,0 0,0 0,0-1,0 1,-1-1,1 1,-1-1,0 1,0-1,0 0,0 0,0 0,0 0,-1 1,1-1,-1 0,0 0,0 0,0-2,-1 4,1 1,-1-1,0 0,1 1,-1-1,0 1,1-1,-1 1,0 0,0-1,1 1,-1 0,0-1,0 1,0 0,1 0,-1 0,0 0,0 0,0 0,0 0,1 0,-1 0,0 0,0 0,0 1,0-1,1 0,-1 1,0-1,0 0,1 1,-1-1,0 1,1-1,-1 1,0-1,1 1,-1 0,1-1,-1 1,1 0,-1-1,1 1,-1 0,1 0,0-1,0 1,-1 0,-5 11,1 1,0-1,1 1,0-1,1 1,0 1,1-1,0 0,1 0,1 1,0 3,0-3,8 440,-9-440,0 0,-1 0,0 0,-2 0,1 0,-2 0,0-1,0 1,-4 4,7-14,0 0,0 0,-1 0,0-1,0 1,0-1,0 1,-1-1,1 0,-1 0,0-1,0 1,0-1,0 0,0 0,0 0,-1 0,1-1,-1 1,1-1,-1-1,1 1,-1 0,0-1,1 0,-1 0,0-1,1 1,-1-1,0 0,-6-4,0 0,0 0,1-1,0 0,0-1,1 0,-1 0,1-1,1-1,0 1,0-1,1-1,0 1,0-1,1-1,1 1,-1-1,2 0,0 0,0 0,1-1,0 1,1-1,0 0,1 0,0 0,1-1,0 4,1-1,-1 1,2 0,-1 0,1 0,1 0,0 0,0 1,0-1,1 1,1 0,-1 0,1 0,1 0,-1 1,1 0,1 0,3-3,5-3,1 1,1 0,0 1,0 1,1 1,0 1,0 0,2 0,82-25,-61 21,-2-1,0-3,35-18,-65 29,-1-1,0 1,0-2,-1 1,1-1,-1 0,-1 0,1-1,-2 0,1-1,-4 7,0-1,-1 1,1-1,-1 0,0 1,0-1,0 0,0 0,0 0,-1 0,1 0,-1 0,0 0,0 0,0 0,0 0,-1 0,1 0,-1 0,1 0,-1 0,0 0,0 0,-1 0,1 1,-1-1,1 1,-1-1,0 1,0-1,0 1,0 0,-2-2,2 2,0 0,0 0,0 0,0 0,0 1,-1-1,1 1,-1-1,1 1,-1 0,1 0,-1 0,0 0,1 1,-1-1,0 1,0 0,1-1,-1 1,0 1,0-1,0 0,1 0,-1 1,0 0,1 0,-1-1,0 1,1 1,-1-1,1 0,0 1,-1-1,1 1,0 0,0 0,0-1,0 2,0-1,0 0,1 0,-1 0,1 1,-1-1,1 1,0-1,0 1,0 0,0-1,1 1,-1 0,1-1,0 1,-1 0,1 0,1 2,2 7,1 0,1-1,0 0,1 1,0-1,0-1,1 0,1 0,0 0,0-1,1 0,0 0,0-1,1 0,0-1,0 0,1-1,0 0,0 0,1-2,9 4,-14-5,0 0,1-1,-1 0,1-1,-1 1,1-1,0-1,-1 1,1-2,0 1,-1-1,1 0,0 0,-1-1,1 0,-1 0,0-1,0 0,0 0,0-1,0 0,-1 0,0 0,1-1,-2 0,1 0,-1-1,1 0,-1 0,-1 0,1 0,-1-1,0 1,2-6,-1-6,0 1,-1 0,-1-1,0 0,-2 0,0-10,2 50,0-1,1 1,1-1,1 0,6 15,-10-31,1 1,-1-1,1 1,-1-1,2 0,-1 0,0-1,1 1,0-1,0 1,0-1,1 0,-1-1,1 1,0-1,0 0,0 0,1-1,-1 1,1-1,-1 0,1-1,4 2,2-4,0-1,0 1,-1-2,1 0,-1 0,1-1,-1-1,0 1,-1-2,1 0,-1 0,-1-1,1 0,-1 0,0-1,0 0,-1-1,-1 0,1 0,1-4,0 1,0 0,-1-1,-1 0,1 0,-2 0,0-1,2-9,-3 121,-3-90,0-1,1 1,0-1,0 0,1 0,0 0,0 0,0-1,1 1,0-1,0-1,1 1,0-1,0 0,0 0,0 0,1-1,0 0,0 0,0-1,0 0,1 0,-1-1,1 0,-1 0,1 0,0-1,0-1,0 1,-1-1,1-1,1 1,6 0,0-1,0 0,-1-1,1-1,-1 0,0-1,0 0,0-1,0-1,-1 0,0-1,0 0,0-1,-1 0,-1-1,1-1,-1 0,-1 0,0-1,6-8,-13 12,0 1,-1 0,0-1,0 0,0 0,-1 1,0-1,0 0,0 0,-1 0,0-3,0 7,0 1,0 0,-1 0,1 0,0 0,-1 0,1 0,-1 0,0 0,1 0,-1 0,0 0,0 0,-1 0,1 0,0 1,0-1,-1 0,1 1,-1-1,0 1,1 0,-1-1,0 1,0 0,0 0,0 0,0 1,0-1,0 0,0 1,0-1,0 1,0-1,0 1,0 0,0 0,-1 0,-1 1,0-1,0 1,1 0,-1 0,0 1,1-1,-1 1,1-1,-1 1,1 0,0 1,0-1,0 0,0 1,0 0,0-1,1 1,-1 0,1 1,0-1,0 0,0 1,1-1,-1 1,1-1,-1 3,-1 3,0 0,1 1,0-1,0 1,1-1,0 1,1-1,0 1,0 0,2 3,0-4,0-1,0 1,1-1,0 1,1-1,0 0,0 0,1-1,0 1,0-1,1 0,0-1,0 1,1-1,-1 0,1 0,1-1,-1 0,1-1,0 1,0-1,0-1,0 0,1 0,-1 0,1-1,0-1,0 1,7-1,-4 1,1-1,-1-1,1 0,-1-1,1 0,-1-1,0 0,0-1,0 0,0-1,0 0,-1-1,1 0,-1-1,-1 0,1-1,-1 0,0-1,-1 0,0-1,4-3,-7 4,-1-1,1 1,-1-1,-1 0,0 0,0 0,-1-1,0 0,0 1,-1-1,-1 0,1 0,-2 0,1 0,-1 0,-1-1,0 1,0 0,-1 1,0-1,-1 0,0 0,-1 1,0 0,-3-5,-32-18,57 44,198 22,-208-33,0 1,0 0,0 1,0 0,-1 0,1 1,-1-1,0 2,0-1,-1 1,1 0,-1 0,0 1,0 0,-1 0,0 0,0 1,0 0,-1 0,0 0,0 0,1 4,1 13,-5-19,0 0,0 0,0 0,1 0,0-1,0 1,0 0,0-1,1 1,-1-1,1 0,0 0,1 0,-1 0,1 0,0-1,-1 0,3 1,8 1,1-2,0 0,0 0,0-1,1-1,-1-1,0 0,1-1,-1-1,0 0,0-1,0 0,0-1,1-2,-13 5,51-11,0-3,-1-2,-1-2,36-20,-32 0,-54 38,-1-1,1 1,-1 0,0-1,0 1,0-1,0 1,0-1,0 1,0-1,0 0,-1 0,1 1,-1-1,1 0,-1 0,0 0,1 1,-1-1,0 0,0 0,0 0,-1 0,1 0,0 1,-1-1,1 0,-1 0,0 1,1-1,-1 0,0 1,0-1,-1 0,-4-3,0 0,0 0,-1 1,0 0,0 0,0 1,0 0,0 0,-1 1,1 0,-1 0,0 0,1 1,-1 1,0-1,0 1,0 0,0 1,1 0,-1 0,0 1,1 0,-1 0,-5 3,4-1,0-1,1 1,-1 1,1 0,0 0,1 0,-1 1,1 0,0 1,-1 1,5-5,0 0,0 0,1 1,-1-1,1 1,0 0,-1-1,2 1,-1 0,0 0,1 1,0-1,0 0,0 0,0 1,1-1,-1 0,1 1,0-1,1 0,-1 1,2 2,1-2,0 0,1-1,-1 0,1 0,0 0,1 0,-1 0,1-1,-1 0,1 0,0 0,0-1,0 1,1-1,-1 0,1-1,-1 1,1-1,-1 0,1-1,0 1,-1-1,1 0,0-1,-1 1,1-1,-1 0,1-1,3-1,0 2,0 0,0-1,-1-1,1 1,-1-2,0 1,0-1,0 0,-1 0,1-1,-1 0,0-1,0 0,-1 0,1 0,-1 0,-1-1,1 0,-1-1,-1 1,1-1,-1 0,-1 0,1-1,-5 12,1 0,-1-1,1 1,0 0,0 0,0-1,0 1,0 0,1 0,-1 0,1-1,0 1,0 0,0-1,0 1,0-1,0 1,1-1,-1 0,1 1,0-1,-1 0,1 0,0 0,0 0,1 0,-1-1,0 1,1-1,-1 1,0-1,1 0,0 0,-1 0,1 0,0-1,-1 1,3 0,6-4,0 1,-1-2,1 1,-1-1,0-1,0 0,-1 0,1-1,-1 0,0-1,6-6,5-7,0-2,-2 0,-1-1,0 0,-2-2,0 0,-2 0,-1-1,-1-1,-1 0,-2 0,4-23,3-4,-2 0,-3-1,-2-1,-3 0,-2 1,-3-18,0 69,1 0,-2 0,1-1,0 1,-1 0,0 0,0-1,0 1,0 0,-1 0,0 0,1 0,-2 1,1-1,0 0,-2 0,3 3,-1 1,0 0,1 0,-1 0,0 1,1-1,-1 0,0 0,1 1,-1-1,1 1,-1 0,1-1,-1 1,1 0,-1 0,1 0,0 0,-1 0,1 0,0 0,0 1,0-1,0 0,0 1,0-1,0 1,1-1,-1 1,0-1,1 1,-1 1,-11 21,1 1,1 0,1 0,1 1,2 1,-3 22,2-15,2 0,1 1,2 0,1 0,2 0,2 0,1-1,6 25,-6-42,0 1,2-1,0-1,1 1,0-1,2 0,0-1,0 0,2 0,-1-1,2 0,0-1,1-1,0 0,1 0,0-1,14 8,-14-12,0 0,0 0,1-2,0 0,0 0,0-1,1-1,-1-1,1 0,0-1,15-1,-23 0,0-1,0 1,0-2,0 1,0-1,0 0,-1-1,1 0,0 0,-1-1,0 0,0 0,0 0,-1-1,1 0,-1-1,0 1,-1-1,1 0,-1-1,0 1,-1-1,3-5,-2 1,0 0,-1 0,0 0,-1-1,0 1,-1-1,-1 0,1 1,-2-1,0 0,0 0,-1 0,-1 0,0 1,0-1,-1 1,-1-1,-3-7,7 18,0-1,0 1,-1-1,1 1,-1 0,1-1,-1 1,0 0,1-1,-1 1,0 0,0 0,0 0,0 0,0-1,0 1,0 1,0-1,0 0,-1 0,1 0,0 1,-1-1,1 0,0 1,-1-1,1 1,-1 0,1-1,-1 1,1 0,0 0,-1 0,1 0,-1 0,1 0,-1 1,1-1,-1 0,1 1,0-1,-2 1,0 4,-1 1,1-1,0 1,1-1,-1 1,1 0,0 0,0 0,1 0,0 0,0 1,1-1,-1 0,1 1,1 4,-2-1,1 0,0 0,1 0,0 0,1 0,0-1,0 1,1 0,0-1,1 1,0-1,0 0,1-1,0 1,1-1,0 0,0 0,0 0,1-1,1 0,-1 0,1-1,0 0,0-1,1 0,0 0,0 0,0-1,0-1,1 1,6 0,-12-3,0-1,0 0,0 0,0 0,0 0,0-1,0 1,0-1,0 0,0 0,0-1,0 1,0-1,0 0,15-12</inkml:trace>
  <inkml:trace contextRef="#ctx0" brushRef="#br0" timeOffset="187952.8">15588 9094,'22'-2,"34"1,40 1,45 1,48-3,45-5,-17-1</inkml:trace>
  <inkml:trace contextRef="#ctx0" brushRef="#br0" timeOffset="184102.779">9478 9442,'20'3,"-1"-1,1-1,-1 0,1-2,0 0,-1-1,1-1,-1-1,0-1,0 0,16-8,-1 4,0-2,-1-1,0-1,-1-2,0-2,-2 0,0-2,0-2,9-10,-36 30,0-1,0 0,-1-1,1 1,-1 0,0-1,1 1,-1-1,0 0,0 1,-1-1,1 0,0 0,-1-1,0 1,0 0,0 0,0 0,0-1,-1 1,0-1,1 1,-1 0,0-1,-1 1,1-1,-1 1,1 0,-1-1,0 1,0 0,0 0,-1 0,1 0,-1 0,0 0,0 0,0 0,0 1,0-1,0 1,-1-1,1 1,-2-1,1 2,0-1,0 0,0 1,-1 0,1 0,-1 0,1 0,0 1,-1-1,1 1,-1 0,1 0,-1 0,0 0,1 1,0-1,-1 1,1 0,-1 0,1 0,0 1,0-1,-1 1,1-1,0 1,1 0,-1 1,0-1,-4 4,1 0,0 1,0 0,1 0,0 0,0 1,0-1,1 1,0 0,-2 8,-6 25,2 1,2 1,2 0,1 0,3 0,1 0,4 37,8 29,4 0,11 29,16 118,-36-123,-9-87</inkml:trace>
  <inkml:trace contextRef="#ctx0" brushRef="#br0" timeOffset="184547.596">9625 9723,'79'-4,"1"-4,-1-3,20-7,69-11,-164 28,-1 0,0 0,0 0,0 0,0 0,0 1,0-1,1 1,-1 0,0 0,0 0,0 0,0 1,0-1,1 1,-1 0,0-1,0 1,0 1,-1-1,1 0,0 1,0 0,-1-1,1 1,-1 0,1 0,-1 1,0-1,0 0,2 3,0 35,-5-37,0 0,1 0,0 0,-1 0,1 0,0 0,0 0,1-1,-1 1,1 0,-1 0,1 0,0 0,0 0,0-1,1 1,-1 0,0-1,1 1,0-1,0 0,0 1,0-1,0 0,0 0,0 0,1 0,-1-1,1 1,-1-1,1 1,-1-1,1 0,2 1,1-2,-1 0,1 0,-1-1,1 1,-1-1,1 0,-1-1,0 1,0-1,1 0,-1-1,-1 1,1-1,0 0,-1 0,1 0,-1-1,0 1,0-1,0 0,-1 0,1-1,-1 1,3-5,-4 6,0-1,0 1,-1 0,1 0,-1-1,1 1,-1-1,0 0,-1 1,1-1,0 0,-1 1,0-1,0 0,0 1,0-1,-1 0,1 0,-1 1,0-1,0 1,-1-1,1 1,-1-1,1 1,-1 0,0 0,0-1,-1 2,1-1,-1 0,1 0,-1 1,0-1,0 1,-2-1,0-1,-1 2,0-1,0 0,0 1,0 0,0 1,0-1,0 1,-1 0,1 1,0-1,-1 1,1 1,-1-1,1 1,0 0,0 1,-1-1,1 1,0 0,0 1,1-1,-1 1,0 1,1-1,0 1,0 0,0 0,0 0,1 0,-1 1,1 0,0 0,1 0,-1 1,1-1,-3 6,6-8,-1-1,1 0,-1 1,1-1,0 0,-1 1,1-1,0 1,1-1,-1 0,0 1,1-1,0 0,-1 1,1-1,0 0,0 0,0 0,0 1,0-1,1-1,-1 2,17 15</inkml:trace>
  <inkml:trace contextRef="#ctx0" brushRef="#br0" timeOffset="185102.467">10775 9455,'-14'-1,"0"1,0 0,1 1,-1 1,1 0,-1 1,1 0,0 1,0 1,0 0,0 1,1 0,-11 8,21-13,0 0,1 1,-1-1,1 1,0-1,-1 1,1 0,0 0,0-1,0 1,0 0,0 0,0 0,1 0,-1 0,1 0,-1 0,1 0,0 0,0 1,0-1,0 0,0 0,0 0,1 0,-1 0,1 0,-1 0,1 0,0 0,0 0,0 0,0 0,0-1,1 2,53 52,23-5,-59-39,0 0,-1 1,0 0,-1 2,-1 0,0 1,6 9,-20-23,-1 0,1 1,-1-1,0 0,1 1,-1-1,0 1,0-1,0 1,0-1,0 1,-1 0,1 0,0-1,-1 1,1 0,-1 0,0 0,0-1,1 1,-1 0,-1 0,1 0,0 0,0 0,0-1,-1 1,1 0,-1 0,0 0,0-1,1 1,-1 0,0-1,0 1,0-1,-1 1,1-1,0 0,0 1,-1-1,1 0,-1 0,1 0,-1 0,-2 0,1 0,-1-1,1 1,-1-1,1 0,-1 0,0 0,1-1,-1 1,1-1,-1 0,1 0,-1 0,1 0,0-1,0 1,-1-1,1 0,0 0,0 0,1 0,-1-1,0 1,1-1,-1 1,1-1,0 0,0 0,0 0,1 0,-1 0,1-1,-1 1,1-1,0 1,0 0,1-1,-1 0,1 1,-1-1,1 1,0-1,1 1,-1-1,1 0,-1 1,4-18,1 0,1 0,1 1,1 0,0 0,1 1,2 0,0 0,1 1,0 1,1 0,2 0,2-5,7-12,21-25,-2-3,-3-1,-3-2,1-10,-21 22,-17 53,0 0,0 1,0-1,0 0,0 1,0-1,0 0,0 0,0 1,0-1,0 0,0 1,0-1,0 0,0 0,-1 1,1-1,0 0,0 0,0 1,0-1,-1 0,1 0,0 0,0 1,-1-1,1 0,0 0,0 0,-1 0,1 1,0-1,0 0,-1 0,1 0,0 0,-1 0,1 0,0 0,0 0,-1 0,1 0,0 0,-1 0,1 0,0 0,0 0,-1 0,1 0,0 0,-1-1,1 1,0 0,0 0,-1 0,1 0,0-1,0 1,0 0,-1 0,1 0,0-1,0 1,0 0,0 0,-1-1,1 1,-9 17,1 0,0 0,2 1,0 0,0 0,2 1,0-1,2 1,-1 6,-1 0,2 0,0 1,2-1,1 0,0 1,2-1,1 0,1 0,1-1,2 1,0-1,1-1,1 1,2-2,0 0,1 0,2-1,0-1,1 0,10 10,-22-26,0 0,0 0,0 0,0-1,0 1,1-1,0 0,0 0,0-1,0 1,0-1,0 0,0 0,1-1,-1 0,1 0,-1 0,1-1,0 1,-1-1,1-1,-1 1,1-1,0 0,2-1,11-11</inkml:trace>
  <inkml:trace contextRef="#ctx0" brushRef="#br0" timeOffset="185354.875">10895 9242,'-16'0,"2"0,14 2,23 1,29 0,30-1,28 2,25 2,19 3,-16-1</inkml:trace>
  <inkml:trace contextRef="#ctx0" brushRef="#br0" timeOffset="-198862.477">5414 10485,'4'7,"14"2,14 0,16-2,15-2,11-2,4-2,-2 0,-7-1,-13 0,-16-1</inkml:trace>
  <inkml:trace contextRef="#ctx0" brushRef="#br0" timeOffset="-198660.719">5387 10631,'14'5,"13"3,14 3,13 2,12-1,7-3,6-3,2-2,0-2,-8-1,-10-2,-14 1</inkml:trace>
  <inkml:trace contextRef="#ctx0" brushRef="#br0" timeOffset="-198359.724">6083 10257,'-5'7,"1"0,-1 1,2-1,-1 1,1-1,0 1,1 0,0 0,0 0,1 1,0-1,0 0,1 0,0 1,0-1,1 0,0 1,1-1,-1 0,2 0,-1 0,1 0,0-1,1 1,0-1,0 0,1 0,0 0,0 0,0-1,1 0,3 3,11 7,2-1,0-1,0 0,2-2,-1-1,2 0,-1-2,1-1,1-1,-1-1,9 0,76 23,-105-28,0-1,0 1,-1 1,1-1,-1 1,1-1,-1 1,1 0,-1 1,0-1,0 1,0 0,-1 0,1 0,-1 1,1-1,-1 1,0 0,0-1,-1 1,1 1,-1-1,0 0,0 1,0-1,0 2,-3 1,0 0,-1-1,0 1,0-1,0 1,0-1,-1 0,0 0,-1 0,1 0,-1-1,0 0,-1 1,1-1,-2 0,-50 54,-2-2,-3-3,-36 22,59-46,-36 29</inkml:trace>
  <inkml:trace contextRef="#ctx0" brushRef="#br0" timeOffset="-195628.816">7607 11006,'18'-53,"2"1,3 0,16-25,-11 22,57-101,-85 155,1 0,-1 0,1 0,0 0,-1 0,1-1,0 1,0 0,0 1,0-1,0 0,0 0,0 0,0 1,0-1,0 0,0 1,1-1,-1 1,0-1,0 1,0 0,1-1,-1 1,0 0,1 0,-1 0,0 0,1 0,-1 0,0 1,0-1,1 0,-1 1,0-1,0 0,0 1,1 0,-1-1,0 1,0 0,0-1,0 1,0 0,0 0,0 0,0 0,-1 0,1 0,0 0,0 0,-1 0,1 1,-1-1,1 0,-1 0,1 1,10 22,0 0,-2 2,-1-1,0 1,-2 0,-2 0,0 1,0 18,-4-39,1-4,0 1,-1-1,0 0,1 1,-1-1,0 0,0 1,-1-1,1 0,0 1,-1-1,1 0,-1 0,0 1,0-1,0 0,0 0,0 0,-1 1,0-3,1-1,-1 1,1-1,-1 1,1-1,-1 0,1 0,0 0,-1 1,1-1,0-1,0 1,0 0,-1 0,1 0,0 0,1-1,-1 1,0-1,0 1,0 0,1-1,-1 1,1-1,-1 0,0 0,-3-4,1-1,0 0,0 1,0-1,0 0,1-1,1 1,-1 0,1-1,0 1,1-1,1 6,0 1,0-1,1 1,-1 0,1-1,-1 1,1 0,0 0,-1 0,1 0,0 0,0 1,-1-1,1 0,0 1,0-1,0 1,0 0,0 0,0 0,0 0,0 0,0 0,0 0,0 0,-1 1,1-1,0 1,0 0,0-1,1 2,9 0,20 1,0-2,1-1,-1-1,0-2,0-1,0-1,-1-2,0-1,0-2,0-1,7-5,8-15,-46 30,0-1,0 1,0 0,0 0,0 0,0 0,0 0,0 0,0 0,-1 0,1 0,0 0,-1 0,1 0,-1 0,1 0,-1 1,1-1,-1 0,0 0,1 0,-1 1,0-1,0 0,0 1,1-1,-1 0,0 1,0-1,0 1,0 0,0-1,0 1,0 0,0-1,0 1,0 0,0 0,0 0,0 0,0 0,0 0,0 0,-1 1,1-1,0 0,-9 0,0 0,-1 0,1 1,0 1,0 0,0 0,0 1,0 0,0 1,1 0,0 0,0 1,0 0,0 1,1 0,0 0,0 1,0 0,1 0,-4 6,9-10,0-1,0 0,0 1,1 0,-1-1,1 1,0 0,0 0,0 0,0 0,1 0,-1 0,1 0,-1 0,1 0,0 0,0 0,1 0,-1 0,1 0,-1 0,1 0,0 0,0-1,0 1,1 0,-1 0,0-1,1 1,0-1,0 1,0-1,0 0,0 0,0 0,0 0,1 0,-1 0,1 0,2 1,16 5,0 0,1 0,0-2,0-1,0-1,1-1,-1-1,1 0,-1-2,1-1,0 0,151-13,-99 2</inkml:trace>
  <inkml:trace contextRef="#ctx0" brushRef="#br0" timeOffset="-194474.161">9866 10753,'22'0,"0"1,0 2,0 0,-1 1,1 1,-1 1,0 1,-1 1,0 1,0 1,14 9,-28-15,1 0,-1 1,0-1,-1 1,1 1,-1-1,0 1,0 0,0 0,-1 1,0-1,-1 1,1 0,-1 0,0 0,-1 0,0 1,0-1,-1 0,1 1,-2 0,1-1,-1 1,0 2,-6 3,4-17,11-17,0 1,2 0,0 0,1 1,1 1,1 0,5-5,-18 22,4-6,0 0,1 0,-1 0,1 1,1 0,-1 0,1 1,0 0,0 0,1 1,-1 0,6-3,-10 8,-1 0,0-1,0 1,0 0,0 0,0 1,0-1,-1 0,1 1,0-1,0 1,-1-1,1 1,-1 0,0-1,1 1,-1 0,0 0,0 0,0 0,-1 0,1 1,0-1,-1 0,1 0,-1 0,0 1,1-1,-1 0,0 0,-1 0,1 3,1 0,2 14,21 80,-22-95,0 0,0 0,0 0,1-1,-1 1,1-1,0 0,0 1,0-1,0 0,0-1,1 1,-1-1,1 1,0-1,0 0,0-1,0 1,0-1,0 1,0-1,1 0,7-1,0 0,1-1,-1-1,0 0,-1 0,1-1,0-1,-1 0,0 0,0-1,0 0,0-1,-1-1,0 0,0 0,-1 0,0-2,0 1,-1-1,0 0,0-1,-1 1,-1-1,4-8,-7 13,11-14,-7 31,-7 5,1-1,0 0,2 1,0-1,0 0,2 0,0 1,-3-12,0 0,0 0,0-1,1 1,-1-1,1 1,1-1,-1 0,0 0,1 0,0-1,0 1,0-1,0 0,0 0,1-1,-1 1,1-1,0 0,0 0,0 0,0-1,0 0,3 1,-2-2,-1 0,1 0,0-1,-1 1,1-1,0 0,-1-1,1 1,-1-1,0 0,1-1,-1 1,0-1,0 0,-1 0,1-1,-1 1,1-1,-1 0,0 0,0-2,6-5,-1 0,0-1,-1 0,0-1,-1 0,-1 0,4-11,23-106,-17 248,-15-111,0 1,1-1,0 0,0 0,1 0,0-1,0 1,0-1,1 1,0-1,0 0,1 0,0-1,0 1,0-1,1 0,-1-1,1 1,0-1,0 0,1-1,-1 0,1 0,0 0,0 0,0-1,1 0,23 0,-4-3</inkml:trace>
  <inkml:trace contextRef="#ctx0" brushRef="#br0" timeOffset="-193589.527">11483 10805,'14'17,"-1"0,0 1,-1 1,-1 0,-1 0,-1 1,0 0,0 6,10 21,-19-46,0 0,1 0,-1 0,0 0,0 0,0 0,1 0,-1 0,0 0,1 0,-1 0,1 0,-1 0,1 0,-1 0,1-1,0 1,-1 0,1 0,0-1,0 1,0 0,-1-1,1 1,0-1,0 1,0-1,0 0,0 1,0-1,0 0,0 1,0-1,0 0,0 0,0 0,0 0,0 0,0 0,0 0,0-1,0 1,0 0,0-1,0 1,0 0,0-1,0 1,0-1,0 1,0-1,-1 0,1 1,0-1,0 0,-1 0,1 1,0-1,-1 0,1 0,0 0,8-14,0 1,-1-1,0 0,-2-1,1 0,2-13,28-61,-37 90,0 0,0 1,0-1,0 0,0 0,0 1,0-1,0 0,0 1,0-1,0 0,0 0,0 1,0-1,0 0,0 0,0 1,1-1,-1 0,0 0,0 1,0-1,0 0,1 0,-1 0,0 1,0-1,0 0,1 0,-1 0,0 0,0 0,1 1,-1-1,0 0,0 0,1 0,-1 0,0 0,0 0,1 0,-1 0,0 0,1 0,-1 0,0 0,0 0,1 0,-1 0,0 0,0 0,1 0,-1-1,0 1,0 0,1 0,-1 0,0 0,0-1,2 30,-2-29,0 17,-1-13,0-1,0 1,0 0,1-1,0 1,0 0,0 0,0-1,0 1,1 0,-1 0,1-1,0 1,0-1,1 1,-1-1,1 1,-1-1,1 0,0 1,0-1,1 0,-1-1,1 1,-1 0,1-1,0 1,0-1,0 0,0 0,1 0,-1 0,2 0,6-3,0-1,0 0,0 0,0-1,0 0,0-1,-1 0,1-1,-1 0,-1-1,1 0,-1 0,0-1,0 0,3-5,-8 9,77-69,-81 72,1-1,-1 1,0 0,0-1,1 1,-1-1,0 1,1-1,-1 1,0 0,1-1,-1 1,1 0,-1-1,1 1,-1 0,0 0,1-1,-1 1,1 0,-1 0,1 0,-1 0,1 0,0 0,-1 0,1 0,-1 0,1 0,-1 0,1 0,-1 0,1 0,-1 0,1 0,-1 1,1-1,-1 0,1 0,-1 1,1-1,-1 0,0 0,1 1,-1-1,0 1,1-1,-1 0,0 1,1-1,-1 1,0-1,1 1,-1-1,0 1,0-1,0 1,0-1,0 1,2 37,-3-29,1-6,0 0,0 0,0 0,0 0,1-1,-1 1,1 0,-1 0,1 0,0-1,0 1,1 0,-1-1,0 1,1-1,0 1,-1-1,1 0,0 0,0 1,0-1,1-1,-1 1,0 0,1-1,-1 1,1-1,-1 0,1 1,0-1,0-1,-1 1,1 0,0-1,0 1,0-1,0 0,2 0,22-1,1-1,-2-2,1-1,0-1,-1-1,0-1,5-4,-29 12,-1-1,0 0,1 0,-1 0,1 1,-1-1,1 1,-1-1,1 1,-1-1,1 1,-1 0,1 0,-1 0,1 0,0 0,-1 0,1 0,-1 1,1-1,-1 0,1 1,-1 0,1-1,-1 1,1 0,-1-1,0 1,1 0,-1 0,0 0,0 0,0 0,0 1,0-1,0 0,0 0,0 1,0 0,2 4,-2-1,0-1,0 1,1-1,-1 0,1 0,0 0,1 0,-1 0,1 0,0 0,-1-1,2 1,-1-1,0 0,1 0,-1 0,1 0,0-1,0 0,0 1,0-1,0-1,2 2,0-3,0 1,0 0,0-1,0 0,0-1,-1 1,1-1,0 0,0-1,-1 0,1 1,-1-2,1 1,-1 0,0-1,0 0,0-1,0 1,0-1,-1 0,0 0,0 0,0 0,0-1,-1 0,1 0,-1 0,0-1,0 1,0 1,0-1,0 0,-1 0,0 0,0 0,-1 0,1 0,-1 0,0-1,0 1,-1-1,0 1,0 0,0-1,0 1,-1-1,0 1,0 0,-1-1,1 1,-1 0,0 0,0 0,-1 0,0 1,0-1,0 1,0-1,-3-1,2 2,0 0,-1 1,1 0,-1 0,0 0,0 0,0 1,-1 0,1 0,0 0,-1 1,1 0,-1 0,0 0,1 1,-1-1,0 1,1 1,-1-1,0 1,1 0,-1 0,1 1,-1 0,1 0,0 0,-3 1,0 2,-1-1,1 1,0 1,0-1,0 1,1 1,0-1,0 1,1 1,0-1,0 1,1 0,0 0,0 1,-3 6,6-11,-1 0,1 0,0 0,0 1,1-1,-1 1,1-1,0 1,0-1,1 1,-1-1,1 1,0 0,0-1,0 1,1-1,0 1,0 0,0-1,0 0,1 1,-1-1,1 0,0 1,1-1,-1 0,1-1,0 1,-1 0,2-1,-1 0,0 1,1-1,-1-1,1 1,0 0,0-1,4 2,30 2,0-6</inkml:trace>
  <inkml:trace contextRef="#ctx0" brushRef="#br0" timeOffset="-193339.68">12620 10498,'-14'2,"-9"8,-2 11,2 9,6 8,7 8,11 1,11 1,11-2,1-8</inkml:trace>
  <inkml:trace contextRef="#ctx0" brushRef="#br0" timeOffset="-192658.954">12781 11006,'1'1,"0"1,0-1,1 0,-1 0,1 0,-1 0,1 0,-1-1,1 1,-1 0,1-1,0 1,-1-1,1 1,0-1,-1 0,1 0,0 0,0 0,-1 0,1 0,0 0,0-1,-1 1,1-1,0 1,-1-1,1 0,-1 1,1-1,-1 0,1 0,-1 0,0 0,1 0,-1 0,0-1,0 1,0 0,1-1,-2 1,1-1,0 1,0-1,0 1,-1-1,1 0,-1 1,1-1,-1 0,0 1,1-1,8-24,0-1,-2 1,-1-1,-1-1,-1 1,-2-3,7-34,-9 63,0 0,0 0,0 0,0 0,0 0,1 0,-1 0,0 0,1 0,-1 0,1 0,-1 0,1 0,-1 1,1-1,0 0,-1 0,1 0,0 1,0-1,0 0,-1 1,1-1,0 1,0-1,0 1,0-1,0 1,0 0,0-1,0 1,0 0,0 0,0 0,0 0,0 0,1 0,-1 0,0 0,0 0,0 0,0 1,0-1,0 0,0 1,0-1,0 1,-1-1,2 1,221 25,-220-26,0 0,1 1,-1-1,1 1,-1 0,0 0,1 0,-1 0,0 1,0-1,0 1,0 0,0 0,0 0,-1 0,1 0,-1 1,1-1,-1 1,0 0,0-1,0 1,0 0,-1 0,1 0,-1 1,0-1,0 0,0 0,0 1,0-1,-1 1,1-1,-1 1,0-1,0 0,-1 3,-16 53,14-51,0 0,0 0,1 0,0 0,1 0,-1 0,2 1,-1-1,1 6,1-11,-1 0,1-1,0 1,1 0,-1-1,0 1,1 0,-1-1,1 0,0 1,0-1,0 0,0 0,0 0,0 0,1 0,-1 0,1-1,-1 1,1-1,0 0,-1 0,1 0,0 0,0 0,1 0,77 8,-63-10,-1-1,0 0,1-1,-1-1,0 0,-1-1,1-1,-1-1,0 0,0-1,-1-1,0-1,-1 0,6-5,-15 10,-5 5,0 1,0-1,0 1,1-1,-1 1,0-1,0 1,0-1,1 0,-1 1,0-1,0 1,1-1,-1 0,0 1,1-1,-1 1,1-1,-1 0,0 0,1 1,-1-1,1 0,-1 0,1 1,-1-1,1 0,-1 0,0 0,1 0,-1 0,1 0,-1 0,1 0,-1 0,1 0,-1 0,1 0,-1 0,1 0,-1 0,1-1,-1 1,1 0,-1 0,1-1,-1 1,0 0,1 0,-1-1,1 1,-1 0,0-1,1 1,-1-1,0 1,0 0,1-1,-1 1,0-1,0 1,0-1,1 1,-1-1,0 1,0-1,0 1,0-1,1 6,0 0,0 0,0 0,1 0,0 0,0 0,0-1,1 1,0-1,0 0,0 1,0-1,0-1,1 1,0 0,0-1,0 0,0 0,0 0,1 0,-1-1,1 1,0-1,-1 0,1-1,0 1,0-1,0 0,1 0,-1-1,0 0,0 1,0-2,0 1,0-1,1 1,-1-1,0-1,0 1,0-1,1 0,3-3,-1 1,1-1,-1-1,0 0,0 0,-1 0,1-1,-2 0,1 0,-1-1,0 0,0 0,-1-1,0 1,-1-1,0 0,0 0,-1-1,0 1,-1-1,0 1,0-1,-1 0,0 0,-1-4,0 10,0 0,-1 1,1-1,-1 0,0 1,0-1,0 1,0-1,-1 1,0 0,1-1,-1 1,0 0,-1 0,1 0,0 1,-1-1,0 0,1 1,-1 0,0-1,0 1,0 1,-1-1,1 0,0 1,-1-1,1 1,-1 0,1 0,-1 1,0-1,1 1,-1-1,0 1,1 0,-1 1,0-1,1 1,-1-1,0 1,1 0,-1 0,1 1,0-1,-1 1,-2 2,-3 0,0 2,0-1,1 1,0 1,0-1,0 2,1-1,0 1,0 0,1 0,0 0,0 1,1 0,1 1,-1-1,1 1,1-1,0 1,0 0,1 0,0 1,0 6,2-14,0 1,1-1,-1 0,1 0,-1 0,1 0,0 0,0 0,1 0,-1 0,0 0,1 0,0-1,0 1,0 0,0-1,0 0,0 1,1-1,-1 0,1 0,-1-1,1 1,0 0,-1-1,1 1,0-1,0 0,0 0,2 0,3 0,-1 1,0-2,1 1,-1-1,1 0,-1 0,0-1,1 0,-1-1,0 1,0-1,7-3,27-16,-4-2</inkml:trace>
  <inkml:trace contextRef="#ctx0" brushRef="#br0" timeOffset="-192358.756">14024 10431,'-12'1,"1"0,0 0,0 1,0 0,0 1,0 1,0 0,1 0,0 1,-1 0,2 0,-1 1,1 1,0 0,-5 5,9-8,0 1,1 0,-1 0,1 0,0 0,0 1,1-1,0 1,0 0,0 0,1 1,0-1,0 0,0 1,1-1,0 1,0-1,1 1,0 0,0-1,0 1,1 0,0-1,0 1,1-1,1 6,115 189,-102-145,-14-45,1 0,0 0,0-1,2 1,-1-1,1 0,6 10,-5-15,1 0,0 0,0-1,0 0,0 0,0-1,1 0,0 0,-1-1,1 0,0 0,0-1,0 0,0 0,1-1,-1 0,0 0,0-1,5-1,250-34,-246 33,85-17</inkml:trace>
  <inkml:trace contextRef="#ctx0" brushRef="#br0" timeOffset="-191323.354">15921 10779,'-21'-3,"-5"0,-1 0,0 1,0 2,0 1,-25 4,50-5,-1 0,1 0,0 1,-1-1,1 0,0 1,-1 0,1 0,0 0,0 0,-1 0,1 0,0 0,0 1,0-1,0 1,1-1,-1 1,0 0,1 0,-1 0,1 0,0 0,-1 0,1 0,0 0,0 0,0 1,1-1,-1 0,1 1,-1-1,1 0,0 1,0-1,0 1,0-1,0 1,0-1,1 0,-1 1,1-1,-1 0,1 1,0-1,0 0,0 0,1 0,0 2,6 5,1-1,0 0,1-1,0 1,0-2,0 1,1-2,0 1,0-2,0 1,1-1,0-1,-1 0,1-1,4 0,9 3,0 0,0-2,1-2,-1 0,0-1,1-2,-1 0,0-2,0 0,0-2,0-1,-1-1,21-10,-40 16,0 0,-1 0,1-1,-1 1,1-1,-1 0,0 0,0-1,0 1,0-1,-1 0,1 0,-1 0,0 0,0-1,-1 1,1-1,-1 0,0 1,0-1,0-4,-2 9,0 0,0 1,-1-1,1 0,0 0,-1 1,1-1,0 0,-1 1,1-1,0 0,-1 0,1 0,0 1,-1-1,1 0,-1 0,1 0,0 0,-1 0,1 0,-1 0,1 0,0 0,-1 0,1 0,-1 0,1 0,0 0,-1 0,1 0,-1-1,1 1,0 0,-1 0,1 0,0-1,-1 1,1 0,0 0,-1-1,1 1,0 0,-1-1,1 1,0 0,0-1,0 1,-1 0,1-1,0 1,0 0,0-1,0 1,0-1,0 1,0 0,0-1,0 1,0-1,0 1,0-1,0 1,0 0,-2 6,0 0,0 0,0 1,1-1,0 1,1-1,0 1,-1 0,2-1,-1 1,1-1,0 1,1-1,-1 0,1 1,1-1,-1 0,1 0,0 0,0-1,1 1,0-1,0 1,0-1,0 0,1-1,0 1,0-1,0 0,0 0,1-1,0 1,-1-1,1-1,0 1,1-1,-1 0,0 0,1-1,-1 0,1 0,-1 0,1-1,-1 0,1 0,-1-1,1 0,-1 0,1 0,4-2,-6 0,-1 0,0-1,-1 1,1-1,0 1,-1-1,0 0,0-1,0 1,-1 0,1-1,-1 1,0-1,0 0,-1 0,1 0,-1 0,0 0,0 0,-1 0,0 0,0 0,0 0,0 0,-1 0,0-1,0 1,0 1,-1-1,1 0,-1 0,0 0,-1 1,1-1,-1 1,0 0,0 0,0 0,-1 0,1 0,-1 1,0 0,0-1,-1 1,0 0,1 1,-1 0,0 0,0 0,0 1,0-1,0 1,0 0,-1 1,1-1,0 1,0 0,0 1,-1-1,1 1,0 0,0 0,0 1,0-1,0 1,0 0,-3 2,-2 2,0 0,0 0,1 1,0 1,0-1,0 1,1 1,0 0,-4 6,-5 10</inkml:trace>
  <inkml:trace contextRef="#ctx0" brushRef="#br0" timeOffset="-191056.553">16336 10538,'-80'-39,"79"39,0-1,1 1,-1-1,0 1,1-1,-1 1,0-1,1 0,-1 1,1-1,-1 0,1 1,-1-1,1 0,0 0,-1 1,1-1,0 0,0 0,-1 0,1 0,0 1,0-1,0 0,0 0,0 0,0 0,0 0,0 1,1-1,-1 0,0 0,0 0,1 1,-1-1,0 0,1 0,-1 1,1-1,-1 0,1 1,-1-1,1 0,0 1,-1-1,38-20,-30 17,1 0,0 1,0 0,1 0,-1 1,0 0,1 1,0 0,-1 0,1 1,-1 1,1-1,0 2,-1-1,0 1,1 0,-1 1,6 3,-10 0,0 0,-1 0,1 1,-1-1,-1 1,1 0,-1 0,-1 1,1-1,-1 0,0 1,-1 0,0-1,0 1,-1 0,0 0,0-1,-1 7,1-8,0 43,-1-5</inkml:trace>
  <inkml:trace contextRef="#ctx0" brushRef="#br0" timeOffset="-190491.007">16537 10993,'0'4,"0"-1,0 1,1-1,-1 1,1-1,0 0,0 1,1-1,-1 0,0 0,1 0,0 0,0 0,0 0,0 0,0 0,1-1,-1 1,1-1,0 0,-1 0,1 0,0 0,0 0,1-1,-1 1,0-1,0 0,1 0,-1 0,1 0,-1 0,0-1,1 0,0 0,-1 0,1 0,-1 0,0-1,1 1,-1-1,1 0,0-1,10-7,0-2,0 0,-2 0,1-1,-1-1,-1 0,0-1,-1 0,-1 0,0-1,-1 0,0-1,2-8,5-19,-3 0,-1-1,-2 0,-2-1,-2 0,-2 0,-1 0,-3 0,-2 0,-2 0,-7-30,-20-62,32 137,1 0,-1-1,0 1,0 0,0-1,0 1,0-1,-1 1,1 0,0-1,0 1,0 0,0-1,0 1,0-1,-1 1,1 0,0-1,0 1,0 0,-1 0,1-1,0 1,-1 0,1 0,0-1,0 1,-1 0,1 0,0 0,-1-1,1 1,-1 0,1 0,0 0,-1 0,1 0,0 0,-1 0,1 0,-1 0,1 0,0 0,-1 0,1 0,-1 0,1 0,0 0,-1 0,1 1,0-1,-1 0,1 0,0 0,-1 1,1-1,0 0,-1 0,1 1,0-1,0 0,0 0,-1 1,1-1,0 0,0 1,0-1,-1 1,-8 27,1 16,2 1,3-1,1 1,2 0,2-1,6 30,-5-46,0 0,2 0,1 0,2-1,0 0,2-1,0 1,2-2,1 0,1 0,2-1,0-1,1-1,3 2,-15-19,0 1,0-1,1 0,0-1,0 1,0-1,0 0,1 0,0-1,0 0,0 0,0-1,0 0,0 0,1-1,-1 0,1 0,-1 0,1-1,-1 0,1-1,-1 0,1 0,-1 0,0-1,1 0,-1-1,1 0,2-4,0 0,-1 0,0-1,0 0,-1-1,0 0,0 0,-1 0,-1-1,1-1,-2 1,1-1,-2 1,1-2,-1 1,-1 0,0-1,-1 0,0 1,-1-1,0 0,0 0,-2 0,0-6,1 17,1 0,-1 0,0 0,0 0,0 0,1 0,-1 0,0 0,0 0,0 0,-1 0,1 0,0 0,0 0,0 0,-1 0,1 0,-1 0,1 1,-1-1,1 0,-1 0,1 0,-1 0,0 1,1-1,-1 0,0 1,1-1,-1 0,0 1,0-1,0 1,0 0,0-1,0 1,0-1,1 1,-1 0,0 0,0 0,0 0,0 0,0 0,0 0,0 0,0 0,0 0,0 0,0 0,0 1,0-1,0 0,0 1,0-1,-5 8,-1 0,2 0,-1 1,1 0,0 0,1 0,0 1,1-1,0 1,0 0,1-1,0 1,1 1,0 9,0-12,0 0,0 0,1 0,0 1,1-1,0 0,0 0,0 0,1 0,1 0,-1 0,1 0,1-1,-1 1,1-1,1 0,-1 0,1 0,0-1,1 0,-1 0,1 0,0-1,1 1,0-2,-1 1,1-1,1 0,2 1,-1-1,0-1,1 0,-1 0,1-1,-1-1,1 1,0-2,-1 1,1-1,0-1,-1 0,1 0,0-1,5-2,25-10</inkml:trace>
  <inkml:trace contextRef="#ctx0" brushRef="#br0" timeOffset="-190245.151">16871 10511,'25'-2,"31"-1,33 0,31 1,25 0,17 3,-19 2</inkml:trace>
  <inkml:trace contextRef="#ctx0" brushRef="#br0" timeOffset="-187822.034">22205 10324,'-14'0,"-6"2,-1 4,11 6,16 7,18 2,6-2</inkml:trace>
  <inkml:trace contextRef="#ctx0" brushRef="#br0" timeOffset="-189044.822">18702 10699,'-8'-3,"0"0,-1 1,0 0,1 0,-1 1,0 0,0 1,0 0,0 0,1 1,-1 0,0 1,0 0,1 0,-1 1,1 0,0 0,0 1,0 0,0 0,1 1,-1 0,1 0,0 1,1 0,0 0,0 1,0 0,-4 6,8-10,0 0,1 0,-1 0,1 0,0 0,0 1,0-1,0 0,1 0,-1 1,1-1,0 1,0-1,0 0,0 1,1-1,-1 0,1 0,0 1,0-1,0 0,1 0,-1 0,1 0,-1 0,1 0,0 0,0-1,0 1,1-1,-1 1,0-1,1 0,0 0,-1 0,1 0,0-1,0 1,0-1,0 1,1-1,18 6,0 0,0-2,0 0,1-2,0 0,-1-2,1 0,0-2,0 0,-1-2,10-2,-3 3,-1-2,1-1,-1-1,0-2,0-1,-1 0,0-2,-1-2,0 0,6-6,-26 73,-5-50,1 0,0 1,0-1,0 0,0 0,1 0,0 0,0 0,0 0,0-1,0 0,1 1,-1-1,1-1,0 1,0 0,0-1,1 0,-1 0,0 0,1 0,-1-1,1 0,0 0,0 0,5 1,0 0,0-1,1 0,-1-1,0 0,1-1,-1 0,0 0,0-1,1 0,0-2,-7 3,0 1,0-2,-1 1,1 0,-1-1,1 0,-1 0,0 0,1 0,-1 0,0-1,0 1,-1-1,1 0,-1 0,1 0,-1 0,0 0,0 0,0-1,0 1,-1-1,1 0,-1 1,0-1,0 0,-1 0,1 1,-1-1,0 0,1 0,-2 0,1 0,0 0,-1 1,0-1,0 0,0 0,-6-6,-1 1,0 0,-1 0,0 1,0 0,-1 0,0 1,0 0,-1 1,1 0,-1 1,-1 0,1 1,-1 0,1 1,-1 0,0 1,-4 0,-114-12,118 14,25 1,144 1,-97-4,1 3,0 2,0 3,-1 3,26 8,-81-16,0 0,0 0,-1 0,1 1,0-1,-1 1,0 0,1 0,-1 1,0-1,0 1,0 0,0 0,-1 1,1-1,-1 1,0 0,0-1,0 1,0 1,-1-1,0 0,0 1,0-1,0 1,-1-1,1 1,-1 0,0 0,-1 0,1 0,-3 11,1-15,0 0,1 0,-1 0,1 0,-1 1,1-1,-1 0,1 0,0 0,0 0,-1 0,1 1,0-1,0 0,0 0,0 0,0 1,1-1,-1 0,0 0,1 0,-1 0,0 0,1 1,-1-1,1 0,0 0,-1 0,1 0,0 0,0-1,-1 1,1 0,0 0,0 0,0-1,0 1,0 0,0-1,0 1,0-1,0 1,1-1,-1 0,0 0,0 1,1-1,7-2,-1-1,0 0,0 0,0-1,0 1,0-2,0 1,-1-1,0-1,0 1,-1-1,1 0,-1-1,-1 1,1-1,-1 0,4-7,-3 2,1 0,-1-1,-1 0,0 0,-1 0,-1 0,0-1,1-6,-6 32,2 0,0 0,0 0,1 0,0 0,1 0,1 0,2 7,-4-15,0 0,0 0,0 0,1 0,0 0,0-1,0 1,0-1,1 1,-1-1,1 0,0 0,0 0,0 0,0 0,0-1,1 0,-1 1,1-1,-1 0,1-1,0 1,0-1,0 1,0-1,0-1,0 1,0 0,0-1,4 0,-2-1,1 0,-1 0,1-1,-1 1,0-2,0 1,0-1,0 0,0 0,0 0,-1-1,0 0,1 0,-2-1,1 1,0-1,-1 0,1-2,66-103,-64 97,1-1,3 43,-11-25,0 5,0 0,1 0,0 0,0 0,1 0,0 0,0-1,1 1,0 0,1-1,0 0,0 0,1 0,0 0,0-1,1 0,0 0,0 0,1-1,-1 0,2 1,2-3,0-1,-1 1,1-2,0 1,1-1,-1-1,0 0,1 0,-1-1,0-1,1 1,-1-2,0 1,0-1,0-1,0 0,0 0,0-1,-1 0,0-1,0 0,0-1,0 1,-1-2,0 1,0-1,-1 0,0-1,0 0,-1 0,0 0,5-10,-7 12,0 0,-1 0,0-1,0 1,-1-1,0 0,0 0,-1 0,1 0,-2 0,1 0,-1 0,0 0,0 0,-1 0,0 0,0 0,-1 0,1 0,-2 1,1-1,-1 0,0 1,-2-3,4 8,0 0,0-1,-1 1,1 0,-1 0,1 1,-1-1,1 0,-1 0,0 1,1-1,-1 1,0-1,1 1,-1 0,0-1,0 1,1 0,-1 0,0 1,0-1,1 0,-1 0,0 1,0-1,1 1,-1 0,1-1,-1 1,0 0,1 0,0 0,-1 0,1 0,-1 0,1 1,0-1,-1 1,-34 59,33-55,1 1,0 0,1-1,0 1,0 0,0 0,1 0,0 0,0 0,1 0,0 0,0 0,0-1,1 1,0 0,1-1,-1 1,1-1,1 0,-1 0,1 0,0 0,0-1,0 0,1 1,0-2,0 1,1 0,-1-1,3 1,3 1,0 0,1-1,0-1,0 0,0 0,0-1,0-1,1 0,0-1,-1 0,1-1,-1 0,1-1,0-1,-1 0,0 0,1-1,10-5,15-7</inkml:trace>
  <inkml:trace contextRef="#ctx0" brushRef="#br0" timeOffset="-188656.803">20895 10725,'-5'-64,"7"55,5 21,56 187,-62-196,0-1,0 1,0 0,0-1,0 1,0-1,1 0,-1 1,1-1,0 0,-1 0,1 0,0 0,0 0,1 0,-1-1,0 1,1-1,-1 1,0-1,1 0,0 0,-1 0,1 0,0-1,-1 1,1-1,0 1,0-1,-1 0,1 0,0 0,0-1,-1 1,1-1,0 1,0-1,0 0,10-8,0 0,-1 0,0-1,0-1,-1 0,-1 0,0-1,0-1,-2 1,7-11,31-69,-48 99,-1 0,1 0,0 0,0 1,1-1,0 0,1 1,-1-1,1 0,1 1,-1-1,1 0,1 1,-1-1,1 0,1 0,-1 0,1 0,1 0,4 1,1-1,0 0,1 0,-1-1,1 0,1-1,-1 0,1-1,-1 0,1-1,1 0,-1-1,0 0,0 0,1-2,-1 1,1-1,-1-1,1 0,4-1,40-7,-7-3</inkml:trace>
  <inkml:trace contextRef="#ctx0" brushRef="#br0" timeOffset="-188077.352">21643 10538,'8'2,"1"0,-1 1,0-1,0 1,0 1,0 0,-1 0,0 0,1 1,-2 0,1 1,0-1,5 8,-2-3,0 1,-1 0,0 1,-1 0,0 0,-1 1,0 0,-1 0,0 1,-1 0,-1 0,0 0,-1 0,-1 1,1 4,1 35,-2 0,-2 0,-4 27,2-56,1-14,6 127,-4-133,0 1,0 0,1-1,0 1,0-1,1 0,-1 1,1-1,0 0,1-1,-1 1,1 0,0-1,0 0,0 0,1 0,-1-1,1 1,0-1,0 0,5 2,-4-3,0 1,0-1,0-1,1 1,-1-1,0 0,0 0,1-1,-1 0,1 0,-1 0,0-1,0 0,1 0,-1-1,0 0,0 0,0 0,0-1,-1 0,1 0,-1 0,1-1,-1 1,0-1,-1-1,1 1,-1-1,1 0,-2 0,1 0,0 0,-1 0,0-1,0 0,-1 0,1 0,-1 0,-1 0,1 0,-1 0,0 0,0-6,-3-8,-2-1,0 1,-1-1,-1 1,0 1,-2-1,0 1,-2 0,0 1,-1 0,0 1,-2 0,0 1,-1 0,-12-10,3 3,-2 2,0 0,-1 2,-1 0,-1 2,0 1,-27-10,37 17,48 3,360-27,-388 32,0 1,0-1,0 1,0 0,1 0,-1 0,0 0,0 1,0-1,0 0,0 1,0-1,0 1,0 0,0 0,0 0,0 0,0 0,0 0,-1 0,1 1,0-1,-1 1,0-1,1 1,-1-1,0 1,1 0,-1 0,0 0,0 0,0-1,-1 1,1 2,7 25,-8-24,0 0,1 0,0 0,0 0,0 0,0 0,1-1,0 1,0 0,0-1,0 1,1-1,0 0,0 0,0 0,0 0,1 0,-1-1,1 0,0 1,0-1,1-1,-1 1,0-1,1 1,2 0,22-16,-17-1</inkml:trace>
  <inkml:trace contextRef="#ctx0" brushRef="#br0" timeOffset="-181273.663">7780 11902,'2'-4,"-1"1,0 0,0-1,-1 1,1 0,-1-1,1 1,-1-1,0 1,0 0,-1-1,1 1,-1-1,0 1,0 0,0-1,0 1,0 0,-1 0,1 0,-1 0,0 0,0 0,0 0,0 1,-1-1,1 1,-1 0,1-1,-1 1,0 0,0 1,0-1,0 0,0 1,0 0,-1-1,-3 2,0 0,-1 0,1 0,0 1,-1 0,1 0,0 1,0 0,0 0,0 1,1 0,-1 0,1 1,-1-1,1 1,0 1,1-1,-1 1,1 0,0 0,0 1,0-1,1 1,0 0,0 1,0-1,1 1,0-1,0 1,1 0,0 0,0 0,1 0,0 0,0 1,0-1,1 0,0 1,1-1,-1 0,1 0,2 4,-1-4,1-1,1 0,-1-1,1 1,0-1,0 1,1-1,-1-1,1 1,0 0,0-1,1 0,-1-1,1 1,0-1,0 0,0 0,1-1,-1 0,0 0,1 0,1-1,9 3,1-1,0-1,0-1,0-1,0 0,0-1,15-4,-11 2,-1-1,0-1,0-1,0-1,-1-1,0 0,-1-2,0 0,0-1,-1-1,0-1,-1-1,-1 0,0-1,13-16,-26 27,0 0,0 0,0 0,-1 0,1 0,-1-1,0 1,0-1,-1 0,0 0,1 1,-2-1,1 0,0 0,-1-2,0 6,-1 1,1-1,-1 0,1 1,-1-1,1 1,-1 0,1-1,-1 1,1-1,-1 1,0 0,1-1,-1 1,0 0,1 0,-1 0,0-1,1 1,-1 0,0 0,1 0,-1 0,0 0,0 0,1 0,-1 0,0 1,1-1,-1 0,0 0,1 1,-1-1,1 0,-1 1,0-1,1 0,-1 1,1-1,-1 1,1-1,-1 1,1-1,-1 1,1-1,0 1,-1 0,1-1,0 1,-1 0,1-1,0 1,0 0,0-1,-1 1,1 0,0-1,0 1,0 0,-4 7,0-1,1 1,-1 0,1 1,1-1,0 0,0 1,1-1,0 1,0 0,1-1,0 1,0 0,1-1,0 1,1 0,0 0,-1-6,1 0,0 0,-1 0,1 0,0 0,1-1,-1 1,0-1,1 1,-1-1,1 0,0 0,0 0,0 0,0 0,0-1,0 1,1-1,-1 0,0 0,1 0,-1-1,0 1,1-1,-1 0,1 1,-1-2,2 1,5 0,0-1,0-1,-1 0,1 0,0-1,0 0,-1 0,0-1,3-2,0-1,0 0,0 0,0-1,-1-1,0 0,-1-1,0 0,0 0,-1-1,-1 0,1-1,1-5,-1 1,-10 46,-1-16,1 0,0 0,1 0,1 0,0 0,1 0,0 0,4 10,-5-18,1-1,0 1,1 0,-1-1,1 1,1-1,-1 0,0 0,1 0,0-1,0 1,1-1,-1 0,1 0,0-1,0 1,0-1,1 0,-1 0,1-1,3 1,-2 0,1-2,0 1,0-1,0 0,0-1,0 0,0 0,0-1,1 0,-2 0,1-1,0 0,0 0,0-1,-1 0,0 0,1-1,3-2,4-3,-1-1,0-1,0 0,-1 0,-1-1,0-1,0 0,0-4,1-1,-2 0,-1-1,0 0,-1-1,-1 0,-1-1,-1 0,0 0,-2 0,-1 0,0-5,1-22,-3-1,-1 1,-3 0,-5-24,5 44,-2 1,0-1,-2 1,0 0,-9-18,16 45,0-1,0 1,0 0,0-1,0 1,0 0,0-1,0 1,0 0,0-1,0 1,0 0,0-1,0 1,0 0,-1-1,1 1,0 0,0-1,0 1,0 0,-1-1,1 1,0 0,0 0,0-1,-1 1,1 0,0 0,-1-1,1 1,0 0,0 0,-1 0,1 0,0 0,-1-1,1 1,0 0,-1 0,1 0,-1 0,1 0,0 0,-1 0,1 0,0 0,-1 0,1 0,0 0,-1 1,1-1,0 0,-1 0,1 0,0 0,0 1,-1-1,1 0,0 0,-1 0,1 1,0-1,0 0,-6 25,4 51,3 0,3 0,3-1,4 1,4 3,-10-49,0 1,2 0,1-1,1 0,2-1,1 0,1-1,8 10,-20-34,1-1,1 1,-1-1,0 0,1 0,-1 0,1 0,0 0,0 0,0-1,1 1,-1-1,1 0,-1 0,1 0,0-1,-1 1,1-1,0 0,0 0,0 0,0-1,0 1,0-1,0 0,0 0,0 0,0-1,0 1,0-1,0 0,0 0,0-1,0 1,2-2,8-7,-1 0,1-1,-2 0,1-1,-2-1,10-13,10-9,-30 34,-1 1,0-1,0 1,0-1,1 1,-1 0,0-1,1 1,-1-1,0 1,1 0,-1 0,1-1,-1 1,0 0,1-1,-1 1,1 0,-1 0,1 0,-1 0,1 0,-1-1,1 1,-1 0,1 0,-1 0,1 0,-1 0,1 0,-1 1,1-1,-1 0,1 0,-1 0,0 0,1 1,-1-1,1 0,-1 0,1 1,-1-1,0 0,1 0,-1 1,0-1,1 1,-1-1,0 0,1 1,-1-1,0 1,0-1,0 1,1-1,-1 0,0 1,0-1,0 1,8 36,-6-26,-2-4,0 1,1-1,1 0,-1 1,1-1,0 0,1 0,0 0,0 0,0-1,1 1,0-1,0 0,1 0,-1 0,1 0,1-1,-1 0,1 0,0-1,0 1,0-1,1-1,-1 1,1-1,0 0,0-1,3 2,31-5,-2-6</inkml:trace>
  <inkml:trace contextRef="#ctx0" brushRef="#br0" timeOffset="-181028.319">9345 11648,'-16'0,"-8"0,-1 0,-2-2,4-1</inkml:trace>
  <inkml:trace contextRef="#ctx0" brushRef="#br0" timeOffset="-180855.782">8542 11568,'16'0,"21"0,25 0,24-2,21-2,14 1,6 1,-20 0</inkml:trace>
  <inkml:trace contextRef="#ctx0" brushRef="#br0" timeOffset="-180608.442">9558 12169,'27'-22,"-2"-1,0-1,-2-1,0-1,-2-1,-1-1,-1-1,5-12,-23 40,1-1,-1 1,0-1,0 1,0-1,0 0,0 1,0-1,0 0,0 0,-1 0,1 0,-1 0,1 1,-1-1,0 0,0 0,0 0,0 0,0 0,0 0,0 0,-1 0,1 0,-1 0,0 0,1 0,-1 1,0-1,0 0,0 1,0-1,0 0,0 1,-1-1,1 1,0 0,-1-1,0 1,1 0,-1 0,1 0,-1 0,0 0,0 0,0 0,-5 3,1 0,-1 0,1 0,-1 1,1 0,0 0,0 0,0 1,1 0,-1 0,1 1,0-1,0 1,0 0,1 1,0-1,0 1,0 0,1 0,0 0,0 0,0 0,1 1,-1 2,1-4,0 0,0 0,0 1,1-1,-1 1,1 0,1-1,-1 1,1 0,0-1,0 1,1 0,-1-1,1 1,1-1,-1 1,1-1,0 1,0-1,0 0,1 0,0 0,0 0,0 0,0-1,1 0,0 1,3 2,7 1,-1-1,1 0,0-1,0-1,1 0,0-1,0-1,0 0,0 0,0-2,1 0,10-1,72 1,-5-6</inkml:trace>
  <inkml:trace contextRef="#ctx0" brushRef="#br0" timeOffset="-179623.483">10976 11862,'-11'78,"3"-1,4 1,3 1,6 31,13 361,-20-425,-3-28,-5-27,-33-112,36 96,-9-32,2-1,3 0,2 0,3-1,2 0,3-1,5-30,-4 80,1 1,0-1,1 0,0 1,0-1,1 1,0 0,1 0,0 0,1 0,-1 1,2 0,-1 0,1 0,0 0,1 1,0 0,0 1,0-1,1 1,0 1,0-1,0 1,1 1,0 0,0 0,0 1,9-3,-12 5,-1-1,0 1,1 1,0-1,-1 1,1 0,-1 0,1 1,-1-1,1 1,-1 0,1 1,-1-1,0 1,1 1,-1-1,0 0,-1 1,1 0,0 0,-1 1,1-1,-1 1,0 0,-1 0,1 0,-1 1,1-1,-1 1,-1 0,1 0,-1 0,1 0,-1 0,-1 1,1-1,-1 1,0-1,0 1,-1-1,0 1,0-1,0 1,0-1,-1 1,-1 4,-1-3,-1-1,0 1,-1-1,0 0,0 0,0-1,0 1,-1-1,0 0,0-1,0 1,-1-1,1 0,-1-1,0 0,0 0,0 0,-1-1,1 0,0 0,-1-1,0 0,1-1,-1 1,0-1,-11-2,20-5,29-14,20-6,8-4,0-2,-3-3,30-25,-71 50,0-1,-1-1,0 0,-1-1,0 0,-1-1,-1 0,-1-1,0 0,-1 0,0-1,-1 0,-1 0,-1-1,0-4,-3 13,0-1,-1 0,0 0,0 0,-1 1,0-1,-1 0,0 0,-1 0,0 1,0-1,-1 1,-1-1,1 1,-1 0,-1 1,0-1,0 1,-1-1,0 2,0-1,0 1,-1 0,-4-3,8 8,0 0,0 0,-1 1,1-1,0 1,-1 0,1 0,-1 0,1 0,-1 1,1-1,-1 1,0 0,1 0,-1 1,0-1,1 1,-1-1,1 1,-1 0,1 0,0 1,-1-1,1 1,0 0,0-1,0 1,0 1,0-1,0 0,1 1,-1-1,1 1,-1 1,-5 6,1 0,0 0,1 0,0 1,0 0,1 0,1 0,0 1,-2 9,3 6,1 1,2 0,0-1,2 1,1-1,2 1,0-1,2 0,1-1,0 0,3 0,0-1,1 0,1-1,4 3,-6-3,1-1,1 0,2-1,0 0,1-1,1-1,1 0,0-2,2 0,0-1,11 6,-26-20,0 0,0-1,0 0,0 0,0 0,0 0,0-1,1 0,-1 0,0 0,1-1,-1 0,1 0,-1 0,1-1,-1 0,0 0,1 0,-1-1,0 1,0-1,0 0,0-1,0 0,0 1,-1-1,1-1,-1 1,3-4,4-5,0 0,-1-1,-1 0,0-1,-1 0,-1 0,0-1,0 0,-2 0,0-1,-1 0,0 1,-1-1,-1-1,-1 1,0-3,-8-22,6 41,0 0,0 1,0-1,0 0,0 0,0 0,0 1,0-1,0 1,0-1,0 1,0-1,0 1,0-1,0 1,1 0,-1 0,0-1,0 1,1 0,-1 0,1 0,-1 0,0 0,1 0,0 0,-1 0,1 0,0 0,-1 0,1 0,0 0,0 0,0 0,0 0,0 0,0 0,0 0,0 0,-3 10,0 0,1 0,0 0,0 0,1 0,1 0,0 0,0 0,1 0,1 0,-1 0,2 0,0-1,0 1,1-1,0 1,1-1,0 0,0-1,1 1,1-1,-1-1,2 1,-1-1,1 0,4 3,19 7</inkml:trace>
  <inkml:trace contextRef="#ctx0" brushRef="#br0" timeOffset="-179356.198">11657 11755,'20'2,"17"3,1 1</inkml:trace>
  <inkml:trace contextRef="#ctx0" brushRef="#br0" timeOffset="-178812.986">12112 12022,'25'154,"-25"-152,0 1,1 0,-1-1,0 1,1-1,0 0,-1 1,1-1,0 0,0 1,1-1,-1 0,0 0,1 0,-1 0,1 0,0 0,-1 0,1 0,0-1,0 1,0-1,0 0,1 1,-1-1,0 0,1 0,-1 0,0-1,1 1,-1 0,1-1,1 0,6-4,0 0,0-1,-1 0,0-1,0 0,0 0,-1-1,0 0,0-1,0 0,-1 0,-1 0,1-1,-1 0,0-3,51-69,-57 81,0-1,0 1,1 0,-1-1,0 1,0 0,1 0,-1-1,0 1,1 0,-1 0,0-1,1 1,-1 0,0 0,1 0,-1 0,0 0,1 0,-1-1,0 1,1 0,-1 0,1 0,-1 0,0 0,1 0,-1 0,0 0,1 1,-1-1,1 0,-1 0,0 0,1 0,-1 0,0 1,1-1,-1 0,0 0,0 1,1-1,-1 0,0 0,0 1,1-1,-1 0,0 1,0-1,0 0,1 1,-1-1,0 0,0 1,0-1,0 0,0 1,0-1,0 1,0-1,0 1,5 30,-4-23,-1-1,0 0,1 0,0 0,1-1,0 1,0-1,0 1,1-1,-1 1,2-1,-1 0,1-1,0 1,0 0,0-1,1 0,-1 0,2 0,-1-1,0 0,1 0,0 0,1 0,6 0,0-1,0-1,1 0,-1 0,1-1,0-1,-1-1,1 0,-1 0,1-1,-1-1,1-1,-1 1,-1-2,1 0,0-1,-1 0,0 0,-1-1,1-1,-2 0,1-1,-1 0,0 0,0-2,-9 10,0 0,-1 0,1 0,0 0,0 1,0-1,-1 0,1 1,0-1,0 0,0 1,0-1,0 1,0 0,0-1,1 1,-1 0,0 0,0 0,0-1,0 1,0 0,0 1,0-1,1 0,-1 0,0 0,0 1,0-1,0 0,0 1,0-1,0 1,0-1,0 1,0 0,0-1,-1 1,1 0,0 0,0-1,-1 1,1 0,0 0,-1 0,1 0,0 0,6 7,1-1,0 0,1 0,-1-1,1 0,1 0,-1-1,1 0,6 1,-13-4,1-1,0 0,0 0,0 0,0 0,0-1,0 1,0-1,0 0,0-1,0 1,0 0,0-1,0 0,0 0,0-1,-1 1,1-1,0 1,-1-1,1 0,-1 0,0-1,1 1,-1-1,2-2,-1 1,-1 1,1-1,-1 0,0-1,0 1,0 0,-1-1,1 1,-1-1,0 0,0 0,-1 0,0 0,0 0,0 0,0 0,-1-1,0 1,0 0,0 0,0 0,-1 0,0-1,0 1,-1 0,1 0,-1 1,0-1,-1 0,1 0,-1 1,0 0,0-1,0 1,0 0,-1 1,0-1,1 1,-1-1,-1 1,1 0,0 0,-1 1,1 0,-1-1,0 2,0-1,0 0,-4 0,3 2,0 0,-1 1,1-1,-1 1,1 0,0 1,0 0,0 0,0 0,0 1,0-1,1 1,-1 1,1-1,0 1,0 0,0 0,0 1,-1 1,-4 5,1 0,-1 0,2 1,0 1,0 0,1 0,-4 12,7-17,1 1,0-1,1 1,0 0,1 0,-1 0,2 0,-1 0,1 2,0-8,1-1,-1 1,0 0,1 0,0-1,-1 1,1 0,0-1,0 1,1-1,-1 1,0-1,1 1,0-1,-1 0,1 0,0 0,0 0,0 0,1 0,-1-1,0 1,0-1,1 1,-1-1,1 0,0 0,-1 0,1 0,0-1,1 1,4 0,0-1,1 0,-1-1,0 0,0 0,0-1,0 1,0-2,0 1,0-1,-1-1,1 1,-1-1,0 0,0-1,33-20</inkml:trace>
  <inkml:trace contextRef="#ctx0" brushRef="#br0" timeOffset="-178528.233">13007 11635,'-9'0,"1"2,0-1,-1 1,1 0,0 0,0 1,0 0,1 1,-1 0,1 0,0 1,0-1,0 1,0 1,1 0,0 0,-1 1,4-4,0 0,0 0,0 1,1 0,-1-1,1 1,0 0,0 0,0 0,1 1,-1-1,1 0,0 1,0-1,0 0,1 1,0-1,0 1,0-1,0 1,1-1,-1 1,1-1,0 0,1 1,-1-1,1 0,0 0,0 0,0 0,0 0,2 2,8 6,0 0,0 0,1-1,1-1,0 0,0-1,10 5,47 32,14 47,-36-35,-41-51,0 0,0 0,1-1,0 0,1 0,-1-1,1-1,0 0,0 0,1-1,-1 0,1 0,-1-2,1 1,4-1,162-4,-168 3,78-9</inkml:trace>
  <inkml:trace contextRef="#ctx0" brushRef="#br0" timeOffset="-177643.037">15240 11955,'-21'2,"0"0,0 2,1 0,-1 2,1 0,0 1,1 1,-1 0,2 2,-1 0,1 2,1 0,-7 6,-20 27,44-43,0-1,1 1,-1-1,0 1,1-1,-1 1,1-1,0 1,-1-1,1 0,0 1,0-1,0 0,-1 0,1 0,1 0,-1 1,0-1,0-1,0 1,0 0,1 0,-1 0,1-1,-1 1,0 0,1-1,-1 0,1 1,-1-1,1 0,-1 1,1-1,-1 0,1 0,-1-1,1 1,-1 0,1 0,-1-1,1 1,-1-1,2 1,24-3,0-1,0-1,0-1,0-2,-1 0,0-2,-1-1,0-1,22-14,-37 21,-1 0,1 0,-1-1,0 0,-1 0,1-1,-1-1,-1 1,1-1,-1 0,-1-1,0 1,0-2,1-2,-6 11,-1-1,0 1,0 0,0 0,0-1,0 1,0 0,0 0,-1-1,1 1,0 0,-1 0,1 0,-1 0,1-1,-1 1,0 0,1 0,-1 0,0 0,0 0,0 0,1 1,-1-1,0 0,0 0,0 0,-1 1,1-1,0 1,0-1,0 1,0-1,0 1,-1 0,1-1,0 1,0 0,-1 0,1 0,0 0,0 0,-1 0,1 1,0-1,0 0,-1 0,1 1,0-1,0 1,0-1,0 1,0 0,0-1,0 1,-4 2,0-1,0 1,1 0,-1 0,1 1,0-1,0 1,0 0,1 0,-1 0,1 0,0 1,0 1,1-5,1 1,0 0,0 0,0 0,0 0,0 1,0-1,1 0,-1 0,1 0,-1 1,1-1,0 0,0 0,0 1,0-1,0 0,1 0,-1 1,1-1,-1 0,1 0,0 0,0 0,0 0,0 0,0 0,0 0,1 0,-1 0,1-1,1 2,7 3,1-1,0 0,0-1,1 0,0-1,-1 0,1-1,0 0,0-1,0 0,0-1,0 0,11-2,-9 2,1 0,-1 0,1-1,-1-1,0-1,0 0,0-1,0 0,-1-1,1 0,-1-1,0-1,-1 0,0-1,0 0,-1-1,1 0,-2-1,0 0,8-10,-7-15,-11 35,-1 0,1-1,-1 1,0 0,1 0,-1-1,0 1,1 0,-1 0,0 0,1 0,-1 0,0 0,1 0,-1 0,0 0,1 0,-1 0,0 0,1 1,-1-1,0 0,1 0,-1 1,1-1,-1 0,1 1,-1-1,1 1,-1-1,1 1,-1-1,1 1,-1-1,1 1,0-1,-1 1,1 0,0-1,-1 1,1-1,0 1,0 0,0-1,0 1,-1 0,1-1,0 1,-3 3,0 1,0-1,1 1,0 0,-1-1,1 1,1 0,-1 0,1 0,0 1,0-1,0 0,1 0,0 1,0-1,0 0,1 0,-1 1,1-1,1 0,-1 0,1 0,0 0,0 0,0 0,0-1,1 1,0-1,0 0,0 1,1-1,0-1,-1 1,1 0,0-1,1 0,-1 0,3 1,1-1,1 0,0 0,0-1,0 0,0-1,0 0,0 0,0-1,1-1,-1 1,0-1,0-1,0 0,0 0,0 0,0-1,5-3,3-1,-1-2,0 1,0-2,-1 0,0-1,-1 0,0-1,6-7,-14 13,1 0,-1-1,-1 0,1 0,-1 0,-1-1,1 1,-1-1,-1 0,1-1,0-4,-4 13,0 0,0 1,0-1,-1 0,1 0,0 0,0 1,-1-1,1 0,0 0,-1 0,1 0,0 0,0 1,-1-1,1 0,0 0,-1 0,1 0,0 0,-1 0,1 0,0 0,-1 0,1 0,0 0,0 0,-1-1,1 1,0 0,-1 0,1 0,0 0,-1 0,1 0,0-1,0 1,-1 0,1 0,0-1,0 1,0 0,-1 0,1-1,0 1,0 0,0 0,0-1,0 1,-1 0,1-1,0 1,0 0,0-1,0 1,0 0,0 0,0-1,0 1,0 0,0-1,0 1,0 0,1-1,-1 1,0-1,-19 20,16-16,1 0,-1 1,1-1,0 1,0 0,0-1,1 1,-1 0,1 0,0 0,0 0,0 0,0 0,1 0,0 1,0-1,0 0,0 0,1 0,0 0,-1 0,1 1,1-2,-1 1,1 0,-1 0,1 0,0-1,1 1,-1-1,3 3,5 1,0 0,1-2,0 1,0-1,0-1,1 0,0 0,0-1,0-1,0 0,0 0,0-2,5 1,70 2,-2-5</inkml:trace>
  <inkml:trace contextRef="#ctx0" brushRef="#br0" timeOffset="-177130.408">17486 11781,'19'3,"1"-2,-1-1,1 0,-1-1,1-1,-1-1,0-1,0 0,0-2,0 0,-1-1,0-1,0 0,-1-2,5-3,-11 6,0 0,0-1,-1-1,0 1,0-2,-1 1,0-1,-1-1,0 0,0 0,-2 0,1-1,-1 0,-1 0,0-1,-1 1,0-1,-1 0,0 0,-1 0,-1-1,0-8,-1 19,1 0,-1-1,0 1,-1 0,1 0,-1 0,1 0,-1-1,0 1,0 0,0 0,-1 0,1 1,-1-1,1 0,-1 0,0 1,0-1,0 1,-1 0,1 0,0-1,-1 2,0-1,1 0,-1 0,0 1,0-1,0 1,0 0,0 0,0 0,0 0,0 1,0-1,0 1,-1 0,1 0,-6 4,-1 0,1 0,0 1,0 0,1 1,0 0,0 0,0 1,1 0,0 0,0 1,0 0,1 0,1 1,-1-1,1 1,1 0,0 1,0-1,-1 6,-18 51,4 1,2 1,3 1,3 0,3 0,3 1,4 0,3 15,-2 51,6 0,20 107,-20-204</inkml:trace>
  <inkml:trace contextRef="#ctx0" brushRef="#br0" timeOffset="-176675.619">17325 12022,'552'-55,"-344"36,-208 18,1 1,0-1,0 1,0-1,0 1,0 0,0 0,1-1,-1 1,0 0,0 0,0 0,0 0,0 0,0 0,0 0,0 0,0 1,0-1,0 0,0 1,0-1,0 1,0-1,0 1,0-1,0 1,0 0,0-1,-1 1,1 0,0 0,0 0,-1-1,1 1,-1 0,1 0,-1 0,1 0,-1 0,1 0,-1 0,0 0,0 0,1 0,-1 0,0 1,0-1,0 0,0 0,0 0,-1 0,1 0,-13 22,-7 31,21-52,1 0,1 0,-1 1,0-2,0 1,1 0,-1 0,1-1,-1 0,1 1,0-1,-1 0,1 0,0 0,0-1,0 1,0-1,0 1,0-1,0 0,0 0,0-1,0 1,-1 0,1-1,0 0,0 0,0 0,1 0,4-1,0-1,0 0,-1 0,1 0,0-1,-1 0,0-1,0 0,-1 0,1 0,4-6,-9 9,1 0,-1 0,0-1,0 1,0-1,0 0,-1 1,1-1,-1 0,1 0,-1 0,0 0,0 0,0 0,-1-1,1 1,-1 0,0 0,1 0,-2-1,1 1,0 0,-1 0,1-1,-1 1,0 0,0 0,0 0,0 0,-1 0,-1-2,-1 1,-1 0,0 0,0 0,-1 1,1-1,-1 1,1 0,-1 1,0 0,0 0,0 0,-1 0,1 1,0 0,-1 1,1-1,0 1,-1 0,1 1,-1 0,1 0,0 0,0 1,0-1,0 1,0 1,-2 0,2-1,0 0,0 0,0 1,0-1,0 1,0 0,1 1,0 0,0 0,0 0,0 0,0 1,1-1,0 1,0 0,0 1,0-1,1 1,0 0,0-1,0 3,3-6,1 0,-1 0,0 0,1 0,-1 0,1 0,-1-1,1 1,0 0,0 0,0-1,0 1,0 0,0-1,1 1,-1-1,0 0,1 1,-1-1,1 0,-1 0,1 0,0 0,0 0,-1 0,2 0,27 13</inkml:trace>
  <inkml:trace contextRef="#ctx0" brushRef="#br0" timeOffset="-176106.623">18636 11781,'-9'-3,"1"0,-1 0,0 1,1 0,-1 0,0 1,0 0,0 0,-1 1,1 1,0-1,0 2,0-1,1 1,-1 0,0 1,-5 2,12-4,0 0,1 0,-1 0,1 1,-1-1,1 0,0 0,-1 1,1-1,0 1,0-1,0 1,0 0,0-1,0 1,0 0,1 0,-1-1,1 1,-1 0,1 0,0 0,0 0,0 0,0 0,0 0,0-1,0 1,0 0,1 0,-1 0,1 0,0-1,-1 1,1 0,0 0,0-1,0 1,0-1,1 2,57 57,169 90,-188-110,-40-39,0 0,0 0,0 0,0 0,0 0,-1 0,1 0,0 0,-1 0,1 0,0 0,-1 0,1 0,-1 0,0 0,1-1,-1 1,0 0,1 0,-1-1,0 1,0 0,0-1,1 1,-1-1,0 1,0-1,0 0,0 1,0-1,0 0,0 0,0 1,0-1,0 0,0 0,0 0,0 0,0 0,0 0,0-1,0 1,0 0,0-1,0 1,0 0,0-1,0 1,0-1,0 1,-1-1,0 0,0 0,0 0,0 0,0 0,0 0,0 0,1-1,-1 1,0-1,1 1,-1-1,1 1,0-1,-1 0,1 0,0 0,0 0,0 0,0 0,1 0,-1 0,0 0,1 0,0 0,-1-1,1 1,0 0,0 0,0 0,0 0,1-1,-1 1,1 0,-1 0,1 0,0-1,34-77,58-59,-44 68,-3-1,17-42,-49 87,-2 0,-1-1,-1 0,-2 0,4-25,-17 92,1 1,2 0,2 37,5-33,2 0,2 0,2-1,1 0,3-1,1 0,2-1,2-1,15 21,5-8,-40-53,0 0,1 1,-1-1,0 0,0 1,0-1,1 0,-1 0,0 1,0-1,1 0,-1 0,0 1,1-1,-1 0,0 0,1 0,-1 1,0-1,1 0,-1 0,0 0,1 0,-1 0,1 0,-1 0,0 0,1 0,-1 0,0 0,1 0,-1 0,1 0,-1 0,0-1,1 1,-1 0,0 0,1 0,-1-1,0 1,1 0,-1 0,0 0,0-1,1 1,-1 0,0-1,0 1,0 0,1-1,-1 1,0 0,0-1,0 1,0 0,0-1,1 1,-1 0,0-1,0 1,0-1,0 1,1-15</inkml:trace>
  <inkml:trace contextRef="#ctx0" brushRef="#br0" timeOffset="-175854.771">18850 11635,'16'-3,"25"0,29 3,30 2,27 5,24 5,-14 0</inkml:trace>
  <inkml:trace contextRef="#ctx0" brushRef="#br0" timeOffset="-173360.405">20587 11822,'-15'-9,"1"1,-2 1,1 1,-1 0,0 1,0 0,0 2,-1 0,-13-1,21 3,0 1,0-1,0 2,0-1,0 1,1 1,-1-1,0 1,1 1,-1 0,1 0,0 1,0 0,0 0,0 1,1 0,0 0,-7 6,13-10,-1 0,1 1,-1-1,1 0,-1 1,1-1,0 1,0-1,0 1,0-1,0 1,0 0,0 0,0 0,1-1,-1 1,1 0,-1 0,1 0,0 0,0 0,0 0,0 0,0 0,0 0,0-1,1 1,-1 0,1 0,-1 0,1 0,0 0,0-1,0 1,0 0,0-1,0 1,0-1,0 1,1-1,-1 0,1 1,-1-1,1 0,-1 0,1 0,0 0,-1 0,2 0,12 4,0-1,1 0,0-1,0 0,0-2,0 0,0-1,0 0,1-1,-1-1,-1-1,15-3,-19 3,1 1,-1-2,0 1,0-2,0 1,-1-1,1-1,-1 0,-1-1,4-2,-13 9,0 1,0-1,0 1,0-1,0 1,0-1,0 1,0-1,1 1,-1-1,0 1,0-1,0 0,1 1,-1-1,0 1,0-1,1 0,-1 1,0-1,1 0,-1 1,0-1,1 0,-1 0,1 1,-1-1,0 0,1 0,-1 0,1 1,-1-1,1 0,-1 0,1 0,-1 0,1 0,-1 0,1 0,-1 0,0 0,1 0,-1 0,1 0,-1 0,1-1,-1 1,1 0,-1 0,0 0,1-1,-1 1,1 0,-1-1,0 1,1 0,-1-1,0 1,1 0,-1-1,0 1,0 0,1-1,-1 1,0-1,48 288,-33-219,-2-18,-2 0,-3 0,-1 1,-3 0,-2 30,-3-70,0 0,-1-1,-1 1,1-1,-2 1,1-1,-1 0,-1 0,-4 6,8-13,-1 0,0 0,0 0,-1 0,1 0,-1 0,1-1,-1 1,0-1,0 0,0 0,0 0,0 0,0 0,-1-1,1 1,-1-1,1 0,-1 0,1 0,-1-1,0 1,1-1,-1 0,0 0,1 0,-1 0,0-1,-1 0,0-1,0 0,0 0,0 0,0-1,1 1,-1-1,1-1,0 1,0 0,0-1,0 0,1 0,-1 0,1 0,0-1,1 1,-1-1,1 0,0 0,0 0,-1-2,-23-113,25 104,0 0,0-1,2 1,0-1,1 1,0 0,2 0,0 0,0 0,2 1,0 0,1 0,0 0,1 1,1 0,0 0,1 1,0 0,1 1,0 0,3 0,158-113,-139 105,-1-1,-1-1,-1-1,-1-2,-1-1,16-21,-40 43,0 0,0 0,-1-1,0 1,1-1,-2 0,1 0,-1 0,1 0,-1 0,-1-1,1 1,-1-1,0 1,0-1,-1 0,1 1,-1-1,0 1,-1-4,-2 6,0 0,0 0,-1 1,1-1,0 1,-1 0,0 0,1 1,-1-1,0 1,0-1,0 1,0 0,0 1,0-1,0 1,0 0,0 0,-1 0,1 0,0 1,0-1,-2 2,2-2,0 0,-1 0,1 1,0 0,-1 0,1 0,0 0,0 1,0-1,0 1,0 0,0 1,1-1,-1 0,1 1,-1 0,1 0,0 0,0 0,0 1,1-1,-1 1,1-1,0 1,0 0,0 0,0 0,1 0,0 0,-1 1,1-1,1 0,-1 1,1 3,1 0,0-1,1 1,0 0,0-1,1 1,0-1,1 0,-1 0,1 0,1 0,-1-1,1 0,0 0,1 0,-1 0,7 4,3 2,0 0,1-2,0 1,0-2,1 0,11 3,-21-8,0 0,1-1,0 1,0-2,0 1,0-1,0 0,0-1,0 0,1 0,-1-1,1 0,-1 0,0-1,1 0,-1-1,0 1,0-2,0 1,0-1,0 0,-1-1,1 0,-1 0,0-1,4-3,0-7,-1 0,-1 0,0-1,-1-1,-1 0,-1 0,0 0,-1 0,-1-1,-1 0,0 10,-1 73,-3-60,1 1,1 0,-1-1,1 1,0 0,0-1,0 1,1-1,0 0,0 1,1-1,-1 0,1 0,0-1,0 1,1 0,-1-1,1 0,0 0,0 0,1 0,-1-1,1 0,-1 0,1 0,0 0,0-1,1 0,-1 0,0 0,1 0,1-1,3 1,0-1,0 0,0 0,0-1,0-1,1 1,-1-2,0 1,0-2,0 1,-1-1,1 0,-1-1,1-1,-1 1,0-1,-1-1,1 1,-1-2,-1 1,1-1,-1 0,0-1,0 1,-1-1,0-1,-1 1,1-1,-2 0,36-81,-35 114,-3-15,0 0,0 0,0 0,1 0,1-1,-1 1,1-1,1 0,0 0,0 0,0-1,1 0,0 0,1 0,-1-1,1 0,0 0,1-1,-1 0,1 0,0-1,1 0,-1 0,1-1,-1 0,1 0,0-1,0 0,0-1,0 0,1 0,-1-1,3 0,-2 0,0-1,0 1,-1-2,1 1,-1-1,1-1,-1 1,0-2,0 1,0-1,0-1,-1 1,0-2,0 1,0-1,0 0,-1-1,0 1,0-2,-1 1,0-1,0 1,-1-2,0 1,-1-1,1 1,-2-1,1 0,-1-1,0 1,-1 0,0-1,0-8,-2 16,0 0,1 0,-1 0,0 0,0 0,0 0,-1 0,1 0,0 0,-1 0,1 0,-1 0,0 1,1-1,-1 0,0 0,0 1,0-1,-1 0,1 1,0-1,0 1,-1-1,1 1,-1 0,0 0,1 0,-1-1,0 2,1-1,-1 0,0 0,0 0,0 1,0-1,0 1,0 0,0-1,0 1,0 0,0 0,0 0,0 1,0-1,0 0,0 1,1-1,-1 1,0 0,0 0,0-1,0 2,-2 1,1 1,0 0,0 1,0-1,0 0,1 1,0-1,0 1,0 0,0 0,1 0,0 0,0 0,0 0,1 0,-1 0,1 0,0 0,1 0,-1 0,1 0,0 0,1 0,-1 0,1 0,0 0,0-1,0 1,1-1,-1 1,1-1,0 0,1 0,-1 0,0 0,1-1,0 0,3 2,5 4,0-2,1 1,0-2,1 0,-1 0,1-1,1-1,-1 0,0-1,1-1,-1 0,1-1,0-1,0 0,-1-1,1 0,0-1,-1-1,0 0,1-1,-1-1,-1 0,2-1,-8 2,0 0,0-1,0 0,-1 0,0 0,0 0,0-1,0 0,-1-1,0 1,-1-1,1 0,-1 0,-1 0,1-1,-1 1,0-1,-1 0,0 0,0 0,-1 0,0-3,1-2,-2-1,0 1,0-1,-2 1,1-1,-2 1,0 0,0 0,-1 0,-1 0,0 1,-1 0,-1-2,7 14,1 0,-1 0,1 0,0 1,-1-1,1 0,-1 0,1 0,-1 0,1 0,-1 0,1 0,0 0,-1 0,1 0,-1-1,1 1,-1 0,1 0,-1 0,1-1,-1 1,1 0,-1-1,1 1,-1 0,0-1,1 1,-1-1,0 1,1 0,-1-1,0 1,1-1,-1 1,0-1,0 1,1-1,-1 1,0-1,0 1,0-1,0 0,0 1,0-1,0 1,0-1,0 1,0-1,0 1,0-1,0 1,-1-1,1 0,0 1,0-1,0 1,-1-1,1 1,0 0,-1-1,1 1,0-1,-1 1,1 0,-1-1,1 1,-1 0,1-1,214 42,-196-38,0 2,0 0,0 1,-1 1,0 1,4 3,-17-9,0 0,0 1,-1-1,1 1,-1 0,0 0,1 0,-2 1,1-1,0 1,-1-1,1 1,-1 0,0 0,0 0,-1 0,1 0,-1 1,0-1,0 0,0 1,-1-1,0 0,0 1,0-1,0 1,0-1,-2 4,-25 78,28-84,0 0,0 0,0 0,0 0,0 0,1 0,-1 0,1-1,-1 1,1-1,-1 1,1-1,0 1,0-1,-1 0,1 0,0 0,0 0,0 0,0 0,1-1,-1 1,0-1,0 1,0-1,1 0,-1 0,0 0,1 0,52 6,1-3,0-3,-1-1,41-8,-61 7,0-2,1-2,-2-1,1-1,-1-2,0-1,-1-2,27-15,-54 25,-1 1,0-2,0 1,0 0,0-1,0 0,-1 0,1-1,-1 1,0-1,0 0,-1 0,0 0,0 0,2-4,-6 7,1-1,-1 1,1 1,-1-1,0 0,0 0,0 0,0 0,0 0,0 1,0-1,-1 1,1-1,-1 1,1-1,-1 1,1 0,-1 0,0-1,0 1,0 1,1-1,-1 0,0 0,0 1,0-1,0 1,0-1,0 1,0 0,-1 0,1 0,0 0,0 0,0 1,0-1,0 0,0 1,0 0,0-1,-6 1,0-1,1 1,-1 0,0 1,1 0,-1 0,1 0,-1 1,1 0,0 1,0-1,1 2,-1-1,1 0,0 1,0 1,0-1,1 1,0 0,0 0,0 0,1 0,-4 7,8-12,-1 1,1-1,-1 1,1-1,-1 0,1 1,0-1,0 1,0-1,0 1,0-1,0 1,0-1,0 1,0-1,1 1,-1-1,1 1,-1-1,1 0,0 1,-1-1,1 0,0 0,0 1,0-1,0 0,0 0,0 0,0 0,0 0,0 0,1 0,-1-1,0 1,1 0,-1-1,0 1,1-1,-1 1,1-1,-1 0,1 1,-1-1,70 3,-53-5,1-2,-1 0,0-2,0 0,-1 0,2-3,-16 8,-3 1,0-1,1 0,0 1,-1-1,1 1,-1-1,1 1,0-1,-1 1,1-1,0 1,-1 0,1-1,0 1,0 0,-1 0,1-1,0 1,0 0,0 0,-1 0,1 0,0 0,0 0,0 0,-1 0,1 1,0-1,0 0,0 0,-1 1,1-1,0 0,-1 1,1-1,0 1,-1-1,1 1,0-1,-1 1,1-1,-1 1,1 0,-1-1,1 1,-1 0,0-1,1 1,-1 0,0 0,1-1,-1 1,0 0,0 2,1 0,-1 0,1 0,0-1,0 1,0 0,0-1,1 1,-1 0,1-1,-1 0,1 1,0-1,0 0,0 0,0 0,0 0,1 0,-1-1,0 1,1-1,0 1,-1-1,1 0,0 0,-1 0,1 0,0-1,2 1,88 8,-77-10,0-1,0 0,0-1,0-1,0 0,-1-2,1 1,-1-2,-1 0,1-1,-1 0,-1-1,1 0,-1-1,-1-1,0 0,-1-1,0 0,-1-1,0 0,-1 0,0-1,2-7,22-46,-4-1,-3-2,-3 0,-2-2,-4 0,6-64,-9 8,-15 129,1 0,-1 0,0 0,0 0,1-1,-1 1,0 0,0 0,0-1,0 1,0-1,0 1,0-1,0 1,0-1,0 1,0-1,0 0,0 0,0 0,0 1,0-1,-1 0,1 0,0 0,0-1,0 1,0 0,0 0,0-1,0 1,0 0,0-1,0 1,0-1,0 0,0 1,0-1,0 0,0 1,0-1,1 0,-1 0,0 0,1 1,-1-1,0 0,1 0,-1 0,1 0,0 0,-1 0,1-1,0 1,-1 0,1 0,0 0,0 0,0 0,0 0,0 0,0-1,1 1,-1 0,0 0,0 0,1 0,-1 0,1 0,-18 20,0 2,2 0,1 1,0 1,2 0,0 0,2 1,1 1,-2 7,2-11,1 1,1 1,0-1,2 1,1 0,0 1,2-1,1 1,1-1,0 1,2-1,1 0,1 1,1-1,1-1,1 1,0-1,2 0,1-1,1 0,12 19,-13-28,1 0,0-1,1 0,0-1,1 0,0-1,0 0,1-1,0 0,1-2,-1 1,5-1,-11-3,0 0,0-1,1 0,-1-1,1 0,-1 0,1 0,0-1,-1-1,1 0,-1 0,1 0,-1-1,1 0,-1-1,0 0,0 0,0-1,-1 0,1 0,-1-1,0 0,1-1,-1 0,-1-1,0 1,-1-1,0-1,0 1,0-1,-1 0,0 0,0 0,-1 0,0-1,-1 1,0-1,0 0,-1 0,0 1,0-1,-1-7,0 14,0 1,1 0,-1-1,0 1,0 0,0-1,0 1,0-1,0 1,-1 0,1-1,0 1,-1 0,1 0,-1-1,1 1,-1 0,0 0,1 0,-1-1,0 1,0 0,0 0,0 0,0 0,0 1,0-1,0 0,0 0,0 0,0 1,-1-1,1 1,0-1,-1 1,1 0,0-1,0 1,-1 0,1 0,-1 0,1 0,0 0,-1 0,1 0,0 0,-1 1,-2 3,0 0,0 0,0 1,1 0,-1 0,1 0,0 0,1 0,-1 1,1-1,0 1,1 0,-1-1,1 1,0 0,1 0,-1 0,1 0,1 1,0 2,1 0,1 0,0 0,0 0,1 0,0 0,0-1,1 0,0 0,0 0,1-1,0 0,1 0,-1 0,1-1,1 0,-1 0,1-1,0 0,0 0,0-1,1 0,0 0,0-1,0 0,0-1,0 0,0 0,1-1,-1 0,1-1,2 0,-10 0,1 1,0-1,-1 0,1 0,0 0,-1 0,1 0,0-1,-1 1,1-1,-1 0,1 0,-1 0,1 0,-1 0,0 0,1-1,-1 1,0-1,0 1,0-1,0 0,0 0,0 0,-1 0,1 0,-1 0,1-1,-1 1,0 0,0-1,0 1,0-1,-1 0,1 1,0-1,-1 1,0-1,0 0,0 1,0-1,0 0,0-1,-5-5,0-1,0 1,0 1,-1-1,0 1,-1 0,0 0,0 1,-1 0,1 0,-2 1,1 0,-1 0,-6-2,-62-38,-2 3,-2 4,-41-13,106 45,-384-153,345 135,33 9,22 15,0 1,0-1,0 1,0-1,0 0,0 1,0-1,0 1,0-1,0 1,0-1,1 0,-1 1,0-1,0 1,1-1,-1 1,0-1,1 1,-1-1,0 1,1 0,-1-1,1 1,-1-1,0 1,1 0,-1-1,1 1,-1 0,1 0,0-1,-1 1,1 0,-1 0,1 0,-1 0,1 0,0 0,-1 0,1 0,-1 0,1 0,0 0,142-18,-116 17,130-5,271 0,-211 3</inkml:trace>
  <inkml:trace contextRef="#ctx0" brushRef="#br0" timeOffset="-169857.161">415 9375,'-16'12,"0"0,1 1,1 1,1 1,0-1,0 2,2 0,0 0,0 1,2 1,0 0,1 0,1 0,1 1,-1 6,-11 42,4 1,2 1,3 0,4 1,2 0,3-1,4 1,2-1,4 0,6 17,-4-13,4 0,3-1,3 0,3-2,3-1,3-1,3-2,3-1,2-2,3-1,3-3,3-1,2-3,2-2,3-2,50 35,-36-41,1-4,2-2,1-4,2-3,1-3,44 8,34 3,2-8,138 11,-114-24,0-8,0-8,29-9,-110-2,-1-4,0-4,0-5,-2-3,-1-5,48-23,-74 23,-2-3,-1-3,-2-3,-1-3,-2-2,-2-3,-2-3,-3-1,-1-4,-3-1,-3-3,-2-1,0-7,36-72,-7-4,-5-2,-1-21,-55 134,-2-1,-1 0,-1-1,-2 0,-2-1,0 1,-3-1,-1 0,-1 0,-1 1,-3-1,0 0,-9-29,-1 17,-2 2,-1-1,-3 2,-1 0,-3 2,-1 0,-1 2,-3 1,-1 1,-2 2,-1 1,-23-18,2 4,-2 1,-2 3,-2 3,-1 3,-3 2,-1 3,-1 2,-1 4,-2 3,-51-11,0 14,-1 5,0 6,-1 5,-52 7,-205 21,1 17,-234 61,-323 93,843-170,1 4,-70 33,146-56,0 1,0 1,0 0,1 1,0 0,0 1,1 1,1 0,-1 1,2 0,-1 1,1 0,1 1,1 0,0 0,0 1,1 0,1 1,0 0,-2 9,1 81,19-5</inkml:trace>
  <inkml:trace contextRef="#ctx0" brushRef="#br0" timeOffset="-167714.843">1484 12356,'22'7,"2"9,-1 2,-1 0,0 2,-2 0,0 2,-1 0,-1 1,0 4,17 29,-2 2,-3 2,-3 1,-3 0,-2 2,-3 1,5 33,-19-76,-4-13,1 0,-1-1,2 1,-1-1,1 1,0-1,1 0,-1 0,1 0,1-1,3 5,-6-10,0 0,1-1,-1 1,0-1,1 1,-1-1,0 0,0 0,1 0,-1 0,0-1,1 1,-1-1,0 1,0-1,0 0,1 0,-1 0,0 0,0 0,0 0,0 0,-1-1,1 1,0-1,0 0,-1 1,1-1,-1 0,0 0,0 0,1 0,-1-1,1 1,216-272,-141 192,2 3,4 4,4 3,84-52,-21 24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6:54.7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12,'7'-2,"11"-2,14 1,15 1,16 2,15 3,12 1,5 4,0 1,-5 3,-13 1,-20-2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2.6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373 527,'-10'-5,"1"-1,-1 1,0 1,0 0,-1 0,1 1,-1 0,1 1,-1 0,0 1,0 0,0 1,0 0,0 1,0 0,0 1,1 0,-1 0,0 1,1 1,0 0,0 0,0 1,0 0,1 1,0 0,0 0,0 1,1 0,0 1,0 0,1 0,0 0,0 1,1 0,1 1,-1-1,-1 5,6-11,0 0,0 0,0-1,0 1,1 0,-1 0,1 1,0-1,-1 0,1 0,1 0,-1 0,0 0,1 0,0 0,-1 0,1 0,0 0,1 0,-1-1,0 1,1 0,0-1,-1 1,1-1,0 1,0-1,1 0,-1 0,0 0,1 0,-1 0,1-1,-1 1,1-1,0 1,0-1,0 0,0 0,0-1,1 1,9 1,1-2,-1 1,1-2,-1 0,1 0,-1-1,0-1,0 0,0-1,0-1,-1 0,1 0,-1-1,0-1,-1 0,0 0,0-1,-1-1,10-9,-1-2,-1 0,-1-1,-1-1,-1-1,-1 0,-2-1,0 0,-1-1,-1 0,-1-1,-2 0,0 0,-2-1,-1 0,-1 0,-2 0,0 0,-2 0,2 14,0 0,-2-1,1 1,-2 0,0-1,0 1,-1 0,-1 0,0 1,-6-12,10 22,-1 1,0 0,1-1,-1 1,0 0,0 0,0-1,0 1,0 0,0 0,0 0,0 0,0 0,0 0,-1 1,1-1,0 0,-1 1,1-1,0 1,-1-1,1 1,-1-1,1 1,-1 0,1 0,-1 0,1 0,-1 0,1 0,-1 0,1 1,0-1,-1 0,1 1,-1-1,1 1,0-1,-1 1,1 0,0 0,-1 0,-43 51,34-30,1 0,0 1,2 0,1 0,0 1,2 0,1 0,1 0,0 0,2 1,1-1,2 1,0-1,1 0,1 0,2 0,2 7,-2-16,0 1,2-1,0-1,0 1,1-2,1 1,1-1,0 0,0-1,1-1,0 0,1 0,9 4,-13-8,0-2,1 1,0-2,0 1,0-1,0 0,0-1,1-1,0 1,-1-2,1 1,0-2,0 1,0-2,0 1,0-1,-1-1,1 0,0 0,-1-1,2-2,-4 2,0-1,0 0,-1 0,1-1,-1 0,-1-1,1 1,-1-1,0-1,0 1,0-1,-1 0,0 0,-1-1,1 1,-2-1,1 0,-1 0,0 0,0-1,-1 1,-1-1,1 1,-1-1,-1 0,1 1,-2-1,0-7,1 13,0 1,0-1,0 1,0 0,0-1,-1 1,1-1,-1 1,0 0,0-1,0 1,0 0,0 0,0 0,-1 0,1 0,-1 0,1 0,-1 0,0 1,1-1,-1 0,0 1,0 0,0-1,0 1,-1 0,1 0,0 0,0 0,-1 1,1-1,0 1,-1-1,1 1,-1 0,1 0,-1 0,1 0,0 0,-1 1,-2 1,1 1,-1 0,1 0,0 0,0 1,0-1,0 1,1 0,0 0,-1 1,1-1,1 1,-1-1,1 1,0 0,0 0,0 0,0 0,1 0,0 0,0 1,1-1,-1 0,1 0,0 1,1-1,-1 0,1 1,0-1,0 0,1 0,0 0,-1 0,3 3,6 5,0-2,1 1,0-1,1-1,0 0,1-1,-1 0,2-1,-1 0,1-1,1-1,-1 0,1-1,0-1,0 0,0-1,15 1,55 13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6.3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471 0,'-21'3,"-17"9,-15 14,-11 19,-4 24,0 26,8 23,11 20,14 11,20 3,26-5,25-10,25-13,19-19,13-19,6-24,-14-21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10.4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1,'9'9,"12"14,12 18,9 19,9 20,3 20,-2 17,-7 11,-10 10,-17 3,-23-1,-28-6,-31-16,-33-17,1-27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9.7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0 348,'3'2,"0"10,0 15,-1 13,0 12,-1 8,0 1,-1-3,0-8,0-9,0-9,0-11</inkml:trace>
  <inkml:trace contextRef="#ctx0" brushRef="#br0" timeOffset="415.61">28 268,'17'37,"2"0,2-2,1 0,6 4,-6-7,128 191,-149-221,-1-1,0 0,1 1,-1-1,1 0,-1 1,1-1,-1 0,1 0,0 0,0 1,0-1,0 0,0 0,0 0,0-1,0 1,0 0,0 0,0 0,0-1,1 1,-1-1,0 1,1-1,-1 1,0-1,1 0,-1 1,0-1,1 0,-1 0,1 0,-1 0,0-1,1 1,-1 0,0 0,1-1,-1 1,0-1,1 1,-1-1,0 0,0 1,0-1,1 0,-1 0,0 0,0 0,0 0,-1 0,1 0,0 0,0 0,8-19,-1 0,-1 0,0-1,-2 1,0-1,0-12,-1 9,11-57,-4 0,-4 0,-3-1,-5-48,-9 54,3 68,8 26,30 35,-9-27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9.1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81,'4'13,"2"17,2 14,-1 13,2 11,-2 5,-1 1,-2-5,-2-7,-1-10,0-11,-1-11,-1-10</inkml:trace>
  <inkml:trace contextRef="#ctx0" brushRef="#br0" timeOffset="314.924">1 1,'33'14,"0"2,0 2,-2 1,0 1,-2 1,0 2,-1 1,-2 1,0 2,-2 0,-1 2,-1 0,-1 1,7 17,-18-28,0 1,-1 1,-1-1,-1 2,-1-1,-1 1,1 6,-5-21,0 1,0-1,-1 0,0 0,0 0,-1 0,0 0,0 0,0 0,-1 0,0 0,-1 0,0-1,0 1,0-1,0 1,-1-1,0-1,-1 1,1 0,-1-1,0 0,0 0,-3 1,-4 1,-1 0,0-1,0 0,-1-1,0 0,0-1,0-1,0 0,-1-1,1-1,-1 0,1-1,-1 0,1-1,-1-1,1-1,0 0,-12-4,-28-21,44 16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8.3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1 749,'2'-15,"1"1,0-1,1 1,1 0,0 0,1 0,0 1,1 0,1 0,0 0,6-5,6-14,136-236,-150 263,-9 21,2-12,-15 72,3 1,4 0,3 1,4-1,3 1,3 0,11 52,-12-111</inkml:trace>
  <inkml:trace contextRef="#ctx0" brushRef="#br0" timeOffset="244.078">148 923,'18'0,"15"2,12 1,6 0,6-1,5 0,1-1,-3-3,-12-1</inkml:trace>
  <inkml:trace contextRef="#ctx0" brushRef="#br0" timeOffset="495.099">977 0,'0'25,"0"24,-2 23,-8 20,-9 19,-8 12,-6 6,-3-3,2-7,0-12,5-16,5-18,6-22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7.7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92 27,'-4'0,"1"-1,-1 1,1 0,-1 0,1 1,0-1,-1 1,1-1,0 1,-1 0,1 0,0 0,0 1,0-1,0 1,0 0,0 0,0 0,0 0,1 0,-1 1,1-1,0 1,0 0,0-1,0 1,0 0,0 0,1 0,0 0,-1 1,1-1,0 0,1 1,-1-1,1 0,-1 3,3-3,0 1,0-1,0 0,0 0,0 0,1 0,-1-1,1 1,0-1,0 1,0-1,0 0,0 0,1 0,-1-1,0 1,1-1,-1 0,1 0,0 0,-1 0,1 0,0-1,0 0,-1 0,1 0,0 0,0-1,-1 1,3-1,-2 1,0 0,0 0,0-1,0 1,0-1,0 0,0 0,0 0,0 0,-1-1,1 0,0 1,-1-1,1-1,-1 1,0 0,0-1,0 0,0 1,0-1,-1 0,1-1,-1 1,0 0,0-1,0 1,0-1,0 0,-1 1,0-1,0 0,0 0,0 0,-1 0,1 0,-1 0,0 0,0 0,-1 0,1 0,-1-2,-1 3,-1 0,1 0,-1 1,0-1,0 1,0-1,0 1,0 0,0 0,-1 1,1-1,-1 1,1-1,-1 1,1 0,-1 0,0 1,0-1,1 1,-1 0,0 0,0 0,1 0,-1 1,0-1,0 1,1 0,-1 0,1 1,-1-1,1 1,-1-1,1 1,0 0,0 0,-1 1,-17 12</inkml:trace>
  <inkml:trace contextRef="#ctx0" brushRef="#br0" timeOffset="300.199">145 455,'4'-4,"-1"1,0-1,0 0,0 0,0 0,0 0,-1 0,0 0,0-1,0 1,0-1,-1 0,0 1,0-1,0 0,0 0,-1 0,0 0,0 0,0 1,-1-1,1 0,-1 0,0 0,-1 0,1 0,-1 2,0 1,1-1,-1 1,0-1,0 1,-1 0,1 0,0 0,-1 0,1 0,-1 1,1-1,-1 1,0-1,0 1,0 0,0 0,0 0,0 1,0-1,0 1,0-1,0 1,0 0,0 0,0 1,0-1,0 1,0-1,0 1,0 0,0 0,0 0,0 1,0-1,1 1,-1-1,1 1,-1 0,1 0,0 0,-1 0,1 1,0-1,0 0,1 1,-1-1,0 1,1 0,0 0,0 0,-1-1,2 1,-1 0,0 0,0 2,2-1,0 0,0-1,0 1,1-1,-1 0,1 1,0-1,0 0,0 0,0 0,0 0,1-1,-1 1,1 0,0-1,0 0,0 0,0 0,0 0,0 0,1 0,-1-1,1 1,29 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6.7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341 98,'6'37,"-1"-47,-4 5,0 1,0 0,0 0,-1 0,0-1,0 1,0 0,0-1,0 1,-1 0,0 0,0 0,0-1,-1 1,1 0,-1 0,0 1,0-1,0 0,-1 1,1-1,-1 1,0 0,0 0,0 0,0 0,0 0,-1 1,0-1,1 1,-1 0,0 0,0 0,0 1,-1-1,-5 2,-1 0,1 0,0 1,0 0,0 1,0 0,0 1,0 0,1 0,-1 1,1 0,0 1,0 0,0 0,1 1,0 0,0 1,0 0,1 0,0 0,1 1,-1 0,-4 9,3-8,1 1,0 0,0 0,1 1,0 0,1 0,1 0,-1 0,2 1,0 0,0 0,1 0,0 0,1 0,1 0,0 0,0 1,1-1,1 0,0 0,0 0,2-1,-1 1,1 0,1-1,0 0,1 0,0-1,0 1,2-1,8 4,1-1,0-1,0 0,1-2,1 0,0-1,0 0,1-2,0-1,0 0,0-1,1-1,0-1,0-1,0-1,0-1,0-1,0 0,19-5,24-7,-11-3</inkml:trace>
  <inkml:trace contextRef="#ctx0" brushRef="#br0" timeOffset="216.992">755 70,'-6'-6,"1"-4,12 4,15 2,20 5,17 1,12 3,5 1,-4-1,-7-1,-12-2,-15 0</inkml:trace>
  <inkml:trace contextRef="#ctx0" brushRef="#br0" timeOffset="667.171">755 44,'8'29,"0"-1,2 0,1 0,2-1,0-1,12 17,-23-39,0-1,0 1,1-1,-1 1,1-1,0 0,0 0,0 0,0-1,1 1,-1-1,1 0,-1 0,1 0,0 0,0 0,0-1,0 0,0 0,0 0,0 0,0-1,1 1,-1-1,0 0,0 0,0-1,4 0,24-3,-26 2,1 0,0 1,0 0,-1 0,1 1,0 0,0 0,0 1,0 0,0 0,-1 1,1-1,0 1,-1 1,1-1,3 4,0 1,-1 1,-1 0,1 1,-1 0,-1 1,1 0,-2 0,1 0,-2 1,1-1,-1 1,-1 1,0-1,-1 1,0 0,-1-1,0 1,0 0,-2 1,1 0,-2-7,1-1,-1 0,0 1,0-1,0 0,-1 0,0 0,0 0,0 0,-1 0,0-1,0 1,0-1,0 0,-1 1,1-2,-1 1,0 0,0-1,0 1,-1-1,1-1,-1 1,0 0,0-1,0 0,-2 0,-12 5,0-2,-1 0,1-1,-1-1,0-1,-17 0,28-1,0 0,1-1,-1 0,0 0,0-1,0-1,1 1,-1-1,0-1,1 1,0-1,0-1,0 0,0 0,0 0,-1-2,8 5,1 0,-1 0,1 0,-1 0,1 1,0-1,-1 0,1 0,0 0,-1 0,1 0,0 0,0 0,0 0,0 0,0 0,0 0,0 0,0 0,1 0,-1 0,0 0,1 0,-1 0,0 1,1-1,-1 0,1 0,-1 0,1 0,0 1,-1-1,1 0,0 1,-1-1,1 0,1 1,16-17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3.0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174 161,'0'14,"0"18,-2 17,-1 14,-3 10,1 4,0-2,2-7,1-11,0-15</inkml:trace>
  <inkml:trace contextRef="#ctx0" brushRef="#br0" timeOffset="339.048">0 1,'446'423,"-425"-403,-1 1,-1 1,0 1,-2 0,-1 2,-1 0,9 18,-22-39,0 0,0 1,-1-1,1 0,-1 0,0 1,0-1,0 1,-1-1,0 1,0-1,0 1,0 0,-1-1,1 1,-1-1,0 0,-1 1,1-1,-1 0,0 0,0 1,0-2,0 1,-1 0,1 0,-1-1,0 1,0-1,-1 0,-11 6,-1-1,0-1,-1-1,0 0,0-1,0-1,0 0,-1-1,1-1,-1-1,0-1,-16-1,18 2,0 0,0-1,1-1,-1 0,0-1,0-1,1 0,-1-1,1-1,0-1,0 0,-7-4,6-8,10 1</inkml:trace>
  <inkml:trace contextRef="#ctx0" brushRef="#br0" timeOffset="589.985">775 282,'-6'20,"-4"19,2 13,1 10,2 3,2 0,1-2,1-8,1-8,1-10,-1-11</inkml:trace>
  <inkml:trace contextRef="#ctx0" brushRef="#br0" timeOffset="805.095">722 241,'11'21,"13"15,14 11,14 7,10 1,3 0,-3-5,-7-4,-11-7,-12-11</inkml:trace>
  <inkml:trace contextRef="#ctx0" brushRef="#br0" timeOffset="1072.004">1190 54,'-5'-13,"-1"-8,1 6,-2 11,0 16,2 19,2 20,0 21,5 12,3 7,5 1,6-4,3-7,-1-14,0-13,-3-15</inkml:trace>
  <inkml:trace contextRef="#ctx0" brushRef="#br0" timeOffset="1456.481">1537 429,'-5'2,"0"-1,0 1,0 0,1 1,-1-1,0 1,1 0,0 0,-1 0,1 1,1 0,-1-1,0 1,1 1,0-1,0 0,0 1,1-1,-1 1,1 0,0 0,0 0,1 0,0 0,0 0,-1 4,1 0,1 0,-1 0,2 0,-1-1,1 1,0 0,1 0,0 0,1-1,0 1,0-1,0 0,1 0,1 0,2 3,0-1,1 0,0-1,0 0,1-1,1 0,-1-1,1 1,0-2,1 1,0-2,0 1,0-2,1 1,5 0,-11-3,1 0,-1 0,1-1,-1 0,1-1,0 1,-1-1,1-1,0 1,-1-1,1 0,-1 0,1-1,-1 0,0 0,1-1,-1 0,0 0,-1 0,1 0,-1-1,1 0,-1-1,0 1,0-1,-1 0,1 0,2-8,-1 1,0-1,0 0,-2-1,1 1,-2-1,0 0,-1 0,0 0,-1 0,0 0,-1 0,-1 0,-1 0,1 0,-2 0,0 0,-1 1,0-1,-1 1,-1 0,-4-7,7 12,-1 0,0 0,-1 0,0 1,0-1,-1 2,0-1,0 0,0 1,-1 0,0 1,0-1,-1 1,1 1,-1-1,0 1,0 1,-1 0,1 0,-1 0,1 1,-1 0,0 1,0 0,0 0,1 1,-1 0,0 1,0 0,0 0,0 1,1 0,-1 0,1 1,-8 4,9-3,1 0,-1 0,1 1,1 0,-1 0,1 1,0-1,0 1,0 0,1 1,0-1,0 1,0 0,1 0,0 0,1 0,0 0,0 1,0-1,1 1,0-1,0 1,1-1,0 1,1 0,-1-1,1 1,1-1,0 1,0-1,0 1,1-1,0 0,0 0,2 2,31 41,5-8</inkml:trace>
  <inkml:trace contextRef="#ctx0" brushRef="#br0" timeOffset="1666.025">2099 309,'-9'11,"-8"16,0 11,-1 12,2 8,2 3,5-2,1-6,2-10,2-10,1-11</inkml:trace>
  <inkml:trace contextRef="#ctx0" brushRef="#br0" timeOffset="2002.155">2099 322,'-4'11,"1"0,0 1,1-1,0 0,0 1,2 0,-1-1,1 1,1-1,0 1,1 0,0-1,1 0,0 1,0-1,2-1,-1 1,1 0,1-1,0 0,0 0,1-1,0 0,1 0,7 7,-1 0,1 1,1-2,0 0,1-1,0-1,1 0,1-1,0-1,1-1,0-1,0-1,9 2,-25-8,-1-2,0 1,0 0,1-1,-1 1,1-1,-1 0,0 0,1 0,-1 0,0-1,1 0,-1 1,0-1,1 0,-1-1,0 1,0-1,0 1,0-1,0 0,-1 0,1 0,0 0,-1 0,0-1,1 1,-1-1,0 0,0 0,-1 0,1 0,-1 0,1 0,-1 0,0 0,0 0,0-2,6-22,-1-1,-2 0,0 0,-2 0,-2 0,-1-14,1 19,-2-233,2 247,-1 7,0-1,0 1,1-1,-1 1,1-1,0 0,0 1,0-1,0 1,1-1,-1 0,0 1,1-1,0 1,0-1,0 1,0 0,0-1,0 1,0 0,1 0,-1 0,1 0,0 0,-1 0,1 0,0 0,0 1,0-1,1 1,-1-1,0 1,0 0,1 0,2-1,24 5,2 3</inkml:trace>
  <inkml:trace contextRef="#ctx0" brushRef="#br0" timeOffset="2251.059">2901 175,'-12'27,"2"0,1 1,1 0,1 1,2 0,1 0,1 0,1 6,1-12,1 0,1 1,1-1,0 1,2-1,1 0,1-1,1 1,4 7,-7-20,1 1,0-1,0 0,1-1,1 1,0-1,0 0,1-1,0 0,0 0,1 0,0-1,0-1,0 1,1-2,0 1,1-1,-1-1,1 0,0 0,1-1,0-1,1 0,-1 0,0-1,1-1,-1 0,1-1,-1-1,0 1,0-2,0 0,0 0,0-1,0-1,-1 0,0 0,0-1,0-1,-1 1,7-7,14-16</inkml:trace>
  <inkml:trace contextRef="#ctx0" brushRef="#br0" timeOffset="2506.484">2821 455,'18'5,"20"6,17 3,12-1,9 0,6-2,-1-3,-2-3,-11-2,-15-7,-18-2</inkml:trace>
  <inkml:trace contextRef="#ctx0" brushRef="#br0" timeOffset="2752.94">2995 95,'25'-3,"22"3,21 4,19 5,16 3,13-1,-14-2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00.5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1 353,'4'104,"18"100,-10-114,18 260,-29-350,-1 0,0 0,0 0,1 0,-1 0,0 0,1 0,-1 0,0 0,0 0,1 0,-1 0,0 0,0 0,1 0,-1 1,0-1,1 0,-1 0,0 0,0 0,0 0,1 1,-1-1,0 0,0 0,0 0,1 1,-1-1,0 0,0 0,0 1,0-1,0 0,1 0,-1 1,0-1,0 0,0 1,0-1,0 0,0 0,0 1,0-1,0 0,0 1,0-1,0 0,0 0,-1 1,1-1,0 0,0 0,0 1,0-1,0 0,8-22,-7 20,-1 0,2-9,1-1,0 1,1 0,0-1,0 2,2-1,-1 1,1-1,0 2,1-1,1 1,-1 0,1 0,1 1,-1 0,10-6,-15 13,-1 0,1 0,0 0,0 0,-1 1,1-1,0 1,0 0,0 0,0 0,-1 0,1 0,0 1,0-1,0 1,0-1,-1 1,1 0,0 0,-1 1,1-1,-1 0,1 1,-1 0,0-1,0 1,0 0,0 0,0 0,0 1,0-1,0 0,-1 1,0-1,1 1,-1 0,3 3,-2 0,1 0,-1 0,0 0,0 0,0 0,-1 0,0 1,0-1,-1 1,1-1,-2 1,1-1,-1 0,0 1,0 0,-2-1,0 1,0-1,-1 0,1 0,-1 0,-1 0,1-1,-1 0,0 0,0 0,-1 0,0-1,1 0,-1 0,-1 0,1-1,0 0,-1 0,0-1,1 0,-1 0,0 0,-7 0,13-2,0 0,0 0,0 1,0-1,0 0,0 0,0 0,0 0,0 0,0 0,0-1,0 1,1 0,-1 0,0-1,0 1,0-1,0 1,0 0,0-1,1 0,-1 1,0-1,1 1,-1-1,0 0,1 0,-1 1,0-1,1 0,0 0,-1 0,1 0,-1 1,1-1,0 0,-1 0,1 0,0 0,0 0,0 0,0 0,0 0,0 0,0 0,0 0,0 0,1 0,-1 0,0 1,1-1,-1 0,0 0,1 0,-1 0,30-48,-14 31,0 1,2 1,0 1,1 0,0 1,1 1,1 1,0 1,0 1,1 1,1 0,14-2,-34 9,-1 1,1 0,0 0,-1 1,1-1,0 0,0 1,0 0,0 0,0 0,0 0,0 0,-1 0,1 1,0-1,0 1,0 0,-1 0,1 0,0 0,-1 0,1 1,-1-1,1 1,-1 0,0 0,1 0,-1 0,0 0,0 0,1 2,74 192,-77-194,1 0,0 0,0 0,1 0,-1 0,0 0,1 0,-1-1,1 1,-1-1,1 1,0-1,-1 0,1 1,0-1,0 0,0 0,0 0,0-1,0 1,0 0,1-1,-1 1,0-1,0 0,0 0,1 0,-1 0,0 0,0 0,0-1,1 1,-1-1,12-7</inkml:trace>
  <inkml:trace contextRef="#ctx0" brushRef="#br0" timeOffset="247.017">589 594,'-3'9,"7"5,3 1</inkml:trace>
  <inkml:trace contextRef="#ctx0" brushRef="#br0" timeOffset="1063.975">829 193,'-15'-13,"29"83,108 548,-117-597,-3-3,1 0,1 0,1-1,1 1,0-1,1 0,1-1,0 0,2 1,-9-15,1 0,-1 0,1-1,0 1,0 0,0-1,0 1,0-1,0 0,0 1,0-1,1 0,-1 0,0-1,1 1,-1 0,1-1,-1 1,1-1,-1 0,1 0,-1 0,0 0,1 0,-1-1,1 1,-1-1,1 1,-1-1,0 0,1 0,-1 0,0 0,0-1,0 1,0-1,0 1,1-2,67-70,-2-43,-70 121,1-1,-1 1,1 0,0 0,0 0,1 1,-1-1,1 0,0 0,0 0,1 0,0 0,0 1,0-1,0 0,1-1,0 1,0 0,0 0,2 1,3 0,1-1,0-1,0 1,1-1,0-1,-1 0,1 0,0-1,0 0,1 0,-1-1,0 0,0-1,1 0,-1 0,0-1,1 0,-1-1,0 0,2-1,-1-1,0 1,0-1,-1-1,0 0,0 0,0 0,0-1,-1-1,0 0,0 0,-1 0,0-1,0 0,-1 0,0-1,-1 0,4-6,-9 15,0 0,0 1,0-1,1 0,-1 0,0 1,0-1,0 0,0 0,1 1,-1-1,0 0,0 0,1 0,-1 1,0-1,0 0,1 0,-1 0,0 0,0 0,1 1,-1-1,0 0,1 0,-1 0,0 0,1 0,-1 0,0 0,0 0,1 0,-1 0,0 0,1 0,-1-1,0 1,1 0,-1 0,0 0,0 0,1 0,-1 0,0-1,0 1,1 0,-1 0,0-1,0 1,0 0,1 0,-1-1,0 1,0 0,0 0,0-1,0 1,2 37,-2-25,1-4,0-1,0 0,1 0,0 0,0 0,0 0,1 0,0-1,1 1,0-1,0 0,0 0,0 0,1-1,0 0,0 1,1-2,-1 1,1-1,0 1,1-2,-1 1,0-1,1 0,0 0,0-1,5 2,3 0,0 0,-1-1,1-1,1 0,-1-1,0-1,0-1,0 0,0 0,1-2,-2 0,1 0,0-2,1-1,0-1,-1 0,0-2,0 0,-1 0,0-1,0-1,-1 0,-1-1,0-1,-1 0,0 0,-1-1,-1 0,0-1,6-13,4-14,-2-1,-1 0,-2-1,-3-1,4-32,0 3,-5-1,-2 0,-4 0,-3-31,-17-3,15 104,-1 1,1-1,-1 0,0 1,0-1,0 1,-1-1,0 1,0 0,0 0,0 0,0 1,-1-1,0 1,1 0,-1 0,-1 0,1 0,0 1,-1-1,2 2,-1 0,1 1,-1-1,0 0,1 1,-1 0,1 0,-1 0,0 0,1 1,-1 0,1-1,-1 1,1 0,-1 1,1-1,-1 1,1-1,0 1,0 0,0 0,0 0,0 1,-1 1,-54 74,45-46,2 1,2 1,1-1,1 2,2-1,2 1,1-1,1 1,2 0,2 0,1-1,1 1,2-1,2-1,9 23,-6-16,2-1,2-1,1 0,2-2,2 0,1-1,2-1,1-1,23 22,-48-55,4 6,1-1,0 0,0 0,1 0,0 0,-1-1,2 0,-1 0,0-1,1 1,-1-1,1-1,0 0,0 1,0-2,0 1,12-6</inkml:trace>
  <inkml:trace contextRef="#ctx0" brushRef="#br0" timeOffset="1313.443">803 327,'27'-2,"30"-1,28 0,24 1,18 2,11 4,5 4,-7 2,-25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6:57.4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121 425,'16'4,"1"0,0 0,0-2,0 0,1-1,-1-1,0 0,0-1,0-1,1-1,-2 0,1-2,0 0,-1 0,14-8,-17 10,0-2,0 0,0 0,-1-1,0-1,0 0,0 0,-1-1,-1-1,1 0,-1 0,-1-1,1 0,-2-1,0 0,0 0,-1-1,5-10,-11 20,-1-1,0 0,1 0,-1 1,0-1,0 0,0 0,-1 0,1 1,-1-1,1 0,-1 1,0-1,0 0,0 1,-1-1,1 1,0-1,-1 1,0 0,1 0,-1 0,0 0,0 0,0 0,-1 0,1 0,0 1,-1-1,1 1,-1 0,1 0,-1 0,0 0,1 0,-1 1,0-1,0 1,1-1,-1 1,0 0,0 0,1 0,-1 1,0-1,0 1,1 0,-1-1,0 1,1 0,-1 0,0 1,-8 5,1 0,1 0,0 0,0 2,0-1,1 1,0 0,1 0,0 1,1 0,-1 1,2-1,0 1,0 0,1 1,0-1,1 1,0-1,1 5,-12 59,4 0,3 1,4 0,2 1,4-1,4 0,2 0,9 21,13 171,-28-243,-1 1,-2-1,0 0,-2 0,-1 1,-1-1,-3 8,-6 6</inkml:trace>
  <inkml:trace contextRef="#ctx0" brushRef="#br0" timeOffset="1033.026">0 866,'13'-8,"-1"0,1 1,0 1,1 0,0 0,0 2,0-1,11 0,5-3,81-23,2 6,0 4,13 4,-62 21,-62-2,-1-1,0 1,1 0,-1 0,0 0,0 0,0 0,-1 0,1 0,0 0,-1 1,0-1,1 0,-1 0,0 0,0 1,0-1,0 0,-1 0,1 1,-1-1,1 0,-1 0,0 0,1 0,-1 0,0 0,-1 0,0 1,-2 10,3-9,-1-1,1 1,0 0,0 0,0 1,0-1,1 0,0 0,0 0,0 0,0 0,1 0,-1 0,1 1,0-1,0-1,1 1,-1 0,1 0,0 0,0-1,0 1,0-1,1 1,0-1,-1 0,1 0,0 0,0-1,1 1,-1-1,0 1,1-1,3 1,1 1,1-1,0 0,-1 0,1 0,1-2,-1 1,0-1,0 0,1-1,-1 0,0-1,1 1,-1-2,0 1,0-2,0 1,0-1,0 0,-1-1,0 0,1 0,-1-1,0 0,0-1,-6 3,0 1,0 0,0-1,-1 1,1-1,-1 1,1-1,-1 0,0 0,0 1,0-1,-1 0,1 0,-1 0,0 0,1 0,-1 0,0 0,-1 0,1 0,-1 0,1 0,-1 0,0 0,0 1,0-1,0 0,0 0,-1 1,1-1,-1 1,0-1,0 1,-2-2,-2-3,-1 0,0 0,0 1,-1-1,1 2,-2-1,1 1,0 1,-1-1,-3 0,-12-3,0 1,-1 2,0 0,0 2,-1 0,1 2,0 1,-11 1,22 2,23 1,20 0,1-2,0-2,0 0,0-2,-1-2,19-4,-15 4,0-2,-1-1,0-2,0-1,-1-1,0-2,-1-1,-1-2,0 0,-1-2,-1-1,-1-1,16-17,-32 23,0-1,0 0,-1 0,-1-1,-1 0,0-1,-1 1,-1-1,-1-1,0 1,-1-1,-1 1,-1-1,0 0,-1 0,-1 1,-1-1,-1 0,0 1,-1-1,-5-11,6 20,0 1,-1 0,0 0,0 0,-1 1,0-1,0 1,-1 0,0 1,0-1,0 1,-2 0,5 3,0 1,0 0,0 0,-1 0,1 0,-1 1,1-1,-1 1,0 0,0 0,0 0,1 1,-1-1,0 1,0 0,0 0,0 0,0 1,0-1,1 1,-1 0,0 0,0 0,1 1,-1-1,1 1,-1 0,0 0,-8 9,2-1,-1 1,1 1,1 0,0 0,1 1,0 0,1 0,0 1,1 0,1 0,0 0,1 1,0 0,1 0,0 12,-1-4,0 0,2 0,1 0,1 0,0 0,2 0,1 0,1-1,0 1,2-1,1 0,1 0,0-1,2 0,0 0,2-1,0 0,1-1,1-1,0 0,2-1,0-1,1 0,0-1,1-1,1 0,1-1,-8-6,0 0,0-1,1 0,0-1,0 0,0-1,1-1,0 0,-1-1,1 0,0-1,0-1,0 0,0-1,-1 0,1-1,4-1,-15 1,1 1,0-1,0 0,0 0,-1 0,1-1,-1 1,0-1,0 0,0 0,0 0,0 0,-1 0,1-1,-1 1,0-1,0 1,0-1,-1 0,1 0,-1 0,0 0,0 0,0 0,-1 0,1-1,-1 1,0-4,0 9,0-1,0 1,-1-1,1 1,0 0,0-1,0 1,-1-1,1 1,0 0,-1-1,1 1,-1-1,1 1,-1-1,1 1,-1-1,1 0,-1 1,1-1,-1 0,1 1,-1-1,1 0,-1 0,0 1,1-1,-1 0,0 0,1 0,-1 0,0 0,1 0,-1 0,1 0,-1 0,0 0,1 0,-1 0,0-1,1 1,-1 0,1 0,-1-1,0 1,1 0,-1-1,1 1,-1 0,1-1,-1 1,1-1,0 1,-1-1,1 1,-1-1,1 1,0-1,-1 0,1 1,0-1,0 1,0-1,0 0,-1 1,1-1,0 0,0 1,0-1,0 0,-1 5,0 0,0 1,0-1,1 1,-1-1,1 0,0 1,0-1,1 1,-1-1,1 0,0 1,0-1,1 0,-1 0,1 0,0 0,0 0,0 0,1 0,-1-1,1 1,0-1,0 1,0-1,0 0,1-1,-1 1,1 0,0-1,-1 0,1 0,0 0,0 0,1-1,-1 0,0 1,1-1,-1-1,0 1,1-1,3 0,3 2,1 0,-1-2,1 1,0-1,-1-1,1 0,-1-1,1 0,-1-1,0 0,5-2,-12 4,0-1,-1 0,1 0,0 0,0 0,-1 0,1-1,-1 1,0-1,0 0,0 0,0 0,-1 0,1-1,-1 1,1-1,-1 0,-1 0,1 1,0-1,-1 0,0 0,0-1,0 1,0 0,-1 0,0 0,1-1,-2 1,1 0,0 0,-1-2,0 1,-1-1,1 1,-1 0,0-1,-1 1,1 0,-1 0,0 0,0 1,0-1,-1 1,0 0,0 0,0 0,0 0,0 1,-1-1,0 1,0 0,0 1,0-1,0 1,0 0,0 0,-1 1,1 0,-3-1,-2 0,1 1,-1-1,0 2,0-1,0 1,1 1,-1 0,0 0,0 1,1 0,-1 1,1 0,0 0,0 1,-4 2,11-5,-1 0,1-1,0 1,-1 0,1 1,0-1,0 0,0 1,0-1,0 1,0-1,1 1,-1 0,1 0,-1 0,1 0,-1 0,1 0,0 0,0 1,0-1,0 0,1 1,-1-1,0 0,1 1,0-1,-1 1,1-1,0 1,1-1,-1 0,0 1,1-1,-1 1,1-1,0 0,-1 1,1-1,0 0,1 0,-1 0,0 1,1-1,-1-1,1 1,0 1,32 15,5-4</inkml:trace>
  <inkml:trace contextRef="#ctx0" brushRef="#br0" timeOffset="1528.129">2366 519,'-16'-7,"0"1,-1 1,0 1,0 1,0 0,0 1,-1 1,1 0,0 1,-1 1,1 1,0 1,14-3,0 0,0 0,0 1,1-1,-1 1,0 0,1 0,-1 0,1 0,-1 0,1 1,-1-1,1 1,0-1,0 1,0 0,0 0,0 0,0 0,0 1,1-1,-1 0,1 1,-1-1,1 1,0-1,0 1,0-1,0 1,1 0,-1 0,1-1,0 1,0 0,0 0,0 0,0-1,1 3,6 5,0 0,1 0,0-1,1 0,0-1,1 0,-1-1,2 0,-1 0,1-1,0 0,0-1,11 4,-13-5,231 111,-238-113,0-2,-1 0,1 1,-1-1,1 1,-1 0,1-1,-1 1,0 0,1 0,-1 0,0 0,0 0,0 0,0 0,0 1,0-1,0 0,0 0,0 1,0-1,-1 1,1-1,0 1,-1-1,0 1,1-1,-1 1,0-1,0 1,1-1,-1 1,-1 0,1-1,0 2,-6 2,-1 0,0 0,0-1,0 0,0-1,0 1,-1-2,0 1,1-1,-1 0,0 0,0-1,-6 0,10 0,-49 3,52-4,0 0,-1 0,1 0,0 0,-1 0,1-1,0 1,0 0,-1-1,1 1,0-1,0 1,-1-1,1 0,0 0,0 1,0-1,0 0,0 0,0 0,0 0,0 0,1 0,-1 0,0 0,1 0,-1-1,1 1,-1 0,1 0,-1-1,1 1,0 0,-1-1,1 1,0-1,2-5,0 1,0 0,0-1,1 1,0 0,0 0,0 1,1-1,0 0,0 1,0 0,1 0,0 1,0-1,0 1,5-3,14-14,2 1,1 2,0 0,1 2,1 1,1 1,0 2,0 1,31-7,-59 17,0 0,-1 0,1 1,0-1,0 1,0-1,0 1,-1 0,1-1,0 1,0 0,0 0,0 0,0 1,0-1,0 0,-1 1,1-1,0 1,0 0,0 0,-1-1,1 1,0 0,-1 0,1 1,-1-1,1 0,-1 0,0 1,0-1,1 1,-1-1,0 1,0 0,0-1,-1 1,1 0,0-1,0 1,-1 0,0 0,1 0,-1 0,0 0,0 0,-6 166,6-165,0 1,1 0,-1-1,0 1,1-1,0 0,0 1,0-1,0 0,1 1,-1-1,1 0,0 0,0 0,0 0,0-1,1 1,-1 0,1-1,-1 0,1 1,0-1,0 0,0-1,0 1,0 0,0-1,1 0,-1 1,0-1,1-1,-1 1,1 0,-1-1,1 0,-1 0,4 0,20-3</inkml:trace>
  <inkml:trace contextRef="#ctx0" brushRef="#br0" timeOffset="2212.104">2714 317,'27'7,"0"0,0 2,-1 0,0 2,0 1,-2 1,1 1,15 13,-25-17,-1 1,0 0,-1 0,0 1,0 1,-2 0,0 1,0 0,-1 1,-1 0,0 1,-2-1,1 2,-2-1,0 1,-1 0,2 14,-4-3,-4-23,1 0,0-1,0 1,0 0,1-1,-1 1,1-1,0 1,1-1,-1 1,1-1,-1 1,2-1,-1 0,0 0,1 0,-1 0,1-1,0 1,1-1,-1 0,3 3,0-6,-1 0,1 0,-1-1,1 1,-1-1,0 0,1-1,-1 1,0-1,0 0,0-1,0 1,0-1,0 0,-1 0,1 0,-1-1,0 1,0-1,3-4,6-4,-1 0,0-1,-1-1,0 0,-1 0,-1-1,0 0,-1 0,-1-1,1-4,-8 20,1 0,-1-1,1 1,-1-1,1 1,-1-1,1 1,-1-1,0 1,1-1,-1 1,0-1,0 1,1-1,-1 1,0-1,0 0,0 1,0-1,0 1,1-1,-1 0,0 1,-1-1,1 1,0-1,0 0,0 1,0-1,0 1,0-1,-1 1,1-1,0 0,-1 1,1-1,0 1,-1-1,1 1,0-1,-1 1,1 0,-1-1,1 1,-1 0,1-1,-1 1,1 0,-1-1,0 1,1 0,-1 0,1 0,-1-1,-4 7,-1 0,2 0,-1 0,1 0,0 1,0 0,1 0,-1 0,2 0,-1 0,1 0,0 1,1-1,-1 1,1 0,1 0,-1-4,1-1,0 0,0 1,0-1,1 0,-1 1,1-1,-1 0,1 0,0 0,0 0,1 0,-1 0,1 0,-1 0,1 0,0 0,0-1,0 1,1-1,-1 1,0-1,1 0,0 0,-1 0,1 0,0-1,0 1,0-1,0 0,0 0,0 0,1 0,1 0,5 1,-1 0,0-2,1 1,-1-1,1 0,-1-1,0 0,1 0,-1-1,0 0,8-4,-8 2,0 0,0 0,0-1,-1 0,1 0,-1-1,-1 0,1-1,-1 0,0 0,-1 0,1-1,-2 0,1 0,-1-1,0 1,-1-1,0 0,0-1,-1 1,2-9,-5-11,-1 28,1 1,0-1,0 1,0 0,0-1,-1 1,1 0,0-1,0 1,-1 0,1-1,0 1,0 0,-1-1,1 1,0 0,-1 0,1-1,-1 1,1 0,0 0,-1 0,1 0,-1-1,1 1,0 0,-1 0,1 0,-1 0,1 0,0 0,-1 0,1 0,-1 0,1 0,-1 0,1 1,0-1,-1 0,1 0,-1 0,1 0,0 1,-1-1,1 0,0 0,-1 1,1-1,0 0,0 1,-1-1,1 0,0 1,0-1,-1 0,1 1,0-1,0 1,0-1,0 0,0 1,-1-1,1 1,-4 3,1 1,-1 0,1 0,0 0,0 1,1-1,-1 1,1-1,0 1,1 0,-1 0,1-1,0 1,1 0,-1 0,1 0,0 0,1 0,0 0,0 0,0 0,0 0,1 0,0-1,0 1,1 0,0-1,0 0,3 5,4-2,0 0,1 0,-1-2,2 1,-1-1,1-1,0 0,0 0,0-1,1-1,-1 0,13 1,156 20,-92-18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6:55.8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0 453,'0'1,"0"-1,0 1,0-1,1 0,-1 1,0-1,0 1,0-1,0 0,0 1,0-1,1 1,-1-1,0 0,0 1,1-1,-1 0,0 1,0-1,1 0,-1 0,0 1,1-1,-1 0,1 0,-1 0,0 1,1-1,-1 0,0 0,1 0,-1 0,1 0,-1 0,1 0,-1 0,0 0,1 0,-1 0,1 0,-1 0,0 0,1 0,-1 0,1 0,-1-1,0 1,1 0,-1 0,0 0,1-1,-1 1,0 0,1 0,-1-1,0 1,0 0,1-1,-1 1,0 0,0-1,1 1,-1-1,0 1,0 0,0-1,0 1,0-1,0 1,6 37,-6-35,2 118,8 58,-10-174,0 0,0 0,1 0,0 0,0 0,0-1,0 1,0 0,1-1,0 1,-1-1,1 1,1-1,-1 0,0 0,1 0,0 0,-1 0,1-1,0 1,1-1,-1 0,0 0,1 0,-1 0,1-1,-1 1,1-1,0 0,0 0,3 1,2-5,1 1,0-1,0-1,-1 0,0 0,0-1,0 0,-1 0,1-1,-1 0,0-1,-1 0,0 0,0 0,0-1,-1 0,0-1,-1 1,0-1,0 0,7-12,-2 1,0-2,-1 1,-1-1,-1 0,-1-1,-1 0,-2 0,2-15,-16 154,11-107,-1 1,2-1,-1 0,1 1,1-1,-1 0,2 0,-1 0,1 0,1-1,-1 1,2-1,-1 0,1 0,0 0,0 0,1-1,0 0,1 0,0-1,0 0,0 0,0 0,1-1,0 0,0-1,1 0,-1 0,1 0,3 0,25 1</inkml:trace>
  <inkml:trace contextRef="#ctx0" brushRef="#br0" timeOffset="382.835">669 546,'-3'9,"1"0,-1 0,1 1,1-1,0 0,0 1,1-1,0 0,0 1,1-1,0 0,1 1,0-1,1 0,0 0,0 0,1-1,0 1,0-1,1 0,0 0,0 0,1-1,0 0,1 0,-1 0,1-1,1 0,-1 0,1-1,0 0,0-1,7 3,-12-5,1-1,-1 0,1 0,0 0,-1 0,1-1,0 1,0-1,-1 0,1 0,0 0,0-1,-1 1,1-1,0 0,-1 0,1-1,-1 1,1-1,-1 1,1-1,-1 0,0 0,0-1,0 1,0-1,-1 1,1-1,-1 0,2-1,3-5,0-1,-1 0,0 0,-1 0,0 0,0-1,-1 0,-1 0,2-6,5-72,-9 99,1 0,1 0,0 0,0 0,1 0,0-1,1 1,0-1,0-1,1 1,0-1,1 1,-1-2,2 1,-1-1,1 0,0-1,0 0,1 0,0 0,0-1,0-1,1 0,0 0,-1-1,1 0,7 1,44 9,-4-5</inkml:trace>
  <inkml:trace contextRef="#ctx0" brushRef="#br0" timeOffset="999.333">1645 640,'-9'-3,"0"-1,-1 1,1 1,0-1,-1 2,1-1,-1 1,0 1,1 0,-1 0,0 1,1 0,-1 1,1 0,0 0,-1 1,1 0,0 1,0 0,1 0,-1 1,1 0,0 0,-1 2,7-5,0 0,1 0,-1 0,1 1,-1-1,1 0,0 1,0-1,0 0,0 1,1-1,-1 1,1 0,-1-1,1 1,0-1,0 1,0 0,0-1,0 1,1-1,-1 1,1 0,0-1,0 0,0 1,0-1,0 1,0-1,1 0,-1 0,1 0,-1 0,1 0,0 0,0 0,0 0,0-1,0 1,0-1,1 1,-1-1,0 0,1 0,-1 0,1 0,-1-1,1 1,8 2,0-1,0 0,0 0,0-1,0-1,0 0,1 0,-1-1,0-1,0 0,0 0,-1-1,1-1,-1 1,1-2,-1 1,0-2,-1 1,1-1,-1-1,0 1,-1-2,0 1,0-1,0 0,-1-1,0 0,-1 0,0 0,-1-1,1 0,-2 0,4-10,1-12,-1 0,-1-1,-2 1,-2-1,-1 0,-1-1,-2 1,-1 0,-2 0,-1 0,-1 1,-10-25,13 45,1-1,-1 0,0 0,-1 1,-1 0,0-1,-1 2,0-1,-1 1,-7-10,13 19,0 1,1 1,-1-1,0 0,0 0,0 0,0 0,0 1,0-1,0 0,0 1,0-1,-1 1,1-1,0 1,0 0,-1-1,1 1,0 0,0 0,-1 0,1 0,0 0,0 0,-1 0,1 0,0 1,0-1,0 0,-1 1,1-1,0 1,0-1,0 1,0 0,0-1,0 1,0 0,0 0,0 0,0 0,0 0,1 0,-1 0,0 0,1 0,-1 0,0 1,-27 61,20-28,0 0,3 1,1 0,1 0,2 0,2 0,1 0,2 0,1 0,2 0,1-1,4 5,-8-23,1 0,1-1,0 0,1 0,1 0,0-1,1 0,0-1,2 0,0-1,0 0,1 0,1-1,0-1,0 0,1-1,0 0,1-1,0-1,1 0,11 3,-19-9,0-1,0 0,-1-1,1 1,0-2,0 1,-1-1,1 0,0-1,-1 1,1-2,-1 1,1-1,-1 0,0-1,-1 1,1-1,0-1,-1 1,0-1,0 0,-1-1,1 1,-1-1,0 0,-1-1,2-1,1-2,0-1,-1 0,0 0,-1 0,0-1,-1 0,0 0,-1 0,-1 0,0 0,0-1,-1 1,0-1,-2 1,1-1,-3-9,4 19,-1 1,0-1,-1 0,1 0,0 0,-1 1,0-1,1 0,-1 1,0-1,0 0,-1 1,1 0,0-1,-1 1,0 0,1-1,-1 1,0 0,0 0,0 0,-1 1,1-1,0 0,-1 1,1 0,0-1,-1 1,0 0,1 0,-1 1,0-1,1 0,-1 1,0 0,0-1,0 1,1 0,-1 1,0-1,0 0,0 1,1 0,-1-1,0 1,1 0,-1 0,1 1,-3 0,1 3,-1-1,1 0,1 1,-1-1,1 1,0 0,0 0,0 1,0-1,1 0,0 1,0 0,1-1,0 1,0 0,0 0,1 0,-1 0,1 0,1 0,-1-1,1 1,0 0,0 0,1 0,0-1,0 1,0-1,1 1,-1-1,1 0,1 0,-1 0,3 2,3 2,0-1,1 0,0-1,0 1,1-2,0 0,0 0,0-1,1 0,0-1,0 0,6 0,149 23,-164-27,102 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15.2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228 357,'-7'-2,"0"0,-1 0,1 1,-1 0,1 0,-1 1,1 0,-1 0,1 1,-1 0,1 0,0 0,-1 1,1 1,0-1,0 1,0 0,0 1,1-1,0 1,-1 1,1-1,1 1,-1 0,1 0,-2 3,1 1,1 0,0 0,0 1,1 0,1 0,0 0,0 0,1 0,0 1,0-1,2 1,-1-1,1 1,1-1,-1 1,4 10,-4-19,1 1,0-1,-1 1,1-1,0 1,1-1,-1 1,0-1,1 0,-1 0,1 0,0 0,-1 0,1 0,0 0,0-1,0 1,1-1,-1 1,0-1,1 0,-1 0,0 0,1 0,-1 0,1 0,0-1,-1 1,1-1,0 0,-1 0,1 0,-1 0,1 0,0-1,1 0,2 0,0 0,0-1,0 0,0-1,-1 1,1-1,-1 0,1-1,-1 1,0-1,0 0,-1 0,1 0,-1-1,1 0,2-8,1 0,-2 0,1-1,-2 0,0 0,-1 0,0 0,-1-1,-1 0,0 1,-1-1,0 0,-2-5,-3 9,-1 30,4-3,0 0,0 1,2-1,0 0,1 0,0 0,1 0,1 0,1-1,0 0,1 0,1 0,0 0,1-1,0 0,6 5,-11-15,1 0,-1 0,1 0,0 0,1-1,-1 0,0 0,1 0,0 0,0-1,-1 0,1 0,1 0,-1-1,0 1,0-1,1-1,-1 1,0-1,1 0,-1 0,0 0,1-1,-1 1,0-1,1-1,-1 1,0-1,0 0,2-1,28-15</inkml:trace>
  <inkml:trace contextRef="#ctx0" brushRef="#br0" timeOffset="255.319">563 37,'-5'-14,"-1"-1,1 7,2 17,5 24,7 23,3 25,0 24,-1 17,-9 10,-14 4,-7-22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1.2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1,'22'0,"22"0,19 0,12 2,5 1,-4 2,-16 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1.3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39,'16'0,"19"0,17-2,13-3,12-1,8-2,4-1,-13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1.7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60 346,'5'6,"0"-1,0 0,1 0,0 0,-1 0,2-1,-1 0,0 0,1 0,0-1,0 0,0-1,0 0,0 0,0 0,1-1,-1 0,0 0,1 0,-1-1,6-1,-11 1,17 2,0-2,0 0,0 0,0-2,-1-1,1 0,-1-1,3-2,-13 4,0-1,0 0,0-1,0 0,-1 0,1-1,-1 0,0 0,-1-1,1 1,-1-1,0-1,-1 1,1-1,-1 0,-1-1,1 1,2-7,-4 6,0 0,0-1,0 1,-1-1,-1 1,0-1,0 1,0-1,-1 0,0 0,-1 1,0-1,-1 1,1-1,-2 1,1-1,-1 1,0 0,-1 0,0 0,0 1,-1-1,0 1,0 0,0 0,-1 1,0 0,-1 0,1 0,-1 1,0 0,0 0,-1 0,-1 0,-2 1,1 0,-1 0,0 1,0 0,-1 1,1 0,0 1,-1 0,1 1,-1 0,1 1,-1 0,1 1,0 0,-1 1,1 0,1 1,-1 0,0 1,1 0,0 1,0 0,1 0,-1 1,-2 2,0 0,1 1,0 1,1 0,0 0,0 1,1 0,1 1,0 0,1 0,0 1,1 0,1 0,0 0,1 1,0 0,2-1,-1 3,3 45,8-9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0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42 160,'-3'23,"0"21,-2 18,0 16,1 10,-2 3,1-2,0-7,2-13,1-13,1-17</inkml:trace>
  <inkml:trace contextRef="#ctx0" brushRef="#br0" timeOffset="249.333">42 253,'0'23,"6"19,13 13,13 7,15 2,11-4,5-6,-2-12,-6-9,-9-9,-11-8</inkml:trace>
  <inkml:trace contextRef="#ctx0" brushRef="#br0" timeOffset="464.758">483 26,'0'-14,"0"3,0 12,0 20,0 19,0 19,2 16,4 11,2 4,4 1,4-7,2-7,1-11,0-10,-2-12,-1-11,-4-11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18.8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0 589,'129'-285,"-93"194,-29 88,-8 24,1-17,-11 491,11-448</inkml:trace>
  <inkml:trace contextRef="#ctx0" brushRef="#br0" timeOffset="238.36">0 909,'3'-2,"6"-1,13 0,14-1,16-1,12-1,10 0,4 2,2 0,-2 2,-14 1</inkml:trace>
  <inkml:trace contextRef="#ctx0" brushRef="#br0" timeOffset="532.091">1070 1,'-7'20,"-7"21,-7 21,-8 21,-3 19,-5 12,-3 10,0 0,3-6,3-11,7-15,7-16,5-21</inkml:trace>
  <inkml:trace contextRef="#ctx0" brushRef="#br0" timeOffset="815.8">1350 375,'-4'18,"-5"17,-4 15,-3 12,-1 9,1 6,0-1,3-6,2-11,2-13,5-14,6-18,2-10</inkml:trace>
  <inkml:trace contextRef="#ctx0" brushRef="#br0" timeOffset="1102.081">1323 362,'-13'-16,"77"111,15 15,0 0,50 91,-76-80,-52-116,1 0,-1 0,0 0,-1 0,1 0,-1 0,0 0,0 0,-1 0,0 0,1 0,-2 0,1 0,0 0,-1 0,0 0,0-1,-1 1,1-1,-1 0,0 0,0 0,0 0,-3 2,-5 1,0 0,-1-1,0 0,0-1,-1 0,1-1,-1-1,0 0,0 0,-1-1,1-1,0-1,0 1,-1-2,1 0,0-1,-9-2,-25-6,9-2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15.9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84,'0'25,"0"22,0 16,2 12,1 6,0-1,-1-5,0-12,-1-10,-1-16</inkml:trace>
  <inkml:trace contextRef="#ctx0" brushRef="#br0" timeOffset="1086.21">388 165,'11'17,"-11"-17,0 0,0 0,0-1,0 1,0 0,0 0,0-1,0 1,0 0,0 0,0-1,0 1,0 0,0 0,0 0,0-1,0 1,0 0,0 0,1-1,-1 1,0 0,0 0,0 0,0 0,0-1,1 1,-1 0,0 0,0 0,0 0,1 0,-1-1,0 1,0 0,1 0,-1 0,0 0,0 0,0 0,1 0,-1 0,0 0,0 0,1 0,-1 0,0 0,0 0,1 0,-1 0,0 0,0 0,0 0,1 0,-1 0,0 1,0-1,0 0,1 0,-1 0,-2-9,0-1,0 1,-1 0,-1 0,1 0,-1 0,-1 1,0-1,0 1,-1 0,1 1,-2-1,0 0,4 4,0-1,0 1,-1 0,0 1,1-1,-1 0,0 1,-1 0,1 0,0 0,-1 1,0 0,1-1,-1 1,0 1,0-1,0 1,-1 0,1 0,0 1,0-1,0 1,-1 0,1 1,0-1,0 1,-1 0,1 0,0 1,0-1,0 1,1 0,-1 0,0 1,1 0,-1 0,-1 1,-5 11,-1 1,2 0,0 1,1 0,1 0,0 1,2 0,0 1,1-1,0 1,2 0,0 0,2 0,-1 7,-2 16,1-1,2 1,4 32,-1-60,-1 0,2 0,0 0,0 0,2 0,-1-1,2 1,0-2,0 1,1 0,1-1,7 9,-9-15,0 1,1-1,0 0,0 0,0-1,1 0,-1 0,1-1,1 0,-1 0,0-1,1 0,0 0,-1-1,1 0,0-1,0 0,0 0,0-1,1 0,-1-1,3 0,4-2,0 0,0-1,-1-1,0 0,1-1,-2-1,1 0,-1-1,0-1,-1 0,0 0,0-2,23-22</inkml:trace>
  <inkml:trace contextRef="#ctx0" brushRef="#br0" timeOffset="1380.422">776 58,'7'0,"13"0,18 0,15-3,12 0,7-2,-2 0,-8 0,-16 2</inkml:trace>
  <inkml:trace contextRef="#ctx0" brushRef="#br0" timeOffset="1800.812">816 30,'-3'10,"1"0,0-1,1 1,0 0,0 0,1 0,0 0,1 0,0 0,0 0,1 0,1-1,-1 1,2-1,-1 1,1-1,1 0,0-1,0 1,0-1,2 1,-2-6,1 0,0 0,0 0,0-1,0 0,1 0,-1 0,0-1,1 0,-1 0,1-1,0 0,-1 0,1 0,-1-1,1 0,-1 0,4-2,18 0,-12 1,1 1,0 1,0 1,-1 0,1 1,11 3,-22-3,-1 0,1-1,-1 2,1-1,-1 0,0 1,0 0,0 1,0-1,-1 1,1 0,-1 0,0 0,0 0,0 1,-1 0,0 0,1 0,-2 0,3 4,-3-1,1-1,-1 1,-1-1,1 1,-2 0,1 0,-1-1,0 1,0 0,-1 0,0-1,-1 1,1 0,-1-1,-1 1,0-1,0 0,0 0,-1 0,0 0,0-1,-1 1,1-1,-4 2,-2 5,-2-1,1-1,-1 0,-1-1,0 0,-1 0,0-2,0 1,-1-2,0 0,-4 0,14-4,0-1,1 0,-1 0,-1-1,1 1,0-1,0-1,0 1,-1-1,1 1,0-1,-1-1,1 1,0-1,0 0,0 0,-1-1,-2 0,7 0,0 0,0 0,0-1,0 1,0 0,0 0,0 0,1-1,-1 1,1 0,0-1,0 1,0 0,0-1,0 1,0 0,0-1,1 1,-1 0,1-1,0 1,0 0,0 0,0 0,0 0,0 0,0 0,1 0,0-2,11-16</inkml:trace>
  <inkml:trace contextRef="#ctx0" brushRef="#br0" timeOffset="2134.917">1604 165,'-3'0,"0"1,-1 0,1 0,0 0,-1 0,1 1,0-1,0 1,0 0,0 0,0 0,1 0,-1 0,1 0,-1 1,1 0,0-1,0 1,0 0,0 0,0 0,1 0,-1 2,3-3,0 0,1 0,-1 0,1 0,0 0,0 0,-1 0,1-1,0 1,0-1,1 1,-1-1,0 0,0 0,1 0,-1 0,0 0,1 0,-1-1,1 1,-1-1,1 0,0 0,-1 0,1 0,-1 0,1 0,0-1,4 1,0-1,-1 1,1-1,-1-1,1 1,-1-1,1 0,-1-1,0 0,0 0,0 0,-3 1,-1 1,0 0,0-1,0 1,0-1,0 0,0 0,0 0,0 0,-1 0,1 0,-1 0,1-1,-1 1,0 0,0-1,0 1,0-1,-1 1,1-1,-1 1,1-1,-1 0,0 1,0-1,0 0,0 1,-1-1,1-1,-2 1,1 0,-1 1,0-1,0 0,0 0,0 1,-1-1,1 1,-1 0,1-1,-1 1,0 0,0 1,0-1,0 0,0 1,0 0,0 0,0 0,-1 0,1 0,0 1,-1-1,1 1,-1 0,1 0,0 0,-1 0,1 1,0 0,-1-1,1 1,0 0,0 1,0-1,-1 0,1 1,-2 1,-11 9</inkml:trace>
  <inkml:trace contextRef="#ctx0" brushRef="#br0" timeOffset="2407.703">1671 659,'4'0,"1"0,-1-1,0 0,1 1,-1-1,0-1,0 1,0 0,0-1,0 0,0 0,-1 0,1-1,0 1,-1-1,0 0,0 0,0 0,0 0,0 0,0-1,-1 1,0-1,0 0,0 0,0 0,0 0,-1 0,0 0,0 0,0 0,0-1,-1 1,1 0,-1 0,0-1,0 1,-2-4,1 3,0 1,-1 0,0 0,0 1,0-1,-1 0,1 1,-1-1,0 1,0 0,0 0,0 0,0 0,-1 1,1-1,-1 1,0 0,0 0,0 0,0 0,0 1,0 0,0 0,0 0,-1 0,1 1,0-1,-1 1,1 0,0 0,-2 1,1-1,0 0,-1 1,1 0,0 0,0 0,-1 0,1 1,0 0,0 0,1 1,-1-1,0 1,1 0,-1 0,1 0,0 1,0 0,0-1,1 1,0 1,-1-1,1 0,0 1,1 0,-1 0,3-1,0 0,0-1,0 1,0 0,1-1,0 1,0 0,0-1,0 1,0-1,1 0,-1 1,1-1,0 0,0 0,0 0,1 0,-1 0,1-1,-1 1,1-1,0 1,0-1,0 0,0 0,0 0,1-1,-1 1,1-1,-1 0,1 0,-1 0,1 0,-1-1,2 1,45 12,-2-5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3.9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302 137,'-2'-8,"-1"1,0-1,0 1,-1 0,0 1,0-1,0 0,-1 1,0 0,0 0,-1 1,0 0,0-1,0 2,0-1,-1 1,0 0,1 0,-2 1,1 0,0 0,-1 1,1 0,-1 0,0 1,1 0,-1 0,0 1,0 0,0 0,1 1,-1 0,-1 0,4 0,1 0,-1 0,0 1,1 0,-1 0,1 0,-1 0,1 0,0 1,0 0,0 0,1 0,-1 1,1-1,-1 1,1 0,0-1,0 1,1 1,-1-1,1 0,0 1,0-1,1 1,-1 0,1-1,0 1,0 0,1 0,-1 0,1 0,0 0,0-1,1 1,0 0,0 0,0 0,0 0,1-1,-1 1,1-1,0 1,1-1,-1 0,1 0,0 0,0 0,2 2,4 0,1 0,1-1,-1 0,0 0,1-1,0-1,0 0,0-1,1 1,-1-2,0 0,1 0,-1-1,1-1,-1 0,0 0,1-1,-1-1,0 0,0 0,-1-1,1 0,-1-1,2-1,-6 2,1 0,-2 0,1 0,0 0,-1-1,0 0,0 0,0-1,-1 0,0 1,0-1,0-1,-1 1,0 0,0-1,0 0,-1 1,0-1,0 0,-1 0,0-1,0 1,-1 0,0 0,0 0,-1 0,0-5,-13-18,14 29,0 1,0-1,-1 1,1 0,0-1,-1 1,1 0,0-1,-1 1,1 0,-1-1,1 1,0 0,-1 0,1 0,-1-1,1 1,-1 0,1 0,-1 0,1 0,-1 0,1 0,-1 0,1 0,-1 0,1 0,-1 0,1 0,-1 0,1 0,-1 0,1 1,0-1,-1 0,1 0,-1 1,1-1,-1 0,1 0,0 1,-1-1,1 0,0 1,-1-1,1 1,0-1,0 0,-1 1,1-1,0 1,0-1,0 1,-1-1,1 1,0-1,0 1,0-1,0 1,0-1,0 1,-2 7,1 0,-1 0,2 0,-1 1,1-1,0 0,1 1,0-1,0 0,1 0,0 1,0-2,1 1,0 0,1 0,-1-1,1 0,1 1,0-2,0 1,0 0,0-1,1 0,3 2,-1-2,0 0,-1-1,2 0,-1 0,1-1,-1 0,1 0,1-1,-1 0,0-1,0 0,1-1,0 0,-1 0,1-1,-1 0,1 0,0-1,-1-1,3 0,-4 0,-1 0,0 0,1 0,-1-1,0 0,-1 0,1-1,0 0,-1 0,0 0,0-1,0 0,-1 0,0-1,0 0,0 0,0 0,-1 0,0 0,0-1,-1 0,0 0,0 0,-1 0,2-6,-3 9,0 0,0-1,0 1,0 0,-1-1,0 1,0 0,0-1,0 1,-1 0,0-1,0 1,0 0,0 0,0-1,-1 1,0 0,0 1,0-1,-2-2,2 5,1 1,-1 0,1 0,-1 0,1 0,-1 0,1 0,-1 0,1 0,-1 1,1-1,0 0,-1 1,1-1,-1 1,1 0,0 0,-1-1,1 1,0 0,0 0,0 0,0 0,0 0,0 0,0 1,0-1,0 0,0 0,1 1,-1-1,0 1,1-1,-1 0,1 1,0-1,-1 1,1-1,0 1,0-1,0 2,-1 1,0 0,0 1,1-1,-1 1,1-1,0 1,0-1,1 1,-1-1,1 1,0-1,1 1,-1-1,1 0,-1 0,1 0,0 0,1 0,-1 0,1 0,0-1,-1 1,2-1,-1 0,0 0,1 0,-1 0,1-1,0 1,0-1,1 0,6 5,1-1,1-1,-1 0,1 0,-1-1,1-1,0 0,1-1,-1-1,2 0,-8 0,0-1,0 1,0-1,0-1,0 0,0 0,0 0,-1-1,1 0,0 0,-1 0,0-1,1 0,-1 0,0-1,0 0,-1 0,1 0,-1-1,0 0,0 0,-1 0,1 0,-1-1,0 1,-1-1,1 0,-1-1,0 1,0-2,-1 0,0 1,0 0,0-1,-1 1,0 0,-1-1,1 0,-2 1,1-1,-1 1,0-2,1 10,0-1,1 1,-1-1,0 1,0-1,0 1,0-1,0 1,0-1,1 1,-1-1,0 1,0-1,-1 1,1 0,0-1,0 1,0-1,0 1,0-1,-1 1,1-1,0 1,0-1,-1 1,1-1,0 1,-1-1,1 0,0 1,-1-1,1 1,-1-1,1 0,-1 1,1-1,-1 0,1 0,-1 0,1 1,-1-1,1 0,-1 0,1 0,-1 0,1 0,-1 0,0 0,1 0,-1 0,1 0,-1 0,1 0,-1 0,1 0,-1-1,1 1,-1 0,1 0,-1-1,1 1,-1 0,1-1,-1 1,1 0,0-1,-1 1,1-1,0 1,-1-1,0 6,-1 0,1 0,0-1,1 1,-1 0,1 0,0 0,0 0,1 0,-1 0,1-1,0 1,0 0,1 0,-1-1,1 1,0-1,1 1,-1-1,1 0,-1 0,1 0,1 0,-1-1,0 1,1-1,0 0,-1 0,1 0,1 0,0 0,2 1,1 0,1-1,-1 1,0-1,1-1,0 0,-1 0,1-1,0 0,0 0,0-1,0 0,0-1,0 0,0 0,-1-1,1 0,0-1,-1 0,0 0,0 0,0-1,0-1,0 1,-1-1,1-1,-2 1,5-5,-8 7,-1 0,0-1,0 1,-1-1,1 0,-1 1,1-1,-1 0,0 0,0 0,-1 0,1 0,-1 0,0 0,0 0,-1 0,1 0,-1 0,1 0,-1 1,-1-1,1 0,0 0,-1 1,0-1,0 1,0-1,0 1,0 0,-1 0,0-1,2 4,1-1,-1 1,0-1,0 1,0-1,1 1,-1 0,0-1,0 1,0 0,0 0,0 0,0 0,0 0,1 0,-1 0,0 0,0 0,0 0,0 0,0 1,0-1,0 0,1 1,-1-1,0 0,0 1,0-1,1 1,-1-1,0 1,1 0,-1-1,0 1,1 0,-1-1,1 1,-1 0,1 0,-1 0,1-1,0 1,-1 0,1 0,0 0,0 0,0 0,-1 0,1 0,0-1,0 1,0 0,1 0,-1 0,0 0,0 0,0 0,1 0,-1-1,0 1,1 0,-1 0,1 0,-1-1,1 1,-1 0,1 0,-1-1,1 1,5 7,0 0,0 0,1-1,0 0,0-1,0 1,1-1,0-1,0 1,0-2,1 1,0-1,0 0,0-1,0 0,4 1,126 34,-73-25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5.7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0,'23'19,"-1"0,-1 2,-1 0,-1 1,0 1,3 9,33 39,-54-70,-1 0,1 0,-1 0,1 0,0 0,-1-1,1 1,0 0,0 0,-1-1,1 1,0-1,0 1,0-1,0 1,0-1,0 1,0-1,0 0,0 1,0-1,0 0,0 0,0 0,0 0,0 0,0 0,0 0,0 0,0 0,0-1,0 1,0 0,0-1,0 1,0-1,0 1,0-1,0 1,0-1,-1 1,1-1,0 0,0 0,-1 1,1-1,0 0,-1 0,1 0,-1 0,1 0,-1 0,1 0,-1 0,0 0,0 0,1 0,-1 0,0 0,0 0,58-170,-58 171,0 1,0-1,0 0,0 0,0 1,0-1,1 0,-1 0,0 0,0 1,0-1,0 0,0 0,0 0,1 0,-1 1,0-1,0 0,0 0,0 0,1 0,-1 0,0 0,0 1,0-1,1 0,-1 0,0 0,0 0,0 0,1 0,-1 0,0 0,0 0,0 0,1 0,-1 0,0 0,0 0,1 0,-1 0,0 0,0 0,0-1,1 1,-1 0,0 0,0 0,0 0,0 0,1 0,-1-1,0 1,0 0,0 0,0 0,0 0,1-1,-1 1,0 0,0 0,0 0,0-1,0 1,0 0,6 23,-5-18,0 1,1 0,-1 0,1 0,0 0,0 0,1-1,-1 1,1-1,1 1,-1-1,1 0,0 0,0-1,0 1,1-1,-1 0,1 0,0 0,0-1,1 0,-1 0,1 0,-1-1,1 1,0-1,0-1,0 1,0-1,0 0,0 0,0-1,1 0,-1 0,0 0,0-1,5-1,-5 0,-1 0,0-1,0 1,0-1,0 0,0-1,-1 1,1-1,-1 0,0 0,0 0,0-1,-1 1,0-1,0 0,0 0,0 0,-1 0,1-1,-2 1,1-1,0 1,-1-1,0 0,0 1,-1-1,0 0,0 0,0 1,-1-1,1 0,-2 0,2 6,0 1,-1-1,1 0,0 1,-1-1,1 0,-1 1,1-1,-1 0,1 0,-1 0,1 1,-1-1,1 0,-1 0,1 0,-1 0,1 0,-1 0,1 0,-1 0,1 0,-1 0,1 0,-1 0,1 0,-1 0,1 0,-1-1,1 1,-1 0,1 0,-1-1,1 1,-1 0,1-1,0 1,-1 0,1-1,-1 1,1-1,0 1,0 0,-1-1,1 1,0-1,0 1,-1-1,1 1,0-1,0 1,0-1,0 1,0-1,0 0,0 1,0-1,0 1,0-1,0 1,0-1,0 1,0-1,1 1,-1-1,0 1,0-1,0 1,1-1,-1 1,0 4,-1 0,1 1,0-1,0 0,0 0,1 1,0-1,0 0,0 0,0 0,0 0,1 0,0 0,0 0,0 0,0-1,0 1,1-1,0 1,-1-1,1 0,1 0,-1 0,0-1,1 1,-1-1,1 0,0 0,0 0,0 0,0-1,1 1,24 9,0-2,0 0,1-2,0-2,0 0,1-2,0-2,12 0,-42-1,76 3,0-3,60-9,-68-11,-68 20,-1-1,1 1,0-1,0 0,-1 1,1-1,0 0,-1 1,1-1,-1 0,1 0,-1 0,1 1,-1-1,1 0,-1 0,0 0,0 0,1 0,-1 0,0 0,0 0,0 0,0 0,0 0,0 1,0-1,0 0,-1 0,1 0,0 0,-1 0,1 0,0 0,-1 0,1 1,-1-1,1 0,-1 0,0 1,1-1,-1 0,0 1,0-1,-35-27,20 19,0 2,-1 0,0 1,0 1,-1 1,1 0,-1 1,0 1,0 0,0 2,0 0,-2 1,17-1,0-1,0 1,0 0,0 0,-1 1,1-1,0 1,0-1,0 1,0 0,0 0,0 0,0 0,1 1,-1-1,0 1,0 0,1 0,0 0,-1 0,1 0,0 0,0 1,0-1,0 1,0-1,1 1,-1 0,1 0,0 0,-1 0,1 0,1 0,-1 0,0 0,1 0,0 0,-1 0,1 0,0 1,1-1,-1 0,1 0,-1 0,2 3,5 1,0-1,0 1,1-1,0-1,0 1,0-1,1-1,0 0,0 0,0 0,0-1,1-1,-1 1,1-2,0 1,-1-1,1-1,0 0,9-1,111-3,-124 3,0 0,0-1,-1 1,1-1,-1 0,1 0,-1-1,0 0,1 0,-1 0,-1 0,1-1,0 0,-1 0,0 0,0 0,0-1,-1 1,1-1,1-4,2-31,-7 44,1-1,-1 1,1-1,-1 0,1 1,0-1,1 0,-1 1,1-1,-1 0,1 0,0 0,0 0,0-1,0 1,1 0,-1-1,1 0,-1 1,1-1,0 0,0 0,0-1,0 1,0-1,1 1,2 0,9 3,1 0,-1 0,1-2,0 0,0-1,0 0,0-2,0 0,0 0,0-2,0 0,0 0,0-2,-1 0,6-2,-15 4,1-1,-1 1,0-1,1 0,-1-1,0 1,-1-1,1-1,-1 1,0-1,0 1,0-1,-1-1,0 1,1-1,-2 0,1 0,-1 0,0 0,0 0,-1-1,0 1,0-1,0-3,-2 10,0 1,0-1,-1 0,1 0,0 0,0 0,-1 0,1 0,0 0,0 1,-1-1,1 0,0 0,0 0,-1 0,1 0,0 0,0 0,-1 0,1 0,0 0,0-1,-1 1,1 0,0 0,0 0,-1 0,-1 6,0 0,0 1,0-1,1 0,0 1,0-1,0 1,1 0,0-1,1 1,-1-1,1 1,0-1,1 1,0-1,0 0,0 0,1 0,-1 0,2 0,-1 0,0-1,1 1,0-1,1 0,-1 0,1-1,2 2,19 7,-1-5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6.0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1,'-4'7,"7"6,4 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8.8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1049,'16'2,"1"-1,-1-1,1 0,-1-1,1-1,-1-1,0 0,0-1,0 0,0-2,-1 0,0 0,0-2,-1 0,8-5,-18 10,-1 1,1-1,0 0,-1 1,0-2,0 1,0 0,0-1,0 1,-1-1,1 0,-1 0,0 0,0 0,-1 0,2-4,-4 7,0-1,0 0,0 1,0-1,-1 1,1-1,0 1,-1 0,1-1,0 1,-1 0,0 0,1 0,-1 0,0 0,1 0,-1 1,0-1,0 1,0-1,0 1,0 0,1-1,-1 1,0 0,0 0,0 0,0 1,0-1,0 0,0 1,1-1,-1 1,0 0,0 0,0-1,1 1,-1 0,1 1,-5-1,0 1,1 0,0 1,-1-1,1 1,0 0,1 1,-1-1,0 1,1 0,0 0,0 0,0 1,0-1,1 1,0 0,0 0,0 0,1 0,-1 1,1-1,0 1,1 0,0-1,0 1,0 0,0 0,1-1,0 1,0 0,0 0,1 0,0 0,0-1,1 1,-1 0,1-1,1 0,-1 1,1-1,0 0,0 0,1 2,6 2,0 0,1-1,0 1,0-2,0 0,1 0,0-1,1-1,-1 0,1 0,0-1,0-1,1-1,-1 1,0-2,1 0,0-1,12-1,24-2</inkml:trace>
  <inkml:trace contextRef="#ctx0" brushRef="#br0" timeOffset="284.245">575 903,'1'11,"0"1,1-1,0 0,0 0,2 0,-1 0,1 0,1 0,0-1,0 0,1 0,1 0,-1-1,2 0,-1 0,8 5,0 1,0-2,1 0,1 0,0-2,1 0,0-1,0-1,19 6,-33-12,0-1,0 0,-1 0,2-1,-1 1,0-1,0 0,0 0,1 0,-1 0,0-1,1 0,-1 0,1 0,-1-1,0 1,1-1,-1 0,0 0,0 0,0-1,0 0,0 1,0-1,0-1,0 1,-1-1,1 1,-1-1,0 0,0 0,0 0,0-1,2-2,1-12,0 0,-1-1,-1 1,-1-1,-1 0,0 0,-1 0,-1 0,-1 0,-1-3,1-4,0-4</inkml:trace>
  <inkml:trace contextRef="#ctx0" brushRef="#br0" timeOffset="1200.417">1136 1184,'16'-1,"1"0,-1 0,0-2,1 0,-1 0,-1-2,1 0,-1-1,0 0,0-2,0 1,-1-2,0 0,-1-1,5-4,-13 9,0 0,-1-1,0 1,0-1,0 0,0 0,-1 0,0 0,-1-1,1 1,-1-1,0 0,-1 1,1-5,-2 8,0 0,1 0,-1 0,-1 0,1 0,0 0,-1 0,1 0,-1 0,0 0,0 0,0 1,-1-1,1 0,0 1,-1-1,0 1,0-1,1 1,-1 0,-1 0,1 0,0 0,0 0,-1 0,1 1,-1-1,0 1,1-1,-1 1,0 0,0 0,0 1,0-1,-2 0,0 1,0 0,0 0,0 0,-1 0,1 1,0 0,0 0,0 0,0 1,0 0,1 0,-1 0,0 0,1 1,0 0,-1-1,1 2,0-1,0 0,1 1,-1 0,1 0,0 0,0 0,0 0,1 1,-1 0,1-1,0 1,0 0,1 0,-1 0,1 0,0 0,1 0,-1 0,1 0,0 0,0 1,1-1,-1 0,1 0,0 0,1 0,0 3,4 4,0-1,1 0,0 0,1 0,0-1,1 0,0-1,0 0,1 0,0-1,1 0,-1-1,2 0,-1-1,1 0,0-1,0 0,0-1,1-1,-1 1,1-2,0 0,0-1,0 0,0 0,0-2,0 1,0-2,0 0,-5 1,0-1,0 0,0-1,-1 1,1-1,-1-1,0 0,0 0,0 0,0-1,0 0,-1 0,0 0,0-1,-1 0,0 0,0-1,0 1,0-1,-1 0,-1 0,1-1,-1 1,0-1,-1 0,0 0,0 0,0 0,-1 0,0-5,-1 10,2-5,-1 0,0-1,0 1,-1-1,0 1,-1-1,0 1,0-1,-1 1,0 0,0 0,-3-6,5 14,0-1,0 1,0-1,-1 0,1 1,0-1,-1 1,1-1,-1 1,1-1,0 1,-1-1,1 1,-1-1,1 1,-1 0,1-1,-1 1,0 0,1-1,-1 1,1 0,-1 0,0 0,1-1,-1 1,0 0,1 0,-1 0,0 0,1 0,-1 0,0 0,1 1,-1-1,1 0,-1 0,0 0,1 1,-1-1,1 0,-1 1,0-1,1 0,-1 1,1-1,-1 1,1-1,0 1,-1-1,1 1,-1-1,1 1,0-1,-1 1,1-1,0 1,0 0,0-1,-1 1,-13 39,12-34,1 1,0-1,0 1,0-1,1 1,0 0,1-1,-1 1,1-1,1 1,-1-1,1 1,0-1,1 0,-1 0,1 0,0 0,1 0,-1-1,1 1,0-1,1 0,-1 0,1-1,0 1,0-1,0 0,1 0,3 1,-1 0,0-1,0 0,0 0,1-1,-1 0,1 0,0-1,0 0,0-1,0 1,0-2,0 0,0 0,0 0,0-1,0-1,0 1,0-1,-1-1,1 0,-1 0,1-1,-1 1,0-2,0 1,-1-1,0-1,1 1,-2-1,1-1,-1 1,0-1,0 0,-1 0,1-1,3-7,-6 8,-1-1,1 1,-1-1,-1 1,1-1,-1 0,0 1,-1-1,0 0,0 0,-2-6,2 14,-1 0,1 0,-1 0,0 0,1 0,-1 0,1 0,-1 0,0 0,1 0,-1 0,1 1,-1-1,1 0,-1 0,1 0,-1 1,1-1,-1 0,1 1,-1-1,1 1,-1-1,1 0,0 1,-1-1,1 1,0-1,-1 1,1-1,0 1,0-1,-1 1,1-1,0 1,0 0,0-1,0 1,0-1,0 1,0-1,0 1,0 0,0-1,0 1,0-1,0 1,-2 5,0 0,0 1,1-1,0 0,0 1,0-1,1 0,0 1,0-1,1 1,0-1,0 0,0 1,1-1,0 0,0 0,0 0,1 0,0 0,0-1,1 1,-1-1,1 0,0 0,1 0,-1-1,1 1,0-1,0 0,0 0,1-1,-1 0,1 0,5 2,-3-2,1-1,0 0,-1 0,1-1,0 0,0-1,-1 0,1 0,0-1,0 0,-1 0,1-1,-1-1,1 1,-1-1,0-1,0 1,0-1,5-4,1-1,0-2,0 1,-1-2,-1 0,0 0,0-1,-1-1,-1 0,4-7,12-22,-29 50,0 1,1-1,0 1,1 0,0 0,0 0,0 0,1 0,1 0,-1 0,1-1,0 1,1 0,0 0,0 0,1-1,2 5,-2-7,1-1,0 1,0-1,1 0,-1 0,1 0,0 0,0-1,0 0,1 0,-1 0,1-1,-1 1,1-1,0-1,0 1,0-1,0 0,0-1,1 1,7 0,0-1,0-1,0 0,0-1,0 0,0-1,0 0,2-2,17-8</inkml:trace>
  <inkml:trace contextRef="#ctx0" brushRef="#br0" timeOffset="1986.835">2820 1063,'0'0,"0"1,0-1,-1 0,1 0,0 0,0 0,-1 0,1 0,0 0,-1 0,1 0,0 0,0 0,-1 0,1 0,0 0,-1-1,1 1,0 0,0 0,-1 0,1 0,0 0,0-1,0 1,-1 0,1 0,0 0,0-1,0 1,-1 0,1 0,0-1,0 1,0 0,0 0,0-1,0 1,0 0,0 0,-1-1,1 1,0 0,0-1,0 1,0 0,-10 26,9-24,0 0,0 0,0 0,0 0,1 0,-1 0,1 1,-1-1,1 0,0 0,0 0,0 0,0 1,0-1,1 0,-1 0,1 0,-1 0,1 0,0 0,0 0,0 0,0 0,0 0,0 0,1 0,-1 0,0-1,1 1,-1-1,1 1,0-1,0 0,-1 1,1-1,2 0,9 1,-1-1,1 0,0-2,0 1,0-1,0-1,-1-1,1 1,-1-2,0 0,0 0,0-1,0-1,-1 0,0 0,0-1,0-1,-1 0,-1 0,1-1,6-8,9-7,-17 51,-8-22,0 1,1-1,0 1,0-1,0 0,1 1,0-1,0 0,0 0,1 0,-1 0,1 0,0-1,1 1,-1-1,1 0,0 0,0 0,0 0,0-1,1 0,0 1,-1-2,1 1,0-1,0 1,0-1,3 0,-1 1,0-1,0 0,1 0,-1 0,1-1,0 0,-1-1,1 0,0 0,-1 0,1-1,-1 0,1-1,-1 0,1 0,-1 0,0-1,0 0,0-1,0 1,-1-1,1-1,-1 1,0-1,0 0,-1 0,0-1,1 0,-2 0,4-5,11-23,-2 0,-1-2,-2 1,-2-2,-1 0,-2 0,0-5,21-100,-5-2,-7 0,-5-32,-11 153,-1 1,-2-1,0 1,-1-1,-6-20,8 40,-1 0,1 0,-1 1,0-1,1 0,-1 1,-1-1,1 1,0-1,-1 1,1 0,-1-1,0 1,1 0,-1 0,0 0,0 0,-1 0,1 1,0-1,-1 1,1-1,-1 1,1 0,-1 0,1 0,-1 0,0 1,1-1,-1 1,0 0,0-1,0 1,1 0,-1 1,0-1,0 0,1 1,-1-1,0 1,-2 1,-7 6,-1 0,1 1,1 0,0 1,0 1,1-1,1 2,-1-1,2 1,0 1,0 0,1 0,1 0,0 1,1-1,0 1,0 5,-5 12,2 1,1 0,2 0,1 1,2 0,0-1,3 1,0 0,3-1,0 1,2-1,2 0,0-1,3 1,0-2,2 0,1 0,1-1,2-1,1-1,1 0,1-1,1-1,25 21,52 22,-93-66,-1 0,1 0,-1-1,1 1,0-1,0 0,-1 0,1 0,0-1,0 0,0 0,0 0,0-1,0 1,-1-1,1 0,0-1,0 1,-1-1,1 0,-1 0,5-3,1-5,0 0,-1-1,0 0,0-1,-1 0,0-1,-2 1,1-1,-1-1,-1 1,-1-1,0 0,0 0,0-9,7-50,-11 73,0 0,1-1,-1 1,0-1,0 1,1-1,-1 1,0-1,0 1,0-1,0 1,0-1,1 0,-1 1,0-1,0 1,0-1,-1 1,1-1,0 1,0-1,0 0,0 1,0-1,-1 1,1-1,0 1,0 0,-1-1,1 1,0-1,-1 1,1-1,-1 1,1 0,0-1,-1 1,1 0,-1-1,1 1,-1 0,1 0,-1-1,1 1,-1 0,1 0,-1 0,0 0,1 0,-1 0,1 0,-1 0,1 0,-1 0,1 0,-1 0,0 0,1 0,-1 1,1-1,-1 0,1 0,-1 1,-22 30,19-20,0 0,1 1,0-1,1 1,0-1,1 1,0-1,1 1,0 0,1-1,1 1,0 0,0-1,1 0,0 1,1-1,0 0,1-1,0 1,1-1,5 7,-1-3,0 0,1-1,1 0,0-1,0-1,1 0,1 0,0-1,0-1,1 0,0-2,1 1,0-2,9 3,15 2</inkml:trace>
  <inkml:trace contextRef="#ctx0" brushRef="#br0" timeOffset="2230.181">3409 461,'-16'-16,"-5"-7,5-3,15 2,21 4,25 6,28 5,25 9,17 9,10 7,-2 6,-13 3,-26-2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27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30 643,'34'109,"-5"2,-5 1,-5 1,-5 1,-2 59,-9-151,-2 0,-1 0,0 0,-2-1,0 1,-2-1,0 1,-2-1,0 0,-1-1,-4 6,11-24,-1 0,1 0,-1 0,0 0,0 0,0 0,0 0,-1-1,1 1,0 0,-1-1,1 1,-1-1,1 1,-1-1,0 0,0 0,0 0,1 0,-1 0,0 0,0 0,0-1,0 1,0-1,-1 1,1-1,0 0,0 0,0 0,0 0,0 0,0-1,0 1,-2-1,1-2,0 0,0-1,1 1,-1-1,1 0,0 1,0-1,0 0,1 0,-1-1,1 1,0 0,0-4,-11-54,3-1,2-1,4 1,2-17,1 48,-3-34,3 0,2 1,4-1,3 1,4-12,-12 72,-1 1,0-1,1 1,0-1,0 1,0-1,1 1,0 0,-1 0,1 0,1 0,-1 0,1 0,-1 0,1 1,0-1,0 1,1 0,-1 0,1 0,-1 0,1 1,0 0,0-1,0 1,0 1,1-1,-1 1,0-1,1 1,-1 0,1 1,-1-1,1 1,-1 0,4 0,8 5,-2 1,1 0,-1 1,0 0,0 1,-1 1,0 0,0 1,-1 1,-1-1,0 2,0 0,-1 0,-1 0,3 6,17 45,-29-61,1 0,-1 0,0 0,0 0,0 0,0-1,0 1,0 0,0 0,-1 0,1 0,-1 0,1-1,-1 1,0 0,0 0,0-1,0 1,0-1,0 1,0-1,0 1,0-1,-1 0,1 1,-1-1,1 0,-1 0,1 0,-1 0,0 0,0-1,1 1,-1 0,0-1,-5 2,1 0,-1-1,1 0,-1 0,0-1,1 0,-1 0,0 0,1-1,-1 0,1 0,-1-1,1 0,-7-2,10 3,-1-1,1 1,0-1,0 0,0 1,0-1,0-1,0 1,0 0,1-1,-1 0,1 1,0-1,0 0,0 0,0 0,0 0,1-1,-1 1,1 0,0-1,0 1,0-1,0 1,1-1,-1 0,1 1,0-3,1 1,0 0,0 1,0-1,1 0,0 0,0 1,0-1,0 0,1 1,-1 0,1 0,0 0,1 0,-1 0,1 1,-1-1,1 1,0 0,0 0,1 0,-1 1,3-2,109-35,-101 36,0 1,0 1,0 0,0 1,0 1,0 0,6 2,-16-2,-1 0,1 0,-1 0,0 0,0 1,1 0,-1 0,0 0,0 0,-1 1,1-1,0 1,-1 0,0 0,1 0,-1 1,-1-1,1 1,0 0,-1-1,0 1,0 0,0 1,0-1,0 0,0 3,3 68,-5-74,1 0,-1 1,1-1,-1 0,1 0,-1 0,1 0,0 0,0 0,0 0,-1 0,1 0,0 0,0 0,0 0,0 0,0-1,1 1,-1 0,0-1,0 1,0-1,1 0,-1 1,0-1,0 0,1 1,-1-1,0 0,1 0,-1 0,0 0,0-1,1 1,-1 0,0-1,1 1,-1 0,1-1,48-22,-38 12,-1-1,0 1,-1-2,0 0,-1 0,0 0,-1-1,-1-1,0 0,22-38,-28 89,0-29,-1-1,1 0,0 0,0 0,1 0,-1 0,2 0,-1 0,0 0,1-1,0 1,0-1,1 0,0 0,0 0,0-1,0 1,1-1,-1 0,1 0,0 0,1-1,-1 0,0 0,1 0,0-1,0 1,-1-1,1-1,1 1,-1-1,0 0,0-1,0 1,0-1,1 0,-1-1,0 0,0 0,0 0,6-2,-2 0,0-1,-1 0,1 0,-1-1,0-1,0 1,-1-1,0-1,0 1,0-1,-1-1,0 1,-1-1,1-1,-1 1,-1-1,4-7,5-12,-1 0,-2-1,0-1,-2 0,0-10,7-36,-3 0,-4 0,-4-1,-3-54,-2 128,1-9,-1 0,0 1,-1-1,0 1,-1-1,0 1,0-1,-2 1,1 0,-2 0,1 0,-1 1,-3-3,6 10,-1 1,1 0,-1 0,1 0,-1 0,0 0,0 1,0-1,0 1,0 0,-1 0,1 0,0 0,0 0,-1 1,1 0,0-1,-1 1,1 0,-1 1,1-1,0 1,-1-1,1 1,0 0,0 0,0 0,0 1,0-1,0 1,0 0,0 0,0 0,1 0,-1 0,1 0,0 1,-1-1,1 1,0 0,1 0,-2 1,-8 13,0 0,2 1,0 0,1 0,1 1,0 0,2 1,0-1,1 1,1 0,1 0,1 0,0 1,2-1,0 0,1 0,2 2,2 14,2-1,2-1,0 1,3-2,1 0,1 0,2-1,1-1,1-1,2-1,1 0,1-2,1-1,2 0,-17-16,1-1,0-1,1 0,0 0,0-1,0 0,1-1,0 0,1-1,8 3,-17-7,-1-1,0 1,0-1,1 0,-1 0,0 0,1 0,-1 0,0-1,0 0,0 1,1-1,-1 0,0-1,0 1,0 0,0-1,-1 0,1 0,0 0,-1 0,1 0,-1 0,0-1,1 1,-1-1,0 1,-1-1,1 0,1-2,32-94,-34 98,16-91,-18 98,-1 2,0 1,1-1,0 1,0-1,1 1,0 0,0-1,1 1,1 0,-1-1,1 0,1 1,-1-1,1 0,1 0,0 0,3 5,-2-8,1 1,0-2,0 1,0-1,1 1,0-2,-1 1,1-1,0 0,1 0,-1-1,0 0,1-1,26 6</inkml:trace>
  <inkml:trace contextRef="#ctx0" brushRef="#br0" timeOffset="883.454">899 282,'88'-5,"0"5,0 3,72 13,-155-16,84 7,1 5,-1 3,-1 4,76 27,-154-43,0 0,-1 0,0 0,1 1,-1 1,-1-1,1 2,-1-1,0 1,0 0,0 1,-1 0,0 0,-1 0,1 1,-1 0,-1 0,0 1,0 0,0 0,-1 0,-1 0,1 0,0 7,-6 69,0-73,1 0,1 1,0-1,0 0,1 1,1-1,0 0,3 10,-5-20,1 0,-1 0,1 0,0 0,-1-1,1 1,0 0,0-1,0 1,1-1,-1 1,0-1,0 1,1-1,-1 0,1 0,-1 0,1 0,0 0,-1 0,1 0,0 0,0 0,0-1,-1 1,1-1,0 0,0 1,0-1,0 0,0 0,0 0,0 0,0-1,-1 1,1 0,1-1,60-39,52-107,-114 147,-1 0,1 0,-1 0,1 0,0 0,-1 0,1 1,-1-1,1 0,0 0,-1 1,1-1,-1 0,1 0,-1 1,1-1,-1 1,1-1,-1 0,0 1,1-1,-1 1,1-1,-1 1,0-1,0 1,1-1,-1 1,0 0,0-1,0 1,1-1,-1 1,0 0,0-1,0 1,0-1,0 1,0 0,0-1,0 1,-1-1,1 1,0 0,0-1,0 1,-1-1,1 1,0-1,-1 1,1-1,0 1,-1-1,1 1,-1-1,1 1,-1-1,1 5,-1-1,0-1,0 1,1 0,-1 0,1 0,-1 0,1 0,1 0,-1-1,0 1,1 0,0 0,0 0,0-1,0 1,1 0,-1-1,1 1,0-1,0 1,0-1,1 0,-1 0,1 0,-1 0,2 0,9 2,0 0,0-1,1-1,-1 0,1-1,0 0,0-1,0-1,-1 0,1 0,0-2,3 0,-16 2,15-1,0-1,1-1,-1 0,-1-1,1 0,0-2,-1 0,0 0,12-8,-25 13,100-69,-97 65,0 1,0-1,0 0,-1 0,0-1,0 1,0-1,-1 0,0 0,0 0,0-1,-1 1,0-1,0 1,0-1,0-6,-2 11,0-1,0 1,0-1,0 1,-1 0,1 0,-1-1,1 1,-1 0,0 0,0-1,0 1,0 0,0 0,0 0,0 0,-1 0,1 1,-1-1,0 0,1 1,-1-1,0 1,0-1,0 1,0 0,0 0,0 0,0 0,0 0,-1 0,1 1,-1-1,-2 0,-1 0,0 0,1 1,-1-1,1 1,-1 1,0-1,1 1,-1 0,1 0,-1 1,1-1,-4 3,3-2,0 0,0 1,1 0,-1 1,1-1,-1 1,1 0,0 0,1 0,-1 1,1 0,0 0,0 0,0 0,1 1,0-1,0 1,0 0,1 0,-1 0,2 0,-1 1,1-1,0 0,0 1,0-1,1 1,0-1,0 1,1-1,0 0,0 1,1-1,-1 0,1 0,2 4,2-1,0-1,1 1,0-1,1-1,-1 1,1-1,1-1,-1 0,1 0,0 0,1-1,-1-1,1 1,0-2,0 1,159 34,-24-32,-88-11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7:32.5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1347,'16'0,"17"0,16 0,15 0,14 0,6 0,3 0,-1 2,-10 3,-10 3,-15 1,-15-3</inkml:trace>
  <inkml:trace contextRef="#ctx0" brushRef="#br0" timeOffset="253.322">148 1561,'16'11,"19"4,17 0,16-4,12-3,8-2,3-4,-3-3,-6-4,-19-2</inkml:trace>
  <inkml:trace contextRef="#ctx0" brushRef="#br0" timeOffset="524.126">737 1079,'-7'-2,"0"0,0 1,0 0,0 1,0-1,0 1,0 1,0-1,0 1,0 1,0-1,0 1,0 0,-4 3,10-5,0 0,0 1,0-1,0 1,0 0,1-1,-1 1,0 0,0-1,1 1,-1 0,1 0,-1 0,1-1,-1 1,1 0,-1 0,1 0,0 0,-1 0,1 0,0 0,0 0,0 0,0 0,0 0,0 0,0 0,0 0,0 0,0 0,0 0,1 0,-1 0,0 0,1 0,-1 0,1 0,-1-1,1 1,-1 0,1 0,0 0,-1-1,1 1,0 0,0-1,0 1,-1-1,2 1,49 30,8-9,2-2,0-4,40 6,-19-5,-63-12,46 9,-1 3,-1 2,25 13,-81-30,0 1,0-1,0 1,0 0,-1 1,1 0,-1 0,0 0,0 1,-1 0,1 0,-1 0,0 1,0-1,-1 1,0 0,0 1,0-1,-1 1,0 0,0-1,0 1,-1 1,0 2,-3-2,0 0,0 0,-1 0,-1-1,1 1,-1-1,0 1,-1-1,0 0,0 0,0-1,-1 1,0-1,-1 0,-2 2,-32 32,-1-2,-3-1,0-3,-3-2,-4 1,2 0,-21 14,15-10</inkml:trace>
  <inkml:trace contextRef="#ctx0" brushRef="#br0" timeOffset="6167.089">10068 330,'-1'109,"0"47,6 0,20 113,-22-248,-2-11,0 0,1 0,0 0,0 0,1 0,1 0,0-1,3 7,-6-16,-1 1,1 0,-1-1,1 1,-1-1,1 1,0 0,-1-1,1 1,0-1,-1 0,1 1,0-1,0 0,-1 1,1-1,0 0,0 0,-1 0,1 1,0-1,0 0,0 0,0 0,-1 0,1 0,0-1,0 1,0 0,-1 0,1-1,0 1,0 0,-1-1,1 1,0 0,-1-1,1 1,0-1,-1 1,1-1,0 0,28-31,-23 25,2-3,-3 2,0 1,0 0,1 0,-1 0,2 1,-1 0,1 0,0 0,0 1,0 0,1 1,-1 0,1 0,1 0,-1 1,0 0,1 1,-1 0,10-1,-15 3,1 1,0 0,-1 0,1 1,-1-1,1 1,-1-1,0 1,0 0,1 1,-1-1,-1 0,1 1,0 0,-1-1,1 1,-1 0,0 0,0 1,0-1,0 0,-1 1,1-1,-1 1,0-1,0 1,0 0,0 2,1 1,-1 0,-1 0,1 0,-1 0,0 0,0 0,-1 0,0 0,-1 0,1 0,-1 0,0-1,-1 1,0-1,-1 2,-1-1,0 0,-1 0,0-1,0 1,-1-1,1-1,-1 1,-1-1,1-1,-1 1,0-1,0 0,0-1,0 0,-1 0,1-1,-1 0,1-1,-1 0,-7 0,13-1,-1 0,1-1,-1 1,1-1,0 0,-1 0,1 0,0 0,0-1,0 1,0-1,0 0,0 0,0 0,0 0,1-1,0 1,-1-1,1 1,0-1,0 0,0 0,0 0,1 0,-1 0,1 0,0-1,0 1,0 0,0-1,0 1,1 0,0-1,0 1,0-1,0 1,0-1,0 1,1-1,0 1,0 0,0-1,0 1,0 0,1 0,-1 0,1 0,1-2,5-6,1 0,1 0,0 1,0 0,1 1,0 0,1 0,0 1,0 1,0 0,1 1,0 0,1 1,-1 1,1 0,0 0,14-1,-23 4,6-2,1 1,-1 0,1 1,0 0,0 0,-1 1,1 1,0 0,5 1,-14 1,0-1,0 1,0 0,-1-1,1 1,-1 0,1 1,-1-1,0 0,0 1,-1-1,1 1,-1-1,0 1,1 0,-2 0,1-1,0 1,-1 0,0 0,0 0,0 0,0 0,0 0,-1 0,4 25,-2-23,1 0,0 0,0-1,0 1,1 0,0-1,0 0,1 1,-1-1,1 0,0-1,1 1,-1-1,1 0,-1 0,1 0,1-1,-1 1,0-1,1-1,0 1,-1-1,1 0,0 0,0 0,0-1,1 0,-1 0,0-1,0 0,0 0,1 0,-1-1,0 0,0 0,0 0,0-1,0 0,0 0,0-1,-1 0,1 1,-1-2,0 1,0-1,3-2,0-4,0-1,-1 1,0-1,-1 0,0-1,-1 1,0-1,-1 0,-1 0,0-1,0 1,-1-1,-1 1,0-1,0 0,-2 0,0-4,1 13,1 1,-1 0,0 0,0-1,0 1,0 0,0 0,-1-1,1 1,-1 0,0 0,0 0,0 0,-1 0,1 0,-1 0,1 0,-1 0,0 1,-1-2,1 4,0 1,0 0,1 0,-1 0,0 0,1 0,-1 0,1 0,-1 0,1 1,0-1,0 0,-1 1,1-1,0 1,0 0,1-1,-1 1,0 0,0-1,1 1,-1 0,1 0,-1 0,1 0,0-1,0 3,-2 3,1 1,0-1,0 1,1-1,0 1,0-1,0 1,1 0,1-1,-1 0,1 1,0-1,1 0,0 0,0 0,0 0,1-1,0 1,0-1,1 0,0 0,0-1,0 1,1-1,-1 0,1 0,1-1,-1 0,0 0,3 0,39 16,0-6</inkml:trace>
  <inkml:trace contextRef="#ctx0" brushRef="#br0" timeOffset="7020.359">11418 866,'-7'-2,"1"0,-1 1,1 0,-1 1,0 0,1 0,-1 0,0 1,1 0,-1 0,1 0,-1 1,1 0,-1 0,1 1,0 0,0 0,1 0,-1 1,0 0,1 0,0 0,0 1,0 0,1-1,0 2,0-1,0 0,0 1,-2 5,4-7,1 0,-1 1,1 0,-1-1,1 1,1 0,-1-1,1 1,-1 0,1 0,1-1,-1 1,1 0,0 0,0-1,0 1,0 0,1-1,0 0,0 1,0-1,1 0,-1 0,1 0,0 0,0-1,0 1,1-1,-1 1,2 0,5 3,0 0,0 0,0-1,0 0,1-1,0 0,1-1,-1 0,0-1,1 0,10 0,-8-1,-1-2,1 0,0 0,0-1,-1-1,1-1,-1 0,1 0,-1-1,0-1,0 0,-1-1,0 0,0-1,0 0,-1-1,0-1,0 0,-1 0,0-1,-1 0,0 0,0-1,-1 0,-1-1,0 0,-1 0,2-4,9-31,-2 0,-2 0,-2-2,-3 1,-1-1,-2-10,5-18,-4 0,-3-1,-4 1,-5-28,6 97,0 0,-1 1,0-1,0 0,-1 1,0-1,0 1,-1-1,1 1,-2 0,1 0,-1 0,0 1,-1-1,1 1,-1 0,0 0,-1 0,0 1,-5-4,7 9,0-1,0 1,0 0,0 0,0 0,0 1,0 0,0-1,0 1,0 1,0-1,1 0,-1 1,0 0,1 0,-1 0,1 0,0 1,0 0,0-1,0 1,0 0,0 0,1 0,-1 1,1-1,0 1,0-1,0 1,1 0,-1-1,1 1,-1 3,-10 24,1 0,2 1,1 0,1 1,2 0,1 0,1 0,2 1,2-1,1 0,1 0,2 0,8 28,-7-32,1 0,1 0,1-1,2 0,1-1,1 0,2-1,0 0,2-1,0-1,2-1,0-1,2 0,1-1,0-2,1 0,10 5,-21-18,0 0,0 0,1-2,-1 1,1-2,0 0,1 0,-1-1,0-1,1 0,-1-1,1 0,-1-1,0 0,1-2,-1 1,0-2,0 1,-1-2,1 0,-1 0,0-1,0-1,-1 0,0 0,0-1,0-1,-1 0,2-2,-9 8,0 1,0-1,0 0,0 0,-1-1,1 1,-1 0,1-1,-1 1,-1-1,1 0,0 0,-1 0,0 0,0 0,0 0,0 0,-1 0,1 0,-1 0,0-1,0 1,-1 0,1 0,-1 0,0 0,0 0,0 0,-1 0,1 0,-1 0,0 1,0-1,-1 0,1 1,-1 0,1 0,-1 0,0 0,0 0,-1-1,0 2,-1-1,1 0,-1 1,1 0,-1 0,1 0,-1 1,0 0,0 0,0 0,0 0,0 1,0 0,0 0,0 0,0 0,0 1,0 0,0 0,0 0,1 1,-1 0,0-1,1 2,-1-1,1 1,0-1,0 1,0 0,0 0,0 1,1-1,-1 1,1 0,0 0,0 0,0 0,1 1,0-1,-1 1,2-1,-1 1,0 0,1 0,0 0,0 0,0 3,2-2,0 0,0 0,1 0,0 0,0 0,0 0,1-1,-1 1,1-1,1 0,-1 1,1-2,0 1,0 0,0-1,1 0,-1 0,1 0,0 0,1-1,-1 0,0 0,1 0,-1-1,1 0,0 0,6 1,-4 0,-1-1,1 0,0-1,0 0,0 0,1-1,-1 0,0 0,0-1,0 0,0-1,0 1,-1-1,1-1,0 0,-1 0,1 0,-1-1,0 0,0 0,1-2,-3 1,0 0,0 0,-1 0,0 0,0-1,0 0,-1 0,1 0,-1 0,-1-1,1 1,-1-1,0-2,-2 14,1 0,-1 0,1 0,0 0,0 0,1 0,0 0,-1-1,1 1,1-1,-1 1,1-1,0 0,0 0,0 0,0 0,1-1,-1 1,1-1,0 0,4 2,98 46,-74-42,-1-2,1-1,0-2,1-1,2-2,24 0</inkml:trace>
  <inkml:trace contextRef="#ctx0" brushRef="#br0" timeOffset="4838.281">8036 1145,'-3'16,"1"15,-1 8,3 5,3-1,4-3,3-8,0-10</inkml:trace>
  <inkml:trace contextRef="#ctx0" brushRef="#br0" timeOffset="5287.768">7956 892,'19'-2,"0"0,0 1,0 2,0 0,0 1,0 0,-1 2,1 0,-1 1,0 1,0 1,6 3,-9-5,-1 0,1 1,-1 1,0 0,-1 1,0 0,0 1,-1 1,0 0,-1 0,0 1,0 1,-1 0,-1 0,0 1,-1 0,0 0,-1 1,0 0,-1 0,-1 1,0 0,-1 0,-1 0,0 0,-1 1,-12 89,10-103,0-1,0 0,0 1,0-1,0 1,0-1,0 1,0-1,0 0,1 1,-1-1,1 0,-1 1,1-1,-1 0,1 0,0 1,0-1,-1 0,1 0,0 0,0 0,0 0,0 0,0 0,1 0,-1-1,0 1,0 0,0 0,1-1,-1 1,0-1,1 0,-1 1,1-1,-1 0,0 0,1 0,0 0,59-8,-47 4,-1 0,0-2,0 1,-1-2,0 0,0 0,0-1,-1 0,0-1,-1 0,0-1,0 0,-1-1,-1 0,0 0,0-1,-1 0,0 0,-1-1,-1 0,0 0,0 0,-2 0,3-14,-4 5,-2 22,0 0,0 0,-1 0,1 0,0 0,0 1,0-1,0 0,-1 0,1 0,0 0,0 0,0 0,-1 0,1 0,0 0,0 0,0 0,0 0,-1 0,1 0,0 0,0-1,0 1,0 0,-1 0,1 0,0 0,0 0,0 0,0 0,0 0,-1-1,1 1,0 0,0 0,0 0,0 0,0 0,0-1,0 1,0 0,-1 0,-6 20,5-13,1 0,0 0,1 0,-1 0,1 1,1-1,-1 0,1 0,1 0,-1 0,1 0,0 0,1 0,0-1,0 1,0-1,1 1,-1-1,2 0,-1-1,1 1,0-1,0 0,0 0,1 0,-1-1,4 2,12 6,0 0,1-1,0-2,0 0,1-1,0-1,1-1,17 1,41 7</inkml:trace>
  <inkml:trace contextRef="#ctx0" brushRef="#br0" timeOffset="2301.918">2434 1654,'13'-29,"-3"0,0-1,-2 0,-1 0,-1-1,-2 0,-1 0,-1-1,0 11,-2-1,0 1,-1 0,-1-1,-1 1,-1 0,-1 1,-2-5,-29-19,35 43,0 0,1 1,-1-1,0 1,0-1,0 0,0 1,-1 0,1-1,0 1,0 0,0-1,0 1,0 0,0 0,0 0,-1 0,1 0,0 0,0 0,0 1,0-1,0 0,0 1,0-1,-1 0,1 1,0 0,0-1,1 1,-1-1,0 1,0 0,0 0,0 0,0-1,1 1,-1 0,0 0,1 0,-1 0,1 0,-1 0,1 0,0 0,-1 1,0 0,1 0,-1 0,0 0,1 0,0 0,-1 0,1 0,0 0,0 0,0-1,0 1,0 0,1 0,-1 0,1 0,-1 0,1 0,0 0,-1-1,1 1,0 0,0 0,0-1,0 1,1-1,-1 1,0-1,1 1,-1-1,1 0,-1 0,1 0,0 1,63 23,67-7,41 10,-167-27,-1 1,1-1,-1 1,1 1,-1-1,0 1,0 0,0 0,0 0,-1 1,1-1,-1 1,0 0,0 0,0 1,-1-1,0 1,1 0,-2 0,1 0,0 0,-1 1,0-1,-1 1,1-1,-1 1,1 4,-2 5,-1 0,0 0,-1 0,-1 0,0 0,-1-1,-1 2,-13 93,18-107,0 0,0 1,0-1,1 0,-1 0,1 0,0 0,0 0,0 0,0 0,0 0,0 0,0 0,0 0,1-1,-1 1,1-1,-1 1,1-1,0 1,-1-1,1 0,0 0,0 0,0 0,0 0,0 0,0 0,0-1,1 1,-1-1,2 1,71-2,-63 0,-1-1,0 0,0 0,0-1,0-1,-1 1,1-2,-1 0,0 0,0-1,-1 0,1 0,-1-1,-1 0,1-1,-1 0,-1 0,6-8,-11-3,-14 30,10-8,1 1,0-1,0 0,0 1,0-1,1 0,-1 1,1-1,0 1,0-1,0 1,1-1,-1 1,1-1,0 0,0 1,0-1,0 0,0 0,1 0,0 1,-1-2,1 1,0 0,0 0,1-1,-1 1,1-1,-1 1,1-1,0 0,0 0,0 0,0-1,0 1,0-1,2 1,1 1,0-1,0 1,1-1,-1-1,0 1,1-1,-1-1,1 1,0-1,-1 0,1 0,-1-1,1 0,-1 0,1-1,-1 1,0-1,0-1,6-2,-7 2,-1 0,0 0,0 0,0-1,-1 1,1-1,-1 0,0 0,0 0,0-1,-1 1,1-1,-1 1,0-1,0 0,-1 0,1 0,-1 0,0 0,-1 0,1 0,-1 0,0 0,0 0,-1 0,1 0,-1 0,0 0,-1 0,1 0,-1 0,-2-4,0-1,0 0,-1 1,0-1,-1 1,0 0,0 1,-1-1,0 1,0 1,-1-1,0 1,0 1,-1-1,0 1,-7-3,13 8,0-1,0 1,0 0,0 0,0 0,-1 0,1 1,0-1,-1 1,1 0,-1 0,1 0,0 1,-1-1,1 1,0-1,-1 1,1 0,0 1,0-1,0 0,0 1,0 0,0 0,0 0,1 0,-1 0,1 0,-1 1,1-1,0 1,0-1,0 1,0 0,1 0,-1 0,-3 6,1-1,0 1,1 0,0 0,0 0,1 0,0 1,0-1,1 1,1-1,0 1,0 4,1-8,-1 0,1 0,1 0,-1 0,1 0,0-1,0 1,1-1,0 1,0-1,0 0,1 0,-1 0,1-1,0 1,0-1,1 0,-1 0,1 0,0-1,0 1,1-1,-1-1,0 1,1-1,0 0,-1 0,1 0,0-1,0 0,0 0,0-1,4 1,36-5,-3-6</inkml:trace>
  <inkml:trace contextRef="#ctx0" brushRef="#br0" timeOffset="3584.102">3531 1025,'-11'-10,"1"1,-1-1,-1 2,0 0,0 0,-1 1,0 0,0 1,-10-2,17 6,1 0,0 1,-1-1,1 1,-1 1,1-1,-1 1,1 0,-1 0,0 1,1 0,-1 0,1 0,0 0,-1 1,1 0,0 0,0 0,0 1,0 0,0 0,1 0,0 1,-1-1,1 1,-1 1,0 2,1 0,0 1,0-1,1 1,0 0,0 0,1 0,0 0,0 0,1 1,0-1,1 0,-1 1,2-1,-1 0,1 1,0-1,1 0,0 0,0 1,1-2,0 1,1 0,-1-1,1 1,1-1,-1 0,1 0,1-1,-1 1,1-1,0-1,2 2,134 124,-106-101,-1 1,-2 1,-1 2,-1 1,4 9,-3 28,-30-71,1 0,-1 1,0-1,1 0,-1 0,1 0,-1-1,1 1,0-1,-1 1,1-1,0 0,-1 0,1 0,0 0,-1 0,1-1,-1 1,1-1,0 0,-1 0,1 0,-1 0,0 0,1 0,-1-1,0 1,0-1,2-1,12-8,-1-1,0 0,-1-1,0-1,-1 0,-1-1,0 0,-1-1,-1 0,0 0,-1-1,-1-1,-1 0,0 0,-1 0,-1-1,-1 1,1-11,-1 17,-7 33,2-11,-1 10,0 1,1-1,1 1,1-1,1 0,2 9,-3-24,0 1,1 0,-1 0,2-1,-1 1,0-1,1 0,0 0,1 0,-1 0,1 0,0-1,0 1,0-1,0 0,1 0,0-1,0 1,0-1,0 0,0-1,0 1,1-1,1 1,1-1,1-1,-1 1,0-1,0 0,0-1,1 0,-1-1,0 1,0-1,0-1,0 0,0 0,0 0,0-1,0 0,-1-1,0 0,0 0,0-1,0 1,0-1,-1-1,0 1,0-1,-1 0,1-1,-1 1,-1-1,1 0,-1 0,-1 0,1-1,-1 0,0 1,-1-1,0 0,1-3,-1 4,0 0,-1 1,1-1,-1 0,0 0,-1 0,0 0,0 0,-1 0,1 0,-1 0,-1 0,1 1,-1-1,-1 0,1 1,-1 0,0-1,-1 1,-2-4,5 9,0 0,0 1,0-1,-1 1,1-1,0 1,0-1,0 1,0 0,-1 0,1-1,0 1,0 0,-1 0,1 0,0 0,0 1,-1-1,1 0,0 0,0 1,0-1,-1 1,1-1,0 1,0-1,0 1,0 0,0-1,0 1,0 0,0 0,0 0,1 0,-1 0,0 0,0 0,1 0,-1 0,-24 45,22-40,1 0,1 0,-1 0,1 0,0 0,0 1,1-1,0 0,0 1,1-1,-1 0,1 0,1 1,-1-1,1 0,0 0,0 0,1 0,0-1,0 1,0-1,1 0,-1 0,1 0,1 0,-1 0,0-1,1 0,0 0,0 0,1-1,-1 1,1-1,-1-1,1 1,0-1,0 0,4 1,-2 0,0 0,1-1,-1 0,1-1,-1 1,1-2,0 1,-1-1,1 0,0-1,-1 0,1-1,-1 1,0-1,1-1,-1 0,0 0,0-1,0 0,-1 0,0-1,0 1,0-2,0 1,0-1,-1 0,0 0,-1-1,1 0,-1 0,2-5,-4 5,0 0,0-1,-1 0,0 1,-1-1,0 0,0 0,-1 0,0 0,0 0,0 0,-1 1,-1-1,1 0,-1 0,-2-5,3 12,1 1,-1-1,1 0,-1 1,1-1,-1 1,0-1,1 1,-1-1,0 1,0-1,1 1,-1-1,0 1,0 0,1 0,-1-1,0 1,0 0,0 0,0 0,1 0,-1 0,0 0,0 0,0 0,0 0,1 0,-1 0,0 1,0-1,0 0,1 1,-1-1,0 1,0-1,1 0,-1 1,0 0,1-1,-1 1,1-1,-1 1,1 0,-1-1,1 1,-1 0,1-1,-1 1,1 0,0 0,0 0,-1-1,1 1,0 0,0 0,0 0,0 0,0-1,0 1,0 0,0 0,0 0,0 0,1 0,-3 3,0 1,0-1,0 0,1 1,0-1,0 1,0 0,0-1,1 1,0 0,0-1,0 1,1 0,-1-1,1 1,0 0,0-1,1 0,-1 1,1-1,0 0,1 1,-1-1,0 0,1-1,0 1,0 0,0-1,1 0,-1 1,1-1,-1-1,1 1,3 1,8 1,1-1,0-1,-1 0,1-1,0-1,1-1,-1 0,0-1,0 0,0-2,0 0,-1 0,1-2,-1 0,0 0,1-2,-10 5,0 0,0 0,-1-1,1 0,-1 0,0 0,0 0,0-1,0 0,0 0,-1 0,0-1,0 1,0-1,0 0,-1 0,0-1,0 1,0-1,-1 1,0-1,0 0,0-1,-3 0,0 15,2-1,1 0,1 1,-1-1,1 0,0-1,0 1,1 0,0-1,0 0,1 0,0 0,0-1,0 1,0-1,1 0,0-1,0 1,0-1,1 0,-1-1,1 0,0 0,0 0,0-1,4 1,1 0,0 0,0-1,0 0,1-1,-1 0,0-1,0-1,1 0,-1 0,0-1,0-1,0 0,0 0,-1-1,1-1,-1 0,0-1,5-3,-13 6,0 0,0 0,-1 0,1 0,0-1,-1 1,0-1,0 0,0 0,0 0,-1 0,1 0,-1 0,0 0,-1 0,1-1,-1 1,1 0,-1 0,0-1,-1 1,1 0,-1 0,0-1,0 1,0 0,-1 0,1 0,-1 0,0 0,0 1,0-1,-1 0,1 1,-1 0,0 0,0-1,0 2,0-1,-1 0,1 1,-1-1,1 1,-4-1,1 2,-1 0,0 1,0-1,0 1,0 1,1 0,-1 0,0 0,1 0,-1 1,1 0,-1 1,1 0,0 0,0 0,0 0,0 1,1 0,-1 0,1 1,0 0,-2 2,4-5,0-1,0 1,0 0,1 0,-1 0,1 0,-1 1,1-1,0 1,0-1,0 1,0 0,0 0,1 0,-1 0,1 0,0 0,-1 0,2 0,-1 1,0-1,1 0,-1 1,1-1,0 0,0 1,0-1,1 0,-1 1,1-1,0 0,0 0,0 1,0-1,1 0,-1 0,1 0,-1-1,1 1,0 0,0 0,1-1,0 1,60 21,-29-18</inkml:trace>
  <inkml:trace contextRef="#ctx0" brushRef="#br0" timeOffset="4088.729">5108 1052,'-61'-18,"60"18,1-1,-1 1,0 0,1 0,-1 0,0-1,1 1,-1 0,0-1,1 1,-1 0,1-1,-1 1,1-1,-1 1,1-1,-1 1,1-1,-1 1,1-1,0 1,-1-1,1 0,0 1,0-1,-1 0,1 1,0-1,0 0,0 1,0-1,0 0,0 1,0-1,0 0,0 0,0 1,0-1,0 0,0 1,1-1,-1 0,0 1,1-1,-1 1,0-1,1 0,-1 1,1-1,-1 1,1-1,32-27,-26 23,12-7,-1-1,-1 0,0-2,-1 1,-1-2,0 0,-1-1,-1 0,0-1,-2-1,0 0,-1 0,-1-1,5-14,-12 28,0 0,0 0,0-1,-1 1,0-1,0 1,-1-1,0 1,0-1,0 1,-1-1,0 1,0 0,-1-1,-1-3,3 9,-1 0,1 0,-1 0,0 0,1 0,-1 1,0-1,0 0,0 0,0 0,1 1,-1-1,0 0,0 1,0-1,-1 1,1-1,0 1,0-1,0 1,0 0,0 0,0 0,-1-1,1 1,0 0,0 0,0 1,0-1,-1 0,1 0,0 0,0 1,0-1,0 1,0-1,0 1,0-1,0 1,0 0,-36 33,29-21,0 0,1 0,1 1,0 0,0 0,2 0,0 1,0-1,2 1,0 0,0 0,1 0,1 0,2 15,1-2,1 0,2-1,1 1,1-1,1-1,1 1,8 13,204 315,-211-328,-10-24,-1 1,1-1,0 0,0 0,0 0,0 0,1 0,-1 0,1 0,0-1,0 1,0 0,0-1,0 0,1 1,-1-1,1 0,-1 0,1 0,0-1,0 1,0-1,0 1,0-1,0 0,0 0,0 0,1-1,2 1,-2-1,1 0,-1-1,1 0,-1 0,1 0,-1 0,0-1,1 0,-1 0,0 0,0 0,0 0,-1-1,1 0,15-12</inkml:trace>
  <inkml:trace contextRef="#ctx0" brushRef="#br0" timeOffset="4516.125">5683 1267,'14'22,"-1"0,-2 1,0 1,-1 0,6 24,-16-45,24 63,-23-64,0 0,0-1,0 1,0-1,1 1,-1-1,1 1,-1-1,0 0,1 0,0 1,-1-1,1 0,0-1,0 1,-1 0,1 0,0-1,0 1,0-1,0 0,0 1,0-1,0 0,0 0,0 0,0-1,-1 1,1 0,0-1,0 1,0-1,2 0,6-5,1-1,-1 1,-1-2,1 0,-1 0,0 0,-1-1,0 0,0-1,-1 0,-1 0,1-1,-1 1,-1-1,0-1,0-1,0 2,0 1,-1-1,-1 0,1 0,-2 0,1 0,-1 0,-1-1,0-8,-1 20,0 1,-1-1,1 1,0-1,0 1,-1-1,1 1,0-1,-1 1,1-1,0 1,-1-1,1 0,-1 1,1-1,0 0,-1 1,1-1,-1 0,1 1,-1-1,0 0,1 0,-1 0,1 0,-1 0,1 1,-1-1,1 0,-1 0,0 0,1 0,-1-1,1 1,-1 0,1 0,-1 0,1 0,-1 0,1-1,-1 1,1 0,-1-1,1 1,-1 0,1-1,-1 1,1 0,-1-1,1 1,0-1,-1 1,1-1,0 1,0-1,-1 1,1-1,0 1,0-1,0 1,-1-1,-1 7,0 0,0 1,1-1,-1 0,1 1,1-1,-1 1,1 0,0-1,1 1,-1-1,1 1,1-1,-1 1,1-1,0 0,0 0,1 0,0 0,0 0,1 0,-1-1,1 0,0 0,0 0,1 0,0 0,0-1,0 0,0 0,1 0,-1-1,1 0,0 0,0 0,0-1,4 2,18 4,1-1,0-1,0-1,1-2,-1-1,1-1,22-2,15-4</inkml:trace>
  <inkml:trace contextRef="#ctx0" brushRef="#br0" timeOffset="13418.102">22500 89,'-13'-7,"-2"1,1 0,-1 1,1 0,-2 1,1 1,0 0,-1 1,-9 1,22 1,0 0,0 1,1-1,-1 1,0 0,0-1,1 1,-1 0,1 1,-1-1,1 0,-1 1,1 0,0-1,-1 1,1 0,0 0,0 0,1 1,-1-1,0 0,1 1,-1-1,1 1,0-1,0 1,0 0,0-1,0 3,-1 4,1-1,0 1,0-1,1 1,0-1,1 0,0 1,0-1,2 5,10 26,2-1,2 0,1-1,1-1,3-1,0-1,25 27,-42-54,33 43,60 100,-96-149,-1 1,0-1,0 1,0-1,-1 1,1 0,0-1,-1 1,1 0,-1-1,1 1,-1 0,0 0,0-1,1 1,-1 0,-1 0,1 0,0-1,0 1,-1 0,1 0,-1-1,1 1,-1 0,0-1,0 1,1-1,-1 1,-1-1,1 1,0-1,0 1,0-1,-1 0,1 0,0 0,-1 0,1 0,-1 0,0 0,-6 2,-1 0,1-1,-1 0,1 0,-1-1,0 0,1 0,-1-1,0-1,0 1,1-1,-1-1,1 0,-1 0,1 0,0-1,-1 0,-6-5,12 5,0-1,1 1,0-1,-1 0,2 0,-1 0,0 0,1 0,-1 0,1 0,0 0,1-1,-1 1,1 0,-1-1,1 1,1 0,-1-1,1 1,-1 0,1 0,1-1,-1 1,0 0,1 0,0 0,0 0,0 1,0-1,1 1,0-1,2-2,175-259,-180 264,58-82,-5-3,-4-2,0-8,-44 82,-12 33,-2 21,1 1,2 0,2 0,1 0,3 0,1 0,2 1,2-1,1-1,7 17,-9-35,0 0,2 0,0-1,2 0,0-1,1 1,1-2,1 1,1-1,1-1,0 0,8 6,27 1,-30-25</inkml:trace>
  <inkml:trace contextRef="#ctx0" brushRef="#br0" timeOffset="13669.429">22741 263,'16'-2,"23"4,26 5,22 10,15 5,-10 0</inkml:trace>
  <inkml:trace contextRef="#ctx0" brushRef="#br0" timeOffset="14004.048">23316 518,'59'5,"-41"-3,1 2,-1 0,-1 0,1 2,-1 0,0 1,0 1,0 1,-1 0,8 7,-22-15,-1 0,0 0,0 0,0 0,0 0,0 0,0 0,0 0,0 1,0-1,0 0,-1 0,1 1,-1-1,1 1,-1-1,1 0,-1 1,0-1,1 1,-1-1,0 1,0-1,0 1,0-1,-1 1,1-1,0 1,-1-1,1 0,0 1,-1-1,0 1,1-1,-1 0,0 0,0 1,0-1,0 0,0 0,0 0,0 0,0 0,0 0,-60 31,-67 5,128-36,-1-1,1 0,-1 1,1-1,-1 1,1-1,-1 1,1-1,0 1,-1-1,1 1,-1 0,1-1,0 1,0-1,-1 1,1 0,0-1,0 1,0 0,0-1,0 1,0 0,0-1,0 1,0 0,0-1,0 1,0 0,0-1,1 1,-1-1,0 1,0 0,1-1,-1 1,0-1,1 1,-1-1,1 1,-1-1,1 1,-1-1,1 1,-1-1,1 1,-1-1,1 0,0 1,34 22,-28-19,28 17,-18-12,1 1,-1 0,-1 1,0 1,0 1,-2 0,1 1,-2 1,10 13,-21-27,-1 1,1 0,-1-1,0 1,0 0,0 0,0 0,0 0,0 0,0 0,-1 0,1 1,-1-1,0 0,0 0,1 0,-1 1,-1-1,1 0,0 0,0 0,-1 1,1-1,-1 0,0 0,0 0,0 0,0 0,0 0,0 0,0 0,0-1,-1 1,1 0,-2 0,-6 4,0-1,-1 0,0-1,0 0,0 0,0-1,0 0,-1-1,1 0,-1-1,0 0,-2-1,6 1,-211 3,155-11</inkml:trace>
  <inkml:trace contextRef="#ctx0" brushRef="#br0" timeOffset="12599.64">21351 638,'20'0,"16"0,14 0,9 0,8-2,5-1,-2-2,-5-3,-14 0</inkml:trace>
  <inkml:trace contextRef="#ctx0" brushRef="#br0" timeOffset="12855.953">21685 370,'-11'16,"-4"15,0 10,6 11,8 6,12 4,10-2,6-6,4-5,-4-13</inkml:trace>
  <inkml:trace contextRef="#ctx0" brushRef="#br0" timeOffset="9156.864">16659 772,'16'0,"18"2,21 3,15 1,11 1,2 0,-6-1,-16-2</inkml:trace>
  <inkml:trace contextRef="#ctx0" brushRef="#br0" timeOffset="9419.163">16859 598,'-16'16,"-7"14,0 11,4 11,7 4,11 5,14-1,14-4,9-8,-1-11</inkml:trace>
  <inkml:trace contextRef="#ctx0" brushRef="#br0" timeOffset="9937.777">17688 344,'-5'-5,"0"1,0-1,0 1,-1 0,0 1,1-1,-2 1,1 0,0 1,0 0,-1 0,0 0,1 0,-1 1,0 0,1 1,-1-1,0 2,0-1,0 0,1 1,-1 1,0-1,1 1,-1 0,1 0,0 1,-1 0,1 0,1 0,-6 5,3-1,1 0,0 1,1 0,-1 0,2 1,-1-1,1 1,0 1,1-1,0 1,1-1,0 1,0 0,1 0,0 0,1 1,0-1,1 0,0 1,1-1,0 0,0 0,1 0,1 0,-1 0,1 0,1 0,0-1,1 1,0-1,0 0,4 4,16 23,1-1,2-1,1-2,11 9,83 97,-94-86,-28-50,-1-1,1 1,-1-1,1 1,-1-1,0 1,0-1,0 1,0 0,0-1,0 1,0-1,0 1,-1-1,1 1,0-1,-1 1,1-1,-1 1,0-1,0 0,1 1,-1-1,0 0,0 0,0 0,0 1,0-1,-1 0,1 0,0-1,0 1,-1 0,0 0,-3 2,0-1,0 0,-1 0,1-1,0 0,-1 0,1 0,-1 0,1-1,-1 0,1 0,-1-1,1 1,-1-1,1 0,-4-2,6 3,0-1,1 0,-1 0,1-1,-1 1,1 0,0-1,0 0,-1 1,1-1,0 0,1 0,-1 0,0 0,0 0,1-1,-1 1,1-1,0 1,0-1,0 1,0-1,0 1,0-1,1 0,-1 1,1-1,0 0,0 0,0 1,0-1,1 0,-1 0,1 0,3-14,2 1,0-1,1 1,1 0,0 1,1-1,1 2,10-13,5-9,54-93,-6-3,19-57,-58 104,-34 86,0-1,0 0,-1 0,1 0,0 0,-1 1,1-1,0 0,-1 0,1 0,-1 0,1 0,0 0,-1 0,1 0,0 0,-1 0,1 0,0 0,-1 0,1 0,0-1,-1 1,1 0,0 0,-1 0,1 0,0-1,0 1,-1 0,1 0,0-1,0 1,-1 0,1 0,0-1,0 1,0 0,-1-1,1 1,0 0,-15 22,1 1,0 0,2 1,1 0,1 1,1 1,2-1,-3 15,4-17,1-1,1 1,1 0,1 0,1-1,1 1,1 0,1 0,1 0,1 0,1-1,1 0,1 0,1 0,1-1,1 0,0-1,2 0,0 0,1-1,2-1,10 11,-16-19,0 0,1-1,0 0,1 0,0-1,0-1,1 0,0 0,0-1,0-1,4 1,2-4</inkml:trace>
  <inkml:trace contextRef="#ctx0" brushRef="#br0" timeOffset="10189.726">17781 504,'19'2,"23"4,21 4,16 6,-6 0</inkml:trace>
  <inkml:trace contextRef="#ctx0" brushRef="#br0" timeOffset="10424.184">18210 678,'20'-3,"0"2,0 1,0 0,1 2,-1 0,0 1,-1 1,20 6,-36-9,0 0,1 0,-1 1,0-1,1 1,-1 0,0 0,0 0,-1 0,1 0,0 1,-1-1,1 1,-1-1,0 1,0 0,0 0,0 0,0 0,-1 1,1-1,-1 0,0 1,0-1,0 1,-1-1,1 1,-1-1,0 1,0-1,0 1,0 0,-1-1,1 1,-1-1,-1 3,-4 11,-1-1,0 0,-1 0,-1-1,-1 0,0-1,-9 10,-41 67,59-90,0 1,0-1,0 0,0 1,1-1,-1 1,0-1,1 1,-1-1,1 1,0 0,-1-1,1 1,0-1,0 1,0 0,0-1,0 1,1 0,-1-1,0 1,1-1,-1 1,1-1,-1 1,1-1,0 1,0-1,0 1,-1-1,1 0,1 0,-1 1,0-1,0 0,0 0,1 0,-1 0,1 0,8 3,0-1,0 0,0-1,1 0,-1-1,1 0,0 0,-1-1,7-1,-7 1,101-10,-61 0</inkml:trace>
  <inkml:trace contextRef="#ctx0" brushRef="#br0" timeOffset="10670.554">18744 798,'21'0,"17"0,15 0,11 0,8 0,4 0,-2 0,-7 0,-15 0</inkml:trace>
  <inkml:trace contextRef="#ctx0" brushRef="#br0" timeOffset="10921.882">19052 611,'-14'20,"-4"17,1 10,5 6,10 4,11-1,9-4,9-5,4-9,-4-11</inkml:trace>
  <inkml:trace contextRef="#ctx0" brushRef="#br0" timeOffset="11438.501">19640 250,'-6'-1,"1"0,-1 0,1 0,-1 1,1-1,-1 1,1 1,-1-1,1 1,-1 0,1 0,-1 1,1 0,0 0,0 0,0 0,0 1,0 0,0 0,1 0,0 0,-1 1,1 0,0 0,1 0,-1 0,1 1,0-1,0 1,0 0,1 0,-1 0,1 0,0 0,1 0,-1 3,3 7,1 0,0-1,2 1,-1 0,2-1,0 0,0 0,2-1,-1 1,2-2,0 1,0-1,1 0,9 9,47 63,-38-53,-2 2,-1 1,-1 0,-3 2,0 1,9 27,-27-61,0 0,-1 0,1 0,-1 1,0-1,0 0,0 1,0-1,-1 1,1-1,-1 1,0 0,0-1,0 1,-1-1,1 1,-1-1,0 1,0-1,0 0,0 1,-1-1,1 0,-1 0,0 0,0 0,0 0,0 0,0 0,-1-1,-2 2,0-1,-1-1,1 1,-1-1,0-1,0 1,0-1,0 0,0-1,0 1,0-1,0 0,0-1,0 1,0-1,0-1,0 1,1-1,-1 0,0 0,0-1,4 2,0-1,0 0,1 0,-1 0,0 0,1 0,-1 0,1 0,0-1,-1 1,1 0,0-1,1 1,-1-1,0 1,1-1,-1 1,1-1,0 0,0 1,0-1,0 0,0 1,1-1,-1 1,1-1,0 1,-1-1,1 1,32-73,147-245,-156 270,-3-1,-2 0,-3-2,0-6,-15 54,0 3,0-1,0 0,-1 1,1-1,-1 0,0 0,0 0,0 1,0-1,0 0,0 0,-1 1,1-1,-1 0,0 0,0 1,0-1,0 3,0-1,0 1,0 0,-1 0,1 0,0 0,0 0,0 0,0 0,0 0,-1 0,1 0,0 1,0-1,0 1,0-1,0 0,0 1,0 0,0-1,0 1,0 0,0-1,1 1,-1 0,0 0,0 0,1-1,-1 1,0 0,1 0,-1 1,-10 15,1 0,1 1,0 0,1 0,1 1,1-1,1 2,0-1,2 0,0 1,1 0,1 0,1 0,2 12,-1-2,2-1,1 0,2 0,0 0,2-1,1 0,2 0,0-1,2-1,1 0,1 0,1-2,1 0,1 0,18 16,-28-32,0 0,0-1,0 0,1 0,0-1,0 0,1-1,0 0,0 0,0-1,0 0,1-1,5 1,-14-4,0 1,0-1,0 0,0 0,0 0,0 0,0 0,0 0,0-1,0 1,0 0,0-1,-1 0,1 0,0 1,0-1,0 0,-1 0,1 0,-1-1,1 1,-1 0,1-1,-1 1,0-1,0 1,1-1,-1 1,0-1,0 0,0-1,6-16</inkml:trace>
  <inkml:trace contextRef="#ctx0" brushRef="#br0" timeOffset="11689.364">19813 557,'26'0,"23"3,20 2,13 3,5 1,-12-2</inkml:trace>
  <inkml:trace contextRef="#ctx0" brushRef="#br0" timeOffset="11851.931">20442 625,'-5'16,"4"12,6 8,6 4,9 3,8 1,3-1,1-2,-2-5,-7-5,-7-6,-8-7,-11-7,-11-5,-10-4,-6-6,-6-8,2-1</inkml:trace>
  <inkml:trace contextRef="#ctx0" brushRef="#br0" timeOffset="12105.294">20375 664,'16'-9,"12"-5,10-3,8 0,6 0,4 3,3 4,2 3,2 1,0 0,-12 0</inkml:trace>
  <inkml:trace contextRef="#ctx0" brushRef="#br0" timeOffset="8138.368">15161 317,'-27'-6,"0"1,0 2,-1 1,1 1,-1 1,0 1,1 2,0 1,0 1,0 1,0 1,1 2,0 0,1 2,0 1,1 1,-3 3,14-8,1 0,0 1,0 1,1 0,1 0,-1 1,-1 4,9-12,1 0,-1 0,1 1,0-1,0 1,0 0,0-1,1 1,-1 0,1 0,0 0,0 0,0 0,1 0,0 0,0 0,0 0,0 1,0-1,1 0,0 0,0 0,0 0,0 0,0 0,1-1,0 1,1 1,4 4,2 0,-1-1,1 0,0-1,1 0,0-1,0 0,0 0,1-1,0 0,0-1,0 0,0-1,2 0,162 44,46 18,-148-26,-71-38,1 1,-1-1,0 1,0 0,-1 0,1 0,0 0,0 0,-1 0,0 0,1 1,-1-1,0 1,0-1,0 1,0-1,-1 1,1-1,-1 1,1 0,-1-1,0 1,0 0,0-1,-1 1,1-1,0 1,-1 1,-5 4,1-1,-1 1,0-1,-1 0,1 0,-1-1,-1 0,1 0,-1-1,0 0,-1 0,1-1,-1 0,0 0,1-1,-2 0,1-1,0 0,-7 0,-20 7,0-2,0-1,0-2,-1-2,0-1,1-2,-31-4,2-12,57 9,10 2</inkml:trace>
  <inkml:trace contextRef="#ctx0" brushRef="#br0" timeOffset="8505.05">15509 250,'-5'6,"0"-1,0 1,1 0,0 1,0-1,0 1,1 0,0 0,1 0,-1 0,1 0,1 1,-1-1,1 0,0 8,0-7,-5 32,1 1,2 0,3 0,0 1,3-1,1-1,3 1,1-1,1 0,3 0,1-1,15 30,-20-53,1-1,0 0,1-1,1 0,0 0,1-1,7 5,-14-13,0 0,0-1,1 0,0 0,-1 0,2-1,-1 0,0 0,0-1,1 1,0-1,-1-1,1 1,0-1,0 0,0-1,0 0,0 0,-1 0,3-1,-5 0,0 0,1-1,-1 1,0-1,0 0,1 0,-2-1,1 1,0-1,0 0,-1 0,0 0,2-2,15-19</inkml:trace>
  <inkml:trace contextRef="#ctx0" brushRef="#br0" timeOffset="8754.912">15228 571,'23'-2,"27"-1,29 2,23 4,18 6,5 6,-1 4,-23 0</inkml:trace>
  <inkml:trace contextRef="#ctx0" brushRef="#br0" timeOffset="8955.402">16137 932,'13'-242,"-15"277,2 0,1-1,2 1,1 0,2-1,1 0,2 0,1-1,2 0,5 9,33 18,-26-45</inkml:trace>
  <inkml:trace contextRef="#ctx0" brushRef="#br0" timeOffset="20887.97">2541 3592,'2'-4,"0"0,0 1,-1-1,1 0,-1 0,0-1,0 1,-1 0,1 0,-1 0,0-1,0 1,-1 0,1 0,-1 0,0 0,0 0,0-1,-1 0,0-4,0-1,-1 1,0 1,0-1,-1 0,-1 1,1 0,-1 0,0 0,-1 0,0 1,0 0,-1 0,1 1,-1 0,-1 0,1 1,-1-1,0 2,-1-1,-3-1,8 6,0-1,0 1,1 0,-1 0,0 1,0-1,0 1,1 0,-1 0,0 0,1 0,-1 1,1 0,0-1,-1 1,1 0,0 1,0-1,0 0,0 1,1 0,-1 0,1-1,-3 4,-41 84,43-82,1 0,0 0,0 0,1 0,0 0,0 0,1 1,0-1,0 0,1 0,0 1,0-1,1 0,0 0,1 0,0-1,0 1,1-1,-1 1,2-1,-1 0,1-1,0 1,0-1,1 0,0 0,0 0,0-1,2 0,0 0,0-2,1 1,0-1,-1-1,1 1,0-1,1-1,-1 0,0 0,0-1,0 0,1 0,-1-1,0-1,0 1,0-1,0-1,0 0,-1 0,1-1,-1 0,0 0,0-1,0 0,0 0,-1-1,0 0,0 0,-1-1,0 0,0 0,0-1,-1 1,0-1,-1 0,3-6,7-20,-3 1,0-2,-3 1,0-1,-3-1,0 1,-3-1,-1 1,-1-1,-5-28,4-48,7-97,-8 200,-2 21,-4 36,3 1,1-1,3 30,1-66,-2 25,1 0,3 0,0 0,2 0,2-1,2 0,1 0,1 0,2-2,2 1,1-2,1 0,12 16,-25-44,-1 0,1-1,0 0,0 1,0-1,0 0,1 0,0-1,0 1,0-1,0 0,0 0,1 0,-1 0,1-1,0 0,-1 0,1 0,0-1,1 1,-1-1,0 0,0-1,0 1,1-1,-1 0,0-1,0 1,0-1,1 0,-1 0,0 0,0-1,0 0,-1 0,1 0,2-2,6-11,0 0,-1 0,-1-1,-1 0,0-1,-1 0,-1-1,-1 0,0 0,-2-1,0 1,-1-1,1-8,-2 78,-3-49,-2 8,1-1,0 1,0 0,1 0,1 0,0 0,0 0,1-1,0 1,0-1,1 1,1-1,-1 0,2 0,-1 0,1 0,0-1,1 0,0 0,0-1,7 7,12 1</inkml:trace>
  <inkml:trace contextRef="#ctx0" brushRef="#br0" timeOffset="21338.117">3130 3031,'159'123,"-122"-99,-1 2,-1 1,16 19,-40-36,-1 1,-1 1,0-1,-1 2,0-1,0 1,-2 0,1 1,-2-1,0 1,0 1,1 9,16 102,-21-124,0 0,0-1,0 1,0 0,0 0,1-1,-1 1,1-1,-1 1,1-1,-1 0,1 1,0-1,0 0,0 0,0 0,0-1,0 1,0 0,0-1,0 1,0-1,0 0,0 1,0-1,0 0,0 0,1-1,-1 1,0 0,0-1,0 1,0-1,0 0,0 1,0-1,0 0,1-1,67-48,-62 42,0-1,-1-1,0 1,-1-1,0 0,0-1,-1 1,-1-1,0 0,0-1,-1 1,0 0,-1-1,-1 0,1-4,-2 15,0 0,0 0,1 0,-1 0,0 0,0 0,0 0,0 0,0 0,0 0,0 0,-1 0,1 0,0 0,-1 0,1 0,0 0,-1 0,1 1,-1-1,1 0,-1 0,0 0,1 1,-1-1,0 0,1 1,-1-1,0 0,0 1,0-1,0 1,1-1,-1 1,0 0,0-1,0 1,0 0,0 0,0 0,0 0,0-1,0 1,0 1,0-1,0 0,0 0,0 0,0 0,0 1,0-1,0 0,0 1,0-1,1 1,-1-1,0 1,0-1,0 1,1 0,-1-1,0 1,1 0,-1 0,0-1,1 1,-1 0,1 0,-3 5,0 0,1 1,0-1,0 0,1 1,0-1,0 1,0 0,1-1,0 1,0-1,0 1,1 0,0-1,1 1,-1-1,1 0,1 1,-1-1,1 0,0 0,0-1,1 1,0-1,0 1,0-1,0 0,1-1,0 1,0-1,0 0,0 0,1 0,0-1,0 0,4 2,16 8,1-2,0 0,1-2,23 5,35 6</inkml:trace>
  <inkml:trace contextRef="#ctx0" brushRef="#br0" timeOffset="22035.764">5469 3031,'-7'-8,"0"1,0-1,-1 1,0 1,-1 0,1 0,-1 0,0 1,-1 0,1 1,-1 0,0 1,1 0,-2 0,1 1,0 0,0 1,-1 0,1 1,-1 0,1 1,0 0,-1 0,1 1,0 1,0 0,0 0,0 0,1 2,-1-1,1 1,0 0,0 1,1 0,0 1,0-1,-3 5,6-6,-1 2,1-1,0 1,1-1,-1 1,1 0,1 1,0-1,0 1,0 0,1-1,0 1,0 0,1 0,0 0,0 1,1-1,0 0,1 0,0 0,0 0,1 0,0 0,0 0,0 0,1-1,1 1,-1-1,1 0,1 2,12 11,1-1,0 0,2-1,0-1,0-1,2-1,0 0,1-2,21 9,-25-11,38 19,-18-9,0 1,-1 2,26 22,-62-45,-1-1,1 1,0 0,-1 0,1 0,0 0,-1 1,1-1,-1 0,0 1,1-1,-1 1,0-1,0 1,0-1,0 1,0 0,-1 0,1-1,0 1,-1 0,1 0,-1 0,0 0,1 0,-1 0,0 0,0-1,0 1,-1 0,1 0,0 0,-1 0,1 0,-1 0,0-1,1 1,-1 0,-1 1,-6 2,0-1,0 0,-1-1,1 0,-1 0,0-1,0 0,0-1,0 1,0-2,0 1,0-1,0-1,0 0,-5-1,9 2,1 0,-1-1,0 1,1-1,-1 0,1 0,-1-1,1 0,-1 1,1-1,0-1,0 1,0-1,0 1,0-1,1 0,-1-1,1 1,0 0,0-1,0 0,0 0,1 0,0 0,0 0,0 0,0-1,0 1,1-2,1-5,2 0,0 1,0-1,1 0,0 1,1 0,0 0,0 0,2 0,-1 1,1-1,0 1,1 1,0-1,0 1,4-2,2-7,-9 12,154-213,-144 195,-1-1,-1 0,-1 0,-1-2,-1 1,-1-1,-2 0,3-25,-14 6,5 44,0 1,-1-1,1 0,-1 0,1 0,-1 1,1-1,-1 0,1 0,-1 1,0-1,1 0,-1 1,0-1,0 1,1-1,-1 1,0 0,0-1,0 1,1-1,-1 1,0 0,0 0,0 0,0 0,0 0,0-1,0 1,0 1,0-1,1 0,-1 0,0 0,0 0,0 1,0-1,0 0,1 1,-1-1,0 1,0-1,0 1,1-1,-1 1,-5 5,2-1,-1 1,1 0,0 0,0 0,0 0,1 1,0 0,0-1,1 1,0 0,0 0,1 1,-1-1,2 0,-1 0,1 6,-1-9,-5 52,1 1,4-1,1 1,3-1,3 1,2-1,2-1,11 30,-18-72,0-1,0 0,2 0,-1 0,2 0,-1-1,2 0,-1 0,2 0,-1-1,1 0,1 0,0-1,0-1,1 1,0-1,0-1,3 1,-11-7,0 0,0 0,1 0,-1-1,0 1,1-1,-1 0,1 0,-1 0,0 0,1 0,-1 0,0 0,1-1,-1 1,1-1,-1 0,0 0,2 0,12-11</inkml:trace>
  <inkml:trace contextRef="#ctx0" brushRef="#br0" timeOffset="22285.665">5389 3124,'16'-2,"19"1,21 1,22 1,19 2,10 3,1 3,-9 1,-19 5,-23-1</inkml:trace>
  <inkml:trace contextRef="#ctx0" brushRef="#br0" timeOffset="22687.598">6057 3325,'14'0,"-1"1,1 0,0 1,-1 1,0 0,1 1,-1 0,-1 1,6 2,-14-5,0 0,-1 0,1 0,-1 0,1 1,-1 0,1-1,-1 1,0 0,-1 0,1 1,0-1,-1 1,0-1,0 1,0 0,0 0,0 0,-1 0,0 0,0 0,0 0,0 0,-1 1,1-1,-1 0,0 0,0 1,-1-1,0 0,0 2,-4 6,0 0,-1 0,0 0,-1-1,0 0,-1-1,0 0,-1 0,0 0,-1-1,0-1,0 0,0 0,-1-1,-12 6,2 2,21-15,-1 0,1 0,0 0,-1 0,1 0,0 0,-1 0,1 0,-1 0,1 0,0 0,-1 0,1 0,0 0,-1 1,1-1,0 0,-1 0,1 0,0 1,-1-1,1 0,0 0,0 1,-1-1,1 0,0 0,0 1,-1-1,1 0,0 1,0-1,0 0,0 1,0-1,0 1,0-1,-1 0,1 1,0-1,0 0,0 1,0-1,0 1,1-1,-1 0,0 1,0-1,0 0,0 1,0-1,0 0,1 1,-1-1,0 0,0 1,1-1,-1 0,0 0,0 1,1-1,-1 0,0 0,1 1,-1-1,0 0,1 0,-1 0,0 0,1 1,30 0,-24-1,62-2,-44 0,-1 1,1 1,0 0,-1 2,0 1,1 1,-1 1,0 2,12 4,-33-10,0 0,-1 0,0 0,1 0,-1 0,0 0,1 1,-1-1,0 1,0-1,0 1,0 0,0 0,-1 0,1 0,0 0,-1 0,0 0,1 1,-1-1,0 1,0-1,0 1,-1-1,1 1,-1-1,1 1,-1-1,0 1,0 0,0-1,0 1,0 0,-1-1,1 1,-1-1,0 1,1-1,-1 1,-2 1,-6 7,0-1,-1-1,0 0,-1 0,0-1,-1 0,0-1,0 0,0-1,-1-1,0 0,-6 2,3 0,-6 2,-1 0,1-1,-1-2,-1 0,-20 2,43-8,0 1,-1-1,1 0,0 0,0 0,0 0,-1 0,1 0,0 0,0 0,0-1,0 1,0 0,-1-1,1 1,0-1,0 1,0-1,0 1,0-1,0 0,0 0,1 1,-1-1,0 0,0 0,0 0,1 0,-1-1,-1-11</inkml:trace>
  <inkml:trace contextRef="#ctx0" brushRef="#br0" timeOffset="23603.175">7755 3566,'62'-327,"-62"322,1 1,-1 0,1-1,0 1,0 0,1 0,0-1,-1 1,1 0,0 1,1-1,-1 0,1 0,0 1,0 0,0 0,0 0,0 0,1 0,-1 0,1 1,0 0,0-1,0 1,0 1,0-1,0 1,0 0,1 0,-1 0,0 0,1 1,-1-1,1 1,2 0,6 5,0 1,0 0,-1 0,1 1,-1 1,-1 0,0 0,0 1,0 1,-1 0,-1 0,1 1,-2 0,0 1,0 0,-1 0,0 1,-1 0,-3-9,-1-1,0 1,0 0,0 0,0 0,-1 0,1 0,-1 0,0 1,-1-1,1 0,-1 1,1-1,-1 0,0 1,-1-1,1 0,-1 1,0-1,0 0,0 0,-1 0,1 0,-1 0,0 0,0 0,-1 0,1-1,-1 1,0-1,0 0,0 0,0 0,0 0,-1 0,0 0,-1 0,1-1,-1 0,0 0,0-1,1 1,-1-1,0 0,0 0,0-1,0 1,0-1,-1 0,1-1,0 1,0-1,0 0,0 0,1 0,-1-1,0 0,0 0,1 0,-1-1,1 1,0-1,0 0,0 0,0-1,0 1,1-1,-1 0,1 1,0-2,0 1,1 0,-1-1,1 1,2 2,-1 1,1-1,-1 0,1 1,0-1,0 1,0-1,0 0,0 1,1-1,-1 1,0-1,1 1,-1-1,1 1,-1-1,1 1,0-1,-1 1,1 0,0-1,0 1,0 0,0 0,0-1,1 1,-1 0,0 0,0 0,1 1,-1-1,1 0,-1 0,1 1,-1-1,2 0,58-11,61 11,-96 3,-1-2,1 0,0-2,0 0,-1-2,1-1,20-7,-39 9,0 0,0-1,-1 0,1 0,-1 0,0-1,0 0,-1 0,1 0,-1-1,1-1,-4 5,-1-1,1 1,0 0,-1-1,0 1,1-1,-1 0,0 1,0-1,0 0,-1 0,1 1,-1-1,0 0,1 0,-1 0,0 0,-1 0,1 0,0 1,-1-1,0 0,0 0,0 0,0 1,0-1,0 1,0-1,-1 1,-1-2,0 0,-1 1,-1 0,1 0,0 0,-1 1,1-1,-1 1,0 0,0 0,0 1,0 0,0-1,0 2,0-1,0 0,0 1,-1 0,1 1,0-1,0 1,0 0,0 0,0 0,0 1,0 0,0 0,0 0,1 0,-1 1,1 0,0 0,0 0,0 0,0 1,0-1,-1 3,0-1,0 0,0 1,0 0,1 0,0 0,0 0,1 0,-1 1,1 0,1 0,-1 0,1 0,1 0,-1 0,1 0,0 1,1-1,0 0,0 1,0-1,1 0,0 1,1-1,-1 0,1 0,1 0,-1 0,1 0,1-1,-1 1,1-1,0 0,1 0,-1 0,5 4,7 1,0 0,1-1,1 0,-1-2,2 0,-1-1,1-1,0 0,0-2,0 0,1-1,-1-1,1-1,6-1,155-10,-105-4</inkml:trace>
  <inkml:trace contextRef="#ctx0" brushRef="#br0" timeOffset="24120.797">10108 3031,'-2'21,"-1"17,2 12,4 7,6 0,6-6,4-8,5-9,-1-11,-3-10</inkml:trace>
  <inkml:trace contextRef="#ctx0" brushRef="#br0" timeOffset="24370.148">10148 2750,'-16'-4,"-5"2,1 7,6 9,12 9,16 7,12 6,2-4</inkml:trace>
  <inkml:trace contextRef="#ctx0" brushRef="#br0" timeOffset="24607.546">10482 3285,'17'-12,"-1"-1,-1 0,0-1,-1-1,0 0,-1-1,-1-1,0 0,-2 0,0-1,0-1,-9 17,1 0,-1 0,0-1,0 1,0 0,0-1,0 1,-1-1,1 1,-1-1,1 1,-1-1,0 0,0 1,0-1,0 1,-1-1,1 1,-1-1,1 1,-1-1,0 1,0 0,0-1,0 1,-1 0,1 0,0-1,-1 1,0 0,1 1,-1-1,0 0,0 0,0 1,0-1,0 1,-1 0,1-1,0 1,-2 0,-4 0,0 1,1 0,-1 0,0 0,0 1,1 1,-1-1,1 1,-1 0,1 1,0 0,0 0,0 0,0 1,0 0,1 1,0-1,0 1,0 0,1 1,-1 0,1-1,0 1,1 1,0-1,0 1,0 0,1 0,0 0,-1 2,2-4,-1 1,1 0,0-1,0 1,0 0,1 0,0 0,0 0,1 0,0 0,0 0,0 0,1 0,-1 0,1 0,1 0,-1 0,1 0,0-1,1 1,-1-1,1 1,0-1,1 0,-1 0,1 0,0-1,0 1,0-1,1 0,-1 0,1 0,3 1,13 5,-1-2,1 0,0-1,1-1,-1-1,1-2,0 0,0-1,1 0,12-3,31 1</inkml:trace>
  <inkml:trace contextRef="#ctx0" brushRef="#br0" timeOffset="24952.624">11177 2950,'-15'-5,"-1"0,-1 2,1-1,-1 2,1 0,-1 1,0 1,1 1,-1 0,0 1,1 0,0 2,-2 0,15-3,0 1,-1-1,2 1,-1-1,0 1,0 0,0 0,1 1,-1-1,1 0,0 1,-1-1,1 1,1 0,-1 0,0 0,1 0,-1 0,1 0,0 0,0 0,0 1,0-1,1 0,-1 1,1-1,0 1,0-1,0 0,0 1,1-1,0 0,-1 1,2 2,1 4,1 0,0 0,0-1,1 1,1-1,-1 0,1 0,1-1,0 1,5 3,21 18,1-2,1-2,2-1,1-2,1 2,6 13,-45-38,1 1,-1 0,0 0,0-1,0 1,0 0,0 0,0 0,0 0,0-1,0 1,0 0,0 0,0 0,0-1,-1 1,1 0,0 0,-1-1,1 1,0 0,-1 0,1-1,-1 1,1-1,-1 1,0 0,1-1,-1 1,1-1,-1 1,0-1,0 0,1 1,-1-1,0 0,0 1,1-1,-1 0,0 0,0 0,0 0,0 1,-13 3,-1-1,0 0,0-1,0-1,0 0,-13-1,4 0,-188-1,186-2,10 0</inkml:trace>
  <inkml:trace contextRef="#ctx0" brushRef="#br0" timeOffset="25769.783">11392 3231,'37'-5,"0"-3,-1-1,0-1,0-2,-1-2,-1-1,27-16,-59 30,0 0,0 1,1-1,-1 0,0 0,0-1,0 1,-1 0,1-1,0 1,0-1,-1 1,1-1,-1 0,1 1,-1-1,0 0,0 0,0 0,0 0,0-1,0 1,0 0,-1 0,1 0,-1-1,0 1,1 0,-1 0,0-1,0 1,-1 0,1-1,0 1,-1 0,0 0,1 0,-1-1,0 1,0 0,0 0,-1-2,-8-1,1 1,-1-1,0 2,0-1,0 2,-1-1,1 1,-1 1,1-1,-1 2,1 0,-10 1,9-1,0 0,0 1,0 0,0 1,0 0,0 1,1 0,-1 1,-2 1,9-3,1 0,-1-1,1 2,0-1,-1 0,1 0,0 1,0 0,1 0,-1 0,0 0,1 0,0 0,0 0,0 1,0-1,0 1,1 0,0 0,-1-1,1 1,1 0,-1 0,1 0,-1 0,1 0,0 1,1 1,0 1,0 0,1-1,0 1,0-1,1 0,-1 0,1 0,1 0,-1 0,1 0,0-1,0 0,1 0,-1 0,1 0,0-1,1 0,2 2,7 5,1-1,0-1,0 0,1-2,0 0,11 3,19 2,0-2,0-2,1-2,0-2,29-3,-12 0</inkml:trace>
  <inkml:trace contextRef="#ctx0" brushRef="#br0" timeOffset="26589.18">13570 2897,'-7'-2,"-1"0,0 1,0 0,0 0,0 1,0 0,0 1,0-1,0 2,0-1,0 1,0 0,1 1,-1 0,1 0,0 0,-1 1,2 0,-1 1,0-1,1 1,0 0,0 1,0 0,1 0,0 0,0 0,1 1,-1 1,2-3,1 0,0 0,0 1,1-1,0 0,0 1,0-1,0 1,1 0,0-1,0 1,0-1,1 1,0-1,0 1,0-1,1 0,0 1,0-1,0 0,1 0,-1 0,1 0,0-1,1 1,-1-1,1 0,0 0,0 0,1 1,9 4,1-1,0 0,0 0,1-2,0 0,0-1,0 0,1-1,-1-1,1-1,0 0,0-1,0-1,0-1,0 0,-1-1,1-1,12-4,-10 3,0-2,0-1,0 0,-1-1,0-1,0-1,-1 0,-1-1,4-4,-12 9,0-1,-1 1,1-2,-1 1,-1-1,0 0,0 0,0-1,-1 0,0 0,-1 0,0 0,-1-1,0 0,0 1,-1-1,0 0,0-9,-2 19,0 0,-1 0,1 0,0 0,-1 0,1 1,0-1,-1 0,1 0,0 0,-1 0,1 0,0 0,-1 0,1 0,0 0,-1 0,1-1,0 1,-1 0,1 0,0 0,-1 0,1 0,0 0,0-1,-1 1,1 0,0 0,-1-1,1 1,0 0,0 0,-3 10,1 1,0 0,1 0,0 0,1 0,0 0,1 0,1 5,-2-11,1-1,0 0,0 0,0 0,1 0,-1 0,1 0,0 0,0 0,1 0,-1-1,1 0,0 1,-1-1,1 0,1 0,-1 0,0-1,1 1,0-1,-1 0,1 0,1 0,4 0,0 0,0-1,0 0,0 0,0-1,0-1,0 1,1-1,-1-1,-1 0,1 0,0-1,0 0,-1 0,0-1,1 0,-2-1,1 0,0 0,-1 0,0-1,0 0,-1-1,1 1,-2-1,1 0,-1-1,0 1,0-1,-1 0,0-1,0 1,-1-1,0 1,-1-1,0 0,0 0,-1 0,0 0,0-1,-7-13,-6 33,10-2,0-1,0 1,1-1,0 1,0 0,1 0,0-1,0 1,1 0,0 0,1-1,-1 1,1-1,1 1,-1-1,1 0,1 0,-1 0,1 0,0-1,1 1,0-1,1 1,5 5,0-1,0-1,1 0,1 0,0-1,0 0,1-2,-1 1,2-2,-1 0,3 0,138 30,-81-26</inkml:trace>
  <inkml:trace contextRef="#ctx0" brushRef="#br0" timeOffset="26889.378">16084 2482,'-3'19,"0"16,1 15,-1 12,4 6,1 4,0-1,0-5,0-8,-3-9,-4-11,-3-13,-2-9,0-15,2-8</inkml:trace>
  <inkml:trace contextRef="#ctx0" brushRef="#br0" timeOffset="27134.721">15643 2336,'-2'-9,"8"-3,19 2,25 4,30 4,26 4,18 2,8 2,-2 1,-15 0,-22-1,-26-2</inkml:trace>
  <inkml:trace contextRef="#ctx0" brushRef="#br0" timeOffset="27490.422">16485 2656,'0'36,"-2"0,-1 0,-2-1,-2 0,-2 7,3-23,1 0,1 1,1-1,1 1,0 16,2-31,1 1,-1-1,1 1,0-1,1 0,-1 1,1-1,0 0,0 0,0 0,1 0,0-1,0 1,0-1,0 0,1 0,0 0,0 0,0 0,0-1,0 0,1 0,1 1,2 1,0-1,0 0,0-1,1 0,-1 0,1-1,0 0,-1-1,1 1,0-2,0 1,0-1,0-1,0 1,0-2,-1 1,1-1,0 0,-1-1,1 0,-1-1,0 1,0-2,-1 1,1-1,-1 0,0 0,0-1,0 0,-1-1,0 1,0-1,-1 0,0 0,0-1,0 0,-1 0,1-3,11-108,-16 86</inkml:trace>
  <inkml:trace contextRef="#ctx0" brushRef="#br0" timeOffset="27735.814">16792 2776,'0'-2,"-2"4,-1 6,-2 10,-1 12,2 12,1 10,3 8,4 5,6 0,3 1,0-2,0-3,-3-4,0-6,-3-7,-1-10</inkml:trace>
  <inkml:trace contextRef="#ctx0" brushRef="#br0" timeOffset="30640.308">17515 1935,'19'88,"-16"-56,28 248,-11 0,-13 1,-17 87,-48 218,46-496,11-80,2-8,-1 1,1-1,-1 0,0 0,0 0,0 0,0 1,0-1,-1 0,1 0,-1 0,1 0,-1 0,0 0,0 0,0 0,0 0,0 0,0 0,0 0,-1-1,1 1,-1 0,1-1,-1 1,1-1,-1 0,0 0,0 1,0-1,0 0,0-1,0 1,0 0,0 0,0-1,0 1,-2-1,-158-27,-246 18,-629-37,367 12,-1122 0,1612 33,-1366-27,1466 25,-1442-36,-949 40,1070 26,203-25,484 39,-145 50,-78 51,890-135,-148 18,-1-7,-88-9,277-9,-3 1,1-1,-1 0,1 0,-1-1,1 0,-1-1,1 0,0 0,0-1,0 0,0-1,0 0,1 0,0-1,-7-4,13 5,0 1,0 0,1 0,-1-1,1 1,0-1,0 1,0-1,0 0,0 1,1-1,-1 0,1 1,0-1,1 0,-1 0,1-1,-2-31,-35-132,5-68,11-2,9-82,7 169,-15-393,18 527,-1 4,1 1,1 0,0-1,0 1,1-1,1 1,0 0,1 0,0 0,3-6,-3 15,0 0,0 0,1 1,-1-1,1 1,0 0,0 0,0 0,0 0,0 1,0 0,0-1,0 2,1-1,-1 0,0 1,0 0,1 0,-1 0,0 0,1 1,-1 0,0 0,0 0,0 0,0 1,0-1,0 1,0 0,1 1,10 1,63 15,1-3,0-4,1-4,0-3,0-3,2-4,553-51,-336 23,2436-114,-2597 140,93-4,1223-27,-311 25,956-7,-1660 18,444 33,158 44,-258-42,-642-33,582 57,-716-59,452 31,264-21,-607-12,19-21,-34 9,99 8,-200 5,-1 0,1-1,0 1,0 0,0 0,0-1,0 1,0 0,0 0,0-1,0 1,0 0,0 0,0-1,0 1,0 0,0 0,0 0,0-1,0 1,0 0,0 0,0-1,0 1,0 0,1 0,-1 0,0-1,0 1,0 0,0 0,1 0,-1-1,-14-5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3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46 1,'-2'16,"-4"16,1 15,-3 10,1 7,2 4,1-1,2-4,0-7,2-10,0-11,-2-15,-1-12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3.7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28,'14'-5,"20"-1,27 1,24 0,20 2,13 1,1 1,-7 3,-23 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4.5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7.3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 87,'-1'3,"0"-1,0 0,0 1,0-1,0 1,0-1,1 1,-1 0,1-1,0 1,0 0,0-1,0 1,0 0,0-1,1 1,-1-1,1 1,0 0,0-1,0 0,0 1,0-1,1 1,-1-1,1 0,-1 0,1 0,0 0,0 0,0 0,0-1,0 1,0 0,0-1,1 0,-1 0,0 1,1-1,-1-1,3 2,-1-2,0 0,0 0,0 0,0-1,0 1,0-1,0 0,0 0,0 0,-1-1,1 1,0-1,-1 0,1 0,-1 0,0-1,0 1,0-1,0 0,0 0,-1 0,1 0,-1 0,1 0,-1-1,0 1,-1-1,1 1,-1-1,1 0,-1 0,0 0,-1 0,1 0,-1 1,1-1,-1 0,0 0,-1 0,1 0,-1 0,1 0,-1 0,0 0,-1 0,1 0,-1 1,0-1,0 1,0-1,0 1,0 0,-1 0,1 0,-1 0,0 0,-2-1,0 1,0 1,0 0,0 0,0 1,0-1,0 1,0 1,-1-1,1 0,0 1,-1 0,1 1,0-1,-1 1,1 0,0 0,0 1,0-1,0 1,0 0,-1 1,-19 11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7.5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115 140,'7'6,"2"-1,0-7,-2-7,-2-7,-4-5,-7-4,-5-2,-4 4,-5 5,-4 9,-1 10,2 9,6 10,6 6,11 3,10 2,4-5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9.9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1,'21'2,"20"3,16 1,13-1,8 1,2 0,-6 1,-15-1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20.1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1,'25'9,"25"3,21 0,19-5,15-6,-10-3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20.5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1 472,'-1'-27,"2"0,0 0,2 1,1-1,1 0,2 1,0 0,2 1,1 0,1-2,4-13,32-102,-48 176,-2 38,3 1,3-1,4 0,2 0,17 62,-17-96,22 155,-30-190,-1-1,0 0,0 1,1-1,-2 1,1-1,0 0,0 1,-1-1,1 0,-1 1,0-1,1 0,-1 0,0 1,-1-1,1 0,0 0,-1 0,1 0,-1-1,1 1,-1 0,0-1,0 1,1-1,-1 1,0-1,-1 0,1 0,0 0,0 0,0 0,-1-1,1 1,0 0,-1-1,-1 0,-4 0,0 0,1-1,-1 0,0-1,0 1,1-2,-1 1,1-1,0 0,0 0,0-1,0 0,0 0,1-1,0 0,0 0,0 0,0-1,6 5,-1 1,1 0,-1-1,1 1,-1-1,1 1,-1 0,1-1,0 1,-1-1,1 1,0-1,-1 1,1-1,0 1,-1-1,1 1,0-1,0 0,0 1,0-1,0 1,0-1,0 0,0 1,0-1,0 1,0-1,0 1,0-1,0 0,0 1,1-1,-1 1,0-1,0 1,1-1,-1 1,0-1,1 1,-1-1,1 1,-1-1,0 1,1 0,-1-1,1 1,-1 0,1-1,-1 1,1 0,0 0,0-1,35-5,-33 6,315 6,-176 1,-95-5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8.1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1 389,'14'-12,"0"3,1-2,-1 0,-1 0,0-1,0-1,-1 0,-1-1,-1 0,1 0,-2-2,0 1,-1-1,-1 0,0 0,-1-1,0-4,-25 152,12 0,9 100,1-87,-3-140,-6 68,6-70,0 0,-1-1,1 1,-1 0,1 0,-1 0,0-1,1 1,-1 0,0-1,0 1,0 0,-1-1,1 0,0 1,0-1,-1 0,1 1,-1-1,1 0,-1 0,0 0,1 0,-1-1,0 1,0 0,1-1,-1 1,0-1,0 0,0 1,0-1,0 0,0 0,-2-1,0-1,0 1,0-1,1 0,-1 0,0 0,1-1,-1 1,1-1,0 0,0 0,0 0,0 0,1 0,-1-1,1 1,0-1,0 0,0 0,0 0,1 1,-1-2,1 1,0 0,0-3,1 5,1 1,-1 0,1 0,0-1,0 1,-1 0,1 0,0 0,0 0,0 0,0 0,0 0,1 1,-1-1,0 0,0 0,0 1,1-1,-1 1,0-1,1 1,-1 0,0-1,1 1,-1 0,1 0,-1 0,0 0,1 0,-1 0,0 1,1-1,-1 0,1 1,0-1,204 0,-59-15,-80 6</inkml:trace>
  <inkml:trace contextRef="#ctx0" brushRef="#br0" timeOffset="264.292">1138 0,'-5'23,"-3"23,-3 20,-2 17,-3 12,-6 11,-8 5,-8 3,-5-3,-3-9,3-12,7-15,9-18,12-19,9-15</inkml:trace>
  <inkml:trace contextRef="#ctx0" brushRef="#br0" timeOffset="518.613">1311 228,'0'20,"0"21,0 19,0 15,-2 11,-3 5,-3 0,-3-9,1-11,2-13,3-16</inkml:trace>
  <inkml:trace contextRef="#ctx0" brushRef="#br0" timeOffset="834.449">1284 241,'28'25,"20"12,-3 2,-1 2,-2 2,-1 1,-3 3,-2 1,-2 2,-2 1,3 12,-30-56,-1 1,0 0,-1 0,0 0,0 0,-1 1,0-1,0 0,-1 1,0 0,0-1,-1 1,-1 0,1-1,-1 1,-1 0,1-1,-2 0,1 1,-1-1,0 0,-1 0,0 0,0-1,0 1,-1-1,0 0,-1-1,0 1,-2 1,-8 1,0-1,-1-1,0 0,0-1,-1-1,1 0,-1-2,0 0,-1-1,1-1,0 0,0-1,-1-2,1 1,0-2,0-1,0 0,-2-2,-72-29,64 18</inkml:trace>
  <inkml:trace contextRef="#ctx0" brushRef="#br0" timeOffset="1082.137">1966 402,'-4'25,"-4"24,-1 17,1 14,2 4,3 0,0-6,0-9,0-12,0-14,1-13</inkml:trace>
  <inkml:trace contextRef="#ctx0" brushRef="#br0" timeOffset="1298.559">1966 496,'-2'20,"4"19,8 13,11 7,14 3,13 0,6-6,4-8,-2-10,-5-9,-7-10,-11-10,-11-6</inkml:trace>
  <inkml:trace contextRef="#ctx0" brushRef="#br0" timeOffset="1548.403">2408 389,'0'-16,"0"-8,0-1,-2 2,-2 9,-1 13,-3 15,-4 20,-2 19,-2 17,0 15,3 6,6 2,8-4,9-8,10-11,8-13,-1-16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6.3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375 149,'11'25,"-11"-25,0 0,0 0,0 0,0 0,0-1,0 1,0 0,0 0,0 0,0 0,0 0,0-1,0 1,0 0,0 0,0 0,1 0,-1 0,0-1,0 1,0 0,0 0,0 0,0 0,1 0,-1 0,0 0,0 0,0 0,0 0,1 0,-1 0,0 0,0-1,0 1,0 0,1 0,-1 1,0-1,0 0,0 0,0 0,1 0,-1 0,0 0,0 0,0 0,0 0,1 0,-4-19,-2 9,1-1,-1 2,-1-1,0 0,0 1,-1 0,0 1,0-1,-1 1,0 1,-1 0,0 0,-4-2,9 5,-1 1,0 0,0 0,-1 0,1 1,-1 0,1 0,-1 0,0 1,1 0,-1 0,0 0,0 1,0 0,0 0,0 0,1 1,-1 0,0 0,0 0,1 1,-1 0,1 0,-1 0,1 1,-1 0,-5 7,0 1,0 0,2 0,-1 1,1 0,1 1,0 0,1 0,0 0,1 1,1 0,0 1,1-1,1 1,0 0,0 5,-2-4,1-1,1 1,0 0,1 0,1 1,0-1,2 0,-1 0,2 1,0-1,1 0,1-1,0 1,1 0,1-1,0 0,2-1,-1 1,1-1,1-1,1 0,0 0,7 7,-1-9,1-1,0 0,1-1,0 0,0-2,1 0,0-1,0-1,1-1,0-1,-1 0,1-2,0 0,0-1,0-1,0-1,-1-1,1 0,-1-2,0 0,0-1,0-1,9-5,34-18</inkml:trace>
  <inkml:trace contextRef="#ctx0" brushRef="#br0" timeOffset="253.325">830 108,'6'0,"13"0,11 0,12 0,12 0,9 0,2 0,-5 0,-8-2,-13-1</inkml:trace>
  <inkml:trace contextRef="#ctx0" brushRef="#br0" timeOffset="606.379">789 81,'-4'8,"0"0,1 0,0 0,0 0,0 1,1-1,1 1,0 0,0-1,0 1,1 0,0 0,1-1,0 1,1 0,-1-1,2 1,-1-1,1 1,0-1,1 0,0 0,0-1,1 1,0-1,0 0,1 0,-1-1,1 0,1 0,0 1,3-3,1 0,-1-1,1 0,0-1,0 0,0-1,-1 0,2-1,-1 0,0 0,-1-1,1-1,6-1,13 0,-8 1,-10-1,-1 1,1 0,0 1,0 0,0 1,0 0,0 1,0 0,0 1,0 1,-1 0,1 0,-1 1,0 0,0 1,0 1,-1-1,9 8,-16-10,-1 0,1 0,-1 0,0 1,0-1,0 1,0 0,-1-1,0 1,1 0,-1 0,-1 0,1 0,0 0,-1 0,0 0,0 0,0 0,-1 0,1 0,-1 0,0 0,0 0,0 0,-1 0,1 0,-1-1,0 1,0-1,-2 2,-3 6,-1 0,0 0,-1-1,0 0,-1-1,0 0,-1-1,-7 6,1-3,-1 0,0 0,0-2,-1 0,0-2,-1 0,1-1,-1-1,-1 0,1-2,-13 1,31-4,0 1,0-1,0 1,0-1,0 0,-1 0,1 0,0 0,0 0,0-1,-1 1,1-1,0 1,0-1,0 0,0 0,0 0,0 0,0 0,1 0,-1 0,0-1,0 1,1-1,-1 1,1-1,0 0,-1 0,1 1,0-1,0 0,0 0,0 0,0 0,1 0,-1 0,0-1,1 0,9-16,5 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5.5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95,'1'695,"6"-652,2-49,111-181,-38 119,-79 65,1 1,0 0,0 0,0 0,0 0,0 1,1 0,-1 0,0 0,1 0,-1 0,0 1,1 0,-1 0,1 0,-1 1,1-1,-1 1,0 0,1 1,-1-1,2 1,-3 0,-1 0,1 0,-1-1,1 2,-1-1,0 0,0 0,0 1,0-1,0 1,-1-1,1 1,-1 0,1 0,-1 0,0 0,0 0,-1 0,1 0,0 0,-1 0,0 0,0 0,0 0,0 0,0 1,-1-1,1 0,-1 0,-1 2,0 5,-1-1,-1 1,0-1,0 0,-1 1,0-2,0 1,-7 7,1-3,0-1,-1-1,0 1,0-2,-2 0,1 0,-1-1,-1-1,1-1,-1 0,-1 0,1-2,-1 0,-16 3,30-8,0 1,0-1,0 1,0-1,0 0,0 0,0 0,0 0,0 0,0-1,0 1,0-1,0 1,0-1,0 0,0 1,0-1,1 0,-1 0,0-1,0 1,1 0,-1 0,1-1,-1 1,1-1,0 1,-1-1,1 0,0 0,0 1,0-1,1 0,-1 0,0 0,1 0,-1 0,1 0,-1 0,1 0,0 0,0 0,0 0,0 0,0 0,1 0,-1 0,1-2,32-66,-9 36</inkml:trace>
  <inkml:trace contextRef="#ctx0" brushRef="#br0" timeOffset="226.394">548 1,'14'0,"13"11,11 20,9 23,5 23,-2 18,-6 16,-14 12,-19 8,-22 4,-23 2,-17-2,-12-8,-1-16,10-28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4.0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 1,'-14'47,"1"1,3 0,2 1,3 0,1 0,2 10,2-55,0-1,-1-1,1 0,0 0,-1 0,1 1,0-1,1 0,-1 0,0 0,0 1,1-1,0 0,-1 0,1 0,0 0,0 0,0 0,0 0,0 0,1 0,-1-1,0 1,1 0,0-1,-1 1,1-1,0 1,-1-1,1 0,2 1,7-1,1 0,0 0,0-1,0-1,-1 0,1 0,0-1,-1-1,1 0,-1-1,1 0,9-2,33-9,0-2,-2-3,8-6,-22 7</inkml:trace>
  <inkml:trace contextRef="#ctx0" brushRef="#br0" timeOffset="205.146">419 81,'-12'15,"-7"18,-4 14,0 12,5 13,6 7,11 6,14 3,12-3,6-6,-2-17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2.7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1 375,'13'0,"19"0,21 0,23 0,19 0,13 0,4 0,-2 0,-12 0,-18 0,-24 2,-29 1,-19 0</inkml:trace>
  <inkml:trace contextRef="#ctx0" brushRef="#br0" timeOffset="249.333">147 509,'16'5,"17"1,18-1,19 0,14-4,10-2,3-3,-6-6,-11-5,-20 0</inkml:trace>
  <inkml:trace contextRef="#ctx0" brushRef="#br0" timeOffset="495.19">656 1,'-84'8,"83"-7,0-1,0 1,0-1,1 1,-1 0,0-1,0 1,0 0,1 0,-1-1,0 1,1 0,-1 0,1 0,-1 0,1 0,0 0,-1 0,1 0,0 0,-1 0,1 0,0 0,0 0,0 0,0 0,0 0,0 0,0 1,1-1,-1 0,0 0,1 0,-1 0,0 0,1 0,-1-1,1 1,0 0,-1 0,1 0,-1 0,1 0,0-1,0 1,0 0,-1-1,1 1,0-1,0 1,0-1,0 1,0-1,0 1,0-1,0 0,1 0,24 15,1-1,0-1,1-2,1-1,0-1,0-1,9 0,6 3,8 2,13 3,-1 3,-1 2,22 12,-81-32,1 1,-1-1,1 1,-1 0,1 0,-1 0,0 1,0-1,0 1,0 0,-1 0,1 0,-1 1,0-1,0 1,0 0,0 0,-1 0,1 0,-1 0,0 1,0-1,-1 1,1-1,-1 1,0 0,-1-1,1 1,-1 0,1 0,-2-1,1 3,-7 6,0 0,-1 0,-1-1,0 0,-1-1,0 0,-1 0,0-1,0 0,-1-1,-11 6,-1 4,-26 19,27-22,-1 2,2 1,1 0,0 2,-8 12,27-32,1 1,0-1,-1 1,1 0,0 0,0 0,0-1,0 1,0 0,1 0,-1 0,0 0,1 1,0-1,-1 0,1 0,0 0,0 0,0 0,1 0,-1 1,0-1,1 0,-1 0,1 0,0 1,13 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10.8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130 161,'-2'16,"-4"14,1 14,-1 8,3 4,0 2,4 1,1-7,3-6,2-11,1-12</inkml:trace>
  <inkml:trace contextRef="#ctx0" brushRef="#br0" timeOffset="317.152">76 0,'7'20,"0"-1,2 0,0-1,1 0,1-1,0 0,6 5,-10-11,83 109,58 90,-144-205,0 0,0 1,0-1,-1 1,0-1,-1 1,1 0,-1 0,0 0,0 1,-1-1,0 0,0 1,0-1,-1 0,0 1,0-1,-1 1,0-1,0 0,0 1,-1-1,0 0,0 0,0 0,-1 0,0 0,-2 2,-6-1,-1 1,0-1,0-1,-1 0,1-1,-1 0,-1-1,1-1,-1 0,1 0,-1-2,0 1,0-2,-10 0,7 2,0-1,0-1,1 0,-1-1,0-1,1-1,-1 0,1-1,0 0,-7-4,1-5</inkml:trace>
  <inkml:trace contextRef="#ctx0" brushRef="#br0" timeOffset="569.988">585 215,'-12'18,"-5"17,0 13,2 6,5 6,3-1,3-1,3-4,3-6,1-9,3-12,0-9</inkml:trace>
  <inkml:trace contextRef="#ctx0" brushRef="#br0" timeOffset="865.443">585 228,'-4'18,"1"0,1 1,0-1,2 1,0-1,1 1,1-1,1 0,0 0,1 1,1-2,1 1,1-1,0 0,1 0,1-1,0 0,2 0,-1-1,2-1,0 0,4 3,-7-8,1 0,1 0,-1-1,2 0,-1-1,1 0,0-1,10 4,-18-8,0-1,0 1,0-1,0 0,0 0,1-1,-1 1,0-1,0 0,0 0,1-1,-1 1,0-1,0 0,0 0,0 0,0 0,0-1,0 0,0 0,-1 0,1 0,-1 0,1-1,-1 0,0 1,0-1,0 0,2-4,3-8,-1-1,0 0,-2 0,0 0,0-1,-2 0,0 0,-1 0,0 0,-2 0,0-1,-1 1,-1 0,0 0,-4-13,-9-52,-3 0,-19-50,34 119,11 17,4 9</inkml:trace>
  <inkml:trace contextRef="#ctx0" brushRef="#br0" timeOffset="1052.942">1320 335,'21'0,"15"-2,9-1,3 0,-4 1,-10 2,-10 2</inkml:trace>
  <inkml:trace contextRef="#ctx0" brushRef="#br0" timeOffset="1502.739">1307 522,'39'8,"-1"-1,1-3,1-1,-1-1,0-2,35-6,219-42,-290 48,-2-1,0 0,0 1,0-1,1 0,-1 1,0-1,0 1,1 0,-1-1,1 1,-1 0,0 0,1 0,-1 0,0 0,1 0,-1 0,1 0,-1 1,0-1,1 1,-1-1,0 1,0-1,1 1,-1 0,0-1,0 1,0 0,0 0,0 0,0 0,0 0,0 0,0 0,0 0,-1 0,1 0,0 1,-1-1,1 0,0 2,-1 1,-1-1,1 0,-1 0,1 0,0 0,0 0,0 0,1 0,-1 0,1 0,0 0,-1 0,1 0,1 0,-1 0,0 0,1-1,-1 1,1 0,0-1,0 0,0 1,0-1,0 0,0 0,1 0,-1 0,1 0,-1-1,1 1,0-1,2 1,3 0,0-1,0 0,-1-1,1 0,0 0,0-1,0 0,0 0,0 0,-1-1,1-1,0 1,-1-1,0 0,0-1,0 0,0 0,0 0,-1-1,0 0,0 0,0-1,-1 0,0 0,0 0,0 0,-1-1,0 0,0 0,0 0,-1 0,0-1,-1 1,2-6,-2 7,1 0,-1 0,0 0,-1 0,1 0,-1 0,-1 0,1-1,-1 1,0 0,0-1,-1 1,0 0,0-1,0 1,-1 0,0 0,0 0,0 0,-1 1,0-1,0 1,-1-1,1 1,-1 0,0 0,0 1,-1-1,0 1,0 0,0 0,0 0,0 1,-1 0,1 0,-5-1,2 2,-1 0,1 1,-1 0,0 1,1 0,-1 0,0 1,1 0,-1 0,1 1,-1 0,1 1,0 0,0 0,0 0,0 1,1 1,0-1,-1 1,2 0,-1 1,0 0,1 0,0 0,1 1,0-1,-1 1,2 1,-1-1,1 1,1 0,-1 0,1 0,0 2,3-5,-1-1,1 1,0 0,1 0,-1-1,1 1,0 0,0-1,0 1,1-1,0 1,0-1,0 0,0 0,1 2,19 24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22.8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428 278,'-14'-18,"-2"1,0 0,0 2,-2 0,0 0,0 2,-2 0,1 2,-2 0,1 1,-15-5,28 14,0 0,0 0,0 1,0 0,1 0,-1 1,0 0,0 0,0 1,1-1,-1 1,1 1,-1-1,1 1,0 1,0-1,0 1,0 0,1 0,0 0,0 1,0 0,0 0,1 0,-1 1,1-1,1 1,-1 0,1 0,0 0,1 1,-1-1,1 1,0 0,1-1,0 1,0 0,0 5,-1-6,0 0,1 0,0 0,0 0,1 1,-1-1,1 0,1 1,-1-1,1 0,0 0,0 1,1-1,0 0,0 0,0-1,1 1,0 0,0-1,1 1,-1-1,1 0,0 0,0-1,1 1,-1-1,1 0,0 0,1 0,-1-1,0 0,1 0,0 0,-1-1,1 0,0 0,1 0,-1-1,0 0,0 0,0 0,3-1,0 0,-1-1,1 0,-1-1,1 0,-1 0,0-1,1 0,-1 0,-1-1,1 0,0 0,-1-1,0 0,0 0,-1-1,1 0,-1 0,0 0,-1-1,1 0,-2 0,5-7,1-3,-1-1,-1 0,-1 0,0 0,-1-1,-1 0,-1-1,-1 1,1-12,-3 18,0 1,-1 0,0 0,0 0,-2 0,1 0,-1 0,-2-5,4 17,0 0,0-1,0 1,0-1,0 1,0-1,0 1,0-1,0 1,0 0,-1-1,1 1,0-1,0 1,0 0,-1-1,1 1,0 0,0-1,-1 1,1 0,0-1,0 1,-1 0,1-1,0 1,-1 0,1 0,-1-1,1 1,0 0,-1 0,1 0,-1 0,1 0,-1-1,1 1,0 0,-1 0,1 0,-1 0,1 0,-1 0,1 1,0-1,-1 0,1 0,-1 0,1 0,0 0,-1 1,1-1,-1 0,1 0,0 0,-1 1,-12 24,10-13,0 0,1 1,0-1,1 1,0 0,1 0,1-1,0 1,0 0,1-1,1 0,0 1,1-1,0 0,1 0,1-1,-1 1,2-1,-1-1,2 1,-1-1,2 0,-1-1,1 0,0 0,1-1,0 0,0-1,1 0,0-1,0 0,5 2,-6-4,-1 0,1 0,0-1,1 0,-1-1,0 0,1 0,0-1,-1-1,1 0,-1 0,1-1,-1 0,1-1,-1 0,1-1,-1 0,0-1,-1 0,1 0,0-1,-1 0,0-1,-1 0,1 0,-1-1,0 0,0-1,-1 1,0-2,-1 1,0-1,0 0,0 0,-2-3,1 1,-1-1,-1 0,0 0,-1-1,0 1,-1 0,0-1,-1 1,0-1,-1 1,-1-1,0 1,-2-8,4 19,0 1,0 0,0-1,1 1,-1-1,0 1,0 0,0-1,0 1,0-1,0 1,0-1,0 1,0 0,0-1,0 1,0-1,0 1,0 0,-1-1,1 1,0-1,0 1,0 0,-1-1,1 1,0 0,0-1,-1 1,1 0,0-1,-1 1,1 0,0 0,-1-1,1 1,0 0,-1 0,1 0,-1 0,1-1,0 1,-1 0,1 0,-1 0,1 0,-1 0,1 0,0 0,-1 0,1 0,-1 0,1 0,0 0,-1 1,1-1,-1 0,1 0,0 0,-1 1,1-1,0 0,-1 0,1 1,0-1,-1 0,1 0,0 1,-8 30,8-23,1 0,-1 0,1 0,1 0,-1 0,1 0,1-1,-1 1,1-1,1 1,0-1,0 0,0-1,0 1,1-1,0 1,1-1,-1-1,1 1,0-1,1 0,-1 0,1-1,0 0,0 0,0-1,1 0,-1 0,1 0,0-1,0-1,-1 1,1-1,0 0,0-1,1 0,-1 0,4-1,-6-1,1 0,-1 0,0-1,0 0,0 0,0 0,-1 0,1-1,-1 0,0 0,0-1,0 1,-1-1,0 0,0 0,0-1,0 1,-1-1,0 0,0 0,-1 0,1 0,-1 0,0-4,5-18,-1 0,-1-1,-2 0,1-25,-4 50,1-22,-1 19,0 25,0 2,-1 3,1 0,1 1,1-1,1-1,3 12,-5-29,1 1,-1-1,1 1,1-1,-1 0,1 0,0 0,0 0,0-1,1 1,-1-1,1 0,0 0,0 0,1 0,-1-1,1 0,0 0,0 0,0 0,0-1,0 0,1 0,4 1,-3-2,-1 0,1-1,-1 1,1-1,0-1,-1 1,1-1,-1 0,1-1,-1 1,1-2,-1 1,0 0,0-1,0 0,0-1,-1 1,1-1,-1 0,0 0,0-1,0 0,-1 1,0-2,0 1,0 0,0-1,-1 0,0 0,0 0,-1 0,1 0,-1 0,-1-1,2-5,0-1,0-1,-1 0,-1 1,0-1,0 0,-1 0,-1 1,-2-9,3 21,0 0,0 0,0 0,0 0,0 0,0 0,0 0,0 0,-1 0,1 0,0 0,-1 0,1 0,-1 0,1 0,-1 0,0 0,1 0,-1 1,0-1,1 0,-1 1,0-1,0 0,0 1,1-1,-1 1,0-1,0 1,0-1,0 1,0 0,0 0,0-1,0 1,0 0,0 0,0 0,0 0,0 0,0 0,0 0,0 1,0-1,0 0,0 0,0 1,0-1,0 1,0-1,0 1,0-1,0 1,1 0,-1-1,0 1,0 0,1-1,-1 1,0 0,1 0,-1 0,1 0,-1 0,-2 6,-1-1,1 0,1 0,0 1,0 0,0-1,0 1,1 0,0 0,1 0,0 0,0 0,0 0,1 0,0 0,0 0,0-1,1 1,0 0,1-1,0 1,0-1,0 0,0 0,1 0,0 0,1-1,-1 0,1 0,0 1,18 8,1 0,0-2,1 0,0-2,0-1,1-1,1-1,-1-1,1-1,0-2,0-1,0-1,3-1,127 5,-99-5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23.8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0 709,'8'-1,"0"1,0 0,0 0,-1 0,1 1,0 1,-1-1,1 1,0 0,-1 1,0 0,0 0,0 0,0 1,0 0,-1 1,0-1,1 1,-2 0,1 1,-1-1,0 1,0 0,0 1,-1-1,0 1,2 4,4 8,0 1,-1 1,-1 0,-1 0,-1 0,-1 1,-1 0,-1 0,-1 0,0 0,-2 0,-1 0,-1 12,15-84,3 0,1 2,3 0,13-21,-30 63,39-75,-41 81,0 1,0-1,0 1,0-1,0 1,-1 0,1-1,0 1,0 0,-1 0,1 0,0 0,-1-1,1 1,0 0,-1 0,0 0,1 0,-1 0,0 0,1 1,-1-1,0 0,0 0,0 0,0 0,0 0,0 0,0 0,0 0,0 0,-1 1,1-1,-1 0,2 2,-1 14,0-1,2 1,0 0,1-1,0 1,1-1,1 0,1 0,1-1,0 0,0 0,2 0,0-1,0 0,1-1,1 0,0-1,1 0,0 0,1-1,1-1,-1-1,1 0,5 2,18 3</inkml:trace>
  <inkml:trace contextRef="#ctx0" brushRef="#br0" timeOffset="735.182">777 1084,'-9'-33,"2"0,2 0,1-1,1 0,2-31,0-18,1 83,-1 0,1 0,0 0,0 1,0-1,-1 0,1 0,0 0,0 0,0 0,-1 1,1-1,0 0,0 0,-1 0,1 0,0 0,-1 0,1 0,0 0,0 0,-1 0,1 0,0 0,0 0,-1 0,1 0,0 0,0-1,-1 1,1 0,0 0,0 0,-1 0,1 0,0-1,0 1,0 0,-1 0,1 0,0 0,0-1,0 1,0 0,0 0,-1-1,1 1,0 0,0 0,0-1,0 1,0 0,0 0,0-1,0 1,0 0,0 0,0-1,0 1,0 0,0-1,-9 23,4-8,2 1,-1-1,2 1,0-1,1 1,0 0,1 0,1 0,0-1,1 1,1 0,0-1,1 1,0-1,1 0,1-1,0 1,1-1,5 7,-9-16,1 0,0 0,-1 0,1 0,1-1,-1 0,1 0,-1 0,1 0,0-1,0 1,0-1,0-1,0 1,1-1,-1 0,0 0,1 0,-1-1,1 1,-1-2,1 1,-1 0,0-1,1 0,-1 0,0-1,0 0,1 0,-1 0,-1 0,1-1,0 0,0 0,-1 0,0 0,0-1,4-3,5-9,0 0,-2-1,1-1,-2 0,0 0,-2-1,0 0,-1-1,0 0,-2 0,0 0,-2-1,0 1,-1-1,-1-9,-4 8,3 22,0 0,0 0,0 0,0 1,0-1,0 0,0 0,0 1,0-1,-1 0,1 0,0 0,0 1,0-1,0 0,0 0,-1 0,1 0,0 1,0-1,0 0,0 0,-1 0,1 0,0 0,0 0,0 0,-1 0,1 1,0-1,0 0,-1 0,1 0,0 0,0 0,0 0,-1 0,1 0,0 0,0 0,-1 0,1-1,0 1,0 0,0 0,-1 0,1 0,0 0,0 0,0 0,-1-1,1 1,0 0,0 0,0 0,-1-1,-2 15,-1-1,1 1,1 0,1 0,0 0,1 0,0 0,2 12,-1-17,0 0,1 0,0-1,1 1,0 0,0-1,1 1,0-1,0 0,1 0,0-1,1 1,-1-1,1 0,1-1,-1 1,1-1,0-1,1 1,-1-1,1-1,0 1,0-1,1 0,-1-1,1 0,-1-1,1 0,0 0,0 0,0-1,0-1,1 0,0 0,34-7,-7-4</inkml:trace>
  <inkml:trace contextRef="#ctx0" brushRef="#br0" timeOffset="1635.776">1418 709,'-3'7,"1"-1,0 1,0-1,0 1,1 0,0 0,0 0,1 0,-1 0,2 0,-1 0,1 0,0 0,0 0,1-1,0 1,0 0,1-1,0 1,1 2,3 4,1 0,0 0,1-1,0 0,1 0,0-1,1 0,11 7,-18-13,0-1,0 0,1 0,-1-1,1 0,0 1,0-1,0-1,0 1,0-1,1 0,-1 0,1-1,0 1,-1-1,1-1,0 1,0-1,0 0,-1 0,1 0,0-1,0 0,-1 0,1-1,0 1,-1-1,0-1,1 1,-1-1,4-2,-1-6,-1 0,0 0,-1-1,0 0,-1 0,0 0,-1-1,0 1,-1-1,0 0,-1 0,-1 0,0-12,1-44,7 165,-5-89,-1 0,1 0,1 0,-1-1,1 1,0-1,1 0,-1-1,1 1,1-1,-1 0,0-1,1 1,0-1,0-1,1 1,-1-1,1 0,-1-1,1 0,0 0,0-1,0 0,0 0,0-1,0 0,0 0,0-1,0 0,-1-1,1 1,0-1,0-1,-1 0,1 0,-1 0,0-1,0 0,0 0,-1-1,1 0,-1 0,0 0,1-3,-1 1,-1 0,1-1,-1 0,-1 0,1 0,-1 0,-1-1,0 0,0 0,0 0,-1 0,-1 0,1-7,-12 48,10-28,0 0,0 1,1-1,0 0,-1 0,2 1,-1-1,0 0,1 0,0 0,0 0,0 0,0-1,1 1,-1-1,1 1,0-1,0 0,0 0,0 0,1-1,-1 1,1-1,0 0,3 2,5 2,-1-1,1 0,0-1,0 0,1-1,-1 0,1-1,4-1,-3 1,0-1,0-1,0 0,0-1,0 0,0-2,0 1,-1-2,1 0,-1 0,0-1,0-1,0 0,-1-1,0 0,0-1,-1 0,8-8,12-13,-11 58,-16-24,1 1,-1-1,1 0,0 0,1-1,-1 1,1-1,-1 0,1-1,1 1,-1-1,0-1,1 1,-1-1,1 0,0 0,0-1,0 0,0 0,0-1,0 0,0 0,-1 0,1-1,0 0,0-1,0 1,0-1,-1-1,1 1,-1-1,0 0,0-1,0 1,0-1,0 0,-1-1,0 1,0-1,0 0,0-1,-1 1,0-1,0 0,0 0,-1 0,0 0,2-6,-4 7,0-1,-1 1,0 0,0-1,0 1,-1 0,1 0,-1-1,0 1,-1 0,1 0,-1 0,0 0,-1 0,1 1,-1-1,0 0,0 1,0 0,-1 0,1 0,-1 0,0 1,0-1,0 1,-1 0,1 0,-2 0,-2-2,-1 0,0 0,0 1,0 1,0-1,0 1,-1 1,0 0,1 0,-1 1,0 0,0 1,0 0,1 0,-2 1,5 0,0 1,0-1,-1 1,1 0,0 0,1 1,-1-1,0 1,1 1,-1-1,1 1,0 0,0 0,1 1,-1-1,1 1,0 0,0 0,0 0,1 1,0-1,0 1,0 0,1 0,0 0,0 0,1 0,-1 1,1-1,0 0,1 1,0-1,0 0,0 1,1-1,0 1,0-1,1 0,-1 0,1 0,1 0,-1 0,1 0,0 0,0-1,1 0,-1 1,1-1,1-1,1 3,75 33,-41-30</inkml:trace>
  <inkml:trace contextRef="#ctx0" brushRef="#br0" timeOffset="1888.1">2889 335,'-16'-11,"-12"-4,-6 3,-2 10,4 12,4 14,7 12,7 10,11 10,12 4,5-8</inkml:trace>
  <inkml:trace contextRef="#ctx0" brushRef="#br0" timeOffset="2835.957">2955 910,'3'2,"1"0,-1 0,0 0,1-1,-1 0,1 1,-1-1,1 0,-1-1,1 1,0-1,0 0,-1 1,1-2,0 1,0 0,-1-1,1 0,-1 1,1-1,0-1,-1 1,0-1,1 1,-1-1,0 0,0 0,0 0,0-1,0 1,0-1,0 0,6-6,-1-1,0 0,0 0,-1-1,0 1,-1-2,0 1,4-12,0-10,-2 0,-1-1,-2 1,-1-1,-2 0,-1-1,-3-25,2-10,27 86,0 3,1-2,1-1,0-1,1-2,23 7,86 42,-135-60,1 1,-1-1,0 1,1 0,-1 0,-1 0,1 0,0 1,-1-1,1 1,-1 0,0 0,-1 0,1 1,-1-1,1 1,-1-1,-1 1,1 0,-1 0,1 0,-1 0,-1-1,1 4,-6 43,3-47,1 0,0 0,0 0,0 0,0 0,0 1,1-1,0 0,0 1,0-1,0 0,1 1,0-1,0 0,0 0,0 0,0 0,1 0,0 0,0 0,0 0,0 0,1-1,-1 1,1-1,0 0,0 0,0 0,1 0,-1-1,1 1,1 0,7 1,0-1,1 0,0-1,-1 0,1-1,0 0,0-1,0-1,-1 0,1-1,0 0,-1-1,1 0,-1-1,0 0,0-1,7-4,-10 4,0 0,0 0,-1-1,0 1,0-2,0 1,-1-1,0-1,0 1,-1-1,0 0,-1 0,1-1,-1 0,-1 0,0 0,0 0,-1-1,0 0,-1 1,0-1,0 0,-1 0,0-4,-9-22,8 35,-1 1,1-1,-1 1,1-1,-1 1,1-1,-1 1,0 0,1-1,-1 1,1 0,-1 0,0-1,1 1,-1 0,0 0,1 0,-1 0,0 0,0 0,1 0,-1 0,0 0,1 0,-1 0,0 0,1 0,-1 1,0-1,1 0,-1 0,1 1,-1-1,0 0,1 1,-1-1,1 1,-1-1,1 1,-1-1,1 1,-1-1,1 1,0 0,-1-1,1 1,0-1,0 1,-1 0,-4 5,1 0,-1 0,1 1,0-1,1 1,-1 0,1 0,1 0,-1 1,1-1,1 1,-1-1,1 1,1 0,-1-1,1 1,1 0,-1-1,1 1,1-1,-1 1,1-1,1 1,-1-1,1 0,0 0,3 4,0-7,1 1,-1 0,1-1,0-1,0 1,0-1,1 0,-1-1,1 1,0-2,-1 1,1-1,0 0,0-1,0 1,0-2,0 1,0-1,0 0,-1-1,1 0,0 0,-1-1,1 1,5-5,-1 2,0-1,-1 0,1-1,-1 0,-1-1,1 0,-1 0,-1-1,1-1,-2 0,1 0,-1 0,-1-1,0-1,-1 1,0-1,0 0,-1 0,-1-1,0 1,-1-4,-1 1,-15 40,11-17,2 1,-1-1,1 1,0-1,1 1,0-1,0 1,1-1,0 0,0 1,1-1,0 0,1 0,-1-1,2 1,-1-1,1 0,0 0,0-1,1 1,0-1,0 0,1 0,-1-1,1 0,0 0,1-1,-1 0,1 0,0-1,0 0,0 0,6 1,14 4,1-1,0-2,0 0,0-2,0-1,0-2,1-1,-1-1,0-1,28-7,-44 7,0 0,0-1,0 0,-1-1,0 0,0-1,0 0,0-1,-1-1,-1 0,1 0,-1-1,0 0,-1-1,0 0,-1 0,0-1,3-6,4-19,-2-1,-1 0,-2-1,-1 0,-2 0,-2-1,-2 1,-1-1,-3-32,1 66,2-42,-3 0,-1 1,-2-1,-3-4,7 47,0 0,0 0,-1 1,1-1,-1 0,0 0,0 1,0-1,-1 1,1-1,-1 1,0 0,0-1,0 1,0 0,0 0,-1 0,1 1,-1-1,0 0,0 1,0 0,0 0,0 0,-1 0,1 0,-1 1,1-1,-1 1,-2 0,-1 3,1 0,-1 0,0 1,0 0,1 1,0-1,0 1,0 1,0-1,0 1,1 0,0 0,0 0,1 1,-1 0,1 0,0 0,1 0,-2 4,-13 19,2 1,2 0,0 1,2 1,2-1,0 2,3 0,0 0,2 0,2 1,1-1,1 1,2 0,3 11,-1-26,2 1,0-1,1 1,1-2,1 1,0-1,2 0,0-1,0 0,2-1,0 0,1 0,1-2,0 1,1-2,0 0,8 4,10 5,0-1,1-2,1-1,1-2,0-1,1-2,1-2,14 2,42 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27.8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393 524,'-10'-6,"-1"-1,1 2,-1-1,0 1,0 1,0 0,-1 1,1 0,-1 1,0 0,0 1,1 0,-1 1,0 0,0 1,0 0,0 1,0 0,1 1,-1 0,1 1,0 1,0-1,0 2,1-1,0 2,0-1,0 1,1 1,0 0,0 0,1 1,0-1,0 3,6-9,0 1,0-1,1 1,-1-1,1 1,-1 0,1 0,0 0,0 0,0 0,1 0,-1 0,1 0,0 0,0 0,0 0,0 0,0 0,0 0,1 0,0 0,-1 0,1 0,0 0,1 0,-1 0,0-1,1 1,0 0,-1-1,1 0,0 1,0-1,1 1,7 1,0 0,0 0,0-1,1 0,-1-1,1 0,-1 0,1-1,0-1,0 0,-1-1,1 1,0-2,-1 0,1 0,-1-1,0 0,0-1,0 0,0-1,10-2,-1-2,0 0,-1-2,0 0,-1-1,0 0,-1-1,0-1,-1-1,-1 0,0-1,-1-1,-1 0,0 0,-2-1,0-1,-1 0,0 0,-2-1,-1 1,0-2,-1 1,0-10,0-1,-2-1,-1 1,-1-1,-2 1,-1-1,-5-22,6 51,1 1,1 0,-1 0,0 0,0 1,0-1,0 0,0 0,-1 0,1 0,0 0,-1 0,0 1,1-1,-1 0,0 0,0 1,0-1,0 0,0 1,0-1,0 1,-1 0,1-1,-1 1,1 0,-1 0,1 0,-1 0,1 0,-1 0,0 0,0 0,0 1,1-1,-1 1,0-1,-1 1,-2 4,0 0,0 1,0-1,1 1,0 0,0 0,0 0,1 1,0-1,-3 6,5-8,-16 29,2 0,1 1,2 0,1 1,1 1,2 0,2 0,1 0,0 34,4-58,1 0,0 0,0 0,1 0,1 0,0 0,0 0,1 0,0 0,1-1,0 1,1-1,0 0,1-1,0 1,0-1,1 0,0-1,1 1,0-2,0 1,1-1,2 2,2-3,1 0,0-1,0 0,1-1,0-1,-1 0,1-1,0 0,0-1,0-1,0-1,1 0,-2-1,1 0,0-1,0-1,-1-1,0 0,0 0,0-1,-1-1,0-1,0 0,0 0,-1-1,-1-1,1 0,-2 0,1-1,-2-1,1 0,-2 0,1-1,-2 0,0 0,0 0,1-8,-6 17,0 1,0-1,-1 0,1 0,-1 0,0 0,0 0,-1 0,1 0,-1 0,0 0,0 0,0 0,-1 0,1 0,-1 0,0 0,0 0,-1 0,1 0,-1 0,0 0,0 1,0-1,0 1,0 0,-1-1,0 1,0 0,0 0,0 1,0-1,-3-1,2 3,0 0,0 0,1 0,-1 1,0 0,0-1,0 2,0-1,0 0,1 1,-1 0,0-1,0 2,1-1,-1 0,0 1,1-1,0 1,-1 0,1 0,0 1,0-1,0 1,0-1,0 1,1 0,-1 0,1 0,0 0,0 1,0-1,0 1,1-1,-1 1,1-1,0 1,0 0,0 0,1-1,-1 1,1 0,0 0,0 0,0 0,1 1,0 2,1 1,1-1,-1 0,1 0,1 0,-1 0,1-1,0 0,0 1,1-1,0-1,0 1,0-1,1 1,0-2,0 1,4 2,118 59,-31-35,-4-9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28.8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1 966,'19'-1,"0"0,0-1,0-2,-1 1,1-2,-1-1,0 0,0-1,0-1,-1-1,-1 0,1-1,12-11,-26 18,-1 0,1 0,-1-1,0 1,1-1,-2 1,1-1,0 0,-1 0,1 0,-1 0,0 0,-1 0,1 0,-1 0,1 0,-1 0,-1-1,1 1,0 0,-1 0,0 0,0 0,0 0,-1 0,1 0,-1 1,0-1,0 0,0 1,0-1,-1 1,0 0,1 0,-1 0,0 0,0 0,-1 1,1-1,-1 1,1 0,-1 0,0 0,-3-1,2 1,-1 0,0 0,0 1,0-1,1 1,-1 1,0-1,0 1,0 0,0 0,0 1,0 0,0 0,0 0,0 1,1-1,-1 2,0-1,1 0,0 1,-1 0,1 0,1 1,-1 0,0 0,1 0,0 0,0 0,0 1,0 0,1 0,0 0,0 0,0 0,0 1,1-1,0 1,0 0,1-1,-1 1,1 0,1 0,-1 0,1 0,0 1,0 1,1 0,0 0,0-1,1 1,0 0,0 0,1-1,0 1,0-1,1 0,0 0,0 0,1-1,-1 1,1-1,1 0,-1 0,1-1,3 3,4 2,1 0,0-1,0 0,0-2,1 1,1-2,-1 0,15 3,18 3</inkml:trace>
  <inkml:trace contextRef="#ctx0" brushRef="#br0" timeOffset="307.194">441 712,'-1'7,"0"-1,1 1,0 0,0 0,0-1,1 1,0-1,0 1,0 0,1-1,0 0,1 1,-1-1,1 0,0 0,1-1,0 1,-1-1,2 1,-1-1,2 1,6 7,1 0,1-1,0-1,0 0,1-1,1 0,4 1,-9-5,1 0,0-1,1 0,-1-1,1 0,0-1,0-1,0 0,1-1,-9 0,0-1,-1 0,1-1,-1 1,1-1,-1 0,1 0,-1 0,1-1,-1 1,0-1,0 0,0 0,0-1,0 1,0-1,0 0,-1 0,0 0,1-1,-1 1,-1-1,1 1,0-1,-1 0,0 0,1-2,3-10,-1 1,-1-1,0 0,-2-1,1 1,-2 0,0-1,-2-14,4-41,8 29,-3 32</inkml:trace>
  <inkml:trace contextRef="#ctx0" brushRef="#br0" timeOffset="1149.444">909 1060,'20'-5,"-1"0,0-2,0 0,-1-1,1 0,-2-2,1 0,-1-1,-1-1,0 0,-1-2,0 1,-1-2,-1 0,0 0,0-3,12-55,-25 71,0 0,0 0,0-1,0 1,0 0,0 0,-1 0,1-1,-1 1,0 0,1 0,-1 0,0 0,0 0,0 0,-1 0,1 0,0 0,-1 1,1-1,-1 0,0 1,1 0,-1-1,0 1,0 0,0 0,0 0,0 0,0 0,0 0,-2 0,1 0,-1 0,0 1,1-1,-1 1,0 0,0 0,1 0,-1 0,0 0,1 1,-1 0,0 0,1 0,-1 0,1 1,-1-1,1 1,0 0,0 0,0 0,0 0,0 1,0-1,0 1,1-1,-1 1,1 0,0 0,0 0,-1 3,-1 0,1-1,0 1,1 0,-1 0,1 0,1 0,-1 1,1-1,0 1,0-1,1 0,-1 1,2-1,-1 1,1-1,0 1,1 3,3 0,1 0,0 0,1-1,0 0,0 0,1-1,0 0,1 0,-1-1,1 0,1-1,0 0,-1 0,2-1,-1 0,1-1,-1 0,1-1,0 0,0 0,1-1,-1-1,0 0,9-1,-13 1,0-1,0 1,-1-2,1 1,0-1,0 0,-1 0,1-1,0 0,-1 0,0 0,1-1,-1 0,0 0,-1-1,1 0,0 0,-1 0,0-1,0 1,0-1,-1 0,0-1,1 1,-2-1,1 0,-1 0,0 0,0 0,-1 0,1-1,-2 1,2-7,4-105,-11 113,-1 21,4-9,0 1,0 0,1 0,0-1,0 1,1 0,0 0,0-1,1 1,0-1,0 1,0-1,1 0,1 0,-1 0,1 0,0 0,1-1,-1 0,1 0,1 0,-1-1,1 1,0-1,0-1,0 1,1-1,0 0,-1 0,6 1,-5-1,0-1,0 0,1 0,-1 0,1-1,0 0,-1-1,1 0,0 0,0 0,0-1,0 0,0-1,0 0,0 0,0 0,0-1,-1-1,1 1,-1-1,1 0,-1-1,0 0,0 0,-1 0,1-1,-1 0,0 0,0-1,-1 0,0 0,0 0,0 0,-1-1,1 0,-2 0,28-119,-34 144,0 1,1 0,1-1,1 1,1 0,0 1,0-14,0-1,0 0,0 0,1 0,-1 1,1-1,0-1,1 1,-1 0,1-1,0 1,0-1,0 0,1 0,0 0,-1 0,1-1,1 1,-1-1,0 0,1 0,0-1,4 3,0-3,0 1,1-1,-1-1,1 1,-1-2,1 1,0-1,-1-1,1 0,0 0,-1-1,0 0,1 0,-1-1,0-1,0 1,0-2,-1 1,1-1,-1 0,-1-1,1 0,-1 0,1 0,-2-1,1-1,-1 1,0-1,-1 0,0 0,4-7,-2 2,-1-1,0 0,0 0,-2-1,0 0,0 0,-1 0,0-7,-6 122,5-92,1-1,0 1,0-1,0 0,1 0,0 0,1 0,-1-1,1 0,6 6,7 4</inkml:trace>
  <inkml:trace contextRef="#ctx0" brushRef="#br0" timeOffset="2033.591">2233 378,'7'12,"1"0,0-1,1 0,0 0,1-1,0 0,9 5,1 4,121 130,-132-137,0 1,-1 0,-1 0,0 1,-1-1,0 2,-1-1,-1 1,0-1,-1 1,0 0,-1 6,-2 67,2-86,0 0,1 0,-1 0,1 0,-1-1,1 0,0 1,-1-1,1 0,0 0,0 0,0-1,0 1,0-1,0 0,0 1,0-1,0 0,0-1,0 1,0-1,0 1,-1-1,4-1,8-2,0 0,0-1,0 0,-1-1,0-1,0 0,0-1,-1 0,-1-1,1-1,-1 1,1-3,-17 72,5-54,0-1,1 1,0-1,0 0,1 1,0-1,-1 0,2 0,-1 0,0-1,1 1,0 0,0-1,1 0,-1 1,1-1,0-1,0 1,0-1,0 1,1-1,-1 0,1-1,0 1,0-1,0 0,3 1,2 0,0 0,0 0,0-1,0 0,0-1,1 0,-1 0,1-1,-1-1,0 0,1 0,-1-1,0 0,2-1,-2-2,1 0,-1 0,0 0,-1-1,1-1,-1 0,0 0,-1-1,0 0,0 0,-1-1,0 0,0 0,-1-1,0 1,-1-1,0-1,0-2,11-29,-1 0,-3-2,7-43,-16 76,26-136,-7-1,-2-57,-18 194,-1-1,-1 1,0 0,-1 0,0-1,-1 1,0 0,-1 0,-1-3,4 12,-1 1,1 0,-1-1,0 1,1 0,-1 0,0-1,0 1,0 0,0 0,0 0,0 0,0 0,0 0,0 1,0-1,0 0,-1 0,1 1,0-1,-1 1,1-1,0 1,-1 0,1-1,-1 1,1 0,0 0,-1 0,1 0,-1 0,1 0,0 1,-1-1,1 0,-1 1,1-1,-46 32,31-11,0 0,2 1,0 0,1 1,1 1,2 0,0 0,2 1,0 1,2-1,1 1,1 0,1 0,1 0,1 4,1 6,1 0,2-1,2 1,1-1,1 0,2 0,2-1,1 0,1-1,2-1,2 0,0-1,2 0,22 25,-31-44,1 0,0-1,1 0,0 0,1-1,0-1,0 0,4 0,-13-6,0-1,0 0,0 0,1 0,-1-1,1 1,-1-1,1 0,-1-1,1 1,0-1,-1 0,1 0,0 0,-1 0,1-1,0 0,-1 0,1 0,-1-1,1 0,-1 1,0-1,0-1,0 1,0-1,0 1,0-1,1-2,2-6,0-1,-1 0,0 0,-1 0,0 0,-1-1,-1 0,0 0,0 0,-2 0,1-1,-2 1,0 0,0-1,-1 1,-1-1,2 6,0 2,0 0,0-1,0 1,-1 0,0 0,0 0,0-1,-1 1,0 0,0 1,-1-1,0 0,0-1,1 7,1 0,0 0,0 0,-1 0,1 0,0 0,-1 0,1 0,0 0,0 1,-1-1,1 0,0 1,0-1,0 1,-1 0,1-1,0 1,0 0,0 0,0-1,0 1,0 0,1 0,-1 0,0 0,0 0,1 0,-1 1,0-1,1 0,0 0,-1 0,1 1,-1-1,1 0,0 0,0 1,0-1,0 0,0 1,0-1,-4 13,1 0,1 0,0 0,1 0,0 0,1 0,1 1,0-1,1 0,1 0,0 0,1-1,0 1,1-1,0 0,1 0,1 0,0-1,1 0,0-1,1 1,0-1,1-1,0 0,0-1,1 1,0-2,1 0,0 0,0-1,11 4,12 1,-8-9</inkml:trace>
  <inkml:trace contextRef="#ctx0" brushRef="#br0" timeOffset="2280.932">3035 431,'-16'-13,"2"-5,12 0,22 5,24 3,25 8,19 9,7 8,-2 4,-13 1,-20-4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34.4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0 215,'23'0,"23"0,22 0,16 0,11 0,6 0,-6 0,-11 2,-21 1</inkml:trace>
  <inkml:trace contextRef="#ctx0" brushRef="#br0" timeOffset="244.172">201 442,'14'0,"17"2,19 1,12 0,14-1,6-2,1-5,-5-5,-15-1</inkml:trace>
  <inkml:trace contextRef="#ctx0" brushRef="#br0" timeOffset="428.325">656 0,'-1'5,"0"-1,1 1,-1 0,1-1,0 1,0 0,1-1,-1 1,1-1,0 1,0-1,1 1,-1-1,1 0,0 0,0 1,1-1,-1-1,1 1,0 0,0-1,0 1,0-1,1 0,-1 0,1 0,0 0,1 0,12 7,-1 0,2-1,-1-1,1-1,1 0,3-1,98 25,-77-21,-1 1,-1 2,0 1,1 3,-38-15,1-1,-1 0,0 1,0 0,0 0,0 0,0 1,-1-1,1 1,-1 0,0 0,1 0,-1 0,-1 0,1 1,0-1,-1 1,0 0,0 0,0 0,0 0,0 0,-1 0,0 1,0-1,0 0,-1 1,1-1,-1 1,0-1,0 0,0 1,-1-1,0 1,0-1,0 2,-6 7,0 0,-1 0,0-1,-1 0,0 0,-1-1,-1 0,1-1,-12 8,-51 39,-2-3,-2-4,-42 19,78-46,-37 23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41.2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87 64,'-11'-13,"-6"-6,-3 2,2 5,5 10,6 9,11 11,5 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44.1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5 118,'-1'92,"-2"-35,3 0,2 0,3 0,2 0,3-1,4 8,-13-57,1 1,0-1,0 1,1-1,0 0,0 0,1 0,-1-1,2 1,-1-1,1 0,0 0,0-1,0 1,1-1,0 0,0-1,5 4,-7-9,0 1,0-1,1 1,-1-1,0 0,0-1,0 1,0-1,0 0,0 0,-1 0,1 0,0-1,-1 0,0 1,0-1,0 0,0 0,0-1,0 1,-1-1,0 1,0-1,0 0,0 0,1-2,3-4,-4 7,48-58,-48 60,0-1,0 1,1-1,-1 1,0 0,0 0,1 0,-1 0,1 0,-1 1,1-1,-1 1,1-1,-1 1,1 0,-1 0,1 0,-1 0,1 1,-1-1,1 1,-1-1,1 1,-1 0,0 0,1 0,-1 0,0 1,1-1,2 3,0-1,-1 1,1 0,-1 0,0 1,0-1,0 1,-1 0,0 0,0 0,0 0,0 1,-1-1,0 1,0-1,0 1,-1 0,0 0,0 0,0 0,-1 0,0 0,0 0,-1-1,1 1,-1 0,-1 0,1 0,-1 0,0-1,0 1,0-1,-1 1,0-1,0 0,-1 0,1 0,-1-1,0 1,-2 0,-6 2,0-2,0 0,-1 0,0-1,0 0,0-1,0-1,0 0,-1-1,1-1,-1 0,1 0,-1-1,1-1,-9-2,-26-12,47 15,0 1,0 0,0-1,0 1,0-1,0 0,0 1,0-1,0 0,1 1,-1-1,0 0,0 0,1 0,-1 1,0-1,1 0,-1 0,1 0,-1 0,1 0,0 0,-1 0,1 0,0-1,0 1,0 0,0 0,0 0,0 0,0 0,0 0,0 0,0 0,1-1,-1 1,0 0,1 0,-1 0,1 0,-1 0,5-4,0 1,0-1,0 1,0 0,1 0,-1 1,1 0,0 0,0 0,0 1,0 0,1 0,3-1,1 0,35-12,4 0,-1-2,-1-2,0-2,-1-3,18-13,24-25,-89 61,0 1,1 0,-1-1,0 1,1 0,-1-1,1 1,-1 0,1-1,-1 1,1 0,-1 0,1 0,-1-1,1 1,-1 0,1 0,0 0,-1 0,1 0,-1 0,1 0,-1 0,1 0,-1 0,1 0,-1 1,1-1,0 0,-1 0,1 0,-1 1,0-1,1 0,-1 1,1-1,-1 0,1 1,-1-1,0 1,1-1,-1 0,0 1,1-1,-1 1,0-1,0 1,1-1,-1 1,0-1,0 1,0 0,-1 33,0-27,-1 2,0 0,1 0,0 0,0 0,1 0,0 0,1 0,0 0,0 0,1 0,0 0,1 0,-1-1,2 1,-1-1,1 0,1 0,-1 0,1 0,1-1,-1 0,1 0,1 0,-1-1,1 0,6 4,-6-6,0-1,1 0,-1 0,1-1,0 0,0 0,0-1,0 0,0 0,0-1,0 0,0 0,0-1,0 0,0 0,-1-1,1 0,0-1,-1 1,1-1,-1-1,0 0,0 0,0 0,-1-1,1 0,-1 0,0 0,5-7,89-139,-100 152,0-1,0 0,0 0,1 0,-1 1,0-1,0 0,0 0,0 0,0 1,0-1,0 0,1 0,-1 0,0 0,0 0,0 1,0-1,1 0,-1 0,0 0,0 0,0 0,1 0,-1 0,0 0,0 0,0 1,1-1,-1 0,0 0,0 0,1 0,-1 0,0 0,0-1,0 1,1 0,-1 0,0 0,0 0,0 0,1 0,-1 0,0 0,0 0,0 0,0-1,1 1,-1 0,0 0,0 0,0 0,0-1,0 1,1 0,-1 0,0 0,0-1,0 1,0 0,0 0,0 0,2 25,-1-16,-1-1,1 1,0-1,1 0,0 0,0 0,1 0,0 0,0 0,0-1,1 1,1-1,-1 0,1 0,0 0,1-1,0 0,0 0,0-1,0 1,1-1,0 0,0-1,3 1,32 10,-1-6</inkml:trace>
  <inkml:trace contextRef="#ctx0" brushRef="#br0" timeOffset="785.92">1676 585,'-129'-15,"124"15,0 0,-1 0,1 1,0 0,0 0,0 0,-1 1,2 0,-1 0,0 0,0 0,0 1,1 0,0 0,-1 0,1 0,0 1,1 0,-1 0,1 0,-1 0,-1 4,2-3,1-1,1 0,-1 1,1 0,-1-1,1 1,0 0,1-1,-1 1,1 0,0 0,1 0,-1-1,1 1,-1 0,2 0,-1-1,0 1,1-1,0 1,0-1,0 0,0 0,1 1,0-2,0 1,3 3,2 3,1-1,0-1,0 0,1 0,0 0,0-2,1 1,0-1,0-1,6 3,1-2,0-1,1-1,-1-1,1 0,0-1,-1-1,1-1,0-1,0 0,0-2,-1 0,1-1,-1-1,0 0,0-1,-1-2,1 1,-2-2,1 0,-1-1,-1-1,0 0,0-1,-1-1,0 0,-2-1,1-1,2-4,8-18,-1-1,-2 0,-1-2,-2 0,-2-1,-2 0,-2-1,-1-1,-3 0,-1 0,-2 0,-2-4,-6-62,3 108,1-1,0 0,-1 0,1 0,-1 1,0-1,0 0,1 0,-1 1,0-1,0 1,-1-1,1 1,0-1,0 1,-1 0,1 0,-1-1,1 1,-1 0,1 0,-1 0,0 1,1-1,-1 0,0 1,0-1,0 1,1-1,-1 1,0 0,0 0,0 0,0 0,0 0,0 0,1 1,-1-1,0 1,0-1,0 1,1-1,-1 1,0 0,1 0,-1 0,1 0,-1 0,0 1,-8 7,0 1,0 1,1 0,1 0,0 1,0 0,1 0,1 1,0 0,0 0,2 1,-1-1,2 1,0 0,1 0,-1 10,-1 0,1-1,1 1,1-1,2 1,0-1,1 1,2-1,0 1,1-1,2-1,0 1,1-1,1 0,2-1,0 0,1-1,1 0,0-1,2 0,0-1,1-1,1 0,1-2,0 0,15 9,-27-19,1-1,-1-1,1 1,0-1,0 0,0-1,0 0,1 0,-1 0,1-1,-1 0,1-1,-1 1,1-1,-1-1,1 0,-1 0,1 0,-1-1,1 0,-1 0,0-1,0 0,0 0,-1-1,1 0,-1 0,0 0,0-1,0 0,-1 0,1 0,0-2,33-55,-38 61,-1 1,1-1,-1 1,1-1,-1 1,1-1,0 1,-1-1,1 1,-1 0,1-1,0 1,-1 0,1 0,0-1,0 1,-1 0,1 0,0 0,0 0,-1 0,1 0,0 0,-1 0,1 0,0 0,0 0,-1 0,1 1,0-1,-1 0,1 0,0 1,-1-1,1 1,0-1,-1 1,1-1,-1 0,1 1,-1 0,1-1,-1 1,1-1,-1 1,0 0,1-1,-1 1,0 0,1-1,-1 1,0 0,0 0,6 6,4 2,-1-1,1 1,0-2,1 1,0-1,0-1,1 0,-1-1,1 0,0-1,1 0,-1-1,1 0,0-1,-1 0,1-1,8-1,-18 0,0 0,0-1,0 1,0-1,0 0,0 1,0-1,0-1,0 1,-1 0,1-1,0 0,-1 1,0-1,1 0,-1 0,0 0,0-1,0 1,0 0,0-1,0 0,-1 1,0-1,1 0,-1 0,0 1,0-1,0 0,-1 0,1 0,-1 0,1 0,-1 0,0-1,0 1,-1 0,1 0,-1 0,1 0,-1 0,0 0,-1-1,-1-3,-1 0,0 1,0-1,0 1,-1 0,0 0,0 0,-1 1,1 0,-1 0,0 0,-1 1,1 0,-1 0,0 0,0 1,-2 0,-8-4,0 1,-1 1,1 1,-1 0,0 1,-15 0,22 3,1 0,-1 0,0 1,1 0,-1 1,1 1,-1-1,1 2,0-1,-8 5,14-6,1 0,-1 0,0 0,1 1,0-1,-1 1,1 0,0 0,0 0,1 0,-1 0,1 1,-1-1,1 1,0 0,1 0,-1 0,0 0,1 0,0 0,0 0,0 0,1 0,0 0,-1 1,1-1,1 0,-1 2,1 0,1-1,-1 1,1-1,0 0,0 0,1 0,-1 0,1 0,0-1,0 1,1-1,0 0,-1 0,1 0,1 0,-1-1,0 1,1-1,4 2,99 38,-60-33</inkml:trace>
  <inkml:trace contextRef="#ctx0" brushRef="#br0" timeOffset="1088.116">2945 318,'-8'-7,"0"1,-1 0,0 0,-1 1,1 0,-1 1,0 0,0 0,0 1,0 1,-7-2,12 4,0-1,0 0,0 1,0 0,0 0,0 1,1-1,-1 1,0 0,0 0,0 1,1 0,-1-1,1 1,-1 1,1-1,0 1,0 0,0 0,0 0,0 0,1 1,-1-1,1 1,-2 2,2-1,1 1,-1-1,1 1,0 0,0-1,1 1,-1 0,1 0,0 0,1 0,0 0,0 0,0 0,1 0,-1 0,2 0,-1 0,0 0,1 0,0-1,1 1,-1-1,7 15,1-1,1 0,0-1,2 0,8 9,-2-3,1 0,1-2,2-1,0 0,0-2,2 0,1-2,0-1,1-1,0-1,1-1,1-2,0-1,0-1,1-2,0 0,1-3,-1 0,1-2,0-1,-1-1,8-3,-14 1,-1-2,0-1,0 0,0-2,-1-1,10-4,-8-2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42.7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479 595,'-20'-11,"-1"1,0 1,0 1,-1 1,0 1,0 1,-1 1,1 1,-1 1,0 0,0 2,0 1,1 1,-1 1,-12 3,29-5,0 0,1 0,0 1,-1 0,1 0,0 0,0 0,0 1,0 0,0 0,0 1,1-1,0 1,-1 0,2 0,-1 0,0 0,1 1,0 0,0 0,0 0,0 0,1 0,0 0,0 0,1 1,-1-1,1 2,2-4,-1-1,1 1,0 0,1 0,-1-1,0 1,1-1,-1 1,1-1,0 0,0 1,0-1,0 0,0 0,1-1,-1 1,0 0,1-1,-1 1,1-1,0 0,-1 0,1 0,0 0,0 0,0-1,0 1,81 4,-67-7,0 0,-1-1,0-1,0-1,0 0,0-1,-1-1,0 0,0-1,-1-1,0 0,0-1,-1-1,-1 0,0 0,0-1,-1-1,-1 0,0 0,0-1,-2 0,1-1,-2 0,0 0,-1-1,-1 0,3-11,-3 2,-2 0,0-1,-1 1,-2-1,0 1,-2-1,-1 1,-1 0,-1 0,-1 0,-2 0,0 1,-32-47,39 70,0 0,0 0,0 0,0 0,0 0,0 0,0 1,0-1,0 0,-1 1,1-1,0 0,0 1,-1 0,1-1,0 1,-1 0,1 0,0 0,-1 0,1 0,-1 0,1 0,0 0,-1 0,1 1,0-1,0 0,-1 1,1-1,0 1,0 0,-1-1,1 1,0 0,0 0,0 0,0 0,0 0,0 0,0 0,0 0,-28 55,23-35,1 1,1-1,1 0,1 1,0 0,2 0,1-1,0 1,2 0,0-1,2 1,0-1,1 0,1-1,1 0,1 0,1 0,0-1,2-1,0 0,1 0,1-1,0-1,1 0,1-1,5 2,-15-12,0-1,1 1,0-2,0 1,0-1,0 0,0 0,1-1,0 0,-1 0,1-1,0 0,0 0,-1-1,1 0,0 0,0-1,0 0,-1 0,1-1,0 0,-1 0,0-1,1 0,-1 0,0-1,-1 0,1 0,0 0,-1-1,0 0,0-1,-1 1,2-3,5-8,-1-1,-1 0,-1 0,0-1,-2 0,0 0,-1-1,0 0,-2 0,0 0,-1-2,-1 6,-5 22,-4 26,3-9,1 0,1 0,1 1,2-1,1 15,-1-31,0 1,1-1,-1 0,2 0,-1 0,1 0,0-1,1 1,0-1,0 0,1 0,0 0,0-1,0 1,1-1,0 0,0-1,2 2,20 9</inkml:trace>
  <inkml:trace contextRef="#ctx0" brushRef="#br0" timeOffset="436.345">907 20,'21'26,"1"-2,1 0,1-1,1-1,4 1,95 93,-114-103,0 1,-1 0,0 0,-1 1,-1 0,0 0,-1 0,-1 1,0 0,-1 0,-1 1,-1-1,0 1,-1-1,-1 16,0-23,-1-7,0 0,1-1,-1 1,1 0,0 0,-1 0,1 0,0 0,0 0,0 0,0-1,1 1,-1 0,1 0,-1 0,1 0,-1 0,1-1,0 1,0 0,0-1,0 1,0-1,0 1,0-1,1 1,-1-1,0 0,1 1,-1-1,1 0,0 0,-1 0,1 0,0-1,-1 1,1 0,1 0,5-3,1-1,0 1,-1-1,0 0,0-1,0 0,0-1,0 1,-1-1,0-1,0 1,0-1,-1-1,0 1,3-5,9-8,-2-1,-1 0,0-1,-1-1,-2 0,5-13,-11 36,-6 19,0-15,0 7,1 0,0-1,1 1,0 0,1-1,0 0,1 1,0-1,1-1,0 1,0-1,1 1,1-2,0 1,0-1,1 0,0 0,0-1,6 4,106 60,-58-47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41.0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95,'0'14,"0"13,0 12,0 8,0 5,0-2,3-2,2-7,3-9,2-9,5-9,-1-7</inkml:trace>
  <inkml:trace contextRef="#ctx0" brushRef="#br0" timeOffset="502.564">294 390,'13'-2,"0"-1,0-1,0-1,-1 1,0-2,0 0,0 0,-1-1,0-1,0 0,-1 0,0-1,3-3,-8 7,0-1,0 1,0-1,-1 0,1 0,-2-1,1 1,-1-1,0 0,0 0,0 0,-1 0,0 0,-1-1,0 1,0 0,0-1,-1 1,0-1,-1 1,1-1,-2 1,-1-7,2 10,-1 0,0 1,0-1,0 1,-1-1,1 1,-1 0,0 0,1 0,-1 0,-1 1,1-1,0 1,-1 0,1 0,-1 0,0 0,0 1,1-1,-1 1,0 0,0 0,0 1,0-1,0 1,-1 0,1 0,0 0,0 0,0 1,0 0,0-1,0 2,0-1,0 0,1 1,-1 0,0-1,1 2,-1-1,1 0,0 1,0-1,0 1,0 0,0 0,0 0,-1 3,-1 0,0 0,0 1,1-1,0 1,0 0,1 0,0 0,0 0,0 0,1 1,0-1,1 1,0 0,0-1,0 1,1 0,0 0,1 0,0-1,0 1,0 0,1-1,0 1,1-1,0 0,0 0,0 0,1 0,0 0,0-1,1 1,0-1,2 2,8 2,-1-1,2 0,-1-1,2-1,-1 0,0-1,1-1,0 0,1-2,-1 0,0-1,1 0,0-2,-1 0,1-1,3-1,38-2</inkml:trace>
  <inkml:trace contextRef="#ctx0" brushRef="#br0" timeOffset="816.724">1016 69,'-10'-8,"-1"0,1 1,-2 1,1 0,-1 0,1 1,-2 0,1 1,0 1,-1 0,0 0,1 1,-1 1,0 0,0 1,-3 0,14 1,0-1,0 1,0-1,0 1,0 0,-1-1,2 1,-1 0,0 1,0-1,0 0,0 0,1 1,-1-1,0 1,1-1,0 1,-1 0,1 0,0-1,0 1,0 0,0 0,0 0,0 0,1 0,-1 1,1-1,-1 0,1 0,0 0,0 0,0 1,0-1,0 0,0 0,1 0,-1 0,1 1,-1-1,1 0,0 0,0 0,0 0,0 0,0-1,0 1,2 1,9 13,2-1,0 0,1-1,0-1,1 0,0-1,1-1,17 8,-10-3,11 5,-15-10,0 1,-1 1,-1 0,0 2,0 0,-2 1,0 0,11 16,-25-30,-1 0,0 0,0 0,1 0,-2 0,1 1,0-1,0 0,-1 1,1-1,-1 0,0 1,1-1,-1 0,0 1,-1-1,1 1,0-1,-1 0,1 1,-1-1,0 0,0 1,0-1,0 0,0 0,0 0,0 0,-1 0,1 0,-1 0,0-1,1 1,-1 0,0-1,0 1,0-1,0 0,0 0,0 0,0 0,-1 0,-1 0,-14 5,-1-1,0 0,0-2,0 0,0-1,0-1,0-1,-1-1,1-1,-14-2,25 3,0 0,1 0,-1 0,1-1,0 0,-1-1,1 1,0-2,0 1,1-1,-1 0,1 0,-1 0,1-1,-4-5,0-6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40.5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1 638,'2'-42,"3"1,1 0,2 1,9-30,-13 56,0 0,1 1,1-1,0 1,0 0,1 1,8-10,-13 18,1 1,-1-1,1 1,0 0,0 0,0 0,1 1,-1-1,1 1,0 0,-1 0,1 0,0 0,0 1,0-1,0 1,0 0,0 0,1 1,-1-1,0 1,0 0,1 0,-1 0,0 1,0-1,1 1,0 1,8 4,-1 0,0 1,0 1,-1 0,0 0,0 1,-1 0,0 1,-1 0,0 1,-1 0,0 1,0-1,-1 1,-1 1,0-1,-1 1,4 12,-8-22,0-1,0 1,0 0,0-1,0 1,0 0,-1 0,1-1,-1 1,0 0,0 0,0 0,0 0,-1-1,1 1,-1 0,1 0,-1-1,0 1,0 0,0-1,-1 1,1-1,0 1,-1-1,0 0,0 1,1-1,-1 0,0 0,-1 0,1-1,0 1,0-1,-1 1,-1 0,1 0,0-1,-1 1,1-1,0 0,-1 0,1 0,-1 0,1-1,-1 1,1-1,-1 0,0 0,1 0,-1-1,1 1,-1-1,1 0,-1 0,1 0,0 0,-1-1,1 1,0-1,0 0,0 0,0 0,0 0,1 0,-1-1,1 1,-1-1,1 0,0 0,2-2,0 1,1 0,0 0,0 0,0 0,1 0,-1 0,1 0,0 0,0 0,1 1,-1-1,1 1,-1-1,1 1,0 0,0 0,1 1,-1-1,0 1,1-1,0 1,-1 0,1 0,0 1,0-1,0 1,0 0,10-5,-1 0,1 1,0 1,0 0,1 1,-1 0,1 2,0-1,-1 2,1 0,13 2,-26-2,1 1,-1 0,0 0,1 0,-1 0,0 0,0 1,0-1,0 0,0 1,0 0,0-1,-1 1,1 0,-1 0,1 0,-1 0,1 0,-1 0,0 1,0-1,0 0,-1 1,1-1,0 0,-1 1,0-1,1 1,-1-1,0 1,0-1,-1 3,1-2,0 0,0-1,0 1,1 0,-1 0,1 0,-1-1,1 1,0 0,0-1,0 1,0 0,1-1,-1 1,1-1,-1 0,1 0,0 1,0-1,0 0,0 0,0-1,0 1,1 0,-1-1,1 0,0 1,5 0,0 1,0-2,1 1,-1-1,0-1,1 1,-1-2,1 1,-1-1,1 0,-1-1,0 0,0 0,3-2,-7 3,-1 0,1 0,0-1,-1 1,1-1,-1 0,0 0,0-1,0 1,0-1,0 1,0-1,-1 0,1 0,-1 0,0 0,0-1,0 1,0 0,0-1,-1 0,0 1,1-1,-1 0,-1 0,1 1,-1-1,1 0,-1 0,0 0,-1-3,-1-1,0 0,-1 0,0 0,0 1,-1-1,0 1,0 0,-1 0,0 0,0 0,-1 1,1 0,-1 0,-1 1,1-1,-1 1,0 1,0-1,-1 1,1 1,-1-1,0 1,1 1,-2-1,1 1,0 1,0-1,-5 1,9 1,-1 1,0-1,1 1,0 0,-1 1,1-1,-1 1,1 0,0 0,0 0,0 0,0 1,1-1,-1 1,0 0,1 0,0 1,0-1,0 1,0-1,1 1,-1 0,1 0,0 0,0 0,0 1,1-1,-1 0,1 1,0-1,1 1,-1-1,1 1,0-1,0 1,0 0,0-1,1 1,0-1,0 1,0-1,1 1,-1-1,1 0,0 0,0 0,1 0,-1 0,1 0,0-1,1 3,1-1,1 0,-1 0,1-1,0 0,0 0,1 0,-1 0,1-1,-1 0,1-1,0 0,0 0,6 1,19 3</inkml:trace>
  <inkml:trace contextRef="#ctx0" brushRef="#br0" timeOffset="164.56">763 35,'-14'-6,"-13"-6,-10 1,-2 5,1 10,4 10,8 9,9 9,11 6,7-1</inkml:trace>
  <inkml:trace contextRef="#ctx0" brushRef="#br0" timeOffset="344.08">829 503,'16'12,"12"3,10-1,11-2,7-6,-5-4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37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322 0,'-12'560,"11"-549,1-1,0 1,0 0,1 0,0 0,1-1,0 1,1-1,0 1,1-1,0 0,0 0,1-1,0 1,1-1,0 0,1 0,0-1,0 0,7 6,-1-8,-1 0,1-1,-1-1,1 0,0 0,1-2,-1 0,1 0,-1-1,1-1,-1 0,1-1,-1 0,1-1,-1-1,0 0,0 0,0-2,0 0,5-3,30-14</inkml:trace>
  <inkml:trace contextRef="#ctx0" brushRef="#br0" timeOffset="263.808">0 241,'18'0,"25"0,27 0,25 0,18 0,11 0,1 0,-13 2,-25 1</inkml:trace>
  <inkml:trace contextRef="#ctx0" brushRef="#br0" timeOffset="848.757">843 829,'12'-13,"0"-1,-1 0,-1 0,0-1,-1 0,-1-1,0 0,-1 0,-1 0,0-1,-1 0,-1-1,-1 1,0-1,-1 1,-1-1,-1-8,-25-51,24 74,0 1,-1 0,1 0,-1-1,0 1,0 0,0 1,0-1,0 0,0 0,0 1,0-1,-1 1,1 0,-1 0,1 0,-1 0,1 0,-1 0,0 1,1-1,-1 1,0 0,0 0,1 0,-1 0,0 0,-1 1,3-1,0 1,0-1,-1 1,1-1,0 1,0-1,0 1,0 0,1 0,-1-1,0 1,0 0,0 0,1 0,-1 0,0 0,1 0,-1 0,1 0,-1 0,1 0,-1 0,1 1,0-1,0 0,0 0,-1 0,1 0,0 1,1-1,-1 0,0 0,0 0,0 0,1 1,-1-1,0 0,1 0,-1 0,1 0,-1 0,1 0,0 0,-1 0,1 0,0 0,0 0,0-1,0 1,0 0,0 0,0-1,0 1,0-1,0 1,0-1,0 1,0-1,0 0,0 1,1-1,-1 0,0 0,0 0,1 0,20 6,1 0,-1-2,1 0,0-2,18 0,3 1,-27-1,109 18,-121-19,0 1,-1 0,1 0,0 0,0 0,-1 1,0 0,1 0,-1 0,0 0,0 1,-1 0,1-1,-1 1,0 0,0 1,0-1,0 1,-1-1,0 1,0 0,1 3,2 140,-4-145,-1 0,1-1,0 1,1-1,-1 1,0-1,1 0,-1 1,1-1,0 0,0 0,0 0,0 0,0 0,0-1,0 1,0-1,1 1,-1-1,1 0,-1 0,1 0,0 0,-1 0,1-1,0 1,-1-1,1 0,0 0,0 0,-1 0,1 0,88-18,-78 13,-1 1,0-2,0 1,0-2,-1 0,0 0,0-1,-1 0,0-1,-1 0,1 0,-2-1,1 0,-2-1,1 0,-1 0,-1-1,0 1,-1-1,0-1,-1 1,1-4,-9-42,3 56,1 1,0-1,-1 1,1 0,-1 0,0-1,1 1,-1 0,0 0,0 0,0-1,0 1,0 0,0 0,0 1,0-1,0 0,0 0,-1 0,1 1,0-1,-1 1,1-1,0 1,-1-1,1 1,0 0,-1 0,1 0,-1 0,1 0,-1 0,1 0,0 0,-1 0,1 1,-1-1,1 0,-1 1,-3 2,0 1,1 0,-1-1,1 1,0 1,0-1,0 1,0-1,1 1,0 0,0 0,1 1,-1-1,1 0,0 1,0 0,1-1,0 1,0 0,0 0,1 0,-1-1,1 1,1 0,0 3,0-2,0 0,1-1,-1 1,2-1,-1 1,1-1,0 0,0 0,0 0,1 0,0-1,0 1,1-1,-1 0,1 0,0-1,1 0,-1 1,1-2,0 1,0-1,3 2,6 2,1 0,0-1,0-1,1-1,0 0,0-1,0-1,9 1,35-3,-6-4</inkml:trace>
  <inkml:trace contextRef="#ctx0" brushRef="#br0" timeOffset="1785.765">2166 227,'-21'-119,"14"98,7 21,-1-1,1 1,-1 0,1 0,-1 0,1 0,-1 0,1 0,-1 0,1 0,-1 0,1 0,-1 0,1 1,-1-1,1 0,-1 0,1 0,-1 1,1-1,-1 0,1 0,0 1,-1-1,1 0,-1 1,1-1,0 1,-1-1,1 0,0 1,0-1,-1 1,1-1,0 1,0-1,0 1,0-1,-1 1,1-1,0 1,0-1,0 1,0-1,0 1,0-1,0 1,0-1,1 1,-1-1,0 1,0-1,0 1,1-1,-11 57,3 0,2 0,3 46,1-70,3 169,-2-201,0 1,0-1,0 0,0 1,0-1,0 1,0-1,1 0,-1 1,1-1,-1 0,1 1,-1-1,1 0,0 0,-1 0,1 1,0-1,0 0,0 0,0 0,0 0,0-1,0 1,0 0,1 0,-1-1,0 1,0 0,1-1,-1 1,0-1,1 0,-1 1,1-1,-1 0,0 0,1 0,-1 0,1 0,-1 0,0 0,1-1,-1 1,0 0,1-1,-1 1,0-1,1 0,-1 1,0-1,1 0,57-49,-52 42,-1 2,1-1,0 1,1 0,-1 0,1 1,0 0,1 0,7-2,-14 6,-1 1,1-1,0 1,0-1,0 1,-1 0,1 0,0 0,0 0,0 1,-1-1,1 0,0 1,0-1,-1 1,1-1,0 1,-1 0,1 0,-1 0,1 0,-1 0,1 0,-1 0,0 0,1 1,-1-1,0 1,0-1,0 0,0 1,0 0,-1-1,2 2,15 61,-16-57,0 0,-1-1,1 1,-2 0,1 0,-1 0,0 0,0-1,-1 1,0 0,0-1,0 0,-1 1,0-1,0 0,-1 0,0-1,0 1,0-1,0 1,-1-1,0-1,0 1,-1-1,1 0,-1 0,0 0,0-1,0 0,0 0,-1-1,1 0,-1 0,0 0,4-2,-1 0,1-1,0 1,0-1,-1 0,1 0,0 0,0 0,0 0,0-1,0 1,0-1,0 0,1 0,-1 0,1 0,-1-1,1 1,0 0,0-1,0 0,0 0,0 1,1-1,-1 0,1 0,0 0,0-1,0 1,0 0,1 0,-1-1,1 1,0 0,0-1,0 1,0 0,0 0,1-1,-1 1,1 0,0 0,0-1,1 1,-1 0,0 0,2-1,2-5,1-1,1 1,-1-1,2 2,-1-1,1 1,1 0,-1 1,1 0,0 0,1 1,0 0,0 1,0 0,0 1,1 0,0 0,0 1,0 0,0 1,5 0,-12 1,-1 0,1 1,-1-1,1 1,0-1,-1 1,1 0,0 1,-1-1,1 1,-1-1,1 1,-1 0,1 0,-1 1,1-1,-1 1,0 0,0-1,0 1,0 1,0-1,0 0,-1 1,1-1,-1 1,1 0,-1 0,0 0,0 0,0 0,-1 1,2 2,3 13,-5-14,-1-1,1 0,0 1,1-1,-1 0,1 0,0 0,0 0,0 0,0 0,1 0,-1-1,1 1,0-1,0 0,0 0,1 0,-1 0,1 0,-1-1,1 0,0 0,0 0,0 0,0 0,0-1,3 1,4-3,0 1,0-2,0 0,0 0,-1-1,1 0,-1-1,0 0,0 0,0-1,0-1,-1 0,0 0,0-1,0 0,-1 0,0-1,5-6,-6 4,1 1,-1-1,-1 0,0 0,0-1,-1 0,-1 0,0 0,0 0,-1-1,0 0,0-6,-4 27,0-1,1 0,0 1,0-1,1 1,0-1,0 0,1 0,0 0,1 0,0 0,0 0,1 0,-1-1,2 0,-1 0,3 3,-2-5,1 0,-1-1,1 0,-1 0,1 0,1-1,-1 0,0 0,1 0,-1-1,1 0,0 0,0-1,0 0,0 0,0 0,0-1,0 0,0-1,0 1,0-1,0-1,0 1,-1-1,1 0,0-1,-1 0,0 0,0 0,0-1,0 0,0 0,0 0,-1-1,0 0,1-1,7-9,-1-1,-1 0,-1-1,0 0,7-18,-8 17,-9 18,0 1,1-1,-1 0,0 0,0 1,1-1,-1 0,0 0,0 1,1-1,-1 0,0 0,1 0,-1 0,0 0,1 1,-1-1,0 0,1 0,-1 0,0 0,1 0,-1 0,0 0,1 0,-1 0,0 0,1 0,-1 0,0 0,1-1,-1 1,0 0,0 0,1 0,-1 0,0-1,1 1,-1 0,0 0,0 0,1-1,-1 1,0 0,0 0,0-1,1 1,-1 0,0-1,0 1,0 0,0-1,0 1,0 0,1-1,-1 1,0 0,0-1,0 1,0 0,0-1,0 1,-1 0,1-1,0 1,4 29,-4-20,11 94,-10-99,0 1,1-1,-1 0,1 0,0 0,0 0,0 0,0 0,1 0,0-1,-1 1,1-1,1 0,-1 0,0 0,1 0,0-1,-1 1,1-1,0 0,4 1,14 1,-2-6</inkml:trace>
  <inkml:trace contextRef="#ctx0" brushRef="#br0" timeOffset="2035.628">3249 80,'-11'18,"0"13,10 8,8 7,5-6</inkml:trace>
  <inkml:trace contextRef="#ctx0" brushRef="#br0" timeOffset="2285.767">3463 588,'13'-6,"0"-1,-1 0,0-1,0-1,-1 0,0 0,-1-1,0 0,0-1,-1 0,0-1,-1 0,-1 0,0-1,-1 0,0 0,0 0,-2-1,2-7,-5 18,-1 1,0-1,0 0,0 1,0-1,0 1,0-1,-1 1,0-1,1 1,-1-1,0 1,0 0,0-1,0 1,-1 0,1 0,0 0,-1-1,0 2,1-1,-1 0,0 0,0 1,0-1,0 1,-1-1,1 1,0 0,0 0,-1 0,1 0,-1 0,1 1,-1-1,1 1,-1-1,1 1,-1 0,0 0,1 0,-1 0,1 1,-1-1,1 1,-1 0,1-1,-1 1,1 0,0 0,0 1,-1-1,-3 3,0-1,0 1,0 1,1-1,0 1,0 0,0 0,0 0,1 1,0 0,0 0,1 0,-1 0,1 0,1 1,-1-1,1 1,0 0,1 0,-1 0,2 0,-1 0,1 0,0 0,0 0,0 0,1 0,0 0,1-1,0 1,0 0,0 0,1-1,0 1,0-1,0 0,5 5,1-3,2-1,-1 0,1-1,0 0,0 0,0-1,1-1,0 0,0-1,0 0,0 0,0-2,1 1,52 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8:32.1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79,'-5'25,"-1"21,0 22,4 17,4 13,6 9,5 3,1 1,0-2,-4-7,-5-9,-8-13,-4-21</inkml:trace>
  <inkml:trace contextRef="#ctx0" brushRef="#br0" timeOffset="262.294">1 452,'7'-62,"-5"40,0 1,1 1,1-1,1 0,1 1,7-16,-12 34,0 0,0-1,0 1,0 0,0 0,0 0,0 0,1 0,-1 0,1 0,0 1,-1-1,1 0,0 1,0-1,0 1,0 0,0 0,0 0,1 0,-1 0,0 0,1 0,-1 1,0-1,1 1,-1 0,0 0,1 0,-1 0,1 0,-1 0,0 0,1 1,-1 0,1-1,-1 1,0 0,2 1,13 8,-1 1,-1 1,0 1,-1 0,0 0,-1 2,-1 0,7 10,-15-22,0 0,-1 0,0 1,0-1,0 1,0 0,-1 0,1 0,-1 0,0 0,0 0,-1 1,1-1,-1 0,0 1,0 0,0-1,-1 1,0-1,0 1,0 0,0-1,-1 1,1 0,-1-1,0 1,-1-1,1 1,-1-1,0 0,0 0,0 0,-3 4,-6 2,-1-1,1-1,-1 1,-1-2,1 0,-1 0,-1-2,1 1,-1-1,0-1,-13 2,-15 3</inkml:trace>
  <inkml:trace contextRef="#ctx0" brushRef="#br0" timeOffset="966.92">496 546,'7'-34,"0"-2,-3 1,-1-1,-2 0,-1 1,-1-1,-3 0,-1 1,-1 0,-2 0,-1 0,-2 1,-3-3,12 31,1 5,0 0,0 1,1-1,-1 0,0 0,1 0,-1 0,0 0,1 0,-1 0,1 0,0 0,-1 0,1 0,0 0,0 0,-1 0,1 0,0 0,0 0,0-1,0 1,1 0,-1 0,0 0,0 0,1 0,-1 0,0 0,1 0,-1 0,1 0,-1 0,1 0,0 0,0 0,-1 1,1-1,0 0,0 0,0 1,-1-1,1 0,0 1,0-1,0 1,0 0,0-1,1 1,104 24,-90-18,9 2,0 2,0 1,-1 0,-1 2,0 1,9 7,-23-14,0 1,-1-1,1 1,-2 1,1-1,-1 1,0 1,-1-1,0 1,-1 0,0 0,0 1,-1 0,-1 0,0 0,0 3,-1 2,-1 0,0 0,-2 1,0-1,-1 0,-3 15,-4 49,9-78,0 1,0 0,0 0,1-1,-1 1,1-1,0 1,0 0,-1-1,2 1,-1-1,0 0,0 1,1-1,-1 0,1 0,0 0,0 0,0 0,0 0,0 0,0-1,0 1,1-1,-1 0,0 1,1-1,-1 0,1 0,-1-1,1 1,0 0,-1-1,1 0,0 0,0 1,100-10,-80 1,0-1,-1-1,0-1,-1 0,0-2,13-10,-20 13,-13 10,0-1,0 0,0 1,0-1,0 1,0-1,-1 1,1 0,0-1,0 1,0 0,0 0,0-1,1 1,-1 0,0 0,0 0,0 0,0 1,0-1,0 0,0 0,0 1,0-1,0 0,0 1,-1-1,1 1,0-1,0 1,0 0,0-1,-1 1,1 0,0-1,0 1,-1 0,1 0,-1 0,1 0,-1 0,1-1,-1 2,11 10,-6-9,0 0,0 0,0 0,0-1,0 0,0 0,1 0,-1 0,1-1,0 0,-1 0,1-1,0 0,-1 0,1 0,0 0,-1-1,1 0,0 0,-1-1,1 1,-1-1,0-1,0 1,1-1,-1 1,-1-1,1-1,0 1,-1-1,0 0,0 0,0 0,0 0,-1-1,1 1,-1-1,0 0,-1 0,1 0,-1-1,0 1,0-1,-1 1,1-5,0 6,-1 0,0 0,0-1,0 1,-1 0,1 0,-1-1,0 1,0 0,-1-1,1 1,-1 0,0 0,0 0,0-1,-1 1,1 0,-1 0,0 1,0-1,0 0,-1 1,0-1,1 1,-1 0,0 0,0 0,-1 0,1 1,-1-1,1 1,-1 0,0 0,0 0,0 0,0 1,0-1,0 1,0 0,0 0,-1 1,1 0,0-1,-4 1,0 2,-1 1,1-1,0 1,0 1,1-1,-1 1,1 1,0 0,0-1,0 2,0-1,1 1,0 0,0 1,1-1,0 1,0 0,1 0,-1 1,1 0,1-1,-1 2,3-6,0-1,0 1,1-1,-1 1,1 0,-1-1,1 1,0 0,0 0,0-1,0 1,0 0,1-1,-1 1,1 0,0-1,0 1,0-1,0 1,0-1,0 1,1-1,-1 0,1 1,-1-1,1 0,0 0,0 0,0-1,0 1,1 0,0 0,25 13</inkml:trace>
  <inkml:trace contextRef="#ctx0" brushRef="#br0" timeOffset="2034.138">1779 158,'19'566,"20"-148,-34-388,-1-48,-5-135,-16-96,3 61,9-53,4 237,1 0,0 0,0 0,0 0,0 0,1 0,0 0,0 0,0 0,0 0,0 1,1-1,0 0,0 1,0 0,0-1,0 1,1 0,-1 0,1 0,0 0,0 1,0-1,0 1,0-1,1 1,-1 0,1 1,-1-1,1 0,0 1,0 0,0 0,-1 0,1 1,0-1,0 1,1 0,13 4,0 1,0 1,0 0,-1 2,0 0,-1 1,0 0,0 1,-1 1,4 5,-15-14,5 4,0-1,0 2,0-1,-1 1,0 0,0 1,-1 0,0 0,0 1,-1-1,0 2,-1-1,0 0,3 7,-8-13,0-1,0 1,0-1,0 1,0-1,0 1,-1 0,0-1,1 0,-1 1,0-1,0 1,0-1,0 0,0 0,-1 1,1-1,-1 0,1 0,-1-1,0 1,0 0,0 0,0-1,0 1,0-1,0 0,-1 0,-67 27,8-27,60-2,1 1,-1-1,1 1,-1-1,1 0,0 1,-1-1,1 0,0 0,0 0,-1 0,1 0,0 0,0-1,0 1,0 0,0 0,1-1,-1 1,0-1,1 1,-1 0,1-1,-1 1,1-1,0 1,-1-1,1 0,0 1,0-1,0 1,0-1,0 1,1-1,-1 1,0-1,1 1,0-2,3-7,1 1,0-1,1 2,0-1,0 0,1 1,0 0,0 1,1 0,0 0,0 0,1 1,0 0,0 1,0 0,1 0,0 1,-1 1,4-1,-7 0,0 1,0 0,1 1,-1-1,1 1,0 1,-1-1,1 1,0 0,0 1,0-1,0 2,0-1,0 1,0 0,-1 0,1 0,0 1,-1 0,1 1,-1 0,1 0,-1 0,0 0,-1 1,1 0,0 0,-1 1,0 0,2 2,54 149,-61-155,1 0,0 1,0-1,0 0,1 0,-1 0,0 0,0 0,0 0,1 0,-1 0,0-1,1 1,-1 0,1-1,-1 1,1-1,-1 0,1 1,0-1,-1 0,1 0,-1 0,1 0,-1 0,1 0,-1-1,1 1,0 0,-1-1,1 1,-1-1,0 0,1 1,-1-1,0 0,1 0,-1 0,0 0,0 0,1 0,48-47,58-122,-107 168,-1 1,0 1,0-1,-1 1,1-1,0 1,0-1,0 1,0-1,0 1,1-1,-1 1,0-1,0 0,0 1,0-1,0 1,1-1,-1 1,0-1,1 1,-1 0,0-1,1 1,-1-1,0 1,1 0,-1-1,1 1,-1 0,1-1,-1 1,1 0,-1 0,1-1,-1 1,1 0,-1 0,1 0,-1 0,1 0,-1 0,1 0,-1 0,1 0,-1 0,1 0,-1 0,1 0,0 0,-1 0,1 1,-1-1,1 0,-1 0,1 1,-1-1,0 0,1 1,-1-1,1 0,-1 1,0-1,1 1,-1-1,1 1,33 127,-31-120,0 0,1 1,0-1,0 0,1-1,0 1,0-1,1 0,0 0,0-1,1 1,-1-1,1-1,1 1,-1-1,1-1,0 1,0-1,0-1,1 0,-1 0,1 0,6 0,-11-3,0 0,0-1,1 1,-1-1,0 0,0 0,0-1,-1 1,1-1,0 0,0 0,-1 0,1 0,-1-1,0 1,0-1,0 0,0 0,0 0,0 0,-1-1,0 1,2-3,38-89,-42 93,17-51,-13 33,2 1,1-1,0 1,1 0,1 1,1 0,1 1,4-6,-10 18,0 1,-1 0,1 0,1 0,-1 0,1 1,-1 0,1 0,0 1,0 0,0 0,0 0,0 0,1 1,-1 0,0 1,1-1,-1 1,1 1,-1-1,0 1,1 0,-1 0,12 3,1 0,-1 2,-1 0,1 1,-1 0,-1 2,6 3,-12-7,0 1,0 0,0 0,-1 1,0 0,0 1,0 0,-1 0,-1 1,1 0,-2 0,1 1,-1-1,0 2,-1-1,0 1,-1-1,0 1,1 8,-6-12,-1-1,1 0,-1 0,0 0,-1 0,1 0,-1-1,0 1,-1-1,0 0,1 0,-1 0,-1 0,1-1,-1 0,0 0,0 0,0 0,0-1,-1 0,1 0,-1 0,0-1,0 1,0-1,0-1,0 1,0-1,-1-1,1 1,0-1,-1 0,-3 0,9 0,0 0,0 1,-1-1,1 0,0 0,0 0,-1 0,1 0,0 0,0-1,0 1,-1 0,1-1,0 1,0 0,0-1,0 0,0 1,-1-1,1 1,0-1,1 0,-1 0,0 0,0 0,0 0,0 0,1 0,-1 0,0 0,1 0,-1 0,1 0,1-9</inkml:trace>
  <inkml:trace contextRef="#ctx0" brushRef="#br0" timeOffset="14082.789">322 1856,'2'18,"1"20,0 19,-1 21,-2 15,-4 9,-2 7,1-3,1-5,2-8,2-16,5-19,0-18</inkml:trace>
  <inkml:trace contextRef="#ctx0" brushRef="#br0" timeOffset="14313.698">202 2043,'0'-23,"0"0,2 0,1 0,1 0,3-9,-5 24,0 0,1 1,0-1,0 1,1 0,0 0,0 1,1-1,0 1,0 0,1 0,-1 0,1 1,0 0,1 0,-1 0,3 0,0 1,-1 0,1 1,-1 0,1 1,0-1,0 2,0 0,0 0,0 0,0 1,0 0,0 1,0 0,0 1,0 0,0 0,0 0,2 3,-5-4,-1 2,1-1,-1 1,0-1,0 1,0 1,0-1,-1 1,1-1,-1 2,0-1,0 0,-1 1,1-1,-1 1,0 0,0 0,0 1,-1-1,0 0,0 1,0-1,-1 1,0 0,0 0,0-1,-1 1,0 5,-1-3,0-1,0 1,-1 0,0-1,-1 0,0 1,0-1,0 0,-1-1,0 1,0-1,0 1,-1-1,0 0,-1-1,1 1,-1-1,0 0,0-1,-5 3,-6 4,1-2,-2 0,1-1,-1-1,0-1,-1 0,-13 2,-14 0</inkml:trace>
  <inkml:trace contextRef="#ctx0" brushRef="#br0" timeOffset="15043.273">683 2097,'20'-27,"-1"0,-1-2,-1 0,-2-1,0 0,-3-1,0 0,-2-1,-1-5,-6 28,-1-1,-1 0,0 0,0 0,-1 1,0-1,-1 0,0 0,-1 0,0 0,0 1,-1-1,0 1,-1 0,0 0,0 0,-1 0,0 1,0 0,-5-6,9 13,0 0,0 0,-1 0,1 0,0 0,0 0,0 0,-1 1,1-1,0 0,-1 0,1 1,-1-1,1 1,0 0,-1-1,1 1,-1 0,1 0,-1 0,1 0,-1 0,1 0,-1 0,1 1,-1-1,1 0,-1 1,1-1,-1 1,1 0,0-1,-1 1,1 0,0 0,0 0,0 0,0 0,0 0,0 0,0 0,0 1,0-1,0 0,0 0,1 1,-1-1,0 1,1-1,0 0,-1 1,1-1,0 1,0-1,-1 1,1-1,0 1,1-1,-1 1,0-1,0 1,1 0,0 3,0 0,0-1,1 1,0-1,0 1,0-1,0 0,1 0,0 0,0 0,0 0,0 0,0-1,1 0,0 1,-1-1,1-1,1 1,2 1,88 40,-92-43,55 19,84 38,-137-53,1 0,0 1,-1-1,0 1,-1 0,1 0,-1 1,0-1,0 1,-1 0,0 0,-1 0,1 0,-1 1,0-1,-1 1,0-1,0 1,-1-1,0 1,0 0,0-1,-1 1,-1-1,1 1,-1-1,0 0,-1 1,0-1,-1 1,2 1,1-7,0 0,0 0,0 0,0 0,0 0,0 0,1 0,-1 1,1-1,-1 0,1 1,0-1,0 0,0 0,0 1,0-1,1 0,-1 1,1-1,0 0,-1 0,1 0,0 0,0 1,0-1,1-1,-1 1,0 0,1 0,-1 0,1-1,1 2,4-2,0-1,0 1,0-2,0 1,-1-1,1 0,0 0,0-1,-1 0,1 0,-1 0,0-1,0 0,2-1,-5 2,21-8,-1-2,0-1,-1-1,0 0,-2-2,1-1,-2 0,0-1,-1-1,-1-1,-1-1,-1 0,12-22,-17 26,-3 52,-7-28,-1 22,1 1,1-1,2 0,1 0,1 0,2 0,1-1,10 25,-7-33</inkml:trace>
  <inkml:trace contextRef="#ctx0" brushRef="#br0" timeOffset="15483.554">1498 1455,'150'60,"-119"-50,-1 0,0 3,0 0,-2 2,1 1,-2 1,11 10,-28-16,0 1,0 0,-1 0,-1 1,0 0,-1 1,0 0,-1 0,-1 0,0 0,-1 1,0 0,-2 0,1 0,-2 0,0 1,-1-1,0 1,1 3,-1-17,0 1,0-1,0 0,0 1,0-1,0 0,1 0,-1 1,1-1,0 0,-1 0,1 1,0-1,0 0,0 0,1 0,-1 0,0-1,1 1,0 0,-1 0,1-1,0 1,0-1,-1 0,1 1,0-1,0 0,1 0,-1 0,0-1,0 1,0 0,1-1,1 1,9-3,-1 0,0 0,1-2,-1 1,0-1,-1-1,1 0,-1-1,0 0,0-1,-1 0,0-1,5-5,41-31,-30 62,-14-6,1 0,1-1,0-1,0 0,1-1,0 0,1-1,0-1,0-1,0 0,1-1,0-1,0 0,0-1,1-1,13-1,88 7,-3-7</inkml:trace>
  <inkml:trace contextRef="#ctx0" brushRef="#br0" timeOffset="28376.604">4119 1241,'0'25,"0"22,0 19,0 14,0 9,0 4,0-4,0-6,2-12,1-11,0-13,-1-12,0-13</inkml:trace>
  <inkml:trace contextRef="#ctx0" brushRef="#br0" timeOffset="28667.824">3731 1362,'-12'-5,"4"-1,12 0,19 2,23 0,25 0,21 0,12 0,8 2,0 3,-6 3,-8 4,-15 3,-19 3,-21 1</inkml:trace>
  <inkml:trace contextRef="#ctx0" brushRef="#br0" timeOffset="29082.218">4787 1723,'-12'-1,"0"1,0 0,1 1,-1 0,0 1,1 0,0 1,-1 0,1 1,0 0,1 1,-1 0,1 1,0 0,0 0,0 1,1 0,0 1,-7 7,0 1,1 1,0 0,1 1,1 0,1 1,1 0,-8 19,13-27,0 0,1-1,0 2,1-1,1 0,0 1,0 0,1 0,1 0,0-1,0 1,1 1,1-1,0-1,0 1,2 0,-1 0,1 0,1-1,0 0,1 0,0 0,1 0,0-1,0 0,7 8,1-7,1-1,-1 0,1-1,1-1,0-1,0 0,0-1,1-1,0 0,0-1,0-1,0-1,1 0,-1-1,1-1,-1-1,0 0,2-1,-10 1,1-1,-1 0,0 0,0-1,0 0,0 0,-1-1,1-1,-1 1,4-4,-9 7,-1-1,0 0,1 0,-1 0,0 0,0-1,0 1,0 0,-1-1,1 1,-1-1,1 0,-1 0,0 1,0-1,0 0,-1 0,1 0,0 0,-1 0,0 0,0 0,0 0,0 0,0 0,-1 0,0 0,1 0,-1 0,0 0,0 1,0-1,-1 0,0 0,-4-7,-2 1,1 0,-1 0,-1 1,1 0,-2 1,1-1,-1 2,0 0,0 0,0 0,-1 2,0-1,0 1,0 1,-1 0,1 0,-1 1,1 1,-1 0,0 1,0 0,1 0,-1 1,0 1,1 0,-1 1,-3 1,7-1,-1 0,1 1,0-1,0 2,0-1,1 1,-1 0,1 1,1 0,-1 0,1 0,0 1,0 0,1 0,0 1,0-1,0 1,0 3,-12 34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04.3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1 532,'13'-45,"7"-15,-3 0,-2-1,-4 0,-2-1,-2-1,-3-34,-6 77,1 20,1 0,0-1,-1 1,1 0,0 0,-1 0,1 0,0-1,-1 1,1 0,0 0,-1 0,1 0,0 0,-1 0,1 0,0 0,-1 0,1 0,-1 0,1 0,0 0,-1 0,1 1,0-1,-1 0,1 0,0 0,-1 0,1 1,0-1,0 0,-1 0,1 1,0-1,0 0,-1 0,1 1,0-1,0 0,0 1,-1-1,1 0,0 1,0-1,0 0,0 1,0-1,0 0,0 1,0-1,0 1,0-1,0 0,0 1,0-1,0 0,0 1,0-1,0 0,0 1,1-1,-1 1,-13 45,2 1,2 0,3 1,1-1,2 4,3-49,0 4,-5 32,2 1,2 0,2 0,1-1,2 1,2 0,5 14,3-13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05.4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375 139,'0'21,"-2"17,-4 15,0 11,-1 6,-2 3,-2 0,-1-5,-1-8,2-11,2-12,4-15,1-11</inkml:trace>
  <inkml:trace contextRef="#ctx0" brushRef="#br0" timeOffset="246.869">0 19,'18'-5,"25"-1,29 1,30 2,23 3,13 3,1 1,-12 0,-27 0</inkml:trace>
  <inkml:trace contextRef="#ctx0" brushRef="#br0" timeOffset="848.564">882 514,'-17'-4,"0"2,-1 0,1 0,-1 2,0 0,1 1,-1 1,1 1,-1 0,1 1,0 1,1 1,-1 0,1 1,0 1,1 0,-1 1,2 1,-1 0,2 1,-1 1,2 0,-6 7,11-10,0 1,1-1,1 1,-1 1,2-1,0 1,0 0,0 0,2 0,-1 0,1 1,1-1,0 0,1 1,0-1,1 1,0-1,1 1,0-1,1 0,0 0,0 0,1 0,1-1,0 1,0-1,5 5,1-1,0 0,2-1,0 0,0-1,1-1,0 0,1-1,0 0,1-1,0-1,1 0,-1-2,1 0,1 0,-1-2,1 0,-1-1,4 0,-16-2,1 0,0 0,0-1,-1 1,1-1,0-1,0 1,-1-1,1 0,0 0,-1 0,1-1,-1 0,1 0,-1-1,0 1,0-1,0 0,0-1,-1 1,1-1,-1 0,0 0,0 0,0 0,-1-1,1 0,-1 1,0-1,-1 0,1-1,-1 1,0 0,0-1,-1 1,1-1,-1 0,-2-1,1 0,-1 0,0 0,-1 0,0 0,0 0,-1 1,1-1,-1 1,-1-1,1 1,-1 0,0 1,-1-1,1 1,-1-1,0 2,0-1,-1 0,1 1,-1 0,0 0,0 1,-1 0,1 0,-1 0,1 1,-1 0,0 0,-1 0,0 0,0-1,0 1,0 1,0 0,-1 0,1 1,-1-1,1 2,0-1,-1 1,1 1,0 0,0 0,0 0,0 1,0 0,0 1,1 0,-1 0,1 0,0 1,1 0,-1 0,1 1,-2 2,-14 30,10-1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04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0 228,'16'0,"21"2,23 1,24 0,20 1,12 1,6 1,-7 2,-17 3,-24-2</inkml:trace>
  <inkml:trace contextRef="#ctx0" brushRef="#br0" timeOffset="249.409">135 481,'15'3,"20"2,22 4,21-1,18-1,16-2,9-2,-1-1,-8-4,-24-1</inkml:trace>
  <inkml:trace contextRef="#ctx0" brushRef="#br0" timeOffset="498.74">963 0,'4'6,"0"0,0-1,1 0,-1 0,1 0,0 0,1-1,-1 0,1 0,0 0,0-1,0 0,3 1,-6-2,153 70,-109-54,-1 3,-1 2,-1 1,13 12,-48-29,1 0,-1 1,-1 0,1 0,-1 1,-1 1,1-1,-2 1,6 9,-10-14,0 0,0 0,0 0,0 0,-1 1,0-1,0 1,-1-1,1 1,-1-1,0 1,0-1,-1 0,0 1,0-1,0 1,-1-1,0 0,0 0,0 0,0 0,-1 1,-10 12,-1-1,-1 0,0-1,-1-1,0-1,-2 0,1-1,-2 0,0-2,-13 6,-67 38,50-29,0 2,2 2,1 3,13-4,12-6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07.4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342 5,'2'-1,"1"0,0 0,0 1,0-1,0 1,0 0,0-1,1 1,-1 1,0-1,0 0,0 1,0 0,0-1,0 1,-1 0,1 0,0 1,0-1,-1 1,1-1,-1 1,1 0,-1 0,0 0,1 0,-1 1,1 0,24 24,-1 2,-2 0,0 1,-2 2,-2 0,-1 1,-1 1,-2 1,-1 0,-2 1,-1 1,-2 0,-2 0,-1 1,0 22,-1 3,-3 1,-3 0,-3-1,-2 1,-3-1,-3 0,-2-1,-4 0,-2-1,-2-1,-3-1,-3-1,-2-1,-3-2,-2-1,-2-2,-31 33,42-54,-2-1,-1-1,-1-2,-1-1,-2-1,-1-1,0-2,-11 3,37-21,5-2,0-1,-1 1,1-1,-1 1,0-1,1 0,-1 0,0 0,0-1,1 1,-1-1,0 1,0-1,0 0,0 0,0 0,0 0,0-1,0 1,0-1,-4-7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02.5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706 461,'-5'23,"-1"16,-2 13,0 10,2 2,-1 0,1-4,2-5,1-11,2-11</inkml:trace>
  <inkml:trace contextRef="#ctx0" brushRef="#br0" timeOffset="321.665">678 407,'14'23,"119"120,-84-94,-3 1,-1 3,-3 2,-2 3,-32-45,0 0,-1 0,-1 1,-1 0,0 0,0 0,1 13,-5-22,0 0,0 0,-1 0,0 1,0-1,-1 0,1 0,-1 0,0 1,-1-1,1 0,-1-1,0 1,0 0,0 0,-1-1,0 1,0-1,0 0,0 0,-1 0,1 0,-1-1,0 1,-7 3,0 0,0-1,0 0,-1-1,0 0,0-1,-1 0,1-1,-1-1,0 0,1 0,-1-1,0-1,0 0,0-1,0 0,1-1,-1-1,1 0,-1 0,1-1,0-1,0 0,0-1,-27-24,29 16</inkml:trace>
  <inkml:trace contextRef="#ctx0" brushRef="#br0" timeOffset="575.986">1401 609,'-16'20,"-8"19,-3 11,2 8,3 7,3 2,5 0,4-3,5-9,2-15</inkml:trace>
  <inkml:trace contextRef="#ctx0" brushRef="#br0" timeOffset="820.333">1253 702,'12'22,"10"15,10 11,12 5,7 3,4 1,2-4,-2-7,-6-9,-11-11</inkml:trace>
  <inkml:trace contextRef="#ctx0" brushRef="#br0" timeOffset="1008.358">1775 542,'-3'4,"1"14,-4 16,-1 17,-3 15,-1 10,0 8,3 2,5-6,7-8,10-16,3-16</inkml:trace>
  <inkml:trace contextRef="#ctx0" brushRef="#br0" timeOffset="1252.321">2002 782,'23'0,"18"0,17 0,11 0,4 3,-11 0</inkml:trace>
  <inkml:trace contextRef="#ctx0" brushRef="#br0" timeOffset="1504.929">2056 1023,'22'9,"22"3,21 0,16-3,-6-2</inkml:trace>
  <inkml:trace contextRef="#ctx0" brushRef="#br0" timeOffset="5617.401">652 34,'-17'-7,"-1"1,1 1,-1 0,0 2,0 0,-1 1,1 0,-1 2,1 0,0 1,-1 1,1 1,0 1,0 0,0 1,1 1,0 1,0 0,0 1,1 1,0 0,1 1,-6 6,-2 9,0 2,1 0,2 1,1 2,2 0,0 0,2 2,2 0,0 0,3 2,0-1,2 1,2 0,1 1,2 0,1 34,1-32,3 0,1 0,2 0,1 0,2-1,2 0,1 0,1-1,2-1,2 0,1-1,2-1,1-1,1 0,11 10,10 6,2-1,2-3,2-2,2-2,1-2,7 1,45 25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19.0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954 280,'-15'-7,"0"0,0 1,0 0,-1 1,0 1,0 1,0 0,0 1,-1 1,1 0,-1 1,1 1,0 1,-6 1,-12 8,1 2,1 1,0 1,1 2,1 2,1 0,0 2,1 1,-1 3,-24 17,38-31,-12 6,1 2,1 2,0 0,1 1,2 1,0 1,2 2,0 0,2 0,1 2,0 3,0 19,3 0,2 1,2 1,2-1,3 1,2 0,2 1,3 2,-4-28,1 1,1-1,2 0,0 0,2 0,1 0,1-1,1 0,2 0,0 0,2-1,1-1,1 0,12 18,-7-25,0 0,1-1,1-1,0 0,1-2,0-1,1 0,1-2,0 0,8 1,44 22,13 3,2-5,0-3,2-4,4-4,86 23,270 65,279 38,-199-60,-124-25,-278-37,40 8,82 1,-240-32,256 22,61 22,-225-27,0-5,58-1,510 14,-22-40,-579 14,112 1,-1-8,20-10,57-11,12 12,96-11,-104 14,56-14,-242 20,0-3,0-4,-1-3,43-17,-95 25,0-1,-1-1,0-1,-1-1,0 0,-1-2,-1-1,0-1,-1 0,-1-1,-1-1,14-19,-20 24,55-67,-3-2,22-45,-27 35,-22 37,-3-2,22-51,-41 67,-1-1,-2 0,-3-1,-1 0,-2 0,6-33,-3 18,-2 0,-3 0,-4-41,-2 84,-1 0,0 1,-1 0,-1 0,0 1,-1-1,0 1,-1 1,-1-1,0 1,-1 1,0 0,-1 0,-1 1,1 1,-2 0,1 0,-7-3,-28-12,0 2,-1 2,-2 2,0 2,0 2,-1 3,-52-6,32 4,-306-58,-562-41,2 65,518 34,-1024-61,880 65,-29-2,-244-62,482 21,207 27,-1 6,-10 6,47 14,-106 14,74-3,83-5,1 2,0 3,1 2,0 3,1 3,1 2,1 2,-3 5,-60 30,84-41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09:22.0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732 83,'-4'-4,"0"1,0 0,0 0,0 0,0 1,-1-1,0 1,1 0,-1 0,0 1,0-1,0 1,0 0,0 0,0 1,0 0,0 0,0 0,0 0,0 1,0 0,0 0,0 0,0 0,0 1,0 0,-4 3,-5 8,0 0,1 2,0-1,2 2,0 0,0 0,1 1,2 0,-1 0,2 1,0 1,2-1,-2 9,-12 31,4 1,2 0,2 1,3 0,3 1,2 0,6 50,1-75,2 1,2-1,1-1,1 0,3 0,0-1,3 0,0-2,2 0,2 0,1-2,1-1,1 0,2-2,0-1,24 19,-21-20,1-1,1-1,1-2,1-1,1-1,1-2,0-1,1-2,10 2,494 116,-226-68,2-13,46-11,473 21,-366-33,466 15,-740-36,322 21,181 5,108-53,-505 4,136-8,25-22,-346 34,0-6,-1-4,-1-6,-2-4,-1-5,25-16,-95 33,0-2,-2-2,0-1,-2-2,-1-1,-1-2,-2-2,5-8,-20 21,-1-1,-1-1,-1 0,-1-1,-1-1,-1 0,0-1,-2 0,-1 0,-1-1,-2 0,0 0,-1 0,-2-1,0-3,-3-1,-1 0,-1 0,-2 0,-1 0,-2 0,0 1,-2 1,-1 0,-2 0,0 1,-2 0,-1 1,-11-13,-2 1,-1 2,-2 1,-1 2,-2 0,-1 3,-1 1,-2 2,-18-9,7 9,-1 2,-2 2,0 3,-1 2,-43-8,-286-43,256 49,-530-77,-135 18,-985 50,1317 31,-1917 91,2106-69,2 12,1 12,-176 58,296-62,2 7,2 6,4 7,-62 40,169-84,16-8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27.9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397 325,'4'-5,"-1"-1,0 0,0 0,-1 0,0 0,0-1,0 1,-1 0,0-1,0 1,-1-1,0 0,0 1,0-1,-1 1,0-1,0 1,-1-1,1 1,-2-1,0-4,0 0,-1 0,-1 1,0-1,0 1,-1 0,0 0,-1 1,0 0,-1 0,0 0,0 1,-1 0,1 1,-2 0,1 1,-1-1,0 2,0-1,-1 2,0-1,-10-2,15 6,1 1,-1 0,0 0,0 0,1 1,-1-1,0 1,1 1,-1-1,1 1,-1 0,1 0,0 1,0-1,0 1,0 0,0 1,1-1,-1 1,1 0,0 0,0 0,1 0,-1 1,1 0,0 0,-1 2,-8 13,1 1,1 0,1 1,1 0,1 0,0 5,-1 3,2 0,0 1,2 0,2 0,0 0,2 1,2-1,2 9,-3-28,2 0,-1 0,1 0,1 0,0-1,1 1,0-1,1 0,0-1,1 1,0-1,0-1,1 1,1-1,-1 0,1-1,1 0,0-1,0 0,0 0,1-1,2 1,0-1,0 0,0-1,0-1,1 0,-1-1,1 0,0-1,0-1,0 0,0-1,0-1,0 0,0 0,0-2,-1 1,1-2,-1 0,1-1,-1 0,-1-1,1 0,-1-1,0 0,-1-1,1 0,-2-1,1-1,-1 1,4-6,4-10,-1 1,-2-2,0 0,6-16,-12 26,-4 17,-11 85,6-82,-2 1,0 1,1 0,0-1,0 1,1 0,0 0,0 0,0-1,1 1,-1 0,1 0,1-1,-1 1,1-1,0 1,0-1,1 0,-1 0,1 0,0 0,1 0,-1 0,1-1,0 0,0 0,0 0,1 0,1 1,3-2,1-1,0 1,0-2,-1 1,1-1,0-1,0 0,0 0,0-1,0-1,0 1,-1-1,1-1,-1 0,1 0,-1-1,0 0,0-1,-1 0,1 0,-1-1,0 0,-1 0,1-1,-1 0,-1 0,1-1,-1 0,-1 0,1 0,-1-1,4-9,-2 3,-1-1,0 0,-2 0,1-1,-2 1,0-1,-1 0,-1-1,-4-2,3 20,0-1,0 1,0 0,-1 0,1 0,0-1,0 1,0 0,-1 0,1 0,0-1,0 1,-1 0,1 0,0 0,0 0,-1 0,1 0,0-1,-1 1,1 0,0 0,0 0,-1 0,1 0,0 0,-1 0,1 0,0 0,0 0,-1 1,1-1,0 0,-1 0,1 0,0 0,0 0,-1 0,1 1,0-1,0 0,0 0,-1 0,1 1,0-1,0 0,0 0,-1 1,1-1,0 0,0 0,0 1,0-1,0 0,0 0,0 1,0-1,0 0,-1 1,1-1,0 0,0 0,1 1,-1-1,-5 11,1-1,0 1,1 0,0 0,1 0,1 0,-1 0,2 1,-1-1,2 0,0 3,-1-8,1 0,1 1,-1-1,1 0,0 0,0 0,1 0,0 0,0-1,0 1,1-1,0 0,0 0,0 0,1-1,-1 1,1-1,0 0,0 0,1-1,-1 0,1 0,-1 0,1 0,0-1,0 0,4 1,17 4,1-1,-1-1,1-2,1 0,14-2,17 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29.0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0,'9'40,"2"0,2-2,1 1,2-2,12 20,-20-40,21 40,-29-56,0-1,0 1,0 0,1-1,-1 1,0-1,0 1,1-1,-1 0,0 1,1-1,-1 1,0-1,1 1,-1-1,0 0,1 1,-1-1,1 0,-1 1,1-1,-1 0,1 0,-1 0,1 1,-1-1,1 0,-1 0,1 0,0 0,-1 0,1 0,-1 0,1 0,-1 0,1 0,-1 0,1 0,-1-1,1 1,-1 0,1 0,-1 0,1-1,-1 1,1 0,-1-1,1 1,-1 0,0-1,1 1,-1-1,1 1,-1-1,14-30,-13 27,61-224,-56 212,1 27,-4 49,-4-43,2 1,0-1,0 0,2 0,0 0,1 0,1-1,0 1,3 3,-5-16,-1 1,1-1,0 0,1-1,-1 1,0-1,1 1,0-1,0 0,0 0,0-1,0 1,1-1,-1 0,1 0,-1 0,1-1,0 0,0 0,0 0,0 0,-1-1,1 0,0 0,0 0,0 0,0-1,0 0,0 0,0 0,-1-1,1 0,-1 1,1-2,-1 1,1 0,-1-1,0 0,0 0,-1 0,4-3,4-7,1-1,-2 0,0-1,-1 0,0 0,-1-1,-1 0,0 0,-1-1,-1 0,-1 0,0 0,-2-1,1-9,-3 9,0 17,0 1,0 0,-1 0,1 0,0-1,0 1,-1 0,1 0,0 0,0-1,-1 1,1 0,0 0,-1 0,1 0,0 0,0 0,-1 0,1 0,0 0,-1 0,1 0,0 0,-1 0,1 0,0 0,-1 0,1 0,0 0,-1 0,1 1,0-1,0 0,-1 0,1 0,0 0,0 1,-1-1,1 0,0 0,0 0,0 1,-1-1,1 0,0 1,0-1,0 0,0 0,0 1,-1-1,1 0,0 1,0-1,0 0,0 1,0-1,0 0,0 1,0-1,0 0,0 0,0 1,-4 5,0 0,1 1,0-1,0 1,0 0,1-1,0 1,0 1,0-1,1 0,0 0,1 0,0 1,0-1,0 0,1 1,0-1,0 0,1 0,0 0,0 0,1 0,0-1,0 1,1-1,-1 1,1-1,1 1,11 3,-1-1,2 0,-1-1,1-1,0-1,1 0,-1-1,1-1,0 0,0-2,1 0,-1-1,12-1,62 3,-7-3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0.2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1,'151'381,"-146"-368,-4-8,1 0,0 0,0 0,0 0,0 0,1 0,0-1,0 0,0 1,0-1,1 0,2 1,-5-5,1-1,-1 1,1-1,-1 1,1-1,-1 0,0 0,1 0,-1 0,0 0,0 0,0 0,0 0,0 0,0 0,0-1,0 1,0 0,0-1,-1 1,1-1,-1 1,1-1,-1 1,1-1,-1 1,0-1,0 1,0-1,0 0,1-1,67-262,-60 241,-8 24,0 0,0 0,0 1,0-1,1 0,-1 0,0 0,0 1,0-1,0 0,0 0,0 0,0 0,1 1,-1-1,0 0,0 0,0 0,0 0,0 0,1 0,-1 1,0-1,0 0,0 0,1 0,-1 0,0 0,0 0,0 0,1 0,-1 0,0 0,0 0,0 0,1 0,-1 0,0 0,0 0,0 0,1 0,-1 0,0 0,0 0,0-1,1 1,-1 0,0 0,0 0,0 0,0 0,1 0,-1-1,0 1,0 0,0 0,0 0,0 0,0-1,0 1,1 0,3 23,-3-19,2 17,1 0,1 0,1-1,1 1,0-1,3 1,-7-15,0 0,1 0,-1 0,1-1,1 0,-1 1,1-2,0 1,0 0,0-1,1 0,-1 0,1-1,0 0,0 0,0 0,1 0,-1-1,0 0,1-1,3 1,-3-1,0 0,0-1,1 0,-1 0,0-1,0 0,1 0,-1-1,0 0,0 0,0 0,-1-1,1 0,-1-1,1 1,-1-1,0 0,-1-1,1 1,-1-1,1 0,-2-1,3-1,3-7,0 0,-1 0,0 0,-1-1,-1-1,-1 1,0-1,-1 0,2-10,6-30,-7 105,-7-37,0 0,0 0,1 0,1 0,0 0,1 0,0 0,1 0,0-1,1 1,0-1,0 0,2 0,-1-1,1 1,1-1,0 0,0-1,1 0,0 0,1 0,0-1,0-1,0 1,6 1,7-2,0-2,0-1,0-1,0 0,1-2,-1-1,1 0,-1-2,0-1,1 0,-1-2,0 0,-1-2,0 0,0-1,0-1,-1-2,10-6,26-13,-58 57,1-25,1 1,-1-1,1 1,0-1,0 1,0-1,0 1,0 0,0-1,1 1,-1-1,1 1,0-1,0 1,0-1,0 0,0 1,0-1,0 0,1 0,-1 0,1 0,0 0,0 0,0-1,0 1,0 0,0-1,0 1,0-1,0 0,1 0,-1 0,0 0,1 0,-1-1,1 1,-1-1,1 1,-1-1,3 0,7 2,0 0,1-1,-1 0,1-1,-1 0,1-1,-1 0,1-1,-1-1,0 0,0-1,0 0,0 0,-1-2,0 1,0-1,0-1,-1 0,0-1,0 0,-1 0,0-1,2-2,-9 8,0 0,1-1,-1 1,0-1,-1 1,1-1,-1 0,0 0,1 0,-2 0,1 0,0 0,-1 0,0 0,0 0,0 0,0 0,-1 0,1 0,-1 0,0 0,-1 0,1 0,-1 0,1 1,-1-1,0 1,0-1,-1 1,0-2,-4-3,0 1,0 0,0 1,0-1,-1 1,0 1,-1 0,1 0,-1 0,0 1,0 1,-3-2,-6 0,0 0,0 2,0 0,0 1,0 0,0 2,0 0,-14 2,23-1,0 0,0 1,0 0,0 0,0 1,0 0,0 1,1 0,0 0,0 1,0 0,0 0,1 1,-1 0,2 0,-1 1,-4 6,8-10,0 1,1 0,0 0,0 0,0 0,0 0,1 0,-1 0,1 0,0 1,0-1,1 0,-1 1,1-1,0 0,0 1,1-1,-1 1,1-1,0 0,0 1,0-1,1 0,0 0,-1 0,1 0,1 0,-1 0,0-1,1 1,0-1,41 37,6-7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0.9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278 719,'-11'0,"-1"1,1 1,-1 0,1 1,0 0,-1 1,2 0,-1 0,0 1,1 1,0 0,0 0,1 1,0 0,0 1,0 0,1 0,0 1,1 0,0 0,0 1,1 0,0 1,-1-1,0 1,1 0,0 1,1-1,0 1,1 0,0 0,0 7,3-16,0 0,1 0,0 0,0 0,0 1,0-1,0 0,0 0,1 0,-1 0,1 0,0 1,0-1,0-1,1 1,-1 0,1 0,0 0,-1-1,1 1,0-1,0 1,1-1,-1 0,0 0,1 0,0 0,-1 0,1-1,0 1,0-1,0 0,0 0,0 0,2 1,7 1,1 0,0-1,0 0,-1-1,1 0,0-1,0 0,0-1,0-1,0 0,-1-1,1 0,-1-1,1 0,-1-1,-1 0,1-1,-1-1,0 0,0 0,-1-1,0 0,0-1,-1 0,0 0,-1-1,0 0,5-10,3-17,-3-1,-1-1,-2 0,-1-1,-2 1,-2-1,-2-1,-1 1,-4-27,3 56,-1-19,4-37,-4-1,-2 1,-4 0,-2 0,-7-16,15 80,-1 1,1-1,0 0,-1 0,0 1,1-1,-1 1,0-1,0 0,-1 1,1 0,-1-1,1 1,-1 0,0-1,1 1,-1 0,0 1,0-1,-1 0,-1-1,2 4,0-1,0 1,0 0,0 0,0 0,0 0,0 1,0-1,1 0,-1 1,0-1,1 1,-1 0,1-1,0 1,0 0,-1 0,1 0,0 0,1 0,-1 0,0 0,0 0,1 2,-1-3,-13 39,2 1,1 1,2 0,2 0,2 0,1 33,0-14,4 0,1 0,11 60,-8-92,2-1,1 1,1-1,1 0,2-1,0-1,2 1,1-2,8 11,-13-24,0 0,1 0,1-1,0 0,0-1,1 0,0-1,0 0,1-1,1 0,-1-1,9 2,-13-5,-1-2,1 1,-1-1,1-1,0 1,0-1,0-1,0 0,0 0,-1-1,1 0,0 0,0-1,-1 0,1-1,-1 0,1 0,-1-1,0 0,-1 0,1-1,0 0,4-5,-1-1,0 0,-1 0,0-1,-1 0,0-1,-1 0,0-1,-1 1,-1-1,0-1,-1 1,0-1,-2 0,1 0,-2 0,0-1,-1 1,0-11,-1 26,-1 0,1 0,0 0,0 0,-1 0,1 0,0 0,0 0,0 0,-1 0,1 0,0 0,0 0,-1 0,1 0,0 0,0 0,0 0,-1 0,1 0,0 0,0 0,-1 0,1 0,0 0,0-1,0 1,0 0,-1 0,1 0,0 0,0-1,0 1,0 0,0 0,-1 0,1-1,0 1,0 0,0 0,0 0,0-1,0 1,0 0,-10 23,5-8,1 1,1-1,0 1,1-1,0 1,1 0,1 0,1 1,-1-11,1-1,0 1,0 0,0-1,1 0,-1 1,1-1,0 0,1 0,0 0,-1 0,1-1,1 1,-1-1,1 1,0-1,0 0,0-1,0 1,0-1,1 0,0 0,0 0,3 1,31 7,0-6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1.2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0,'16'7,"5"2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1.5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1 368,'12'0,"327"-12,-296 8,-1-3,0-1,-1-3,0-1,0-2,32-15,-63 25,1-1,-1 0,0 0,0-1,-1 0,0 0,0-1,0 0,-1-1,0 0,-1 0,1-1,-2 0,1 0,-1-1,-1 0,0 0,0 0,-1 0,0-1,0 0,0-5,-4 13,0-1,0 1,-1 0,1 0,-1-1,1 1,-1 0,0 0,0 0,-1 0,1 0,-1 0,1 0,-1 1,0-1,0 0,0 1,0 0,0-1,-1 1,1 0,-1 0,0 0,1 0,-1 1,0-1,0 1,0 0,0 0,0 0,0 0,0 0,-1 1,1-1,-1 1,-4-1,0 1,0-1,0 2,0-1,0 1,0 0,0 1,0 0,0 0,1 1,-1 0,1 0,0 1,-1 0,-6 8,-1 1,2 1,-1 0,2 1,0 0,1 1,1 1,0-1,1 1,1 1,0 0,2 0,0 0,1 1,0 0,1 9,-12 74,4 1,5 0,4 0,5 1,10 58,1 18,2 9,-8 1,-9 3,-18-36,7-107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1.9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0 194,'419'-90,"-332"70,68-15,90-7,-237 41,-6 0,-1 1,1-1,0 0,-1 1,1-1,0 1,-1-1,1 1,0 0,0 0,-1 0,1 0,0 0,0 0,-1 0,1 1,0-1,-1 1,1-1,0 1,-1 0,1-1,-1 1,1 0,-1 0,1 0,-1 0,0 0,1 1,-1-1,0 0,0 1,0-1,0 0,0 1,0-1,0 1,-1 0,1-1,0 1,-1 0,-1 106,3 31,-2-133,0 0,1-1,0 1,0 0,0-1,1 1,0-1,0 1,0-1,1 0,0 0,0 0,0 0,0 0,1-1,0 1,0-1,0 0,0 0,1-1,-1 1,1-1,0 0,0 0,0-1,1 0,-1 1,1-2,1 2,18-4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2.1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0,'-7'14,"5"13,12 12,15 5,3-4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2.6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378 75,'-7'-7,"-1"0,0 0,0 1,0 0,-1 0,0 1,0 0,0 0,-1 1,0 1,0-1,0 2,0-1,0 1,0 1,0 0,-1 0,1 1,0 1,-1-1,1 2,0-1,0 2,0-1,0 1,0 1,0 0,1 0,0 1,0 0,0 0,0 1,0 1,4-2,-1 0,1 1,1 0,-1 0,1 0,0 0,0 0,1 1,0 0,0 0,1 0,0 0,0 0,0 0,1 1,0-1,1 0,-1 1,1-1,1 1,0-1,0 0,0 1,1-1,0 0,0 0,1 0,-1 0,3 3,2-1,0 0,0 0,0-1,1 0,1 0,-1 0,1-1,0-1,1 0,0 0,0-1,0 0,0 0,3-1,16 6,1-1,-1-2,1-1,23 2,-8-4,0-2,0-1,0-3,0-2,-1-1,1-3,-2-1,1-3,-1-1,31-15,-58 22,-1-1,0-1,0 0,0-1,-1-1,0 0,-1-1,11-11,-25 22,0 0,0 1,0-1,0 0,0 0,0 0,0 0,0 0,0 0,0 0,0 0,0 0,0 0,0 0,0-1,0 1,0 0,0-1,1 1,-1-1,0 1,0-1,0 0,0 1,1-1,-1 0,0 1,1-1,-1 0,0 0,1 1,-1-1,1 0,0 0,-1 0,1 0,0 0,-1 0,1 0,0 0,0 0,0 0,0 0,0 0,0 0,0 0,0 0,0 0,0 0,0 0,1 0,-1 1,0-1,1 0,-1 0,1 0,-1 0,1 0,-1 0,1 1,0-1,-1 0,1 1,0-1,0 0,0 1,0-1,-6 3,0 0,0 0,0 0,0 1,0 0,0 0,1 0,0 0,0 1,0-1,0 1,0 0,1 1,-1-1,1 1,0 1,1-4,1 0,0 0,0 0,0 0,0 0,0 0,1 0,-1 0,0 1,1-1,0 0,0 0,-1 1,1-1,1 0,-1 1,0-1,0 0,1 0,-1 0,1 1,0-1,0 0,0 0,0 0,0 0,0 0,1 0,-1 0,0-1,1 1,0 0,-1-1,1 1,0-1,0 0,0 1,0-1,0 0,13 5,0-1,0 0,1-1,0-1,-1-1,1 0,0-1,0 0,0-2,0 0,0 0,2-1,-1 1,1-2,-1 0,1-1,-1-1,0-1,0 0,-12 4,-1 0,1 0,0 0,-1-1,1 0,-1 0,0 0,0 0,0-1,0 1,-1-1,0 0,1 0,-1-1,-1 1,1-1,-1 1,1-1,-1 0,-1 0,1 0,-1 0,0 0,0 0,0-5,-1 4,0-1,-1 0,0 0,-1 1,0-1,0 1,0-1,-1 1,1 0,-2 0,1 0,-1 0,1 1,-2-1,1 1,-1 0,1 0,-1 1,-2-2,-5-4,-1 0,0 1,0 1,-1 0,0 1,-1 0,-11-3,8 4,-1 1,1 2,-1-1,1 2,-1 0,0 2,0 0,1 1,-1 0,-15 5,25-5,0 1,0 0,0 1,1 0,-1 0,1 1,-1 0,1 1,1 0,-1 0,1 0,-1 1,2 0,-1 1,1 0,0 0,0 0,1 0,0 1,0 0,1 0,-4 8,7-11,-1 0,1 0,0 0,0 1,0-1,1 0,0 1,0-1,0 0,0 1,1-1,0 0,0 0,1 0,-1 1,1-1,0-1,1 1,-1 0,1 0,0-1,0 0,0 1,1-1,3 3,3 2,0 0,1 0,0-1,1 0,-1-1,2-1,-1 0,1 0,5 1,44 12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2.9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172 14,'-18'-4,"-13"-2,-5 2,0 7,7 10,11 8,14 14,21 9,19 10,6-3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3.6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1 291,'1'8,"1"1,0-1,0 0,1 0,0 0,1 0,0 0,0-1,1 0,-1 0,2 0,-1 0,1-1,0 0,0 0,1 0,-1-1,1 0,0 0,5 1,-1-2,0 0,0-1,0-1,1 0,-1 0,1-1,0-1,-1 0,1 0,0-1,-1-1,1 0,-1 0,1-1,-1-1,0 0,0 0,-1-1,0 0,1-1,-1 0,-1-1,0 0,0-1,0 1,-1-2,0 1,0-1,-1 0,0-1,4-8,-1-4,-1 0,-1 0,-1 0,-1-1,-1 0,-1 0,-1 0,-1-1,-2 1,0-1,-1-6,-9-3,10 32,-1 1,0-1,1 1,-1 0,0-1,0 1,1 0,-1 0,0 0,0 0,1-1,-1 1,0 0,0 0,1 0,-1 1,0-1,0 0,1 0,-1 0,0 0,1 1,-1-1,0 0,1 1,-1-1,0 1,1-1,-1 0,1 1,-1-1,0 1,1 0,-1-1,1 1,0-1,-1 1,1 0,0-1,-1 1,1 0,0 0,-7 8,1 1,0 0,0 0,1 0,1 1,-1 0,2 0,0 0,0 0,1 1,0-1,1 1,0-1,1 1,1-1,-1 1,2-1,0 1,0-1,1 0,0 1,1-2,0 1,1 0,0-1,3 4,-1-6,1 0,0 0,0-1,1 0,0 0,0-1,1 0,-1-1,1 0,1-1,-1 0,0 0,1-1,0 0,0-1,0 0,0-1,0 0,0-1,0 0,0-1,0 0,0-1,0 0,0-1,0 0,-1 0,1-1,-1-1,0 0,-1 0,1-1,-1 0,0 0,0-1,-1-1,0 1,7-9,-8 8,-1 0,-1 0,1-1,-1 0,-1 0,1 0,-1 0,-1-1,0 1,0-1,-1 0,-1 0,1 0,-1 0,-1 0,0 0,-1 0,0-2,1 11,0-1,0 1,-1 0,1 0,0 0,-1 0,1 0,-1-1,1 1,-1 0,0 0,1 1,-1-1,0 0,0 0,0 0,1 0,-1 1,0-1,0 0,0 1,0-1,0 0,-1 1,1 0,0-1,0 1,0 0,0-1,0 1,-1 0,1 0,0 0,0 0,0 0,-1 0,1 0,0 1,0-1,0 0,0 1,0-1,-1 1,1-1,0 1,0-1,0 1,0 0,0-1,1 1,-1 0,0 0,0 0,0 0,1 0,-1 0,0 0,1 0,-1 0,1 0,-1 0,1 0,0 0,-1 1,1-1,0 0,0 0,0 1,-2 5,0 0,1-1,0 1,0 0,0 0,1 0,0 0,1 0,-1 0,1 0,1 0,-1 0,1-1,0 1,1-1,-1 1,1-1,1 0,-1 0,1 0,0 0,5 4,-1 0,1-1,0 1,1-2,0 1,1-2,0 1,0-1,0-1,1 0,0-1,11 4,-10-5,-1 0,1-1,1-1,-1 0,0 0,0-2,1 1,-1-2,13-1,-21 1,1 0,-1-1,1 1,-1-1,0 0,1-1,-1 1,0-1,0 0,-1 0,1-1,-1 1,0-1,1 0,-2 0,1 0,0-1,-1 0,0 1,0-1,0 0,-1 0,0 0,1-2,1-6,-1 1,-1-1,1 1,-2-1,0 0,0 0,-2 1,1-1,-2 0,1 0,-2 1,0-1,0 1,-1 0,-1 0,0 0,0 0,-2 0,7 11,-1-1,1 1,-1 0,0-1,0 1,0 0,0 0,0 0,0-1,0 1,0 0,0 0,0 0,-1 1,1-1,0 0,-1 0,1 1,-1-1,1 1,-1-1,1 1,0 0,-1-1,0 1,1 0,-1 0,1 0,-1 0,1 0,-1 1,1-1,-1 0,1 1,-1-1,1 1,0-1,-1 1,1 0,0 0,-1 0,1-1,0 1,0 0,0 0,0 1,0-1,-1 1,-2 5,0 1,0-1,1 1,0 0,1 0,0 0,0 0,0 0,1 0,0 1,1-1,0 0,0 1,1-1,0 0,1 1,-1-1,2 0,-1 0,1 0,0-1,1 1,0-1,0 1,0-1,1 0,0-1,0 1,1-1,0 0,0-1,6 5,-1-1,2 0,-1-1,1 0,0-1,0-1,1 0,0 0,0-2,0 0,1 0,0-1,-1-1,1-1,0 0,0 0,0-2,0 0,0-1,-1 0,1-1,-1-1,1 0,-1-1,0 0,-1-1,1-1,-1 0,-1-1,1 0,-1-1,-1-1,1 0,-2 0,6-6,7-16,-6 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4.2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0,'0'16,"0"21,0 25,0 22,0 20,2 14,1 11,2 3,0 0,0-7,-4-8,-2-25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4.5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34 201,'-8'-19,"-16"-65,23 81,1 0,0 0,0 0,0 0,0 0,0 1,1-1,0 0,-1 0,1 0,0 1,0-1,0 0,1 1,-1-1,1 1,-1 0,1-1,0 1,0 0,0 0,0 0,0 0,1 0,-1 1,0-1,3-1,8-2,-1 0,1 1,0 1,0 0,0 1,1 0,-1 1,8 0,26 0,0 1,1 3,-1 2,-1 2,1 2,-2 2,1 2,-1 2,-1 2,1 2,-35-15,1 1,-1 1,-1-1,1 2,-1-1,0 1,0 0,-1 1,0 0,4 5,-11-10,0 0,0 0,0 0,0 0,0 0,-1 0,1 0,-1 0,0 0,0 0,0 1,0-1,-1 0,1 0,-1 0,0 0,1 0,-2 0,1 0,0 0,-1 0,1-1,-1 1,0 0,1-1,-1 1,-1-1,1 0,0 0,-1 0,1 0,-1 0,1 0,-1-1,0 1,0-1,1 0,-1 0,0 0,0 0,-1 0,1 0,-44 16,0-1,-1-2,-1-3,0-2,0-1,-1-3,-22-2,16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5.7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71 690,'-21'-249,"17"140,3 43,-3 1,-3-1,-5-10,-10 18,42 70,0-1,1-1,0-1,1 0,0-2,14 3,-9-2,329 108,-341-109,-1-1,0 1,0 1,-1 1,0 0,11 10,-20-16,-1 0,1 1,-1-1,0 1,0 0,0 0,-1 0,1 0,-1 1,0-1,0 0,0 1,-1 0,0-1,0 1,0 0,0 0,-1 0,0 0,0-1,0 1,-1 0,1 0,-1 1,-29 59,25-58,1 0,0 0,0 0,1 1,0 0,0-1,1 1,0 0,0 7,2-13,0 0,0 1,1-1,-1 0,1 1,0-1,0 0,0 0,0 1,0-1,0 0,1 0,-1 0,0 0,1-1,0 1,-1 0,1-1,0 1,0-1,0 0,0 1,0-1,0 0,1 0,-1 0,2 0,67 18,-24-12,1-2,-1-3,1-1,0-2,0-3,-1-1,0-3,0-1,31-12,-25 5,-52 17,0-1,-1 1,1-1,0 1,-1-1,1 1,-1-1,1 1,-1 0,1-1,-1 1,1 0,-1 0,1-1,-1 1,0 0,0 0,1 0,-1 0,0-1,0 1,0 0,0 0,0 0,0 0,0-1,0 1,0 0,0 0,-1 0,1 0,0-1,0 1,-1 0,1 0,-1-1,0 2,0 10,3-8,0 0,0 0,0 0,0 0,1-1,-1 1,1-1,0 0,0 0,0 0,1 0,-1 0,1-1,-1 1,1-1,0 0,0 0,0-1,0 1,0-1,1 0,-1 0,0 0,1 0,-1-1,2 0,12 4,1-1,0-1,0-1,0 0,0-2,0 0,0-1,0-1,0-1,0 0,-1-2,0 0,0-1,-1 0,0-2,0 0,-1-1,0 0,0-2,4-5,-15 13,0 0,-1-1,0 0,0 0,0 0,-1-1,0 1,0-1,0 0,0 0,-1 0,0 0,0 0,-1 0,0-1,0 1,0 0,-1-1,0 1,0 0,-1-1,0 1,0-1,0 1,-1 0,0 0,0 0,0 0,-1-1,-6-2,1-1,-2 1,1 0,-1 1,0 0,-1 1,0 0,0 0,0 1,-1 1,0 0,0 0,0 2,-1-1,1 1,-1 1,0 0,-7 1,9-1,0 1,-1 0,1 0,0 1,-1 1,1 0,0 0,-1 1,1 1,0 0,0 0,1 1,-1 0,1 1,0 1,0-1,0 1,1 1,0 0,-8 8,15-12,-1 0,1 0,0 0,0 0,0 1,1-1,-1 1,1-1,0 1,0 0,0-1,0 1,1 0,-1 0,1 0,0-1,0 1,1 0,-1 0,1 0,0-1,0 1,0 0,0-1,2 3,1 2,0 0,1-1,0 0,1 0,-1-1,1 1,0-1,1 0,0-1,0 1,0-1,25 13,1-1,1-2,0-1,1-2,0-2,0 0,1-3,1-1,22 0,-25 0,1-2,-1-1,1-2,-1-1,1-2,0-1,-1-2,0-1,0-2,-1-1,29-12,-55 17,1 0,-1-1,0 0,0 0,0-1,-1 1,0-1,0-1,0 1,-1-1,0 0,0-1,-1 1,0-1,0 1,-1-1,0-1,0 1,-1 0,0-1,-1 1,0-1,0 1,-1-1,1 1,-2-1,0 0,0 1,-2-8,1 5,-1 0,-1 0,0 1,0-1,-1 1,0 0,-1 0,0 1,0-1,-1 1,-5-4,8 9,0 0,0 0,0 0,-1 0,0 1,0-1,0 1,0 1,0-1,-1 1,1 0,-1 0,0 0,1 1,-1 0,0 0,0 0,0 1,0 0,0 0,0 0,-5 2,6 0,-1 0,1 1,0 0,0 0,0 0,0 1,1-1,-1 1,1 0,0 0,0 1,0-1,1 1,-1 0,1 0,0 0,1 1,-1-1,1 1,0-1,1 1,-1 0,1-1,0 1,1 0,-1 0,1 0,0 0,0 0,1-1,0 1,0 0,1 0,-1 0,1-1,0 1,1-1,-1 0,1 1,0-1,0 0,1 0,8 9,1 0,0 0,0-2,2 1,-1-2,2 0,-1-1,1 0,1-1,0-1,15 5,-17-8,0 1,-1 0,1 1,-1 1,-1 0,0 1,0 1,0 0,-1 0,-1 1,0 1,0 0,-2 0,1 1,-1 0,3 9,-1 12,-2 1,-2 0,-1 0,-2 1,-1 0,-2 0,-3 32,2-35,-6 406,7-424,0-1,-2 1,0 0,0-1,-1 1,-1-1,-1 0,0 0,-1 0,0 0,-1-1,0 0,-2 0,1 0,-4 2,8-12,-1 0,1 0,-1 0,0 0,-1-1,1 1,0-1,-1 0,1 0,-1-1,1 0,-1 1,0-2,0 1,1 0,-1-1,0 0,0 0,0 0,0-1,1 0,-1 0,0 0,1 0,-1-1,1 0,-1 0,-8-3,1-1,1-1,-1 0,1-1,0 0,1-1,0 0,0 0,-1-3,-17-24,3-1,0-1,3-1,1 0,2-2,2-1,1 0,3-1,-5-25,11 45,1 0,1 0,1-1,1 0,1 0,1 0,1 0,2-5,-2 25,1 0,0 0,0-1,1 1,-1 0,1 0,0 0,0 0,0 0,0 1,1-1,-1 1,1-1,0 1,0 0,0 0,1 0,-1 1,1-1,-1 1,1 0,2-1,98-20,100 19,-94 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6.2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0,'-2'16,"-1"14,0 12,1 4,2 2,2-2,3-8,0-9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6.9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0,'51'3,"0"2,1 3,-2 2,27 9,-32-9,0 1,-1 2,-1 2,0 3,-1 1,-1 1,0 3,-2 1,34 28,-62-41,-1 0,0 1,-1 0,0 1,0 0,-2 0,0 1,0-1,-1 2,-1-1,0 1,-1-1,-1 1,0 0,-1 1,-1-1,0 0,-1 0,-1 1,-2 11,2-12,0-12,0-1,0 1,0-1,0 1,1 0,-1-1,1 1,0 0,0 0,0-1,0 1,1 0,-1-1,1 1,-1 0,1-1,0 1,0-1,0 1,0-1,0 1,1-1,-1 0,1 0,0 0,0 0,-1 0,1 0,0 0,1 0,-1-1,0 1,0-1,1 0,-1 1,1-1,0 0,8 1,1-1,-1 0,0 0,1-1,-1-1,0 0,1 0,-1-1,0-1,0 0,0 0,-1-1,1 0,-1-1,0-1,0 1,7-7,-1 1,-1-1,0 0,-1-1,-1-1,0 0,-1-1,0 0,-1-1,-1-1,1-2,24-53,-31 90,-5-9,0 1,1-1,0 0,1 1,0-1,0 0,1 0,0 0,1 0,0 0,0 0,1 0,0-1,1 0,-1 0,2 0,-1-1,1 1,0-1,1 0,-1-1,1 0,1 0,3 2,4-1,0 0,1-2,-1 0,1-1,0 0,0-1,0-1,1-1,-1 0,1-1,-1-1,0 0,0-2,1 1,-1-2,-1 0,1-1,-1-1,1 0,-2-1,1-1,-1 0,0-1,-1 0,0-1,0-1,-1 0,0 0,-1-1,2-5,28-40,-48 71,1 0,1 0,0 0,1 1,0-1,2 1,-1 0,2 0,0 0,1 0,0 0,1 0,3 12,28 16,-13-32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7.1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7.4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1,'16'236,"0"-20,18 48,-33-261,0 17,2 0,1 0,1 0,0 0,1-1,1 0,1 0,1-1,1 0,0 0,2 0,-9-14,1-1,0 1,0-1,0 0,1 0,-1 0,1-1,0 1,-1-1,1 0,0-1,0 1,0-1,0 0,1 0,-1-1,0 1,0-1,0 0,1-1,-1 1,0-1,0 0,0 0,0-1,0 0,3-1,7-3,0-1,0 0,-1-1,0-1,0 0,-1-1,0-1,0-1,8-8,-1-1,-1-1,-2 0,0-2,11-19,-16 21,-4 19,-10 21,1-13,-1 10,-1-4,0 1,2 0,-1-1,1 1,1 0,0 0,0 0,2 0,-1-1,1 1,1 0,0-1,1 0,0 0,1 0,0 0,0 0,23 16,1-6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7.7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7.8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1,'13'0,"24"0,31 4,35 7,34 7,27 8,15 5,5 2,-29-3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8.5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423 752,'-60'-23,"32"11,0 2,0 1,-1 1,-16-2,37 9,1 0,-1 1,1-1,-1 2,1-1,-1 1,1 0,-1 0,1 1,0 0,0 0,0 1,0 0,0 0,0 1,1-1,0 2,-1-1,2 1,-2 0,2-1,0 1,0 0,1 1,0-1,-1 1,2-1,-1 1,1 0,0 1,0-1,0 1,1-1,0 1,0 0,1-1,0 1,0 0,1 0,0 0,0 0,0 0,1 0,0 0,1 0,-1-1,1 1,1 0,-1-1,1 1,0-1,0 0,1 0,0 0,0-1,0 1,1-1,0 0,2 2,3-1,1 0,-1 0,1-1,0 0,1-1,-1-1,1 1,-1-2,1 0,0 0,0-1,0 0,0-1,0-1,0 0,0 0,0-1,0-1,-1 0,1 0,-1-1,0-1,0 0,0-1,0 1,-1-2,0 0,-1 0,1-1,2-3,-6 4,0 1,-1-1,0 0,0-1,0 1,-1-1,-1 0,1 0,-1 0,2-9,-15 63,10-41,0 1,0-1,1 1,0 0,0-1,0 1,1-1,0 0,0 1,0-1,1 0,0 0,0-1,0 1,0-1,1 1,0-1,0 0,0 0,0 0,0-1,1 0,0 0,0 0,-1 0,2-1,-1 1,2-1,6 3,-1-1,1 0,1-1,-1-1,0 0,1 0,-1-2,0 0,1 0,-1-1,9-2,-9 0,0-1,0 0,0-1,-1-1,0 1,0-2,0 0,-1-1,0 0,0 0,-1-1,0 0,-1-1,6-8,10-13,-2-1,-1-2,-2 0,6-15,1-4,-2 0,-2-2,-3 0,-2-2,-3 0,-2 0,3-45,-14 90,0 1,-1-1,0 1,-1-1,0 1,-1-1,0 1,-1-1,0 1,-1 0,-1-1,1 2,-2-1,1 0,-2 1,1 0,-1 0,-1 0,0 1,-3-3,7 9,-1 1,1 0,-1 0,0 0,0 1,0-1,0 1,0 0,0 0,0 0,0 0,0 1,0 0,0 0,-1 0,1 0,0 1,0 0,0-1,0 1,0 1,0-1,0 1,0-1,1 1,-1 0,0 1,1-1,-2 2,-5 3,1 1,-1 0,2 1,-1 0,1 1,0 0,1 0,0 0,-1 5,-4 9,2 0,1 1,0 0,2 1,1-1,1 1,2 1,0-1,2 0,1 1,0-1,2 0,2 1,0-1,6 17,2 5,3-1,2-1,1-1,3 0,2-2,1 0,2-2,4 2,-11-16,2 0,1-2,1 0,1-1,1-1,1-2,1-1,1 0,1-3,0 0,4 0,32 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8.8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10 168,'0'-3,"-2"-2,0 1,1-1,-1 0,1 0,0 0,1 0,0 0,-1 0,1 0,1 0,-1 0,1 0,0 0,0 0,0 0,1 0,0 0,0 1,0-1,0 1,1 0,0-1,-1 1,2 0,-1 0,0 1,1-1,2-1,8-1,-1 1,1 1,0 0,0 1,0 0,0 1,0 1,0 0,1 1,-1 0,0 1,1 1,-1 1,12 3,-14-4,0 1,-1 1,1 0,-1 1,0 0,0 1,0 0,-1 1,0 0,7 7,-12-10,-1 0,0 0,0 1,-1-1,1 1,-1 0,0 0,0 0,-1 1,1-1,-1 1,-1-1,1 1,-1 0,0 0,0-1,0 1,-1 0,0 0,0 0,-1 0,0 0,0 1,-5 13,0 1,-2-2,-1 1,0-1,-1-1,-1 1,-1-2,-7 9,-42 72,52-78,0 1,2 1,0-1,2 1,0 0,1 1,2-1,0 1,1-1,2 3,0 23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0:39.0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0,'0'16,"7"5,7-1,1-4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23T06:11:02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26806 828,'-11'0,"-4"0</inkml:trace>
  <inkml:trace contextRef="#ctx0" brushRef="#br0" timeOffset="251.327">26673 1122,'9'16,"7"12,9 9,6 3,2 4,1 2,-1 0,-7 0,-7-2,-7-1,-15-2,-22 0,-28-3,-28-6,1-8</inkml:trace>
  <inkml:trace contextRef="#ctx0" brushRef="#br0" timeOffset="-3202.84">25523 588,'-9'18,"-8"18,-3 13,2 8,4 6,5 1,3-4,3-4,0-11,0-10,-2-11,-4-11,-1-9</inkml:trace>
  <inkml:trace contextRef="#ctx0" brushRef="#br0" timeOffset="-2948.804">24975 481,'18'-5,"27"-1,30 1,28 2,21 3,10 3,-2 4,-14 0,-27-1</inkml:trace>
  <inkml:trace contextRef="#ctx0" brushRef="#br0" timeOffset="-1433.994">26151 735,'-11'-1,"0"-1,-1 2,1-1,0 2,-1-1,1 2,0-1,-1 2,1-1,0 2,1-1,-1 1,1 1,-1 0,1 0,1 1,-7 5,0 0,2 0,0 1,0 0,1 1,1 1,0 0,0 0,2 1,0 1,1 0,0 0,1 1,1 0,1 0,0 0,1 3,4-12,0 1,1-1,0 1,0-1,1 1,0-1,0 1,1-1,0 0,1 0,0 0,0 0,1 0,0 0,0-1,1 0,-1 0,2 0,-1-1,1 1,0-1,0 0,1-1,-1 0,1 0,1 0,-1-1,1 0,-1 0,1-1,2 0,3 3,0 0,1-1,-1-1,1 0,0-1,0 0,1-1,-1-1,0 0,1-1,-1-1,0 0,8-2,-18 1,0 1,-1-1,1 0,0 0,-1-1,0 1,1-1,-1 1,0-1,0 0,-1 0,1 0,-1-1,1 1,-1-1,0 1,0-1,-1 0,1 0,-1 0,0 1,0-2,0 1,0 0,-1 0,1 0,-1 0,0 0,-1 0,1 0,-1 0,1-1,-1 1,-1 0,1 1,0-1,-1 0,0 0,0 1,0-1,0 1,-1-1,1 1,-1 0,0 0,0 0,0 0,0 1,0-1,-1 1,0 0,-3-2,-1 1,0 0,0 1,0-1,0 2,0-1,-1 1,1 1,0-1,-1 1,1 1,-1-1,1 2,0-1,0 1,0 0,0 1,0 0,0 0,1 0,-1 1,1 1,0-1,0 1,-3 3,-25 19</inkml:trace>
  <inkml:trace contextRef="#ctx0" brushRef="#br0" timeOffset="-450.795">25710 441,'4'-2,"5"-1,2 0,6-2,10 0,9 1,10 1,8 2,4 0,0 2,-7 2,-8 0,-11 0,-11-1,-13-1,-10-1,-4-2,-2 0</inkml:trace>
  <inkml:trace contextRef="#ctx0" brushRef="#br0" timeOffset="-6999.884">19534 895,'55'-179,"-26"93,-3-2,-5 0,-3-1,-4-1,0-44,-14 125,1 0,-1 0,1 0,-2 1,1-1,-1 0,0 1,-1-1,0 0,-1 1,1 0,-2 0,0-3,3 10,0 0,0-1,0 1,0 0,0 0,0 0,0 0,0 0,-1 0,1 0,0 0,-1 1,1-1,0 0,-1 1,1-1,-1 1,1 0,-1-1,1 1,-1 0,1 0,-1 0,1 0,-1 0,1 0,-1 0,1 1,-1-1,1 0,0 1,-1-1,1 1,-1 0,1-1,0 1,-1 0,-44 41,32-19,1 1,0 0,2 1,1 0,1 1,1 0,2 1,0-1,2 1,1 0,1 0,1 10,-2-12,2 1,1 0,1 0,1-1,1 1,1-1,2 1,0-1,2-1,0 0,2 0,1 0,0-1,2-1,1 0,0-1,2 0,10 9,-22-25,1 0,0-1,0 0,0 0,0 0,1-1,-1 1,1-1,0-1,0 1,0-1,1 0,-1-1,0 1,1-1,-1 0,1-1,-1 0,1 0,-1 0,1-1,-1 0,1 0,-1 0,0-1,0 0,0 0,6-4,12-12</inkml:trace>
  <inkml:trace contextRef="#ctx0" brushRef="#br0" timeOffset="-6734.591">19320 321,'16'-2,"21"1,25 1,22 1,20-1,12 1,3 2,-10 2,-24 1</inkml:trace>
  <inkml:trace contextRef="#ctx0" brushRef="#br0" timeOffset="-5608.478">20042 909,'7'-55,"-1"18,-2 0,-1 0,-2-1,-2 1,-3-28,3 60,1-1,-1 1,0 0,0-1,0 1,-1 0,0 0,0 0,0 0,-1 0,1 0,-1 1,0-1,-1 1,1 0,-1 0,0 0,0 0,-2-1,6 5,1 0,-1 0,0 0,1 0,-1 0,0 1,1-1,-1 0,1 0,-1 1,0-1,1 0,-1 0,0 1,0-1,1 0,-1 1,0-1,0 0,1 1,-1-1,0 1,0-1,0 0,0 1,0-1,1 1,-1-1,0 0,0 1,0-1,0 1,0-1,0 1,0-1,-1 0,1 1,0-1,0 1,0-1,0 0,0 1,-1-1,1 0,0 1,0-1,-1 0,1 1,0-1,0 0,-1 1,1-1,0 0,-1 0,1 1,-1-1,1 0,0 0,-1 0,1 1,-1-1,1 0,0 0,-1 0,13 7,1-1,0 0,0-1,1-1,-1 0,1 0,0-1,0-1,0-1,1 0,7 2,27 3,-26-4,-1 0,1 2,-1 1,0 0,13 7,-32-11,0 1,0-1,0 1,-1 0,1 0,0 0,-1 0,0 0,1 1,-1-1,0 1,0-1,0 1,-1 0,1 0,-1 0,1 0,-1 0,0 0,0 0,0 0,-1 1,1-1,-1 0,0 0,0 1,0-1,0 0,0 1,-1-1,0 0,1 0,-1 0,0 1,-1-1,1 0,0 0,-2 2,-43 98,46-101,0 0,0-1,0 1,0 0,0-1,0 1,1 0,-1-1,1 1,-1 0,1-1,-1 1,1-1,0 1,0-1,0 1,0-1,0 1,0-1,0 0,0 0,1 1,-1-1,0 0,1 0,-1-1,1 1,-1 0,1 0,-1-1,1 1,0-1,0 1,60 11,-5-10,0-2,0-3,-1-3,1-2,50-14,-87 19,1-1,-1-2,0 0,0-1,0 0,-1-2,0-1,-1 0,14-11,-31 21,0-1,0 1,0-1,0 0,0 1,-1-1,1 0,0 0,0 1,-1-1,1 0,0 0,-1 0,1 0,-1 0,1 0,-1 0,0 0,1-1,-1 1,0 0,0 0,0 0,1 0,-1 0,-1 0,1-1,0 1,0 0,0 0,0 0,-1 0,1 0,-1 0,1 0,-1 0,1 0,-1 0,1 0,-1 0,0 0,0 0,1 1,-1-1,0 0,0 0,0 1,0-1,0 0,0 1,0-1,0 1,0 0,0-1,-15-5,0 1,0 1,-1 0,1 1,-1 1,1 0,-1 1,0 1,0 1,1 0,-10 3,16-4,0 0,0 1,0 1,0 0,1 0,-1 1,0 0,1 1,0-1,0 2,0 0,1 0,-1 0,1 1,0 0,7-4,-1 0,1 0,-1 0,1 0,0 0,0 0,0 0,0 0,0 0,0 0,1 1,-1-1,1 0,-1 0,1 1,0-1,0 0,0 1,0-1,1 0,-1 1,0-1,1 0,0 0,-1 1,1-1,0 0,0 0,0 0,1 0,-1 0,0 0,1 0,1 1,68 44,-55-40,1-2,0 0,0-1,0 0,1-2,-1 0,1-1,-1 0,1-2,-1 0,1-1,-1 0,14-5,-25 5,-1 0,0 0,1-1,-1 0,0 0,-1 0,1 0,0-1,-1 0,0 0,0 0,0-1,0 1,-1-1,0 0,0 1,0-2,-1 1,1 0,-1 0,0-1,-1 1,1-1,-1 0,0 0,-1 1,1-1,-1 0,0 0,-1 1,1-1,-1 0,0 0,-1-1,-10-14,11 21,1 0,0 0,-1 0,1 0,0 0,-1-1,1 1,-1 0,1 0,0 0,-1 0,1 1,0-1,-1 0,1 0,0 0,-1 0,1 0,0 0,-1 0,1 1,0-1,0 0,-1 0,1 0,0 1,0-1,-1 0,1 0,0 1,0-1,-1 0,1 1,0-1,0 0,0 1,0-1,0 0,0 1,-1-1,1 0,0 1,0-1,0 0,0 1,0-1,0 0,0 1,0-1,1 0,-1 1,0-1,0 0,0 1,0-1,0 0,1 1,-1-1,0 0,0 0,0 1,1-1,0 8,0 0,1 0,1-1,-1 1,1-1,0 0,1 1,-1-1,2-1,-1 1,1-1,0 1,0-1,0-1,1 1,0-1,0 0,1 0,-1-1,1 0,5 3,-4-3,-1-1,1 0,-1-1,1 0,0 0,0 0,0-1,0 0,0-1,0 1,0-2,0 1,0-1,0 0,0-1,0 0,-1 0,1-1,0 0,-1 0,0 0,0-1,0-1,0 1,-1-1,1 0,-1 0,-1-1,1 0,-1 0,0 0,0 0,0-1,-1 0,0 0,-1 0,1-3,-2 5,0 1,0-1,0 0,-1 0,0 0,0 1,0-1,-1 0,0 0,0 0,0 0,0 0,-1 0,0 0,0 0,0 0,-1-1,1 5,1 1,0-1,-1 1,1 0,-1-1,1 1,0 0,-1 0,1-1,-1 1,1 0,-1 0,1 0,-1 0,1-1,-1 1,1 0,-1 0,1 0,-1 0,1 0,-1 0,1 0,-1 0,1 1,-1-1,1 0,-1 0,1 0,-1 0,1 1,0-1,-1 0,1 0,-1 1,1-1,0 0,-1 1,1-1,0 1,-1-1,1 0,0 1,-1-1,1 1,0-1,0 1,0-1,-1 1,1-1,0 1,0-1,0 1,0-1,0 1,-10 29,8-25,1 0,-1 0,2 1,-1-1,0 0,1 1,0-1,1 0,-1 1,1-1,0 0,0 1,1-1,-1 0,1 0,0 0,0 0,1 0,0-1,0 1,0-1,0 0,1 0,-1 0,1 0,0 0,0-1,1 0,-1 0,1 0,-1 0,1-1,0 1,0-1,0-1,0 1,0-1,1 1,-1-2,0 1,1-1,-1 1,0-1,3-1,-1-1,-1 0,0 0,0-1,0 0,0 0,0-1,0 0,-1 0,1 0,-1 0,0-1,-1 0,1 0,-1 0,0-1,0 1,-1-1,0 0,3-5,35-123,-38 121,-4 18,-4 25,3-19,1 1,0-1,1 0,0 1,0-1,1 0,1 1,0-1,0 0,1 0,1 0,0-1,0 1,1-1,0 0,1 0,0 0,1-1,0 0,0-1,1 1,0-1,0-1,1 1,7 3,19 5,-4-7</inkml:trace>
  <inkml:trace contextRef="#ctx0" brushRef="#br0" timeOffset="-5019.054">22074 562,'13'4,"1"2,-1 0,-1 1,1 0,-1 1,0 0,-1 1,0 0,-1 1,1 0,-2 0,0 1,0 1,-1 0,0 0,5 11,-3-1,0 0,-2 1,0 0,-1 0,-2 1,0-1,-2 1,0 0,-2 15,-3 21,-3 0,-3 0,-3-1,-12 40,-17 98,39-189,-1 0,0 0,0-1,1 2,0-1,0 0,1 0,0 0,0 0,1 0,0 0,1 0,0 0,0 0,0 0,1-1,0 1,1-1,0 0,3 5,-5-10,0-1,1 1,-1-1,0 1,1-1,-1 0,1 0,0 0,-1 0,1-1,0 1,-1-1,1 0,0 1,-1-1,1 0,0-1,0 1,-1 0,1-1,0 0,-1 1,1-1,0 0,-1 0,0-1,1 1,-1 0,0-1,2 0,2-3,1 0,-1-1,0 1,-1-1,1 0,-1 0,-1-1,1 0,3-6,0-9,0 1,-2-2,0 1,-2-1,0 1,-1-1,-2-1,0 1,-2 0,0 0,-2 0,0 0,-2 1,0-1,-1 1,-2 0,-4-8,-2-3,-1 1,-2 0,-1 1,-1 1,-2 1,-1 1,-1 1,-1 1,-22-17,-16-17,61 60,0-1,1 1,-1 0,0-1,1 0,-1 1,0-1,1 1,-1-1,1 0,-1 1,1-1,0 0,-1 0,1 1,0-1,-1 0,1 0,0 1,0-1,0 0,0 0,-1 0,1 0,0 1,1-1,-1 0,0 0,0 0,0 0,0 1,1-1,-1 0,0 0,1 1,-1-1,0 0,1 0,-1 1,1-1,-1 1,1-1,0 0,-1 1,1-1,0 1,-1-1,1 1,0-1,-1 1,1 0,0-1,0 1,49-10,-45 9,296-15,-279 14,-16 1,1 0,0 1,0 0,-1 0,1 0,0 1,0 0,0 0,-1 1,7 2,-12-3,0 0,0 0,0 0,0 1,0-1,-1 0,1 0,0 1,-1-1,1 1,-1-1,0 0,1 1,-1-1,0 1,0-1,0 1,0-1,0 1,0-1,0 1,-1-1,1 1,0-1,-1 0,1 1,-1-1,0 1,1-1,-1 1,-1 4,-18 101,20-101,-1-1,1 0,1 0,-1 0,1 0,0 0,0 0,0 0,1 0,0-1,0 1,0 0,0-1,1 1,-1-1,1 0,1 0,-1 0,0 0,2 1,-3-4,-1 0,0 0,0-1,1 1,-1 0,0 0,1-1,-1 1,1-1,-1 1,0-1,1 1,0-1,-1 0,1 0,-1 0,1 0,-1 0,1 0,-1 0,1-1,-1 1,1 0,0-1,14-7</inkml:trace>
  <inkml:trace contextRef="#ctx0" brushRef="#br0" timeOffset="-4869.455">22501 441,'14'5,"13"1,3-1</inkml:trace>
  <inkml:trace contextRef="#ctx0" brushRef="#br0" timeOffset="-4432.627">22917 53,'-7'5,"0"0,0 0,1 1,0-1,0 2,0-1,1 0,0 1,0 0,1 0,0 1,0-1,1 1,-1 0,2 0,-1 0,1 0,1 0,-1 1,1-1,1 0,0 1,0-1,0 1,1 49,3-1,2 1,2-1,12 37,-12-53,67 363,-75-402,0 0,0 0,0 0,0 0,1 0,-1 0,0 0,1-1,0 1,-1 0,1 0,0 0,0 0,0-1,0 1,1-1,-1 1,0 0,1-1,-1 0,1 1,-1-1,1 0,0 0,-1 0,1 0,0 0,0 0,0-1,0 1,0-1,-1 1,1-1,0 1,0-1,0 0,0 0,0 0,2-1,10-4,0-1,0-1,-1-1,0 0,-1 0,1-1,-2-1,1 0,-2 0,1-1,3-6,-12 15,65-71,-67 73,0 1,0-1,0 0,0 0,0 1,0-1,0 0,0 0,1 1,-1-1,0 0,0 0,0 1,0-1,0 0,0 0,1 1,-1-1,0 0,0 0,0 0,0 1,1-1,-1 0,0 0,0 0,1 0,-1 1,0-1,0 0,1 0,-1 0,0 0,0 0,1 0,-1 0,0 0,0 0,1 0,-1 0,0 0,0 0,1 0,-1 0,0 0,1 0,-1 0,0 0,0 0,1-1,-1 1,0 0,0 0,0 0,1 0,-1-1,0 1,0 0,0 0,1 0,-1-1,0 1,0 0,0 0,-5 28,4-22,-1-1,1 0,0 0,0 1,0-1,1 0,0 1,0-1,0 0,1 1,-1-1,1 0,1 0,-1 1,1-1,0 0,0 0,0 0,1-1,-1 1,1-1,0 1,1-1,-1 0,1 0,0 0,0-1,0 1,2 0,69 21,-39-20</inkml:trace>
  <inkml:trace contextRef="#ctx0" brushRef="#br0" timeOffset="-4181.778">23398 655,'-19'-14,"-9"-6,-1-1</inkml:trace>
  <inkml:trace contextRef="#ctx0" brushRef="#br0" timeOffset="-3928.894">22729 267,'25'-9,"26"-3,24 1,20 1,16 8,8 6,-15 3</inkml:trace>
  <inkml:trace contextRef="#ctx0" brushRef="#br0" timeOffset="-3704.496">23999 841,'-8'-10,"1"0,-2 1,0-1,0 1,0 1,-1 0,0 0,-1 1,0 1,0-1,0 2,-1 0,0 0,0 1,0 0,-1 1,1 0,-1 1,1 1,-1 0,0 1,1 0,-1 1,0 0,1 1,-1 0,-6 3,15-4,1 0,-1 1,1-1,-1 1,1 0,0 0,0 0,0 0,0 1,0-1,0 1,1 0,-1-1,1 1,-1 0,1 1,0-1,1 0,-1 1,0-1,1 1,0-1,0 1,0-1,0 1,1 0,-1 0,1-1,0 1,0 0,0 0,1 0,-1-1,1 1,0 0,0-1,0 1,1-1,0 2,5 1,0 0,0 0,1-1,0 1,0-2,0 1,1-1,-1-1,1 0,0 0,0 0,0-1,1-1,-1 1,0-2,1 1,2-1,0 1,-1 0,1 0,-1-1,1-1,-1 0,1 0,-1-1,0-1,0 0,0 0,0-1,-1 0,1-1,-1-1,0 1,0-2,4-3,-11 8,-1 0,0 0,0 0,0-1,-1 1,1-1,-1 1,1-1,-1 1,0-1,0 0,0 0,0 1,0-1,-1 0,1 0,-1 0,0 0,0 0,0 0,0 0,0 0,-1 1,0-3,-6 14,7-4,1 0,0 1,0-1,1 0,-1 0,1 0,0 0,1 0,-1 0,1 0,0-1,0 1,1-1,-1 0,1 0,0 0,0-1,0 1,0-1,5 3,5 3,0-1,1-1,0 0,0 0,1-2,0 0,0-1,15 3,24 2</inkml:trace>
  <inkml:trace contextRef="#ctx0" brushRef="#br0" timeOffset="6751.776">19788 1898,'3'5,"-1"-20,-3 9,0 0,0 0,-1 0,0 1,0-1,-1 0,1 1,-1 0,0-1,-1 1,1 0,-1 1,0-1,0 1,-1 0,1 0,-1 0,0 0,-1 0,-8-5,0 0,-1 1,0 1,0 0,-1 1,-7-1,6 1,-1 2,0 0,0 2,0-1,0 2,0 1,-1 0,-10 2,21-1,-1 0,1 1,-1 0,1 1,-1 0,1 0,0 0,0 1,1 1,-1-1,1 1,0 0,0 1,1 0,0 0,-1 0,2 1,-5 6,3-1,0 1,1 1,0-1,1 1,1-1,0 2,1-1,0 0,2 0,-1 1,2-1,0 1,0-1,2 1,0-1,0 1,1-1,1 0,0 0,1-1,1 1,0-1,1 0,0-1,1 1,1 0,4 1,0 0,0 0,2-1,0-1,0-1,1 0,0-1,1 0,0-2,1 0,-1-1,5 1,14 3,1-1,0-2,0-2,0-1,29 0,-45-5,0 0,0-1,0-1,0-1,0-1,-1 0,0-2,9-4,13-8</inkml:trace>
  <inkml:trace contextRef="#ctx0" brushRef="#br0" timeOffset="7004.554">20256 1738,'25'0,"22"0,16 0,12 0,4 0,-2 0,-10 0,-16-2,-17-1</inkml:trace>
  <inkml:trace contextRef="#ctx0" brushRef="#br0" timeOffset="7379.581">20243 1751,'-1'8,"0"1,1-1,0 0,0 1,1-1,0 0,1 0,-1 1,2-1,-1 0,1-1,0 1,1 0,0-1,0 0,1 0,-1 0,2 0,-1-1,1 0,0 0,0 0,0-1,1 0,0 0,0-1,0 1,0-2,1 1,0-1,0 0,0-1,0 0,2 1,47-1,-48-3,0 0,0 1,0 0,0 1,-1 0,1 0,0 1,0 0,-1 1,0 0,1 0,-1 1,0 0,0 0,-1 1,4 2,-5-1,0 0,0 1,-1 0,0-1,0 2,0-1,-1 0,0 1,-1 0,0 0,0 0,-1 0,1 1,-2-1,1 4,-1-7,-1 1,0-1,0 0,0 0,0 1,-1-1,0 0,0 0,0 0,-1 0,0 0,0 0,0 0,0-1,-1 1,0-1,0 0,0 1,0-1,-1 0,0-1,1 1,-1-1,-1 0,-2 2,-9 3,-1-1,0-1,0-1,0-1,-1 0,0-1,1 0,-1-2,0 0,0-1,-12-2,-25-8,50 2,10-2</inkml:trace>
  <inkml:trace contextRef="#ctx0" brushRef="#br0" timeOffset="7755.576">21112 1845,'-23'71,"22"-69,1 0,-1 1,1-1,0 0,0 0,0 0,0 0,1 0,-1 1,0-1,1 0,0 0,-1 0,1 0,0 0,0 0,0 0,0 0,0-1,1 1,-1 0,1-1,-1 1,1-1,-1 1,1-1,0 0,0 0,-1 1,1-1,0-1,2 2,0-1,0-1,0 1,0-1,0 0,1 0,-1-1,0 1,0-1,0 0,0 0,0 0,0-1,-1 1,1-1,0 0,-1 0,1 0,-1-1,1 1,-1-1,0 0,0 0,-1 0,1 0,0 0,-1-1,0 1,0-1,0 1,0-1,-1 0,1 0,-1 0,0 0,-1 2,1 0,-1 1,0-1,0 1,0-1,-1 0,1 1,0-1,0 0,-1 1,1-1,-1 1,0-1,1 1,-1-1,0 1,0 0,0-1,0 1,0 0,0 0,0 0,-1-1,1 1,0 0,-1 1,1-1,0 0,-1 0,1 1,-1-1,0 0,1 1,-1 0,1-1,-1 1,0 0,1 0,-1 0,0 0,0 0,-69 14,68-12,0 0,0 1,0-1,0 1,0 0,0 0,1 0,0 0,-1 0,1 1,0-1,1 1,-1-1,1 1,-1 0,1 0,0-1,0 1,1 1,-3 20</inkml:trace>
  <inkml:trace contextRef="#ctx0" brushRef="#br0" timeOffset="8063.265">21232 2286,'-5'-89,"2"87,1 0,-1 0,1 1,-1-1,0 0,0 1,0 0,0 0,0 0,0 0,0 0,0 0,0 1,-1 0,1-1,0 1,0 0,-1 1,1-1,0 0,0 1,0 0,0 0,0 0,0 0,0 0,0 1,0-1,0 1,1 0,-1 0,1 0,-1 0,1 0,-1 1,0-2,1 1,-1 0,0 0,1 0,0 0,-1 1,1-1,0 1,0-1,0 1,1 0,-1-1,0 1,1 0,0 0,0 0,0 0,0 0,0 1,1-1,-1 0,1 0,0 0,0 1,0-1,0 0,1 0,-1 0,1 1,0-1,0 0,0 0,0 0,1 0,-1 0,1-1,0 1,-1 0,2 0,5 3,0-1,0 0,0 0,1-1,0 0,-1 0,2-1,-1-1,0 1,0-2,1 1,1-1,35 6</inkml:trace>
  <inkml:trace contextRef="#ctx0" brushRef="#br0" timeOffset="8731.2">21593 2193,'85'-217,"-52"143,9-22,-38 116,-12 131,3-97,2-1,3 1,1-1,4 0,8 42,1-27,-15-66,-1 0,0-1,1 1,-1 0,0-1,0 1,1-1,-1 0,0 0,-1 1,1-1,0-1,0 1,0 0,-1 0,1-1,0 1,-1-1,1 0,0 0,-1 0,1 0,0 0,-1 0,1-1,0 1,-1-1,1 1,0-1,-1 0,-2 0,-72-19,108 15,390 23,-380-13,-68 4,4-8</inkml:trace>
  <inkml:trace contextRef="#ctx0" brushRef="#br0" timeOffset="70496.787">18959 4037,'0'18,"0"15,0 14,3 7,0 2,-1-2,1-6,1-8,0-16,-1-12</inkml:trace>
  <inkml:trace contextRef="#ctx0" brushRef="#br0" timeOffset="71005.415">18786 3730,'50'3,"0"2,0 2,47 14,-68-15,16 3,0 1,-1 3,0 1,-1 2,0 3,33 19,-68-33,0 0,0 1,0-1,0 2,-1-1,0 1,-1 1,0-1,0 1,0 0,-1 0,0 1,-1-1,1 1,-2 0,1 0,-2 1,1-1,-1 1,0-1,-1 1,0 0,-1-1,0 1,-1 1,-23 129,24-138,1 0,0 0,-1 0,1 0,0 0,0 0,0-1,1 1,-1 0,0 0,1-1,-1 1,1-1,-1 1,1-1,0 0,0 1,-1-1,1 0,0 0,0 0,0-1,0 1,0 0,0-1,1 1,-1-1,0 0,0 0,0 0,0 0,0 0,1 0,-1 0,0-1,0 1,0-1,0 0,0 1,0-1,0 0,0 0,1-1,13-3,-1-1,1 0,-1-1,0 0,-1-1,1-1,-2 0,1-1,-2-1,1 0,-1-1,-1 0,0 0,-1-1,0-1,-1 0,-1 0,0-1,-1 0,0 0,-1-1,-2-1,-9 47,5-21,0 0,1-1,0 1,1 0,0 0,0-1,1 1,0-1,0 1,1-1,0 0,1-1,0 1,0-1,0 0,1 0,0 0,1-1,-1 0,1 0,0-1,1 0,0 0,13 8,0-1,1-2,0 0,1-1,0-2,0 0,1-1,2-1,9 2,1-1,0-2,0-2,0-1,1-2,-1-1,0-2,0-2,13-7</inkml:trace>
  <inkml:trace contextRef="#ctx0" brushRef="#br0" timeOffset="-18870.369">69 1230,'10'0,"13"0,17 0,18 0,15 0,10 0,3 0,-2 0,-8 0,-13 0,-12 0,-13 0,-15 0,-11 0</inkml:trace>
  <inkml:trace contextRef="#ctx0" brushRef="#br0" timeOffset="1679.629">96 2500,'9'2,"12"1,19 0,20-1,19-3,18-3,11-1,3 0,-4 1,-20 1</inkml:trace>
  <inkml:trace contextRef="#ctx0" brushRef="#br0" timeOffset="-13867.457">5991 1216,'-1'9,"0"0,0-1,1 1,0-1,1 1,0 0,0-1,1 1,0-1,0 0,1 1,0-1,1-1,0 1,0 0,0-1,1 0,0 0,1 0,-1 0,1-1,1 0,-1-1,5 4,-5-6,0 0,0 0,1-1,-1 0,1 0,-1-1,1 1,-1-2,1 1,0-1,0 0,-1 0,1 0,0-1,-1 0,1-1,-1 1,1-1,-1-1,0 1,0-1,0 0,0 0,0-1,-1 0,1 0,-1 0,0-1,0 1,-1-1,1 0,-1-1,0 1,0-2,-2 3,0 1,-1-1,1 0,-1 0,0 0,0 1,-1-1,1 0,-1 0,0 0,0 0,0 0,0 0,-1 0,1 0,-1 0,0 0,-1 0,1 0,-1 0,1 1,-1-1,0 1,0-1,-1 1,1 0,-1 0,1 0,-4-3,-1 0,-1-1,0 1,0 0,-1 1,1 0,-1 0,0 1,-1 0,1 1,-1 0,-6-1,10 2,0 0,-1 0,0 1,1 0,-1 1,0-1,0 1,1 1,-1-1,0 1,1 0,-1 1,1-1,-1 1,1 1,-1-1,1 1,0 0,0 0,1 1,-1 0,1 0,0 0,0 1,0-1,0 1,1 0,0 1,0-1,0 1,1 0,0 0,-1 1,2 34,10-4</inkml:trace>
  <inkml:trace contextRef="#ctx0" brushRef="#br0" timeOffset="-9750.53">14146 562,'-11'-19,"-11"-10,-6-2,-3 3,-3 8,3 6,3 13,5 13,6 11,10 9,12 6,4-4</inkml:trace>
  <inkml:trace contextRef="#ctx0" brushRef="#br0" timeOffset="-9133.58">16032 601,'0'18,"0"22,-3 23,0 18,0 14,1 7,0 1,1-5,0-10,1-19</inkml:trace>
  <inkml:trace contextRef="#ctx0" brushRef="#br0" timeOffset="-8587.235">15884 922,'-6'-131,"6"128,1 0,0-1,-1 1,2 0,-1 0,0 0,1 0,-1-1,1 2,0-1,0 0,0 0,0 1,0-1,1 1,-1 0,1-1,0 1,0 0,0 1,0-1,0 0,0 1,0 0,0 0,0 0,1 0,-1 0,0 1,1-1,0 1,109 5,-86 0,-1 1,1 1,-2 1,1 2,-2 0,1 2,-1 1,-1 1,0 0,-1 2,-1 1,0 0,-1 2,-17-17,-1 0,0 0,1 0,-1 0,0 1,0-1,0 1,-1-1,1 1,-1 0,1-1,-1 1,0 0,0 0,0 0,0 0,-1 0,1 0,-1 0,0 0,0 0,0 1,0-1,0 0,-1 0,0 0,1 0,-1 0,0 0,0 0,-1-1,1 1,0 0,-2 1,-3 0,0 1,0-1,-1-1,1 1,-1-1,0-1,0 1,0-1,0 0,-1 0,1-1,0 0,-1-1,1 1,0-1,-1-1,1 0,-1 0,1 0,0-1,0 0,0 0,0 0,0-1,0-1,0 1,3 0,1 1,0-1,0 0,0 0,1 0,-1 0,1 0,-1 0,1-1,0 1,0-1,1 0,-1 1,1-1,0 0,-1 0,2 0,-1 0,0 0,1 0,0 0,0 0,0 0,1 0,-1 0,1 0,0 0,0 0,0 0,1 0,-1 0,1 1,0-1,0 1,0-1,0 1,1-1,18-24,2 0,0 1,2 1,19-15,29-31,-48 48,-1-2,-2 0,0-2,-2 0,-1-1,-2-1,0-1,-2 0,-2-2,-1 1,-1-1,-2-1,-1 0,-2 0,1-15,-15-23,8 70,-1-1,1 1,-1 0,0 0,1 0,-1 0,0 1,0-1,0 0,0 0,0 0,-1 1,1-1,0 1,-1-1,1 1,-1-1,0 1,1 0,-1 0,0 0,0 0,0 0,0 0,0 0,0 1,0-1,0 1,0-1,0 1,-1 0,-2 2,-1 0,1 0,-1 1,1 0,0 0,0 0,1 1,-1-1,1 1,-1 0,1 1,0-1,1 1,-1-1,1 1,0 0,0 1,1-1,-1 0,-1 6,-8 21,0 1,2 0,2 1,1 0,1 0,2 1,2-1,1 1,2 8,-1-6,2-1,1 1,2-1,2 1,1-2,2 1,1-1,2-1,1 0,2-1,1 0,2-1,4 3,-17-25,1-1,1-1,0 1,0-1,0-1,1 0,0 0,1 0,0-1,0-1,0 1,0-2,1 1,2-1,11 1</inkml:trace>
  <inkml:trace contextRef="#ctx0" brushRef="#br0" timeOffset="-8399.735">16258 414,'28'-7,"31"3,31 6,22 11,14 12,0 12,-20 0</inkml:trace>
  <inkml:trace contextRef="#ctx0" brushRef="#br0" timeOffset="-7965.89">16981 1109,'12'-35,"-2"0,-1-1,-2 0,-2-1,-1 0,-1 0,-3 0,0 1,-3-1,-2-4,5 37,-1 4,1-1,-1 1,1 0,0-1,-1 1,1-1,0 1,-1-1,1 1,0-1,0 1,0-1,-1 1,1-1,0 1,0-1,0 1,0-1,0 0,0 1,0-1,0 1,0-1,0 1,0-1,0 1,0-1,1 0,-1 1,0-1,0 1,1-1,-1 1,0 0,1-1,-1 1,0-1,1 1,-1-1,1 1,-1 0,0-1,1 1,-1 0,1 0,-1-1,1 1,-1 0,1 0,0 0,-1-1,1 1,-1 0,1 0,-1 0,1 0,-1 0,1 0,0 0,-1 0,1 1,-1-1,1 0,-1 0,1 0,-1 0,1 1,-1-1,204 86,-198-85,-1 1,1-1,0 1,-1 1,1-1,-1 1,0 0,0 0,0 0,0 1,-1 0,1 0,-1 0,0 0,0 1,0 0,-1 0,0 0,0 0,0 0,0 0,-1 1,0-1,0 1,0 0,-1 0,0 0,0 0,0 4,-36 68,31-72,-1 1,1 0,0 1,1-1,0 1,0-1,1 1,-1 0,2 0,-1 0,1 5,1-10,0-1,1 1,-1-1,1 0,0 1,0-1,0 0,0 0,0 0,0 0,1 0,-1 0,1 0,-1 0,1 0,0-1,-1 1,1-1,0 1,0-1,0 0,0 1,1-1,-1 0,0-1,0 1,2 0,68 13,-33-13,-1-2,1-1,-1-3,1 0,-1-3,-1-1,2-2,32-11</inkml:trace>
  <inkml:trace contextRef="#ctx0" brushRef="#br0" timeOffset="-10904.235">11579 762,'26'46,"-3"1,-1 1,1 11,42 92,-65-149,1 1,0-1,0 0,-1 1,1-1,1 0,-1 1,0-1,1 0,-1 0,1 0,-1 0,1 0,0-1,0 1,0 0,0-1,0 1,0-1,0 0,0 0,1 0,-1 0,0 0,1 0,-1-1,1 1,-1-1,1 1,-1-1,1 0,-1 0,1 0,-1-1,1 1,-1-1,1 1,0-1,10-8,-1-1,1-1,-2 0,0 0,0-1,-1 0,0-1,-1 0,5-11,12-18,-3-2,-1-1,7-21,-32 74,2 0,-1 0,1 0,0 1,1-1,0 0,0 0,0 1,1-1,1 0,0 0,0 0,0 0,1 0,0 0,4 7,-1-8,0 1,1-2,0 1,0-1,0 0,1 0,0-1,0 0,0 0,1-1,-1 0,1 0,0-1,0 0,0-1,10 1,153 7,-144-11</inkml:trace>
  <inkml:trace contextRef="#ctx0" brushRef="#br0" timeOffset="-9915.091">12435 1029,'99'28,"-93"-27,2 2,1-1,0 0,0 0,-1-1,1 0,0-1,0 0,0 0,6-2,-14 2,0 0,0-1,0 1,0-1,0 1,0-1,0 0,0 1,0-1,0 0,-1 0,1 1,0-1,-1 0,1 0,0 0,-1 0,1 0,-1 0,0 0,1 0,-1 0,0 0,0 0,1 0,-1-1,0 1,0 0,0 0,0 0,0 0,-1 0,1 0,0 0,0 0,-1 0,1 0,-1 0,1 0,-1 0,-21-41,5 24,0 1,-1 0,-1 2,0 0,-1 1,-1 1,0 1,-1 1,0 0,-1 2,0 1,0 1,-6-1,70 10,529 11,-567-13,-1 0,1-1,-1 1,0-1,1 1,-1 0,0-1,1 1,-1 1,0-1,1 0,-1 0,1 1,-1-1,0 1,0 0,1 0,-1 0,0 0,0 0,0 0,0 1,0-1,0 1,-1-1,1 1,0 0,-1-1,1 1,-1 0,0 0,1 0,-1 0,0 1,0-1,0 0,-1 0,1 2,-8 42,6-43,-1 1,1-1,0 0,0 1,0-1,0 1,0 0,1-1,-1 1,1-1,0 1,0 0,1-1,-1 1,1-1,0 1,-1-1,2 1,-1-1,0 1,1-1,-1 0,1 0,0 0,0 0,0 0,1 0,-1 0,1-1,-1 1,1-1,0 0,0 0,0 0,1 0,12 3,1-2,0 0,-1 0,1-2,0 0,0-1,0-1,0 0,-1-2,1 0,0 0,-1-2,0 0,11-5,-9 2,1-1,-1-1,0-1,-1 0,14-12,-31 22,0 1,1-1,-1 1,1-1,-1 1,1 0,-1-1,1 1,-1 0,1 0,0-1,-1 1,1 0,-1 0,1 0,-1 0,1-1,0 1,-1 0,1 0,0 0,-1 0,1 1,-1-1,1 0,0 0,-1 0,1 0,-1 1,1-1,-1 0,1 0,0 1,-1-1,1 1,-1-1,0 0,1 1,-1-1,1 1,-1-1,0 1,1-1,-1 1,0-1,1 1,-1-1,0 1,0 0,0-1,1 1,-1-1,0 1,0 0,6 10,1-5,1 1,0-1,1-1,-1 0,1 0,0-1,0 0,1 0,-1-1,1 0,0-1,-1 0,1-1,0 0,0 0,0-1,0 0,9-2,-9 3,171-2,-36 24,-135-22,1 0,0-1,0 0,0 0,0-2,0 1,-1-1,1-1,-1 0,1 0,5-4,-14 6,0 0,0 0,-1-1,1 1,0-1,-1 1,1-1,-1 0,0 1,1-1,-1 0,0 0,0 0,0 0,0 0,-1 0,1-1,0 1,-1 0,0 0,1 0,-1-1,0 1,0 0,0 0,-1-1,1 1,-1 0,1 0,-1 0,1 0,-1 0,0 0,0 0,0 0,0 0,-2-1,-52-68,46 63,-1 0,0 1,-1 0,1 1,-1 0,0 1,-1 0,0 1,1 0,-1 1,0 0,-1 1,1 0,-5 1,11 0,-1 1,1 0,-1 0,1 1,0 0,-1 0,1 0,0 1,0 0,-1 0,2 1,-1-1,0 1,0 1,1-1,0 1,0 0,0 0,0 0,0 1,1 0,0 0,0 0,0 0,1 1,0-1,0 1,0 1,1-3,1 1,0 0,0 0,0-1,1 1,0 0,-1 0,2 0,-1 0,1-1,-1 1,1 0,1 0,-1-1,1 1,-1-1,2 1,-1-1,0 0,1 0,-1 0,1 0,0 0,1 0,-1-1,1 0,-1 1,1-2,0 1,0 0,0-1,1 1,-1-1,0 0,1-1,0 1,-1-1,1 0,3 1,43 10,-3-5</inkml:trace>
  <inkml:trace contextRef="#ctx0" brushRef="#br0" timeOffset="-9583.977">14133 963,'9'13,"8"10,7 2,7 0,7-4,9-7,7-4,6-7,4-7,3-6,-10-2</inkml:trace>
  <inkml:trace contextRef="#ctx0" brushRef="#br0" timeOffset="-13170.475">7382 1176,'29'-11,"-1"-1,0-1,-1-2,0-1,-1 0,21-20,-45 35,32-24,-1-2,-1 0,-1-3,-2 0,10-15,-27 30,-1 1,-1-2,-1 0,0 0,0 0,-2-1,0-1,-1 1,-1-1,-1 0,0 0,-1 0,0-11,-3 24,1 0,-1 1,1-1,-1 0,-1 1,1-1,-1 0,1 1,-1-1,0 1,-1-1,1 1,-1-1,0 1,0 0,-1 0,1 0,-1 0,0 0,0 1,0-1,0 1,-1 0,1 0,-1 0,0 0,0 0,0 1,0 0,0 0,-1 0,1 0,0 1,-1 0,0 0,-5 2,-1 1,1 0,0 0,0 1,0 1,0 0,1 0,-1 1,1 0,0 1,0 0,1 0,0 1,0 0,0 0,1 1,0 0,1 0,-6 9,1 2,0 0,1 1,1 0,1 0,1 1,0 0,2 0,0 1,2-1,0 1,2 0,0 0,1 0,1 0,2 0,0 0,1-1,1 0,1 1,1-2,1 1,0-1,2 0,0-1,1 0,6 6,-4-5,2-1,0-1,1 0,0 0,2-2,0 0,1-1,0-1,2-1,-1-1,1 0,1-2,0 0,0-2,17 4,-32-10,0 0,0 0,0-1,1 0,-1-1,0 0,0 0,0 0,1-1,-1 0,0 0,0-1,0 0,0 0,-1-1,1 1,0-2,-1 1,0-1,0 0,0 0,0 0,-1-1,0 0,0 0,0-1,0 1,-1-1,0 0,0 0,0 0,0-3,4-13,-1 1,-2-1,0 0,-1 0,-1 0,-1-1,0 1,-2-1,-3-18,-5-9,8 50,-1-1,1 1,-1 0,1 0,-1 0,1 0,-1 0,1 0,-1 0,1 0,0 0,-1 0,1 0,-1 0,1 0,-1 1,1-1,-1 0,1 0,-1 0,1 1,0-1,-1 0,1 1,0-1,-1 0,1 1,0-1,-1 0,1 1,0-1,-1 1,1-1,0 0,0 1,0-1,-1 1,1-1,0 1,0-1,0 1,0-1,0 1,0-1,0 1,0-1,0 1,0-1,0 1,-5 17,0 0,1 0,1 1,1-1,0 1,2 0,0 0,1-1,1 1,3 17,-3-30,-1 0,1 0,0-1,1 1,-1 0,1-1,0 1,1-1,-1 0,1 0,0 0,0-1,1 0,-1 1,1-1,0-1,0 1,0-1,6 3,24 9</inkml:trace>
  <inkml:trace contextRef="#ctx0" brushRef="#br0" timeOffset="-12570.081">8158 682,'-47'5,"46"-5,1 0,-1 0,0 1,1-1,-1 0,0 1,1-1,-1 1,1-1,-1 1,0-1,1 1,-1-1,1 1,-1-1,1 1,0 0,-1-1,1 1,0 0,-1-1,1 1,0 0,0-1,-1 1,1 0,0 0,0-1,0 1,0 0,0 0,0-1,0 1,1 0,-1 0,0-1,0 1,0 0,1-1,-1 1,0 0,1-1,-1 1,1 0,-1-1,1 1,-1-1,1 1,-1-1,1 1,-1-1,1 1,0-1,-1 1,1-1,0 0,-1 1,1-1,0 0,10 8,0-1,1 0,0-1,1 0,-1-1,1 0,0-1,0 0,6 0,-4 0,73 18,-43-12,0 1,-2 3,1 1,7 7,-46-20,1 2,-1-1,0 0,1 1,-2 0,1 1,0-1,-1 1,0-1,0 1,0 1,-1-1,1 0,-1 1,-1 0,1 0,-1 0,0 0,0 0,-1 0,0 0,0 0,0 2,0 5,1 0,0 0,0 0,2 0,-1-1,2 1,0-1,0 0,1 0,1-1,-1 0,2 0,0 0,0-1,1 0,0-1,1 0,0 0,6 3,-14-11,0 0,0 0,0-1,0 1,0-1,0 0,0 1,0-1,0 0,0 0,0 0,0-1,0 1,0 0,0-1,0 1,0-1,0 0,0 0,0 1,0-1,-1 0,1-1,0 1,-1 0,1 0,-1-1,1 1,-1-1,0 1,1-1,-1 0,0 0,0 0,34-70,-30 58,37-97,-42 111,1 0,0 0,-1 0,1 0,0 0,-1 0,1 0,-1 1,1-1,0 0,-1 0,1 0,-1 1,1-1,-1 0,1 1,-1-1,1 1,-1-1,1 0,-1 1,0-1,1 1,-1-1,0 1,1-1,-1 1,0 0,1-1,-1 1,0-1,0 1,0 0,0-1,0 1,0-1,0 1,0 0,0-1,0 1,0 0,0-1,0 1,0-1,0 1,-1-1,1 1,0 0,0-1,-1 1,2 3,4 22,0-1,2 1,2-1,0 0,1-1,2 3,-9-22,0 1,1 0,-1-1,1 1,0-1,0 0,1 0,0-1,-1 1,1-1,1 0,-1 0,1-1,-1 0,1 0,0 0,0-1,0 1,1-1,-1-1,0 1,1-1,-1-1,1 1,0-1,-1 0,2 0,2-2,-1 0,1-1,-1 0,0-1,0 0,0 0,0-1,-1 0,0-1,0 1,0-2,0 1,-1-1,0 0,0-1,13-14</inkml:trace>
  <inkml:trace contextRef="#ctx0" brushRef="#br0" timeOffset="-12083.606">9360 882,'0'7,"-2"11,-1 10,0 8,1 8,3 3,3 1,3-4,2-7,0-10,-1-9</inkml:trace>
  <inkml:trace contextRef="#ctx0" brushRef="#br0" timeOffset="-11833.275">9441 588,'-7'0,"3"7,3 9,8 8,1 1</inkml:trace>
  <inkml:trace contextRef="#ctx0" brushRef="#br0" timeOffset="-11581.947">9628 1096,'17'0,"1"-1,-1-1,0 0,0-1,0-1,0-1,0 0,-1-1,0-1,-1 0,1-1,-1-1,-1 0,4-4,-12 7,0 0,0 0,-1 0,0-1,0 0,-1 0,1 0,-1 0,-1-1,0 0,0 0,0-3,-1 8,-1-1,-1 1,1-1,0 0,-1 1,0-1,0 0,0 0,0 1,-1-1,1 0,-1 1,0-1,0 0,0 1,-1 0,1-1,-1 1,0 0,0-1,0 1,0 0,-1 1,1-1,-1 0,0 1,1-1,-2 0,0 1,0-1,-1 1,1 0,0 1,-1-1,1 1,-1 0,0 0,1 0,-1 0,0 1,0 0,1 0,-1 0,0 1,1-1,-1 1,0 0,1 1,-1-1,1 1,-1 0,1 0,0 0,-2 2,-3 1,1 0,0 1,0 0,0 1,1 0,0 0,0 0,1 1,0 0,0 0,-3 8,6-11,0 1,0-1,1 1,0-1,0 1,0 0,1 0,0 0,0 0,0 0,1 0,0 0,0 0,0 0,1 0,0 0,0 0,0 0,1 0,0-1,0 1,1 0,0-1,0 0,0 0,0 0,1 0,0 0,1 1,12 7,1-1,0-1,0 0,2-1,-1-1,1-1,0-1,0-1,1-1,0 0,0-2,15 1,53 7,-7-4</inkml:trace>
  <inkml:trace contextRef="#ctx0" brushRef="#br0" timeOffset="-17816.671">1847 1083,'-15'-3,"0"0,0 1,0 1,0 1,0 0,0 0,0 2,0 0,0 1,0 0,1 1,-1 1,1 0,0 1,1 0,-1 1,-3 4,9-6,0 0,1 0,0 1,0 1,0-1,1 1,0 0,0 0,1 1,0 0,0 0,1 0,0 0,0 1,1 0,0-1,0 1,1 0,0 1,1 4,1-11,0 0,1-1,0 1,0 0,-1-1,2 1,-1-1,0 1,0-1,1 0,-1 1,1-1,0 0,0 0,0 0,0 0,0-1,0 1,0 0,0-1,1 1,-1-1,1 0,-1 0,1 0,-1 0,1-1,0 1,-1 0,1-1,0 0,0 0,5 1,1-1,0 1,-1-2,1 0,0 0,-1 0,1-1,-1 0,6-3,1-2,0 0,-1-1,0-1,0-1,-1 0,0 0,-1-1,0-1,-1 0,0-1,-1 0,0 0,-1-1,-1 0,0-1,-1 0,0 0,1-7,-2-14,-6 36,-1 0,1 0,-1 0,0 0,1-1,-1 1,1 0,-1 0,0 0,1 1,-1-1,1 0,-1 0,1 0,-1 0,1 0,-1 1,0-1,1 0,-1 1,1-1,-1 0,1 1,0-1,-1 0,1 1,-1-1,1 1,0-1,-1 1,1-1,0 1,-1-1,1 1,0-1,0 1,0-1,0 1,-1 0,1-1,0 1,0-1,0 1,0-1,0 1,0 0,0-1,1 1,-4 4,1 0,1 1,-1-1,1 1,0-1,0 1,0 0,1-1,0 1,0 0,0-1,1 1,0-1,0 1,1-1,-1 1,1-1,0 0,0 1,1-1,0 0,0-1,0 1,0 0,1-1,0 0,0 0,0 0,0 0,0-1,1 1,0-1,0 0,0-1,2 2,106 27,-53-23</inkml:trace>
  <inkml:trace contextRef="#ctx0" brushRef="#br0" timeOffset="-17354.909">2476 1109,'-12'-3,"1"1,0 0,0 0,-1 1,1 1,-1 0,1 0,-1 1,1 1,0 0,0 0,0 1,0 1,0 0,0 0,1 1,0 0,0 1,0 0,1 1,0 0,0 0,-2 4,8-8,1 1,0-1,0 1,0 0,1-1,-1 1,1 0,0 0,0 0,0 0,1 0,-1 0,1 0,0 0,0 0,1 1,-1-1,1 0,0 0,0 0,0 0,0-1,1 1,-1 0,1 0,0-1,0 1,1-1,-1 0,1 0,0 0,-1 0,1 0,1 0,-1-1,0 1,1-1,-1 0,1 0,0 0,4 2,1 0,0-1,1 0,-1 0,0-1,1 0,-1 0,1-1,0-1,-1 0,1 0,-1 0,1-2,0 1,-1-1,0 0,1-1,-1 0,0-1,0 0,-1 0,1-1,-1 0,0 0,0-1,-1 0,1 0,-1-1,-1 0,1 0,-1-1,-1 0,1 0,-1-2,6-14,-2-1,-1 0,-1-1,-1 0,-2 0,0 0,-2-1,0 1,-2-1,-1 1,-2-1,0 1,-6-22,-48-194,39 195,10 64,-2 276,8-227,-1-1,3 0,6 52,-5-108,0 1,0-1,0 0,1 0,1 0,0 0,0 0,0-1,1 1,1-1,-1 0,1 0,0 0,1-1,0 0,0 0,1 0,0-1,0 0,0 0,1-1,0 0,0 0,0-1,0 0,1-1,2 1,34 3,-5-6</inkml:trace>
  <inkml:trace contextRef="#ctx0" brushRef="#br0" timeOffset="-16703.625">3104 1176,'-12'-8,"0"0,-1 1,0 1,0 0,-1 1,0 0,0 1,0 0,0 1,-1 1,-11 0,18 1,0 1,1 0,-1 1,1-1,-1 2,0-1,1 1,0 0,-1 0,1 1,0 0,0 1,1-1,-1 1,1 0,-1 1,1 0,1 0,-1 0,1 1,0-1,0 1,0 1,3-4,-1 1,1 0,0 0,0-1,0 1,1 1,-1-1,1 0,0 0,0 0,0 1,1-1,0 1,0-1,0 0,0 1,0-1,1 0,0 1,0-1,0 0,1 0,-1 0,1 0,0 0,0 0,0 0,1 0,-1-1,1 1,0-1,0 0,0 0,1 0,-1 0,1-1,-1 1,1-1,6 3,-1-1,1 0,0-1,0 0,0 0,0-1,0 0,0-1,1 0,-1-1,1 0,-1-1,0 0,1 0,-1-1,0 0,0-1,0-1,0 1,-1-1,1-1,-1 0,0 0,0-1,-1 0,0 0,0-1,0 0,-1-1,0 1,0-1,-1-1,0 1,-1-1,0 0,0-1,-1 1,0-1,2-7,-4 10,0 0,0 0,-1 0,0 0,0-1,-1 1,0 0,0 0,-1 0,0-1,0 1,0 0,-1 0,-1-4,3 11,-1 0,1-1,0 1,0-1,0 1,0-1,0 1,-1-1,1 1,0 0,-1-1,1 1,0-1,0 1,-1 0,1-1,-1 1,1 0,0-1,-1 1,1 0,-1 0,1 0,0-1,-1 1,1 0,-1 0,1 0,-1 0,1 0,-1 0,1 0,-1 0,1 0,-1 0,1 0,-1 0,1 0,-1 0,1 0,0 0,-1 1,1-1,-1 0,1 0,-1 1,1-1,0 0,-1 0,1 1,0-1,-1 0,1 1,0-1,-1 1,1-1,0 0,0 1,-1-1,1 1,0-1,0 1,-11 31,10-23,0 0,1 1,0-1,0 0,1 1,0-1,1 0,0 0,1 0,-1 0,2 0,-1-1,1 1,0-1,1 0,0 0,0 0,1-1,0 0,1 0,-1 0,1-1,0 0,1-1,-1 1,1-1,0-1,0 1,1-1,0-1,11 5,1 0,0-2,0-1,1 0,14 0,33 2</inkml:trace>
  <inkml:trace contextRef="#ctx0" brushRef="#br0" timeOffset="-14302.481">3532 1150,'9'37,"-5"-15,0 0,2-1,1 1,0-1,2-1,0 1,1-1,1-1,1 0,11 12,-20-27,0-1,0 1,1-1,-1 0,1 0,0 0,0 0,0-1,0 0,0 0,0 0,1 0,-1 0,1-1,-1 0,1 0,-1 0,1-1,0 1,-1-1,1 0,0-1,0 1,-1-1,1 0,-1 0,1 0,-1-1,1 1,-1-1,0 0,1-1,-1 1,-1-1,5-2,6-8,0-1,-1-1,0 0,-2 0,1-1,-2-1,0 0,-1 0,-1-1,0 0,-2 0,0-1,-1 0,-1 0,0 0,-2-1,0-4,-1 13,-2 25,-1-3,1-1,0 1,0-1,1 1,1 0,0-1,0 1,1-1,1 0,-1 1,2-1,-1 0,1-1,1 1,0-1,0 0,1 0,0 0,0-1,1 0,0 0,2 1,7-1,0-1,0 0,1-1,0-1,0 0,0-2,0 1,1-2,-1-1,1 0,0-1,-1-1,1-1,9-2,48-7,-1-4,-1-3,0-3,13-9,-71 25,0 1,0-1,-1-1,0 0,0-1,0-1,-1 0,2-1,-14 8,0 0,0 0,0 0,0-1,0 1,0 0,-1-1,1 1,0 0,-1-1,1 1,-1-1,1 1,-1 0,0-1,1 0,-1 1,0-1,0 1,0-1,0 1,0-1,-1 1,1-1,0 1,-1-1,1 1,-1 0,1-1,-1 1,0-1,0 1,0 0,1 0,-2-1,-41-38,32 35,-1 0,0 0,0 1,-1 1,1 0,-1 1,0 0,1 1,-1 0,0 1,0 1,0 0,1 0,-1 2,0-1,1 2,0-1,0 2,0 0,0 0,1 1,0 0,0 1,0 1,1-1,0 2,1-1,0 1,0 1,1-1,-3 5,9-12,0 1,0-1,0 0,0 1,0-1,1 1,-1 0,1 0,0-1,-1 1,1 0,1 0,-1 0,0 0,1 0,0 0,-1 0,1 0,0 0,1 0,-1 0,0 1,1-1,0 0,0-1,0 1,0 0,0 0,0 0,1-1,-1 1,1 0,0-1,0 0,0 1,0-1,0 0,1 0,-1 0,2 1,9 1,1 0,1-1,-1 0,0-1,1-1,-1 0,1-1,-1-1,1 0,-1-1,1 0,-1-1,0-1,0 0,0-1,4-3,-6 4,0-1,0-1,0 0,-1-1,0 0,0-1,-1 0,0 0,-1-1,1-1,-2 1,1-2,-1 1,-1-1,2-4,-17 63,3 19,3 0,3 0,3-1,3 1,2-1,4 0,9 22,32 229,-55-189,0-121,0-1,0 0,-1 0,1-1,-1 1,-1 0,1 0,-1-1,0 1,0-1,-1 0,1 0,-1 0,0-1,-1 1,1-1,-1 0,1 0,-2 0,1-2,1 0,-1 0,1 0,-1-1,0 1,1-1,-1 0,0-1,0 1,0-1,0 0,0 0,1 0,-1-1,0 0,0 0,0 0,1 0,-1-1,0 0,-2-1,-5-4,0 1,0-2,0 0,1 0,0-1,1 0,-2-3,-5-6,1-1,0 0,2-1,0-1,2 0,0-1,1-1,1 0,2 0,0 0,1-1,1 0,0-11,3 17,2 0,-1 0,2 0,0 0,1 0,1 0,1 0,1 1,0-1,1 1,1 0,0 0,1 1,1-1,1 2,0-1,1 1,10-11,7 1,1 0,0 2,2 2,1 0,0 2,1 2,1 1,1 1,0 2,29-7,34-12</inkml:trace>
  <inkml:trace contextRef="#ctx0" brushRef="#br0" timeOffset="3630.809">2302 2459,'31'11,"1"-2,1-1,0-1,0-2,0-1,0-2,33-2,-49 0,672-13,-215 6,458-15,512-22,-551 23,-364 5,315 13,-739 1,0-6,23-7,-128 16,1-1,0 0,0 0,0 1,0-1,0 0,0 0,0 0,0 0,-1 0,1-1,0 1,0 0,0 0,0 0,0-1,0 1,-1-1,1 1,0 0,0-1,-1 0,1 1,0-1,0 1,-1-1,1 0,-1 1,1-1,-1 0,1 0,-1 1,1-1,-1 0,0 0,1 0,-1 0,0 0,0 1,1-1,-1 0,0 0,0 0,0 0,0 0,0 0,-1 0,1 0,0 0,0 1,-1-1,1 0,0 0,-1 0,1 0,-5-4,4 4,0 1,0-1,0 1,0 0,1-1,-1 0,0 1,0-1,1 1,-1-1,0 0,1 0,-1 1,1-1,-1 0,1 0,0 0,-1 1,1-1,0 0,-1 0,1 0,0 0,0 0,0 0,0 0,0 0,0 0,0 0,0 0,0 1,0-1,0 0,1 0,-1 0,0 0,1 0,-1 0,1 1,-1-1,1 0,-1 0,1 1,0-1,-1 0,1 1,0-1,-1 0,1 1,12-9,0 0,1 2,0 0,0 0,0 1,1 1,0 0,3 1,-17 3,1 1,-1-1,1 1,-1 0,1 0,-1 0,1 0,-1 0,1 0,-1 0,1 0,-1 0,1 1,-1-1,0 1,1-1,-1 1,1-1,-1 1,0 0,0 0,1 0,-1 0,0 0,0 0,0 0,0 0,0 0,0 0,0 0,-1 1,1-1,0 0,-1 1,1-1,-1 1,1-1,-1 0,0 1,1-1,-1 1,0-1,0 1,0-1,0 1,0-1,-1 1,5 53,-3 0,-2 0,-5 25,4-52,-20 322,23-329,0-21,-1 0,1 0,-1 0,1 1,-1-1,1 0,-1 0,1 0,-1 0,1 0,-1 0,1 0,-1-1,1 1,-1 0,1 0,-1 0,1 0,-1-1,1 1,-1 0,0 0,1-1,-1 1,1 0,-1-1,0 1,1 0,-1-1,0 1,0-1,1 1,-1-1,0 1,0 0,1-1,-1 1,0-1,0 1,0-1,0 1,0-1,0 1,0-1,0 0,1 1,121-261,-77 154,21-34,-51 120,-15 21,1 0,-1 0,1 0,-1 0,1 0,-1 0,1 0,0 0,-1 0,1 0,-1 0,1 0,-1 1,1-1,-1 0,1 0,-1 1,1-1,-1 0,1 0,-1 1,1-1,-1 1,1-1,-1 0,0 1,1-1,-1 1,0-1,0 1,1-1,-1 1,0-1,0 1,1-1,-1 1,0-1,0 1,0 0,0-1,0 1,0-1,0 1,0-1,0 1,0-1,0 1,-1 0,1-1,0 1,0-1,0 1,0-1,3 139,-5-117,1-1,1 0,0 0,2 0,1 0,0 0,2 0,0-1,1 1,1-1,4 6,-10-23,0-1,1 1,-1-1,1 1,-1-1,1 1,0-1,0 0,0 0,0 0,0 0,1 0,-1-1,0 1,1-1,-1 1,1-1,0 0,-1 0,1 0,0 0,0-1,0 1,0-1,0 1,-1-1,1 0,0 0,0-1,0 1,0-1,0 1,0-1,-1 0,1 0,0 0,-1 0,1 0,0-1,-1 1,0-1,1 0,-1 0,0 0,0 0,0 0,0 0,11-15,-1-1,-1 0,-1 0,0-1,-2 0,0-1,-1 0,-1 0,-1 0,0-1,-1-10,2 6,15-76,-19 98,0 0,1 1,-1-1,0 1,1-1,-1 1,1 0,0 0,0 0,0 0,0 1,0-1,0 1,1 0,-1 0,0 0,1 0,-1 1,0-1,1 1,-1 0,1 0,-1 0,1 0,-1 1,0-1,1 1,2 1,19-2,2935 42,-1875-11,-615-17,679 3,-1170-12,8-2</inkml:trace>
  <inkml:trace contextRef="#ctx0" brushRef="#br0" timeOffset="4581.329">16206 2193,'51'336,"-39"-248,-4 0,-3 1,-4 0,-10 69,9-145,-2 0,0 0,0 0,-1 0,-1-1,0 1,-1-1,0 0,-1 0,0-1,0 0,-2 2,7-12,0 1,0-1,0 1,0-1,-1 0,1 1,0-1,0 0,-1 0,1 0,-1 0,1 0,-1 0,0 0,1-1,-1 1,1 0,-1-1,0 1,0-1,1 0,-1 0,0 0,0 0,0 0,1 0,-1 0,0 0,0-1,1 1,-1 0,0-1,1 0,-1 1,0-1,1 0,-1 0,1 0,-1 0,1 0,0 0,-1-1,1 1,0 0,0-1,0 1,-1-1,-4-10,1 0,0 0,1 0,0 0,0-1,2 0,0 1,0-1,1 0,0 0,1-1,-1-2,-5-100,5 1,4-1,6 0,14-56,-20 146,2 0,1 0,1 0,1 1,2 1,7-15,-15 35,0 0,0 0,1 1,-1-1,1 1,0 0,0 0,0 0,0 0,0 0,1 1,-1-1,1 1,0 0,0 0,0 1,0-1,0 1,0 0,0 0,0 0,0 0,1 1,-1-1,0 1,1 1,-1-1,0 0,0 1,1 0,-1 0,0 0,0 1,0-1,0 1,2 1,7 5,0 1,-1 0,0 0,0 2,-1-1,-1 1,0 1,0 0,-1 1,-1-1,0 2,0-1,-1 1,-1 0,-1 0,3 11,-6-21,-1 1,1-1,-1 1,0-1,0 1,-1-1,1 1,-1 0,0-1,-1 1,1 0,-1-1,0 1,0 0,0-1,0 1,-1-1,0 0,0 0,0 1,0-1,-1 0,0-1,0 1,0 0,0-1,0 0,-1 0,1 0,-1 0,0 0,0 0,-1-1,1 1,0-1,-1 0,1 0,-1 0,0-1,1 1,-1-1,0 0,0-1,0 1,0-1,0 0,0 0,0 0,1-1,-1 0,0 0,0 0,0-1,1 1,-1-1,1 0,-1 0,1-1,0 0,0 1,0-1,0 0,0-1,1 1,-1-1,1 0,0 0,0 0,1 0,-1 0,1 0,0-1,0 1,0-1,1 0,-1 0,1 1,0-5,3-3,1-1,1 1,0 0,1 0,0 1,1-1,0 1,1 1,0-1,1 1,0 0,1 1,-1 0,2 0,-1 1,1 0,2 0,9-12,9-8,0-1,-2-1,-2-2,-1-1,-1-1,-2-1,-1-1,-2 0,-1-2,-2 0,-2-2,-3 3,-2 0,-1 0,-2-1,-2 0,0-32,-15 26,11 43,-1 0,0 0,1 1,-1-1,0 0,1 1,-1-1,0 1,0-1,1 1,-1-1,0 1,0-1,0 1,0 0,0 0,0-1,0 1,0 0,0 0,1 0,-1 0,0 0,0 0,0 0,0 0,0 1,0-1,0 0,0 0,0 1,0-1,1 1,-1-1,0 1,0-1,0 1,1-1,-1 1,0 0,1-1,-1 1,1 0,-1 0,-7 8,0 0,1 0,1 1,0 0,0 0,0 0,2 1,-1 0,1 0,1 0,0 0,0 4,-9 35,2 0,2 1,3 0,2 0,2 0,2 0,3 0,1 0,3 0,5 11,-6-34,2-1,0 0,2 0,0-1,2-1,1 0,16 21,-22-35,0 0,1-1,0 0,1-1,0 0,0 0,1-1,0-1,0 0,1 0,0-1,0 0,0-1,1-1,0 0,0-1,11 2,22-5,-7-6</inkml:trace>
  <inkml:trace contextRef="#ctx0" brushRef="#br0" timeOffset="4785.78">16486 1845,'9'0,"21"2,31 6,32 7,25 7,13 6,1 7,-23-2</inkml:trace>
  <inkml:trace contextRef="#ctx0" brushRef="#br0" timeOffset="5240.776">17061 2540,'12'-14,"1"0,-2-1,0 0,-1 0,0-2,-2 1,1-1,-2 0,-1-1,0 0,-1 0,-1 0,0 0,-1-1,-2 0,0-9,-1 19,0 8,0-1,-1 1,1 0,0-1,0 1,0-1,0 1,0 0,0-1,0 1,0-1,0 1,1 0,-1-1,1 1,-1 0,1-1,-1 1,1 0,0 0,0-1,0 1,-1 0,1 0,0 0,0 0,1 0,-1 0,0 1,0-1,0 0,0 0,1 1,-1-1,0 1,1-1,106 18,-87-13,-6-2,1 0,-2 1,1 1,0 0,-1 1,0 1,0 0,0 1,-1 1,0 0,0 0,1 3,-11-8,-1-1,0 1,0 0,0 0,0-1,-1 1,1 1,-1-1,0 0,0 0,0 0,0 1,-1-1,1 0,-1 1,0-1,0 1,0-1,0 0,0 1,-1-1,0 1,0-1,0 2,-40 76,26-57,10-14,1-5,0 0,1 0,0 1,0-1,1 1,-1-1,1 1,0 0,1 0,0 0,0 0,0 0,0 0,1 0,0 4,2-7,0-1,0 0,0 0,0 1,1-1,-1 0,1-1,-1 1,1 0,-1-1,1 0,0 1,0-1,0 0,0 0,0-1,0 1,0-1,0 1,0-1,0 0,0 0,0 0,2-1,-4 1,32 0,-1-2,0-2,0-1,0-1,-1-1,0-2,0-2,8-4,12-8,-11 2</inkml:trace>
  <inkml:trace contextRef="#ctx0" brushRef="#br0" timeOffset="60432.1">110 4037,'11'4,"16"3,16-1,19-2,17-3,12-4,5-2,-1-2,-9 0,-11 1,-15 2,-14 4,-16 3,-12 5,-10 0</inkml:trace>
  <inkml:trace contextRef="#ctx0" brushRef="#br0" timeOffset="61301.289">1995 3850,'-3'-2,"0"5,3 10,0 12,2 10,-1 9,0 5,0 2,-1-1,3-5,2-10,3-10,1-10</inkml:trace>
  <inkml:trace contextRef="#ctx0" brushRef="#br0" timeOffset="62056.786">1780 3569,'52'4,"0"1,0 3,-1 3,0 1,-1 3,-1 2,31 16,-70-28,0 0,0 1,-1 1,0-1,0 1,0 1,-1 0,0 0,-1 0,0 1,0 0,-1 1,0-1,-1 1,0 1,0-1,-1 0,-1 1,0 0,0 0,-1 0,0 0,-1 2,-4 172,3-183,0-1,0 1,0 0,0-1,0 1,1 0,-1-1,0 1,1 0,0-1,-1 1,1-1,0 1,0-1,0 1,0-1,0 1,0-1,0 0,0 0,1 0,-1 0,0 0,1 0,-1 0,1 0,-1 0,1 0,-1-1,1 1,0-1,-1 1,1-1,0 0,-1 0,1 1,0-1,0 0,-1-1,1 1,0 0,67-25,-55 16,-1-1,-1 0,1 0,-2-2,1 1,-2-1,1-1,-2 0,0-1,0 1,-1-2,3-8,-2 14,-8 34,-2-14,1 11,2 0,0 0,1 0,1-1,1 0,1 1,4 6,-7-20,0 0,0-1,1 0,0 1,0-1,1 0,0-1,0 1,1-1,0 0,0-1,0 1,1-1,-1 0,1-1,0 1,1-2,-1 1,1-1,0 0,0 0,-2-2,1 0,-1 0,1 0,0-1,0 0,-1 0,1-1,0 0,-1 0,1-1,-1 1,1-1,-1-1,0 1,1-1,-2 0,1-1,0 1,-1-1,1 0,-1-1,0 1,1-2,4-5,-1 1,0-2,-1 1,0-1,0 0,-2-1,1 0,-2 0,1 0,1-9,3-27,-3 0,-1-1,-2 0,-3 0,-2 0,-2 0,-2 0,-11-43,10 52,-1 0,-3 0,-1 1,-2 1,-10-21,3 32,19 28,1-1,-1 1,1 0,-1 0,1-1,-1 1,0 0,1 0,-1 0,1 0,-1 0,0 0,1 0,-1 0,1 0,-1 0,0 0,1 0,-1 0,0 0,1 0,-1 1,1-1,-1 0,1 1,-1-1,1 0,-1 1,1-1,-1 0,1 1,-1-1,1 1,-1-1,1 1,0-1,-1 1,1-1,0 1,0-1,-1 1,1 0,0-1,0 1,0-1,0 1,0 0,0-1,0 1,0 0,-4 14,0 0,1 0,1 1,1-1,0 1,1 0,1-1,2 15,-3-19,10 83,5-1,3 0,4-1,8 11,37 70,-62-162,1-1,1 1,-1-1,2-1,-1 1,1-1,1-1,-1 1,1-2,1 1,0-1,0 0,0-1,3 1,-7-5,1 1,-1-1,1 0,-1-1,1 1,0-1,0-1,0 1,0-1,-1 0,1-1,5-1,26-8</inkml:trace>
  <inkml:trace contextRef="#ctx0" brushRef="#br0" timeOffset="62304.119">2623 3582,'23'-2,"30"-1,35 0,35 1,24 2,9 7,-21 1</inkml:trace>
  <inkml:trace contextRef="#ctx0" brushRef="#br0" timeOffset="62966.146">3385 4211,'13'-369,"-12"364,-2 4,1 0,-1 0,1 1,0-1,-1 0,1 0,0 0,0 0,-1 0,1 0,0 0,0 1,0-1,0 0,1 0,-1 0,0 0,0 0,0 0,1 0,-1 0,0 1,1-1,-1 0,1 0,-1 0,1 1,-1-1,1 0,0 1,-1-1,1 0,0 1,-1-1,1 1,0-1,0 1,0 0,-1-1,1 1,0 0,0-1,0 1,0 0,0 0,0 0,0 0,0 0,-1 0,1 0,0 0,0 0,0 0,0 0,0 1,0-1,0 0,-1 1,233 57,-227-56,-1-1,1 1,0 0,-1 1,0-1,0 1,0 0,0 0,0 1,0-1,-1 1,0 0,1 0,-1 1,-1-1,1 1,-1 0,0 0,0 0,0 0,-1 0,0 1,0-1,0 1,-1 0,1 4,0 149,-1-157,-1 0,1 0,-1 1,1-1,0 0,0 0,0 0,0 0,0 0,0-1,1 1,-1 0,1-1,-1 1,1 0,-1-1,1 0,0 1,0-1,0 0,0 0,0 0,0 0,0 0,0-1,0 1,0-1,0 1,1-1,-1 0,0 0,2 0,71-13,-51 4,1-1,-1-1,-1-2,0 0,-1-1,15-13,-32 23,-5 3,1 0,-1 0,1 0,-1 1,1-1,-1 0,1 0,-1 1,1-1,0 0,-1 1,1-1,0 1,-1-1,1 1,0-1,0 1,0-1,-1 1,1 0,0 0,0-1,0 1,0 0,0 0,0 0,0 0,-1 0,1 0,0 0,0 0,0 0,0 0,0 1,0-1,-1 0,1 1,0-1,0 1,0-1,-1 0,1 1,0 0,0-1,-1 1,1-1,-1 1,1 0,0 0,-1-1,1 1,1 6,1-1,-1 0,2 0,-1 0,1-1,-1 1,2-1,-1 0,0 0,1 0,0-1,0 1,1-1,-1 0,1-1,0 0,0 1,0-2,0 1,0-1,1 0,4 1,-1-1,-1 0,1-1,0 0,0 0,0-1,0 0,0-1,-1 0,1-1,0 0,-1 0,1-1,-1 0,0-1,1 0,-2 0,1-1,-1 0,1-1,-2 0,1 0,0-1,-1 0,-1 0,6-7,-10 10,0 1,-1-1,0 1,0-1,0 0,0 1,0-1,-1 0,0 0,1 0,-1 1,-1-1,1 0,-1 0,1 0,-1 1,0-1,0 0,-1 1,1-1,-1 1,0-1,0 1,0 0,0 0,0 0,-1 0,-3-4,0 1,-1 0,1 0,-1 0,0 1,0 0,-1 1,0 0,0 0,0 0,-4 0,4 1,1 0,-1 1,0 0,0 0,0 1,0 0,0 0,0 1,0 0,0 1,0 0,0 0,1 0,-1 1,0 0,0 1,1 0,-1 0,1 0,0 1,0 0,1 1,-1 0,1 0,-6 5,11-8,-1 1,1-1,0 1,-1-1,1 1,1-1,-1 1,0-1,1 1,-1 0,1 0,0-1,0 1,0 0,0-1,0 1,1 0,-1 0,1-1,-1 1,1-1,0 1,0 0,1-1,-1 0,0 1,1-1,-1 0,1 0,0 0,0 0,0 0,0 0,0 0,0-1,2 2,28 22</inkml:trace>
  <inkml:trace contextRef="#ctx0" brushRef="#br0" timeOffset="63769.723">4789 3917,'-112'-15,"108"16,-1-1,1 1,0-1,0 1,-1 1,1-1,0 0,0 1,1 0,-1 0,0 0,0 1,1-1,0 1,-1 0,1 0,0 0,0 0,1 0,-1 1,1-1,-1 1,1 0,-1 2,0 1,1-1,0 1,0 0,0 0,1 0,0 0,0 0,1 0,0 1,0-1,0 0,1 0,0 0,1 0,0 0,0 0,0 0,1-1,0 1,0-1,0 0,1 0,0 0,0 0,1 0,0-1,0 0,0 0,0 0,6 3,-4-2,1-1,-1 0,1 0,0-1,0 0,0 0,0-1,1 0,0 0,-1-1,1 0,0-1,0 0,0 0,0-1,0 0,0-1,0 0,0 0,0-1,0 0,-1-1,1 1,4-4,-3 1,0-1,-1-1,0 1,0-2,-1 1,0-1,0 0,-1-1,0 0,-1 0,0 0,0-1,-1 0,0 0,0 0,-1-1,-1 0,0 0,0 1,0-10,0-6,0-1,-2 0,-1 1,-1-1,-1 0,-1 1,-2-1,-2-5,2 7,0 1,-2 0,-1 0,-1 1,-1 0,0 1,-2 0,-11-15,23 36,-1-1,0 1,0 0,0 0,0 0,0 0,0-1,0 1,0 0,0 1,0-1,-1 0,1 0,0 0,-1 1,1-1,0 1,-1-1,1 1,-1-1,1 1,-1 0,1 0,-1 0,1 0,-1 0,1 0,-1 0,1 0,-1 1,1-1,-1 1,1-1,0 1,-1-1,1 1,0 0,-1 0,1-1,0 1,0 0,0 0,0 0,0 0,0 1,0-1,0 0,0 0,0 1,1-1,-1 0,0 2,-5 11,0 1,2-1,0 1,0 0,1 1,1-1,1 0,0 1,1 8,-1-5,0 1,2-1,0 1,1 0,2-1,-1 0,2 0,1 0,0 0,1-1,1 0,1-1,1 1,0-2,1 1,1-2,0 1,1-2,1 1,0-2,1 0,0-1,1 0,0-1,1-1,0-1,1 0,6 1,-18-8,0 0,1 0,-1-1,0 0,0 0,1 0,-1-1,1 0,-1 0,0-1,1 0,-1 0,0 0,0-1,1 0,-1 0,-1 0,1-1,0 0,0 0,-1 0,0-1,0 0,0 0,0 0,-1-1,1 0,2-4,-1 0,0-1,-1 1,0-1,-1 0,0 0,-1-1,0 1,-1-1,0 0,0 0,-1 1,-1-1,1 0,-2 0,0 0,1 11,0 0,0 0,0 0,-1 0,1 0,0 1,0-1,-1 0,1 0,0 0,0 0,0 0,-1 0,1 0,0 0,0 0,-1 0,1 0,0 0,0 0,-1 0,1 0,0 0,0 0,0 0,-1 0,1 0,0 0,0-1,0 1,-1 0,1 0,0 0,0 0,0 0,-1-1,1 1,0 0,0 0,0 0,0-1,0 1,0 0,-1 0,1 0,0-1,0 1,0 0,0 0,0-1,0 1,0 0,0 0,0 0,0-1,0 1,0 0,0 0,0-1,0 1,0 0,-7 18,4-11,1-1,0 0,0 1,1-1,-1 1,1 0,1-1,0 1,0 0,0 0,0-1,1 1,0 0,1-1,0 1,0-1,0 1,1-1,-1 0,2 0,-1 0,0-1,1 1,0-1,1 0,-1 0,2 1,1-2,0-1,1 0,-1 0,1 0,0-1,-1-1,1 1,0-1,0 0,0-1,0 0,0 0,0-1,0 0,0 0,0-1,0 0,-1 0,1-1,-1 0,1 0,-1-1,0 0,0 0,-1-1,0 0,1 0,-1 0,-1-1,1 0,-1 0,0 0,-1-1,1 0,-1 0,3-7,-1-1,0 0,-1 0,-1 0,0-1,-1 0,-1 0,0 0,-1-12,-1 28,1-1,-1 0,0 0,1 0,-1 0,0 0,0 0,0 0,0 0,0 0,0 0,0 0,0 0,0 0,0 0,0 0,-1 0,1 0,0 0,-1 0,1 0,-1 0,1 0,-1 1,1-1,-1 0,1 0,-1 0,0 1,0-1,1 0,-1 1,0-1,0 1,0-1,0 1,0-1,1 1,-1 0,0-1,0 1,0 0,0 0,0 0,-1-1,-3 6,1 1,-1-1,1 1,1-1,-1 1,1 0,0 1,0-1,1 0,0 1,0-1,0 1,1 0,0 0,0 0,1 4,0-3,0 1,0-1,1 0,0 1,1-1,-1 0,2 0,-1 0,1 0,0-1,1 1,0-1,0 1,1-1,0-1,0 1,0-1,1 0,0 0,0 0,0-1,1 0,0 0,0-1,0 0,1 0,-1 0,5 0,51 19,-1-6</inkml:trace>
  <inkml:trace contextRef="#ctx0" brushRef="#br0" timeOffset="64215.774">6433 3970,'-8'-3,"1"1,-1 0,0 0,0 1,0 0,1 0,-1 1,0 0,0 0,0 1,0 0,0 1,0-1,1 1,-1 1,0 0,1 0,0 0,0 1,0 0,0 0,1 1,-1 0,1 0,1 0,-1 1,-2 3,4-5,0-1,1 1,0 0,0 1,0-1,0 0,1 1,-1 0,1-1,1 1,-1 0,1 0,-1 0,1 0,1 0,-1 0,1 1,0-1,0 0,0 0,1 0,0 0,0 0,0 0,0 0,1 0,0 0,1 2,7 1,-1 0,2-1,-1 0,1 0,0-1,0-1,1 0,-1 0,1-1,0-1,1 0,-1 0,0-2,1 1,-1-1,1-1,7-1,8 3,0-2,0-1,0-1,-1-1,1-2,-1 0,0-2,0-1,-1-1,0-2,0 0,-1-2,-1 0,9-8,-28 18,-1 1,0-1,0 0,0 0,0-1,0 1,-1-1,0 1,0-1,0 0,0 0,0-1,-1 1,0-1,0 1,0-1,0 0,-1 1,0-1,0 0,0 0,0 0,-1 0,0 0,0 0,0 0,-1 0,0 0,1 0,-2 0,1 0,-1 1,1-1,-2 0,0-2,-2 3,0 0,0 0,0 0,0 1,-1 0,1 0,-1 0,0 1,0 0,0 0,0 0,0 1,-1 0,1 0,0 0,-1 1,1 0,0 0,-1 1,1 0,0 0,0 0,0 1,0 0,0 0,0 1,0-1,0 1,1 0,0 1,-1 0,1-1,1 1,-1 1,0-1,1 1,0 0,0 0,1 0,-1 0,1 1,0 0,0-1,1 1,0 0,0 0,2 1,1-1,0 1,0-1,0 0,1 0,0 0,0 0,1 0,0 0,0 0,0-1,0 0,1 1,0-1,0 0,1-1,-1 1,1-1,0 0,0 0,0 0,1-1,-1 0,1 0,0 0,0-1,0 0,0 0,3 0,23 9,1-1,0-1,1-3,0 0,25 0,9-1</inkml:trace>
  <inkml:trace contextRef="#ctx0" brushRef="#br0" timeOffset="64946.706">7208 3930,'-4'12,"0"0,0 1,2-1,-1 1,2 0,0 0,0-1,1 1,1 0,1 11,-1-18,1 0,-1 1,1-1,0 0,1 0,-1 0,1 0,0-1,1 1,-1-1,1 0,0 0,1 0,-1 0,1-1,0 1,0-1,0-1,1 1,-1-1,1 0,1 1,2 0,-1-1,0 0,1 0,0 0,-1-1,1-1,0 1,0-1,0-1,0 0,1 0,-1-1,0 0,-1 0,1-1,0 0,0-1,-1 0,1 0,-1-1,0 0,0-1,0 1,-1-1,0-1,0 0,0 0,0 0,-1-1,0 1,-1-2,1 1,-1-1,-1 1,0-1,2-5,-3 8,-1-1,0 1,0-1,-1 1,1-1,-1 0,-1 0,1 1,-1-1,0 0,0 0,-1 0,1 1,-1-1,-1 0,1 1,-1-1,0 0,0 1,-1 0,-2-5,3 10,0-1,0 1,0 0,0 0,0 0,0 0,-1 0,1 0,0 1,0-1,0 0,0 1,0 0,0 0,0-1,0 1,0 0,1 1,-1-1,0 0,1 0,-1 1,1-1,-1 1,1-1,-1 1,1 0,0 0,0-1,0 1,0 0,0 0,0 0,1 0,-1 1,-2 2,1 0,-1 0,1 0,0 0,1 0,-1 0,1 1,0-1,0 0,1 1,0-1,0 1,0-1,0 1,1-1,0 0,0 1,0-1,1 0,0 0,0 0,0 0,1 0,-1 0,1-1,1 1,-1-1,0 0,1 0,0 0,0 0,0-1,0 1,1-1,1 1,4 2,1-1,0 0,0 0,0-1,0 0,1-1,-1-1,1 1,0-2,0 0,0 0,0-1,-1-1,8 0,-13 0,-1 0,1 0,-1 0,1 0,-1-1,0 0,0 0,0 0,0-1,0 0,0 0,0 0,-1 0,0-1,0 0,0 0,0 0,0 0,-1 0,0-1,0 0,0 0,0 1,-1-2,0 1,0 0,0 0,-1-1,1 1,-1-1,0-3,-1 2,1-1,-1 1,-1-1,1 1,-1-1,-1 1,1-1,-1 1,0 0,-1 0,0 0,-3-7,6 14,-1 0,1-1,0 1,0-1,-1 1,1 0,0-1,-1 1,1-1,-1 1,1 0,0 0,-1-1,1 1,-1 0,1 0,0-1,-1 1,1 0,-1 0,1 0,-1 0,1 0,-1 0,1 0,-1 0,1 0,-1 0,1 0,-1 0,1 0,-1 0,1 0,-1 0,1 1,-1-1,1 0,-1 0,1 1,0-1,-1 0,1 0,0 1,-1-1,1 0,0 1,-1-1,1 1,0-1,-1 1,1-1,0 0,0 1,0-1,-1 1,1-1,0 1,0-1,0 1,0-1,0 1,0-1,0 1,0-1,0 1,-9 36,7-24,1-1,0 1,1-1,1 1,0-1,0 1,1-1,1 1,0-1,4 9,-5-16,0 0,0 0,1 0,0 0,0 0,0-1,0 1,1-1,0 0,0 0,0 0,0-1,0 1,1-1,-1 0,1-1,0 1,0-1,0 0,0 0,1 0,-1-1,0 1,1-1,4 0,-3-1,-1 0,1-1,0 0,-1 0,1 0,-1-1,1 1,-1-2,0 1,0-1,0 0,0 0,0 0,-1-1,1 0,-1 0,0-1,-1 1,1-1,3-5,0 0,-1 0,1 0,-2-1,0 0,0 0,-1-1,0 0,-1 0,-1 0,2-7,-4-35,-1 53,0 0,-1 0,1 0,0 0,-1 0,1 0,-1 0,1 0,-1 0,0 0,1 0,-1 0,0 0,0 1,1-1,-1 0,0 0,0 1,0-1,0 1,0-1,0 1,0-1,0 1,0 0,0-1,0 1,0 0,0 0,-1 0,1 0,0 0,0 0,0 0,0 0,0 0,0 0,0 1,0-1,0 1,0-1,0 0,0 1,0 0,0-1,-1 1,-1 0,-1 1,0 0,0-1,1 1,-1 0,1 1,0-1,0 1,-1-1,2 1,-1 0,0 0,0 0,1 1,0-1,0 1,0-1,0 1,0 0,1-1,0 1,-1 0,1 0,1 0,-1 0,1 0,-1 0,1 0,0 0,1 1,-1-1,1 0,0 0,0 0,0-1,0 1,1 0,-1 0,1-1,0 1,0 0,0-1,1 0,-1 0,1 0,0 1,13 6,1 0,0 0,0-2,1 0,0-1,0-1,0-1,1 0,0-2,19 2,-27-3,89 13</inkml:trace>
  <inkml:trace contextRef="#ctx0" brushRef="#br0" timeOffset="65816.888">9882 3530,'-1'147,"10"408,3-463,-12-93,0 1,0 0,0-1,0 1,1-1,-1 1,0-1,0 1,0 0,1-1,-1 1,0 0,1-1,-1 1,0 0,1-1,-1 1,0 0,1 0,-1-1,0 1,1 0,-1 0,1 0,-1 0,0-1,1 1,-1 0,1 0,-1 0,1 0,-1 0,1 0,-1 0,0 0,1 0,-1 0,1 1,-1-1,1 0,-1 0,0 0,1 0,-1 1,1-1,-1 0,0 0,1 1,-1-1,0 0,1 1,-1-1,0 0,0 1,1-1,-1 0,0 1,0-1,0 1,1-1,-1 0,0 1,0-1,0 1,0-1,0 1,55-171,-53 165,-1-3,1 1,1-1,-1 0,1 1,1 0,-1-1,1 1,0 1,1-1,0 1,0-1,0 1,1 1,-1-1,1 1,1 0,0 0,-4 5,1 0,-1 0,1 1,0-1,-1 1,1 0,-1 0,1 0,-1 1,0-1,0 1,1-1,-1 1,0 0,0 0,-1 1,1-1,0 1,-1-1,1 1,-1 0,0 0,0 0,0 0,0 0,-1 0,1 1,-1-1,0 0,1 4,2 3,1 0,-2 1,1-1,-1 1,-1-1,0 1,-1 0,0 0,0 0,-1 0,-1 0,0 0,0-1,-1 1,0 0,-1-1,0 1,-1-1,0 0,-1 0,0 1,3-9,0 0,0 0,0 0,0 0,0 0,0 0,-1-1,1 1,0-1,-1 0,0 0,1 0,-1 0,1 0,-1 0,0-1,0 1,1-1,-1 0,0 0,0 0,0 0,1 0,-1 0,0-1,0 0,1 1,-1-1,0 0,1 0,-1-1,1 1,0 0,-1-1,1 1,0-1,0 0,0 0,0 0,0 0,0 0,0 0,1-1,-1 1,1-1,-3-2,0-1,1 1,0-1,0 1,1-1,0 0,-1 0,2 0,-1 0,1 0,0 0,0-1,1 1,0 0,0 0,0-1,1 1,0 0,0 0,1 0,0-1,0 2,0-1,0 0,1 0,0 1,1-1,-1 1,1 0,0 0,0 0,0 1,4-3,6-6,1 1,1 1,0 0,0 1,1 0,1 2,-1 0,1 1,1 1,-1 0,1 2,0 0,12 0,-29 3,1 1,-1 0,1 0,-1 0,1 1,-1-1,1 0,-1 1,1 0,-1 0,0-1,0 1,1 1,-1-1,0 0,0 1,0-1,0 1,0-1,0 1,-1 0,1 0,0 0,-1 0,0 0,1 0,-1 0,0 0,0 1,16 74,-14-55,-2-11,0 1,0-1,1 0,1 0,0 0,0 0,1-1,0 1,1-1,1 0,-1 0,1-1,1 0,0 0,0 0,1-1,0 0,0 0,4 2,41-2,-29-13</inkml:trace>
  <inkml:trace contextRef="#ctx0" brushRef="#br0" timeOffset="66068.554">10283 3609,'14'5,"13"1,2-1</inkml:trace>
  <inkml:trace contextRef="#ctx0" brushRef="#br0" timeOffset="66821.666">10684 3369,'4'101,"5"0,5 8,-4-36,42 317,-50-373,0 3,1-1,0 1,2-1,0 0,1-1,1 1,1-1,8 14,-15-30,0-1,0 1,0-1,1 0,-1 1,0-1,1 0,-1 0,1 0,0 0,-1 0,1 0,0-1,-1 1,1 0,0-1,0 1,0-1,-1 0,1 0,0 1,0-1,0 0,0-1,0 1,-1 0,1 0,0-1,0 1,0-1,-1 0,1 0,0 1,-1-1,1 0,-1 0,1 0,-1-1,1 1,0-1,54-58,-31 24,-2-1,-2-1,-1 0,4-16,-17 45,-10 28,-12 114,15-128,1 0,-1-1,1 1,0 0,0 0,0-1,0 1,1-1,0 1,0-1,0 0,1 0,-1 0,1 0,0 0,0 0,0-1,1 1,-1-1,1 0,0 0,0-1,0 1,0-1,0 1,4 0,4 0,0-1,0-1,0 1,1-2,-1 0,0 0,0-1,0-1,0 0,0 0,0-1,0-1,0 0,-1-1,0 0,0-1,0 0,-1 0,0-1,0-1,-1 1,0-2,0 1,-1-1,0-1,4-6,-5 6,-1 0,-1 0,0-1,0 0,-1 0,-1 0,0-1,0 1,0-4,-6 24,2 0,-1 1,1-1,1 0,0 1,0-1,0 0,1 1,1-1,0 0,0 0,1 0,0 0,0 0,1 0,0-1,1 0,0 0,0 0,0 0,1-1,1 0,-1 0,1-1,0 0,0 0,1 0,7 3,3-1,2-1,-1-1,1-1,0-1,0 0,1-2,-1 0,0-1,1-1,-1-1,1-1,-1-1,0-1,13-3,-18 2,0-1,0 0,-1 0,0-2,0 1,-1-2,0 0,0-1,-1 0,0-1,-1 0,0-1,-1 0,0 0,-1-1,0-1,-1 1,-1-1,0-1,-1 0,4-14,2-14,-1 1,-3-1,-1-1,-2 1,-2-1,-2 0,-2 0,-2 0,-8-43,9 70,0-1,-1 1,-1 0,0-1,-2 2,0-1,0 1,-2 0,0 0,-1 0,0 2,-1-1,-1 1,0 0,-1 1,-1 1,-2-2,10 11,1 0,-1 1,0 0,0 0,0 0,0 0,-1 1,1 0,0 0,0 0,-1 1,1 0,-1 0,1 0,0 0,-1 1,1 0,0 0,-1 1,1 0,0-1,0 2,0-1,-2 2,-3 2,-1 1,1 1,0 0,1 0,0 1,0 0,1 1,0 0,0 0,0 2,-9 19,2 0,1 1,1 0,1 1,2 1,2 0,1 0,2 0,1 1,1 0,2 0,2 0,1 0,2-1,1 1,4 10,2-7,1-1,2-1,1 0,2-1,2-1,0 0,3-1,1-2,1 0,1-2,2 0,1-2,1-1,1-1,26 15,-6-7</inkml:trace>
  <inkml:trace contextRef="#ctx0" brushRef="#br0" timeOffset="67068.001">10858 3783,'16'-4,"30"0,39 1,37 4,30 3,20 1,-18 0</inkml:trace>
  <inkml:trace contextRef="#ctx0" brushRef="#br0" timeOffset="67851.905">13571 4104,'-9'-5,"-1"2,1-1,-1 2,0-1,0 1,0 1,-1 0,1 0,0 1,0 0,0 1,-1 0,1 0,0 1,0 1,0 0,1 0,-1 1,1 0,0 0,0 1,0 1,0-1,1 1,0 1,1 0,-1 0,1 0,0 1,1 0,0 0,0 0,1 1,0 0,1 0,-1 1,2-1,-1 1,-1 9,4-14,0 0,0 1,0 0,0-1,1 1,0-1,0 1,0 0,1-1,0 1,0-1,0 1,1-1,0 0,0 1,0-1,0 0,1 0,0-1,0 1,1 0,-1-1,1 0,0 0,0 0,0 0,0-1,1 0,0 1,-1-2,1 1,0 0,1-1,1 1,3-1,0 1,0-2,-1 1,1-1,0-1,0 0,0 0,0-1,0 0,0-1,0 0,0-1,-1 0,1 0,-1-1,0 0,0 0,5-5,0 0,-1 0,0-1,0 0,-1-1,0 0,-1-1,-1 0,0-1,0 0,-1-1,1-4,4-18,-1-1,-2 0,-2-1,-1 0,-2 0,-2-1,-1 0,-2 1,-2-1,-3-11,4 49,1-43,-3 1,-1-1,-3 1,-1 0,-10-31,17 73,1 0,-1 1,0-1,0 0,0 1,0-1,0 0,0 0,0 1,-1-1,1 0,0 1,0-1,0 0,-1 1,1-1,0 0,-1 1,1-1,0 1,-1-1,1 1,-1-1,1 1,-1-1,1 1,-1-1,0 1,1 0,-1-1,1 1,-1 0,0-1,1 1,-1 0,0 0,1 0,-1-1,0 1,0 0,1 0,-1 0,0 0,1 0,-1 1,0-1,1 0,-1 0,0 0,1 1,-1-1,0 0,1 0,-1 1,0-1,1 1,-1-1,-19 40,7 8,2 1,3 0,2 1,1 0,4 47,1-64,1 1,2 0,2-1,1 0,1 0,11 28,-13-46,0-1,2 0,0 0,0 0,2-1,-1 0,2-1,-1 0,2 0,0-1,0 0,1-1,0-1,0 1,15 6,-18-11,0 1,0-2,1 1,0-2,-1 1,2-1,-1-1,0 1,0-2,1 0,-1 0,1-1,-1 0,1 0,-1-1,1-1,-1 0,0 0,0-1,0 0,0-1,0 0,-1-1,0 0,0 0,0-1,7-6,-6 0,0-1,-1 0,-1 0,0 0,-1-1,0 0,-1-1,-1 1,-1-1,0 0,0 0,-1-1,-1 1,-1-1,-1 1,0-1,0 1,-2-7,1 15,-1-1,1 1,-1-1,0 1,-1 0,0 0,0 0,-1 0,1 1,-1-1,-1 1,0-1,4 5,-1 0,0 0,0 0,-1 0,1 0,0 0,-1 1,1-1,-1 1,1-1,-1 1,0 0,0 0,0 0,1 0,-1 1,0-1,0 1,0 0,0 0,0 0,0 0,0 0,0 1,0-1,0 1,1 0,-1 0,0 0,0 0,1 0,-1 0,-3 4,0 0,0 0,0 0,0 0,1 1,0 0,0 0,1 1,-1-1,1 1,1 0,-1 0,1 0,1 1,-1-1,1 1,1-1,-1 1,1 0,1 0,-1-1,1 1,1 0,-1 0,1 0,1-1,-1 1,1-1,1 1,-1-1,1 0,2 3,1 1,1 0,0 0,0-1,2 0,-1 0,1-1,0 0,1 0,0-1,1-1,-1 0,1 0,1-1,-1 0,1-1,1 0,20 7,1-1,1-2,0-1,0-1,8-2,54 3,-12-7</inkml:trace>
  <inkml:trace contextRef="#ctx0" brushRef="#br0" timeOffset="68765.791">15938 3756,'-2'16,"-4"16,-2 15,0 13,1 7,2 4,4-1,5-6,3-9,1-14</inkml:trace>
  <inkml:trace contextRef="#ctx0" brushRef="#br0" timeOffset="69146.775">15670 3543,'0'7,"0"1,0 0,1 0,0-1,1 1,-1 0,1-1,1 0,0 1,0-1,0 0,1 0,0-1,0 1,0-1,1 0,0 0,0 0,1-1,0 0,0 0,6 4,41 33,2-3,2-2,1-2,61 25,127 79,-236-133,1 0,-1 1,0 0,0 0,-1 1,0 1,0 0,-1 0,0 0,-1 1,0 0,-1 1,0-1,0 1,-1 0,2 8,-7-15,1 0,-1 0,-1 0,1 0,0 0,-1 0,0 0,0 0,0 0,0 0,-1 0,0-1,1 1,-1 0,0-1,-1 0,1 1,-1-1,0 0,1 0,-1 0,0-1,-1 1,1-1,0 0,-1 0,-3 2,-107 37,49-30,-1-4,0-3,0-2,0-3,0-4,-15-4,-76-3,197 18,-4-4</inkml:trace>
  <inkml:trace contextRef="#ctx0" brushRef="#br0" timeOffset="69468.411">16820 3837,'-7'20,"-4"19,-3 15,-1 13,-1 7,3 3,1-1,3-6,3-9,2-15</inkml:trace>
  <inkml:trace contextRef="#ctx0" brushRef="#br0" timeOffset="69721.254">16713 3863,'7'16,"11"14,16 12,14 7,13 2,6 2,2-4,-4-5,-9-9,-14-10</inkml:trace>
  <inkml:trace contextRef="#ctx0" brushRef="#br0" timeOffset="69964.682">17275 3650,'-12'4,"-5"16,-3 19,3 23,3 15,5 11,6 7,8 1,8-6,3-10,2-14,-2-19</inkml:trace>
  <inkml:trace contextRef="#ctx0" brushRef="#br0" timeOffset="72228.769">21793 3809,'-58'-15,"58"14,0 1,1 0,-1 0,0 0,0 0,0 0,1-1,-1 1,0 0,0 0,0 0,0-1,0 1,0 0,1 0,-1 0,0-1,0 1,0 0,0 0,0-1,0 1,0 0,0 0,0-1,0 1,0 0,0 0,0-1,0 1,0 0,0 0,0 0,-1-1,1 1,0 0,240-3,-228 3,9 0,-1 0,0 2,0 0,0 1,0 1,0 1,14 6,-32-10,0-1,0 1,0 0,0-1,0 1,0 0,0 1,0-1,0 0,0 1,-1-1,1 0,0 1,-1 0,1-1,-1 1,0 0,0 0,1 0,-1 0,0 0,-1 0,1 0,0 0,-1 1,1-1,-1 0,1 0,-1 0,0 1,0-1,0 0,-1 0,1 1,0-1,-1 0,1 0,-1 0,0 0,0 0,-1 2,-8 9,0-1,-1 0,-1-1,0 0,-1-1,0 0,0-1,-1-1,0 0,-1 0,-7 1,-4 4,-149 85,165-75,37-12,30-6,1-2,-1-2,0-3,10-3,-49 4,429-47,-438 46,-10 1</inkml:trace>
  <inkml:trace contextRef="#ctx0" brushRef="#br0" timeOffset="72912.939">23745 3850,'0'20,"3"26,-1 22,1 21,0 13,-2 7,-2 1,-6-4,-4-9,-2-12,0-18,1-20,3-19</inkml:trace>
  <inkml:trace contextRef="#ctx0" brushRef="#br0" timeOffset="73551.753">23558 4238,'-67'-264,"66"262,0-1,-1-1,1 1,-1-1,1 1,0-1,0 1,1-1,-1 0,1 1,0-1,0 0,0 1,0-1,1 0,-1 1,1-1,0 1,0-1,0 1,1-1,-1 1,1 0,0-1,0 1,0 0,0 0,1 1,-1-1,1 0,0 1,-1-1,1 1,0 0,1 0,14-3,0 1,0 0,0 2,0 0,0 1,1 1,13 2,-17-1,16-1,-1 1,1 2,0 1,-1 2,0 1,0 1,-1 1,0 2,9 5,-33-14,0 0,0 0,0 0,-1 1,1 0,-1 0,1 0,-1 0,0 1,0 0,0-1,-1 2,1-1,-1 0,0 1,0-1,-1 1,1 0,-1 0,0 0,0 0,-1 0,1 0,-1 1,-1-1,1 0,-1 1,0-1,0 1,0-1,-1 0,1 1,-1-1,-1 0,1 0,-1 1,0 0,-7 5,0 0,0 0,-1-1,-1 0,0-1,0 0,0-1,-1 0,-1 0,1-2,-1 1,0-2,-1 0,1 0,-1-1,0-1,0 0,-13 0,24-2,1 0,0 0,0-1,-1 1,1 0,0-1,-1 0,1 0,0 0,-1 0,1 0,-1 0,1 0,0-1,-1 1,1-1,0 0,0 1,-1-1,1 0,0 0,0-1,0 1,0 0,0-1,1 1,-1-1,0 0,1 1,-1-1,1 0,-1 0,1 0,0 0,0 0,0-1,0 1,0 0,0 0,1-1,-1 1,1 0,0-1,-1 1,1 0,0-1,0 1,1-1,4-8,1 0,0 0,1 0,0 1,0 0,1 1,1-1,0 2,0-1,0 1,1 0,0 1,1 0,1 0,10-7,1 0,1 2,0 0,0 2,1 0,0 2,1 1,0 1,0 1,0 1,1 1,6 1,-28 2,0-1,0 1,0 0,0 0,0 0,0 1,0 0,0 0,0 0,-1 0,1 1,0 0,-1 0,1 0,-1 0,1 1,-1 0,0 0,0 0,-1 0,1 1,0-1,-1 1,0 0,0 0,0 0,-1 1,1-1,-1 1,0-1,0 1,-1 0,2 3,-3 5,1 0,-2 0,0 1,0-1,-2 0,1 0,-1 0,-1 0,-4 8,-5 22,12-43,1 1,-1-1,1 1,0 0,-1-1,1 1,0 0,0-1,-1 1,1 0,0-1,0 1,0 0,0 0,0-1,0 1,0 0,0-1,0 1,0 0,0 0,0-1,1 1,-1 0,0-1,0 1,1 0,-1-1,0 1,1 0,-1-1,1 1,-1-1,1 1,-1-1,1 1,-1-1,1 1,0-1,-1 0,1 1,0-1,-1 0,1 0,0 1,-1-1,1 0,0 0,-1 0,1 0,0 0,0 0,-1 0,1 0,0 0,0 0,-1 0,1 0,41-20,-20 0,-2-1,0-1,-1 0,-2-2,0 0,-2-1,0 0,-2-2,-1 1,0-2,-8 18,5-6,-9 16,0 0,1 0,-1 0,0 0,0 0,1 0,-1 0,0 0,1 0,-1 0,0 0,0 0,1 0,-1 0,0 0,1 0,-1 0,0 0,0 0,1 0,-1 0,0 0,0 1,1-1,-1 0,0 0,0 0,0 1,1-1,-1 0,0 0,0 0,0 1,0-1,1 0,-1 0,0 1,0-1,0 0,0 0,0 1,0-1,0 0,0 1,0-1,0 0,0 0,0 1,0-1,0 0,0 0,0 1,0-1,0 0,0 1,0-1,0 0,-1 0,1 1,0-1,0 0,0 0,0 0,-1 1,1-1,0 1,2 32,-2-13,1-1,1 1,1 0,1-1,0 1,2-1,3 7,-5-16,1-1,0 0,0 0,1 0,0 0,1-1,0 0,0-1,1 1,0-1,8 5,16 7</inkml:trace>
  <inkml:trace contextRef="#ctx0" brushRef="#br0" timeOffset="73932.734">24948 3850,'130'284,"-127"-278,27 37,-30-42,1 0,0 0,1 0,-1-1,0 1,0-1,0 1,0 0,0-1,1 0,-1 1,0-1,0 0,1 0,-1 0,0 1,1-1,-1 0,0-1,0 1,1 0,-1 0,0-1,0 1,1 0,-1-1,0 1,0-1,0 0,0 1,1-1,-1 0,0 0,-1 0,1 0,0 1,0-2,22-23,-2-2,0 0,-2-2,-2 0,0-1,-2 0,-1-1,8-29,-14 41,-9 77,0-48,1 0,0 0,1 0,0 0,1 0,0 0,1-1,0 1,0-1,1 1,0-1,0 0,1-1,1 1,-1-1,1 0,1 0,0-1,0 0,0 0,1 0,-1-1,2 0,2 0,113 45,-62-37</inkml:trace>
  <inkml:trace contextRef="#ctx0" brushRef="#br0" timeOffset="74590.757">26085 3930,'-13'-7,"0"1,0 0,0 1,0 1,-1 0,1 1,-1 0,0 1,-9 0,8 1,0 0,1 0,-1 2,0 0,0 0,0 1,-13 5,22-6,1 1,-1-1,1 2,0-1,0 0,0 1,0 0,1 0,-1 1,1-1,0 1,-1 0,2 0,-1 0,0 1,1-1,0 1,0 0,1 0,-1 0,1 0,-1 3,2-4,0 1,0 0,1 0,-1 0,1-1,0 1,1 0,-1 0,1 0,0 0,0-1,0 1,1 0,0-1,0 1,0-1,0 0,1 0,0 0,-1 0,1 0,4 3,2 3,1 0,0-1,1-1,0 1,0-2,1 1,9 3,-1-2,1 0,0-1,1-1,-1-2,1 0,0-1,1-1,-1-1,1 0,-1-2,1-1,-1-1,12-3,-20 3,-1-1,1-1,0 0,-1 0,0-2,0 1,-1-2,1 0,-2 0,1-1,-1 0,0-1,0-1,-1 0,-1 0,1-1,-2 0,0 0,0-1,-1 0,0 0,0-3,7-28,-2 0,-1-1,-3-1,-2 0,-1 0,-2 0,-3-3,1 23,6-462,-16 407,9 79,0 1,0-1,0 1,-1 0,1-1,0 1,0-1,-1 1,1 0,0-1,-1 1,1-1,0 1,-1 0,1-1,0 1,-1 0,1 0,-1-1,1 1,-1 0,1 0,-1 0,1 0,-1 0,1 0,-1-1,1 1,-1 0,1 0,-1 0,1 1,-1-1,1 0,-1 0,1 0,-1 0,1 0,0 0,-1 1,1-1,-1 0,1 0,-1 1,1-1,0 0,-1 1,1-1,0 0,-1 1,1-1,0 1,-1-1,1 1,0-1,0 0,0 1,-1-1,1 1,0-1,0 1,0-1,0 1,0-1,0 1,0-1,0 1,0-1,0 1,-14 30,0 0,2 1,2 0,1 1,1 0,2 0,1 3,0 0,2 0,1 0,2 1,1-1,2 1,2-1,1 0,1-1,3 1,0-2,3 1,0-2,3 1,0-2,2 0,2-1,0-1,2-1,15 14,-34-38,1 1,1-1,-1 0,0 0,1 0,0-1,0 1,1-1,-1 0,1-1,0 1,0-1,0 0,0-1,1 0,-1 0,1 0,-1 0,1-1,0 0,-1-1,1 0,0 0,-1 0,1-1,0 0,0 0,-1 0,1-1,-1 0,3-1,8-12,0-1,-1-1,0 0,-2-1,0 0,-1-1,-1-1,0 0,-2 0,0-1,5-21,-7 22,1-1,-13 39,1-8,1 0,0 0,0 0,1 0,0 0,1 1,0-1,1 0,0 0,0 0,1 0,0 0,1 0,0 0,1-1,0 1,0-1,1 0,0 0,1-1,0 0,0 0,1 0,0 0,0-1,8 5,-6-4,1 0,0-1,1-1,0 0,0 0,0-1,0 0,1-1,0 0,-1-1,2-1,-1 0,0 0,0-1,1-1,8 0,12-13,-9-6</inkml:trace>
  <inkml:trace contextRef="#ctx0" brushRef="#br0" timeOffset="74833.471">26192 3395,'-16'-9,"-3"-3,11-2,22 2,35 2,40 6,39 6,27 9,13 7,-6 3,-32-2</inkml:trace>
  <inkml:trace contextRef="#ctx0" brushRef="#br0" timeOffset="83702.65">16112 5655,'2'-12,"1"0,0 5,1 9,1 10,-1 9,-1 0</inkml:trace>
  <inkml:trace contextRef="#ctx0" brushRef="#br0" timeOffset="83949.987">16206 6149,'11'20,"9"17,5 8,2 3,5 1,-2-2,-3-4,-5-4,-7-3,-14-2,-20-3,-24-2,-21-4,-19-6,5-6</inkml:trace>
  <inkml:trace contextRef="#ctx0" brushRef="#br0" timeOffset="84265.659">17622 5561,'3'16,"0"19,-1 17,3 13,0 10,-2 2,0-1,-3-8,-4-10,-2-14,1-15,-1-21,0-11</inkml:trace>
  <inkml:trace contextRef="#ctx0" brushRef="#br0" timeOffset="84513.51">17234 5374,'12'-5,"14"2,22 0,20 1,18 1,11 1,4 0,-2 0,-9 2,-15 4,-21 4,-19 2</inkml:trace>
  <inkml:trace contextRef="#ctx0" brushRef="#br0" timeOffset="85015.168">18625 5642,'-5'-7,"-1"1,0 0,0 1,0 0,-1 0,0 0,0 1,0 0,0 0,-1 0,1 1,-1 1,0-1,0 1,0 0,0 1,0 0,0 0,-1 1,1 0,0 1,0-1,0 1,-1 1,1 0,0 0,1 1,-1-1,0 2,1-1,-7 5,0 3,0 1,1 1,0 0,1 0,0 1,2 1,-1 0,2 0,0 1,1 0,0 1,2 0,0 0,1 0,0 1,1 0,2 0,-1 7,2-10,1 0,0 1,1-1,1 0,0 0,1-1,1 1,0 0,1-1,0 0,2 0,-1-1,2 1,-1-1,2-1,0 0,0 0,1-1,1 0,0 0,0-1,1-1,0 0,1-1,0 0,0-1,1 0,0-1,0-1,0 0,1-1,2 0,-11-1,0-1,1-1,-1 1,1-1,-1 0,1-1,-1 0,1 0,0 0,-1-1,1 1,-1-2,1 1,-1-1,0 0,1 0,-1-1,0 0,0 0,-1 0,1-1,-1 1,0-1,0-1,0 1,0-1,-1 0,1 0,-1 0,-1-1,1 1,-1-1,0 0,0 0,-1 0,1 0,-1-1,0-4,-1 5,-1 0,0-1,-1 1,1 0,-1 0,-1 0,1 0,-1 0,0 0,0 0,-1 1,1-1,-1 1,-1-1,1 1,-1 0,0 0,0 1,0-1,0 1,-1 0,0 0,0 1,0-1,0 1,-1 0,1 0,-2 1,0-2,0 1,0 0,-1 0,1 1,-1 0,1 1,-1-1,0 2,0-1,0 1,1 0,-1 0,0 1,0 0,0 1,1 0,-1 0,1 0,-1 1,1 0,0 1,-1 0,5-2,-1 0,1 1,0 0,0-1,0 1,0 0,0 0,1 1,-1-1,1 1,0-1,0 1,0-1,0 1,1 0,0 0,0 0,0 0,0 0,0 0,1 0,0 1,0-1,0 0,0 0,1 0,-1 0,1 0,0 0,0 0,1 0,-1 0,1 0,0-1,0 1,0-1,1 1,-1-1,1 1,4 3,1-1,-1 0,1 0,1 0,-1-1,1 0,0-1,0 0,0 0,4 0,44 14</inkml:trace>
  <inkml:trace contextRef="#ctx0" brushRef="#br0" timeOffset="86100.773">19400 5080,'-8'46,"10"33,3 1,3-1,7 17,-6-36,18 123,10 66,-6 66,-28-283,-2 1,-1-1,-2 1,-1-1,-1 0,-2 0,-1 0,-6 15,11-41,0-1,0 1,-1-1,0 0,0 0,0 0,0 0,-1-1,1 1,-1-1,-1 0,1 0,0-1,-1 1,0-1,0 0,0 0,0 0,0-1,-1 0,1 0,-1 0,1-1,-1 0,0 0,1 0,-1-1,0 1,-237-17,146 5,-473-19,-291 33,777-1,6 1,0-3,1-4,-44-8,118 11,-1 2,0-1,-1 0,1-1,0 1,0-1,-1 0,1 0,0 0,0 0,0-1,0 0,0 1,0-1,1-1,-1 1,1-1,-1 1,1-1,0 0,0 0,0 0,0-1,1 1,0-1,-1 1,1-1,0 0,1 0,-2-3,1-6,-1 0,0 1,-1-1,-1 1,0 0,0 0,-3-3,-22-56,22 29,1 0,2 0,1-1,3 1,2-12,-1 14,-9-726,-21 321,30 444,0 0,0 0,-1 0,1 0,-1 0,1 0,0-1,0 1,0 0,0 0,0 0,0 0,0 0,0 0,0 0,0 0,1-1,-1 1,0 0,1 0,-1 0,1 0,-1 0,1 0,-1 0,1 1,0-1,0 0,-1 0,1 0,0 1,0-1,0 0,0 1,0-1,0 1,0-1,0 1,0-1,0 1,0 0,0-1,0 1,0 0,0 0,0 0,1 0,149 7,1236 58,-547-10,-792-53</inkml:trace>
  <inkml:trace contextRef="#ctx0" brushRef="#br0" timeOffset="80849.495">13090 5281,'5'6,"3"13,3 12,0 17,-3 14,-4 14,-8 7,-7 3,-5-4,1-6,3-13,3-14,4-13,4-13,3-12,1-13,0-13,-1-4</inkml:trace>
  <inkml:trace contextRef="#ctx0" brushRef="#br0" timeOffset="81163.655">12556 5254,'13'-3,"21"-2,23-1,26 1,25 1,18-1,11-2,-2-2,-13 1,-22-1,-26 1,-26 0,-23-1,-18 0,-6 3,6 2,12 3,1 3</inkml:trace>
  <inkml:trace contextRef="#ctx0" brushRef="#br0" timeOffset="81884.727">13839 5401,'-4'56,"-3"0,-2-1,-3 1,-2-2,-2 0,-3-1,-23 46,-27 21,69-120,-1 1,0-1,1 1,-1 0,1-1,-1 1,1 0,0-1,-1 1,1 0,-1 0,1-1,0 1,0 0,0 0,-1 0,1-1,0 1,0 0,0 0,0 0,0-1,1 1,-1 0,0 0,0 0,0-1,1 1,-1 0,0 0,1-1,-1 1,1 0,-1 0,1-1,-1 1,1-1,-1 1,1 0,0-1,-1 1,1-1,0 0,-1 1,1-1,0 1,0-1,-1 0,1 0,0 1,0-1,-1 0,1 0,1 0,47-8,324-127,-349 129,-5 1</inkml:trace>
  <inkml:trace contextRef="#ctx0" brushRef="#br0" timeOffset="82131.759">14159 5668,'-4'20,"-2"19,0 16,2 12,0 8,2 6,1 2,1-2,0-5,2-9,2-11,3-13,2-14</inkml:trace>
  <inkml:trace contextRef="#ctx0" brushRef="#br0" timeOffset="83197.656">14788 5146,'0'-1,"1"1,-1-1,1 0,-1 0,1 0,-1 0,1 1,0-1,-1 0,1 1,0-1,-1 0,1 1,0-1,0 1,0-1,0 1,0-1,0 1,-1 0,1 0,0-1,0 1,0 0,0 0,0 0,0 0,0 0,0 0,0 0,0 0,0 0,0 1,0-1,0 0,0 1,0-1,0 1,-1-1,1 1,0-1,0 1,0-1,-1 1,1 0,0-1,-1 1,1 0,0 0,-1 0,1-1,-1 1,0 0,1 0,-1 0,0 0,1 0,-1 0,0 0,0 0,0 0,0 1,-9 95,-3 6,5 1,4 0,5 0,4 0,5-1,11 37,48 199,-68-332,-1 1,0-1,0 1,-1-1,0 1,0-1,-1 1,0-1,0 0,-1 1,0-1,0 0,0 0,-1 0,0 0,-1 0,0-1,0 1,0-1,0 0,-1-1,0 1,0-1,-1 0,0 0,0 0,0-1,-19 7,0-1,-1-1,1-1,-2-2,1 0,-1-2,0-1,0-1,0-1,-9-2,29 1,-202-4,1-9,-189-37,-35-4,29 28,-177 18,361 17,212-8,5-1,1 1,-1-1,0 1,0-1,1 1,-1-1,0 0,1 0,-1 0,0 0,0 0,1 0,-1-1,0 1,0-1,1 1,-1-1,0 1,1-1,-1 0,1 0,-1 0,1 0,-1 0,1 0,0 0,-1 0,1-1,0 1,0 0,0-1,0 1,0-2,24-70,-14 31,-2 0,-1 0,-3-1,-1 0,-4-40,2 72,-14-272,-50-278,14 265,50 295,-1-1,0 0,1 0,-1 0,1 0,0 1,-1-1,1 0,0 0,0 0,0 0,1 0,-1 0,0 0,1 1,-1-1,1 0,0 0,-1 0,1 1,0-1,0 0,0 1,0-1,0 1,1-1,-1 1,0 0,1-1,-1 1,1 0,-1 0,1 0,0 0,-1 0,1 0,0 1,1-1,136 3,615 20,-4 56,-380-33,-195-27,83-6,-184-20,-73 8,0 0,-1 0,1 0,-1 0,1 0,-1 0,1 0,0-1,-1 1,1 0,-1 0,1-1,-1 1,1 0,-1-1,1 1,-1 0,0-1,1 1,-1-1,1 1,-1-1,0 1,1-1,-1 1,0-1,0 1,0-1,1 0,-1 1,0-1,0 1,0-1,0 1,0-1,0 0,0 1,0-1,0 1,0-1,0 0,0 1,-1-1,1 1,0-1,0 1,-1-1,-1-12,13 13,-1 2</inkml:trace>
  <inkml:trace contextRef="#ctx0" brushRef="#br0" timeOffset="77083.995">5029 5361,'0'18,"0"22,0 24,0 23,0 16,0 11,-2 7,-1 1,0-6,1-13,0-15,1-24</inkml:trace>
  <inkml:trace contextRef="#ctx0" brushRef="#br0" timeOffset="77383.195">4829 5507,'-1'-4,"0"0,0-1,0 1,0 0,1-1,0 1,0-1,0 1,0-1,1 1,-1 0,1-1,0 1,1 0,-1 0,1 0,0 0,0 0,0 0,0 0,1 0,0 1,-1-1,1 1,0 0,1 0,-1 0,1 0,-1 1,1-1,0 1,0 0,0 0,2 0,8-5,-1 1,1 1,0 1,0 0,1 0,-1 2,1 0,0 0,0 1,-1 1,1 1,0 0,0 1,-1 0,1 1,-1 1,0 0,0 1,0 1,0 0,-1 1,0 0,-1 1,0 0,7 7,-15-12,-1 1,1 0,-1 0,0 0,0 0,0 1,-1-1,1 1,-1 0,0 0,-1-1,1 1,-1 0,0 1,0-1,0 0,-1 0,0 0,0 0,0 1,-1-1,0 0,0 0,0 0,0 0,-1 0,0 0,0 0,-5 6,-1 0,0-1,-1 0,0-1,0 0,-1 0,0-1,0-1,-1 1,0-2,-1 1,1-2,-1 1,0-2,-1 0,1 0,-1-1,1 0,-1-1,-5-1,14 0,0-1,1 1,-1-1,0 0,0-1,1 1,-1-1,0 0,1 0,-1 0,0 0,1 0,0-1,-1 0,1 1,-1-2,-11-12</inkml:trace>
  <inkml:trace contextRef="#ctx0" brushRef="#br0" timeOffset="78468.804">5497 5708,'0'-52,"3"14,-3-1,-1 1,-1-1,-3 1,-1 0,-1 1,-2 0,-2 0,-3-3,12 35,0 0,0-1,-1 2,1-1,-1 0,0 0,-1 1,1 0,-1-1,0 2,0-1,0 0,0 1,-1-1,1 1,-3-1,7 5,1-1,-1 0,1 1,-1-1,1 1,-1-1,1 1,-1-1,0 0,1 1,-1-1,0 1,1 0,-1-1,0 1,0-1,0 1,1-1,-1 1,0 0,0-1,0 1,0-1,0 1,0 0,0-1,0 1,0-1,-1 1,1 0,0-1,0 1,0-1,-1 1,1-1,0 1,-1-1,1 1,0-1,-1 1,1-1,-1 1,1-1,-1 0,1 1,-1-1,1 0,-1 1,1-1,-1 0,1 0,-1 1,1-1,-1 0,0 0,1 0,-1 0,1 0,-1 0,0 0,1 0,-1 0,1 0,-1 0,0 0,0 0,10 6,0 1,0-1,0-1,0 0,1 0,0 0,0-2,0 1,1-1,-1 0,3-1,1 2,115 25,-79-19,0 2,-1 2,32 14,-76-26,1-1,-1 2,0-1,1 1,-1 0,-1 0,1 0,0 1,-1-1,1 1,-1 0,0 1,0-1,-1 1,0 0,1 0,-1 0,-1 0,1 0,-1 0,0 1,0-1,-1 1,1 0,-1-1,0 6,-25 132,23-141,1 0,0 0,0 0,0 0,0 0,0 0,0 0,0 0,1-1,-1 1,1 0,-1 0,1 0,0 0,-1-1,1 1,0 0,0-1,1 1,-1-1,0 1,0-1,1 1,-1-1,1 0,-1 0,1 0,0 0,-1 0,1 0,0 0,-1 0,1-1,0 1,0-1,1 1,71-5,-50-2,0-2,-1 0,0-2,-1-1,0 0,0-2,-1 0,-1-1,0-2,-1 0,0-2,-15 14,-4 4,0-1,1 0,-1 1,0-1,0 0,0 1,1-1,-1 1,0-1,1 1,-1-1,1 0,-1 1,0-1,1 1,-1 0,1-1,-1 1,1-1,0 1,-1 0,1-1,-1 1,1 0,0 0,-1-1,1 1,0 0,-1 0,1 0,0 0,-1 0,1 0,0 0,-1 0,1 0,0 0,-1 0,1 1,-1-1,1 0,0 0,-1 1,1-1,-1 0,1 1,0-1,0 5,-1 1,1 0,-1 0,2-1,-1 1,0 0,1 0,0-1,1 1,-1-1,1 0,0 0,0 0,1 0,-1 0,1-1,0 0,1 1,-1-1,0-1,1 1,0-1,0 0,0 0,1 0,5 0,-1-1,1 0,0-1,0-1,0 1,-1-1,1-1,0 0,0-1,-1 0,1-1,-1 0,1 0,-1-1,0 0,0-1,-1 0,0-1,1 0,-2-1,1 1,-1-2,0 1,-1-1,6-7,-11 13,1-1,-1 0,0 0,0 0,0 0,-1-1,1 1,-1 0,1-1,-1 1,0-1,0 0,-1 1,1-1,-1 0,0 1,0-1,0 0,0 1,-1-1,0 0,1 1,-1-1,-1 1,1-1,0 1,-1 0,0-1,1 1,-1 0,-1 0,-1-3,-4-1,-1 0,0 1,0 0,0 0,-1 1,0 0,0 0,0 1,-1 1,1 0,-1 0,0 1,0 0,0 1,0 0,0 1,0 0,0 1,0 0,0 1,1 0,-1 1,0 0,1 0,0 1,0 1,-1 0,7-3,0-1,0 1,0 0,0 1,0-1,1 1,-1 0,1-1,-1 1,1 1,0-1,1 0,-1 1,0 0,1-1,0 1,0 0,0 0,0 0,1 0,0 1,0-1,0 0,0 1,0-1,1 1,0-1,0 0,0 1,1-1,-1 1,1-1,0 0,0 1,1-1,-1 0,1 0,0 0,0 0,0 0,1-1,1 3,8 3,1 0,1 0,0-1,0-1,1 0,-1-1,2-1,-1 0,0-1,1 0,0-2,0 0,0 0,0-2,10 0,38 1,-1-3,0-3,0-2,0-3,-1-3,-1-2,0-3,27-13,25-27,-111 57,0 0,0 0,0-1,0 1,0-1,-1 1,1-1,0 1,-1-1,1 0,-1 0,1 0,-1 0,0 0,0 0,0 0,0 0,0 0,-1-1,1 1,-1 0,1 0,-1-1,0 1,0 0,0-1,0 1,0 0,0-1,-1 1,1 0,-1-1,0 1,0 0,1 0,-1 0,-1 0,1 0,0 0,0 0,-2-1,-8-7,0 1,-1 1,0 0,0 0,-1 1,0 1,0 0,0 1,-1 0,0 1,0 1,0 0,0 1,-1 0,-9 1,17 1,1 0,-1 1,0-1,0 1,1 1,-1-1,1 1,0 0,-1 1,1-1,0 1,0 0,-5 4,9-5,0 0,-1 0,1 0,0 0,0 1,0-1,0 1,0-1,0 1,1 0,0-1,-1 1,1 0,0 0,0 0,1 0,-1 0,0 0,1 0,0 1,0-1,0 0,0 0,0 0,1 0,-1 0,1 0,0 0,0 0,1 2,3 3,0 1,1-1,0 0,1 0,0-1,0 1,0-2,1 1,0-1,1 0,-1-1,1 0,0 0,0-1,1 0,6 5,5 1,-1 1,0 2,-1 0,0 0,-1 2,-1 0,0 1,-1 1,-1 1,-1 0,0 1,7 14,-3 8,-1 1,-3 1,-1 0,-3 1,-1 0,-2 1,-2-1,-2 1,-2 6,1-4,-2 0,-2 1,-6 27,6-59,-1 0,-1 0,0 0,-1-1,-1 1,0-1,-1 0,-1-1,0 0,-1 0,-1-1,-1 1,6-8,0-1,0 1,0-1,-1 0,0-1,0 0,0 0,0 0,-1 0,0-1,1 0,-1-1,0 0,-1 0,1 0,0-1,0 0,-1 0,1-1,-1 0,1 0,0-1,-1 1,1-2,0 1,0-1,0 0,0-1,0 0,0 0,1 0,-1-1,1 0,0 0,0 0,-1-2,-28-36,9-2</inkml:trace>
  <inkml:trace contextRef="#ctx0" brushRef="#br0" timeOffset="79900.701">7596 5842,'-4'-19,"2"0,0-1,0 1,2 0,1 0,0 0,4-15,-2 1,22-299,-25 323,1 4,0 0,-1 1,1-1,-1 0,0 0,-1 1,1-1,-1 0,0 1,0-1,0 1,-1-1,0 1,0 0,0-1,0 1,0 0,-1 0,0 1,-1-2,5 5,0 1,-1-1,1 1,0 0,-1-1,1 1,0 0,-1-1,1 1,-1 0,1 0,-1 0,0-1,1 1,-1 0,0 0,0 0,1 0,-1 0,0 0,0-1,0 1,0 0,0 0,0 0,0 0,-1 0,1 0,0 0,0 0,-1-1,1 1,0 0,-1 0,1 0,-1-1,1 1,-1 0,0 0,1-1,-1 1,1-1,-1 1,0 0,0-1,1 1,-1-1,0 0,0 1,0-1,0 0,0 1,1-1,-1 0,0 0,0 0,0 0,0 0,0 0,0 0,0 0,0 0,1 0,-1 0,0-1,0 1,0 0,0-1,0 1,0-1,8 6,1-1,-1 0,1 0,0-1,0 0,0-1,0 1,0-1,0-1,1 0,1 0,2 1,60 8,-48-9,0 2,-1 1,0 0,1 2,-2 1,1 0,-1 2,4 3,-22-10,1 1,-1 0,0 1,0-1,0 1,-1-1,1 1,-1 0,0 1,0-1,0 0,0 1,-1 0,0-1,0 1,0 0,-1 0,1 0,-1 0,0 1,-1-1,0 0,1 5,-24 125,10-81,11-49,0 0,1 1,-1-1,1 1,1-1,-1 1,1-1,0 1,0 0,0-1,1 1,0-1,0 1,0-1,1 1,0-1,0 0,0 0,1 0,-1 0,1 0,0-1,1 1,-1-1,1 0,0 0,0 0,0 0,1-1,2 3,11 1,1-2,-1 0,1 0,0-2,0 0,0-2,0 0,0-1,19-2,18-1,1-2,-1-3,0-2,0-2,-1-3,-1-3,26-12,-71 27,-1 0,1-1,-1 0,0 0,-1-1,1 0,-1 0,1 0,-2-1,1 0,-1-1,0 1,0-1,0-1,-1 1,2-5,-6 10,-1 0,1 0,-1 0,0 0,1 0,-1 0,0 0,0-1,0 1,-1 0,1 0,0 0,-1 0,0 0,1 1,-1-1,0 0,0 0,0 0,0 0,0 1,0-1,0 1,-1-1,1 1,-1-1,1 1,-1 0,0-1,1 1,-1 0,0 0,0 0,0 1,-68-23,51 19,0 1,0 0,0 2,-1 0,1 2,0 0,0 1,0 1,0 0,0 2,0 0,1 1,-7 4,20-8,0 2,0-1,0 1,0 0,1 0,-1 0,1 0,0 1,0 0,1 0,-1 0,1 0,0 0,1 1,-1-1,1 1,0 0,0 0,1 0,0 0,0 0,0 0,1 0,0 0,0 0,1 0,-1 0,1 0,1 0,-1 0,1 0,0 0,0-1,1 1,-1-1,1 1,0-1,1 0,0 0,2 2,5 2,1 0,0-1,1 0,-1-1,2 0,-1-1,1-1,0 0,0-1,0 0,0-1,1-1,-1 0,1-1,0-1,-1 0,1-1,0 0,-1-2,1 1,10-5,-16 5,-1 1,1-2,-1 1,0-1,0-1,0 0,-1 0,1 0,-1-1,0 0,0 0,0-1,-1 0,0 0,0 0,-1-1,1 0,-2 0,1 0,-1-1,0 0,0 0,-1 0,2-5,-3 1,1 1,-2-1,0 0,0 1,-1-1,0 0,-1 1,0-1,-1 1,-1-1,0 1,0 0,-1 0,0 0,-4-5,8 15,-1 0,1-1,-1 1,0 0,1 0,-1 0,0 0,0 0,0 0,0 0,0 1,0-1,0 0,0 0,0 1,0-1,0 1,-1-1,1 1,0-1,0 1,-1 0,1-1,0 1,0 0,-1 0,1 0,0 0,-1 0,1 1,0-1,0 0,-1 0,1 1,0-1,0 1,0-1,-1 1,1 0,0-1,0 1,0 0,0 0,0-1,0 1,0 0,1 0,-1 0,0 0,0 0,1 1,-1-1,1 0,-1 0,1 0,-1 1,1-1,0 0,0 0,-1 1,-3 6,0 0,0 1,1-1,0 1,0 0,1 0,0-1,1 2,0-1,0 0,1 0,0 0,1 0,0 0,0 0,1 0,0 0,1 0,-1 0,2-1,-1 1,1-1,1 0,0 0,0 0,0-1,1 0,0 0,0 0,2 0,2-1,-1-2,1 1,0-1,0-1,0 1,0-2,1 0,-1 0,1-1,0 0,-1 0,1-1,0-1,-1 0,1-1,-1 1,1-2,-1 0,0 0,0-1,0 0,0-1,-1 0,1 0,-1-1,2-3,-3-2,0 0,-1-1,0-1,-1 1,-1-1,0 0,-1 0,0 0,-1-1,0 1,-1-1,-1 0,0 0,-1 0,0 0,-2-7,-2-33,4 54,0 0,-1 0,1 1,0-1,0 0,0 0,-1 0,1 0,0 0,0 1,0-1,-1 0,1 0,0 0,0 0,-1 0,1 0,0 0,0 0,0 0,-1 0,1 0,0 0,0 0,-1 0,1 0,0 0,0 0,-1 0,1 0,0 0,0 0,-1-1,1 1,0 0,0 0,0 0,0 0,-1 0,1-1,0 1,0 0,0 0,0 0,-1-1,1 1,0 0,0 0,0-1,0 1,0 0,0 0,0 0,0-1,0 1,0 0,0 0,0-1,0 1,0 0,0 0,0-1,0 1,-9 21,3-5,1 1,0 0,1 0,1 1,1-1,0 1,1 0,1-1,1 1,0 0,1-1,1 1,1-1,1 0,0 2,-1-12,1-1,-1 1,1-1,0 0,1 0,-1 0,1-1,0 0,1 0,-1 0,1-1,0 0,0 0,0-1,1 0,-1 0,1-1,0 0,-1 0,1-1,0 0,0 0,0-1,0 0,0 0,0-1,0 0,0-1,-1 1,1-1,0-1,-1 0,1 0,-1 0,0-1,0 0,0 0,-1-1,0 0,0 0,0 0,0-1,-1 0,0 0,0 0,0-1,-1 1,1-3,0-2,0 0,-1-1,0 1,-1-1,-1 0,1 0,-2 1,0-1,0 0,-1-1,-1 1,0 0,0 0,-1 1,-1-1,0-1,-13-19,15 32,1-1,0 1,-1 0,1-1,-1 1,1-1,-1 1,1 0,-1 0,1-1,-1 1,1 0,-1 0,1-1,-1 1,0 0,1 0,-1 0,1 0,-1 0,1 0,-1 0,0 0,1 0,-1 0,1 0,-1 0,1 1,-1-1,0 0,1 0,-1 1,1-1,-1 0,1 0,-1 1,1-1,0 1,-1-1,1 0,-1 1,1-1,0 1,-1-1,1 1,0-1,0 1,-1-1,1 1,0 0,0-1,0 1,0-1,-1 1,-2 6,0-1,1 0,-1 1,1 0,0 0,1 0,0-1,0 1,0 0,1 0,0 1,1-1,-1 0,1 0,0-1,1 1,0 0,0 0,1-1,-1 1,1-1,1 0,-1 1,1-2,0 1,0 0,1-1,0 0,0 0,0 0,0-1,1 1,0-1,0-1,0 1,1 0,4 0,-1-1,1 0,-1 0,1-1,0 0,0-1,0 0,0-1,0 0,0-1,-1 0,1-1,0 0,0 0,-1-1,1-1,-1 0,0 0,0-1,-1 0,1-1,-1 0,0 0,0-1,-1 0,0-1,-1 0,1 0,-1-1,-1 1,2-4,-2-1,-1 1,-1-1,0 0,-1 0,0 0,-1-1,0 1,-1-1,-1 1,0-1,-1 1,0-1,-1 1,-1-1,0-1,3 14,-1-1,1 1,0-1,0 0,-1 1,1-1,-1 1,1-1,-1 1,0 0,0-1,1 1,-1 0,0-1,0 1,0 0,0 0,-1 0,1 0,0 0,0 0,-1 0,1 0,-1 0,1 1,0-1,-1 0,1 1,-1 0,0-1,1 1,-1 0,1 0,-1 0,1 0,-1 0,0 0,1 0,-1 0,1 1,-1-1,0 0,-5 7,1 0,0 1,0-1,0 1,1 0,0 0,0 1,1 0,0 0,1 0,0 0,0 0,1 1,0-1,1 1,0 1,-1-3,1-1,-1 1,2-1,-1 1,1 0,1-1,-1 1,1 0,0-1,1 1,0-1,0 1,1-1,0 0,0 0,0 0,1-1,0 1,0-1,1 0,0 0,0 0,0-1,1 1,0-1,0-1,0 1,1-1,3 2,21 8,1-2,0-1,1-1,1-2,-1-1,1-2,0-1,0-2,8-1,297 4,-177-10</inkml:trace>
  <inkml:trace contextRef="#ctx0" brushRef="#br0" timeOffset="76333.491">2155 5642,'-1'-7,"-1"1,0-1,0 1,0 0,-1 0,0 0,0 0,0 1,-1-1,0 1,0 0,0 0,-1 0,0 0,0 1,0 0,0 0,-1 0,1 1,-1 0,0 0,0 0,0 1,-1 0,1 0,0 1,-1-1,1 1,-3 0,-4 2,1 0,0 1,0 0,0 1,0 0,1 1,-1 0,1 1,0 0,0 1,0 0,1 1,0 0,0 1,1 0,0 0,1 1,-1 0,2 0,-1 1,1 0,1 1,0-1,0 1,1 1,0-1,1 2,2-9,0 1,0-1,1 0,-1 1,1-1,0 1,1 0,-1-1,1 1,0 0,0-1,0 1,1 0,0-1,-1 1,2 0,-1-1,0 0,1 1,0-1,0 0,0 0,1 0,-1 0,1 0,0 0,0-1,0 1,1-1,-1 0,1 0,0 0,0-1,4 3,-2-3,1-1,0 1,0-1,0 0,0-1,0 0,0 0,0 0,0-1,0 0,0-1,0 1,0-1,-1 0,1-1,-1 0,1 0,-1 0,0-1,1-1,9-5,-1-1,0-1,-1 0,-1-1,0-1,0 0,0-3,5-11,-1 0,-2-2,-1 0,-1 0,-1-2,-2 1,-1-1,-2-1,-1 0,-2 1,-1-2,-1 1,-2 0,-1 0,-2 0,-1 0,-2 0,-1 0,-1 1,-9-18,14 39,1 2,-1 0,1 1,-2-1,1 1,-1 0,0 0,-1 0,0 1,0 0,-1-1,0 2,-3-4,8 10,1-1,-1 1,0-1,0 1,0 0,1-1,-1 1,0 0,0 0,0 0,0 0,1 0,-1 0,0 0,0 0,0 0,0 0,0 0,1 0,-1 1,0-1,0 0,0 1,0-1,1 0,-1 1,0-1,1 1,-1-1,0 1,1 0,-1-1,1 1,-1 0,0-1,1 1,0 0,-1 0,1-1,-1 1,1 0,0 0,0 0,-1-1,1 1,0 0,0 1,-6 18,0 1,2 0,0 0,1 1,1-1,2 0,0 8,0-17,-2 34,3 0,2 0,1-1,3 1,1-1,3 0,1-1,3 0,11 23,-18-52,0 0,1 0,1-1,0 0,1 0,1-1,0-1,0 0,12 8,-17-15,-1 0,1-1,0 0,0 0,0-1,0 0,1 0,-1-1,1 1,0-2,0 1,0-1,0 0,-1-1,1 0,0 0,0-1,0 0,0 0,0-1,0 0,0 0,2-2,0-1,0 0,-1-1,0 0,0 0,0-1,0 0,-1 0,-1-1,1 0,-1-1,0 1,-1-1,0-1,-1 1,1-1,-2 0,0 0,1-2,2-8,-1-1,-1 0,0 0,-2 0,-1-1,0 1,-1-1,-2 0,0-4,-1 56,4-12,1 0,1 0,1-1,0 0,1 0,1 0,1 0,0-1,1-1,5 7,4 1</inkml:trace>
  <inkml:trace contextRef="#ctx0" brushRef="#br0" timeOffset="76766.844">2409 5080,'29'2,"0"1,0 1,-1 2,1 1,-2 1,1 1,-1 2,0 1,-1 1,21 14,-25-14,-2 0,0 2,-1 0,0 2,-1 0,-1 1,-1 0,0 2,-2 0,0 0,-1 1,-1 1,-1 0,-1 1,-1 0,-1 0,3 17,21 115,-32-153,0 1,1-1,-1 0,1 0,-1 1,1-1,0 0,0 0,0 0,0 0,0 0,0 0,1 0,-1 0,1 0,-1 0,1-1,0 1,-1-1,1 1,0-1,0 0,0 0,0 0,0 0,1 0,-1 0,0 0,0-1,1 1,-1-1,1 1,5-4,-1 0,0-1,0 1,0-1,0 0,-1-1,0 0,0 0,0 0,0-1,-1 0,0 0,0 0,1-3,-3 5,16-20,-1-1,-1-1,-1 0,-2-1,0-1,-2 0,8-29,-15 33,-7 19,-2 15,1 0,0 0,1 0,1 0,-1 0,1 0,1 0,0 0,1 1,0-1,0 0,1 0,0 0,1 0,0 0,1-1,0 1,0-1,1 0,0 0,1-1,0 1,0-1,1 0,-1-1,2 0,-1 0,1 0,0-1,2 1,17 7,1-1,0-1,0-2,1-1,0-1,1-1,0-1,0-2,11-1,75 9</inkml:trace>
  <inkml:trace contextRef="#ctx0" brushRef="#br0" timeOffset="112751.491">3 7406,'-2'2,"3"1,11 2,15 3,19 2,19-1,20 1,15-2,11-2,8-2,-1-4,-7-4,-15-2,-25 1</inkml:trace>
  <inkml:trace contextRef="#ctx0" brushRef="#br0" timeOffset="122284.931">24413 7326,'202'-218,"-173"182,-2-2,-2-2,-1 0,-3-1,-1-1,-2-1,-1-1,-3 0,6-32,-10-42,-10 114,0-1,0 1,-1-1,0 1,1-1,-2 1,1 0,0 0,-1-1,0 1,0 0,0 1,-1-1,1 0,-1 1,0-1,0 1,0 0,0 0,0 0,-1 0,0 0,1 1,-2-1,-1 2,-1 0,1 0,-1 0,1 1,0 0,-1 1,1-1,0 1,-1 0,1 1,0-1,0 1,0 1,0-1,0 1,0 0,1 0,-1 1,1-1,0 1,0 0,1 1,-1-1,1 1,-4 4,-11 14,2 1,0 0,1 2,1-1,2 2,1 0,0 0,2 1,2 1,0-1,2 1,1 1,1 4,0-12,2 0,0 1,1-1,1 1,1-1,1 0,1 1,1-1,1 0,1 0,1-1,1 0,1 0,1-1,0 0,1-1,2 0,0 0,0-2,2 1,8 6,-6-11,0 0,1-1,0-1,0-1,2-1,-1 0,1-1,0-1,1-1,-1-1,1-1,0-1,0-1,1 0,-1-2,20-1,-25 0,0-1,0 0,0-1,0-1,0 0,-1-1,0 0,0-2,0 0,-1 0,0-1,0-1,-1-1,0 1,-1-2,0 0,-1-1,0 0,-1 0,0-1,-1 0,3-7,-7 11,-1 0,0 0,0-1,-1 0,0 0,-1 1,0-2,-1 1,0 0,-1-4,1 10,-2 0,1-1,-1 1,1 0,-1 0,0 0,0 0,-1 0,0 0,1 0,-1 0,0 0,-1 1,1-1,-1 1,1-1,-1 1,0 0,0 0,-1 0,1 1,-1-1,1 1,-1 0,-2-1,-1 0,1 1,-1 1,0-1,0 1,0 1,0-1,0 1,0 0,0 0,0 1,0 0,1 1,-1-1,0 1,0 0,1 1,0 0,-1 0,1 0,0 1,0 0,1 0,-1 0,1 1,0-1,-3 5,4-6,0 1,0 0,0 1,0-1,1 1,0 0,0-1,0 1,0 1,1-1,0 0,0 0,0 1,1-1,0 1,0 0,0-1,1 1,0 0,0 0,0-1,1 1,-1 0,1-1,1 1,-1-1,1 1,0-1,0 0,1 1,0-1,1 1,1 0,1 0,0-1,0 0,1 0,-1-1,1 0,0 0,0 0,1-1,-1 0,1-1,-1 1,1-1,0-1,0 0,0 0,0 0,0-1,0 0,0-1,0 0,0 0,0 0,0-1,-1 0,1-1,-1 0,1 0,-1-1,0 1,0-2,0 1,4-5,-7 6,0-1,0 0,-1 1,1-1,-1-1,0 1,0 0,-1-1,1 1,-1-1,0 0,0 0,-1 0,1 0,-1 0,0 0,-1 0,1 0,-1-4,-1 8,1 1,-1-1,0 1,0 0,0-1,1 1,-1 0,0 0,0 0,0-1,1 1,-1 0,0 0,0 0,0 1,0-1,1 0,-1 0,0 0,0 0,0 1,1-1,-1 0,0 1,0-1,1 1,-1-1,0 1,1-1,-1 1,0-1,1 1,-1 0,1-1,-1 1,1 0,0-1,-1 1,1 0,0 0,-1-1,1 1,0 0,0 0,-1 0,1 0,0 0,-1 3,-1 0,1 0,0 0,0 0,0 1,1-1,-1 0,1 0,0 1,1-1,-1 0,1 0,-1 1,1-1,1 0,-1 0,0 0,1 0,0 0,0 0,0-1,0 1,1-1,-1 1,1-1,0 0,0 0,0 0,1 0,-1-1,3 2,7 6,1-1,1 0,0-1,0-1,0 0,1-1,6 1,44 11</inkml:trace>
  <inkml:trace contextRef="#ctx0" brushRef="#br0" timeOffset="124218.731">29146 7152,'3'-15,"18"-83,4 2,4 1,31-67,-48 139,-12 23,0 1,0-1,0 0,0 1,0-1,0 0,0 0,0 1,0-1,0 0,0 1,0-1,1 0,-1 0,0 1,0-1,0 0,0 0,1 1,-1-1,0 0,0 0,0 1,1-1,-1 0,0 0,0 0,1 0,-1 1,0-1,0 0,1 0,-1 0,0 0,1 0,-1 0,0 0,1 0,-1 0,0 0,0 0,1 0,-1 0,0 0,1 0,-1 0,0 0,1 0,-1 0,0-1,0 1,1 0,-1 0,0 0,0 0,1-1,-1 1,0 0,1 193,4-101,3-1,20 86,-22-148,-1-6,-2-1,0 1,-1 0,-1 0,-1 20,-5-19</inkml:trace>
  <inkml:trace contextRef="#ctx0" brushRef="#br0" timeOffset="124464.601">29186 7432,'14'-2,"15"-1,15 0,11 3,10 4,7 3,5 3,1 4,-6 1,-15-4</inkml:trace>
  <inkml:trace contextRef="#ctx0" brushRef="#br0" timeOffset="124718.439">29975 7580,'0'-5,"0"-1</inkml:trace>
  <inkml:trace contextRef="#ctx0" brushRef="#br0" timeOffset="122869.642">27595 6818,'-1'-7,"-1"0,0 0,-1 0,1 1,-2-1,1 1,0 0,-1 0,0 0,-1 0,1 1,-1 0,0 0,-1 0,1 0,-6-3,0 0,1 0,-2 0,1 1,-1 0,0 1,-1 1,0 0,0 0,0 1,0 1,0 0,-1 1,1 1,-1 0,1 0,-1 1,0 1,1 1,-1 0,1 0,0 1,0 1,0 1,0-1,0 2,1 0,0 0,0 1,1 1,0 0,0 0,-2 4,4-3,1 0,0 0,0 1,1 0,0 1,1 0,0 0,0 0,1 1,1 0,0 0,1 0,0 0,1 0,0 1,1-1,0 1,1-1,1 1,0-1,0 1,1-1,1 0,0 0,1 0,0 0,1 0,0-1,3 5,3 0,0-1,1 0,1-1,0 0,1 0,1-2,0 0,1-1,0 0,0-1,1-1,0 0,11 2,2 1,-1-2,1-2,0 0,1-3,0 0,0-2,0-1,2-1,46-7,-14-5</inkml:trace>
  <inkml:trace contextRef="#ctx0" brushRef="#br0" timeOffset="123168.356">27982 6791,'-1'-1,"-55"-20,54 21,1-1,0 1,-1 0,1 0,-1 0,1 0,-1 0,1 0,-1 0,1 1,0-1,-1 0,1 1,-1-1,1 1,0-1,-1 1,1 0,0 0,0 0,0-1,0 1,0 0,0 0,0 1,0-1,0 0,0 0,0 0,0 1,1-1,-1 0,1 1,-1-1,1 0,-1 1,1-1,0 1,0 8,1 1,1-1,-1 0,2 0,-1 0,2 0,-1 0,1 0,0-1,1 0,1 0,-1 0,1-1,0 1,1-1,6 5,-11-9,108 121,-73-87,-2 3,-1 1,6 13,-13 1,-27-54,0-1,-1 1,1-1,0 1,-1-1,1 1,-1-1,1 1,-1-1,0 1,1-1,-1 0,0 1,0-1,0 0,0 0,0 0,0 0,-1 0,1 0,0 0,0 0,-1 0,1 0,-1-1,1 1,0-1,-1 1,1-1,-1 1,0-1,1 0,-1 0,1 0,-1 0,1 0,-1 0,1 0,-1 0,0-1,0 1,-18 0,0 0,-1-1,1-1,0-1,-1-1,2 0,-10-4,-33-11</inkml:trace>
  <inkml:trace contextRef="#ctx0" brushRef="#br0" timeOffset="123412.701">28036 6657,'20'-4,"17"-2,12 0,12 2,10 0,6 2,-2 1,-12 1</inkml:trace>
  <inkml:trace contextRef="#ctx0" brushRef="#br0" timeOffset="123663.031">28678 6951,'11'12,"7"3,4-1,-2-5,-1-8,-5-9,-4-8,-8-6,-8-3,-6 0,-6 2,-5 5,0 8,-1 10,1 12,4 10,6 9,5-1</inkml:trace>
  <inkml:trace contextRef="#ctx0" brushRef="#br0" timeOffset="123913.872">28731 7326,'1'0,"0"0,-1 1,1-1,-1 0,1 0,0 0,-1 0,1 0,0 0,-1 0,1-1,0 1,-1 0,1 0,-1 0,1-1,-1 1,1 0,0-1,-1 1,1 0,-1-1,1 1,-1-1,0 1,1-1,-1 1,1-1,-1 1,0-1,1 1,-1-1,0 1,0-1,1 0,-1 1,0-1,0 0,0 1,0-1,0 1,0-1,0 0,8-80,-8 79,0 0,0 0,0 0,-1 0,1 0,-1 0,1 0,-1 0,0 0,0 0,0 0,0 0,0 0,0 0,0 1,0-1,-1 0,1 1,-1-1,1 1,-1-1,0 1,0 0,1 0,-1 0,0 0,0 0,0 0,0 1,0-1,0 0,0 1,0 0,-1 0,0-1,1 1,-1 0,1 1,-1-1,1 0,0 1,0 0,-1-1,1 1,0 0,0 0,0 0,0 0,0 1,0-1,0 0,0 1,0 0,0-1,1 1,-1 0,1 0,0 0,-1 0,1 0,0 0,0 0,0 0,0 0,1 1,-1-1,0 0,1 1,0-1,0 0,-1 1,1-1,1 1,-1-1,0 0,1 1,-1-1,1 0,-1 1,1-1,1 1,16 21,5-3</inkml:trace>
  <inkml:trace contextRef="#ctx0" brushRef="#br0" timeOffset="120567.832">20108 7794,'-2'-31,"2"0,1 0,1-1,1 2,6-19,1-28,-1 6,-4 0,-4-67,0 132,-1 0,0-1,-1 1,1-1,-1 1,-1 0,1 0,-1-1,0 1,0 0,-1 0,0 1,0-1,0 1,-1-1,0 1,0 0,0 0,0 1,-4-3,8 6,-1 1,1-1,-1 1,0-1,1 1,-1-1,0 1,1 0,-1-1,0 1,0 0,1 0,-1-1,0 1,0 0,0 0,1 0,-1 0,0 0,0 0,1 0,-1 0,0 0,0 1,0-1,1 0,-1 0,0 1,1-1,-1 0,0 1,1-1,-1 1,0-1,1 1,-1-1,1 1,-1-1,1 1,-1 0,1-1,-1 1,1 0,0-1,-1 1,1 0,0 0,0-1,-1 1,1 0,0 0,0-1,0 1,0 0,0 0,0 0,0-1,0 1,0 0,1 0,-1-1,0 1,0 0,1 0,-1 0,5 3,-1 0,1 0,0 0,0-1,0 1,0-1,1-1,-1 1,1-1,0 1,0-2,0 1,3 0,3 2,58 15,-42-12,0 1,-1 1,0 1,-1 1,24 14,-44-20,0 1,0-1,-1 1,0 0,0 0,0 1,-1-1,0 1,0 0,-1 0,0 1,0-1,-1 0,1 1,-2 0,1 0,-1-1,0 1,-1 0,0 0,0 0,-2 7,4 12,-2-22,0-1,0 0,1 1,0-1,0 1,0-1,0 0,1 0,0 0,0 0,0 0,0 0,0 0,1-1,0 1,0-1,0 0,0 0,0 0,1 0,-1 0,1-1,0 1,-1-1,1 0,0 0,1-1,-1 1,0-1,0 0,1 0,-1 0,0-1,1 1,7 0,0 0,1-1,-1-1,0 0,0 0,1-1,-1-1,0 0,-1 0,1-1,-1-1,1 0,-1 0,-1-2,1 1,-1-1,0 0,-1-1,0 0,0-1,0 0,-1 0,-1-1,0 0,0 0,5-11,-10 18,0-1,0 1,-1-1,1 1,-1-1,0 0,0 1,0-1,-1 0,1 0,-1 0,0 1,0-1,0 0,-1 0,1 0,-1 0,0 1,0-1,0 0,0 1,-1-1,0 1,0-1,0 1,0 0,0 0,0 0,-1 0,1 0,-1 0,0 1,0-1,0 1,0 0,-1 0,1 0,0 0,-1 1,0-1,-2 0,0 2,0 1,0-1,0 1,0 1,0-1,0 1,0 0,0 0,1 0,-1 1,1 0,-1 0,1 0,0 1,0 0,1 0,-1 0,1 0,0 1,0 0,0 0,1 0,0 0,0 0,0 1,0 0,1-1,0 1,0 0,1 0,0 0,0 0,0 0,1 0,-1 0,1 1,1-1,-1 0,1 0,0 0,1 0,0 0,0 0,0 0,0-1,2 4,5 1,-1 0,1-1,0 0,1 0,0-1,1-1,-1 1,1-2,1 1,-1-1,1-1,0 0,1-1,-1-1,1 0,-1 0,1-1,11 0,41 7</inkml:trace>
  <inkml:trace contextRef="#ctx0" brushRef="#br0" timeOffset="121534.791">21432 7058,'-18'-5,"1"1,-1 0,-1 2,1 0,0 0,-1 2,1 1,0 0,-1 1,1 1,0 0,-1 2,15-3,0-1,0 1,0 0,0 0,1 1,-1-1,1 1,-1-1,1 1,0 0,0 1,1-1,-1 0,1 1,-1-1,1 1,0 0,0 0,1 0,-1 0,1 0,0 0,0 0,0 1,1-1,-1 0,1 0,0 1,0-1,1 0,-1 1,1-1,0 0,0 0,0 0,1 0,0 3,11 16,1 0,0-1,2 0,0-1,2-1,0-1,1 0,1-2,1 0,16 10,3 6,-21-18,86 88,-104-102,1 0,-1-1,0 1,0 0,0 0,0 0,0 1,0-1,-1 0,1 0,0 0,0 1,-1-1,1 0,-1 1,1-1,-1 1,0-1,1 0,-1 1,0-1,0 1,0-1,0 1,0-1,-1 0,1 1,0-1,-1 1,1-1,-1 0,1 1,-1-1,1 0,-1 1,0-1,0 0,0 0,0 0,0 0,0 0,0 0,0 0,0 0,0 0,0 0,-1-1,1 1,-1 0,-11 2,-1-1,0 0,0 0,0-2,0 0,0 0,0-1,0-1,0-1,1 1,-1-2,1 0,0-1,-12-5,-28-25,52 34,-1-1,1 1,0 0,0 0,0-1,0 1,0-1,0 1,0-1,0 1,1-1,-1 0,1 1,-1-1,1 0,0 1,-1-1,1 0,0 0,0 1,0-1,0 0,1 1,-1-1,0 0,1 0,-1 1,1-1,-1 1,1-1,0 1,0-1,0 1,0-2,5-2,1-1,-1 1,1 0,0 0,0 1,0 0,1 0,-1 1,1 0,0 0,0 1,0 0,6-1,1-1,61-17,-24 9,0-3,-1-2,-1-3,0-1,14-11,-56 28,0-1,0 0,-1 0,0 0,0-1,-1 0,1-1,-1 1,0-1,-1 0,0 0,4-8,-8 14,0-1,-1 1,1-1,-1 1,1-1,-1 1,1-1,-1 1,0-1,0 1,0-1,0 1,0-1,0 1,0-1,0 1,0-1,-1 0,1 1,-1 0,1-1,-1 1,0-1,1 1,-1 0,0-1,0 1,0 0,0 0,0 0,0-1,0 1,-1 0,1 1,0-1,0 0,-1 0,1 0,-1 1,1-1,-1 1,-2-2,-1 1,1 0,-1 0,1 0,-1 1,1 0,-1 0,0 0,1 0,-1 1,1-1,-1 1,-2 1,-1 2,0 0,0 0,0 0,0 1,0 1,1-1,0 1,0 1,1-1,0 1,0 0,0 0,1 1,0 0,1 0,-1 0,2 0,-1 1,1-1,0 1,1 0,0 0,1 0,-1 0,2 0,-1 0,1 1,1-1,0 0,0 0,1 0,0 0,0 0,1 0,0-1,1 2,5 2,0 1,1-2,0 1,1-1,0-1,1 0,0 0,0-1,1-1,1 0,-1-1,1 0,0-1,1-1,-1 0,1-1,0 0,0-2,1 1,-1-2,0 0,1-1,-1-1,1 0,-1-1,3-1,-5 0,-1 0,1-1,-1 0,0-1,-1 0,1-1,-1-1,0 0,-1 0,0-1,0 0,0-1,-1 0,-1 0,1-1,-2 0,1-1,5-10,6-15,-1 0,-2-1,-2-1,-2 0,4-19,31-137,-9 0,-1-59,-34 222,4-13,-3 1,-1-1,-2 0,-6-41,-12 33,17 51,-1 0,0 0,1 0,-1 1,0-1,0 0,0 1,1-1,-1 0,0 1,0-1,0 1,0 0,0-1,0 1,0 0,0-1,0 1,0 0,0 0,-1 0,1 0,0 0,0 0,0 0,0 1,0-1,0 0,0 0,0 1,0-1,0 1,0-1,0 1,0-1,1 1,-1 0,0-1,0 1,0 0,1 0,-1 0,0-1,1 1,-1 0,1 0,-1 0,-8 11,0 1,1 0,0 0,1 1,0-1,2 1,-1 1,1 0,-14 48,2 1,3 1,3 0,3 1,2 0,3 28,2-48,2-1,1 1,3-1,2 0,1 0,3-1,1 0,3-1,1 0,2-2,2 0,1-1,3 0,6 5,-19-32,0 0,1 0,0-1,1-1,0 0,6 3,-18-13,0 1,0-1,0 0,1 0,-1 0,1 0,-1 0,1 0,-1 0,1 0,0 0,-1-1,1 1,0-1,-1 1,1-1,0 0,0 0,0 1,-1-1,1 0,0-1,0 1,0 0,-1 0,1-1,0 1,-1-1,1 0,0 1,-1-1,1 0,-1 0,1 0,-1 0,1 0,-1-1,0 1,1 0,-1 0,0-1,0 1,0-1,0 1,0-1,-1 0,1 1,0-1,0-1,-1-9,1-1,-2 1,1 0,-2-1,1 1,-2 0,0 0,0 0,-1 0,-1 1,0 0,-2-5,3 7,-29-61,-3 2,-3 1,-3 2,-2 2,-3 1,-3 3,-3 2,-2 3,-5-1,3-2,61 45,68 5,-45 8,302 12,5 16,-130-8</inkml:trace>
  <inkml:trace contextRef="#ctx0" brushRef="#br0" timeOffset="114130.401">3051 7005,'-21'-5,"-15"-1,-11 3,-7 8,2 8,4 9,12 10,10 5,16 5,17 1,9-7</inkml:trace>
  <inkml:trace contextRef="#ctx0" brushRef="#br0" timeOffset="119847.758">17528 7713,'-30'-21,"-2"2,0 0,-1 3,-1 0,0 2,-1 2,-20-4,49 14,1 0,-1 0,0 1,0-1,0 1,0 1,0-1,0 1,1 0,-1 0,0 1,0 0,0 0,0 0,0 1,1 0,-1 0,1 0,-1 1,1 0,0 0,0 0,0 0,0 1,1 0,-1 0,1 0,0 1,0-1,1 1,-1 0,1 0,-1 2,4-2,0 0,0 0,0 0,1-1,-1 1,1 0,0 0,1 0,-1-1,1 1,0-1,0 1,0-1,1 0,-1 1,1-1,0-1,0 1,1 0,-1-1,1 1,0-1,0 0,0-1,0 1,0-1,0 1,1-1,0 0,-1-1,1 1,0-1,-1 0,1 0,0-1,0 1,0-1,0 0,2-1,13 0,0-2,0 0,0-1,-1-1,0-1,0 0,0-2,-1 0,0-1,0-1,-1-1,0 0,-1-1,-1-1,0 0,0-1,-2-1,0 0,0-1,1-3,2-9,-1-1,-1 0,-1 0,-2-1,-1-1,-1 0,-2 0,-1-1,-1 0,-2 0,-1 0,-2 0,-2-16,-9-61,11 108,0-1,0 0,0 1,-1-1,1 1,0-1,-1 1,1-1,-1 1,0-1,0 1,1-1,-1 1,0 0,0 0,0-1,-1 1,1 0,0 0,0 0,0 0,-1 0,1 0,-1 1,1-1,0 0,-1 1,0-1,1 1,-1-1,1 1,-1 0,1 0,-1 0,0-1,1 2,-1-1,1 0,-1 0,0 0,1 1,-1-1,1 1,-1-1,1 1,-1 0,1 0,0-1,-1 1,1 0,0 0,0 0,-1 0,1 1,0-1,0 1,-10 10,0 0,1 2,1-1,0 1,1 0,0 1,1 0,1 0,0 1,1 0,0 2,-4 13,1-1,1 2,2-1,0 1,3 0,1 0,1 0,2 14,0-31,0 1,1-1,0 0,1 0,1 0,1-1,0 1,1-1,0-1,1 1,0-1,1-1,1 1,0-2,1 1,0-2,0 1,6 2,-8-5,1-1,0 0,1-1,-1 0,1-1,1 0,-1 0,0-1,1-1,0 0,0-1,0 0,0 0,0-2,1 1,-1-2,0 1,0-2,0 0,0 0,0-1,0 0,-1-1,1-1,-1 0,0 0,0-1,-1 0,0-1,0 0,0-1,-1 0,0 0,-1-1,0 0,3-5,-4 2,0-1,-1 0,0 1,-1-2,-1 1,0-1,-1 1,0-1,-1 0,-1 0,0 0,-1-1,0 1,-1 0,-1 0,0 0,-4-12,5 24,1 0,-1 0,1 0,-1 0,0 1,0-1,0 0,0 0,0 1,0-1,0 1,-1-1,1 1,-1-1,1 1,-1 0,1 0,-1 0,0 0,1 0,-1 0,0 0,0 0,0 1,0-1,0 1,0-1,0 1,0 0,0 0,0 0,1 0,-1 0,0 0,0 1,0-1,0 0,0 1,0 0,0-1,0 1,1 0,-1 0,0 0,0 0,1 1,-1-1,1 0,-1 0,1 1,0-1,0 1,-1 0,1-1,0 2,-3 3,0 0,1 0,-1 1,2-1,-1 1,1 0,0 0,0-1,1 1,0 0,0 1,0-1,1 0,0 0,1 0,0 0,0 0,0 0,1 0,0 0,0 0,1-1,0 1,0-1,0 0,1 0,0 0,0 0,1 0,-1-1,1 0,0 0,1 0,-1-1,1 1,20 10,0-1,0 0,1-2,1-2,0 0,0-2,1 0,0-3,0 0,9-1,94 14</inkml:trace>
  <inkml:trace contextRef="#ctx0" brushRef="#br0" timeOffset="118383.356">9427 7432,'-14'0,"0"0,1 1,-1 0,0 1,1 1,-1 0,1 1,0 0,0 1,0 1,1 0,0 0,0 1,0 1,1 0,0 1,1 0,0 0,0 1,-4 6,12-13,0-1,0 0,0 1,1 0,-1 0,1-1,-1 1,1 0,0 0,0 0,0 0,1 0,-1 0,1 1,-1-1,1 0,0 0,0 0,1 0,-1 0,1 1,-1-1,1 0,0 0,0 0,0 0,1 0,-1-1,1 1,-1 0,1-1,0 1,0-1,2 2,8 3,0 0,0-1,1 0,0-2,0 1,0-1,0-1,1 0,-1-1,1-1,0 0,-1-1,2 0,29 1,0-1,0-2,0-2,-1-3,0-1,0-1,-1-3,16-7,-49 16,0 0,-1-1,1 0,-1 0,0 0,-1-1,1 0,-1-1,0 0,2-2,-23 18,13-8,-1 0,1 1,0-1,0 0,0 0,0 1,1-1,-1 1,1-1,-1 1,1-1,0 1,0-1,0 1,0-1,1 0,-1 1,0-1,1 1,0-1,0 1,-1-1,2 0,-1 0,0 1,0-1,1 0,-1 0,1 0,-1-1,1 1,0 0,0 0,0-1,0 1,0-1,0 0,0 0,0 1,1-1,-1-1,0 1,1 0,-1-1,2 1,9 3,1-1,-1 0,0-1,1 0,-1-1,1-1,-1 0,1-1,0 0,-1-1,0 0,1-1,-1-1,7-3,-17 6,0 0,-1 0,1 0,0 0,0 0,-1-1,1 1,-1-1,1 0,-1 1,1-1,-1-1,0 1,0 0,0 0,-1-1,1 1,0-1,-1 1,1-1,-1 0,0 0,0 0,0 1,-1-1,1 0,0 0,-1 0,0 0,0 0,0 0,0 0,0 0,-1 0,1 0,-1-1,-6-5,0 1,-1 0,0 0,0 1,0 0,-1 0,0 1,0 1,-1-1,0 1,0 1,0 0,0 0,-1 1,1 0,-1 1,0 0,0 1,-4 0,-110-10,125 11,0 0,0 1,0-1,0 0,0 0,0 1,0-1,0 0,0 0,0 1,0-1,0 0,0 0,0 1,0-1,0 0,0 0,0 1,-1-1,1 0,0 0,0 0,0 1,0-1,241 9,-210-8,38 0,-1 2,0 4,15 5,-78-11,1-1,0 1,0 0,-1 1,1-1,0 1,-1 0,0 1,1-1,-1 1,0 0,-1 0,1 1,0-1,-1 1,0 0,0 0,0 1,0-1,-1 1,1 0,-1 0,-1 0,1 0,-1 0,2 4,-13 112,9-119,0-1,0 1,0 0,1 0,-1 0,0 0,1-1,-1 1,1 0,0-1,0 1,0 0,0-1,0 1,0-1,0 1,0-1,0 0,1 1,-1-1,1 0,-1 0,1 0,-1 0,1 0,-1 0,1-1,0 1,0 0,-1-1,1 1,0-1,0 0,0 0,-1 0,1 0,0 0,69-10,-60 6,-1-1,0 0,0 0,0-1,-1 0,1-1,-2 0,1-1,-1 0,0 0,-1-1,0 0,0 0,-1 0,0-1,0 0,-1 0,-1-1,0 1,0-1,-1 0,0 0,0-7,-3-1,-9 37,7-14,1 1,0-1,0 1,1 0,0-1,-1 1,1 0,1-1,-1 1,1-1,0 1,0 0,0-1,0 0,1 1,0-1,0 0,0 0,1 0,-1 0,1 0,0 0,0-1,0 1,0-1,1 0,-1 0,1 0,0-1,0 1,0-1,3 1,1 0,1-1,-1 0,1-1,0 0,-1-1,1 1,0-2,0 1,-1-1,1 0,-1-1,1 0,-1-1,1 1,-1-2,0 1,0-1,-1 0,1-1,-1 0,7-5,-5 3,1-1,-2 0,1-1,-1 1,0-2,-1 1,0-1,-1 0,0 0,0-1,-1 0,-1 0,0 0,0 0,1-11,-4 21,-1 0,1 0,-1 0,1 0,-1 1,1-1,-1 0,0 0,0-1,0 1,1 0,-1 0,0 0,0 0,0 0,-1 0,1 0,0 0,0 0,0 0,-1 0,1 0,0 0,-1 0,1 0,-1 0,0 1,1-1,-1 0,1 0,-1 0,0 1,0-1,0 0,1 1,-1-1,0 1,0-1,0 1,0-1,0 1,0-1,0 1,0 0,0 0,0-1,0 1,0 0,0 0,0 0,0 0,0 0,0 1,0-1,0 0,0 0,0 1,0-1,-1 1,-2 1,0 1,1 0,-1 0,1 0,0 1,-1-1,2 1,-1 0,0 0,1 0,-1 0,1 0,0 0,1 1,-1-1,1 1,0-1,0 1,0-1,1 1,-1 0,1 0,0-1,1 1,-1 0,1-1,0 1,0-1,0 1,1-1,-1 1,1-1,0 0,1 0,-1 0,1 0,-1 0,1 0,1-1,-1 1,0-1,1 0,15 10,1-1,1-1,0-1,0 0,1-2,0-1,0 0,1-2,-1-1,1 0,1-2,16 0,24 4,0-4,0-2,0-2,-1-4,14-4,-60 7,-1 0,0-1,0-1,-1 0,1-1,-1-1,1-1,-14 7,1 1,-1-1,0-1,0 1,0 0,0 0,0-1,0 0,0 1,-1-1,1 0,-1 1,1-1,-1 0,1 0,-1-1,0 1,0 0,0 0,0 0,-1-1,1 1,0 0,-1-1,0 1,1-1,-1 1,0 0,0-1,-1 1,1-1,0 1,-1 0,0-1,1 1,-1 0,0-1,0 1,0 0,0 0,-1 0,1 0,-1 0,0-1,-11-8,0 0,0 1,-1 0,0 1,-1 1,0 0,0 1,-1 1,0 0,0 1,0 1,0 0,-9 0,12 1,0 0,0 0,0 1,-1 1,1 0,0 1,-1 0,1 1,0 1,0 0,0 0,0 2,0 0,0 0,1 1,0 0,0 1,0 1,1 0,0 0,-10 9,18-12,0 0,0-1,1 1,-1 1,1-1,0 0,0 0,1 1,-1-1,1 1,0 0,0-1,0 1,1 0,-1 0,1-1,1 1,-1 0,1 0,-1-1,1 1,1 0,-1-1,0 1,1-1,0 0,0 1,1-1,-1 0,1 0,0 0,0-1,0 1,0-1,1 0,3 3,10 5,1-1,0-1,0-1,1-1,0 0,1-1,-1-1,1-1,0-1,0 0,0-2,1 0,-1-2,0 0,14-3,-25 4,1 0,0 0,-1-1,1-1,-1 0,1 0,-1 0,0-2,0 1,0-1,0 0,-1-1,0 0,0 0,0-1,0 0,-1 0,0-1,0 1,-1-2,0 1,0-1,-1 0,0 0,0-1,-1 1,0-1,0 0,-1-1,-1 3,0 0,-1-1,0 1,-1 0,1-1,-1 1,-1-1,0 1,0-1,0-1,1 9,0 0,-1 1,1-1,0 0,0 0,0 0,0 1,0-1,0 0,0 0,0 0,-1 0,1 1,0-1,0 0,0 0,0 0,-1 0,1 0,0 0,0 0,0 0,0 1,-1-1,1 0,0 0,0 0,0 0,-1 0,1 0,0 0,0 0,0 0,-1 0,1 0,0 0,0 0,0 0,-1-1,1 1,0 0,0 0,0 0,0 0,-1 0,1 0,0 0,0-1,0 1,0 0,-1 0,1 0,0 0,0 0,0-1,0 1,0 0,-5 19,4-11,0-1,1 1,0 0,0-1,1 1,0-1,0 1,0-1,1 1,1-1,-1 0,1 0,0 0,1 0,0 0,0-1,0 0,1 0,-1 0,2 0,-1-1,1 1,-1-2,1 1,1 0,-1-1,1 0,-1-1,1 0,0 0,0 0,4 0,2 0,0-1,-1 0,1-1,0-1,0 0,0-1,0 0,0-1,-1 0,1-1,-1 0,1-1,-1-1,0 0,-1 0,1-1,-1-1,0 0,-1 0,0-1,0-1,0 1,-1-2,-1 1,1-1,-2 0,1-1,-1 0,-1 0,0-1,-1 1,0-1,2-10,-7 22,-1 0,1 1,0-1,-1 0,1 0,-1 0,1 0,-1 0,1 0,-1 0,1 0,-1 0,1 0,-1 0,1 0,-1 0,1 0,-1 0,1 0,-1 0,1-1,0 1,-1 0,1 0,-1-1,1 1,0 0,-1 0,1-1,0 1,-1-1,1 1,0 0,-1-1,1 1,0-1,0 1,-1 0,1-1,0 1,0-1,0 1,0-1,0 1,0-1,0 1,0-1,0 1,0-1,0 1,0-1,0 1,0-1,0 1,0-1,1 1,-1 0,0-1,0 0,-2 6,-1-1,1 0,0 1,0-1,0 1,0-1,1 1,0 0,0 0,0 0,1-1,-1 1,1 0,0 0,1 0,-1 0,1 0,0 0,0-1,1 1,-1 0,1-1,0 1,0-1,1 0,-1 1,1-1,0 0,0 0,0-1,1 1,-1-1,1 0,0 0,0 0,0 0,2 1,11 4,0 0,0-1,0 0,1-2,0 0,0-1,0-1,0 0,1-2,-1 0,1-1,-1-1,1 0,-1-2,0 0,0-1,7-3,-18 5,-1 0,0-1,0 1,-1-1,1 0,-1-1,1 0,-1 0,0 0,0 0,-1-1,1 1,-1-1,0-1,0 1,-1 0,0-1,0 0,0 0,0 0,-1 0,0 0,0 0,-1 0,0-1,0 1,0-1,-1 1,0-1,0 1,-1-1,0 1,0 0,0-1,-2-3,-9-12,11 22,1 0,0-1,-1 1,1 0,-1 0,1 0,0 0,-1-1,1 1,0 0,-1 0,1 0,-1 0,1 0,0 0,-1 0,1 0,-1 0,1 1,0-1,-1 0,1 0,0 0,-1 0,1 0,0 1,-1-1,1 0,0 0,-1 1,1-1,0 0,-1 0,1 1,0-1,0 0,0 1,-1-1,1 0,0 1,0-1,0 0,0 1,0-1,-1 1,1-1,0 0,0 1,0-1,0 1,0-1,0 0,0 1,1-1,-1 1,0-1,0 0,0 1,0-1,-2 8,1 0,0 1,0-1,1 0,0 1,1-1,0 0,0 1,0-1,1 0,0 0,1 0,0 0,0-1,1 1,0-1,0 0,1 0,-1 0,2 0,-1-1,1 0,0 0,0-1,0 1,1-1,4 2,20 8,0-1,1-2,0-1,0-1,1-2,1-1,-1-2,1-1,20-1,273 7,-236-11</inkml:trace>
  <inkml:trace contextRef="#ctx0" brushRef="#br0" timeOffset="119163.273">14039 7767,'-17'-12,"0"0,0 1,-2 2,1-1,-1 2,0 1,-1 0,0 1,0 1,0 1,0 1,-1 1,1 1,-1 0,-10 2,26-1,0 0,0 1,1-1,-1 1,0 0,0 0,1 0,-1 1,1 0,-1-1,1 2,0-1,-1 0,1 1,0 0,1 0,-1 0,0 0,1 1,0-1,0 1,0 0,0 0,1 0,-1 1,1-1,0 0,0 1,1-1,-1 1,1 0,0-1,1 1,-1 0,1 0,0 0,0 0,0-1,1 4,1-3,0 1,1-1,0-1,0 1,0 0,0-1,1 1,0-1,0 0,0 0,0-1,0 1,1-1,0 0,0 0,0 0,0-1,0 0,0 0,1 0,7 2,-1 0,1-1,1-1,-1 0,0 0,0-2,1 0,0 0,1-2,0 0,0-1,0 0,-1-1,0-1,1-1,-2 0,1 0,-1-2,0 1,0-2,-1 0,0 0,-1-1,0-1,0 1,-1-2,-1 0,0 0,0 0,-1-1,-1 0,0-1,-1 0,0 0,-2 0,2-7,6-29,-3-1,-2 0,-2 0,-2 0,-3-14,0 54,1-5,-1 0,0 0,-1 1,-1-1,0 0,-1 1,-1 0,-1-1,-4-10,8 24,1 1,-1-1,1 1,-1 0,0-1,0 1,0 0,0 0,0-1,0 1,0 0,0 0,0 0,0 0,0 1,-1-1,1 0,0 0,-1 1,1-1,-1 1,1-1,-1 1,1-1,-1 1,1 0,-1 0,1 0,-1 0,1 0,-1 0,1 0,-1 1,1-1,-1 0,1 1,0-1,-1 1,1 0,-1-1,1 1,0 0,0 0,-1 0,0 1,-47 55,40-42,1 0,1 0,0 1,1 0,0 0,2 1,0-1,0 1,2 0,0 0,1 0,1 0,0 0,1 0,1 0,1 0,0 0,2-1,0 1,0-1,1 0,1-1,1 1,4 5,1-5,0 0,1 0,1-1,1-1,0-1,0 0,1-1,1-1,0-1,1 0,0-1,6 1,17 5,1-2,0-1,0-2,1-3,12 0,-33-3,1 0,0-2,0-1,0-1,0-1,0-1,-1-1,1-1,-1-1,0-2,0 0,0-1,-1-1,19-11,-37 18,0-1,1 0,-1 0,0-1,0 1,-1-1,1 0,-1 0,0 0,0-1,0 1,0-1,-1 1,0-1,0 0,0 0,0 0,-1 0,0 0,0 0,0 0,-1-1,0 1,0 0,0 0,-1 0,1-1,-1 1,-1 0,1 0,-1 0,1 0,-1 0,-1 1,1-1,-1 0,0 1,0 0,0 0,-1-1,-3-2,-1 1,-1 0,1 0,-1 1,0 0,0 1,-1 0,1 0,-1 1,0 0,0 1,0 0,0 0,0 1,0 1,-1-1,1 2,0-1,0 2,0-1,-1 1,2 1,-1 0,0 0,1 1,-1 0,1 1,0 0,0 0,1 1,0 0,0 0,0 1,1 0,3-3,1 0,1 0,-1-1,0 2,1-1,0 0,0 0,0 1,1-1,-1 1,1-1,0 1,1 0,-1-1,1 1,0 0,0 0,0-1,0 1,1 0,0 0,0-1,0 1,1-1,0 1,0-1,0 0,0 1,0-1,1 0,0-1,0 1,3 3,5 1,0 0,1-2,0 1,0-1,0-1,1 0,-1-1,1 0,0-1,1 0,-1-1,0 0,1-2,-1 1,1-2,-1 0,1 0,-1-1,0-1,12-3,-16 3,1 1,0-2,-1 1,1-1,-1-1,0 0,-1 0,1-1,-1 0,0 0,0-1,-1 0,0 0,0-1,-1 0,0 0,0 0,-1-1,0 0,0 0,-1 0,-1-1,1 1,-1-1,-1 0,0 0,0 0,-1 0,-1 0,1-1,-2 1,1 0,-2-2,2 10,0 0,0 0,0 0,0 0,-1 0,1 0,-1 0,0 0,0 0,0 0,0 0,0 0,0 1,0-1,0 0,-1 1,1-1,0 1,-1-1,0 1,1 0,-1 0,0-1,0 1,1 0,-1 1,0-1,0 0,0 0,0 1,0-1,0 1,0 0,-1 0,1 0,0 0,0 0,0 0,0 0,0 1,0-1,0 1,0-1,0 1,0 0,0 0,-1 0,-1 2,1 0,0 0,0 1,1-1,-1 0,1 1,-1 0,1-1,0 1,0 0,1 0,-1 0,1 0,0 0,0 1,0-1,1 0,0 0,-1 1,1-1,1 0,-1 1,1-1,-1 0,1 0,1 1,-1-1,0 0,1 0,0 0,0-1,0 1,1 0,6 7,1 0,1 0,0-1,1 0,0-1,0 0,1-1,0 0,0-1,1-1,0 0,0-1,0-1,14 3,35 10,2-3,-1-3,5-2,65 5</inkml:trace>
  <inkml:trace contextRef="#ctx0" brushRef="#br0" timeOffset="114700.667">4802 7432,'-9'-3,"0"0,0 0,0 0,-1 1,1 1,-1 0,1 0,-1 1,1 0,-1 0,1 1,-1 1,1-1,0 2,0-1,0 1,0 1,0-1,0 1,1 1,0 0,0 0,0 1,1-1,-1 2,1-1,1 1,-1 0,1 0,1 1,-1 0,1 0,1 0,-2 4,5-10,0 1,0-1,1 1,-1 0,1 0,-1-1,1 1,0 0,0 0,0-1,1 1,-1 0,1 0,-1-1,1 1,0 0,0-1,0 1,0-1,1 1,-1-1,1 0,-1 1,1-1,0 0,0 0,0 0,0 0,0-1,0 1,1 0,-1-1,1 0,-1 0,1 1,-1-1,1-1,0 1,-1 0,1-1,0 1,-1-1,1 0,1 0,10 1,0-1,1-1,-1 0,0-1,1 0,-1-1,0-1,-1 0,1-1,-1-1,0 0,0 0,0-1,-1-1,0 0,-1-1,0 0,0-1,-1 0,0-1,-1 0,8-12,-14 19,0 0,0 0,0-1,-1 1,0-1,0 0,0 0,0 0,-1 0,0 0,0 0,0 0,-1 0,1-2,-2 7,1-1,0 1,0-1,0 1,-1-1,1 1,0-1,-1 1,1-1,0 1,-1-1,1 1,-1 0,1-1,-1 1,1 0,-1-1,1 1,-1 0,1 0,-1-1,1 1,-1 0,1 0,-1 0,1 0,-1 0,1 0,-1 0,0 0,1 0,-1 0,1 0,-1 0,1 0,-1 0,0 0,1 1,-1-1,1 0,-1 0,1 1,-1-1,1 0,-1 1,1-1,0 0,-1 1,1-1,0 1,-1-1,1 1,0-1,-1 1,1-1,0 1,0-1,-1 1,1-1,0 1,0-1,0 1,0-1,0 1,0 0,-4 4,1 0,1 0,-1 0,0 0,1 1,0-1,1 1,-1-1,1 1,0 0,0-1,1 1,0 0,0 0,0 0,1-1,-1 1,1 0,1 0,-1-1,1 1,0-1,0 0,1 1,0-1,0 0,0 0,0-1,1 1,-1-1,1 1,0-1,1 0,-1-1,1 1,0-1,1 1,11 3,0-1,0 0,1-1,0-1,0-1,1 0,-1-1,0-2,14 0,37-2</inkml:trace>
  <inkml:trace contextRef="#ctx0" brushRef="#br0" timeOffset="116506.839">5403 7460,'-20'0,"-1"1,1 0,0 2,0 1,0 0,0 2,1 0,-1 1,2 1,-1 0,1 2,0 0,-4 4,-19 28,40-41,0 0,0 0,0 0,0 0,0 1,1-1,-1 0,1 0,-1 0,1 1,-1-1,1 0,0 0,-1 1,1-1,0 0,0 1,0-1,0 0,0 1,0-1,0 0,1 1,-1-1,0 0,1 0,-1 1,1-1,0 0,-1 0,1 0,0 0,0 0,-1 1,1-2,0 1,0 0,0 0,0 0,1 0,6 3,0-1,0-1,1 1,-1-1,1-1,-1 0,1 0,-1 0,1-1,0 0,-1-1,1 0,2-1,10 0,0-1,1-1,-1-1,-1-1,1-1,-1-1,0 0,11-8,-22 11,-1 0,0 0,0 0,-1-1,1-1,-1 1,-1-1,1 0,-1-1,-1 1,1-1,-1 0,0-1,-1 1,0-1,-1 0,0 0,0 0,0-1,-1-4,0-15,-2 0,-2 0,0 0,-2 0,-1 1,-1 0,-3-3,-1-16,-43-227,53 273,0 1,0-1,1 1,-1-1,0 0,0 1,0-1,1 0,-1 1,0-1,0 1,0-1,0 0,0 1,-1-1,1 0,0 1,0-1,0 0,0 1,-1-1,1 1,0-1,-1 1,1-1,0 1,-1-1,1 1,-1-1,1 1,0-1,-1 1,1-1,-1 1,0 0,1-1,-1 1,1 0,-1 0,1-1,-1 1,0 0,1 0,-1 0,0 0,1 0,-1 0,0 0,1 0,-1 0,1 0,-1 0,0 0,1 0,-1 0,0 1,1-1,-1 0,1 1,-1-1,-23 112,23-94,-7 34,3 0,2 0,3 0,2 0,2 0,2-1,2 1,10 26,-16-67,1-1,1 0,0 0,0-1,0 1,2-1,-1 0,1 0,0 0,1-1,0 0,0 0,1-1,0 0,0 0,0-1,1 0,0-1,0 0,1 0,0-1,-1 0,1 0,7 0,5-4,-1-2,1 0,-1-2,0 0,0-1,0-1,-1-1,0-1,0-1,-1-1,0 0,12-10,-21 15,137-85,-146 89,1 1,-1-1,0 0,1 1,-1-1,0 0,0 0,0 0,1 0,-1 0,0 0,0 0,-1-1,1 1,0 0,0 0,0-1,-1 1,1 0,-1-1,1 1,-1-1,0 1,1-1,-1 1,0-1,0 1,0-1,0 1,0-1,0 1,-1-1,1 1,0-1,-1 1,1-1,-1 1,0 0,1-1,-1 1,0 0,0 0,0-1,0 1,0 0,0 0,0 0,0 0,0 0,0 0,-1 1,1-1,-1 0,-12-5,0 0,0 2,-1-1,1 2,-1 0,0 1,0 0,0 1,0 1,0 0,0 1,0 1,1 0,-1 1,0 1,-2 1,10-3,1 1,-1 0,1 0,0 1,0-1,0 1,0 1,1-1,0 1,0 0,0 0,0 0,-2 4,6-6,-1-1,1 0,0 1,-1-1,1 1,0-1,1 1,-1-1,0 1,1 0,-1-1,1 1,0 0,0 0,0-1,0 1,1 0,-1-1,1 1,-1 0,1-1,0 1,0-1,0 1,1-1,-1 1,0-1,1 0,0 0,-1 0,1 0,0 0,0 0,0 0,2 1,8 5,1-1,-1-1,1 0,0-1,0 0,1-1,-1-1,1 0,0-1,0 0,0-1,0 0,0-1,0-1,0-1,0 0,0 0,6-3,-11 4,-1-1,1 1,-1-1,0-1,1 0,-1 0,0-1,-1 0,1 0,-1 0,0-1,0 0,0-1,-1 0,1 0,-1 0,-1-1,0 1,1-1,-2-1,1 1,-1-1,0 0,-1 0,0 0,0 0,-1 0,0-1,0 1,-1-1,0 1,-1-1,0 0,0-5,-1 10,1 1,-1-1,1 0,-1 0,0 1,-1-1,1 0,-1 1,1-1,-1 1,0 0,0 0,-1-1,1 1,-1 1,1-1,-1 0,0 1,0-1,0 1,0 0,-4-2,5 5,0 1,0-1,-1 1,1-1,0 1,1 0,-1 0,0 0,0 0,1 0,0 0,-1 0,1 1,0-1,0 1,0-1,0 0,0 1,1-1,-1 1,1 0,0-1,-1 1,1-1,0 1,1 0,-1-1,0 1,1-1,0 1,0 3,0 1,1-1,-1 0,2 1,-1-1,1 0,0 0,0-1,0 1,1 0,0-1,0 0,0 0,1 0,0-1,0 0,0 0,0 0,1 0,-1-1,1 0,4 2,4 2,0-2,0 1,1-2,0 0,-1 0,1-2,1 0,-1 0,5-2,-12 1,0-1,0-1,0 1,0-1,0-1,0 0,0 0,0 0,0-1,-1 0,1-1,-1 1,0-2,0 1,-1-1,1 0,-1 0,0 0,0-1,-1 0,0 0,0-1,0 0,-1 1,0-1,0-1,0 1,-1-1,-1 1,3-7,3-71,-8 85,0 1,0-1,0 0,0 0,0 1,0-1,0 0,0 1,0-1,0 0,0 0,0 1,0-1,0 0,0 0,0 1,0-1,0 0,0 0,-1 1,1-1,0 0,0 0,0 1,0-1,-1 0,1 0,0 0,0 1,0-1,-1 0,1 0,0 0,0 0,-1 0,1 1,0-1,0 0,-1 0,1 0,0 0,0 0,-1 0,1 0,0 0,-1 0,1 0,0 0,0 0,-1 0,1 0,0 0,0 0,-1 0,1-1,0 1,0 0,-1 0,1 0,0 0,-1-1,-4 20,1-1,0 1,1 0,2 0,-1 0,2 0,1 7,-1-21,0 1,1-1,0 0,0 0,0 1,0-1,1 0,0 0,0 0,0 0,0-1,1 1,0-1,0 1,0-1,1 0,-1 0,1 0,0-1,0 1,1-1,-1 0,0 0,1 0,0-1,0 0,0 0,0 0,5 1,2 0,0-1,0-1,0 0,0-1,0 0,0-1,0 0,0-1,0 0,0-1,0 0,-1-1,1 0,-1-1,0 0,-1-1,1 0,-1-1,0 0,-1 0,1-1,-2-1,1 1,-1-1,0-1,-1 1,0-1,-1-1,0 1,0-1,-1 0,-1 0,0-1,0 0,-4 11,1 0,0 0,-1-1,1 1,-1 0,0-1,1 1,-1 0,0-1,0 1,0-1,0 1,0 0,0-1,0 1,0-1,0 1,-1 0,1-1,-1 1,1 0,-1 0,1-1,-1 1,0 0,0 0,1 0,-1 0,0 0,0 0,0 0,0 0,0 0,-1 0,1 0,0 1,0-1,0 0,-1 1,1-1,0 1,-1 0,1-1,0 1,-1 0,1 0,0 0,-1 0,1 0,-1 0,-4 2,1 1,0-1,-1 1,1 1,0-1,1 1,-1 0,1 0,-1 0,1 1,1-1,-1 1,0 0,1 0,0 0,0 1,1-1,0 1,0-1,0 1,0 0,1 0,0 0,0 0,1 0,-1 2,2-4,0-1,0 0,0 0,0 0,0 0,1 0,-1 0,1 0,0-1,0 1,0-1,0 1,0-1,1 1,-1-1,1 0,-1 0,1-1,0 1,0 0,0-1,0 0,0 1,1-1,81 21,-84-22,101 12,0-4,99-6,-53-1,83 4,-156-13,-72 7,-1 0,1 1,-1-1,0 0,1 0,-1 0,0-1,0 1,0-1,0 1,0-1,0 1,0-1,-1 0,1 0,0 0,-1 0,0 0,1 0,-1 0,0-1,0 1,0 0,-1-1,1 1,-1-1,1-1,-2-5,-1 1,1-1,-2 0,1 1,-1-1,-1 1,0 0,0 0,0 0,-1 1,0 0,0 0,-1 0,0 0,0 1,-1 0,0 0,0 1,0 0,0 0,-1 0,0 1,-4-1,4 0,1 1,-1 1,0-1,0 2,0-1,-1 1,1 0,0 0,-1 1,1 0,-1 1,0 0,1 0,-1 1,1 0,-1 1,1 0,0 0,-1 0,1 1,0 1,1-1,-1 1,0 0,1 1,0 0,0 0,1 1,-1-1,1 2,0-1,1 0,0 1,-3 5,5-8,0 1,1 0,-1-1,1 1,0 0,1 1,-1-1,1 0,0 0,0 1,1-1,0 0,0 1,0-1,0 1,1-1,0 0,0 1,0-1,1 0,0 0,0 0,0 0,0 0,1-1,0 1,0-1,0 1,1-1,-1 0,1 0,10 5,0-1,1 0,0-1,0-1,1-1,-1 0,1 0,0-2,0 0,1-1,-1-1,0 0,1-1,-1-1,1 0,-1-1,4-2,0 2,-1-2,0 0,0-1,0 0,-1-2,1 0,-2-1,1-1,-1-1,0 0,-1-1,-1-1,9-8,1-19,-25 38,1 1,-1-1,0 0,0 1,1-1,-1 0,0 0,0 1,0-1,0 0,0 0,0 1,0-1,0 0,0 0,0 1,-1-1,1 0,0 1,0-1,-1 0,1 1,0-1,-1 0,1 1,-1-1,1 1,-1-1,1 1,-1-1,1 1,-1-1,1 1,-1-1,0 1,1 0,-1-1,0 1,1 0,-1 0,0-1,0 1,1 0,-1 0,0 0,1 0,-1 0,0 0,0 0,1 0,-1 0,0 0,0 1,1-1,-1 0,0 0,0 1,-9 2,0 1,1 0,-1 1,1 0,0 0,0 1,1 0,0 1,0 0,0 0,1 1,0 0,0 0,1 0,0 1,1 0,0 0,0 1,-8 15,1 0,2 1,0 1,2 0,0 0,2 0,2 1,0 0,2 0,0 0,2 0,3 14,7 54,4-1,26 91,-30-139,-6-28,4 7,-2 0,-1 1,-1 0,-1 0,-2 0,-1 0,-1 1,-1 6,1-28,0-1,-1 1,1 0,-1-1,0 1,0-1,-1 0,0 0,0 0,0 0,0 0,-1-1,0 1,0-1,0 0,0 0,0 0,-1-1,0 0,0 0,0 0,0 0,0-1,-1 0,1 0,-1 0,1-1,-5 1,-6-2,1-1,0 0,0-1,0-1,0 0,0-2,1 1,-1-2,1 0,0 0,1-1,0-1,0 0,0-1,1-1,1 0,0 0,0-1,-1-2,-6-6,0-1,1 0,1-2,1 0,1 0,1-1,1-1,1-1,1 1,-6-27,12 37,0-1,1 0,1 0,0-1,2 1,-1 0,2 0,0-1,0 1,2 0,0 0,1 0,0 1,1-1,0 1,2 0,-1 0,2 1,6-10,10-1,0 0,1 2,2 1,0 0,1 3,1 0,1 2,0 1,1 1,0 1,1 2,26-4,60-22</inkml:trace>
  <inkml:trace contextRef="#ctx0" brushRef="#br0" timeOffset="113883.065">2141 7820,'1'-16,"89"-290,-87 296,18-43,-20 52,0 0,0 0,0 0,0 0,0 0,0 0,0 0,0 0,1 0,-1 1,0-1,1 0,-1 1,0-1,1 1,-1-1,0 1,1 0,-1 0,1 0,-1 0,1-1,-1 2,0-1,1 0,-1 0,1 0,-1 1,1-1,-1 1,0-1,1 1,-1 0,0-1,0 1,1 0,20 14,-1 0,0 1,-1 1,-1 1,0 1,-2 0,15 21,-31-37,6 4,-1 0,1 1,-2 0,1 1,-1-1,-1 1,1 0,-1 0,-1 0,0 1,0-1,-1 1,1 9,-3-18,0 1,0-1,-1 1,1-1,0 1,-1-1,0 0,1 1,-1-1,0 1,1-1,-1 0,0 0,0 1,0-1,0 0,0 0,-1 0,1 0,0 0,0 0,-1-1,1 1,0 0,-1 0,1-1,-1 1,1-1,-1 0,1 1,-1-1,1 0,-1 0,1 0,-1 0,1 0,-1 0,-54-18,51 15,1 0,-1-1,1 0,-1 0,1 0,0 0,1 0,-1-1,1 0,0 0,0 0,0 0,1 0,0 0,0-1,0 1,1-1,-1 0,1 1,1-1,-1 0,1 0,0 1,0-1,1 0,0 0,0 1,0-1,1 0,-1 1,1-1,1 1,-1 0,1-1,8-4,0 1,0 0,1 0,0 2,0-1,1 2,0-1,0 2,0 0,1 0,0 1,0 1,0 1,0 0,11 0,-19 0,0 1,1-1,-1 2,0-1,0 1,1 0,-1 0,0 1,1-1,-1 1,0 1,0-1,0 1,0 0,0 1,0 0,-1-1,1 2,-1-1,1 1,-1-1,-1 1,1 1,0-1,-1 1,0 0,0 0,0 0,-1 0,10 66,-13-66,-1 0,1 0,0 0,1 0,-1-1,1 1,0 0,0 0,1 0,-1 0,1-1,0 1,0-1,1 1,-1-1,1 0,0 0,0 0,1 0,-1-1,1 1,-1-1,1 0,0 0,1 0,1 1,4-1,0 0,0-1,0 0,0-1,1 0,-1 0,0-1,0 0,1-1,-1-1,0 1,0-1,0-1,0 0,0 0,-1-1,0-1,1 1,-1-1,-1-1,1 0,-1 0,0 0,0-1,-1 0,3-4,-8 8,0 0,-1 1,1-1,0 0,-1 0,0-1,0 1,0 0,0 0,0-1,-1 1,1 0,-1-1,0 1,0 0,0-1,-1 1,1 0,-1-1,1 1,-1 0,0 0,-1 0,1 0,0 0,-1 0,0 0,0 0,0 0,0 1,0-1,0 1,0-1,-3 0,-4-5,0 1,0 0,-1 1,0 0,0 0,-1 1,0 1,0 0,-5-2,-2 1,0 1,0 1,-1 1,1 0,0 1,-1 1,-5 1,15 0,1 0,0 0,-1 0,1 1,0 1,0-1,0 1,0 1,0-1,1 1,-1 1,1-1,0 1,0 1,1-1,-5 6,9-8,-1 0,1 0,0 0,0 0,1 1,-1-1,1 1,-1-1,1 1,0-1,1 1,-1 0,0-1,1 1,0 0,0 0,0-1,1 1,-1 0,1-1,0 1,0 0,0-1,0 1,0-1,1 1,0-1,0 0,0 0,0 0,0 0,1 0,-1 0,1-1,-1 1,1-1,0 1,0-1,1 0,-1 0,0-1,1 1,-1-1,1 1,0-1,6 2,1 0,0 0,-1-1,1 0,0-1,0 0,1-1,3-1,37-2</inkml:trace>
  <inkml:trace contextRef="#ctx0" brushRef="#br0" timeOffset="114301.733">3184 7620,'14'16,"11"7,10 0,14-4,13-5,17-7,16-10,-9-4</inkml:trace>
  <inkml:trace contextRef="#ctx0" brushRef="#br0" timeOffset="133978.949">2943 8208,'-15'5,"-15"5,-10 11,-5 11,-6 11,-1 12,3 10,4 10,8 11,10 8,9 7,13 2,14-1,17-6,15-10,14-13,12-15,-6-16</inkml:trace>
  <inkml:trace contextRef="#ctx0" brushRef="#br0" timeOffset="134630.341">3171 9144,'-7'-24,"2"0,0 0,2-1,0 1,2-1,1 0,1 1,1-1,1 0,4-16,-4 31,1 0,-1 1,1 0,1 0,0 0,0 0,1 1,0-1,1 2,-1-1,1 1,1 0,5-5,-8 9,-1 0,1 0,0 0,0 0,0 1,0-1,1 1,-1 1,1-1,-1 1,1 0,-1 0,1 0,0 1,-1 0,1 0,0 1,-1-1,1 1,0 0,-1 1,1 0,-1-1,0 2,1-1,4 5,1 0,-1 0,-1 1,1 0,-1 1,-1 0,1 0,-2 1,1 0,-1 1,-1-1,0 1,-1 1,0-1,0 1,-1 0,-1 0,0 0,0 3,-2-14,0 1,-1 0,1 0,-1-1,1 1,-1 0,0 0,0 0,0 0,0 0,0-1,0 1,0 0,-1 0,1 0,0 0,-1-1,0 1,1 0,-1 0,0-1,0 1,0-1,0 1,0-1,0 1,-1-1,1 1,0-1,-1 0,1 0,-1 0,1 0,-1 0,0 0,1 0,-1-1,0 1,0 0,0-1,1 0,-1 1,0-1,-1 0,-2-1,0 1,1-2,-1 1,0-1,0 1,1-1,-1 0,1-1,-1 1,1-1,0 0,0 0,0 0,1-1,-1 0,1 1,0-1,0 0,0 0,0-1,1 1,0 0,0-1,0 0,0 1,1-1,-1 0,1 0,0-2,2 4,0 1,0-1,0 1,0-1,1 1,-1 0,1-1,-1 1,1 0,0 0,0 0,0 1,0-1,0 0,0 1,1-1,-1 1,0 0,1 0,-1 0,1 0,-1 0,1 0,0 1,-1-1,1 1,0 0,-1-1,1 1,0 1,-1-1,1 0,2 1,6-2,11-1,43-4,-1-3,-1-2,1-3,33-14,-37-4,-58 32,-1-1,1 0,-1 0,0 0,1 0,-1 0,0 0,0-1,0 1,0 0,0 0,0-1,0 1,0-1,0 1,-1-1,1 1,-1-1,1 0,-1 1,1-1,-1 1,0-1,0 0,0 1,0-1,0 0,0 1,-1-1,1 0,0 1,-1-1,1 1,-1-1,0 0,1 1,-2-2,-2 0,0 0,-1-1,1 1,-1 1,1-1,-1 1,0 0,0 0,0 0,0 1,0 0,-1 0,1 0,0 0,0 1,-1 0,1 0,0 0,-1 1,1 0,-1 0,-1 0,1 1,0-1,0 1,0 0,1 1,-1-1,0 1,1 0,-1 1,1-1,0 1,0 0,1 1,-1-1,1 1,0-1,0 1,1 1,-1-1,1 0,0 1,0 0,1-1,0 1,0 0,0 0,1 1,0-1,0 0,0 0,1 1,0-1,0 0,1 0,0 1,0-1,0 0,1 0,0 0,0 0,0 0,1 0,0-1,0 1,0-1,1 0,0 0,0 0,0 0,4 3,12 1,-1 0,1-1,1-1,-1-1,1-1,0-1,0-1,1 0,-1-2,1 0,-1-2,1 0,2-2,-23 3,87-4</inkml:trace>
  <inkml:trace contextRef="#ctx0" brushRef="#br0" timeOffset="135480.091">5176 8823,'-9'-8,"0"1,0 0,0 1,-1 0,0 1,0 0,-1 0,1 1,-1 0,0 1,0 1,0-1,0 2,0-1,-1 2,1-1,-1 2,1-1,0 2,0-1,-1 1,1 1,1 0,-1 1,0 0,-8 5,11-4,0 0,0 0,0 1,1 0,0 0,0 0,1 1,-1 1,1-1,1 1,0 0,0 0,0 0,1 1,0-1,1 1,0 0,1 0,-1 1,2-1,-1 0,1 1,1-1,0 1,0-1,1 9,2-13,-1 0,0-1,1 1,0-1,0 1,0-1,1 0,-1 0,1 0,0-1,0 1,0-1,1 0,-1 0,1-1,0 1,-1-1,1 0,0 0,0-1,1 1,-1-1,0 0,0 0,6-1,5 1,0 0,0-1,0-1,0-1,-1 0,1-1,0-1,1-1,-1 0,0 0,-1-1,0-1,0-1,-1 0,1-1,-2 0,1-1,-2-1,1 0,-1-1,-1 0,0-1,-1 0,0 0,-1-1,-1-1,0 1,-1-1,0-1,-1 1,-1-1,-1 0,0 0,-1-3,1-16,-3 1,-1-1,-2 0,-1 0,-1 0,-2 1,-2 0,-1 0,-11-27,17 53,2 3,-1 1,1-1,-1 0,0 0,0 1,-1-1,1 1,-1 0,0 0,0 0,0 0,-1 0,-1-1,3 5,1 0,0 0,-1 0,1 0,0 0,-1 0,1 1,0-1,-1 1,1-1,0 1,0-1,0 1,-1 0,1-1,0 1,0 0,0 0,0 0,0 0,0 0,1 0,-1 0,0 0,0 0,1 0,-1 1,1-1,-1 0,1 0,-1 1,1-1,0 0,-1 1,1-1,0 0,0 1,-9 30,1 0,2 1,1 0,-1 28,4-35,1-18,-4 26,1-1,2 2,1-1,2 0,1 0,2 0,1 0,2-1,4 9,-7-32,0-1,1 0,0 0,1 0,0-1,0 0,1 0,0 0,0-1,1 0,0-1,0 0,0 0,1 0,0-1,0 0,1-1,-1 0,1-1,0 0,0 0,0-1,0-1,0 1,9-1,-4 0,0 0,1-1,-1-1,0 0,0-1,0 0,0-2,-1 1,1-2,-1 0,0-1,0 0,-1-1,0-1,0 0,0 0,-1-2,-1 1,1-1,8-11,-16 15,-1 1,0-1,0 1,0-1,-1 0,1 0,-2 0,1-1,0 1,-1 0,-1-1,1 1,-1 0,0-4,0 7,0 0,-1 0,1 0,-1 0,1 0,-1 0,0 0,-1 0,1 0,0 0,-1 0,1 1,-1-1,0 0,0 1,0 0,0-1,-1 1,1 0,-1 0,1 0,-1 0,1 1,-1-1,0 1,0 0,0 0,0 0,-2-1,1 2,1 0,0 1,0-1,0 1,0-1,0 1,0 0,0 0,0 0,0 1,0-1,1 1,-1-1,0 1,1 0,0 0,-1 0,1 0,0 1,0-1,0 1,0-1,0 1,1 0,-1-1,1 1,0 0,0 0,0 0,0 0,0 0,1 0,0 0,-1 1,1-1,0 0,0 0,1 0,-1 0,1 0,-1 0,1 0,0 0,0 0,0 0,1 0,0 2,4 2,-1 0,2-1,-1 0,1 0,0 0,0-1,0 0,1 0,0 0,0-1,0-1,0 1,1-1,-1-1,1 0,0 0,0 0,-1-1,1-1,0 1,0-1,0-1,3 0,-1 0,0 0,1-1,-1-1,0 0,0 0,0-1,-1 0,1-1,-1 0,1-1,-8 4,1 0,0-1,0 0,-1 1,0-1,1 0,-1 0,0-1,0 1,-1-1,1 1,-1-1,0 0,0 0,0 0,0 0,-1 0,0-1,1 1,-2 0,1-1,0 1,-1-1,0 1,0-1,-1-3,0 3,0 0,-1 0,0 0,0 0,0 1,0-1,-1 1,0-1,0 1,0 0,0 0,-1 0,0 1,1-1,-1 1,-1 0,1 0,0 0,-1 1,1-1,-1 1,0 0,0 1,0-1,-4-1,0 0,0 1,0 0,0 1,0 0,0 1,-1-1,1 2,0-1,0 1,0 1,0-1,-3 2,3 1,0 0,1 0,-1 1,1 0,0 0,0 1,1 0,0 0,0 1,0 0,1 0,0 1,-3 4,5-7,1-1,1 1,-1 0,0 0,1 0,0 0,0 0,1 0,-1 0,1 1,0-1,1 1,-1-1,1 1,0-1,1 0,-1 1,1-1,0 1,0-1,1 0,0 1,0-1,1 2,0-3,1 1,-1-1,1 0,1 0,-1 0,1 0,-1-1,1 1,0-1,0 0,0-1,1 1,-1-1,0 0,1-1,0 1,-1-1,1 0,0-1,0 1,0-1,0 0,43 1</inkml:trace>
  <inkml:trace contextRef="#ctx0" brushRef="#br0" timeOffset="135730.937">5911 8301,'-22'-2,"-15"-1,-8 3,-1 7,6 8,9 8,15 6,16 7,18 2,19 3,3-7</inkml:trace>
  <inkml:trace contextRef="#ctx0" brushRef="#br0" timeOffset="135898.504">6112 8889,'3'19,"2"10,3 2,7 1,10-3,14-6,17-7,17-9,-4-6</inkml:trace>
  <inkml:trace contextRef="#ctx0" brushRef="#br0" timeOffset="136214.643">8264 8676,'-7'14,"-2"15,1 13,1 7,2 5,4 3,5-2,1-8,2-10,1-11</inkml:trace>
  <inkml:trace contextRef="#ctx0" brushRef="#br0" timeOffset="136662.957">8051 8516,'31'-2,"0"2,0 2,0 1,0 1,0 1,0 2,-1 1,0 2,-1 0,20 11,-32-14,-1 0,1 1,-1 0,-1 1,0 1,0 1,-1 0,0 1,-1 0,0 1,-1 1,0 0,-1 0,-1 1,-1 0,0 1,0 0,-2 1,0 0,-1 0,-1 0,0 4,9 125,-14-145,1 0,-1 1,1-1,-1 0,1 0,0 1,0-1,-1 0,1 0,0 0,0 0,0 0,0 0,0-1,0 1,1 0,-1 0,0-1,0 1,1-1,-1 1,0-1,0 1,1-1,-1 0,0 0,1 0,-1 1,1-1,-1-1,0 1,1 0,-1 0,0 0,1-1,-1 1,0-1,1 1,-1-1,0 1,0-1,1 0,51-32,-39 21,0 0,-1-1,-1-1,0 0,-1 0,-1-1,0-1,-1 1,0-1,-2-1,0 0,-1 0,2-9,-4 4,-4 23,0-1,0 0,0 0,-1 1,1-1,0 0,0 0,0 1,0-1,0 0,0 0,0 1,0-1,-1 0,1 0,0 0,0 1,0-1,0 0,-1 0,1 0,0 1,0-1,-1 0,1 0,0 0,0 0,-1 0,1 0,0 0,0 0,-1 0,1 1,0-1,0 0,-1 0,1 0,0 0,0-1,-1 1,1 0,0 0,0 0,-1 0,1 0,0 0,0 0,-1 0,1 0,0-1,0 1,-1 0,1 0,0 0,0-1,-3 7,0 1,1-1,0 1,1-1,-1 1,1 0,0 0,1-1,0 1,0 0,0 0,1 0,0-1,0 1,1 0,0-1,0 1,0-1,1 0,0 0,0 0,1 0,-1 0,1-1,1 1,-1-1,1 0,0 0,0-1,0 1,1-1,-1-1,1 1,0-1,5 2,17 8,0-2,1-1,1-1,0-1,0-2,0-1,28 0,43 5</inkml:trace>
  <inkml:trace contextRef="#ctx0" brushRef="#br0" timeOffset="137345.72">10430 9077,'-1'-19,"0"0,1 0,0-1,2 1,0 0,2 0,0 0,1 1,6-16,-10 29,1 0,0 0,0 0,0 1,0-1,1 1,0-1,0 1,0 0,0 0,1 0,0 1,0-1,0 1,0 0,0 0,0 0,1 1,-1 0,1-1,0 1,0 1,0-1,0 1,0 0,0 0,0 1,0-1,0 1,1 0,-1 0,0 1,0 0,2 0,14 7,-1 0,0 2,-1 0,0 1,0 1,-1 1,-1 0,0 1,-1 1,11 14,-25-27,2 1,0 1,0-1,0 1,0 0,-1 0,0 0,0 1,0-1,0 1,-1 0,1 0,-1-1,-1 2,1-1,-1 0,1 4,-4-7,0 0,0-1,0 1,0 0,0-1,0 0,-1 1,1-1,-1 0,1 0,-1 0,1 0,-1-1,1 1,-1-1,0 1,1-1,-1 0,0 0,1 0,-1-1,0 1,1-1,-1 1,-2-1,1 1,0-1,0 0,0 0,0 0,0 0,0-1,0 1,1-1,-1 0,1-1,-1 1,1 0,-1-1,1 0,0 0,1 0,-1 0,0 0,1-1,-1 1,1-1,0 1,1-1,-1 0,0 0,1 0,0 0,0 0,0 0,1 0,-1 0,1 0,0 0,0-3,0-25,2 0,0 0,3 1,0-1,2 1,8-20,-3 1,9-38,-5-2,-3 0,-4 0,-4-33,-5 118,1-5,-1 0,0 1,0-1,-1 1,-1-1,0 1,0-1,-1 1,0 0,0 0,3 9,0 1,0-1,0 1,0-1,0 1,0-1,0 1,0 0,0-1,0 1,0-1,0 1,0-1,0 1,0-1,0 1,-1-1,1 1,0-1,0 1,-1-1,1 1,0-1,-1 0,1 1,-1-1,1 0,0 1,-1-1,1 0,-1 1,1-1,-1 0,1 0,-1 1,1-1,-1 0,1 0,-1 0,1 0,-1 0,1 0,-1 0,1 0,-1 0,1 0,-1 0,0 0,1 0,-1 0,1 0,-1-1,1 1,-1 0,1 0,-1-1,1 1,0 0,-1-1,1 1,-1 0,1-1,0 1,-1 25,1 0,2 0,0 0,2 0,1-1,1 1,1 1,-5-21,162 572,-123-449,-33-114,-2-11</inkml:trace>
  <inkml:trace contextRef="#ctx0" brushRef="#br0" timeOffset="137596.05">10377 8288,'13'7,"28"4,34 3,33 1,29 1,18 1,5 1,-6 2,-19 1,-31-2</inkml:trace>
  <inkml:trace contextRef="#ctx0" brushRef="#br0" timeOffset="138718.917">11513 8582,'-48'18,"26"-12,1 0,0 2,0 0,1 2,0 0,1 1,0 1,1 1,0 0,1 2,1 0,-11 12,24-24,0 0,1 0,0 0,0 0,0 0,0 0,0 0,0 1,1-1,0 1,0-1,0 1,0-1,0 1,1 0,-1-1,1 1,0 0,0 0,1-1,-1 1,1 0,-1-1,1 1,0-1,1 1,-1-1,1 1,-1-1,1 0,0 0,0 0,1 0,-1 0,1 0,-1 0,1-1,0 1,0-1,0 0,1 1,3 0,-1-1,1 1,0-1,0-1,0 1,0-1,0 0,0-1,0 1,1-1,-1-1,0 0,0 0,0 0,0-1,0 0,0 0,0 0,-1-1,1 0,-1-1,0 0,0 0,0 0,6-5,0 0,0-1,-1 0,-1-1,0 0,0-1,-1 0,-1-1,0 1,7-15,16-56,-35 142,3-51,-1 0,1 0,1 0,0 0,0 0,1 0,-1-1,2 1,-1 0,1 0,0 0,1-1,0 1,0-1,1 0,0 0,0 0,0-1,1 1,0-1,0 0,4 2,-7-6,0-1,1 0,-1 0,1-1,-1 1,1 0,-1-1,1 1,-1-1,1 0,0 0,-1 0,1 0,-1-1,1 1,-1-1,1 1,-1-1,1 0,-1 0,1 0,-1 0,0-1,0 1,0 0,1-1,-1 0,-1 1,2-2,45-62,-37 39,-1-1,-2 0,-1-1,-1 0,-1 0,-1 0,-2-11,2 5,-4 31,-1 1,1-1,0 1,0-1,0 0,0 1,1-1,-1 1,1-1,0 0,-1 1,1-1,0 1,0 0,1-1,-1 1,0 0,1 0,0 0,-1 0,1 0,0 0,0 0,0 0,0 1,0-1,1 1,-1 0,0-1,1 1,-1 0,1 0,-1 1,2-1,8 3,0 0,0 1,0 1,0 0,-1 1,0 0,0 0,0 2,0-1,-1 1,0 0,-1 1,6 6,-5-3,0 0,-1 0,0 1,-1 1,-1-1,0 1,0 0,-2 1,1 0,-2-1,0 2,0-1,-2 0,0 1,0 8,5 12,-6-28,-1 0,2 0,-1-1,1 1,0 0,0-1,1 0,0 1,0-1,1 0,-1-1,1 1,0 0,1-1,-1 0,1 0,0-1,1 1,-1-1,1 0,0 0,-1-1,2 0,-1 0,2 1,24 3,1-1,-1-2,1 0,0-3,0-1,4-1,0 1,4 1,1-2,-1-1,0-2,1-2,-2-2,1-1,-1-3,19-8,-50 16,0 0,0-1,-1 0,0-1,0 0,0 0,-1 0,0-1,0 0,1-2,-6 6,0 0,0 0,0 0,-1 0,1-1,-1 1,1 0,-1-1,0 1,-1-1,1 1,0-1,-1 1,0-1,0 1,0-1,0 0,-1 1,1-1,-1 1,0-1,0 1,0-1,-1 1,1 0,-1 0,0-1,-2-1,-2-3,0 0,-1 1,-1 0,1 0,-1 0,0 1,-1 1,1-1,-1 1,0 1,-1 0,1 0,-1 1,1 0,-1 0,0 1,0 1,0-1,0 2,0-1,-1 2,1-1,0 1,0 1,0 0,0 0,-9 4,14-4,-1 1,1 0,0 1,0-1,0 1,1 0,-1 0,1 1,0-1,0 1,0 0,1 0,0 0,0 0,0 1,1-1,-1 1,1 0,0 0,1-1,0 1,0 0,0 0,1 1,-1-1,1 0,1 0,-1 0,1 0,0 0,1 0,-1 0,1 0,1-1,-1 1,1-1,2 5,8 5,0 0,1-1,1-1,0 0,1-2,0 1,1-2,0 0,1-1,0-1,0 0,1-1,0-2,0 0,15 2,58 14,0-5,1-4,0-3,1-5,54-6,-115 2,0-2,-1-1,1-1,-1-2,0-2,-1 0,8-5,-32 10,-1 0,0 0,1-1,-1 1,0-2,-1 1,1 0,-1-1,0 0,4-5,-7 8,-1 0,0 0,1 0,-1-1,0 1,0 0,0-1,0 1,-1-1,1 1,-1-1,1 1,-1-1,0 1,0-1,0 1,0-1,-1 0,1 1,-1-1,1 1,-1-1,0 1,0 0,0-1,0 1,-1 0,1 0,-1 0,0-1,-5-5,-1 1,0 0,0 1,-1 0,1 0,-2 1,1 0,0 1,-1 0,0 0,0 1,0 0,0 1,-1 0,1 0,0 1,-1 1,1 0,-1 0,1 1,-1 0,1 1,0 0,-1 1,-4 2,11-4,-1 0,1 1,0-1,-1 1,1 0,0 0,0 1,0-1,1 1,-1 0,1 0,-1 0,1 0,0 1,0-1,0 1,1 0,-1 0,1 0,0 0,0 0,0 0,1 0,-1 1,1-1,0 1,0-1,1 1,0 0,-1-1,1 1,1-1,-1 1,1 0,0-1,0 1,0-1,0 0,1 1,0-1,0 0,0 0,0 0,2 2,2 0,0 0,-1-1,2 0,-1 0,1-1,-1 0,1 0,0 0,0-1,1 0,-1-1,1 1,0-2,-1 1,1-1,0 0,0 0,0-1,0 0,0-1,-1 1,1-2,0 1,7-3,-4 1,0 0,0-1,-1-1,1 1,-1-2,0 1,-1-2,1 1,-1-1,0 0,-1-1,0 0,0 0,-1-1,0 0,0-1,-1 1,3 49,-4-31,1 0,1-1,-1 0,1-1,1 1,-1-1,1-1,0 1,1-1,0-1,0 0,0 0,0 0,1-2,0 1,0-1,0 0,0-1,0 0,3-1,82 19,0-6</inkml:trace>
  <inkml:trace contextRef="#ctx0" brushRef="#br0" timeOffset="139349.231">15938 8315,'-24'-7,"0"0,0 2,0 0,-1 2,1 0,-1 2,0 1,0 1,1 1,-1 1,1 1,-11 4,30-7,0 1,0 0,0 0,1 0,-1 1,0 0,1 0,0 0,-1 0,1 1,1-1,-1 1,0 0,1 0,0 1,0-1,0 1,0-1,1 1,0 0,0 0,0 0,1 0,-1 0,1 1,1-1,-1 0,1 1,0-1,0 0,0 1,1-1,0 5,8 9,1 1,0-1,2-1,0 0,1 0,1-1,0-1,1-1,1 0,0 0,1-2,1 0,9 4,-15-8,72 54,115 96,-199-159,53 61,-51-59,-1 0,1 0,-1 0,0 0,0 1,0-1,0 0,0 0,-1 1,1-1,-1 1,1-1,-1 0,0 1,0-1,0 1,0-1,0 0,-1 1,1-1,-1 1,0-1,1 0,-1 0,0 1,0-1,-1 0,1 0,0 0,-1 0,-5 4,-1-2,1 1,-1-1,0 0,0 0,0-1,-1 0,1-1,-1 0,1 0,-1-1,0 0,0 0,1-1,-9-1,15 2,-1-1,1 1,0-1,0 1,0-1,0 0,-1 0,1 0,0 0,0-1,0 1,-1-1,1 1,0-1,0 0,0 0,0 1,0-1,0-1,0 1,1 0,-1 0,0-1,1 1,-1-1,0 0,1 1,0-1,-1 0,1 0,0 0,0 0,0 0,0 0,1 0,-1 0,0 0,1 0,0 0,-1 0,1-1,0 1,0 0,0 0,0 0,1-1,-1 0,5-11,1 1,0-1,1 1,1 0,0 0,0 1,2 0,2-2,3-6,22-24,-3-1,-1-2,-2-1,-2-2,-3-1,-2-1,-2-1,-2-1,7-36,-25 37,-2 53,0-1,0 1,-1 0,1-1,0 1,0 0,0-1,-1 1,1 0,0-1,0 1,-1 0,1-1,0 1,0 0,-1 0,1 0,0-1,-1 1,1 0,-1 0,1 0,0 0,-1-1,1 1,0 0,-1 0,1 0,-1 0,1 0,0 0,-1 0,1 0,-1 0,1 0,0 1,-1-1,1 0,0 0,-1 0,1 0,0 0,-1 1,1-1,0 0,-1 0,1 1,0-1,-1 0,1 1,0-1,0 0,0 0,-1 1,1-1,0 0,0 1,0-1,0 1,-1-1,-15 23,7-2,2 1,0-1,1 1,1 1,1-1,1 0,0 1,2 0,1 0,1-1,1 1,1 0,1-1,1 0,5 16,1-2,2 0,1-1,1 0,2-2,2 0,1 0,1-2,7 6,18 6,-34-42,-4-9</inkml:trace>
  <inkml:trace contextRef="#ctx0" brushRef="#br0" timeOffset="139769.62">16206 8663,'-2'0,"1"-1,0 0,0 1,-1-1,1 0,0 0,0 0,0 0,0 0,0 0,0 0,0 0,0 0,1-1,-1 1,0 0,1 0,-1-1,1 1,-1 0,1-1,0 1,-1-1,1 1,0 0,0-1,0 1,0-1,0 1,1 0,-1-1,0 1,1-1,-1 1,0 0,1-1,0 1,-1 0,1 0,0-1,0 1,-1 0,1 0,0 0,0 0,0 0,1 0,0 0,12-1,0 1,0 1,1 0,-1 1,0 1,0 0,0 1,7 2,-2-1,20 4,-1 1,1 1,-2 2,0 2,0 2,16 10,-46-22,1 1,-1 0,0 0,0 1,-1 0,1 0,-1 1,0 0,-1 0,0 0,0 0,-1 1,0 0,0 0,0 0,-1 1,-1-1,1 1,-1-1,-1 1,0 0,0 0,0 3,-2 11,0-19,1 0,-1 0,0 0,1 0,0 1,0-1,0 0,1 0,-1 0,1 0,0 0,0 0,1 0,-1-1,1 1,-1 0,1-1,0 1,1-1,-1 1,1-1,-1 0,1 0,0 0,0-1,4 3,0-2,1-2,0 1,0-1,0 0,0-1,0 0,1 0,-1 0,0-1,0-1,0 1,0-1,-1-1,1 1,-1-1,1-1,-1 1,0-1,0-1,0 1,-1-1,0 0,1-1,-2 1,1-1,-1 0,0-1,0 1,-1-1,0 0,0 0,0-1,0-1,-1 1,0 0,0-1,-1 1,0 0,-1-1,1 0,-2 1,1-1,-1 0,-1 1,1-1,-2 0,1 1,-1-1,0 1,-1 0,0 0,0 0,-1 0,0 0,0 0,-1 1,0 0,0 0,0 0,-1 1,0 0,-1 0,1 0,-1 1,0 0,-1 0,1 1,-1 0,0 0,0 1,0 0,0 0,-1 1,1 0,-1 1,1 0,-1 0,0 0,-1 1,0 2,-1 0,1 1,0 0,0 1,0-1,0 2,0 0,1 0,0 0,0 1,1 1,-1-1,1 2,1-1,-1 1,1 0,1 0,0 1,0 0,0 0,1 0,1 1,-1 0,2 0,-1 0,1 0,1 0,0 1,0-1,1 1,1 0,0-1,0 1,2 7,8 22</inkml:trace>
  <inkml:trace contextRef="#ctx0" brushRef="#br0" timeOffset="140083.782">17436 8142,'15'-12,"18"-5,16-1,11 6,7 13,3 19,-1 21,-8 22,-9 23,-14 20,-14 16,-12 14,-18 9,-21 6,-25 3,-28-6,-35-11,3-29</inkml:trace>
  <inkml:trace contextRef="#ctx0" brushRef="#br0" timeOffset="-170231.614">1499 13368,'5'14,"3"13,4 14,-2 13,-1 12,-3 5,-3 2,-1 1,-3-6,-2-8,0-12,0-11,1-15,0-11</inkml:trace>
  <inkml:trace contextRef="#ctx0" brushRef="#br0" timeOffset="-169849.835">898 13155,'2'-2,"15"3,22 4,26 4,26 0,25-2,17-1,10-3,-2-1,-9-1,-17 1,-22 1,-23 0,-24-1,-23-1,-16-3,-10 0,-5-1</inkml:trace>
  <inkml:trace contextRef="#ctx0" brushRef="#br0" timeOffset="-169467.332">2021 13797,'-11'41,"5"-23,1 2,1-1,0 1,2-1,0 1,1 12,1-29,1-1,-1 1,1 0,-1 0,1 0,0-1,0 1,0-1,0 1,1-1,-1 1,1-1,-1 1,1-1,0 0,0 0,0 0,0 0,0 0,0-1,1 1,-1-1,1 1,-1-1,1 0,-1 0,1 0,0 0,-1 0,1-1,0 1,0-1,0 0,-1 0,1 0,0 0,0 0,1-1,10-1,0-1,0 0,-1-1,1 0,-1-1,0-1,0 0,-1-1,0 0,0-1,-1 0,0-1,0 0,-1-1,0 0,0 0,-1-1,-1 0,6-11,-11 17,0 0,0 0,-1 0,0-1,1 1,-2-1,1 0,-1 1,0-1,0 0,-1 0,1 0,-1 0,-1 0,1 1,-1-1,0 0,0 0,-1 0,1 1,-1-1,-1 1,1-1,-1 1,0 0,0 0,0 0,-1 1,-2-3,-4-1,-1 1,0 0,0 1,-1 0,0 1,0 1,0-1,0 2,-1 0,0 0,1 1,-1 1,0 0,0 1,0 0,0 1,0 0,0 1,1 1,-1 0,1 0,-12 6,14-6,1 0,-1 0,0 1,1 0,0 1,0 0,0 1,0 0,1 0,0 1,0 0,1 0,0 1,0-1,1 2,0-1,0 1,1 0,0 0,-2 7,7-13,-1 1,1-1,0 0,0 1,0-1,0 0,1 1,-1-1,1 0,0 0,0 1,0-1,0 0,1 0,-1 0,1 0,0-1,0 1,0 0,0-1,0 1,0-1,1 0,-1 1,1-1,0-1,0 1,0 0,-1-1,2 1,97 32,-34-23</inkml:trace>
  <inkml:trace contextRef="#ctx0" brushRef="#br0" timeOffset="-168611.619">2690 13716,'-7'-6,"0"0,-1 0,1 1,-1 0,0 0,-1 1,1 0,-1 1,0 0,0 0,0 1,0 0,0 0,0 1,0 0,-1 1,1 0,0 0,-1 1,1 1,0-1,0 1,0 1,0 0,0 0,1 1,-1 0,1 0,-5 4,3-1,0 0,0 1,1 0,0 1,1 0,0 0,0 1,1 0,1 0,-1 0,1 1,1 0,0 0,1 1,-1 4,4-12,0 0,0-1,1 1,-1 0,1 0,0 0,0-1,1 1,-1 0,1 0,0-1,-1 1,2 0,-1-1,0 1,1-1,0 1,0-1,0 0,0 0,0 0,1 0,-1 0,1 0,0 0,0-1,0 0,0 1,0-1,0-1,1 1,-1 0,0-1,1 1,0-1,-1 0,1 0,2 0,8 1,0-1,1 0,-1-1,1 0,-1-2,1 1,-1-2,0 0,0 0,0-2,-1 1,1-2,-1 0,0 0,0-1,-1-1,0 0,-1-1,1 0,-2-1,2-1,-7 6,-1 0,1 0,-1 0,0-1,0 0,0 0,-1 0,0 0,0 0,-1-1,0 1,0-1,0 0,-1 1,0-1,0 0,-1 0,0 0,0 0,0-1,-1 9,0-1,0 1,0-1,0 1,1-1,-1 1,0 0,0-1,1 1,-1 0,0-1,1 1,-1 0,1 0,-1 0,1 0,-1 0,1-1,0 1,-1 0,1 0,0 0,0 0,-1 0,1 0,0 0,0 0,0 0,1 0,-1 0,0 0,0 0,0 0,-1 7,0 1,0-1,0 0,1 1,1-1,-1 1,1-1,1 0,-1 0,1 0,1 0,0 0,0 0,0 0,1-1,0 0,1 1,-1-2,1 1,1 0,-1-1,1 0,0 0,0-1,1 0,0 0,0 0,0-1,2 1,2-1,0-1,0 0,0 0,1-1,-1 0,1-1,0 0,-1-1,1 0,-1-1,1-1,-1 0,1 0,-1-1,0 0,0-1,0 0,6-4,2-2,0 0,0-2,-1 0,0-1,-1 0,-1-2,0 0,-1-1,7-10,-6 4,-1-1,-2 0,0-1,-1 0,-2-1,0-1,-2 1,0-1,-2-1,-1 1,0-17,-1-4,-2 0,-2 0,-2 0,-2 0,-2 0,-4-9,-27-64,37 119,0-1,0 0,-1 1,1-1,0 1,-1-1,1 0,-1 1,0-1,1 1,-1-1,0 1,0 0,0-1,0 1,0 0,0 0,0 0,-1-1,1 1,0 0,-1 1,1-1,-1 0,1 0,-1 1,1-1,-1 0,1 1,-1 0,1-1,-1 1,0 0,1 0,-1 0,0 0,1 0,-1 0,0 0,1 1,-1-1,1 1,-1-1,0 1,1-1,-1 1,1 0,0 0,-1 0,1 0,0 0,-1 0,1 0,0 0,0 1,-6 10,0 0,1 1,0-1,1 1,1 1,0-1,-1 12,-7 29,3 0,2 1,2 0,3 0,2 0,2-1,3 1,8 30,-10-67,0-2,1 1,1 0,0-1,1 1,1-2,1 1,0-1,1 0,1-1,0 0,1 0,0-1,1 0,0-1,1-1,1 0,0-1,0 0,1-1,12 6,-13-10,-1-1,1 0,0-1,0 0,0-1,0-1,0 0,0-1,1 0,-1-2,9-1,-16 2,0-1,0 0,0 0,0 0,0-1,0 0,-1-1,0 1,0-1,0-1,0 1,0-1,-1 0,0 0,0 0,0-1,-1 0,0 0,0 0,0 0,-1-1,0 1,1-4,0-2,0-1,-1 0,-1 1,0-1,0-1,-1 1,-1 0,0 0,-1 0,-1 0,0 0,0 0,-1 0,-1 1,0-2,4 13,0 1,0-1,0 0,0 0,0 1,0-1,0 0,0 1,0-1,0 0,0 0,-1 1,1-1,0 0,0 1,-1-1,1 0,-1 1,1-1,0 0,-1 1,1-1,-1 1,1-1,-1 1,0-1,1 1,-1 0,1-1,-1 1,0-1,1 1,-1 0,0 0,1-1,-1 1,0 0,0 0,1 0,-1 0,0 0,0 0,1 0,-1 0,0 0,0 0,1 1,-1-1,0 0,1 0,-1 1,0-1,1 0,-1 1,0-1,1 0,-1 1,1-1,-1 1,1-1,-1 1,1 0,-1-1,1 1,0-1,-1 1,1 0,0-1,-1 1,1 0,-4 14,1-1,1 1,0-1,1 1,1 0,0 0,1 0,1-1,0 1,3 8,-3-13,1 0,0 0,1-1,0 1,0-1,1 0,0 0,1-1,0 1,0-1,1-1,0 1,0-1,1 0,0-1,0 0,0 0,1-1,0 0,0 0,0-1,1 0,-1-1,1 0,0 0,0-1,0-1,0 1,0-2,1 1,5-2,16-6,-9-4</inkml:trace>
  <inkml:trace contextRef="#ctx0" brushRef="#br0" timeOffset="-168364.281">3130 13355,'-18'-4,"-10"-2,-4 0,12 1,20 4,28 2,32 1,34 0,27-3,21 0,13-1,-19 0</inkml:trace>
  <inkml:trace contextRef="#ctx0" brushRef="#br0" timeOffset="-167732.97">4976 14063,'100'-253,"-86"218,-6 12,1 0,1 1,1 0,1 1,8-9,-19 28,0 0,0 1,0-1,0 1,1-1,-1 1,0 0,1-1,-1 1,1 0,0 0,-1 0,1 0,0 0,0 1,0-1,-1 0,1 1,0-1,0 1,0 0,0 0,0 0,0 0,0 0,0 0,0 0,0 1,0-1,0 1,-1-1,1 1,0 0,0-1,0 1,-1 0,1 1,14 9,0 2,-1 0,-1 0,0 2,-1 0,0 0,-1 1,1 3,-9-14,7 11,-1-4,-1-1,0 2,-1-1,-1 1,0 0,-1 1,0 0,2 10,-8-22,0 1,-1-1,1 0,-1 1,0-1,1 0,-1 1,0-1,-1 0,1 0,0 0,0 0,-1 0,1 0,-1 0,0 0,0-1,0 1,1-1,-1 1,-1-1,1 0,0 0,0 0,0 0,-1 0,1 0,0 0,-1-1,1 0,-1 1,1-1,0 0,-1 0,1 0,-1 0,1 0,-1-1,1 1,0-1,-1 0,1 0,0 0,0 0,-1 0,1 0,0 0,0-1,0 1,0-1,0 0,-1-2,0-1,1 0,-1 0,1 1,0-1,1-1,-1 1,1 0,0 0,0-1,1 1,-1 0,1-1,0 1,1 0,-1-1,1 1,0 0,0 0,1-1,0 1,0 0,0 0,0 1,1-1,1-2,108-189,-50 98,-26 37,-3-1,-3-1,-2-2,-4-1,-2-1,-3 0,-3-2,5-52,-20 109,0 7,0 0,0 0,0-1,-1 1,0 0,0-1,0 1,-1-1,1 1,-1 0,-1 0,1-1,-1 1,0 0,0 0,0 1,-1-1,2 4,1 1,-1-1,0 1,0-1,0 1,0 0,0-1,1 1,-1 0,0 0,0 0,0-1,0 1,0 0,0 0,0 0,0 1,0-1,0 0,0 0,0 0,1 1,-1-1,0 1,0-1,0 0,0 1,1-1,-1 1,0 0,0-1,1 1,-1 0,1-1,-1 1,0 0,1 0,-1-1,1 2,-8 10,0 0,1 0,0 1,1 0,1 1,0-1,1 1,0 0,1 0,1 3,1-15,-9 51,3 1,2 0,3 0,1 1,4-1,1 0,3 0,2-1,3 0,9 26,-12-47,2 0,1-1,1-1,2 1,0-2,3 0,0-1,1-1,2-1,1-1,11 10,-27-30,-1 0,1 0,0 0,0-1,0 0,1 0,-1-1,1 1,0-1,0-1,0 0,0 0,1 0,-1-1,1 0,14-3</inkml:trace>
  <inkml:trace contextRef="#ctx0" brushRef="#br0" timeOffset="-167210.799">5123 13261,'0'5,"0"-1,1 1,0-1,-1 1,1-1,1 0,-1 1,1-1,0 0,-1 0,2 0,-1 0,0 0,1-1,0 1,0-1,0 1,0-1,1 0,-1 0,1-1,-1 1,1-1,0 0,0 0,0 0,1 0,-1 0,0-1,2 0,31 11,0-1,1-2,0-1,1-3,0-1,0-1,10-3,-43 0,516 6,-505-6,-1 1,0 0,1 2,-1 0,0 1,-1 0,4 2,-16-4,0-1,0 1,0-1,-1 1,1 0,-1 0,1 0,-1 0,0 1,1-1,-1 1,0-1,-1 1,1 0,0-1,-1 1,0 0,1 0,-1 0,0 0,-1 0,1 1,0-1,-1 0,0 0,0 0,0 1,0-1,-22 91,18-82,-7 21,1 1,1 1,2-1,1 1,2 1,2 2,1-33,0-1,1 0,0 0,0 1,0-1,1 0,-1 0,1 0,0 0,0 1,1-1,-1-1,1 1,0 0,0 0,0 0,0-1,1 0,0 1,-1-1,1 0,0 0,1 0,-1-1,0 1,1-1,-1 1,1-1,0 0,0-1,0 1,0-1,0 0,0 0,0 0,0 0,1-1,0 1,0-2,1 1,0-1,0 0,-1 0,1 0,-1-1,1 0,-1 0,0-1,1 1,-1-1,0 0,-1-1,1 1,-1-1,1 0,-1 0,0 0,-1 0,1-1,-1 0,0 0,0 0,0 0,0-1,2-5,-1 1,0-1,-1 0,0-1,0 1,-2 0,1-1,-1 1,-1-1,0 0,-1 1,0-4,-2 1,0-1,-1 0,0 1,-1 0,0 0,-2 0,1 0,-7-7,10 16,0-1,-1 1,1 0,-1 1,-1-1,1 1,0 0,-1 0,0 0,0 0,0 1,-1 0,1 0,-1 0,1 1,-1 0,0 0,0 0,0 1,0 0,0 0,-2 1,2 0,-1 1,0 0,1 1,0-1,-1 1,1 0,0 1,0 0,0 0,0 0,1 1,-1-1,1 1,0 1,0-1,0 1,1 0,-4 4,-4 6,1 0,1 1,0 0,1 1,-7 17,10-21,1 1,1-1,0 1,0 0,2 0,0 1,-1 12,3-22,0-1,0 1,1 0,-1-1,1 1,0-1,0 1,1-1,-1 1,1-1,0 0,0 1,0-1,1 0,0-1,-1 1,1 0,1-1,-1 0,0 1,1-1,0 0,-1-1,1 1,4 1,2 0,0-1,-1 0,1 0,1-1,-1 0,0-1,0 0,1-1,9 0,39-4</inkml:trace>
  <inkml:trace contextRef="#ctx0" brushRef="#br0" timeOffset="-166955.479">6459 13168,'-16'-2,"-14"1,-9 6,-4 8,0 12,7 12,10 12,12 6,15 5,7-7</inkml:trace>
  <inkml:trace contextRef="#ctx0" brushRef="#br0" timeOffset="-166467.229">6593 13836,'17'12,"1"4,2-2,0 0,0-1,1-1,1-1,17 6,-37-17,1 1,-1 0,1-1,-1 1,1-1,-1 0,1 0,-1 0,1 0,-1-1,1 1,-1 0,1-1,-1 0,0 0,1 0,-1 0,0 0,1 0,-1 0,0-1,0 1,0-1,0 0,0 1,-1-1,1 0,0 0,-1 0,1 0,-1-1,26-75,-20 19,-3 0,-2 0,-3-1,-3 1,-8-44,-9-3,55 136,-8-15,0-1,1-2,0 0,1-2,0-1,17 3,108 41,-148-51,1 1,-1 0,0 0,0 0,0 1,0-1,0 1,-1 0,0 1,0-1,0 1,0 0,-1 0,0 0,0 0,0 0,0 1,-1 0,0-1,0 1,-1 0,0 0,1 1,2 42,-5-43,0 1,0-1,1 1,0 0,1-1,0 1,0-1,0 1,0-1,1 0,0 1,1-1,-1 0,1 0,1-1,-1 1,1-1,0 1,0-1,0 0,1 0,-1-1,1 0,0 1,1-2,3 4,1-5,0-1,0 0,0 0,0-1,0 0,0 0,-1-1,1-1,0 0,0 0,-1-1,1 0,-1 0,0-1,0-1,0 1,0-1,-1-1,0 0,0 0,0 0,-1-1,0 0,0-1,-1 0,0 0,-1 0,1 0,-1-1,0-3,32-86,-37 134,-1-19,0 0,1 0,1 0,0-1,1 1,1-1,1 1,0-1,1 0,1 0,0-1,2 1,3 4,-10-17,1 0,0-1,-1 0,1 1,1-1,-1 0,0 0,0 0,1 0,-1 0,1-1,0 1,-1-1,1 1,0-1,0 0,0 0,0-1,0 1,0 0,0-1,0 0,0 0,2 0,14-4</inkml:trace>
  <inkml:trace contextRef="#ctx0" brushRef="#br0" timeOffset="-166214.903">7663 13034,'-14'-5,"-6"2,0 7,3 10,9 14,11 14,11 13,8 9,1-7</inkml:trace>
  <inkml:trace contextRef="#ctx0" brushRef="#br0" timeOffset="-165761.119">7916 13690,'14'3,"0"0,0 0,1-2,-1 1,0-2,1 0,-1-1,1 0,-1-1,0 0,0-2,0 1,0-2,-1 0,0 0,0-1,0-1,0 0,-1-1,-1-1,1 1,-1-2,-1 1,0-2,0 1,-1-1,0-1,1-2,4-14,0 1,-2-2,-1 0,-2 0,0-1,-2 0,-2 0,0 0,-2-1,-2 0,0 0,-2 0,-2 1,-1-1,-1 0,3 12,-1 1,-1 0,-1 0,0 0,-1 0,-1 1,-1 0,-1 1,-6-11,14 25,0 0,0 0,-1 0,1 0,-1 0,1 0,-1 1,1-1,-1 0,0 1,0-1,0 1,0 0,0 0,0 0,0 0,0 0,0 0,-1 0,1 1,0-1,-1 1,1-1,0 1,-1 0,1 0,0 0,-1 0,1 1,0-1,-1 1,1-1,0 1,-1 0,1 0,0 0,0 0,0 0,0 0,0 1,0-1,0 1,1-1,-2 2,-10 13,1 0,1 0,0 1,1 1,1 0,1 0,0 0,2 1,-4 15,-6 21,3-1,2 2,2-1,3 1,3 1,2 11,-1-47,2 1,1-1,1 0,0 1,2-1,0 0,1-1,2 1,0-1,1 0,1-1,0 0,2 0,0-1,1 0,1-1,1-1,12 13,-20-25,1 1,-1-1,1-1,0 1,0-1,0 0,0-1,0 0,1 0,-1 0,1-1,-1 0,1-1,-1 0,1 0,0 0,-1-1,1 0,-1 0,1-1,-1 0,0-1,0 1,0-2,0 1,0 0,0-1,-1-1,0 1,4-4,2-2,-1-1,0 0,-1-1,0 0,-1 0,0-1,-1 0,0-1,-1 0,-1 0,0 0,-1-1,-1 0,0 0,-1 0,0 0,-2 0,0-1,0 1,-1-1,-1 1,-1-1,0 1,-4-15,6 28,0 0,0-1,-1 1,1-1,-1 1,1 0,-1-1,0 1,1 0,-1 0,0-1,-1 1,1 0,0 0,-1 0,1 0,-1 0,1 1,-1-1,0 0,0 1,0-1,0 1,0 0,0 0,0 0,0 0,0 0,-1 0,1 0,0 1,-1-1,1 1,-1 0,1-1,0 1,-1 0,1 0,-1 1,1-1,0 1,-1-1,1 1,0-1,-2 2,-2 5,0 0,0 0,1 0,1 0,-1 1,1 0,0 0,1 0,0 1,0-1,1 1,0 0,1-1,-1 1,2 0,-1 0,1 2,0-3,-1 0,1 0,1 0,-1 1,2-1,-1 0,1 0,0 0,0-1,1 1,0 0,1-1,0 0,0 0,0 0,1 0,0-1,0 1,1-1,-1 0,1-1,1 0,-1 0,1 0,4 2,11 3,1 0,1-1,0-1,0-2,0 0,1-1,-1-2,1-1,4 0,62 2</inkml:trace>
  <inkml:trace contextRef="#ctx0" brushRef="#br0" timeOffset="-165199.723">9708 13288,'72'147,"116"216,-153-311,-34-52,-1 0,1 0,0 0,-1 0,1 0,0 0,0 0,-1 0,1 0,0 0,0 0,-1 0,1-1,0 1,-1 0,1-1,0 1,-1 0,1-1,0 1,-1-1,1 1,-1-1,1 1,-1-1,1 1,-1-1,1 1,-1-1,1 0,-1 1,0-1,0 0,1 1,-1-1,0 0,0 0,0 1,1-1,-1 0,0 0,0 1,0-1,0 0,-1 1,1-1,0 0,0 0,0 1,-1-1,1 0,0 1,-1-1,1 0,1-4,15-128,-10 76,1 0,4 0,1 1,11-25,-21 74,0-1,0 1,0 0,1 0,0 0,0 0,1 1,0 0,0-1,1 1,-1 0,1 1,1-1,-1 1,1 0,0 1,0-1,0 1,0 0,1 1,0-1,0 1,0 1,2-1,19 6</inkml:trace>
  <inkml:trace contextRef="#ctx0" brushRef="#br0" timeOffset="-164897.984">10337 13756,'26'-7,"-1"-1,1-1,-1-1,-1-1,0-1,-1-2,0 0,-1-1,0-2,-1 0,-1-1,7-10,-19 18,0 1,-1-2,-1 1,0-1,0 0,-1 0,0-1,1-7,-5 16,0 0,0 0,0-1,-1 1,1 0,-1-1,0 1,0 0,0-1,0 1,0 0,-1-1,0 1,1 0,-1-1,-1 1,1 0,0 0,-1 0,1 0,-1 0,0 0,0 1,0-1,-1 1,1-1,0 1,-1 0,0 0,1 0,-1 0,0 0,-1 0,-4 0,-2 0,1 0,0 0,0 2,0-1,-1 1,1 0,0 1,0 0,-1 0,1 1,0 1,0-1,1 1,-1 1,1 0,-1 0,1 0,0 1,1 0,-1 1,-4 4,4-4,0 0,0 1,1-1,0 1,0 1,1-1,0 1,0 1,1-1,0 1,1-1,-1 1,2 1,-1-1,1 0,1 1,0 0,0 0,1-1,0 1,1 0,0 0,0 0,1 0,1 0,-1 0,1-1,4 9,0-8,0 0,0-1,2 0,-1 0,1-1,0 0,1 0,-1-1,2 0,-1-1,1 1,0-2,0 0,0 0,1 0,10 2,14 3,0-1,0-2,0-1,27 0,31 0</inkml:trace>
  <inkml:trace contextRef="#ctx0" brushRef="#br0" timeOffset="-164067.206">11366 13395,'-10'-1,"0"-1,0 1,0 1,0 0,0 0,0 1,0 0,0 1,0 0,0 1,0 0,1 0,0 1,-1 0,1 1,-1 1,-8 4,1 2,1-1,0 2,0 0,1 1,1 1,-6 8,11-13,2 1,-1 0,1 0,1 0,0 1,1 0,0 0,1 0,-2 9,5-16,0 0,0 0,0 1,1-1,0 0,0 1,0-1,1 0,0 0,0 1,0-1,0 0,1 0,0 0,0 0,0 0,1-1,0 1,0-1,0 1,0-1,1 0,-1 0,3 1,7 4,0-2,0 0,1-1,0 0,0-1,0 0,1-2,0 1,-1-2,1 0,0-1,0 0,0-1,0-1,0 0,0-1,1-1,7 0,-1-2,1 0,-1-1,0-2,0 0,0-1,-2-2,1 0,-1-1,-1 0,0-2,-1-1,0 0,-1-1,-1 0,-1-2,0 0,-1-1,-1 0,-1-1,-1 0,0-1,-2 0,3-10,0-20,-2 0,-2 0,-3-1,-2 0,-2 0,-3 0,-1 0,-3 1,-7-23,7 35,-1 1,-2-1,-2 2,-1-1,-16-31,-9 16,36 52,-1-1,1 1,0 0,-1 0,1 0,-1 0,0 0,1 0,-1 0,0 1,1-1,-1 1,0-1,0 1,0-1,1 1,-1 0,0 0,0 0,0 0,0 0,0 1,1-1,-1 0,0 1,0-1,1 1,-1 0,0 0,1-1,-1 1,0 1,-4 3,1 0,-1 1,1-1,1 1,-1 1,1-1,0 0,0 1,1 0,0 0,0 0,-1 7,-8 33,2 0,2 0,2 1,2 0,2 0,3 0,1 0,3 0,2 0,1-1,10 25,4 22,4 0,4-1,34 71,-59-154,-2-1,0-1,1 0,0 0,0 0,1-1,0 0,0 0,1 0,0 0,0-1,0 0,1 0,0-1,-5-4,1 0,-1 0,0 0,0 0,1-1,-1 0,0 1,1-1,-1 0,0 0,1 0,-1 0,1-1,-1 1,0 0,1-1,-1 0,0 0,0 0,0 0,0 0,1 0,-1 0,0 0,-1-1,1 1,0-1,1-1,44-55,19-70,-53 99,1 0,1 0,2 2,14-19,-31 45,1 0,-1 0,0 0,0 0,1 0,-1 1,1-1,-1 0,1 0,-1 0,1 1,-1-1,1 0,0 1,-1-1,1 0,0 1,-1-1,1 1,0-1,0 1,0-1,0 1,-1 0,1-1,0 1,0 0,0 0,0 0,0 0,0 0,0 0,0 0,0 0,-1 0,1 0,0 0,0 0,0 1,0-1,0 0,0 1,0-1,-1 1,1-1,0 1,0-1,-1 1,1-1,0 1,-1 0,1-1,-1 1,1 0,0 0,-1 0,0-1,1 1,-1 1,11 106,-10-57,-2-46,1 0,-1 1,1-1,1 1,-1-1,1 1,0-1,0 0,0 1,1-1,-1 0,1 0,1 0,-1 0,1-1,0 1,0-1,0 1,1-1,-1 0,1 0,0 0,0-1,0 0,1 1,-1-1,1-1,0 1,0-1,0 0,0 0,3 1,8-3,0-1,-1-1,1 0,-1-1,0-1,0 0,0-1,0-1,-1 0,0-1,0-1,0 0,-1 0,-1-2,1 1,-2-2,1 1,2-5,90-117,-104 132,0-1,0 1,0 0,0-1,0 1,0 0,1-1,-1 1,0 0,0 0,0-1,0 1,1 0,-1 0,0-1,0 1,1 0,-1 0,0 0,0-1,1 1,-1 0,0 0,1 0,-1 0,0 0,1 0,-1 0,0-1,0 1,1 0,-1 0,0 0,1 0,-1 0,0 0,1 1,-1-1,0 0,1 0,-1 0,0 0,1 0,-1 0,0 0,0 1,1-1,-1 0,0 0,0 0,1 1,-1-1,0 0,0 0,0 1,1-1,-1 0,0 1,0-1,0 0,0 0,0 1,0-1,1 0,-1 1,0-1,0 1,2 25,-2-23,-1 61,-1-51,0 1,1-1,1 1,0-1,1 1,0-1,1 0,1 0,0 1,1-2,0 1,1 0,0-1,1 0,0 0,8 10,-12-19,1-1,0 0,-1 0,1 0,0 0,0 0,0 0,0-1,1 0,-1 1,0-1,1 0,-1-1,1 1,-1-1,0 1,1-1,-1 0,1 0,-1-1,1 1,-1-1,1 1,-1-1,0 0,1-1,-1 1,0 0,0-1,0 0,0 0,0 0,0 0,0 0,-1 0,2-2,22-22</inkml:trace>
  <inkml:trace contextRef="#ctx0" brushRef="#br0" timeOffset="-163812.33">12703 13034,'-16'2,"-7"6,-1 8,8 8,16 7,25 2,8-3</inkml:trace>
  <inkml:trace contextRef="#ctx0" brushRef="#br0" timeOffset="-162947.127">14468 13649,'-24'-15,"0"1,-1 0,-1 2,0 1,0 1,-21-4,34 11,0 0,1 1,-1 0,0 1,0 0,0 1,0 1,0 0,0 1,0 0,1 1,-1 0,1 1,0 1,-8 3,12-3,1-1,-1 1,1 1,0 0,1 0,-1 0,1 0,0 1,1 0,0 1,0-1,0 1,1 0,0 0,-1 6,3-9,0 0,1 0,0 0,0 0,0 0,1 0,-1 0,1 0,0 0,1 0,-1 0,1 0,0 0,1 0,-1 0,1 0,0 0,0-1,0 1,1-1,-1 1,1-1,0 0,0 0,1 0,-1-1,5 4,1 0,0-1,1 0,-1-1,1 0,0 0,1-1,-1-1,1 1,0-2,-1 1,1-2,0 1,0-2,1 1,-1-2,7 0,1-1,-1 0,1-2,-1 0,0-1,0-1,-1 0,0-1,0-1,8-6,-16 9,0-1,-1 1,0-2,0 1,-1-1,1 0,-2-1,1 1,-1-2,0 1,-1 0,0-1,0 0,-1 0,0-1,0 1,-1-1,-1 0,0 0,0 0,0 0,-2 0,1 0,-1 0,-1 0,0 0,-1-8,-19-17,20 35,0-1,1 1,-1 0,0-1,0 1,0 0,1 0,-1 0,0 0,0 0,0 0,0 0,0 0,1 0,-1 0,0 0,0 0,0 1,0-1,1 0,-1 1,0-1,0 0,1 1,-1-1,0 1,1-1,-1 1,0 0,1-1,-1 1,1 0,-1-1,1 1,-1 0,1-1,0 1,-1 0,1 0,0 0,0-1,-1 1,1 0,0 0,0 0,-2 9,0-1,0 1,1-1,0 1,1 0,0-1,0 1,1 0,1-1,-1 1,2-1,-1 0,1 1,1-1,-1 0,2-1,-1 1,1-1,0 0,1 0,0 0,2 1,0 0,1-1,0 0,0-1,1 0,0 0,0-1,0 0,1-1,0 0,0 0,1-2,-1 1,1-1,0-1,-1 0,1-1,0 0,0-1,0 0,0-1,0 0,0-1,0 0,-1-1,1 0,-1-1,1-1,-1 0,-1 0,1-1,-1 0,0 0,2-3,0-2,0-1,-1 0,0 0,-1-1,-1 0,0-1,0 0,-2-1,1 0,-2 0,4-14,3-13,-3 0,-1-1,2-38,0-27,-5-1,-4 0,-5 0,-13-64,13 139,-2 0,-2 0,-1 1,-1 0,-13-30,-5 28,25 35,1 0,0 0,0 0,0-1,0 1,0 0,0 0,0 1,0-1,0 0,0 0,0 0,0 1,0-1,0 0,0 1,0-1,0 1,0-1,0 1,0 0,0-1,0 1,1 0,-1 0,0 0,0-1,1 1,-1 0,1 0,-1 0,1 0,-1 0,1 0,0 0,-1 0,1 1,-9 20,1 1,1 0,1 0,1 0,2 1,0-1,1 9,0-16,-7 53,4 1,2-1,4 1,2 0,4-1,2 0,4 0,16 47,-22-96,1 0,0-1,2 0,1 0,0-1,1 0,1-1,1-1,0 0,5 3,-11-11,1-1,-1 0,2 0,-1-1,1-1,0 1,0-2,0 1,1-1,-1-1,1 0,0-1,0 0,0 0,0-1,1-1,-1 0,0 0,0-1,3-1,0-2,-1 0,1-2,-2 1,1-2,0 1,-1-2,-1 0,1 0,-1-1,-1 0,1-1,-2 0,1-1,-1 0,-1 0,0-1,-1 0,0-1,-1 1,0-1,-1-1,-1 1,0-1,0 1,-2-1,2-12,-1 18,-3 27,0-8,-2 15,2-1,2 1,0 0,1-1,2 0,0 0,2 0,1 0,0-1,2-1,3 4,-11-23,1 1,-1-1,1 0,0 0,0-1,1 1,-1 0,1-1,0 0,0 0,0 0,0-1,1 1,-1-1,0 0,1 0,0-1,-1 1,1-1,0 0,0 0,0 0,25-4</inkml:trace>
  <inkml:trace contextRef="#ctx0" brushRef="#br0" timeOffset="-162328.759">15390 13235,'-198'-42,"143"33,-42-6,25 6,0-3,0-4,2-2,0-4,-21-11,40-1,52 33,-1 0,0 1,1-1,-1 0,1 0,-1 0,1 0,-1 0,1 0,0 1,-1-1,1 0,0 0,0 1,0-1,-1 1,1-1,0 0,0 1,0 0,0-1,0 1,0 0,0-1,0 1,0 0,0 0,0 0,0 0,0 0,0 0,0 0,0 0,0 0,1 1,-1-2,219-3,55 5,-1 11,126 29,-399-41,49 7,0 2,0 3,-1 1,19 10,-62-21,1 1,-1 0,1 0,-1 1,0-1,0 2,-1-1,1 0,-1 1,0 0,0 0,-1 1,1 0,-1-1,0 1,-1 1,0-1,0 0,0 1,-1 0,1-1,-2 1,1 0,-1 0,0 3,6 94,-8-86,1 1,0-1,2 1,0-1,1 0,1 0,0 0,2 0,0-1,1 1,0-2,10 16,-15-28,1-1,-1 1,1 0,0-1,0 0,1 0,-1 0,1 0,-1 0,1-1,0 1,0-1,0 0,0 0,0-1,1 1,-1-1,0 0,1 0,-1 0,1-1,-1 1,1-1,-1 0,1-1,-1 1,1-1,-1 0,1 0,-1 0,0-1,1 1,-1-1,0 0,0 0,0-1,-1 1,1-1,0 0,-1 0,0 0,3-3,6-12,-2 0,0-1,-1 0,-1 0,-1-1,-1 0,0 0,-2-1,3-20,-4 24,22-103,-14 110,-4 33,2 112,-9-111,0 0,1 0,2 0,0 0,1 0,2-1,0 0,2 0,8 17,-13-33,1-1,1 0,-1 0,1 0,0 0,0-1,1 0,0 0,-1 0,2 0,-1-1,0 0,1-1,0 0,0 0,0 0,0-1,2 1,33 5</inkml:trace>
  <inkml:trace contextRef="#ctx0" brushRef="#br0" timeOffset="-161729.076">17208 13155,'-18'-5,"-1"1,0 1,0 1,0 0,0 2,0 0,0 1,0 1,0 0,0 2,0 0,1 1,0 1,0 1,0 0,1 2,0 0,-9 6,23-13,0 0,0 0,0 1,0-1,1 0,-1 1,1 0,-1 0,1 0,0 0,0 0,0 0,0 1,1-1,-1 0,1 1,0 0,0-1,0 1,1-1,-1 1,1 0,0 0,0-1,0 1,1 0,-1-1,2 5,3 2,1 0,0-1,0 0,1 0,1 0,0-1,0 0,0 0,1-1,0 0,0 0,1-1,5 2,94 56,-72-45,0 3,-1 1,-2 2,8 8,9 33,-50-63,0-1,0 1,0-1,0 1,-1 0,1 0,-1-1,0 1,0 0,0 0,0-1,0 1,-1 0,1-1,-1 1,0 0,1-1,-1 1,-1-1,1 1,0-1,0 1,-1-1,0 0,1 0,-1 0,0 0,-2 2,-1 0,0 0,-1 0,0 0,0-1,0 0,0 0,0-1,0 0,-1 0,1 0,-1-1,0 1,1-2,-1 1,0-1,0 0,1 0,-1-1,0 0,1 0,-1-1,1 0,-1 0,1 0,0-1,0 0,0 0,0-1,0 1,1-1,-1 0,-3-5,7 6,0 1,0-1,1-1,-1 1,1 0,0 0,0 0,0-1,0 1,0-1,1 1,0 0,0-1,0 1,0-1,0 1,0-1,1 1,0 0,0-1,0 1,0 0,0-1,1 1,-1 0,1 0,0 0,0 0,0 1,1-3,4-3,1 0,0 1,0 0,0 0,1 0,0 1,0 1,0-1,5 0,293-97,-295 99,0-1,0-1,0 0,-1 0,0-1,0 0,0-1,-1 0,0-1,-1 0,0-1,-1 0,0 0,4-7,-11 16,-1 0,1 0,-1 0,1 0,-1 0,1 0,-1 0,0 0,0-1,1 1,-1 0,0 0,0 0,0 0,0-1,-1 1,1 0,0 0,0 0,-1 0,1 0,0-1,-1 1,1 0,-1 0,0 0,1 0,-1 0,0 1,0-1,1 0,-1 0,0 0,0 1,0-1,0 0,0 1,0-1,0 1,0-1,0 1,0-1,-1 1,1 0,0 0,-53 4,46-1,0 1,1 0,0 1,0 0,0 0,0 0,1 1,0 0,0 0,0 0,1 1,0 0,0 0,1 0,0 1,0 0,1-1,0 1,0 1,1-1,0 0,0 0,1 1,0-1,0 1,1-1,1 1,-1-1,1 1,1-1,-1 1,1-1,1 0,2 6,1-6,0 0,1 0,0 0,1-1,-1 0,1 0,1-1,-1 0,1-1,0 0,1 0,-1-1,9 3,138 32,104-16,-131-18</inkml:trace>
  <inkml:trace contextRef="#ctx0" brushRef="#br0" timeOffset="-160739.192">20082 13516,'-4'-11,"-1"1,0-1,0 1,-1 1,-1-1,0 1,0 0,-1 1,1-1,-2 1,1 1,-1 0,-1 0,1 1,-1 0,0 0,0 1,-1 1,0 0,1 0,-1 1,-1 0,1 1,-8 0,3-1,0 2,1 0,-1 1,0 1,0 0,1 1,-1 0,1 2,-1 0,1 0,0 1,1 1,-1 1,1 0,1 1,-1 0,-7 8,17-15,1 1,0 0,0 1,0-1,1 1,-1-1,0 1,1 0,0 0,-1 0,1 0,0 0,1 0,-1 1,1-1,-1 1,1-1,0 1,0-1,1 1,-1 0,1-1,-1 1,1 0,1 0,-1-1,0 1,1 0,0-1,0 1,0 0,4 1,1 1,0-1,0 0,0-1,0 1,1-1,0 0,0-1,0 0,0 0,1 0,-1-1,1 0,0-1,-1 1,1-2,0 1,6-1,7 2,0 0,0-2,0-1,0 0,1-2,-2 0,1-1,0-1,-1-1,0-1,0-1,-1-1,0 0,0-2,-1 0,0-1,-1 0,-1-2,0 0,-1-1,0 0,-1-1,-1-1,-1 0,0-1,-1 0,-1 0,-1-1,6-17,-6 0,-1-1,-3 0,0 0,-3 0,-1 0,-2 0,-1-1,-2 1,-7-30,-19-26,28 92,1-1,0 1,-1 0,1 0,-1 0,1 0,-1 0,1 1,-1-1,1 0,-1 1,0-1,0 1,1-1,-1 1,0 0,0 0,1 0,-1 0,0 0,0 0,0 0,1 1,-1-1,0 0,1 1,-1 0,0-1,1 1,-1 0,1 0,-1 0,1 0,-1 0,1 0,0 0,-1 1,1-1,0 0,0 1,0-1,0 1,0-1,0 1,1 0,-1-1,1 1,-1 0,1-1,-1 1,1 1,-16 28,2 1,2 0,1 1,1 0,2 1,1 0,2 1,0 11,1-18,2 1,1 0,2-1,0 1,2-1,1 1,7 25,-8-44,0 1,1-1,-1-1,2 1,0 0,0-1,0 0,1 0,1-1,-1 0,1 0,1 0,0-1,0 0,0 0,1-1,-1 0,2-1,-1 0,0 0,1-1,9 3,-7-4,1-1,0 0,-1-1,1-1,0 1,-1-2,1 0,0-1,-1 0,1 0,-1-2,0 1,0-2,0 1,0-2,-1 1,0-2,0 0,-1 0,0 0,0-2,0 1,-1-1,-1 0,1-1,-2 0,1-1,-1 1,-1-1,0 0,-1-1,0 0,4-11,-4 8,-1 1,0-1,-1 0,0-1,-1 1,-1 0,0-1,-1 1,-1-1,-1 1,0 0,-1 0,-4-14,7 27,-1 0,0 0,1 0,-1-1,0 1,0 0,0 1,-1-1,1 0,0 0,-1 0,1 1,-1-1,0 1,1-1,-1 1,0 0,0 0,0-1,0 1,0 1,0-1,0 0,0 0,0 1,-1-1,1 1,0 0,0 0,0-1,-1 1,1 1,0-1,0 0,-1 1,1-1,0 1,0-1,-1 1,-2 4,0 0,0 0,0 1,1-1,-1 1,1 0,1 0,-1 1,1-1,0 1,1-1,-1 1,1 0,1 0,-1 0,1 0,1 0,-1 0,1 0,0 1,1-1,-1 0,2 0,-1 0,1 1,1 4,1 1,0-2,1 1,1 0,-1-1,2 0,-1 0,2-1,-1 0,2 0,-1-1,1 0,0 0,1-1,0 0,0-1,7 4,15 7,2 0,-1-2,2-2,0-1,10 1,63 17</inkml:trace>
  <inkml:trace contextRef="#ctx0" brushRef="#br0" timeOffset="-160310.825">22221 12580,'-38'198,"0"71,35-237,1 0,2 0,0 1,3-1,1 6,-1-25,-1 0,2 0,-1 0,2-1,0 0,0 1,1-2,1 1,0-1,0 0,1 0,1-1,8 9,0-6,0-1,0 0,1-2,0 0,1-1,0-1,1 0,-1-2,2 0,-1-1,0-1,1-1,0-1,-1-1,1-1,0 0,0-2,7-2,-11 2,-1-1,1-2,-1 1,0-2,0 0,-1-1,10-5,23-20</inkml:trace>
  <inkml:trace contextRef="#ctx0" brushRef="#br0" timeOffset="-160066.454">21833 12847,'12'2,"25"3,33 1,36 0,31-2,20-1,8-2,-23 0</inkml:trace>
  <inkml:trace contextRef="#ctx0" brushRef="#br0" timeOffset="-158899.206">22836 13475,'10'-4,"0"0,0-1,-1 0,0 0,0-1,0-1,0 0,-1 0,0 0,-1-1,0 0,0 0,0-1,-1 0,-1 0,0-1,0 0,0 1,-1-2,-1 1,0 0,0-1,-1 1,0-6,2-3,-2-1,-1 1,0-1,-1 1,-1-1,-1 1,-1 0,0-1,-2-1,2 12,1 0,-1 0,-1 0,0 0,0 0,0 1,-1-1,-1 1,1 1,-1-1,-1 1,1 0,-1 0,0 1,-1 0,0 0,0 1,0 0,-3-2,-30 2,43 15,7-3,1-1,-1 0,1-1,0 0,1-1,-1 0,1 0,0-1,0-1,1 1,5 1,245 41,-64-16,-193-28,-3-1,1 0,0 0,-1 0,1 0,0 1,-1-1,1 1,-1 0,1 0,-1 0,1 0,-1 0,0 0,1 1,-1-1,0 1,0-1,0 1,0 0,0 0,-1 0,1 0,0 0,-1 0,0 0,1 1,-1-1,0 1,1 2,-4 3,1 0,-2 1,1-1,-1 0,0 0,-1-1,0 1,0-1,0 0,-3 3,-13 25,16-30,1 0,0-1,1 1,-1 0,1 0,0 1,0-1,1 0,-1 1,1-1,0 1,1-1,-1 1,1 0,0-1,1 1,-1-1,1 1,0-1,1 1,-1-1,1 1,0-1,0 0,1 0,-1 0,1 0,0-1,1 1,-1-1,1 1,1-1,13 6,0-1,1-1,-1-1,2 0,-1-2,1 0,0-1,0-1,0-1,1-1,-1-1,0-1,14-1,-13 1,1 0,0-1,-1-1,1-1,-1-1,0 0,-1-2,1-1,-1 0,-1-1,0-2,0 0,-1 0,0-2,-1 0,0-1,-1-1,7-9,-21 21,1 0,0-1,-1 1,1-1,-1 0,0 0,0 1,-1-1,1 0,-1-1,0 1,0 0,0 0,0 0,-1-1,0 1,0 0,0-1,0 1,-1 0,1 0,-1-1,0 1,-1 0,1 0,-1 0,0 0,0 0,0 1,0-1,-2-2,-4 0,-1 1,0-1,-1 1,1 1,-1 0,0 0,0 1,0 0,0 1,0 0,-1 0,1 1,-1 1,1 0,-9 0,12 0,-1-1,1 1,-1 0,1 1,-1 0,1 0,0 0,-1 1,1 0,0 1,0-1,0 1,0 1,1-1,-1 1,1 0,0 1,0 0,1 0,-1 0,1 0,0 1,0 0,1 0,0 0,0 1,0-1,1 1,0 0,0 0,1 0,0 0,0 0,1 1,-1 6,2-7,1 1,1-1,-1 0,1 0,0 1,1-1,0 0,0-1,0 1,1-1,0 1,0-1,1 0,-1-1,1 1,1-1,-1 0,1 0,0 0,5 3,3 1,1-1,0 0,0-1,1 0,0-1,0-1,0-1,13 2,-22-4,1 0,-1 0,1-1,-1 0,1 0,-1-1,1 0,0 0,-1-1,1 0,0 0,-1 0,0-1,1-1,-1 1,0-1,0 0,0-1,0 0,-1 0,0 0,0-1,0 0,0 0,-1 0,3-4,-2-3,-1 0,0 0,-1 0,-1-1,0 1,0-1,-1 0,-1 0,0 0,-1 0,0 0,-1 1,-2-5,4 16,-1 1,0-1,1 0,-1 1,0-1,0 0,0 1,1-1,-1 0,0 1,0-1,0 0,0 1,0-1,0 0,-1 1,1-1,0 0,0 1,0-1,-1 0,1 1,0-1,0 1,-1-1,1 1,-1-1,1 0,-1 1,1 0,-1-1,1 1,-1-1,1 1,-1-1,1 1,-1 0,1 0,-1-1,0 1,1 0,-1 0,0-1,1 1,-1 0,0 0,1 0,-1 0,0 0,1 0,-1 0,0 0,1 1,-1-1,0 0,1 0,-1 0,0 1,1-1,-1 0,-3 10,1 0,0-1,0 1,1 0,1 0,0 0,0 0,0 1,2-1,-1 0,1 0,1 3,0-6,0 0,0 0,0-1,1 1,0-1,0 0,1 0,0 0,0 0,0 0,0-1,1 0,0 0,0 0,1-1,0 0,-1 0,1 0,0 0,1-1,-1 0,1-1,-1 1,1-1,0 0,0-1,-1 0,1 0,0 0,0-1,0 0,0-1,0 1,0-1,0 0,0-1,0 0,1-1,7-3,-1-1,0-1,-1-1,0 1,0-2,-1 0,0-1,0 0,-1 0,-1-1,0-1,-1 0,0 0,-1-1,-1 0,0 0,-1-1,0 0,-1 0,-1 0,0 0,1-12,-4-27,-2 53,1 1,0 0,0-1,0 1,0-1,-1 1,1 0,0-1,0 1,-1 0,1 0,0-1,-1 1,1 0,0-1,-1 1,1 0,0 0,-1 0,1-1,-1 1,1 0,0 0,-1 0,1 0,-1 0,1 0,-1 0,1 0,0 0,-1 0,1 0,-1 0,1 0,0 0,-1 0,1 1,-1-1,1 0,0 0,-1 0,1 1,0-1,-1 0,1 0,0 1,-1-1,1 0,0 1,0-1,-1 0,1 1,0-1,0 0,-1 1,1-1,0 0,0 1,-16 22,11-15,1 1,0-1,0 1,1 0,0 0,0 0,1 0,1 1,-1-1,1 1,1-1,0 1,0-1,1 1,0-1,1 0,0 1,0-1,1 0,0 0,1 0,0-1,0 1,1-1,0 0,0 0,1-1,0 1,0-1,1-1,1 2,-2-3,1 0,-1 0,1-1,0 0,0 0,1 0,-1-1,1 0,0-1,-1 1,1-2,0 1,0-1,1 0,-1-1,0 0,0 0,0-1,0 0,0 0,0-1,0 0,0 0,0-1,-1 0,1 0,-1-1,0 0,0 0,0-1,-1 0,0 0,0 0,0-1,0 0,1-3,3-12,-2 0,0 0,-1-1,-1 0,-2 0,0 0,-1-1,-1 0,-1 1,-1-1,-2-9,0 21,1 33,-1-10,0 1,1-1,1 1,0 0,1-1,0 1,1-1,0 0,1 1,0-1,1 0,1-1,-1 1,2-1,0 0,0 0,1 0,0-1,1 0,0-1,4 4,1-5,-1 1,2-1,-1-1,1-1,0 0,15 4,26 6</inkml:trace>
  <inkml:trace contextRef="#ctx0" brushRef="#br0" timeOffset="-158261.385">25416 12913,'11'0,"0"-1,1 1,-1 1,0 0,0 0,0 2,1-1,-2 1,1 1,0 0,-1 0,0 1,0 0,0 1,0 0,-1 1,0-1,-1 2,2 1,5 5,-1 1,-1 1,0 1,-1-1,-1 2,0 0,-2 0,0 1,-1 0,0 1,4 29,-3 1,-1 0,-3 1,-2-1,-2 1,-2-1,-2 1,-3-1,-2 0,-5 11,-5 72,14-108,2 0,1 0,1 0,1 0,2 0,0-1,2 2,-3-15,1-1,0 0,1 0,0 0,0-1,1 0,1 1,-1-2,1 1,1-1,0 0,0 0,1 0,-1-1,2 0,-1-1,7 4,-10-6,1 0,-1-1,1 0,0 0,0 0,0 0,0-1,0 0,1 0,-1-1,1 0,-1 0,1 0,-1-1,1 0,-1 0,1-1,0 0,-1 0,0-1,1 1,-1-1,0-1,0 1,0-1,0 0,0 0,-1-1,1 0,-1 0,0 0,2-3,-1-5,0-1,-1 0,-1 0,0 0,0 0,-2-1,0 1,0-1,-1 0,-1 0,0 0,-1 1,-1-1,0 0,0 1,-3-7,-5-17,-1 0,-1 1,-2 1,-2 0,-1 1,-1 0,-2 1,-2 2,-1 0,-1 1,-1 2,-2 0,0 2,-2 1,-1 1,-1 2,-13-7,-23-14,68 43,-1 0,0 0,1 0,-1 0,0 0,1 0,-1 0,0 0,1 0,-1 0,0 0,1-1,-1 1,0 0,1 0,-1 0,0 0,1-1,-1 1,0 0,0 0,1 0,-1-1,0 1,0 0,1-1,-1 1,0 0,0 0,0-1,0 1,0 0,1-1,-1 1,0 0,0-1,0 1,0 0,0-1,0 1,0-1,0 1,0 0,0-1,0 1,0 0,0-1,-1 1,1 0,0-1,0 1,0 0,0 0,-1-1,1 1,0 0,0-1,-1 1,220-13,29-11,-246 24,1 0,-1-1,1 1,-1 0,1 1,-1-1,1 0,-1 1,1-1,-1 1,1 0,-1 0,1 0,-1 0,0 0,0 0,0 1,0-1,0 1,0 0,0-1,0 1,0 0,-1 0,1 0,-1 0,1 1,-1-1,0 0,0 0,0 1,0-1,20 64,-16-45,1-1,2 0,0-1,0 0,10 15,-15-29,0 1,1-1,0 0,0 0,0 0,0 0,1-1,-1 1,1-1,0 0,1-1,-1 1,1-1,-1 0,1-1,0 1,0-1,0 0,1-1,-1 1,3-1,12-4</inkml:trace>
  <inkml:trace contextRef="#ctx0" brushRef="#br0" timeOffset="-158009.059">26165 12874,'-10'0,"5"5,3 0</inkml:trace>
  <inkml:trace contextRef="#ctx0" brushRef="#br0" timeOffset="-157442.575">26606 12259,'-10'14,"0"1,1 1,1 0,1 0,0 0,1 1,0 0,2 1,0-1,-1 12,-10 78,4 1,4-1,6 2,4-1,5-1,7 16,19 86,-34-206,1 1,0-1,0 1,0-1,0 1,1-1,-1 0,1 0,0 1,0-1,0-1,0 1,1 0,-1 0,1-1,-1 0,1 1,0-1,0 0,0 0,0 0,0-1,1 1,-1-1,0 0,1 0,-1 0,1 0,-1-1,1 1,0-1,-1 0,1 0,-1 0,2-1,14-4,-1 0,0-2,0 0,-1-2,1 1,-2-2,0 0,0-1,-1-1,0 0,-1-1,3-4,91-117,-108 134,1 0,-1 0,0 1,0-1,0 0,0 0,1 0,-1 0,0 1,0-1,0 0,1 0,-1 0,0 0,0 0,1 0,-1 0,0 0,0 0,1 0,-1 0,0 0,0 0,1 0,-1 0,0 0,0 0,1 0,-1 0,0 0,0 0,0 0,1 0,-1 0,0 0,0-1,1 1,-1 0,0 0,0 0,0 0,0-1,1 1,-1 0,0 0,0 0,0-1,0 1,0 0,1 0,-6 29,4-20,-1-2,1 0,0 1,1-1,0 0,0 0,0 0,1 0,0 1,0-1,1 0,0 0,0-1,1 1,0 0,0-1,0 1,1-1,0 0,0 0,1-1,-1 1,1-1,0 0,4 2,76 32,-41-29</inkml:trace>
  <inkml:trace contextRef="#ctx0" brushRef="#br0" timeOffset="-157194.726">27181 12954,'-18'-5,"-13"-1,-6 1,4 0</inkml:trace>
  <inkml:trace contextRef="#ctx0" brushRef="#br0" timeOffset="-157024.18">26366 12634,'25'-3,"26"0,27 2,26 7,20 5,11 5,2 3,-10 3,-25-2</inkml:trace>
  <inkml:trace contextRef="#ctx0" brushRef="#br0" timeOffset="-156862.598">27515 13061,'0'16,"0"12,0 10,0 6,0 2,2 0,6-3,3-5,5-3,1-9,3-8,0-7,-3-6</inkml:trace>
  <inkml:trace contextRef="#ctx0" brushRef="#br0" timeOffset="-156695.057">27675 12700,'-11'-14,"-11"-8,-4-4,-2 3,4 8,6 11,15 13,17 11,7 3</inkml:trace>
  <inkml:trace contextRef="#ctx0" brushRef="#br0" timeOffset="-155680.385">28491 12807,'11'2,"-1"0,1 1,-1-1,1 2,-1 0,0 0,0 1,-1 0,1 1,-1 0,0 0,-1 1,1 0,-1 0,-1 1,0 0,0 1,0 0,-1 0,0 0,4 10,1 5,0 1,-2 0,0 0,-2 1,-1 0,-1 0,-1 1,-1 10,4 105,-8-140,1-1,0 0,0 1,-1-1,1 0,0 1,0-1,0 0,0 1,1-1,-1 0,0 1,1-1,-1 0,0 1,1-1,0 0,-1 0,1 1,0-1,-1 0,1 0,0 0,0 0,0 0,0 0,0 0,0 0,0-1,0 1,1 0,-1-1,0 1,0 0,1-1,-1 0,0 1,1-1,-1 0,0 0,1 1,-1-1,0 0,1 0,-1-1,0 1,1 0,-1 0,0-1,1 1,-1-1,0 1,1-1,-1 1,1-1,16-10,0-1,-1 0,0-2,-1 0,0 0,-1-2,-1 1,-1-2,0 0,-1-1,-1 0,0 0,-2-2,0 1,-1-1,-1 0,-1 0,-1-1,0 0,5-58,-10 79,0 1,-1-1,1 0,0 1,0-1,-1 1,1-1,-1 0,1 1,0-1,-1 0,1 1,-1-1,1 0,-1 0,1 0,-1 1,1-1,0 0,-1 0,1 0,-1 0,1 0,-1 0,0 0,1 0,-1 0,1 0,-1 0,1 0,-1 0,1 0,0 0,-1-1,1 1,-1 0,1 0,-1-1,1 1,-1 0,1-1,0 1,-1 0,1-1,0 1,-1 0,1-1,0 1,-1-1,1 1,0-1,0 1,-2 6,0 1,1 0,0 0,0 0,1 0,0 0,0 0,1-1,0 1,0 0,0 0,1 0,0-1,0 1,1-1,0 1,0-1,0 0,2 2,3 5,1 0,1-1,0 0,0-1,1 0,1 0,0-1,3 2,0-1,1-1,0 0,0-1,1 0,0-1,0-1,1-1,-1-1,2 0,-1-1,0-1,1-1,0 0,-1-2,1 0,0-1,-1-1,4-1,-14 0,0 0,0-1,0 0,0-1,-1 1,0-2,0 1,0-1,-1 0,1 0,-1 0,-1-1,1 0,-6 6,1 1,-1 0,1 0,-1-1,1 1,-1 0,1 0,0 0,-1 0,1 0,-1 0,1 0,0 0,-1 0,1 0,-1 0,1 0,0 0,-1 0,1 1,-1-1,1 0,-1 0,1 1,0-1,-1 0,1 1,-1-1,0 0,1 1,-1-1,1 1,-1-1,0 1,1-1,-1 1,0-1,1 1,-1 0,0-1,0 1,0-1,1 1,-1-1,0 1,0 0,0-1,3 5,4 5,1-1,0-1,0 0,1 0,1 0,-1-1,1 0,0-1,0 0,1-1,0 0,0-1,0 0,0 0,1-1,0-1,-1 0,1-1,0 0,0 0,11-2,-17 0,-1 1,1-1,-1 0,0 0,0 0,0-1,0 0,0 0,0 0,0 0,0-1,-1 0,1 0,-1 0,0-1,0 1,0-1,-1 0,1 0,-1 0,0-1,0 1,0-1,-1 1,1-1,-1 0,-1 0,1 0,-1-1,1 1,-1 0,-1 0,1-1,-1-2,0-1,0 0,0 0,-1-1,-1 1,1 0,-2 0,1 0,-1 0,0 1,-1-1,0 1,-1 0,1 0,-1 0,-1 0,0 1,0 0,0 0,-1 1,0 0,0 0,0 0,-1 1,0 0,-1 1,-17-11,-1 2,0 1,-1 1,-1 1,1 2,-1 1,-7 0,33 6,-10-2,0 0,-1 1,1 1,-1 0,1 0,-1 2,0-1,-9 3,22-3,0 0,1 0,-1 0,0 0,1 0,-1 1,0-1,1 0,-1 0,0 0,1 1,-1-1,1 0,-1 0,0 1,1-1,-1 1,1-1,-1 0,1 1,-1-1,1 1,0 0,-1-1,1 1,-1-1,1 1,0-1,0 1,-1 0,1-1,0 1,0 0,0-1,0 1,0 0,0-1,-1 1,2 0,-1-1,0 1,0 0,0-1,0 1,0 0,25 25,6-9,1-2,1 0,0-2,1-2,0-1,1-2,21 3,-51-10,52 12,0-1,1-3,0-3,1-3,-1-1,0-4,15-3,-57 3,0-1,-1-1,1-1,-1 0,1 0,-2-2,1 0,-1-1,0 0,12-10,-13 8,-12 10,-1 0,0 0,1 0,-1 0,0 0,1 0,-1 0,0 0,0 0,1 0,-1 0,0 0,1 1,-1-1,0 0,0 0,1 0,-1 0,0 1,0-1,0 0,1 0,-1 0,0 1,0-1,0 0,0 0,1 1,-1-1,0 0,0 1,0-1,0 0,0 0,0 1,0-1,0 0,0 1,0-1,0 0,0 1,0-1,0 0,0 0,0 1,0-1,0 0,0 1,-1-1,1 0,0 0,0 1,0-1,0 0,-1 0,1 1,0-1,0 0,0 0,-1 0,1 0,0 1,-1 0,-5 31,-2-3,2 0,1 1,1-1,2 1,1 0,1 0,4 26,-4-51,0-1,1 0,0 1,0-1,1 0,-1 0,1 1,0-1,0 0,0-1,0 1,1 0,-1-1,1 1,0-1,0 0,0 0,1 0,-1 0,1-1,0 1,-1-1,1 0,4 2,15 0</inkml:trace>
  <inkml:trace contextRef="#ctx0" brushRef="#br0" timeOffset="-155516.031">30456 12432,'0'0</inkml:trace>
  <inkml:trace contextRef="#ctx0" brushRef="#br0" timeOffset="-154428.415">1660 14250,'-11'184,"9"59,2-142,0 319,0-403,10 95,-9-107,0-1,0 1,1 0,0-1,0 1,0-1,0 0,1 1,-1-1,1 0,0-1,0 1,1 0,-1-1,1 0,0 0,0 0,0 0,0-1,4 3,5-2,-1 0,0-1,1-1,0 0,-1 0,1-1,0-1,-1 0,1-1,-1 0,1-1,-1 0,0-1,7-3,23-7,0-3,-1-1,-1-2,33-21,-13 1</inkml:trace>
  <inkml:trace contextRef="#ctx0" brushRef="#br0" timeOffset="-154180.08">1072 14785,'23'0,"25"-2,30-6,29-5,26-6,15-1,1 2,-26 5</inkml:trace>
  <inkml:trace contextRef="#ctx0" brushRef="#br0" timeOffset="-153580.157">2155 15334,'6'-6,"0"0,0 0,-1-1,0 0,0 0,-1 0,0 0,0-1,-1 1,0-1,0 0,-1 0,0 0,0-1,-1 1,0 0,0-1,-1 1,0-7,1-3,-1-1,0 0,-1 1,-1-1,-1 1,-1 0,0 0,-1 0,-1 0,-1 1,0 0,-1 0,-1 1,-1 0,0 1,-10-12,9 15,16 15,20 13,12-2,1-1,0-2,1-2,0-1,11-1,148 37,-191-42,0 0,0 1,0 0,0 0,0 0,0 1,-1 0,0 0,0 1,0 0,0 0,-1 0,0 1,0-1,0 1,-1 1,0-1,0 0,0 1,-1 0,0 0,0 3,9 199,-11-205,0 0,0-1,0 0,1 1,-1-1,1 0,0 1,0-1,0 0,0 0,1-1,-1 1,1 0,0-1,-1 1,1-1,0 0,0 0,1 0,-1-1,0 1,1-1,-1 1,1-1,-1 0,1-1,0 1,-1-1,1 1,0-1,-1 0,1 0,0-1,12 0,-1 0,1-1,-1-1,0-1,0 0,0 0,5-4,-4 1,0 0,0-1,-1-1,0-1,0 0,-1-1,0 0,-1-1,-1-1,6-7,-13 14,0 0,-1 0,1 0,-2-1,1 0,-1 1,0-1,0-1,-1 1,0 0,0-1,-1 1,0-1,0 1,0-1,-1 0,-1 1,1-1,-1 0,-1 1,1-1,-1 1,0 0,-1 0,-1-4,0 4,0 0,0-1,0 1,-1 1,0-1,-1 1,1-1,-1 2,0-1,-1 1,1 0,-1 0,0 0,0 1,-1 0,1 1,-3-1,7 4,0 0,0 0,-1 0,1 0,0 1,0 0,0-1,0 1,0 0,0 1,0-1,0 0,0 1,1-1,-1 1,1 0,-1 0,1 0,-1 0,1 1,0-1,0 1,0-1,1 1,-1 0,1-1,-1 1,1 0,0 0,0 0,0 0,0 0,1 0,-1 0,1 1,0-1,-1 0,2 2,-4 8,2-1,-1 1,2 0,-1-1,2 1,0 0,0-1,1 1,1-1,0 1,1-1,0 0,1 0,0-1,1 1,0-1,1 0,0-1,1 0,0 0,0-1,1 1,0-2,1 1,0-2,0 1,1-1,0-1,2 1,10 3,1-1,0-1,0-1,0-1,12 1,38 3</inkml:trace>
  <inkml:trace contextRef="#ctx0" brushRef="#br0" timeOffset="-152543.385">3598 14465,'-1'145,"-2"-17,6 1,5-1,12 42,-18-161,-2 0,2 0,-1 0,1 0,1-1,-1 1,2 0,-1-1,1 0,0 0,1 0,0 0,3 3,-7-10,0 0,0 0,1 0,-1 0,0 0,1 0,-1 0,1 0,-1-1,1 1,-1-1,1 1,0-1,-1 1,1-1,0 0,-1 0,1 0,0 0,-1 0,1 0,0-1,-1 1,1 0,-1-1,1 1,0-1,-1 0,1 1,-1-1,0 0,1 0,-1 0,1-1,43-44,-36 35,66-59,-72 68,0 0,0 0,0 0,1 1,-1-1,0 1,1 0,-1 0,1 0,-1 0,1 0,-1 1,1 0,0 0,-1 0,1 0,-1 0,1 1,0-1,-1 1,1 0,-1 0,0 0,1 1,-1-1,2 2,2 2,-1 0,-1 1,1 0,-1-1,0 2,0-1,-1 0,0 1,0 0,0 0,-1 0,0 1,-1-1,1 1,-2-1,1 1,-1 0,0 0,0 0,-1 0,0 0,-1-1,1 1,-2 0,1 0,-1 0,0-1,-1 1,1-1,-2 0,1 0,-1 0,0 0,0 0,-4 3,1-3,0 0,0 0,0-1,-1 0,0 0,-1-1,1 0,-1 0,0-1,0 0,0-1,-1 0,-3 1,9-3,-1 0,1 0,-1-1,1 1,-1-1,1 0,-1 0,1 0,-1-1,1 1,-1-1,1-1,-1 1,1 0,0-1,0 0,0 0,0 0,0-1,0 1,0-1,1 0,0 0,-1 0,1 0,0-1,0 1,1-1,-3-3,3 2,0 1,0-1,0 0,0 0,1 0,0 0,0 0,0 0,1 0,0 0,0 0,0 0,0 0,1 0,0 0,0 0,0 0,1 0,0 0,0 0,0 1,0-1,1 1,-1-1,4-3,3-3,1-1,0 1,0 0,1 1,1 1,-1-1,2 2,5-4,0 1,0 1,1 0,0 1,1 2,0 0,0 0,0 2,1 1,0 0,0 2,0 0,11 1,-25 3,0-1,0 1,0 1,0-1,-1 1,1 0,-1 1,0-1,0 1,0 1,0-1,-1 1,0 0,0 0,0 0,0 1,-1 0,0 0,0 0,-1 0,0 1,0-1,0 1,-1 0,0-1,1 5,0-1,1 0,0 0,1-1,0 1,0-1,1-1,0 1,1-1,0 0,0 0,1-1,7 6,-12-11,1 0,0 0,1 0,-1 0,0-1,0 0,1 0,-1 0,1 0,-1-1,1 0,-1 0,1 0,-1 0,1-1,-1 1,1-1,-1 0,0-1,1 1,-1-1,0 0,0 0,0 0,0 0,-1-1,1 1,0-1,-1 0,5-4,-1 0,1 0,-2-1,1 0,-1 0,0-1,-1 0,0 1,0-2,-1 1,0-1,1-3,10-123,-15 137,0-1,0 0,0 0,0 0,0 1,0-1,0 0,1 0,-1 1,0-1,0 0,0 0,0 0,1 0,-1 1,0-1,0 0,0 0,1 0,-1 0,0 0,0 0,0 1,1-1,-1 0,0 0,0 0,1 0,-1 0,0 0,0 0,1 0,-1 0,0 0,0 0,1 0,-1 0,0 0,0 0,0 0,1-1,-1 1,0 0,0 0,1 0,-1 0,0 0,0-1,0 1,0 0,1 0,-1 0,0 0,0-1,0 1,0 0,0 0,0 0,1-1,16 29,-13-21,7 10,0 0,1-1,1 0,0-1,1-1,1 0,0-1,9 5,-18-13,0-1,0 0,1-1,-1 0,1 0,0 0,0-1,0 0,0 0,0-1,1 0,-1 0,0 0,1-1,-1-1,0 1,1-1,-1 0,0 0,0-1,0 0,0-1,0 1,5-4,0-2,0 0,0 0,-1-1,-1-1,0 0,0 0,0-1,-2 0,1-1,-1 0,-1 0,0-1,-1 0,-1 0,0 0,2-8,18 93,-22-62,2 0,-1 0,1 0,1 0,0-1,0 0,1 0,0-1,0 0,1 0,0-1,1 0,-1 0,1-1,1 0,-1 0,1-1,0 0,0-1,0 0,1-1,-1 0,1-1,0 0,0-1,0 0,0 0,0-1,6-1,-14 0,0 1,-1-1,1 0,0 0,0 0,0-1,-1 1,1-1,-1 1,1-1,-1 0,0 0,1 0,-1 0,0 0,1-2,3-7</inkml:trace>
  <inkml:trace contextRef="#ctx0" brushRef="#br0" timeOffset="-152297.529">5029 14772,'-13'-14,"-5"-2,3 4,6 9,5 4</inkml:trace>
  <inkml:trace contextRef="#ctx0" brushRef="#br0" timeOffset="-151793.877">5645 15213,'6'1,"1"0,-1-1,1 0,-1 0,1-1,-1 0,1 0,-1 0,0-1,1 0,-1 0,0-1,0 1,0-1,-1-1,1 1,-1-1,0 0,0 0,0-1,0 1,-1-1,0 0,0 0,0-1,0 1,-1-1,0 0,0 0,-1 0,1 0,-1 0,-1 0,1-1,-1 1,0-1,-1 1,0-1,0-3,-1 6,0 0,0 0,-1 0,1 0,-1 0,0 0,0 1,-1-1,1 1,-1-1,0 1,0 0,0 0,0 0,0 0,-1 1,1-1,-1 1,1 0,-1 0,0 0,0 1,0-1,-3 0,-3-1,-1 1,0 0,0 0,0 1,1 0,-1 1,0 1,0-1,-2 2,4-2,0 2,0-1,1 1,-1 0,1 0,-1 1,1 1,0-1,0 1,0 1,1-1,-1 1,1 1,0-1,1 1,-1 0,1 1,0 0,1 0,0 0,0 0,0 1,1 0,0 0,1 0,0 0,-3 9,6-12,1 1,-1-1,1 1,-1-1,2 0,-1 0,0 1,1-1,0 0,0 0,1 0,-1-1,1 1,0 0,1-1,-1 0,1 0,-1 0,1 0,3 1,94 58,-74-53,-1-1,1-2,1 0,0-2,-1-1,2-1,-1-1,0-2,16-2,-34 1,1 0,0 0,-1-1,1-1,-1 0,1 0,-1-1,0 0,-1-1,4-2,11-10</inkml:trace>
  <inkml:trace contextRef="#ctx0" brushRef="#br0" timeOffset="-147713.067">7636 15334,'11'-121,"10"18,-7 36,-2-1,2-61,-23 49,9 78,-1 0,1 0,-1 0,0 1,1-1,-1 0,0 1,0-1,0 0,0 1,0-1,-1 1,1 0,0-1,-1 1,1 0,-1 0,1 0,-1 0,1 0,-1 0,0 0,0 0,1 1,-1-1,0 1,0-1,0 1,0 0,1 0,-1 0,0 0,0 0,0 0,0 0,0 1,0-1,1 1,-2 0,-1 0,0 0,1 0,-1 0,1 1,0-1,0 1,-1 0,1 0,0 0,1 0,-1 1,0-1,1 1,-1 0,1 0,0 0,0 0,0 0,0 0,0 0,1 1,-1-1,1 1,0-1,0 1,1-1,-1 1,1 0,-1-1,1 1,0 0,1-1,-1 1,1 0,-1-1,1 1,0-1,0 1,1-1,-1 1,1-1,0 0,0 0,0 0,0 0,0 0,1 0,7 4,1-1,0-1,0 0,1 0,-1-1,1-1,0 0,0 0,0-1,1-1,-1 0,5 0,-14-1,317 17,-312-17,-1 1,1 0,0 0,-1 1,1 0,-1 0,0 0,0 1,0 0,0 1,0 0,0 0,-1 0,0 1,0 0,0 0,-1 0,1 1,-1 0,-1 0,1 0,-1 1,0-1,0 1,1 6,-2 0,-1 1,-1 0,0 0,-1 0,0 0,-1 0,-1 0,0 0,-1 0,-4 12,3-10,0 1,1 0,1 0,1 0,0 0,2 13,-1-26,1 0,0 0,1 0,-1 0,1 0,-1 0,1 0,0-1,0 1,1-1,-1 1,1-1,0 0,0 0,0 0,0 0,0-1,1 1,-1-1,1 0,-1 0,1 0,0 0,0-1,0 0,0 0,0 0,1 0,11 3,0-2,1 0,-1-1,1-1,-1 0,11-2,-4 0,0-1,0-1,-1-2,1 0,-1-1,0-1,-1-1,0-1,-1 0,1-2,-2 0,0-2,-1 0,0-1,-1-1,-1 0,0-1,10-16,-20 23,0 0,-1-1,-1 0,0 0,0 0,-1 0,0-1,-1 1,0-1,-1 0,0-11,-1 17,0 0,-1 1,0-1,0 0,0 0,-1 1,1-1,-1 0,-1 1,1 0,-1-1,0 1,0 0,0 1,-1-1,0 0,1 1,-2 0,1 0,0 0,-1 1,0-1,0 1,-3-2,4 3,-1 0,1 1,0-1,-1 1,0-1,1 1,-1 1,1-1,-1 1,0 0,1 0,-1 0,0 0,1 1,-1 0,0 0,1 0,-1 1,1-1,0 1,-1 0,1 1,0-1,0 0,1 1,-1 0,0 0,-1 2,-2 2,0 1,0 0,1 0,0 0,1 1,0 0,0 0,1 0,0 1,0 0,1-1,-1 8,2-6,1 1,0 0,1-1,0 1,1-1,0 1,1-1,0 1,1-1,0 0,1 0,0 0,1 0,0-1,1 0,0 0,0 0,1-1,1 0,-1 0,1-1,1 0,0 0,0-1,0 0,1-1,0 0,0 0,0-1,1 0,8 2,10 2,-1 0,1-2,1-1,-1-2,1-1,0-1,16-1,32-4</inkml:trace>
  <inkml:trace contextRef="#ctx0" brushRef="#br0" timeOffset="-147309.665">9561 15147,'-13'-10,"-1"2,0 0,-1 0,0 1,0 1,-1 1,1 0,-1 1,0 1,-1 0,1 1,0 1,-1 0,1 1,0 1,-1 1,1 0,0 1,0 1,0 0,0 1,1 1,0 0,0 1,1 1,-1 0,2 1,-7 6,11-7,0 0,1 1,0 1,0-1,1 1,0 1,1-1,0 1,1 0,0 1,-1 2,5-10,0-1,0 1,0 0,0 1,0-1,1 0,0 0,0 0,0 0,0 0,1 0,-1 0,1 0,0 0,1 0,-1 0,1 0,-1 0,1-1,0 1,0 0,1-1,-1 0,1 0,0 0,0 0,0 0,0 0,0-1,0 1,1-1,-1 0,1 0,2 1,10 3,0-1,0-1,0 0,1-1,-1-1,1 0,0-1,-1-1,1-1,0 0,0-1,-1-1,0-1,1 0,-1-1,0 0,-1-2,0 0,-7 5,-1-1,0 0,-1 0,1-1,-1 0,1 0,-1 0,0-1,-1 0,1 0,-1-1,0 0,0 1,-1-2,1 1,-1 0,-1-1,1 0,-1 0,-1 0,1 0,-1 0,0 0,-1-1,0 1,0-1,0 1,-1-1,0 1,-1-1,1 0,-2 0,-15-29,17 37,0-1,-1 0,1 0,0 1,-1-1,1 0,-1 1,1-1,-1 0,1 1,-1-1,1 1,-1-1,0 1,1-1,-1 1,0-1,1 1,-1 0,0-1,0 1,1 0,-1 0,0-1,0 1,0 0,1 0,-1 0,0 0,0 0,0 0,0 0,1 0,-1 1,0-1,0 0,1 0,-1 1,0-1,0 0,1 1,-1-1,0 1,0-1,0 4,-1 0,1 0,0 0,0 0,0 0,1 0,-1 0,1 0,0 0,0 0,1 0,-1 0,1 0,0 0,0 0,0 0,0 0,1 0,0 0,-1-1,1 1,1-1,-1 1,0-1,1 0,0 0,0 0,0 0,11 11,2-2,-1 0,1 0,1-2,0 0,1-1,0 0,0-2,0 0,1-1,0-1,19 3,41 8</inkml:trace>
  <inkml:trace contextRef="#ctx0" brushRef="#br0" timeOffset="-146482.875">10229 15012,'-11'0,"-1"0,0 1,0 0,0 1,1 0,-1 1,1 0,-1 1,1 0,0 1,1 0,-1 1,1 0,0 1,0 0,1 0,0 1,1 0,-1 1,1-1,1 2,0-1,0 1,1 0,0 1,1-1,0 1,1 0,0 0,1 1,0-1,0 1,1 0,1 3,2-5,0 0,0 0,1 0,1 0,0 0,0 0,1 0,0-1,0 0,1 0,1 0,-1-1,2 1,-1-1,1-1,0 1,0-1,1 0,0-1,0 0,1 0,0-1,0 0,0-1,0 0,1 0,0-1,0 0,0 0,0-1,0-1,6 1,6 1,1-1,0 0,0-2,0 0,0-2,-1 0,1-2,0-1,-1 0,0-2,0 0,-1-2,0 0,-1-1,0-1,0-1,-1-1,-1-1,0 0,-1-1,0-1,-1-1,-1 0,-1-1,-1-1,0 0,-1 0,-1-2,4-9,-1-15,-1 1,-2-2,-2 1,-2-2,-2 1,-2 0,-3-1,-1 1,-7-46,5 61,-1 1,-1-1,-1 1,-2 0,-1 1,-1 0,-13-25,21 50,1 0,-1 0,0 0,0 0,0 0,0 0,-1 0,1 1,-1 0,0-1,0 1,0 0,-1 0,1 0,-1 1,0 0,1-1,-1 1,0 0,0 1,0-1,-1 1,1-1,0 1,-1 1,1-1,0 1,-1-1,1 1,-1 1,1-1,0 0,-1 1,-2 1,-4 5,1 0,1 1,0 0,0 1,0 0,1 1,0-1,1 2,0-1,1 1,0 0,1 0,0 0,0 1,1 0,1 0,0 1,-8 25,1 0,2 0,2 1,2 0,1 0,2 0,2 0,1 0,2 0,2 0,9 30,-9-46,0-1,2-1,0 1,2-1,0-1,1 0,1 0,1-1,1 0,0-2,2 1,0-2,0 0,2-1,0-1,1 0,0-1,1-2,0 0,15 6,-24-12,0 0,1-1,0 0,0-1,0 0,0-1,1 0,-1-1,1-1,-1 0,1 0,-1-1,1-1,-1 0,0-1,0 0,0-1,0 0,-1-1,1 0,-1-1,-1 0,1-1,-1 0,0 0,0-1,7-9,-3-2,0 0,-2-1,0-1,-1 0,-1-1,6-20,-14 36,6 4,-5 22,-3-16,3 18,1 0,0-1,1 1,2-1,4 9,-9-23,2 0,-1 0,1 0,0-1,0 0,1 0,0 0,0-1,0 1,1-1,0 0,0-1,0 1,1-1,-1 0,1-1,6 3,-4-3,0-1,1 0,0 0,-1-1,1 0,0-1,0 0,-1 0,1-1,0-1,-1 1,1-2,-1 1,1-1,-1-1,0 1,0-2,-1 1,1-1,-1 0,0-1,0 0,-1 0,0-1,0 0,0 0,-1-1,0 1,0-1,-1-1,0 1,-1-1,3-5,0-5,0-1,-1 1,-1-1,0 0,-2 0,0-1,-1 1,-2-13,-1 29,-1 12,-3 18,3-6,0 0,1 1,1-1,1 1,1-1,2 9,-3-22,0 0,1-1,0 1,1 0,0-1,0 0,0 0,0 0,1 0,0 0,1-1,-1 1,1-1,0 0,0-1,0 1,1-1,0 0,0 0,4 2,-2-3,-1 0,0-1,1 0,-1 0,1 0,0-1,-1 0,1 0,0-1,0 0,-1-1,1 0,0 0,0 0,0-1,26-9</inkml:trace>
  <inkml:trace contextRef="#ctx0" brushRef="#br0" timeOffset="-146231.539">10337 14705,'34'-9,"38"-5,39-1,33 3,23 3,13 3,6 8,-5 7,-9 9,-35 2</inkml:trace>
  <inkml:trace contextRef="#ctx0" brushRef="#br0" timeOffset="-145381.668">12476 15093,'-7'-9,"0"1,0-1,-1 1,0 1,0-1,-1 1,0 1,0 0,0 0,-1 1,0 0,0 0,0 1,-1 1,0 0,1 0,-1 1,0 0,0 1,0 0,0 1,0 0,0 1,0 0,0 1,0 0,0 1,0 0,1 0,0 1,-1 1,1 0,1 0,-1 1,1 0,-3 3,2-2,1 1,0 0,0 1,1 0,0 0,0 1,1 0,0 0,1 0,0 1,-2 7,6-14,1 1,-1-1,1 0,0 1,0-1,0 1,1-1,-1 1,1-1,0 1,1 0,-1-1,1 1,0-1,0 0,0 1,0-1,1 0,0 1,0-1,0 0,0 0,1-1,-1 1,1 0,0-1,0 0,1 1,-1-1,1 0,-1-1,2 1,6 3,1-1,0 0,0 0,1-2,-1 1,1-2,0 0,0 0,0-1,0-1,-1 0,1-1,0 0,0-1,0 0,0-1,-1 0,0-1,0-1,0 0,0-1,0 0,-1 0,0-2,-1 1,4-4,-8 5,0 1,0-1,0-1,-1 1,0-1,0 0,0 0,-1-1,0 1,-1-1,0 0,0 0,-1 0,0 0,0 0,0-1,-1 1,-1-1,0 1,0-1,0 1,-1 0,0-1,-1 1,0 0,0-1,2 10,-1-1,1 0,0 1,0-1,-1 0,1 0,0 1,0-1,-1 0,1 0,0 0,-1 1,1-1,0 0,-1 0,1 0,-1 0,1 0,0 0,-1 0,1 0,-1 0,1 0,0 0,-1 0,1 0,0 0,-1 0,1 0,-1 0,1 0,0 0,-1-1,1 1,0 0,-1 0,1 0,0-1,0 1,-1 0,1 0,0-1,-1 1,1 0,0-1,0 1,0 0,-1-1,1 1,0 0,0-1,0 1,0 0,0-1,0 1,-4 36,5-25,1-1,1 0,0 0,1 0,-1 0,2-1,-1 0,1 1,1-2,0 1,0-1,1 1,0-2,0 1,1-1,0 0,0-1,0 0,1 0,0-1,0 0,1 0,-1-1,1 0,0-1,0 0,0-1,0 0,1 0,-1-1,1-1,-1 1,1-2,-1 0,0 0,1-1,-1 0,3-1,2-1,0-1,0-1,0 0,-1-1,0-1,0 0,-1-1,0 0,-1-1,1-1,-2 0,0 0,0-1,-1-1,-1 1,0-2,5-8,1-8,0 0,-2 0,-1-2,-2 1,-1-1,-1-1,-2 0,-2 0,4-14,-3-1,-1 1,-3-1,-2 0,-2 0,-1 1,-3 0,-3 0,-1-2,10 43,0 1,0 0,-1 0,1 0,-1 0,0 0,-1 0,1 1,-1-1,0 1,0 0,0-1,0 2,-1-1,0 0,0 0,0 1,0 0,0 0,-1 0,1 1,-1-1,0 1,0 0,0 0,0 1,0 0,0 0,-4-1,3 4,0 0,1 0,-1 0,0 1,1 0,0 0,-1 0,1 1,1 0,-1 0,0 0,1 0,0 1,0 0,0 0,1 0,-3 4,-8 17,0 1,2 1,1 0,2 0,0 1,2 0,2 1,0-1,2 1,1 0,1 0,2 4,-1 3,2-1,1 0,2 0,1-1,2 1,2-1,1-1,1 0,2-1,2 0,1-1,1-1,1 0,2-1,1-2,2 0,12 10,-30-31,0 0,0-1,1 0,0-1,0 1,1-1,-1 0,1-1,0 0,0 0,1-1,-1 0,1-1,0 1,-1-2,1 1,0-1,0 0,0-1,0 0,0-1,0 0,0 0,0-1,0 0,-1 0,1-1,-1 0,0-1,6-3,-1-5,-2 0,1-1,-1 0,-1-1,0 0,-1 0,-1-1,0 0,-1-1,-1 0,0 0,-1-1,1-8,7-14,-9 73,-3-19,0 0,1 1,0-1,1 0,1 0,0-1,1 1,1-1,1 2,-4-11,-1 0,1 0,0 0,0 0,1-1,0 1,0-1,0 0,0 0,0 0,1-1,-1 0,1 1,0-2,0 1,1 0,-1-1,0 0,1 0,-1-1,1 0,0 0,-1 0,1 0,3-1,23-2</inkml:trace>
  <inkml:trace contextRef="#ctx0" brushRef="#br0" timeOffset="-145128.337">13478 14505,'-13'-2,"-10"-2,-1 6,5 9,9 9,13 8,18 8,5-1</inkml:trace>
  <inkml:trace contextRef="#ctx0" brushRef="#br0" timeOffset="-143962.961">13813 14853,'5'-6,"0"1,0 0,0 1,1-1,0 1,0 0,0 0,1 1,-1 0,1 0,0 1,0-1,0 2,0-1,0 1,0 0,0 0,0 1,0 0,1 0,-1 0,0 1,0 1,0-1,0 1,0 0,0 0,0 1,-1 0,1 1,-1-1,0 1,0 0,0 0,-1 1,1 0,3 5,2 1,-2 1,1 0,-2 0,1 1,-2 0,0 0,0 1,-1 0,-1 1,-1-1,0 1,1 7,1 14,-1-1,-2 1,-1 0,-3 29,-57 449,57-492,1 1,1-1,1 1,1-1,1 1,1-1,2-1,6 18,-9-29,0 0,1-1,0 0,0 0,1-1,0 0,1 0,0 0,0 0,1-1,0-1,0 1,0-1,1 0,0-1,0 0,1-1,-1 0,1 0,0-1,-7-2,0 1,0-1,1 0,-1-1,1 1,-1 0,1-1,-1 0,0 0,1 0,-1 0,1-1,-1 1,1-1,-1 0,0 0,1 0,-1 0,0-1,0 1,0-1,0 0,0 0,0 0,-1 0,1 0,-1-1,1 1,-1-1,0 0,0 0,0 0,0 0,-1 0,1 0,-1 0,1 0,-1 0,0-1,1-14,-1 1,0-1,-2 1,1-1,-2 1,-1-1,0 1,-1 0,-1 0,0 0,-1 1,-8-14,-3-15,-2 1,-2 0,-1 2,-3 1,-1 0,-3 2,0 1,-3 2,-1 0,-1 3,-2 1,-2 1,-9-4,-7-7,62 31,89 0,61 6,25-2,139-23,-310 28,7 0,0-1,0 0,-1-1,0-1,0-1,0-1,0 0,-1-1,8-6,-23 13,0 0,-1 0,1 0,-1 0,0 0,1 0,-1 0,0 0,1-1,-1 1,0 0,0-1,0 1,0-1,-1 1,1-1,0 0,-1 1,1-1,-1 0,1 0,-1 1,0-1,0 0,1 0,-1 1,-1-1,1 0,0 0,0 1,-1-1,1 0,-1 1,1-1,-1 0,0 1,1-1,-1 1,0-1,0 1,0-1,0 1,-1 0,1-1,0 1,-1 0,0-1,-8-5,-1 0,0 1,0 0,0 1,-1 0,0 1,0 0,0 1,0 0,0 1,-1 0,0 1,-9 0,13 1,1 0,0 0,0 1,0 0,0 0,0 1,0 0,0 0,0 1,1 0,-1 0,1 1,0 0,0 1,0-1,0 1,1 0,0 1,0 0,1 0,-1 0,1 0,0 1,1 0,0 0,0 0,1 1,-1-1,2 1,-1 0,1 0,-1 7,1-11,1 0,1 1,-1-1,1 1,-1-1,1 1,1-1,-1 1,0-1,1 1,0-1,0 0,1 1,-1-1,1 0,0 0,0 0,0 0,0 0,1-1,-1 1,1-1,0 1,0-1,1 0,-1 0,1 0,-1-1,1 1,0-1,0 0,0 0,0 0,0-1,1 1,-1-1,3 0,9-1,0-1,0-1,0 0,0-1,-1-1,1 0,-1-1,0-1,-1 0,1-1,-1-1,0 0,-1-1,4-4,92-59,-108 71,0 1,0-1,0 0,0 1,0-1,0 1,0-1,0 1,0 0,1-1,-1 1,0 0,0 0,0 0,0 0,1 0,-1 0,0 0,0 0,0 0,1 1,-1-1,0 1,0-1,0 0,0 1,0 0,0-1,0 1,0 0,0-1,0 1,0 0,0 0,0 0,-1 0,1 0,0 0,0 1,14 48,-11-33,-3-10,0 0,1 0,0 0,0-1,1 1,0-1,0 0,0 0,1 0,0 0,0 0,1-1,-1 0,1 0,0 0,0 0,1-1,0 0,-1 0,1 0,1-1,-1 0,0 0,1-1,0 0,-1 0,1 0,0-1,0 0,0 0,7-1,-4-1,0 0,0-1,0-1,0 1,-1-2,1 1,-1-2,0 1,0-1,0 0,0-1,-1 0,0 0,0-1,-1 0,0-1,0 1,-1-1,0-1,0 1,-1-1,0 0,9-16,-2-1,0 0,-2-1,-1-1,-1 1,-2-1,1-11,4-46,-3 0,-5 0,-4-33,2 93,-2-1,-1 1,-1 0,0-1,-3 1,0 1,-8-22,14 45,0-1,-1 0,1 1,-1-1,1 1,-1-1,1 1,-1-1,0 1,0 0,0-1,0 1,0 0,0-1,0 1,0 0,0 0,-1 0,1 0,0 0,-1 1,1-1,0 0,-1 0,1 1,-1-1,0 1,1 0,-1-1,1 1,-1 0,0 0,1 0,-1 0,1 0,-1 0,0 0,1 1,-1-1,0 1,-4 4,0 1,1 0,-1 0,1 0,0 1,1 0,0 0,0 0,1 0,-1 1,1-1,-1 8,3-13,-18 51,3 1,3 1,1-1,3 2,3 0,0 43,4-76,1 0,1 0,2 0,0 0,1 0,1 0,1-1,1 0,1 0,1 0,1-1,1 0,1-1,0 0,2-1,0 0,1-1,1 0,1-1,0-1,1-1,1 0,3 1,-12-9,1 0,-1-1,1-1,1 0,-1 0,0-1,1 0,0-1,0 0,0-1,0 0,1-1,-1 0,0-1,1 0,-1-1,0 0,1 0,-1-1,0-1,0 0,0-1,-1 0,1 0,-1-1,0-1,0 0,-1 0,0 0,0-1,3-4,-3-1,-1 0,0-1,-1 0,0 0,-1-1,0 0,-1 0,-1-1,0 1,-1-1,-1 0,0 0,-1 0,-1 0,0 0,-1-4,1 19,0-2,0 0,0 1,0-1,0 0,0 1,0-1,-1 0,1 1,0-1,-1 0,1 1,-1-1,0 1,1-1,-1 1,0-1,0 1,0 0,0-1,0 1,0 0,-1 0,1-1,0 1,-20 42,17-25,1-1,1 1,0-1,1 1,1 0,1-1,0 1,0 0,2-1,0 0,1 1,0-1,7 12,-8-18,1-1,0 0,0 0,1-1,0 1,0-1,1 0,0-1,0 1,0-1,1 0,0-1,0 0,1 0,0 0,-1-1,1 0,1-1,-1 1,0-2,1 1,0-1,-1-1,1 1,1-1,-4-1,0 0,-1 0,1 0,0-1,0 0,-1 0,1 0,0-1,-1 0,0 0,1 0,2-2,18-14</inkml:trace>
  <inkml:trace contextRef="#ctx0" brushRef="#br0" timeOffset="-143713.629">14975 14772,'-16'-5,"-14"-3,-4 0,12 0,24 3,34 1,41 4,43 4,38 4,29 0,-19 0</inkml:trace>
  <inkml:trace contextRef="#ctx0" brushRef="#br0" timeOffset="-70512.026">497 10909,'0'0</inkml:trace>
  <inkml:trace contextRef="#ctx0" brushRef="#br0" timeOffset="-67911.423">69 10655,'-3'9,"22"-6,593 46,-436-32,-255 2,-323 106,145-43,206-56,50-26,0 1,1 0,-1-1,0 1,0 0,1 0,-1 0,0-1,1 1,-1 0,1 0,-1 0,1 0,0 0,-1 0,1 0,0 0,0 0,-1 0,1 0,0 0,0 0,0 1,0-1,1 0,-1 0,0 0,0 0,1 0,-1 0,0 0,1 0,-1 0,1 0,-1-1,1 1,0 0,-1 0,1 0,0-1,-1 1,1 0,0 0,0-1,0 1,0-1,0 1,0-1,0 1,13 6,0-1,0 0,1 0,0-2,0 0,0 0,0-2,0 0,1-1,-1 0,1-1,13-2,-10 2,205-6,18-13,-41 4,151 0,-352 15,0-1,0 1,0 0,-1-1,1 1,0 0,0-1,0 1,0-1,0 1,0 0,0-1,0 1,0 0,0-1,0 1,0-1,0 1,0 0,0-1,0 1,0 0,1-1,-1 1,0 0,0-1,0 1,1 0,-1 0,0-1,0 1,1 0,-1-1,0 1,0 0,1 0,-1 0,0-1,1 1,-1 0,0 0,1 0,-19-12,-3-2</inkml:trace>
  <inkml:trace contextRef="#ctx0" brushRef="#br0" timeOffset="-67460.14">243 10588,'-47'-16,"49"11,68 2,404 31,119 37,-526-53,-59-7,-8-1</inkml:trace>
  <inkml:trace contextRef="#ctx0" brushRef="#br0" timeOffset="-67026.772">1205 10241,'-119'-10,"118"10,0-1,1 1,-1 0,0 0,1 0,-1 0,1 0,-1 0,0 1,1-1,-1 0,0 0,1 0,-1 0,1 1,-1-1,1 0,-1 1,0-1,1 0,-1 1,1-1,0 1,-1-1,1 1,-1-1,1 1,0-1,-1 1,1-1,0 1,-1 0,1-1,0 1,0-1,0 1,0 0,0-1,-1 1,1-1,0 1,0 0,1-1,-1 1,0 0,0-1,0 1,0-1,0 1,1 0,-1-1,0 1,1-1,-1 1,0-1,27 30,0-11,1-1,0-1,1-2,1-1,1-2,0 0,-7-2,25 9,20 8,-1 2,-1 4,42 29,-90-50,-1 0,-1 2,0 0,-1 1,0 0,-2 2,1 0,-2 0,-1 1,0 1,-1 0,-1 1,-1 0,5 14,-11-24,0 0,0 0,-1 1,0-1,-1 1,0 0,-1 0,0-1,-1 1,0 0,0-1,-1 1,-1-1,0 1,0-1,-1 0,0 0,-1-1,0 1,0-1,-1 0,-3 3,-20 18,-1-2,-1 0,-2-3,0-1,-2-1,0-2,-1-1,-31 11,45-19,-150 76,133-53,39-34,0 0,0 0,1 0,-1-1,0 1,1 0,-1 0,1 0,-1-1,1 1,-1 0,1-1,0 1,-1 0,1-1,0 1,0-1,-1 1,1-1,0 1,0-1,0 0,-1 1,1-1,0 0,0 0,0 1,0-1,0 0,0 0,0 0,0 0,-1 0,2-1,21 3</inkml:trace>
  <inkml:trace contextRef="#ctx0" brushRef="#br0" timeOffset="-66163.819">3372 10307,'-9'-5,"-1"-1,0 1,0 1,0 0,0 0,-1 1,1 0,-1 1,0 1,0-1,0 2,0-1,0 1,1 1,-1 0,0 1,0 0,0 0,1 1,0 1,-1 0,1 0,0 1,1 0,-1 1,1 0,0 0,1 1,0 0,0 1,0 0,1 0,0 0,0 1,1 0,0 1,1 2,0 0,0 1,1-1,1 1,0 0,0 0,2 1,-1-1,2 0,0 1,0-1,1 0,1 1,1-1,-1 0,2 0,0-1,0 1,1-1,1 0,0 0,1 0,0-1,1 0,0 0,0-1,1 0,1-1,0 0,2 2,17 11,1-1,1-1,1-2,28 13,54 31,-111-61,1 1,0 0,-1-1,0 1,1 0,-1 1,0-1,0 1,0-1,0 1,-1 0,1 0,-1 0,1 0,-1 1,0-1,0 0,-1 1,1 0,-1-1,0 1,0 0,0 0,0 0,-1-1,1 1,-1 0,0 0,0 0,-1 0,1 0,-1 0,0 0,0 0,-4 3,0-1,0 0,-1 0,0 0,0-1,0 0,0 0,-1-1,0 0,0 0,0 0,-1-1,1 0,-1 0,0-1,-6 1,12-2,0 0,0 0,0-1,0 1,0-1,-1 0,1 1,0-1,0 0,0 0,0 0,-1-1,1 1,0 0,0-1,0 0,0 1,0-1,0 0,0 0,0 0,0 0,0-1,1 1,-1 0,0-1,1 1,-1-1,1 1,0-1,-1 0,1 0,0 0,0 1,0-1,0 0,1 0,-1-1,0 1,1 0,-1 0,1 0,0 0,0 0,0 0,0-1,0 1,0 0,1-2,2-14,0 0,1 0,2 1,-1-1,2 2,0-1,1 0,2 0,0-5,70-131,-44 88,-3-1,-2-1,-4-2,13-50,-37 108,5-70,-9 81,0 0,0 0,0 0,0 1,0-1,1 0,-1 0,0 1,0-1,0 1,1-1,-1 1,0-1,0 1,1-1,-1 1,0-1,1 1,-1 0,1 0,-1-1,1 1,-1 0,1 0,-1-1,1 1,0 0,-1 0,1 0,0 0,0 0,0 0,0-1,0 1,0 0,0 0,0 0,0 0,0 0,-8 34,2 0,1 1,2 0,1-1,2 1,2 0,2 7,0 24,3 0,3 0,3-1,3 0,3-2,8 14,-26-72,1-1,-1 0,1 0,0 0,1-1,-1 1,1 0,0-1,0 0,0 1,1-1,0-1,-1 1,1 0,0-1,1 0,-1 0,1 0,-1 0,1-1,0 0,0 0,0 0,0-1,0 1,2-1,10-5</inkml:trace>
  <inkml:trace contextRef="#ctx0" brushRef="#br0" timeOffset="-65660.166">3358 10668,'-14'0,"10"-1,-1 1,1-1,0 1,-1 1,1-1,-1 0,1 1,0 0,0 0,-1 0,1 1,0 0,0-1,0 1,-1 1,5-2,-1 0,1-1,0 1,0 0,0-1,0 1,-1 0,1-1,0 1,0 0,0 0,0-1,1 1,-1 0,0-1,0 1,0 0,0-1,1 1,-1 0,0-1,1 1,-1-1,0 1,1 0,-1-1,1 1,-1-1,1 1,-1-1,1 1,0-1,-1 0,1 1,-1-1,1 0,0 1,-1-1,1 0,0 0,-1 0,1 0,0 1,0-1,-1 0,1 0,0 0,0 0,21 6,0-1,0 0,1-2,0 0,0-2,-1 0,6-2,-11 1,374-12,-388 12,10-1,-1 1,0 0,0 1,0 0,0 1,0 0,7 3,-17-4,1 0,-1 0,0 0,1 1,-1-1,0 1,0-1,0 1,-1 0,1 0,0 0,0 0,-1 0,0 0,1 0,-1 0,0 1,0-1,0 0,0 1,0-1,-1 1,1-1,-1 1,0-1,1 1,-1 0,0-1,-13 75,8-62,2-2,-11 84,14-93,0-1,0 1,1 0,0-1,0 1,0-1,0 1,1-1,-1 1,1-1,0 0,0 0,0 0,0 0,0 0,1 0,-1-1,1 1,0-1,0 0,0 1,0-1,0-1,1 1,0 0,9 3,0 0,1-2,0 1,0-2,0 0,0 0,0-1,0-1,0 0,0-1,1-1,-1 0,-1-1,1-1,0 0,5-2,-15 4,0 1,-1-1,1 1,0-1,0 0,-1 0,1-1,-1 1,0-1,0 0,0 1,0-1,0-1,-1 1,1 0,-1-1,0 1,0-1,0 0,0 0,-1 0,1 1,-1-1,0-1,-1 1,1 0,0 0,-1 0,0 0,0 0,-1-1,1 1,-1 0,0 0,-3-6,-2 0,1 0,-1 0,-1 1,0 0,0 0,-1 0,0 1,0 1,-1-1,0 1,-1 1,1-1,-1 2,0-1,-1 2,1-1,-1 1,0 1,0 0,0 0,0 1,0 1,-1 0,1 0,-7 1,9 1,0 0,0 0,0 0,0 1,0 0,1 1,-1 0,1 1,-1-1,1 2,0-1,1 1,-5 4,8-7,1 0,0 1,0 0,0 0,0 0,1 0,-1 0,1 1,0-1,0 1,0-1,0 1,1 0,0-1,-1 1,1 0,1 0,-1 0,0 0,1 0,0 1,0-1,0 0,1 0,-1 0,1 0,0 0,0 0,0-1,1 1,-1 0,5 4,-1 0,1-1,1 1,-1-2,1 1,0-1,1 0,0 0,-1-1,2 0,-1 0,1-1,-1 0,1-1,0 0,0 0,1-1,-1 0,0-1,10 1,36 6</inkml:trace>
  <inkml:trace contextRef="#ctx0" brushRef="#br0" timeOffset="-64892.219">4347 10361,'-14'-3,"1"0,-1 2,0-1,0 2,0 0,0 0,0 2,0-1,-13 5,21-5,0 1,0 0,0 0,1 1,-1-1,1 1,0 1,-1-1,1 1,1 0,-1 0,0 0,1 1,0-1,0 1,1 0,-1 0,1 1,0-1,0 1,1-1,0 1,-1 3,1-1,1-1,0 1,1 0,0-1,0 1,0 0,1-1,0 1,1 0,0-1,0 1,0-1,1 0,0 0,1 0,-1 0,5 5,85 103,26 2,-69-72,-3 2,-1 3,2 8,-13-15,-34-42,0-1,0 0,0 1,0-1,0 0,0 0,0 0,0 0,-1 0,1 0,0 0,0 0,0 0,0 0,0-1,0 1,0 0,-1-1,1 1,0 0,0-1,0 1,-1-1,1 0,0 1,0-1,-1 1,1-1,-1 0,1 0,0 1,-1-1,0 0,1 0,-1 0,1 1,-1-1,0 0,0 0,1 0,-1 0,0 0,0 0,0 0,0 0,0 1,0-1,0 0,-1-1,7-26,-1 0,-1 0,-2-1,-1 0,-1 1,-2-1,-1 1,-1-5,-3-13,-2 0,-1 1,-13-31,6 42,18 47,4-7,0 0,1 0,0 0,0-1,0 1,0-1,1-1,0 0,0 1,0-2,0 1,1-1,-1-1,1 1,0-1,0 0,0-1,0 0,4 0,254 15,-262-17,-1 1,1 0,0 1,0-1,0 0,-1 1,1 0,0 0,-1 0,1 1,-1-1,1 1,-1 0,0-1,1 2,-1-1,0 0,-1 1,1-1,0 1,-1 0,1 0,-1 0,0 0,0 0,0 0,0 1,-1-1,1 2,11 91,-14-87,1 1,0-1,1 0,0 0,0 1,1-1,0 0,1 0,0 0,0-1,1 1,0-1,1 0,0 0,0 0,0 0,6 5,-5-8,0-1,0 1,1-1,-1 0,1-1,0 0,-1 0,2 0,-1-1,0 0,0 0,1-1,-1 0,1 0,-1-1,1 0,-1 0,1-1,-1 0,1 0,-1-1,0 0,1 0,-1 0,0-1,0 0,-1-1,1 0,-1 0,0 0,0 0,0-1,0 0,-1-1,0 1,0-1,0 0,4-11,-2 0,1 0,-2-1,0 0,-2 0,0 0,0-1,-2 1,-1-1,0 0,-1 1,-1-1,0 0,-2-2,-2-1,5 22,0 1,0-1,1 0,-1 1,0-1,0 0,0 1,0-1,0 0,0 1,0-1,0 0,0 1,0-1,0 0,0 0,-1 1,1-1,0 0,0 1,0-1,0 0,0 1,-1-1,1 0,0 0,0 1,0-1,-1 0,1 0,0 0,0 1,-1-1,1 0,0 0,-1 0,1 0,0 0,0 1,-1-1,1 0,0 0,-1 0,1 0,0 0,-1 0,1 0,0 0,-1 0,1 0,0 0,-1 0,1-1,0 1,0 0,-1 0,1 0,0 0,-1 0,1-1,0 1,0 0,-1 0,1 0,0-1,0 1,-1 0,-4 26,2 0,0 1,1-1,3 26,-1-50,-2 5,2-1,-1 1,1 0,0-1,0 1,1 0,0-1,0 1,1-1,0 1,0-1,0 0,1 0,0 0,0 0,0 0,1-1,0 1,0-1,0 0,1 0,-1 0,1-1,1 0,-1 0,0 0,1-1,2 2,27 2,-2-5</inkml:trace>
  <inkml:trace contextRef="#ctx0" brushRef="#br0" timeOffset="-64646.875">5364 10160,'-3'16,"7"14,11 12,3-2</inkml:trace>
  <inkml:trace contextRef="#ctx0" brushRef="#br0" timeOffset="-64159.662">5791 10842,'20'-9,"0"0,0-2,-1 0,-1-1,0-1,-1-1,0 0,-1-1,-1-1,0 0,-1-1,-1-1,0 0,-2-1,0 0,-1-1,4-11,0-4,-2-1,-1 0,-2-1,-1 0,-2-1,-2 1,-1-1,-2 0,-4-30,3 50,-2 0,0 0,-1 0,-1 0,0 1,-2 0,0-1,0 2,-9-15,14 28,-1 1,1-1,-1 0,1 1,-1-1,0 1,0 0,0 0,0-1,-1 1,1 1,0-1,-1 0,0 0,1 1,-1 0,0-1,0 1,0 0,1 1,-1-1,0 0,0 1,0-1,0 1,0 0,-1 0,1 1,0-1,0 0,0 1,0 0,1-1,-1 1,0 1,-2 0,-6 5,0 1,1 1,0 0,1 0,0 0,0 1,1 1,0-1,1 1,0 1,1-1,0 1,0 2,-7 15,2 1,0 0,2 0,2 1,0 1,2-1,2 1,0-1,3 1,0 0,2 0,1-1,2 1,3 8,-3-17,2 0,0-1,1 0,1 0,1-1,1 0,0-1,2 0,0-1,2-1,0 0,1 0,0-2,2 0,0-1,0-1,2 0,-1-2,15 7,-14-9,-1-2,1 0,1-1,-1-1,1-1,0-1,0-1,1-1,-1 0,0-2,1 0,-1-2,0 0,1-2,2-1,-14 1,-1 0,0 0,-1-1,1-1,-1 0,0 0,0 0,-1-1,1 0,-2 0,1-1,-1 0,0 0,-1-1,0 0,0 0,-1 0,0 0,0 0,-1-1,-1 0,1 0,-2 0,1 0,-1 0,-1 0,0 0,0 0,-1 0,0 0,-1 0,0 0,-1 1,0-1,-3-6,4 12,0 0,0 0,0 0,-1 0,1 1,-1-1,0 1,0 0,-1-1,1 2,0-1,-1 0,0 1,0-1,0 1,0 0,0 0,0 1,0-1,0 1,-1 0,1 0,-1 1,1-1,0 1,-1 0,1 0,-1 0,1 1,-1-1,1 1,0 0,-1 1,1-1,0 1,0 0,0 0,0 0,0 0,0 1,1-1,-3 3,1-1,0 0,0 1,0-1,1 1,0 0,0 1,0-1,0 1,1-1,0 1,0 0,1 0,-1 1,1-1,1 0,-1 1,1-1,0 1,1 0,-1-1,1 1,1-1,-1 1,1 0,0-1,1 1,0-1,0 0,0 0,0 1,1-1,0-1,1 1,-1 0,1-1,0 0,0 0,5 5,9 2,0-1,0-1,1-1,1 0,-1-2,1 0,1-1,-1-1,1-1,0-1,0 0,0-2,1 0,76 5,-5-3</inkml:trace>
  <inkml:trace contextRef="#ctx0" brushRef="#br0" timeOffset="-63365.168">8478 10160,'-20'-6,"0"2,-1 1,1 0,-1 1,1 2,-1 0,0 1,1 1,-1 0,1 2,0 1,0 0,0 1,1 2,-9 4,22-10,1 1,0 0,0 0,0 0,0 1,0 0,1 0,0 0,0 0,0 1,0 0,1 0,-1 0,1 0,1 0,-1 0,1 1,0 0,0-1,0 1,1 0,0 0,0 0,0 0,1 0,0 0,0 0,1 0,-1 0,1-1,1 1,-1 0,1 0,9 15,1 0,1 0,1-1,1-1,1-1,0 0,1-1,1-1,1 0,11 6,-9-5,39 32,-20-17,-1 1,-2 2,16 20,-50-52,0 0,-1-1,1 1,-1 0,1 0,-1 1,0-1,0 0,0 1,-1-1,1 1,-1-1,0 1,0 0,0 0,0 0,-1-1,0 1,1 0,-1 0,-1 0,1 0,-1 0,1 0,-1-1,0 1,-1 2,-3 0,0-1,0 0,0-1,0 1,-1-1,1 0,-1-1,0 1,-1-1,1 0,0-1,-1 1,0-1,1 0,-1-1,0 0,0 0,0-1,0 1,0-1,0-1,1 1,-1-1,0-1,0 1,-6-3,9 1,0 0,0-1,0 1,1-1,-1 0,1 1,0-1,0-1,0 1,1 0,0-1,0 0,0 1,0-1,1 0,-1 0,1 0,0 0,1 0,-1 0,1 0,0 0,1 0,-1 0,1 0,0 0,0 0,0 0,1 0,0 1,0-1,0 0,2-2,15-39,1 1,3 0,1 2,3 1,12-14,29-49,-44 66,-1-1,-2 0,-3-2,-1-1,-2 0,8-35,-18 18,-5 60,0 0,0 1,0-1,0 0,-1 1,1-1,0 1,0-1,0 0,0 1,-1-1,1 0,0 1,0-1,-1 0,1 0,0 1,0-1,-1 0,1 0,0 1,-1-1,1 0,0 0,-1 0,1 0,0 1,-1-1,1 0,0 0,-1 0,1 0,-1 0,1 0,0 0,-1 0,1 0,-1 0,1 0,0 0,-1-1,1 1,0 0,-1 0,1 0,0 0,-1 0,1-1,0 1,-1 0,1 0,0-1,0 1,-1 0,1-1,0 1,0 0,-1-1,1 1,0 0,0-1,0 1,0 0,0-1,-1 1,1 0,0-1,0 1,0-1,0 1,-8 15,0 1,0 0,2 0,0 0,1 1,1 0,0 0,1 1,1-1,0 12,-1 7,2 0,1 1,1-1,3 0,0 0,3 0,1 0,1-1,5 7,-6-18,2 0,1 0,1-1,1 0,1-1,0-1,2 0,1-1,0-1,2 0,0-1,0-2,7 4,-22-17,0 1,0-1,1 0,-1-1,1 1,0-1,0 0,0 0,0 0,0-1,1 1,-1-1,0-1,1 1,3-1,7-4</inkml:trace>
  <inkml:trace contextRef="#ctx0" brushRef="#br0" timeOffset="-63110.433">8452 10334,'7'2,"17"1,27 0,26-1,25-1,21 0,14-2,-17-2</inkml:trace>
  <inkml:trace contextRef="#ctx0" brushRef="#br0" timeOffset="-61963.989">9147 10601,'299'3,"-291"-3,-1 0,1 0,-1 1,1 0,-1 0,0 1,1 0,-1 0,0 1,0 0,0 0,0 0,-1 1,0 0,1 1,-1-1,-1 1,1 0,0 1,-6-2,1 0,-1 0,0 0,0 0,-1 0,1 0,-1 0,0 0,0 0,0 0,0-1,-1 1,1 0,-1-1,0 1,0-1,-1 0,1 1,-1-1,1 0,-1 0,0-1,0 1,0-1,-1 1,1-1,-1 0,1 0,-3 0,-128 58,125-50,31-4,-21-6,23 4,36 3,0 4,-1 2,0 3,-1 2,44 21,-44-3,-57-35,0 0,1 0,-1 0,0 0,0 0,0 0,1 1,-1-1,0 0,-1 1,1-1,0 0,0 1,-1-1,1 1,-1-1,1 1,-1-1,1 1,-1-1,0 1,0 0,0-1,0 1,0 0,0-1,0 1,-1-1,1 1,-1-1,1 1,-1-1,1 1,-1-1,0 1,0-1,1 0,-2 1,-6 5,0-1,0 0,0 0,-1-1,0 0,0-1,-1 0,1 0,-1-1,1 0,-11 1,9-1,-62 15,-1-3,-1-3,1-3,-9-4,56-4,37-9,13 2</inkml:trace>
  <inkml:trace contextRef="#ctx0" brushRef="#br0" timeOffset="-61280.752">10804 10922,'-11'-72,"3"0,3 0,3 0,7-56,-6 125,1 0,0 0,0 0,0 0,0 0,0 0,1 1,-1-1,1 0,0 0,-1 0,1 1,1-1,-1 1,0-1,1 1,-1-1,1 1,0-1,-1 1,1 0,0 0,1 0,-1 0,0 1,0-1,1 1,-1-1,1 1,0 0,-1 0,1 0,0 0,-1 0,1 0,0 1,0 0,0-1,2 1,7 4,0 1,0 0,-1 1,0 0,0 1,-1 0,1 0,-1 1,-1 1,1 1,-3-4,20 15,-2 2,-1 0,-1 2,0 1,-2 1,-2 0,0 1,2 8,-20-34,1 0,-1 0,0 1,1-1,-1 0,0 1,-1-1,1 1,0-1,-1 1,1 0,-1-1,0 1,0-1,0 1,0 0,-1-1,1 1,0-1,-1 1,0-1,0 1,0-1,0 1,0-1,0 0,-1 1,1-1,-1 0,1 0,-1 0,0 0,0-1,0 1,0 0,0-1,0 1,0-1,-1 0,1 0,-2 1,0-1,0 0,0 0,0 0,0-1,0 1,0-1,0 0,0 0,0-1,0 1,0-1,0 0,1 0,-1 0,0-1,0 1,1-1,-1 0,1 0,-1 0,1 0,0-1,0 0,0 1,0-1,0 0,1 0,-1 0,1-1,0 1,0-1,0 1,1-1,-1 0,1 1,0-1,0 0,0 0,0 0,1 0,-1 0,1 0,0 0,0 0,1 0,0-2,3-9,1 1,0 0,1 1,1-1,0 1,0 0,2 1,-1 0,2 0,0 1,0 0,1 1,0 0,0 1,1 0,1 1,-1 0,1 1,1 0,-1 1,1 0,6 0,-10 1,-1 2,1-1,0 1,0 0,0 1,0 1,0-1,1 1,-1 1,0 0,1 1,1 0,-9 0,-1 0,1 0,-1 0,1 0,-1 0,0 1,0-1,1 1,-1 0,0 0,0 0,-1 0,1 0,0 0,-1 0,1 0,-1 1,1-1,-1 1,0-1,0 1,-1-1,1 1,0 0,-1-1,1 1,-1 2,-1 76,1-76,-14 161,15-161,-1-1,1 0,0 0,1 0,-1 0,1-1,-1 1,1 0,0-1,0 1,1-1,-1 1,1-1,0 0,-1 0,2 0,-1-1,0 1,0-1,1 0,-1 1,1-2,0 1,0 0,-1-1,1 1,0-1,0 0,0-1,1 1,-1-1,0 0,0 1,0-2,0 1,0 0,0-1,2 0,28-5</inkml:trace>
  <inkml:trace contextRef="#ctx0" brushRef="#br0" timeOffset="-61028.429">11165 10080,'-23'-2,"-16"-1,-6 4,2 5,8 8,10 6,12 7,8-2</inkml:trace>
  <inkml:trace contextRef="#ctx0" brushRef="#br0" timeOffset="-60781.09">11125 10868,'-5'23,"-3"19,-3 13,-2 9,2 3,2-1,3-5,2-8,5-9,3-10,5-7,-1-10</inkml:trace>
  <inkml:trace contextRef="#ctx0" brushRef="#br0" timeOffset="-60131.425">12997 10039,'-15'-9,"-1"1,-1 0,1 1,-1 1,0 0,-1 1,0 1,1 1,-1 0,0 2,0 0,0 0,-1 2,1 0,0 2,1 0,-1 0,0 2,1 0,0 1,0 1,1 1,0 0,0 1,1 0,-7 6,17-11,1-1,0 0,0 1,0 0,0 0,0 0,1 0,0 1,0-1,0 1,0 0,1 0,0 0,0 0,0 0,0 0,1 1,0-1,0 1,1-1,-1 0,1 1,0-1,1 1,-1-1,1 1,0-1,1 1,-1-1,1 0,0 0,0 0,1 0,0 0,10 13,1-2,1 0,0-1,1 0,0-1,1-1,1-1,0 0,1-1,1-1,131 75,-58-34,-3 3,16 17,-94-63,-1 1,0 1,0-1,-1 1,0 1,-1 0,0 1,0 1,-7-11,-1 1,1 0,-1 0,0 0,0 0,0 0,0 0,0 0,-1 0,0 0,1 0,-1 1,0-1,-1 0,1 0,0 0,-1 0,0 0,1 0,-1 0,-1 0,1 0,0 0,-1 0,1 0,-1-1,0 1,0-1,0 1,0-1,-6 5,1 0,-1-1,0 0,0-1,0 1,-1-2,0 1,0-1,-2 0,-12 5,0-1,0-2,-1 0,0-2,0 0,0-2,-1 0,1-2,-1-1,-12-2,33 3,1 0,-1 0,0 0,1-1,-1 0,1 1,-1-1,1 0,-1-1,1 1,0-1,0 1,-1-1,1 0,0 0,1 0,-1-1,0 1,0-1,1 1,0-1,0 0,-1 0,2 0,-1 0,0 0,1-1,-1 1,1-1,0 1,0-1,0 1,0-1,1 1,1-7,1 1,0 0,0 0,1 0,0 0,1 1,0-1,0 1,1 0,0 0,4-4,177-229,-127 172,-2-3,-4-2,0-9,-45 70,1-1,-2-1,0 1,-1-1,0 0,-2-1,1 1,-2-1,0 0,-1 0,0-14,-2 28,1 0,-1 1,0-1,0 0,0 0,0 0,0 0,-1 0,1 0,-1 1,1-1,-1 0,1 0,-1 0,0 1,0-1,0 0,0 1,0-1,0 1,-1-1,1 1,0 0,-1-1,1 1,-1 0,1 0,-1 0,0 0,1 0,-1 1,0-1,0 0,1 1,-1-1,0 1,0 0,0-1,0 1,0 0,0 0,-1 1,-3 2,1 2,0-1,0 0,0 1,1 0,-1 0,1 0,0 1,1-1,-1 1,1 0,0 0,1 0,-1 0,0 7,-8 22,2 0,2 1,1 0,1 1,2-1,2 1,2-1,1 1,1-1,3 1,0-1,8 20,0-3,2-1,3-1,1-1,3 0,2-2,2-1,8 9,-3-18,-26-35</inkml:trace>
  <inkml:trace contextRef="#ctx0" brushRef="#br0" timeOffset="-59697.526">12809 10400,'84'13,"0"-3,24-3,-16-2,-66-3,56 3,1 4,-1 3,78 22,-152-33,0 1,-1 0,1 1,0-1,-1 1,0 1,1 0,-1 0,-1 0,1 0,-1 1,1 1,-2-1,1 1,0 0,-1 0,0 0,-1 1,1-1,-1 1,0 1,-1-1,0 0,0 1,0 4,-9 230,6-238,1-1,0 1,1 0,-1-1,0 1,1-1,0 1,0-1,0 1,0-1,0 0,1 0,0 0,-1-1,1 1,0-1,0 1,0-1,1 0,-1 0,0 0,1-1,-1 1,1-1,0 0,0 0,-1 0,1 0,3 0,0-1,0 1,1-1,-1 0,0-1,0 1,1-1,-1-1,0 1,0-1,0-1,0 1,0-1,-1-1,1 1,2-3,-1-1,-1 0,0-1,0 0,0 0,-1-1,0 0,-1 0,0 0,0-1,-1 0,0 0,-1 0,0 0,0-1,-1 1,-1-1,0 1,0-1,-1 1,0-1,-1 0,-1 1,1-1,-1 1,-1 0,0-1,-1 1,0 0,0 1,-1-1,0 1,-4-5,5 9,0 0,-1 1,1 0,-1 0,0 0,0 0,0 0,-1 1,1 0,-1 1,0-1,1 1,-1 0,0 0,-1 1,1-1,0 2,0-1,0 1,-1-1,1 2,0-1,-1 1,1 0,0 0,0 1,-6 1,1 1,-1 0,1 1,0 0,1 0,-1 2,1-1,1 1,-1 0,1 1,0 1,1-1,-2 3,4-5,0 1,0 0,1 0,0 0,0 1,1-1,0 1,0 0,1 0,0 1,1-1,0 1,0-1,0 1,1 0,1-1,-1 1,2 0,-1 0,1 0,0-1,1 1,0-1,2 6,17 24</inkml:trace>
  <inkml:trace contextRef="#ctx0" brushRef="#br0" timeOffset="-58249.4">14882 9839,'0'21,"-1"259,12-1,31 160,-35-395,-1-14,-1 0,-1 1,-2-1,-1 1,-1 0,-2 0,-2 8,1-29,1-1,-2 0,0 0,0 0,0 0,-1 0,0-1,-1 0,0 0,0-1,-1 1,0-1,0-1,0 1,-1-1,0-1,0 1,-1-1,-7 3,-9 3,-1 0,0-2,0-1,-1-1,0-2,-15 2,-68 3,-1-4,-72-8,84 1,-1120-1,859 31,331-25,9-1,13-2,0 1,0-1,0 0,1 0,-1-1,0 0,0-1,0 1,0-1,0 0,0-1,0 0,1 0,-1 0,1-1,-1 0,-3-2,-56-37,57 39,1 1,-1-2,0 1,1-1,0 0,0-1,0 0,1 0,-1-1,1 0,0 0,1-1,0 0,0 0,-5-7,0-9,2 0,0 0,2-1,1 0,0 0,2-1,-1-16,4 33,-16-162,4-132,12 237,-4-203,24-201,18 41,-37 427,-1-1,1 1,0-1,0 1,0-1,0 1,0-1,0 1,1-1,-1 1,0 0,1-1,-1 1,1-1,0 1,-1 0,1-1,0 1,0 0,0 0,0 0,0-1,0 1,0 0,0 0,0 1,1-1,-1 0,0 0,0 0,1 1,-1-1,1 1,-1-1,0 1,1 0,-1-1,1 1,-1 0,1 0,0 0,11 1,0 1,0 1,-1 0,1 0,-1 1,1 1,-1 0,0 1,6 2,109 44,3-6,75 15,63-10,1-12,2-11,5-12,553 11,-817-28,-11 1,-22 2,-11 0,-4 1</inkml:trace>
  <inkml:trace contextRef="#ctx0" brushRef="#br0" timeOffset="-56710.59">10229 9919,'-1'-18,"-2"55,2-23,-20 270,12 0,13 1,15 35,-6-212,-1-10,-4 1,-4 28,-4-111,-1 0,-1 0,-1-1,0 1,0-1,-2 0,-3 8,6-18,-1 1,1 0,-1-1,-1 0,1 0,-1 0,0 0,0 0,0-1,-1 0,1 0,-1 0,0 0,0-1,-1 0,1 0,-1 0,1-1,-1 1,-2-1,-14 2,0-2,-1 0,0-1,1-1,-1-1,1-1,0-1,-9-3,-17-1,-254-25,-197 9,-585 37,1079-14,-26 1,1-2,-1-1,1-1,0-2,-19-6,46 10,-1 0,1 0,0-1,0 0,0 0,0 0,0 0,0 0,0 0,0-1,1 1,-1-1,1 0,0 0,0 0,0 0,0 0,1 0,-1-1,1 1,0 0,0-1,0 1,0-1,0 1,1-1,0 0,0 1,0-1,0 0,0 1,1-2,-16-462,10 257,-9 2,-9 0,-34-125,9 87,48 242,0 0,0 0,0 0,1 0,-1 0,1 0,0 0,1 0,-1 0,1 1,-1-1,1 0,0 1,0 0,1-1,-1 1,1 0,-1 0,1 0,0 1,0-1,4-1,80-43,-75 42,8-2,2 0,-1 1,1 2,-1 0,1 1,0 2,1 0,17 2,687-15,759 14,-1381 8,-100-5</inkml:trace>
  <inkml:trace contextRef="#ctx0" brushRef="#br0" timeOffset="-55662.302">15777 10655,'31'-67,"-4"-2,-2 0,-4-2,-2 0,-4-1,-1-19,-5 17,-5-1,-2 0,-3 0,-4 0,-8-31,10 91,3 8,-1 1,0 0,0 0,0 0,-1 0,0 0,0 0,-1 0,0 0,0 1,-3-5,0 12,-7 54,-15 366,27-378,1 0,3 0,1 0,2 0,3 0,6 19,-11-48,1 0,1 0,0-1,1 0,0 0,1 0,1-1,0 0,1-1,0 0,1-1,0 0,1 0,0-1,1-1,0 0,0-1,1 0,11 4,-16-7,0-2,1 1,-1-1,1-1,0 0,0 0,0-1,0 0,0-1,0 0,0 0,0-1,0-1,-1 0,1 0,0-1,-1 0,1 0,-1-1,0 0,0-1,-1 0,1-1,-1 1,2-4,16-19</inkml:trace>
  <inkml:trace contextRef="#ctx0" brushRef="#br0" timeOffset="-55412.455">15711 9946,'-14'-2,"-7"-1,6 2,11 4,20 4,24 2,25 0,24-1,20 0,9 3,-15 0</inkml:trace>
  <inkml:trace contextRef="#ctx0" brushRef="#br0" timeOffset="-54858.934">16419 10681,'16'-103,"3"-65,-19 157,0 0,0 0,-1 0,0 0,-1 0,0 0,-1 0,0 1,0 0,-1-1,-1 1,0 1,-6-10,11 18,-1 0,0 0,0 0,1-1,-1 1,0 0,0 0,0 1,0-1,0 0,-1 0,1 0,0 1,0-1,0 0,-1 1,1 0,0-1,-1 1,1 0,0-1,-1 1,1 0,-1 0,1 0,0 0,-1 0,1 0,0 1,-1-1,1 0,0 1,-1-1,1 1,0-1,0 1,0 0,-1 0,1-1,0 1,0 0,0 0,0 0,0 1,1 0,1 0,-1 0,1 1,0-1,-1 0,1 0,0 0,0 1,1-1,-1 0,0-1,1 1,-1 0,1 0,-1-1,1 1,0 0,0-1,0 0,0 1,0-1,0 0,0 0,0 0,1-1,-1 1,0 0,2-1,124 37,-104-32,0 1,0 0,-1 2,0 1,0 0,0 3,-17-8,0 0,0 1,0 0,-1 0,0 1,0-1,0 1,-1 0,0 0,0 1,-1-1,1 1,-1 0,-1 0,1 0,-1 0,-1 1,1-1,-1 0,0 1,-1-1,0 1,0-1,-1 1,2 13,9 64,-9-82,0 0,0 0,1 0,-1 0,1-1,0 1,0 0,0-1,0 1,0-1,0 0,1 0,-1 1,1-2,0 1,0 0,-1 0,1-1,0 0,0 1,0-1,1 0,-1-1,2 1,10 0,0-1,0-1,0-1,0 0,0-1,-1-1,1 0,-1 0,0-2,0 0,-1 0,0-1,0-1,0 0,-1-1,7-7,-8 7,0 0,0-1,0 0,-2-1,1 0,-1-1,-1 0,0 0,-1-1,0 0,-1 0,0-1,-1 1,-1-1,0 0,-1-1,1-8,-11-37,7 59,-1-1,1 1,0 0,-1-1,0 1,1 0,-1-1,0 1,0 0,0 0,1 0,-1 0,-1-1,1 2,0-1,0 0,0 0,0 0,-1 0,1 1,0-1,-1 0,1 1,0-1,-1 1,1 0,-1-1,1 1,-1 0,1 0,0 0,-1 0,1 0,-1 0,1 1,-1-1,1 0,-1 1,-5 4,0-1,0 2,0-1,1 1,0 0,0 0,0 1,1 0,0 0,0 0,1 1,0-1,0 1,1 0,0 0,0 0,1 1,0-1,-1 5,1-4,-1 0,1 0,0 0,1 1,0-1,1 0,0 1,0-1,1 0,0 0,1 1,0-1,0 0,1 0,0 0,1-1,0 1,0-1,1 0,0 0,0 0,1-1,0 0,0 0,1 0,0-1,0 0,0 0,1-1,3 2,1-2,1 0,-1 0,1-2,0 0,0 0,0-1,0 0,0-1,1-1,-1 0,0-1,0-1,1 0,-1 0,-1-1,1-1,0 0,-1-1,8-4,39-20</inkml:trace>
  <inkml:trace contextRef="#ctx0" brushRef="#br0" timeOffset="-53916.539">17689 9906,'-2'-2,"0"0,0 0,0 1,0-1,0 1,0-1,-1 1,1 0,-1 0,1 0,-1 0,1 0,-1 0,0 1,1-1,-1 1,0 0,1 0,-1 0,0 0,1 0,-1 1,0-1,1 1,-1 0,1 0,-1-1,1 2,-1-1,1 0,-1 0,1 1,0-1,0 1,-1 1,-3 6,1 0,0 0,0 1,1 0,0 0,1 0,0 0,1 0,0 0,1 1,0-1,0 1,1 1,-1 0,-4 42,1 1,4-1,1 1,3-1,2 1,3-2,8 24,17 4,-32-79,-1 0,0 1,1-1,-1 0,1 0,0 0,-1 0,1 0,0-1,0 1,0-1,1 1,-1-1,0 1,0-1,1 0,-1 0,1 0,-1-1,1 1,-1-1,1 1,0-1,-1 0,1 0,-1 0,1 0,0 0,-1-1,1 1,0-1,5-3,0 0,0-1,0 0,-1 0,0-1,0 0,0-1,-1 1,0-1,1-1,19-20,-25 28,51-40,-51 39,1 0,-1 1,0-1,1 0,-1 1,0-1,1 1,-1-1,1 1,-1 0,1-1,-1 1,1 0,-1 0,1 0,-1 0,1 0,-1 1,1-1,-1 0,1 1,-1-1,1 1,-1-1,0 1,1 0,-1 0,0-1,0 1,1 0,-1 0,0 0,0 1,0-1,0 0,0 0,0 0,-1 1,1-1,0 1,3 10,0 0,-1 1,-1-1,0 1,-1 0,0 0,-1-1,0 1,-1 0,-1-1,0 1,-2 8,2-11,1 0,-2 1,0-1,0-1,0 1,-1 0,-1-1,0 0,0 0,-1 0,0-1,0 0,-1 0,0 0,0-1,-1 0,0 0,-7 4,13-10,1-1,0 1,-1 0,1-1,-1 1,1-1,-1 1,1-1,-1 0,1 0,-1 0,1 0,-1 0,1 0,-1 0,1 0,-1-1,1 1,-1 0,1-1,-1 1,1-1,-1 0,1 1,0-1,-1 0,1 0,0 0,0 0,0 0,0 0,0 0,0-1,0 1,0 0,0 0,0-1,1 1,-1-1,0 0,-12-64,12 56,1-1,-1 0,2 0,-1 1,2-1,-1 0,2 1,-1-1,1 1,1 0,0 0,0 0,1 0,0 1,1 0,0 0,0 0,1 1,0 0,1 0,0 0,0 1,0 1,1-1,0 1,0 1,1 0,-1 0,1 1,0 0,0 0,3 1,-3 2,0 2,0-1,0 1,0 0,0 1,0 0,-1 1,1 0,-1 1,0 0,0 0,0 0,0 2,-1-1,0 1,0 0,0 0,-1 1,0 0,0 1,-1-1,0 1,0 1,-1-1,0 1,-1 0,1 0,-2 0,3 7,-2-7,-2-2,0 0,0 0,1 0,0 0,0 0,0-1,1 0,0 1,0-1,1-1,0 1,0-1,0 1,1-2,-1 1,1 0,0-1,1 0,-1-1,1 0,0 0,-1 0,1 0,0-1,1 0,-1-1,4 1,-3-3,1 0,-1-1,1 0,-1 0,0-1,1 0,-1 0,-1-1,1 0,-1 0,1-1,-1 0,0 0,-1-1,1 0,-1 0,-1-1,1 1,-1-1,0 0,4-8,1-3,0-2,-1 1,0-1,-2-1,-1 0,0 0,-1 0,-1-4,-8 53,1-1,1 0,2 1,1-1,1 1,2 6,-3-26,0 0,1 1,0-1,0 0,1 0,0 0,1 0,-1-1,1 0,1 1,-1-1,1 0,1-1,-1 0,1 1,0-2,0 1,1-1,0 0,0 0,0-1,0 0,1 0,0-1,2 1,-3-2,0-1,1 0,-1 0,0-1,1 1,-1-2,0 1,1-1,-1 0,0-1,0 0,0 0,0 0,0-1,0 0,-1-1,1 1,-1-1,0 0,0-1,0 1,-1-1,0 0,1-1,-2 1,1-1,-1 0,0 0,0-1,-1 1,1-1,-2 0,3-6,5-17,-1 0,-1-1,-2 0,-1 0,-2 0,-1 0,-1-4,-2 10,-3 20,1 17,1 8,0 0,0 0,2 0,1 1,0-1,2 0,0 0,1-1,4 11,-5-22,-1 0,1 0,1-1,0 1,0-1,0 0,1 0,0 0,0-1,0 1,1-2,0 1,1 0,-1-1,1 0,0-1,0 1,0-1,1-1,-1 0,1 0,0 0,0-1,3 1,34 1,-5-7</inkml:trace>
  <inkml:trace contextRef="#ctx0" brushRef="#br0" timeOffset="-53663.689">18946 10053,'-16'-5,"-10"-1,-2 3,3 3,8 10,14 9,16 8,16 9,2-2</inkml:trace>
  <inkml:trace contextRef="#ctx0" brushRef="#br0" timeOffset="-53450.258">19293 10801,'15'-4,"0"-1,0-1,-1 0,0-1,0 0,0-2,-1 1,0-2,-1 1,0-2,-1 0,0 0,0-1,-2 0,1-1,-1 0,-1 0,-1-1,0 0,0-1,-1 0,2-10,-6 19,-1 1,0-1,0 1,0-1,-1 0,1 1,-1-1,-1 0,1 1,-1-1,0 1,0-1,-1 1,1-1,-1 1,-1 0,1 0,-1 0,1 0,-2 0,1 0,0 1,-1-1,0 1,0 0,0 1,0-1,-1 0,0 1,1 0,-1 0,0 1,0-1,-1 1,1 0,0 1,-1-1,1 1,-1 0,0 0,-2 2,1-1,-1 1,1 0,-1 1,1-1,0 1,-1 1,1 0,0 0,1 0,-1 1,0 0,1 0,0 0,0 1,0 0,1 0,0 1,0-1,0 1,0 0,1 1,0-1,1 1,-1 0,1 0,0 0,1 0,0 0,0 1,1-1,-1 0,2 1,-1 0,1-1,0 1,1-1,-1 1,2-1,-1 1,1-1,0 0,0 1,1-1,2 3,1 0,0 1,1-1,0-1,0 0,1 0,1 0,-1-1,1 0,1 0,-1-1,1-1,1 0,-1 0,1-1,9 4,10 2,1-1,-1-2,2-1,-1-1,13-1,59 3,-8-6</inkml:trace>
  <inkml:trace contextRef="#ctx0" brushRef="#br0" timeOffset="-52295.965">21018 10735,'32'-65,"-2"0,-3-2,-3-2,-17 47,-2 0,0-1,-1 0,-1 0,-1 0,-1 0,-2 0,0 0,-1 0,-1 1,-3-10,5 25,-1 0,1 0,-1 0,0 1,-1-1,0 1,0-1,0 1,-1 0,0 0,0 0,0 1,-1-1,0 1,0 0,0 0,-1 1,1 0,-1 0,0 0,-1 1,1-1,0 1,-1 1,0 0,1 0,-7-1,10 3,1 0,-1 0,1 0,0 1,-1-1,1 1,-1 0,1 0,0 0,-1 0,1 0,0 1,0-1,0 0,0 1,0 0,0-1,1 1,-1 0,0 0,1 0,0 0,-1 0,1 0,0 1,0-1,0 0,0 1,0-1,1 0,-1 1,1-1,0 1,0-1,-1 1,2-1,-1 1,0-1,0 1,1-1,-1 1,1-1,0 1,0-1,0 0,0 0,0 1,1 0,8 6,0 0,0 0,1-2,0 1,0-1,1-1,-1 0,2-1,-1 0,0 0,1-2,0 1,9 0,-16-3,49 13,-32-9,0 0,0 2,-1 0,0 2,-1 0,20 12,-35-17,-1 0,0 0,0 0,-1 1,1-1,-1 1,0 0,0 1,-1-1,1 1,-1-1,-1 1,1 0,-1 0,0 0,0 1,0 4,2 113,-3-17,0-102,-1-1,2 1,-1-1,0 1,1-1,0 1,0-1,0 0,1 0,0 0,-1 0,1 0,0-1,1 1,-1-1,1 0,-1 0,1 0,0-1,0 1,0-1,1 0,-1 0,0 0,1-1,-1 1,1-1,3 0,5 1,0-1,0 0,0-1,0 0,0-1,0 0,-1-1,1-1,0 0,0-1,1 0,1 0,-1-2,0 0,-1 0,1-1,-1-1,-1 0,1 0,-2-2,1 1,-1-2,0 1,-1-1,-1-1,1 0,-2 0,0-1,0 0,-1 0,-1-1,0 0,-1 0,-1-1,3-14,-6 26,0 0,-1 0,0-1,1 1,-1-1,0 1,-1 0,1-1,-1 1,1 0,-1 0,0-1,0 1,-1 0,1 0,0 0,-1 0,0 0,0 0,0 1,0-1,0 1,0-1,-1 1,1 0,-1 0,0 0,0 0,0 0,0 0,0 1,0 0,0-1,0 1,0 1,-1-1,1 0,0 1,0-1,-1 1,1 0,-1 0,1 0,0 1,-1-1,1 1,0 0,0 0,-1 0,0 1,-3 3,1 0,-1 1,1 0,0 0,1 1,-1-1,1 1,1 1,-1-1,1 0,0 1,1 0,0 0,0 0,1 0,0 1,0-1,1 1,0-1,1 1,0-1,0 1,1 0,0-1,0 0,1 1,0-1,3 7,-1-4,0-1,1-1,1 1,0-1,0 0,0 0,1 0,1-1,-1-1,2 1,-1-1,1 0,-1-1,2 0,-1 0,1-1,0 0,0-1,5 1,13 5,0-2,0-2,0 0,1-2,-1-1,25 0,27-4</inkml:trace>
  <inkml:trace contextRef="#ctx0" brushRef="#br0" timeOffset="-51661.659">22608 10374,'-9'-7,"0"0,-1 0,0 1,-1 1,1 0,-1 0,0 1,0 0,-1 1,1 0,-1 1,1 1,-1-1,0 2,0 0,1 0,-1 1,0 0,0 1,1 1,0 0,-1 0,1 1,0 0,1 1,-1 0,1 1,0 0,0 1,1 0,-1 1,2-1,-8 9,14-13,-1-1,1 1,0-1,0 1,0 0,1-1,-1 1,1 0,-1 0,1 0,0 0,0 1,1-1,-1 0,1 0,-1 0,1 1,0-1,0 0,0 1,1-1,-1 0,1 0,0 0,0 1,0-1,0 0,0 0,1 0,-1-1,1 1,0 0,0 0,0-1,0 1,0-1,1 0,-1 0,1 0,0 0,-1 0,2 0,11 4,0-1,0-1,0 0,1-1,-1-1,1 0,0-1,0-1,0 0,-1-2,1 1,0-2,-1 0,1-1,-1 0,13-7,-19 9,1-1,-1-1,0 1,0-2,-1 1,1-1,-1-1,0 1,0-1,-1-1,0 1,0-1,0 0,-1-1,0 0,-1 0,1 0,2-8,-8 17,0 0,-1 0,1 0,0-1,0 1,-1 0,1 0,-1-1,1 1,-1 0,1-1,-1 1,1 0,-1-1,0 1,1-1,-1 1,0-1,1 1,-1-1,0 1,0-1,0 0,1 1,-1-1,0 0,0 0,0 0,0 0,1 0,-1 0,0 0,0 0,0 0,0 0,1 0,-1 0,0 0,0-1,0 1,1 0,-1-1,0 1,0-1,1 1,-1-1,0 1,1-1,-1 1,0-1,1 0,-1 1,1-1,-1 0,1 1,-1-1,1 0,0 0,-1 1,1-1,0 0,0 0,-1 0,1 0,0 1,0-1,0 0,0 0,0 0,0-1,-3 7,-1 0,1 1,0-1,0 0,0 1,1 0,0-1,0 1,1 0,-1 0,1 0,1 0,-1 0,1 1,0-1,0 0,1 0,-1 0,2 0,-1 0,0 0,1 0,0 0,1-1,-1 1,1-1,0 1,1-1,-1 0,4 3,1 0,1 0,0-1,0 0,1-1,0 0,0-1,0 0,1 0,7 1,43 14</inkml:trace>
  <inkml:trace contextRef="#ctx0" brushRef="#br0" timeOffset="-50945.61">23370 10307,'-16'-2,"0"0,0 1,-1 0,1 1,0 1,0 1,-1 0,1 1,0 1,1 0,-1 2,1-1,0 2,0 0,1 1,-9 5,19-9,-1 0,1 0,0 0,0 1,0-1,0 1,1 0,0 0,0 0,0 0,1 1,-1-1,1 1,1-1,-1 1,1 0,0 0,0 0,1 0,-1 0,1 0,1 0,-1-1,1 1,0 0,1 0,-1 0,1-1,0 1,0-1,1 1,0-1,3 5,5 3,0 1,1-2,1 0,0 0,1-1,0-1,1 0,0-1,0-1,1 0,0-1,0-1,0 0,1-1,0-1,0-1,1 0,-1-2,1 1,-1-2,5-1,-4 1,0 0,0-2,-1 0,1-1,-1-1,0 0,0-1,0-1,-1-1,1 0,-2-1,1-1,-1 0,0-2,-1 1,-1-2,1 1,-2-2,0 0,0 0,-1-1,5-10,1-12,-2 0,-2-2,-1 1,-1-2,-3 1,-1-2,-2 1,-1 0,-3-1,-1 0,-3-25,2 17,-1 1,-3 0,-1 0,-3 0,-8-25,13 59,-1 0,0 1,-1 0,0 0,-1 1,0-1,-9-9,14 18,0 1,-1-1,1 0,-1 1,0-1,1 1,-1 0,0 0,0 0,-1 0,1 1,0-1,-1 1,1 0,0 0,-1 0,1 0,-1 1,0-1,1 1,-1 0,1 0,-1 0,0 1,1-1,-1 1,1 0,-1 0,1 0,-3 1,-3 5,-1 0,2 0,-1 0,1 1,0 1,1-1,0 1,0 1,1-1,0 1,1 0,0 0,1 0,0 1,0 0,1 0,-1 8,-2 7,1 0,1 1,1 0,1 0,2-1,1 1,0 0,2 0,2 0,0-1,1 0,2 0,1-1,1 0,1 0,1-1,1-1,13 19,3-2,1 0,2-3,1 0,2-3,2 0,1-3,1-1,2-2,16 8,36 3,-91-39,0 0,0 0,0 1,0-2,0 1,0 0,0 0,0-1,0 1,0-1,0 0,0 1,0-1,0 0,-1 0,1 0,0-1,-1 1,1 0,-1 0,1-1,-1 1,1-1,-1 0,0 1,0-1,0 0,0 0,0 0,0 1,0-1,-1 0,1-1,11-72,-12 62,5-79,-6 113,1 1,1-1,2 1,0-1,4 18,-5-34,-1 0,1 0,0 0,0 0,0 0,0-1,1 1,0-1,0 1,0-1,1 0,-1 0,1-1,0 1,0-1,0 1,1-1,-1-1,1 1,-1-1,1 1,0-1,0-1,0 1,0-1,4 1,-3-2,-1 1,1-1,0-1,0 1,0-1,0 0,-1 0,1-1,0 1,-1-1,0-1,1 1,-1-1,0 0,0 0,0 0,-1-1,1 0,-1 0,0 0,0 0,3-5,3-3,0-2,-1 1,-1-1,0 0,-1-1,-1 0,4-12,10-71,-20 98,0 0,-1 0,1 0,0 0,0 0,0-1,0 1,-1 0,1 0,0 0,0 0,0 0,0 0,0 0,-1 0,1 0,0 0,0-1,0 1,0 0,0 0,0 0,0 0,0 0,-1 0,1-1,-4 20,3-11,0 0,1 0,0 0,1 0,-1 1,2-1,-1 0,1-1,0 1,1 0,0-1,0 1,1-1,-1 0,2 0,-1 0,1 0,0-1,0 0,1 0,4 4,3 1,0-1,1 0,0 0,0-2,1 0,0 0,1-1,-1-1,1-1,1 0,23 4</inkml:trace>
  <inkml:trace contextRef="#ctx0" brushRef="#br0" timeOffset="-50693.229">23398 9973,'25'-5,"31"2,37 2,36 7,29 6,22 9,13 7,2 5,-32-2</inkml:trace>
  <inkml:trace contextRef="#ctx0" brushRef="#br0" timeOffset="-49931.751">25001 10400,'-18'-8,"0"0,-1 1,0 0,-1 2,1 1,-1 0,0 1,0 1,-9 1,25 1,0 1,0-1,0 1,0 0,0 0,1 1,-1-1,0 1,1 0,-1 0,1 0,0 0,-1 0,1 1,0-1,0 1,1 0,-1 0,1 0,-1 0,1 1,0-1,0 1,1-1,-1 1,1 0,-1-1,1 1,0 3,-1-1,1 1,0-1,1 1,0-1,0 1,0-1,0 1,1-1,0 0,1 1,0-1,-1 0,2 0,-1 0,1 0,0 0,0 0,1-1,1 1,0 0,0-1,1 0,-1 0,1 0,0-1,1 0,-1 0,1-1,0 1,0-2,0 1,0-1,0 0,0 0,1-1,-1 0,1 0,-1-1,1 0,5 0,3-1,1-1,-1-1,0 0,0-1,0 0,0-2,-1 0,0 0,7-5,-10 4,1-1,-2 0,1-1,-1 0,0-1,-1 0,-1 0,1-1,-1 0,-1-1,0 0,-1-1,0 1,-1-1,-1-1,0 1,0-1,-1 0,-1 0,-1 0,1-13,-7-25,4 51,0 0,0 0,-1 0,1 0,0 0,0 0,-1 0,1 0,0 0,-1 0,1 0,-1 0,1 0,-1 0,0 0,1 1,-1-1,0 0,0 0,1 1,-1-1,0 0,0 1,0-1,0 1,0-1,0 1,0 0,0-1,0 1,0 0,0 0,0 0,0 0,0-1,0 1,0 1,0-1,0 0,0 0,0 0,0 0,0 1,0-1,0 1,-4 3,0 1,0 0,1 0,0 0,0 0,0 1,1-1,0 1,0 0,0 0,1 0,0 0,0 1,0-1,1 1,0-1,0 1,1-1,0 1,0 0,0-1,0 1,1-1,0 1,0-1,0 0,1 0,-1 1,2-1,-1 0,1-1,-1 1,2 0,-1-1,1 0,-1 1,2-2,-1 1,0 0,1-1,0 0,0 0,0 0,1 0,-1-1,1 0,-1 0,7 1,0 1,1-1,-1-1,1 0,-1-1,1 0,0-1,0-1,0 0,-1 0,1-1,0-1,0 0,8-3,-5-1,-1-1,1 0,-1-1,0 0,-1-2,0 1,0-2,-1 0,-1 0,0-2,0 1,-1-1,-1-1,0 0,-1 0,-1-1,0 0,-1-1,0 0,-2 0,1 0,-2-1,-1 1,1-7,6-29,-2-1,-2 1,-3-1,-2 0,-5-46,4 84,-1 0,-1-1,0 1,-1 0,-1 0,0 1,-1-1,0 1,-1 0,-1 0,0 1,-6-7,11 17,1 1,-1 0,0 0,0 0,0 0,0 0,-1 1,1-1,0 1,-1-1,1 1,-1 0,1 0,-1 0,0 0,0 0,1 1,-1-1,0 1,0 0,1 0,-1 0,0 0,0 0,0 0,1 1,-1 0,0-1,0 1,1 0,-1 0,-2 2,-2 1,0 1,0 0,0 1,1-1,0 1,0 0,0 1,1-1,-1 1,-1 4,-4 9,0 1,1 0,0 0,2 1,1 0,1 0,0 1,2 0,1 0,0 0,2 1,1-1,0 0,2 0,1 0,3 11,1 0,2 1,1-1,2-1,1 0,2-1,1 0,1-1,2-1,1-1,13 14,-15-20,1-2,1-1,0 0,2-2,0 0,1-1,0-2,2 0,0-2,0 0,1-2,8 2,-29-11,1 0,-1 0,1 0,0-1,-1 0,1 0,0 0,0-1,0 0,0 0,0-1,0 1,-1-1,1 0,0-1,0 0,-1 0,1 0,-1 0,0-1,1 0,-1 0,-1 0,1-1,0 1,-1-1,0 0,0-1,0 1,0-1,-1 0,3-4,1-8,-1-1,-1 1,0-1,-2 0,0 0,-1 0,0-1,-2 1,0 0,-1-1,-1 1,-2-8,-13-27,16 53,0 0,-1 0,1-1,0 1,-1 0,1 0,0 0,0 0,-1 1,1-1,0 0,0 0,0 1,-1-1,1 1,0-1,0 1,0 0,0-1,0 1,0 0,0 0,0-1,0 1,0 0,0 0,0 0,1 0,-1 0,0 1,1-1,-1 0,1 0,-1 0,1 0,0 1,-1-1,1 0,0 0,0 1,0-1,0 0,0 1,-6 18,0 1,1 0,2 0,0 0,1 0,1 1,1-1,1 0,0 1,2-1,4 17,-5-29,1 0,-1-1,1 1,1-1,-1 0,2 0,-1 0,1 0,0-1,1 0,-1 0,1 0,1-1,-1 0,1 0,0 0,1-1,-1 0,1-1,0 1,0-2,4 2,29 6</inkml:trace>
  <inkml:trace contextRef="#ctx0" brushRef="#br0" timeOffset="-49679.983">26312 10067,'-14'-9,"-11"-6,-8 0,-5 5,1 9,7 11,9 11,7 2</inkml:trace>
  <inkml:trace contextRef="#ctx0" brushRef="#br0" timeOffset="-48582.545">26486 10293,'-2'-7,"0"4,0 0,1 1,0-1,-1 0,1 0,0 0,1 0,-1 0,0 0,1 0,0 0,0-1,0 1,0 0,0 0,1 0,-1 0,1 0,0 0,0 0,0 0,0 0,0 0,1 0,-1 1,1-1,0 0,0 1,0-1,0 1,0 0,0 0,5 1,-1 0,0 0,0 1,0 0,0 0,0 0,0 1,0 0,0 0,0 1,0 0,0 0,0 0,-1 1,1-1,-1 1,0 1,0-1,0 1,1 1,13 11,-2 1,1 1,-2 1,-1 1,0 0,-1 0,-1 2,-1 0,-2 0,0 1,-1 0,-1 0,-1 1,-1 1,-1-1,-2 1,1 6,2 48,-2 0,-4 0,-10 68,2-7,13 9,-4-140,0 1,1-1,1 0,0 0,0 0,0 0,1-1,1 0,-1 1,2-1,-1-1,1 1,0-1,4 4,-8-9,0 0,-1 0,1 0,0-1,0 1,1-1,-1 1,0-1,0 0,1 1,-1-1,1-1,-1 1,1 0,-1 0,1-1,-1 0,1 1,0-1,-1 0,1 0,0-1,-1 1,1 0,-1-1,1 0,-1 1,1-1,-1 0,1 0,-1-1,0 1,0 0,1-1,-1 1,0-1,0 0,-1 0,1 0,0 0,0 0,0-1,3-9,-1 0,-1-1,1 1,-2-1,0 0,0 0,-1 0,-1 0,0 0,-1 0,0 0,-1 1,-1-1,0 0,-1 1,0-1,-2-2,-10-28,-3 0,-1 2,-2 0,-2 2,-2 0,-1 2,-2 1,-1 1,-2 2,-2 1,0 1,-2 2,-2 2,0 1,-11-4,19 10,30 13,99 24,69 14,1-8,94-1,-231-20,0-1,-1-1,1-2,0-1,-1-1,1-2,4-3,4-15,-39 23,0 0,-1 0,1 0,-1 0,0 0,1 0,-1 0,0 0,1 0,-1 0,0 0,0 0,0-1,0 1,0 0,0 0,0 0,-1 0,1 0,0 0,0 0,-1 0,1 0,-1 0,1 0,-1 0,1 0,-1 0,0 0,0 0,1 0,-1 1,0-1,0 0,0 1,0-1,0 0,0 0,-11-6,0 1,0 0,-1 0,1 1,-1 1,0 0,0 1,-1 0,1 1,-13-1,22 3,-13-3,0 0,-1 2,1 0,-1 1,1 0,-1 2,1 0,0 1,-3 1,17-3,0 0,-1 0,1 0,0 1,0 0,0-1,1 1,-1 0,0 0,1 0,-1 1,1-1,0 1,-1-1,1 1,0 0,1-1,-1 1,1 0,-1 0,1 1,0-1,0 0,0 0,0 1,1-1,-1 0,1 1,0-1,0 0,0 1,0-1,1 0,-1 1,1-1,0 0,0 0,0 1,1-1,-1 0,1 0,-1 0,1-1,2 3,5 7,1-1,1 0,-1-1,2 0,-1-1,1 0,1-1,0 0,0-1,0-1,1 0,0 0,0-2,0 0,1 0,0-1,-1-1,3-1,-12 1,1-1,-1 0,1 0,0-1,-1 1,1-1,0-1,-1 1,1-1,0 0,-1 0,1 0,-1-1,1 0,-1 0,0-1,0 1,0-1,0 0,0-1,-1 1,0-1,1 0,-1 0,0 0,-1 0,1-1,0-1,0-3,-4 8,0-1,0 1,1 0,-1 0,0 0,1 0,-1-1,1 1,-1 0,1 0,-1 0,1 0,0 0,0 0,-1 0,1 1,0-1,0 0,0 0,0 0,0 1,0-1,0 1,0-1,0 1,0-1,0 1,1-1,-1 1,0 0,0 0,0 0,1 0,-1 0,0 0,10 3,-8-1,1-1,-1 1,1-1,0 0,0 0,-1 0,1-1,0 0,0 1,0-1,0 0,-1-1,1 1,0-1,0 1,0-1,-1 0,1-1,0 1,-1-1,1 0,9-8,-1-1,0 0,0-1,-2 0,1-1,-2 0,0-1,0 0,-1 0,-1-1,3-9,23-49,-3-2,-4-1,-2 0,-5-2,-2-1,-5 0,1-41,-13 115,3-16,-1 0,0-1,-2 1,-1-1,-1 1,-1 0,0-1,-2 1,-4-14,8 33,0-1,0 0,0 1,0-1,0 1,-1 0,1-1,-1 1,1 0,-1 0,0 0,0 0,0 0,0 0,0 1,0-1,-1 1,1-1,0 1,-1 0,1 0,-1 0,0 0,1 0,-1 1,0-1,1 1,-1 0,0 0,1 0,-1 0,0 0,0 0,1 1,-1-1,0 1,1 0,-1 0,1 0,-1 0,1 0,0 1,-1-1,1 1,0-1,-1 2,-11 11,0 0,1 1,1 1,0 0,1 1,1 0,0 1,1 0,2 0,-1 1,2-1,1 2,0-1,1 1,1-1,1 7,0 11,1 1,2-1,2 0,1 1,2-1,1-1,2 1,2-1,1-1,2 0,1-1,2-1,1 0,2-1,1-1,1-1,2-1,0-1,3-1,4 3,-20-19,1 0,0-1,1 0,0-1,0 0,1-1,0 0,1-2,0 1,0-2,14 4,-24-8,-1-1,0 1,1-1,-1 0,1-1,-1 1,0-1,0 0,1 0,-1 0,0 0,0-1,0 0,0 1,0-2,0 1,-1 0,1-1,-1 1,0-1,1 0,-1 0,0-1,-1 1,1-1,-1 1,1-2,5-8,-1-2,0 1,-1-1,-1 1,0-2,2-12,17-146,-24 171,0 0,0 1,1-1,-1 0,0 0,0 0,-1 0,1 0,-1 0,1 1,-1-1,0 0,0 0,0 1,0-1,-1 1,1-1,-1 1,-1-3,1 5,0 0,1 0,-1 0,0 0,0 0,1 1,-1-1,0 0,1 1,-1-1,0 1,1 0,-1 0,1-1,-1 1,1 0,-1 0,1 0,0 1,-1-1,1 0,0 0,0 1,0-1,0 1,-1 1,-6 8,0 1,0 0,1 0,1 1,0 0,1 0,0 0,1 1,0 0,1 0,1 0,0 0,1 0,1 0,0 0,1 0,0 1,1-1,1 0,0-1,1 1,0 0,5 8,0-7,0-2,1 0,1 0,0-1,0 0,1 0,1-2,0 0,0 0,1-1,0 0,1-2,0 0,0 0,0-1,1-1,0-1,11 2,-19-4,1-1,-1 0,0 0,1-1,-1 0,0 0,0-1,1 0,-1 0,5-3,18-9</inkml:trace>
  <inkml:trace contextRef="#ctx0" brushRef="#br0" timeOffset="-48315.259">27422 9960,'-16'-12,"-3"-3,8 1,21 2,28 8,35 10,37 7,32 7,21 4,8 1,-7-2,-18-3,-27-4,-31-8,-31-5</inkml:trace>
  <inkml:trace contextRef="#ctx0" brushRef="#br0" timeOffset="-46747.42">1192 12325,'-9'-2,"0"1,0 0,0 0,0 0,-1 1,1 1,0-1,0 2,0-1,0 1,0 1,0-1,1 1,-1 1,1 0,0 0,0 1,0 0,-17 11,1 2,0 1,2 1,-20 21,-6 12,2 3,3 1,2 2,3 2,2 2,3 1,3 1,3 2,3 1,2 2,-8 46,4 1,5 1,6 0,5 2,4 75,6-85,5 0,5 0,4-1,5-1,5-1,5 0,4-2,5-2,4-1,51 87,-2-44,6-4,95 104,-153-207,-39-38,1 0,0 0,-1 0,1-1,0 1,-1 0,1-1,0 1,-1 0,1-1,-1 1,1-1,-1 1,1-1,-1 1,1-1,-1 1,1-1,-1 0,1 1,-1-1,0 0,0 1,1-1,-1 0,0 1,0-1,0 0,0 0,0 1,0-1,0 0,0 0,0 1,0-1,0 0,0 0,0-1,2-22</inkml:trace>
  <inkml:trace contextRef="#ctx0" brushRef="#br0" timeOffset="-45179.586">30991 11698,'117'230,"-17"-31,-9 4,-8 4,-10 3,7 63,-59-188,-4 1,-3 0,-4 1,-5 0,-3 0,-3 0,-5 1,-3-2,-5 1,-2-2,-5 0,-3-1,-23 47,4-41,-4-2,-4-3,-4-2,-3-2,-4-3,-3-3,-3-2,-71 56,53-63,86-65,-1 0,1 0,-1-1,1 1,-1 0,1-1,-1 1,0 0,1-1,-1 1,0-1,0 1,0-1,1 1,-1-1,0 1,0-1,0 0,0 1,0-1,0 0,1 0,-1 0,0 0,0 0,0 0,0 0,0 0,0 0,0 0,0-1,0 1,0 0,1-1,-1 1,0 0,0-1,0 1,0-1,1 1,-1-1,0 0,1 1,-1-1,0 0,1 1,-1-1,1 0,-1 0,1 0,-1 1,1-1,0 0,-1 0,1 0,0 0,0 0,0 0,0 0,0 0,0 0,0 1,0-1,0-1,1-3,0 1,1 0,-1-1,1 1,0 0,0 0,1 0,-1 0,1 0,0 1,0-1,0 1,0 0,1 0,0 0,-1 0,15-10</inkml:trace>
  <inkml:trace contextRef="#ctx0" brushRef="#br0" timeOffset="-43964.192">16633 15334,'7'7,"4"2,3-3,-1-4,-3-6,-3-3,-5-4,-5 1,-4 2,-4 1,1 6,1 6,3 6,7 2,10 0,3-3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03.7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17,'-16'-5,"-14"-1,-2 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01.9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174 142,'0'23,"0"23,0 20,2 17,4 12,2 8,0 6,-1-1,-2-7,-2-10,-3-15,-5-18,-3-20,0-15</inkml:trace>
  <inkml:trace contextRef="#ctx0" brushRef="#br0" timeOffset="283.24">0 182,'16'-7,"17"-2,14 1,10 3,4 10,-2 11,-13 9,-14 7,-16 6,-18 0,-18-2,-15-2,-10-7,-2-5,3-8,8-9,17-9,12-3</inkml:trace>
  <inkml:trace contextRef="#ctx0" brushRef="#br0" timeOffset="1051.072">509 383,'-10'-19,"1"0,0 0,2-1,0 0,2 0,0-1,1 0,1 1,1-1,1 0,0-1,2 1,1 0,0 0,2 1,1-3,-5 20,0 2,0 0,0 0,0-1,0 1,0 0,0 0,0 0,0 0,1-1,-1 1,0 0,1 0,-1 0,1 0,-1 0,1 0,0 0,-1 0,1 0,0 0,0 0,0 1,-1-1,1 0,0 0,0 1,0-1,0 1,0-1,0 1,1-1,-1 1,0-1,70 66,-51-54,1-1,0 0,1-2,0-1,13 3,90 38,-120-45,0 0,-1 0,0 1,0 0,0 0,0 0,-1 0,1 1,-1-1,0 1,-1 0,1 0,-1 0,0 0,0 1,0-1,-1 0,0 1,0-1,0 1,-1-1,0 1,0-1,0 1,-1 0,0 0,1-4,-1 1,1 0,0 0,0 0,0 0,0 0,0 0,1 0,-1 0,1-1,0 1,0 0,0 0,0-1,1 1,-1-1,0 1,1-1,0 1,0-1,0 0,0 0,0 0,0 0,0 0,1 0,-1-1,1 1,-1-1,1 0,-1 1,1-1,0-1,2 2,14 1,0-1,1-1,-1-1,1 0,-1-1,1-1,-1-1,0-1,0-1,0 0,-1-2,5-2,-20 8,-2 0,0 1,0-1,0 0,0 1,0-1,0 1,0-1,0 1,0 0,1-1,-1 1,0 0,0 0,0 0,1-1,-1 1,0 1,0-1,0 0,1 0,-1 0,0 1,0-1,0 0,0 1,0-1,0 1,0 0,0-1,0 1,0 0,0-1,0 1,0 0,0 0,0 0,-1 0,1 0,0 0,2 3,0 0,0-1,0 0,1 1,-1-1,1 0,0-1,0 1,0-1,0 1,1-1,-1 0,1-1,-1 1,1-1,-1 0,1 0,0-1,0 1,-1-1,1 0,0 0,0 0,-1-1,1 0,0 0,2-1,0 1,0-1,0 0,0 0,0-1,-1 0,1 0,-1-1,0 0,0 0,0 0,0-1,0 1,-1-1,0-1,0 1,1-3,-4 5,1 0,-1-1,0 1,0 0,-1-1,1 1,-1-1,0 1,1-1,-2 0,1 1,0-1,-1 0,0 0,1 0,-2 0,1 1,0-1,-1 0,1 0,-1 1,0-1,-1 0,1 1,-1-1,1 1,-1-1,0 1,0 0,0 0,-3-2,-1-1,0 1,-1 1,0-1,0 1,0 0,-1 1,1 0,-1 0,0 0,0 1,0 1,0-1,0 1,0 0,0 1,0 0,-1 0,1 1,0 0,0 0,0 1,0 0,0 1,1 0,-1 0,-2 2,6-5,1 1,0 1,0-1,-1 0,1 1,0-1,0 1,1 0,-1 0,0 0,1 1,-1-1,1 0,0 1,-1 0,1-1,0 1,1 0,-1 0,1 0,-1 1,1-1,0 0,0 0,0 1,0-1,1 0,0 1,-1-1,1 1,0-1,1 1,-1-1,1 0,-1 1,1-1,0 0,0 1,0-1,1 0,-1 0,1 0,0 0,0 0,0 0,2 1,11 5,0 0,1-1,0-1,1-1,-1 0,1-2,0 1,1-2,-1 0,1-1,-1-1,9-1,-23 0,161 5,-90-8</inkml:trace>
  <inkml:trace contextRef="#ctx0" brushRef="#br0" timeOffset="1552.735">1939 276,'-1'-8,"0"1,-1 0,1 0,-1-1,-1 1,1 1,-1-1,0 0,-1 1,1-1,-1 1,-1 0,1 0,-1 1,0-1,0 1,-1 0,0 1,1-1,-1 1,-1 0,1 0,-1 1,1 0,-1 0,0 1,0 0,0 0,-5 0,6 0,0 0,-1 0,1 1,0 0,-1 1,1-1,-1 1,1 1,-1-1,1 1,-1 0,1 1,-1-1,1 1,0 0,0 1,0 0,0 0,1 0,-1 0,1 1,0 0,0 0,0 1,0-1,1 1,-1 0,2 0,-1 0,0 1,1 0,0-1,0 1,2-3,0 0,0 0,1-1,-1 1,1 0,-1 0,1 0,0-1,0 1,0 0,1 0,-1 0,1 0,-1-1,1 1,0 0,0-1,0 1,0 0,1-1,-1 1,1-1,0 0,-1 0,1 1,0-1,0 0,0-1,1 1,-1 0,0-1,1 1,-1-1,91 34,59-24,-148-11,-3-1,0 1,0-1,0 1,0 0,0-1,0 1,0 0,0 0,0 0,0 0,0 0,0 0,0 0,0 0,0 1,1-1,-1 0,0 1,0-1,0 1,0-1,-1 1,1-1,0 1,0-1,0 1,0 0,0 0,-1-1,1 1,0 0,-1 0,1 0,-1 0,1 0,-1 0,1 0,-1 0,0 0,1 0,-1 0,0 1,-18 110,12-49,3 0,3 1,2-1,3 1,3-1,14 50,-17-84,-3-18,-1-8,0 0,0 0,0 0,-1 1,1-1,-1 0,1 0,-1 0,0 1,-1-1,1 0,-1 0,1 1,-1-1,0 0,0 0,0 0,0 0,-1 0,-1 2,2-4,-1-1,1 1,-1-1,1 0,-1 1,1-1,-1 0,1 0,-1 0,1 0,-1 0,1 0,-1-1,1 1,-1-1,1 1,-1-1,1 1,-1-1,1 0,0 1,-1-1,1 0,0 0,0 0,-1-1,-15-12,1-1,1-1,0-1,1 0,0-1,2 0,0-1,1 0,1-1,1-1,0-2,-2-1,1 1,2-1,0-1,2 0,1 0,1 0,0-1,2-1,2 23,0 0,-1 0,2-1,-1 1,0 0,1 0,-1 0,1 1,0-1,1 0,-1 0,1 0,0 1,-1-1,1 1,1-1,-1 1,1 0,-1 0,1 0,0 0,0 0,0 1,0-1,1 1,-1 0,1 0,2-1,102-4,-69 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8:57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0 721,'5'0,"3"-2,1-1</inkml:trace>
  <inkml:trace contextRef="#ctx0" brushRef="#br0" timeOffset="1020.294">442 52,'-21'6,"-1"1,2 1,-1 0,1 2,0 1,1 0,0 1,1 1,1 1,-6 6,15-13,0 0,1 1,0 0,1 0,0 0,0 1,0 0,1 0,1 1,0-1,0 1,1 0,0 0,0 0,1 0,1 1,0-1,0 0,1 1,0-1,1 1,2 9,3-4,0 0,2 0,0-1,0 0,1 0,1-1,1-1,0 1,1-2,0 1,1-2,0 0,1 0,0-1,0-1,10 4,93 81,-113-91,0 1,-1 0,1 0,-1 0,1 1,-1-1,-1 1,1-1,-1 1,1 0,-1 0,-1 0,1 1,-1-1,0 0,0 0,0 1,-1-1,0 1,0-1,0 0,-1 1,0-1,0 0,0 1,0-1,-1 0,0 0,0 0,-1 0,1-1,-2 3,-4 3,-1 1,0-1,-1-1,0 0,0 0,-1-1,0 0,0-1,-1-1,0 1,0-2,-1 0,-10 3,22-7,-1 0,1 0,-1 0,1 0,-1-1,1 1,-1-1,1 1,-1-1,0 1,1-1,-1 0,0 0,1 0,-1 0,0 0,0 0,1-1,-1 1,1 0,-1-1,0 1,1-1,-1 0,1 1,-1-1,1 0,-1 0,1 0,0 0,-1 0,1 0,0-1,0 1,0 0,0-1,0 1,0 0,0-1,1 1,-1-1,0 0,1 1,-1-1,1 1,0-1,-1 0,1 1,0-2,2-7,1 0,0 0,1 1,0-1,0 1,1 0,0 1,6-8,-9 12,112-172,-53 88,-4-3,-4-3,23-61,-62 125,-2-1,-1-1,-2 0,-1 0,-1-1,2-27,-13 50,-4 24,-2 24,1 1,1-1,3 1,1 0,1 24,4 53,5-1,6 0,4 0,29 101,-41-196,-1-11</inkml:trace>
  <inkml:trace contextRef="#ctx0" brushRef="#br0" timeOffset="1271.452">348 440,'25'2,"26"1,26 0,19-1,10 4,-2 6,-19 0</inkml:trace>
  <inkml:trace contextRef="#ctx0" brushRef="#br0" timeOffset="2003.496">936 1002,'16'-25,"0"0,-2-1,-1 0,-2-2,0 1,-2-1,-1 0,-1-1,-1 0,-2 0,1-17,-19-10,14 54,-1 1,0 0,0-1,1 1,-1 0,0 0,0 0,0-1,0 1,0 0,0 1,0-1,-1 0,1 0,0 0,0 1,-1-1,1 0,-1 1,1-1,0 1,-1 0,1 0,-1-1,1 1,-1 0,1 0,-1 0,1 0,0 1,-1-1,1 0,-1 1,1-1,0 1,-1-1,0 1,1 0,0-1,0 1,0 0,0 0,0 0,0 0,0 0,0 0,0 0,1 0,-1 0,0 1,1-1,-1 0,1 0,-1 1,1-1,0 0,-1 1,1-1,0 0,0 1,0-1,0 0,0 1,0-1,1 0,-1 1,0-1,1 0,-1 1,1-1,-1 0,1 0,-1 0,1 1,0-1,0 0,0 0,-1 0,1 0,0 0,0 0,0-1,1 1,-1 0,0 0,0-1,0 1,0-1,1 1,12 7,0-1,1-1,0 0,0-1,0-1,1 0,9 0,-15-3,0 0,0 1,1 0,-1 1,-1 0,1 0,0 1,-1 0,0 1,0 0,0 0,0 1,-1 0,0 1,0 0,-1 0,0 0,0 1,2 4,-5-1,0 0,0 1,-1-1,0 1,-1 0,-1 0,0 0,0-1,-1 1,-2 9,2-7,0-12,-1 0,1 0,0 0,0 0,0 0,0 0,0 0,1 0,-1 0,0 0,1 0,0 0,-1 0,1 0,0 0,0 0,0-1,0 1,0 0,1-1,-1 1,0-1,1 1,-1-1,1 0,-1 1,1-1,0 0,0 0,-1 0,1 0,0 0,0-1,0 1,0-1,0 1,1-1,9-1,0-1,0 0,0-1,0 0,-1 0,0-2,1 1,-2-2,1 1,0-1,-1-1,-1 0,6-5,-3 4,0-1,0 0,-1-1,0 0,-1-1,0 0,-1-1,0 0,0 0,-2-1,0 0,0 0,-1-1,0 0,-1-3,-3-8,-1 24,-1 1,0 0,0-1,0 1,0 0,0 0,0-1,0 1,0 0,0-1,0 1,0 0,0-1,0 1,0 0,0 0,0-1,0 1,0 0,0-1,0 1,-1 0,1 0,0-1,0 1,0 0,0 0,-1-1,1 1,0 0,0 0,-1-1,1 1,0 0,0 0,-1 0,1 0,0 0,0-1,-1 1,1 0,0 0,-1 0,1 0,0 0,-1 0,1 0,0 0,0 0,-1 0,1 0,0 0,-1 0,1 0,0 1,-1-1,1 0,0 0,0 0,-1 0,1 0,0 1,0-1,-1 0,1 0,0 0,0 1,-1-1,-3 6,-1 1,1 0,0-1,1 1,-1 1,1-1,1 0,-1 1,1-1,1 1,-1 0,1 0,1 4,-1-6,1 0,0 0,1 0,0 0,0 0,0 0,0 0,1 0,0-1,0 1,1-1,0 1,0-1,0 0,0 0,1 0,0 0,0-1,0 1,0-1,1 0,0 0,0-1,0 1,0-1,0 0,1-1,0 1,-1-1,1 0,0-1,0 1,0-1,5 0,-3 1,1-1,0 0,0-1,-1 0,1 0,0-1,0 0,-1 0,1-1,-1 0,1-1,-1 0,0 0,0-1,0 0,0 0,-1-1,0 0,0 0,0-1,0 0,-1 0,0 0,-1-1,1 0,-1 0,0 0,-1-1,0 0,0 1,0-2,0-3,-1 1,1-1,-2 0,0 0,0 0,-1 0,0 0,-1 0,-1 0,0 0,-1-5,2 17,-1 0,1 0,0 1,0-1,-1 0,1 0,0 0,0 0,0 0,-1 0,1 0,0 0,0 0,-1 0,1 0,0 0,-1 0,1 0,0 0,0 0,-1 0,1 0,0 0,0 0,0 0,-1 0,1 0,0 0,0 0,-1-1,1 1,0 0,0 0,0 0,-1 0,1-1,0 1,0 0,0 0,0 0,0-1,-1 1,1 0,0 0,-4 26,2-17,1 0,0 1,1-1,0 0,0 0,1 0,0 0,1 0,0 0,0 0,1-1,0 1,1-1,0 1,0-1,1 0,-1-1,2 1,-1-1,1 0,0 0,2 0,3 0,1 0,0 0,0-1,1-1,0 0,0-1,0 0,0-1,1-1,-1 0,1 0,-1-2,1 1,5-2,33-1</inkml:trace>
  <inkml:trace contextRef="#ctx0" brushRef="#br0" timeOffset="2894.749">2634 721,'-9'-3,"1"1,-1 0,0 1,0 0,0 0,0 1,1 0,-1 0,0 1,0 0,0 1,0 0,1 0,-1 1,1 0,0 1,0 0,0 0,0 0,1 1,-1 1,1-1,0 1,0 1,5-5,0 0,0 0,0-1,1 1,-1 0,1 0,-1 1,1-1,0 0,0 0,0 1,0-1,0 0,1 1,-1-1,1 1,-1-1,1 1,0-1,0 1,0-1,1 1,-1-1,0 1,1-1,0 1,-1-1,1 1,0-1,0 0,0 0,1 1,-1-1,1 0,-1 0,1 0,-1-1,1 1,0 0,0 0,0-1,0 1,0-1,0 0,1 0,0 1,15 4,-1-1,1 0,-1-1,1-1,0-1,0 0,1-1,-1-1,0-1,0-1,17-3,-21 4,0-1,1 0,-1-1,0 0,0-1,0-1,-1 0,1-1,-1 0,-1-1,1-1,-1 0,-1 0,1-1,-1-1,-1 0,0 0,0-1,-1 0,-1-1,1 0,-2-1,0 1,-1-1,4-9,-3-15,0 0,-3 0,-1-1,-2 0,-1 1,-2-1,-2 0,-1 1,-2 0,-1 0,-6-11,12 41,0-5,-1 0,-1 0,0 1,0-1,-1 1,-1 0,1 0,-2 0,0 1,-6-8,12 17,0 0,0 0,0 0,0 0,0 0,-1 0,1 1,0-1,0 0,-1 1,1-1,0 1,-1-1,1 1,0 0,-1-1,1 1,-1 0,1 0,0 0,-1 0,1 0,-1 0,1 1,0-1,-1 0,1 1,0-1,-1 1,1-1,0 1,-1 0,1 0,0-1,0 1,0 0,0 0,0 0,0 0,0 0,0 0,0 1,1-1,-1 0,0 0,-28 63,22-25,1 1,2 0,2 0,1 0,3 0,1 0,1 0,3 0,1-1,2 0,2-1,1 0,15 28,-20-46,1 0,1 0,1-1,1-1,1 0,13 15,-22-28,1 0,0 0,0-1,0 0,0 1,1-2,-1 1,1-1,0 0,0 0,0-1,0 1,1-2,-1 1,1 0,-1-1,1-1,0 1,-1-1,1 0,0 0,-1-1,1 0,3-1,5-3,-1-2,0 1,0-2,-1 0,0 0,0-1,-1-1,0 0,-1-1,0 0,-1-1,0 0,-1 0,0-1,-1 0,0-1,-1 0,-1 0,0 0,-1-1,1-6,-2-1,-4 22,0 0,0 0,0 0,0 1,0-1,0 0,0 0,0 0,0 0,-1 1,1-1,0 0,0 0,0 0,0 0,-1 0,1 1,0-1,0 0,0 0,0 0,-1 0,1 0,0 0,0 0,-1 0,1 0,0 0,0 0,0 0,-1 0,1 0,0 0,0 0,0 0,-1 0,1 0,0 0,0 0,0 0,-1 0,1 0,0-1,0 1,0 0,0 0,-1 0,1 0,0 0,0-1,0 1,0 0,0 0,0 0,-1-1,-11 21,7-9,1 0,0 1,0-1,1 1,0 0,1 0,1 0,0 0,0 0,2 8,-1-16,0 0,0 0,1 0,0 0,0 0,0 0,0 0,1 0,-1 0,1-1,0 1,0 0,1-1,-1 0,0 0,1 1,0-2,0 1,0 0,0 0,1-1,-1 0,0 0,1 0,0 0,-1 0,1-1,0 1,0-1,0 0,0 0,0-1,0 1,4-1,-1 0,1 0,-1-1,1 0,-1 0,1 0,-1-1,0-1,1 1,-1-1,-1 0,1-1,0 1,-1-1,1-1,-1 1,-1-1,1 0,-1 0,1-1,0-2,7-7,0-1,-2-1,0 0,0 0,-2-1,0-1,2-8,-5 8,-20 63,12-36,0 0,1 0,0 0,0 1,1-1,0 0,0 0,1 0,0 1,0-1,1 0,0 0,1-1,0 1,0 0,1-1,-1 0,2 0,-1 0,1 0,0-1,2 3,3-1,0 0,0-1,1-1,0 0,0 0,0-1,1 0,-1-1,1 0,0-1,1-1,-1 0,0 0,1-1,4-1,25-1</inkml:trace>
  <inkml:trace contextRef="#ctx0" brushRef="#br0" timeOffset="3066.285">2701 320,'13'-3,"24"0,27 1,33-1,29 4,23 3,11 6,-1 8,-28 0</inkml:trace>
  <inkml:trace contextRef="#ctx0" brushRef="#br0" timeOffset="3955.969">4145 988,'25'-96,"-9"43,-3 0,-2-1,-3 0,-1-5,-7 57,1 1,-1-1,0 0,1 1,-1-1,0 0,0 1,0-1,0 0,-1 1,1-1,0 0,-1 1,1-1,-1 0,1 1,-1-1,0 1,1-1,-1 1,0 0,0-1,0 1,0 0,-1-1,1 1,0 0,0 0,-1 0,1 0,-1 0,1 0,-1 1,1-1,-1 0,1 1,-1-1,0 1,1 0,-1-1,0 1,1 0,-1 0,0 0,1 0,-1 0,-1 1,3-1,-1 1,1-1,-1 1,1-1,0 1,-1 0,1-1,0 1,0-1,-1 1,1 0,0-1,0 1,0 0,0-1,-1 1,1 0,0-1,0 1,1 0,-1-1,0 1,0-1,0 1,0 0,0-1,1 1,-1 0,0-1,1 1,-1-1,0 1,1-1,-1 1,1-1,-1 1,1-1,-1 1,1-1,-1 0,1 1,-1-1,1 0,-1 1,1-1,0 0,-1 0,1 1,0-1,-1 0,1 0,-1 0,1 0,0 0,-1 0,1 0,0 0,-1 0,19 5,-1 0,1-2,0 0,0-1,0 0,2-2,25 3,-28-1,-1-2,0 1,-1 1,0 1,1 0,-1 1,0 1,0 0,-1 1,14 8,-24-11,-2 2,1-1,0 0,-1 1,1-1,-1 1,-1 0,1 0,-1 0,0 1,0-1,0 0,-1 1,0-1,0 1,0 0,-1-1,1 1,-1 0,-1-1,1 1,-1 0,0-1,0 1,-1-1,0 1,0-1,0 0,0 0,-1 0,-4 22,7-25,-1 0,1 0,-1 1,1-1,0 0,0 1,0-1,1 0,-1 0,0 1,1-1,-1 0,1 0,0 1,0-1,0 0,0 0,0 0,0 0,1 0,-1-1,1 1,-1 0,1-1,0 1,-1-1,1 1,0-1,0 0,0 1,0-1,0-1,1 1,-1 0,0 0,0-1,0 1,1-1,-1 0,0 1,1-1,1 0,24 3,0-1,0 0,1-3,-1 0,0-1,0-2,0-1,-1-2,1 0,-1-2,-15 6,0 0,0-1,0-1,-1 0,1 0,-1-1,-1-1,1 0,-1 0,0-1,-1 0,1-1,-2 0,1 0,-1-1,2-4,-9 12,0-1,1 0,-1 1,0-1,-1 1,1-1,0 0,-1 0,1 0,-1 1,0-1,0 0,0 0,0 0,-1 1,1-1,-1 0,0 0,0 1,0-1,0 1,0-1,0 0,-1 1,1 0,-1-1,1 1,-1 0,0 0,0 0,0 0,0 0,-1 1,1-1,0 0,-1 1,-4-3,0 0,-1 1,1 0,-1 0,0 1,0 0,1 0,-2 1,1 0,0 1,0-1,-1 2,0-1,1 1,-1 1,1 0,0 0,0 1,0 0,0 0,0 1,1 0,-1 0,1 0,0 1,1 1,-3 1,6-4,-1 0,1 0,0 0,1 0,-1 1,0-1,1 1,0 0,0 0,0 0,0 0,1 0,0 0,-1 0,2 0,-1 1,0-1,1 0,0 1,0-1,0 0,0 1,1-1,-1 0,1 0,1 1,-1-1,2 3,0-1,0-1,0 0,1 0,0 0,0 0,0 0,1-1,0 0,0 0,0 0,0 0,0-1,1 0,-1 0,1-1,0 1,0-1,0 0,6 0,3 2,1-1,0-1,0-1,0 0,-1-1,1-1,6-1,-16 2,1 0,-1 0,0-1,0 0,0 0,1-1,-1 1,-1-1,1-1,0 1,0-1,-1 0,0 0,1-1,-1 0,-1 1,1-2,0 1,-1 0,0-1,0 0,0 0,-1 0,0-1,0 1,0-1,0 0,-1 1,0-1,0 0,-1 0,1-6,-2 11,0-1,0 0,0 0,0 0,0 0,0 0,0 0,-1 1,1-1,-1 0,0 0,1 0,-1 1,0-1,0 0,0 1,0-1,0 1,0-1,-1 1,1 0,0 0,-1-1,1 1,-1 0,0 0,1 0,-1 0,0 1,1-1,-1 0,0 1,0-1,0 1,1-1,-1 1,0 0,0 0,0 0,0 0,0 0,0 1,1-1,-1 0,0 1,0-1,0 1,1 0,-1 0,0 0,1-1,-1 1,1 1,-1-1,1 0,-1 0,1 1,0-1,-1 0,1 1,0 0,0 0,-1 0,1 1,0-1,0 1,0-1,0 1,0-1,0 1,1-1,-1 1,1 0,0-1,0 1,0 0,0-1,1 1,-1 0,0-1,1 1,0 0,0-1,0 1,0-1,0 0,0 1,1-1,-1 0,1 0,-1 1,1-1,0 0,0-1,0 1,0 0,2 1,90 47,-42-36,1-2,0-2,1-3,0-2,13-2,57 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27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22 216,'-6'-14,"-3"-6,2-2,8-3,14-1,21 0,25-1,20 2,12 5,2 9,-9 13,-18 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27.7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402 0,'-5'16,"-3"15,-3 12,0 10,0 3,2 2,3-2,4-4,5-8,1-10,4-10,-1-10</inkml:trace>
  <inkml:trace contextRef="#ctx0" brushRef="#br0" timeOffset="382.5">1 655,'15'9,"20"3,22-2,23-11,22-13,8-14,-13-2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29.7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47,'16'2,"19"1,22-3,19-5,12-7,4-5,-15-1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31.1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0 111,'5'-5,"17"-5,27-9,29-5,21-1,10 4,-3 15,-16 21,-25 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31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0 203,'23'0,"25"-7,28-11,23-14,18-13,7-8,-17 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30.4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51 1,'-3'22,"-2"20,-3 13,0 7,-1 2,1-2,2-5,2-9,4-12,4-15,2-11</inkml:trace>
  <inkml:trace contextRef="#ctx0" brushRef="#br0" timeOffset="193.959">185 67,'2'16,"3"12,1 10,-1 9,-3 2,-2-1,-4 0,0-5,-1-9</inkml:trace>
  <inkml:trace contextRef="#ctx0" brushRef="#br0" timeOffset="410.392">412 54,'12'7,"3"11,-1 12,-4 10,-5 4,-5 3,-3-3,-1-5,1-5,-2-10,-2-13,0-9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29.0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308 327,'-2'20,"-1"16,0 14,0 7,2 2,0 2,0-4,1-5,0-8,0-12</inkml:trace>
  <inkml:trace contextRef="#ctx0" brushRef="#br0" timeOffset="256.314">535 367,'2'11,"1"11,3 11,-1 8,0 7,-2 2,0-3,-2-5,-1-7,1-10</inkml:trace>
  <inkml:trace contextRef="#ctx0" brushRef="#br0" timeOffset="535.905">1 193,'18'-16,"26"-12,29-8,25-2,16 5,0 8,-20 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39:04.45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100 684,'72'748,"-28"128,-40 113,-12-853,2-100</inkml:trace>
  <inkml:trace contextRef="#ctx0" brushRef="#br0" timeOffset="532.577">59 1206,'-16'-71,"2"-1,4 0,0-27,9 83,-1 9,0-1,1 1,0 0,0-1,1 1,0-1,0 1,1-1,0 1,0-1,1 1,-1 0,2 0,-1 0,1 0,0 0,1 0,-1 1,1-1,1 1,-1 0,1 0,4-3,13-2,0 1,0 1,1 1,0 2,0 0,1 1,16-1,106-13,0 6,1 6,51 8,70 15,132 30,19 2,276-13,9-31,-664-4,1313-17,-1208 24,-112 6,-32-12,-1 0,0-1,0 1,0 0,0 0,0-1,0 1,0 0,0 0,0-1,0 1,0 0,0-1,0 1,0 0,-1 0,1-1,0 1,-1 0,1-1,0 1,-1 0,1-1,-1 1,1-1,-1 1,1-1,-1 1,0-1,1 1,-1-1,1 0,-1 1,0-1,0 0,1 1,-1-1,0 0,1 0,-1 0,0 0,0 1,1-1,-39 15,-8 0</inkml:trace>
  <inkml:trace contextRef="#ctx0" brushRef="#br0" timeOffset="1446.678">969 1380,'-21'-5,"1"1,-1 1,1 0,-1 2,-18 1,34 0,1 1,-1-1,0 1,1 0,-1 0,1 0,-1 1,1 0,0-1,0 2,0-1,0 0,0 1,0 0,0 0,1 0,-1 0,1 0,0 1,0 0,1-1,-1 1,1 0,-1 0,1 1,0-1,1 0,-2 5,2-2,-1 1,2-1,-1 1,1-1,0 1,0-1,1 1,0-1,1 1,0-1,0 0,0 0,1 1,0-2,0 1,1 0,-1-1,5 5,91 102,2-25,-64-57,-1 0,-1 3,-2 1,2 4,-33-36,1-1,0 1,-1-1,1 1,-1 0,0 0,0 0,0 0,0 0,0 0,-1 1,0-1,1 1,-1-1,-1 1,1-1,0 1,-1-1,0 1,0 0,0-1,0 1,0 0,-1-1,1 1,-1-1,0 1,0-1,-1 1,1-1,-1 0,0 1,1-1,-2 0,1 0,0 0,0-1,-1 1,-1 0,-3 3,-1-1,0-1,-1 0,1 0,-1-1,0 0,1 0,-1-1,-1 0,1 0,0-1,0-1,-1 1,1-2,0 1,0-1,-1 0,1-1,0 0,0-1,0 0,1 0,-1-1,1 0,0 0,-6-5,12 7,0 0,0-1,0 1,0-1,1 1,-1-1,1 0,-1 1,1-1,0 0,0 0,0 0,1 0,-1 0,1 0,0 0,-1 0,1 0,1 0,-1 0,0 0,1 0,-1 0,1 0,0 0,0 0,0 1,1-1,-1 0,1 0,-1 1,1-1,0 1,0 0,0-1,0 1,0 0,1 0,-1 0,0 1,1-1,2-1,16-10,0 0,1 1,1 1,0 1,0 1,1 1,18-3,-15 4,-1-1,1-2,-2 0,0-2,0 0,3-4,20-36,-47 51,0 0,-1 0,1-1,0 1,0 0,-1-1,1 1,-1 0,1-1,-1 1,0-1,0 1,0-1,1 1,-1 0,0-1,-1 1,1-1,0 1,0-1,-1 1,1-1,-1 1,1 0,-1-1,1 1,-1 0,0-1,0 1,0 0,1 0,-1 0,0 0,-1 0,1 0,0 0,0 0,0 0,-1 1,1-1,0 0,0 1,-1-1,1 1,-1-1,-3 0,1 0,-1 0,1 1,-1-1,1 1,-1 0,1 0,-1 1,0-1,1 1,-1 0,1 0,0 1,-1-1,1 1,0 0,0 0,0 0,0 1,0-1,1 1,-1 0,1 0,0 0,0 1,0-1,-2 3,1-1,0 0,1 0,-1 0,1 0,0 1,0-1,0 1,1 0,0 0,0 0,1 0,-1 0,1 0,1 0,-1 0,1 1,0-1,1 0,-1 0,1 2,3 0,1-1,-1-1,1 1,1-1,-1 0,1 0,0 0,0-1,1 0,-1 0,1-1,0 0,0 0,1 0,-1-1,1 0,0-1,0 1,0-2,0 1,0-1,8 0,120 9,-74-13</inkml:trace>
  <inkml:trace contextRef="#ctx0" brushRef="#br0" timeOffset="2130.85">1757 1740,'-8'2,"0"0,0 1,0-1,0 2,1-1,-1 1,1 0,0 0,0 1,1 0,-1 1,1-1,0 1,1 0,-1 0,1 1,0 0,1 0,0 0,0 0,0 1,1-1,0 1,1 0,-1 0,1 1,3-5,-1 0,1-1,-1 1,1 0,0 0,0-1,1 1,-1-1,1 1,0-1,0 0,0 0,0 1,0-1,1-1,-1 1,1 0,0-1,0 1,0-1,0 0,0 0,1 0,-1 0,0-1,2 1,6 3,0-1,0-1,0 0,1 0,-1-1,1-1,0 0,0 0,2 0,-1-1,1-1,-1 0,1 0,-1-2,0 0,1 0,-1-1,-1 0,1-2,-1 1,1-1,-2-1,1 0,-1-1,0 0,-1-1,1 0,-2 0,1-1,-2-1,1 1,-1-1,-1-1,5-9,-1-11,-1-1,-2 0,-2-1,0 1,-3-1,0 0,-3 0,0 0,-3 0,-3-19,1-1,-2-1,-2 1,-3 0,-2 1,-9-19,8 45,15 26,0 1,0 0,-1-1,1 1,0 0,-1 0,1-1,0 1,-1 0,1 0,0-1,-1 1,1 0,0 0,-1 0,1 0,-1 0,1-1,0 1,-1 0,1 0,-1 0,1 0,0 0,-1 0,1 0,-1 0,1 1,0-1,-1 0,1 0,-1 0,1 0,0 0,-1 1,1-1,0 0,-1 0,1 1,0-1,-1 0,1 1,0-1,0 0,-1 0,1 1,0-1,0 1,0-1,-1 0,1 1,0-1,0 0,0 1,0-1,0 1,0-1,0 1,0-1,0 0,0 1,0-1,0 1,0-1,0 0,0 1,0-1,1 1,-10 127,9-102,4 90,5 0,5 0,19 67,-26-151,1-1,1 1,2-2,9 18,-16-39,1 0,0 0,0 0,1-1,0 0,1 0,0 0,0-1,0 0,1-1,0 1,0-1,1-1,0 0,0 0,5 2,-9-6,0 1,1-1,-1 1,0-2,1 1,-1-1,1 1,-1-1,1-1,-1 1,0-1,1 0,-1 0,0-1,1 1,-1-1,0-1,0 1,-1-1,1 1,0-1,-1 0,0-1,1 1,-1-1,-1 0,3-2,4-6,-1 0,0-1,0 0,-2 0,1-1,-2 0,0 0,0 0,-1-4,18-61,-17 79,-4 18,-2-16,1 10,22 124,-22-131,1 0,0 0,0 0,1 0,-1 0,1 0,0-1,1 1,-1-1,1 0,0 0,0 0,0 0,0-1,1 0,-1 0,1 0,0 0,0-1,0 1,0-2,1 1,1 0,-3-1,0 0,0-1,-1 0,1 0,0 0,0 0,0-1,0 1,0-1,0 0,-1 0,1 0,0-1,-1 1,1-1,-1 0,0 0,1 0,1-2,16-14</inkml:trace>
  <inkml:trace contextRef="#ctx0" brushRef="#br0" timeOffset="2382.689">2666 1661,'-13'-10,"-6"-2</inkml:trace>
  <inkml:trace contextRef="#ctx0" brushRef="#br0" timeOffset="2635.015">1877 1366,'21'-6,"22"-4,24 0,24 0,20 2,12 2,5 3,-20 1</inkml:trace>
  <inkml:trace contextRef="#ctx0" brushRef="#br0" timeOffset="2817.526">3094 1727,'-2'12,"-1"4,1 0,1 0,0 0,1 0,0 0,1 0,1 0,1 0,3 12,-5-25,1 0,-1 0,0-1,1 1,-1-1,1 1,0-1,0 0,0 1,0-1,0 0,1-1,-1 1,0 0,1 0,0-1,-1 0,1 1,0-1,-1 0,1-1,0 1,0 0,0-1,0 1,0-1,0 0,0 0,0 0,0 0,0-1,0 1,0-1,-1 0,1 0,0 0,0 0,-1 0,1-1,0 1,-1-1,1 0,-1 1,0-1,0 0,2-3,9-7,-2-1,1 0,-2 0,0-2,0 1,-1-1,-1 0,-1-1,0 0,-1 0,-1-1,0 0,-1 0,-1 0,-1 0,0-4,-4 0,-10 28,9 1,0-1,0 1,1 0,0 0,0 0,1 0,0 0,0 0,1 0,0 0,0 0,1 0,0 0,1 0,0 0,0 0,1-1,-1 1,2-1,-1 1,1-1,0 0,1 0,-1-1,1 0,1 1,-1-2,1 1,0 0,0-1,1 0,-1-1,4 2,31 13,-3-6</inkml:trace>
  <inkml:trace contextRef="#ctx0" brushRef="#br0" timeOffset="3750.232">3615 1647,'115'254,"-114"-251,-1-1,0 0,1 0,-1 0,1 0,-1-1,1 1,0 0,0 0,-1 0,1-1,0 1,1 0,-1-1,0 1,0-1,1 1,-1-1,1 0,-1 1,1-1,0 0,0 0,-1 0,1 0,0-1,0 1,0 0,0-1,0 1,0-1,0 0,0 1,0-1,0 0,0 0,0-1,0 1,0 0,7-7,0 0,0-1,-1 0,0 0,-1-1,0 1,0-2,-1 1,0-1,0 0,-1-2,3-1,72-133,-80 147,0-1,0 0,0 0,0 1,0-1,0 0,0 0,0 0,1 1,-1-1,0 0,0 0,0 0,0 0,0 1,1-1,-1 0,0 0,0 0,0 0,0 0,1 1,-1-1,0 0,0 0,1 0,-1 0,0 0,0 0,0 0,1 0,-1 0,0 0,0 0,1 0,-1 0,0 0,0 0,0 0,1 0,-1 0,0 0,0-1,1 1,-1 0,0 0,0 0,0 0,0 0,1 0,-1-1,0 1,0 0,0 0,0 0,0-1,1 1,-1 0,0 0,0 0,0-1,0 1,0 0,0 0,0 0,0-1,1 21,-2-17,0 3,0 0,1 1,-1-1,1 1,1-1,-1 0,1 1,0-1,0 0,1 0,0 0,0 0,0 0,1 0,0 0,0-1,0 1,1-1,0 0,0 0,0 0,0-1,1 0,1 2,6-1,1 1,-1-2,1 1,0-2,0 0,0 0,1-1,-1-1,1 0,-1-1,1-1,-1 0,1 0,-1-1,12-4,-12 3,-1-1,1-1,-1 0,0 0,0-1,0-1,-1 0,0 0,8-9,-14 12,0 0,-1 0,1-1,-1 1,0-1,-1 0,1 0,-1-1,0 1,0-1,-1 0,0 1,0-1,0 0,-1 0,0 0,0-1,0 1,-1 0,0 0,0-6,-1 8,0 1,0-1,-1 0,1 1,-1-1,0 1,0 0,0-1,-1 1,1 0,-1 0,1 0,-1 1,0-1,0 1,0-1,0 1,-1 0,1 0,-1 1,1-1,-1 1,0 0,1-1,-1 2,0-1,0 0,0 1,1 0,-1 0,0 0,0 0,0 0,0 1,0 0,1 0,-1 0,0 0,1 0,-1 1,1 0,-1 0,1 0,0 0,-1 0,1 1,1-1,-3 3,2-2,0 0,1 0,-1 1,1-1,0 1,0-1,0 1,1 0,-1 0,1 0,0 0,0 0,0 0,0 0,1 0,0 0,0 0,0 0,0 1,1-1,-1 0,1 0,0 0,1 0,-1 0,0 0,1-1,0 1,0 0,0-1,1 0,-1 1,1-1,-1 0,1 0,0 0,1-1,-1 1,0 0,21 9,0 0,0-2,1 0,0-2,0 0,1-2,0-1,1-1,-1-1,1-2,-1 0,4-2,-23 1,42 3,-1-2,1-2,-1-2,0-3,47-11,-15-17,-77 32,-1 1,1-1,-1 0,1 0,-1 0,0 0,1-1,-1 1,-1 0,1-1,0 0,0 1,-1-1,0 0,1 0,-1 0,0 0,-1 0,1 0,0 0,-1 0,0 0,1 0,-1 0,-1-2,0 1,0 0,0 0,-1 1,1-1,-1 1,0-1,0 1,0 0,-1 0,1 0,-1 0,1 0,-1 1,0-1,0 1,0-1,-1 1,1 0,0 1,-1-1,0 0,0 1,-85-23,85 23,-1 0,0 0,0 1,0-1,0 1,0 0,0 1,0-1,0 1,0 0,0 0,0 1,0-1,1 1,-1 0,1 0,-1 1,1-1,0 1,0 0,0 0,0 0,0 1,1-1,0 1,-1 0,1 0,1 0,-1 0,1 1,-1-1,1 1,0 0,1-1,-1 1,1 0,0 1,1-1,1 1,-1-1,1 0,0 1,1-1,-1 0,1 0,0 0,0 0,0 0,1 0,0-1,0 1,0-1,1 0,-1 0,1 0,0 0,0-1,0 1,1-1,-1 0,1-1,-1 1,1-1,0 0,0 0,0 0,1 0,-1-1,0 0,0 0,1-1,-1 0,1 0,-1 0,0 0,1-1,-1 0,0 0,0 0,1-1,-1 1,0-1,1-1,1 0,0-1,-1 1,1-1,-1-1,0 1,0-1,-1 0,1 0,-1 0,0-1,-1 0,1 0,-1 0,0-1,-1 1,0-1,0 0,0 0,-1 0,0 0,0-1,-1 1,1 0,-2-1,1 1,-1-1,0 8,0-1,1 1,-1-1,0 1,0-1,1 1,-1-1,0 1,0-1,0 0,0 1,0-1,0 1,0-1,0 1,0-1,0 0,0 1,0-1,0 1,-1-1,1 1,0-1,0 1,-1-1,1 1,0-1,-1 1,1-1,0 1,-1-1,1 1,-1 0,1-1,0 1,-1 0,1-1,-1 1,1 0,-1 0,0-1,1 1,-1 0,1 0,-1 0,1 0,-1 0,1 0,-1 0,0 0,1 0,-1 0,1 0,-1 0,1 0,-1 0,0 0,1 1,-1-1,1 0,-1 0,1 1,-1-1,1 0,-1 1,1-1,0 0,-1 1,1-1,-1 1,0 2,0 0,0 0,0-1,1 1,-1 0,1 0,-1 1,1-1,0 0,0 0,0 0,1 0,-1 0,1 0,0 0,0 0,0-1,0 1,0 0,0 0,1-1,0 1,-1 0,1-1,0 0,2 2,66 50,-36-39,0-1,1-3,1 0,0-2,0-2,15 0,47 7</inkml:trace>
  <inkml:trace contextRef="#ctx0" brushRef="#br0" timeOffset="4431.412">6770 1607,'-17'-5,"0"1,0 1,-1 0,1 2,-1 0,-12 1,24 0,0 0,0 1,0 0,0 0,0 1,1-1,-1 1,0 0,1 1,0-1,-1 1,1 0,0 1,1-1,-1 1,0 0,1 0,0 0,0 1,0 0,0 1,2-4,1 0,-1 1,1-1,0 1,0-1,0 1,0-1,0 1,1 0,-1-1,1 1,-1 0,1 0,0-1,0 1,1 0,-1 0,0-1,1 1,0 0,-1-1,1 1,0 0,0-1,1 1,-1-1,0 0,1 1,0-1,-1 0,1 0,0 0,0 0,0 0,0-1,3 2,1 2,1-1,-1-1,1 1,0-1,0 0,0-1,1 0,-1 0,1 0,-1-1,1 0,-1 0,2-1,3-2,-1 0,1 0,0-1,-1-1,0 0,0 0,0-1,0-1,-1 0,0 0,0-1,0 0,-1-1,0 0,-1 0,0-1,0 0,0-1,-2 0,1 0,-1 0,-1 0,1-1,-2 0,0-1,0 1,-1 0,0-1,-1 0,0 0,-1-3,8-46,-2-1,-4-1,-1 1,-4 0,-2-1,-4-2,-10-6,16 70,1 1,0-1,0 1,-1-1,1 1,0 0,-1-1,1 1,0 0,-1 0,1 0,0 0,-1 0,1 0,-1 0,1 1,0-1,-1 0,1 1,0-1,0 1,-1 0,1-1,0 1,0 0,0-1,0 1,0 0,0 0,0 0,0 0,0 0,0 0,0 1,1-1,-1 0,0 0,1 0,-1 1,1-1,0 0,-1 1,1-1,0 0,0 1,0-1,-11 24,1 1,1 0,2 0,1 0,1 1,1 0,1 0,1 0,2 1,1 8,0-11,1 0,1 0,2 0,0 0,2 0,0-1,2 0,4 7,-9-21,1 0,0 0,1-1,0 0,0 0,1 0,0-1,1 0,-1-1,1 1,1-2,0 1,0-1,0 0,1-1,-1 0,1-1,0 0,1 0,4 0,-8-3,0 0,0-1,-1 0,1 0,0 0,0-1,0 0,0-1,-1 1,1-2,-1 1,1 0,-1-1,0 0,0-1,0 1,0-1,-1 0,2-2,9-8,-1 0,0-1,-1 0,-1-1,9-15,-11 16,-2-1,0-1,0 1,-2-1,0 0,-1-1,-1 0,0 0,1-11,-6-4,0 33,0-1,1 1,-1-1,0 1,-1-1,1 0,0 1,0-1,0 1,0-1,0 1,0-1,-1 1,1-1,0 1,0-1,-1 1,1 0,0-1,-1 1,1-1,0 1,-1 0,1-1,-1 1,1 0,-1-1,1 1,-1 0,1 0,-1-1,1 1,-1 0,1 0,-1 0,1 0,-1 0,1 0,-1 0,1 0,-1 0,1 0,-1 0,1 0,-1 0,1 0,-1 0,1 0,-1 1,1-1,-1 0,1 0,-1 1,0-1,-5 6,0 0,0 1,1-1,0 1,0 0,1 0,-1 1,2-1,-1 1,1 0,0 0,1 0,0 0,0 1,0-1,1 1,1 0,-1 0,0 1,1-1,1 1,0-1,0 1,1-1,0 0,0 0,1 0,0 0,1 0,0 0,0-1,1 0,0 0,1 0,-1 0,2-1,3 4,4 3,0-2,1 1,0-2,1 0,1-1,-1-1,1 0,1-1,3 0,23 8</inkml:trace>
  <inkml:trace contextRef="#ctx0" brushRef="#br0" timeOffset="5234.29">2078 2476,'26'158,"-24"-137,5 142,-6-97,3 0,3 0,9 36,-15-94,0-1,1 1,-1-1,1 0,1 1,-1-1,1 0,1 0,-1-1,1 1,0-1,1 1,0-1,-1-1,2 1,-1-1,1 0,0 0,0 0,0-1,1 0,-1 0,1-1,0 0,0 0,0 0,0-1,1 0,-1-1,7 1,8-5,0-1,1-1,-1-2,-1 0,0-1,0-1,0-1,-1-1,-1 0,0-2,0 0,7-9,57-52,-57 42</inkml:trace>
  <inkml:trace contextRef="#ctx0" brushRef="#br0" timeOffset="5479.633">1677 2783,'23'-6,"27"-6,31-2,27-1,17 0,10 2,-1 4,-13 5,-27 3</inkml:trace>
  <inkml:trace contextRef="#ctx0" brushRef="#br0" timeOffset="5931.94">2680 3265,'16'-16,"-1"-2,0 0,-2-1,0 0,0-1,-2 0,-1-1,0-2,-5 12,-1 0,0-1,-1 1,0-1,-1 1,-1-1,1 0,-2 0,0 0,0 0,-1 0,0 0,-1 1,-1-1,0 0,-2-4,4 11,-1 1,1 0,-1 0,0-1,0 1,0 0,-1 0,0 1,1-1,-1 1,0-1,-1 1,1 0,-1 0,1 0,-1 1,0-1,0 1,0 0,0 0,0 0,-1 0,1 1,0 0,-1 0,1 0,-5 0,8 1,0 1,0-1,0 0,0 1,0-1,0 1,0 0,0-1,0 1,0-1,0 1,0 0,0 0,1 0,-1 0,0-1,1 1,-1 0,1 0,-1 0,1 0,-1 0,1 0,0 0,-1 1,1-1,0 0,0 0,0 0,0 0,0 0,0 0,0 0,0 0,0 1,1-1,-1 0,0 0,1 0,-1 0,1 0,-1 0,1 0,-1 0,1 0,0-1,0 1,-1 0,1 0,0 0,0-1,0 1,0 0,0-1,0 1,0-1,0 1,0-1,12 6,0 0,0-2,1 1,-1-2,1 1,0-2,0 0,0-1,13 0,2 1,10 1,-23-3,0 1,-1 1,1 0,0 1,0 0,-1 2,0 0,0 0,2 2,-12-2,0 0,0 1,0-1,-1 1,0 0,0 0,0 1,-1-1,0 1,0 0,-1 0,1-1,-2 2,1-1,-1 0,0 0,0 0,-1 1,0-1,0 0,-1 1,0-1,0 0,-2 5,2 49,1-57,0 0,1 0,0 0,0 0,0-1,0 1,1 0,-1-1,1 1,0-1,0 1,0-1,0 0,1 0,-1 0,1 0,0 0,0-1,0 1,0-1,0 0,1 0,-1 0,1 0,-1 0,1-1,0 0,0 0,-1 0,1 0,0 0,1-1,23 4,1-2,-1-1,1-2,-1-1,0 0,1-3,-1 0,-1-1,1-2,-1-1,0-1,11-7,16-11,-11 2</inkml:trace>
  <inkml:trace contextRef="#ctx0" brushRef="#br0" timeOffset="6682.808">3736 2971,'-14'-5,"0"1,0 0,-1 1,1 1,0 0,-1 1,0 0,1 1,-1 1,-14 3,22-3,0 0,-1 1,1 0,0 1,0-1,0 1,0 1,1-1,-1 1,1 0,0 1,0 0,0 0,1 0,-1 0,1 1,1 0,-1 0,1 0,0 1,-2 5,4-8,1-1,-1 1,1 0,0 0,0 0,1 0,-1 0,1 0,0 0,0 0,0 0,0 0,1 0,0 0,0 0,0 0,0 0,1 0,-1 0,1-1,0 1,0-1,0 1,1-1,-1 0,1 0,0 0,0 0,0 0,0-1,0 1,0-1,1 0,-1 0,1 0,8 4,-1-1,1 0,0 0,1-1,-1-1,1 0,0-1,-1 0,1-1,0-1,0 0,0 0,0-1,0-1,-1 0,1-1,0 0,-1-1,0-1,0 0,0 0,-1-1,0-1,0 1,5-6,-11 7,0 0,0 0,-1 0,0-1,0 1,-1-1,1 0,-1-1,-1 1,1 0,-1-1,0 1,0-1,-1 0,0 0,0 0,-1 1,1-1,-2 0,1 0,-1 0,0 0,0 0,-1 1,0-1,0 1,-1-1,1 1,-1 0,-1 0,-1-3,4 8,0 1,1-1,-1 1,0-1,1 1,-1-1,0 1,0 0,0-1,1 1,-1 0,0 0,0 0,0-1,0 1,1 0,-1 0,0 0,0 1,0-1,0 0,1 0,-1 0,0 0,0 1,0-1,1 0,-1 1,0-1,0 1,1-1,-1 1,0-1,1 1,-1 0,1-1,-1 1,0-1,1 1,-1 0,1 0,0-1,-1 1,1 0,0 0,-1 0,1-1,0 1,0 0,0 0,0 0,0 0,0 0,0-1,0 1,0 0,0 0,0 0,1 0,-1-1,0 1,0 0,1 0,-1-1,1 1,-1 0,1 0,-1-1,2 9,0 0,1 0,0 0,1-1,-1 0,2 1,-1-2,1 1,0 0,1-1,0 0,0 0,0-1,1 1,0-1,0-1,1 0,-1 0,1 0,0-1,1 0,-1 0,1-1,-1 0,1-1,0 0,0 0,0-1,5 0,-8-1,0-1,1 0,-1 0,0-1,0 0,0 0,0 0,-1-1,1 0,-1 0,1 0,-1-1,0 0,0 0,-1 0,1 0,-1-1,0 0,0 0,0 0,-1 0,0-1,0 1,0-1,1-4,3-6,-1 0,0-1,-2 1,0-1,0 0,-2 0,1-11,-5 60,1-16,0 0,1 0,0 0,2 0,0 0,0 0,2 3,-2-16,-1 0,1 0,-1 0,1 0,0 0,0-1,0 1,0 0,1-1,-1 0,1 1,0-1,-1 0,1 0,0-1,0 1,0-1,0 1,0-1,1 0,-1 0,0 0,1-1,-1 1,0-1,1 0,-1 0,1 0,-1 0,0 0,1-1,-1 0,0 1,1-1,-1-1,0 1,0 0,0-1,0 1,0-1,0 0,1-1,7-4,0-1,-1 0,0 0,-1-1,0 0,0-1,-1 0,0 0,0-1,-2 0,1 0,-1 0,-1-1,0 0,0 0,-2-1,1 1,0-9,-5 22,1-1,0 1,-1-1,1 1,-1-1,0 1,1-1,-1 0,1 1,-1-1,1 0,-1 0,0 1,1-1,-1 0,0 0,1 0,-1 0,0 0,1 0,-1 0,0 0,1 0,-1 0,0 0,1 0,-1 0,0-1,1 1,-1 0,0 0,1-1,-1 1,1 0,-1-1,1 1,-1-1,1 1,-1-1,1 1,-1-1,1 1,0-1,-1 1,1-1,0 0,-1 1,1-1,0 1,0-1,-1 0,1 1,0-1,0 0,0 1,0-1,0 0,0 1,0-1,0 0,0 1,1-1,-1 0,0 1,0-1,1 0,-1 1,0-1,1 1,-1-1,-4 6,0 1,0 0,1 0,0 0,0 0,0 1,1-1,0 1,0-1,1 1,0 0,0 0,0 0,1 0,0-1,1 1,-1 0,1 0,1 0,-1-1,1 1,0 0,1-1,2 6,3-1,1-1,0 0,0 0,1-1,0 0,1 0,0-2,0 1,1-1,0-1,0 0,1-1,0 0,-1-1,1 0,1-1,-1-1,0 0,1 0,-1-2,9 0,30 4</inkml:trace>
  <inkml:trace contextRef="#ctx0" brushRef="#br0" timeOffset="7261.262">4899 2783,'8'4,"0"0,-1 0,1 1,-1 0,0 0,0 1,-1 0,1 0,-1 0,0 1,-1 0,0 0,0 1,-1-1,1 1,-2 0,1 0,-1 0,0 1,-1-1,0 1,0 0,0 6,9 50,-3 0,-3 1,-3 0,-2-1,-5 15,2 0,3-1,3 1,6 18,-8-84,0 0,2 0,-1-1,2 1,-1-1,2 0,0 0,1-1,0 1,0-1,2 0,-1-1,2 0,-1 0,1-1,1 0,0 0,0-1,1 0,0-1,1 0,12 5,-20-11,1 0,0-1,-1 0,1 1,0-2,0 1,0-1,0 1,0-1,0-1,0 1,0-1,0 0,0 0,0 0,-1-1,1 1,0-1,-1 0,1-1,-1 1,0-1,0 0,0 0,0 0,0 0,-1-1,0 0,1 0,-1 1,-1-2,1 1,1-4,2-8,-2-1,0 0,-1 0,0-1,-2 1,0 0,-1-1,0 1,-2-1,0 1,-1 0,-1 0,0 0,-6-13,2-2,-2-1,-2 2,0-1,-2 2,-2 0,-1 0,-1 2,-1 0,-1 1,-2 1,0 1,-2 1,-1 1,-1 1,0 1,-19-9,-25-9,69 38,1 0,-1 0,1 0,-1 0,1 0,-1 0,1 0,0 0,0 0,0 0,-1 0,1 0,0 0,0 0,0 0,1 0,-1 0,0 0,0 0,1 0,-1 0,0 0,1 0,-1 0,1 0,-1 0,1 0,-1 0,1 1,0-1,0 0,-1 0,1 1,0-1,0 0,0 1,0-1,0 1,-1-1,1 1,0 0,0-1,0 1,0 0,0-1,1 1,-1 0,0 0,0 0,0 0,0 0,0 0,0 1,0-1,0 0,0 0,242-60,-221 55,86-8,-106 14,0 0,0 0,0 0,0 1,0-1,0 1,0-1,0 1,-1 0,1 0,-1 0,1 0,-1 0,0 0,0 0,0 0,0 0,0 1,-1-1,1 0,0 1,-1-1,0 0,0 1,1-1,-1 0,-1 1,1-1,0 1,-1-1,1 1,0 8,1 0,-2 0,2-1,-1 1,1-1,0 1,1-1,1 1,-1-1,2 0,-1 0,1 0,1-1,0 1,0-1,1 0,2 2,-8-10,1 0,0 0,-1 0,1 0,0-1,0 1,0 0,0 0,-1-1,1 1,0 0,0-1,1 1,-1-1,0 0,0 1,0-1,0 0,0 1,0-1,0 0,1 0,-1 0,0 0,0 0,0 0,0-1,1 1,-1 0,0 0,0-1,0 1,0-1,0 1,0-1,0 1,0-1,0 0,0 1,0-1,0 0,9-13</inkml:trace>
  <inkml:trace contextRef="#ctx0" brushRef="#br0" timeOffset="7514.585">5287 2663,'20'2,"14"1,1 0</inkml:trace>
  <inkml:trace contextRef="#ctx0" brushRef="#br0" timeOffset="7865.492">5661 2262,'5'92,"3"0,5-1,9 21,-16-78,73 336,-79-370,3 15,0 0,1 0,1-1,0 0,1 1,1-2,0 1,0-1,1 0,1-1,1 0,-1 0,3 0,-10-10,1-1,0 1,0 0,0-1,0 1,0-1,0 0,1 0,-1-1,0 1,1 0,-1-1,0 0,1 0,-1 0,0 0,1-1,-1 1,0-1,1 0,-1 0,0 0,0 0,0 0,0-1,0 1,0-1,0 0,-1 0,1 0,1-1,68-82,9-67,-81 152,0 0,0 0,1 1,-1-1,0 0,0 1,1-1,-1 0,0 0,1 0,-1 1,0-1,1 0,-1 0,0 0,1 0,-1 0,1 1,-1-1,0 0,1 0,-1 0,0 0,1 0,-1 0,1 0,-1 0,0-1,1 1,-1 0,0 0,1 0,-1 0,0 0,1-1,-1 1,0 0,1 0,-1 0,0-1,1 1,-1 0,0-1,0 1,0 0,1-1,-1 1,0 0,0-1,0 1,0 0,1-1,-1 1,0 0,0-1,0 1,0-1,0 1,0 0,0-1,2 37,-2-32,0 20,-1-12,0 0,1 1,0-1,1 0,1 1,0-1,1 0,0 0,0 0,2-1,3 10,-6-19,0 0,-1 0,1 1,0-2,0 1,0 0,0 0,1 0,-1-1,0 0,1 1,-1-1,1 0,-1 0,1 0,0 0,-1-1,1 1,0-1,-1 1,1-1,0 0,0 0,1-1,18-3</inkml:trace>
  <inkml:trace contextRef="#ctx0" brushRef="#br0" timeOffset="8111.835">6236 2797,'-14'-2,"-9"-3,-4-4,-6-1,4 0</inkml:trace>
  <inkml:trace contextRef="#ctx0" brushRef="#br0" timeOffset="8367.224">5701 2609,'23'0,"23"0,22-2,18-1,12 0,1 3,-17 2</inkml:trace>
  <inkml:trace contextRef="#ctx0" brushRef="#br0" timeOffset="8368.224">6503 3077,'-2'19,"-1"9,2 4,6-2,7-7,3-6,0-9,-3-10,-4-5</inkml:trace>
  <inkml:trace contextRef="#ctx0" brushRef="#br0" timeOffset="8535.299">6463 2596,'-5'-13,"-3"-10,-1 0</inkml:trace>
  <inkml:trace contextRef="#ctx0" brushRef="#br0" timeOffset="9532.384">4645 684,'171'12,"86"-9,-159-3,1465 40,-71 56,-1213-84,-276-12,-2 0,0-1,0 1,1 0,-1-1,0 1,1 0,-1 0,0 0,1 0,-1 0,0 0,1 1,-1-1,0 0,1 1,-1-1,0 1,0-1,0 1,1-1,-1 1,0 0,0 0,0-1,0 1,0 0,0 0,0 0,-1 0,1 0,0 1,0-1,-1 0,1 0,-1 0,1 1,-1-1,1 0,-1 0,0 1,0-1,0 0,1 1,-4 53,2-1,3 1,9 53,-6-61,99 705,-84-623,9 51,3-2,-8 1,-8 1,-7 125,-9-303,-1 33,-1 0,-2 0,-2 0,-4 12,1-17</inkml:trace>
  <inkml:trace contextRef="#ctx0" brushRef="#br0" timeOffset="11363.972">153 3371,'12'57,"-2"-1,-3 1,-3 1,-2 20,-1-51,5 410,8-332,-14-102,1 0,1 1,-1-1,0 0,1 1,0-1,0 0,0 0,0 0,0 0,1-1,-1 1,1-1,-1 1,1-1,0 0,0 0,0 0,0 0,1-1,-1 1,0-1,1 0,-1 0,1 0,-1-1,3 1,8-1,-1-1,1 0,-1-1,0-1,0 0,0-1,0 0,0-1,3-2,9-3,44-15,0 4,2 2,0 4,0 2,25 2,41 6,-1 7,134 19,-19-1,210-9,36-22,792-5,-705 15,480-29,-817 21,1232-69,-676 76,-590 16,9-6,116-3,-337-4,0-1,0 1,0-1,0 0,1 1,-1-1,0 0,0 0,1 0,-1 0,0 0,0 0,1 0,-1 0,0-1,0 1,0 0,1-1,-1 1,0-1,0 1,0-1,0 1,0-1,0 0,0 0,0 1,0-1,0 0,0 0,-1 0,1 0,0 0,-1 0,1 0,-1 0,1-1,-1 1,1 0,-1 0,0 0,1-1,-1 1,0 0,0 0,0 0,0-1,0 1,0 0,0 0,-1-1,1 1,-1-1,-44-132,21 22,6 0,4-2,5 1,5-1,5 0,5 0,5 0,5 1,5 0,-2-11,-20 91</inkml:trace>
  <inkml:trace contextRef="#ctx0" brushRef="#br0" timeOffset="12532.657">728 5324,'-16'122,"5"1,5 0,5 1,6-1,9 29,-6-42,27 462,-32 442,-12-938,5-66</inkml:trace>
  <inkml:trace contextRef="#ctx0" brushRef="#br0" timeOffset="13110.113">487 5631,'-1'-17,"1"1,0-1,2 0,0 1,1-1,0 1,1 0,1 0,1 0,0 1,1 0,1 0,0 1,10-14,-10 23,0-1,0 1,1 0,-1 1,1 0,0 1,0 0,1 0,-1 1,1 0,-1 0,1 1,-1 0,1 1,0 0,-1 1,1 0,0 0,-1 1,1 0,-1 1,18 1,552 31,-301-23,-198-8,1388 32,191-126,-1072 69,795-50,-810 15,-555 56,-41 7,10-4,-114 30,55-17</inkml:trace>
  <inkml:trace contextRef="#ctx0" brushRef="#br0" timeOffset="14037.372">1958 6193,'-8'-6,"-1"0,1 1,-1 1,0-1,-1 1,1 1,-1 0,1 0,-1 1,0 0,0 0,0 1,0 1,0 0,0 0,0 1,0 0,0 1,0 0,0 0,0 1,1 1,-1-1,1 1,0 1,1 0,-1 0,1 1,0 0,0 0,0 1,1 0,3-3,1 0,0 0,0 1,1-1,-1 0,1 1,0 0,0-1,0 1,1 0,-1 0,1 0,1 0,-1 0,1 0,-1 0,2 0,-1 1,0-1,1 0,0 0,0 0,1 0,-1-1,1 1,0 0,0-1,1 1,-1-1,1 1,0-1,0 0,2 1,17 17,1-2,0-1,2 0,0-2,1-1,0-1,10 3,1 2,2 1,-17-10,0 0,-1 1,-1 2,0 0,-1 1,0 1,11 13,-28-28,0 1,-1 0,1-1,-1 1,1 0,-1 0,0 0,0 0,0 0,0 0,0 0,0 1,-1-1,1 0,-1 0,1 1,-1-1,0 0,0 1,0-1,0 0,0 0,-1 1,1-1,-1 0,0 0,1 1,-1-1,0 0,0 0,0 0,0 0,-1 0,1 0,-1-1,1 1,-1 0,0 0,-10 5,1-1,-1 0,0 0,-1-2,1 1,-1-2,0 0,0 0,0-1,0-1,0 0,-1-1,1 0,0-1,-3-1,8 2,1 0,0-1,0 0,0 0,1-1,-1 0,0 0,1 0,-1-1,1 0,-1 0,0-2,6 4,0 1,1-1,-1 1,1-1,-1 0,0 1,1-1,-1 0,1 1,0-1,-1 0,1 0,0 0,-1 1,1-1,0 0,0 0,0 0,0 0,0 1,0-1,0 0,0 0,0 0,0 0,0 0,0 1,1-1,-1 0,0 0,1 0,-1 1,0-1,1 0,-1 0,1 1,-1-1,1 0,0 1,-1-1,1 1,-1-1,1 1,0-1,0 1,-1-1,1 1,0 0,0-1,0 1,-1 0,2 0,45-20,166-19,-173 36,0-3,0-1,0-2,-1-1,-1-2,28-14,-59 23,0-1,0-1,0 1,-1-1,1 0,-1-1,-1 1,1-1,-1 0,4-7,-7 11,-1 0,0 0,0 0,0-1,0 1,0 0,0-1,0 1,-1 0,1-1,-1 1,0-1,0 1,0-1,0 1,0-1,0 1,-1-1,1 1,-1-1,0 1,0 0,0-1,0 1,0 0,0 0,0 0,-1-1,1 2,-1-1,0 0,1 0,-1 0,0 1,0-1,-1 0,-2-1,0 0,0 0,-1 0,1 1,-1-1,0 1,1 1,-1-1,0 1,0 0,0 0,0 1,0-1,-1 2,1-1,0 1,0-1,0 2,0-1,1 1,-1-1,0 2,1-1,-1 1,1 0,-5 3,5-4,1 1,0 0,-1 0,1 0,1 1,-1-1,0 1,1 0,0 0,0 0,0 0,0 1,1-1,-1 1,1 0,1 0,-1 0,1 0,-1 0,1 0,1 0,-1 0,1 0,0 0,0 0,0 0,1 1,0-1,0 0,0 0,1 3,4 0,0 0,1 0,-1 0,1-1,1 0,-1 0,1-1,1 0,-1-1,1 0,0 0,0-1,0 0,1 0,-1-1,1 0,0-1,0 0,0 0,0-1,4-1,54 10</inkml:trace>
  <inkml:trace contextRef="#ctx0" brushRef="#br0" timeOffset="14678.653">2987 6487,'-12'-1,"1"0,-1 1,1 1,-1 0,1 0,-1 1,1 1,0 0,0 0,0 1,1 0,-1 1,1 0,0 1,0 0,1 1,0 0,0 0,-1 2,9-7,-1 0,0 0,1 0,-1 0,1 1,0-1,0 0,0 1,0-1,0 1,1 0,-1-1,1 1,-1-1,1 1,0 0,0-1,0 1,0 0,1-1,-1 1,1-1,0 1,-1 0,1-1,0 1,0-1,1 0,-1 1,0-1,1 0,0 0,-1 0,2 1,4 3,-1 0,1 0,0-1,1 0,-1 0,1-1,0 0,0 0,8 1,-1 1,1-1,0 0,1-1,-1-1,1-1,-1 0,1-1,0-1,0-1,-1 0,1-1,-1-1,1-1,-1 0,0-1,0 0,-1-1,0-1,0-1,0 0,-1-1,0-1,-1 0,0 0,0-1,-2-1,1 0,-1-1,-1 0,7-11,-6-6,-2-1,0 1,-2-2,-1 1,-2-1,-1 1,-1-1,-2 0,-1 0,-5-25,4 9,-3 0,-1 0,-3 0,-2 1,-1 1,-16-37,26 80,2 0,-1 1,0-1,0 0,-1 0,1 1,0-1,-1 1,0-1,1 1,-1 0,0-1,0 1,-1 0,1 0,0 1,-1-1,1 0,-3 0,4 2,-1 1,0 0,0-1,1 1,-1 0,0 0,1 0,-1 0,1 1,0-1,-1 0,1 1,0-1,0 0,0 1,-1 0,2-1,-1 1,0 0,0-1,0 1,1 0,-1 0,1-1,0 1,-1 1,-5 28,0 1,2-1,2 1,1 0,1 0,2-1,1 1,1 0,2-1,3 9,0 9,2-1,2 0,2-1,2 0,2-2,1 0,3-1,15 20,-29-52,0-1,1 0,0 0,0-1,1-1,0 0,2 1,-9-7,-1-1,0 0,1 0,-1 0,1-1,-1 1,1-1,0 0,-1 0,1 0,0 0,0-1,0 1,0-1,0 0,0 0,0-1,0 1,0-1,-1 0,1 0,0 0,0 0,-1-1,1 1,-1-1,4-2,5-6,-1-1,0 0,-1 0,0-1,0-1,6-12,22-27,15 3,-52 50,0-1,0 0,0 0,0 1,0-1,0 0,0 1,0-1,0 1,0 0,0-1,0 1,0 0,-1-1,1 1,0 0,-1 0,1-1,0 1,-1 0,1 0,-1 0,1 0,-1 0,0 0,1 0,-1 0,0 0,0 0,0 0,1 0,-1 0,0 0,-1 1,1-1,0 0,0 0,0 0,-1 0,1 1,1 57,6 49,-6-104,0 0,0 1,1-1,-1 0,1 0,0-1,0 1,0 0,1-1,-1 1,1-1,0 1,0-1,0 0,1-1,-1 1,0 0,1-1,0 0,0 0,0 0,2 1,61 1,-37-11</inkml:trace>
  <inkml:trace contextRef="#ctx0" brushRef="#br0" timeOffset="14931.133">3923 6300,'-16'-2,"-10"-2,-7-1,-5 0,-2-2,4 0</inkml:trace>
  <inkml:trace contextRef="#ctx0" brushRef="#br0" timeOffset="15118.61">3053 6126,'28'-2,"29"-4,27-2,25 0,19 1,13 2,2 4,-4 7,-27 2</inkml:trace>
  <inkml:trace contextRef="#ctx0" brushRef="#br0" timeOffset="15345.525">4324 6446,'-3'14,"0"-1,2 1,0-1,0 1,1 0,1-1,0 1,1-1,1 3,-2-11,0 1,1-1,0 0,0 0,0 0,0 0,1-1,0 1,0-1,0 1,1-1,-1 0,1 0,0-1,0 1,1-1,-1 0,1 0,-1 0,1 0,0-1,0 0,0 0,2 0,-2-1,0 0,0 0,1-1,-1 1,0-1,0-1,1 1,-1-1,0 1,0-2,0 1,0 0,0-1,0 0,0 0,-1-1,1 1,-1-1,1 0,-1 0,0-1,0 1,-1-1,2-1,5-6,0-1,-1 0,0 0,-1-1,-1 0,0 0,5-13,-6 11,0-1,-1 0,-1 0,0 0,-2 0,1-1,-1-14,-2 31,-1 0,1 0,0 0,0 1,-1-1,1 0,0 0,0 0,-1 0,1 0,0 1,0-1,-1 0,1 0,0 0,0 0,-1 0,1 0,0 0,0 0,-1 0,1 0,0 0,-1 0,1 0,0 0,0-1,-1 1,1 0,0 0,0 0,-1 0,1 0,0-1,0 1,0 0,-1 0,1 0,0-1,0 1,0 0,-1 0,1 0,0-1,0 1,0 0,0 0,0-1,0 1,0 0,0-1,0 1,0 0,0 0,0-1,0 1,0 0,0-1,0 1,0 0,0 0,0-1,0 1,0 0,0 0,0-1,0 1,-12 19,8-13,1-1,0 1,0 0,1 1,-1-1,1 0,1 1,-1-1,1 1,0-1,1 1,0 0,0-1,0 1,1 0,0-1,0 1,0-1,1 1,0-1,1 0,-1 0,1 0,0 0,1 0,-1 0,1-1,0 0,5 5,62 17,-36-24</inkml:trace>
  <inkml:trace contextRef="#ctx0" brushRef="#br0" timeOffset="16313.234">4952 6367,'4'18,"1"-1,1 1,1-1,0 0,1 0,0-1,2 0,0-1,1 0,0 0,1-1,1-1,-11-9,1 0,-1-1,1 0,0 1,1-1,-1 0,0-1,1 1,0-1,-1 1,1-1,0 0,0 0,0-1,1 1,-1-1,0 0,1 0,-1-1,0 1,1-1,-1 0,1 0,-1 0,0 0,1-1,-1 0,0 0,1 0,2-2,9-8,-1-1,-1 0,0-1,-1-1,0 0,9-14,2-1,53-51,-76 79,0 1,0-1,-1 0,1 0,0 1,0-1,0 1,0-1,0 1,0-1,0 1,0 0,0 0,0-1,0 1,0 0,0 0,0 0,1 0,-1 0,0 0,0 0,0 0,0 1,0-1,0 0,0 1,0-1,0 1,0-1,0 1,0-1,0 1,-1 0,1-1,0 1,0 0,-1 0,1-1,0 1,-1 0,1 0,-1 0,1 0,-1 0,1 0,-1 0,0 0,1 0,-1 0,0 0,0 0,0 0,0 0,0 1,0-1,0 0,0 0,0 0,0 0,-1 0,1 0,1 44,-2-39,0 0,0-1,1 1,0 0,0-1,1 1,-1 0,1-1,1 1,-1 0,1-1,0 0,0 1,0-1,1 0,0 0,0 0,0-1,0 1,1-1,0 1,3 1,7 1,1 0,-1-1,2-1,-1 0,0-1,1-1,0 0,0-2,0 1,0-2,0 0,2-1,11 1,-1-2,0 0,1-2,-1-1,0-1,-1-2,0 0,0-2,-1-1,21-12,-41 19,0 0,0 0,-1-1,1 1,-1-1,0-1,-1 1,1-1,-1 1,0-1,3-6,-6 10,0-1,0 1,0-1,-1 1,1-1,0 0,-1 1,0-1,0 1,0-1,0 0,0 1,0-1,0 0,-1 1,0-1,1 1,-1-1,0 1,0-1,0 1,-1-1,1 1,-1 0,1 0,-1 0,0 0,1 0,-1 0,0 0,0 1,-2-2,-2-1,0 0,-1 0,1 0,-1 1,1 0,-1 1,0-1,0 1,0 1,-1-1,1 1,0 0,0 1,-1 0,1 0,0 1,-1-1,1 2,0-1,0 1,0 0,0 0,0 1,0 0,1 0,-1 1,1 0,0 0,0 0,-4 5,8-7,0 0,1 1,-1-1,1 1,-1-1,1 1,0-1,0 1,0 0,0-1,0 1,1 0,-1 0,1 0,0 0,0-1,0 1,0 0,0 0,1 0,-1 0,1-1,0 1,0 0,0 0,0-1,0 1,0-1,1 1,0-1,-1 1,1-1,0 0,0 0,0 0,6 6,0-1,1 0,-1 0,2-1,-1-1,0 1,1-1,9 3,27 6,0-1,0-2,1-3,0-2,1-1,-1-3,1-2,35-4,-47 2,0-1,0-2,-1-1,1-2,-2-1,1-2,-1-2,3-2,-30 11,0 0,0 0,0-1,-1 0,1 0,-2-1,1 1,0-1,-1 0,4-6,-8 10,0-1,1 1,-1 0,0-1,0 1,0-1,0 1,-1-1,1 0,-1 1,1-1,-1 0,0 1,0-1,0 0,-1 1,1-1,0 0,-1 1,0-1,0 1,0-1,0 1,0-1,0 1,0 0,-1-1,0 1,1 0,-1 0,0 0,0 0,-1 0,-3-4,0 2,0-1,0 1,-1 0,0 0,0 0,0 1,0 0,0 1,-1 0,1 0,-1 0,0 1,1 0,-1 1,0 0,0 0,0 0,1 1,-1 0,0 1,1 0,-1 0,1 0,0 1,0 0,0 1,0-1,0 1,1 1,-1-1,1 1,0 0,1 1,-1-1,1 1,0 0,1 0,-1 1,1-1,0 3,3-6,0 0,0 0,0 0,0 0,1 0,-1 0,1 1,0-1,0 0,0 0,1 0,-1 0,1 1,-1-1,1 0,0 0,0 0,1 0,-1 0,1 0,-1-1,1 1,0 0,0-1,0 1,0-1,0 0,1 0,-1 0,1 0,0 0,-1 0,1-1,5 3,-1 0,0-1,1 0,0 0,0-1,0 0,0 0,0-1,0 0,0-1,0 1,6-2,-6 0,-1 0,1 0,-1-1,1 0,-1 0,0-1,0 0,0 0,0-1,0 0,-1 0,0 0,0-1,0 0,0 0,-1-1,0 1,0-1,0 0,-1-1,0 1,0-1,0 0,-1 0,0 0,-1 0,1 0,-1-1,-1 1,1-1,-1-7,0 14,-1 1,0-1,1 0,-1 0,0 0,0 0,0 0,0 1,0-1,1 0,-1 0,-1 0,1 0,0 0,0 0,0 0,0 1,-1-1,1 0,0 0,-1 0,1 1,-1-1,1 0,-1 0,1 1,-1-1,1 0,-1 1,0-1,1 1,-1-1,0 0,0 1,1 0,-1-1,0 1,0 0,0-1,1 1,-1 0,0 0,0-1,0 1,0 0,0 0,0 0,1 0,-1 0,0 1,0-1,0 0,-1 3,-1 0,1 0,0 0,0 0,0 0,0 0,1 1,-1-1,1 1,0-1,0 1,0 0,1-1,-1 1,1 0,0 0,0-1,0 1,0 0,1 0,-1-1,1 1,0 0,0-1,1 1,-1-1,1 1,0-1,-1 0,2 0,-1 0,2 3,6 3,0-1,1 0,0-1,0 0,0-1,1 0,0-1,0 0,1-1,-1 0,1-1,0-1,0 0,68 12,0-4,0-4,61-3,-63-2</inkml:trace>
  <inkml:trace contextRef="#ctx0" brushRef="#br0" timeOffset="17266.223">2840 7704,'-9'-9,"0"0,-1 1,0 0,-1 0,0 2,0-1,0 1,-1 1,0 0,0 1,0 0,-1 0,1 2,-1-1,0 2,0 0,1 0,-1 1,0 1,0 0,0 1,1 0,-1 1,1 0,-1 1,-5 3,12-4,0 1,0 1,0-1,1 1,0 0,0 1,0-1,0 1,1 0,0 0,0 0,0 0,1 1,0 0,0-1,0 6,2-8,0 0,0 0,0 0,0 0,1 1,0-1,0 0,0 0,1 0,-1 1,1-1,0 0,0 0,0 0,1 0,-1 0,1 0,0 0,0-1,1 1,-1-1,1 1,-1-1,1 0,0 0,1 0,-1 0,3 1,1 0,0 0,0-1,0 0,1 0,-1 0,0-1,1-1,0 1,-1-1,1 0,0-1,0 0,0 0,-1 0,1-1,0-1,0 1,-1-1,1 0,-1-1,2-1,9-3,-1-1,-1 0,1-2,-1 0,-1 0,0-2,0 0,4-6,-6 5,0 0,-1-1,-1-1,-1 0,0 0,-1-1,0 0,-1-1,-1 0,-1 0,0 0,-2-1,0 0,0 0,-2 0,0 0,-1-1,-1 1,-1 0,-1-1,0 1,-1 0,-5-15,8 29,-1 1,0-1,0 1,0-1,0 1,0 0,0 0,-1-1,0 1,0 0,0 0,0 1,0-1,0 0,-1 1,1-1,-1 1,0 0,1 0,-1 0,0 0,-1 0,1 1,0-1,0 1,-1 0,1 0,0 0,-1 0,1 1,-1 0,1-1,-1 1,1 0,-1 1,0-1,1 1,0-1,-4 2,1 4,-1 0,1 0,0 0,0 1,1 0,0 0,0 1,1-1,0 1,0 0,1 0,0 1,0-1,1 1,0-1,-1 7,-3 13,1 0,1 0,1 0,1 1,2-1,1 1,1-1,2 3,-2-19,0 1,1-1,0 0,1 0,0-1,1 1,0-1,1 0,0 0,1 0,0-1,1 0,0-1,1 0,0 0,0 0,0-1,1-1,7 4,-4-4,1-1,0 0,0-1,0-1,1 0,0-1,-1-1,1 0,0-1,0-1,0 0,0-1,0 0,0-2,-1 1,1-2,-1 0,0-1,0 0,0-1,0 0,-1-2,0 1,-1-1,0-1,0 0,-1-1,0-1,0 1,-1-1,-1-1,0 0,-1 0,4-8,-10 16,0 0,0-1,0 1,0-1,-1 0,0 1,0-1,0 0,0 0,-1 1,0-1,0 0,0 0,-1 0,0 1,0-1,0 0,0 1,-1-1,1 0,-1 1,0 0,-1-1,1 1,-1 0,0 0,0 1,0-1,0 0,-1 1,1 0,-1 0,0 0,0 0,0 1,0-1,-1 1,1 0,-1 1,1-1,-1 1,0-1,1 1,-1 1,0-1,-3 1,3 0,1 1,-1 0,1 0,0 0,-1 0,1 1,0 0,0 0,0 0,0 0,1 1,-1-1,1 1,-1 0,1 0,0 0,0 1,0-1,1 1,-1-1,1 1,0 0,0 0,0 0,0 0,1 1,-1-1,1 0,0 1,1-1,-1 0,1 1,0-1,0 1,0-1,1 1,-1-1,1 0,0 1,1-1,-1 0,1 0,-1 0,1 0,0 0,1 0,-1 0,1 0,0-1,-1 0,2 1,10 6,0 0,1 0,0-2,1 0,0-1,0 0,1-1,0-1,0-1,0 0,1-1,5 0,68 11</inkml:trace>
  <inkml:trace contextRef="#ctx0" brushRef="#br0" timeOffset="17910.237">4792 8011,'128'-313,"-124"301,0 1,1-1,1 1,0 0,0 1,1-1,0 2,0-1,1 1,1 0,0 0,0 1,2-1,-8 7,0 1,0 0,0-1,1 1,-1 0,0 1,1-1,-1 0,1 1,-1 0,1 0,-1 0,0 0,1 1,-1-1,1 1,-1 0,0 0,1 0,-1 0,0 1,0-1,0 1,0 0,0 0,0 0,-1 0,4 3,1 1,0 1,-1 0,1 1,-1 0,-1 0,0 0,0 0,0 1,2 8,-4-11,0 0,-1 1,1 0,-1-1,-1 1,1 0,-1 0,-1 0,1 0,-1 0,0 0,-1 0,0 0,0 0,0 0,-1 0,0-1,0 1,-1 0,0-1,0 0,0 0,-1 1,4-7,-1 1,1 0,-1-1,1 1,-1 0,0-1,1 1,-1-1,1 1,-1-1,0 0,0 1,1-1,-1 0,0 1,0-1,1 0,-1 0,0 1,0-1,1 0,-1 0,0 0,0 0,0 0,1 0,-1-1,0 1,0 0,0 0,1 0,-1-1,0 1,0 0,1-1,-1 1,0-1,1 1,-1-1,1 1,-1-1,0 1,1-1,-1 0,1 1,-1-1,1 0,0 1,-1-1,-9-41,12 17,2 0,1 0,0 1,2-1,1 1,5-9,-4 6,20-53,-4-1,-3-2,-4 0,2-38,-20 115,1-3,-1 21,0 58,3 0,3 1,3-1,3-1,4 0,9 24,-20-74,1 0,1-1,0 0,1 0,1-1,1 0,0-1,1 0,1 0,0-1,1-1,1 0,0-1,14 10,-27-22,0 0,1 0,-1 0,0 0,1 0,-1 0,1 0,-1-1,1 1,-1-1,1 1,0-1,-1 1,1-1,-1 0,1 0,0 0,-1 0,1 0,0 0,-1 0,1-1,0 1,-1 0,1-1,-1 0,1 1,-1-1,1 0,-1 0,1 0,-1 1,0-2,0 1,1 0,-1 0,0 0,0 0,0-1,0 1,0-2,8-18</inkml:trace>
  <inkml:trace contextRef="#ctx0" brushRef="#br0" timeOffset="18167.625">4899 7356,'27'9,"28"3,26 0,23-3,16 0,6 0,-5 1,-11 6,-18 5,-25-2</inkml:trace>
  <inkml:trace contextRef="#ctx0" brushRef="#br0" timeOffset="18383.561">5862 7676,'-7'21,"2"-12,1 1,1-1,0 1,0 0,1 0,1 0,-1 0,1 0,1 0,0 0,1 0,0 1,0-1,0-8,-1 0,1 0,0 0,0 0,1 0,-1-1,0 1,0 0,1-1,-1 1,1-1,0 1,-1-1,1 0,0 0,0 1,0-1,0 0,0-1,0 1,0 0,0-1,0 1,0-1,0 1,0-1,0 0,1 0,-1 0,0 0,0-1,0 1,0 0,0-1,1 0,71-29,-64 24,-1-1,0 0,0-1,-1 0,0 0,0-1,-1 0,0-1,-1 1,2-4,-5 8,-1 0,1 0,-1-1,0 1,0 0,0-1,-1 1,0-1,0 0,0 0,-1 1,1-1,-2 0,1 0,0 1,-1-1,0 0,-1 1,1-1,-1 1,-1-3,1 5,0-1,-1 1,1 0,-1 0,1 0,-1 0,0 0,0 1,-1-1,1 1,0 0,-1 0,1 0,-1 0,0 0,1 1,-1 0,0 0,0 0,0 0,0 1,0-1,-3 1,-3 0,0 0,0 1,0 0,0 1,0 0,0 0,0 1,-9 4,12-5,0 1,1 0,-1 0,0 0,1 1,0 0,-1 1,2-1,-1 1,1 0,-1 1,1-1,1 1,-1 0,1 0,0 0,0 1,1-1,0 1,0 0,1 0,-1 0,2 1,-1-1,1 0,0 1,2-5,-1-1,1 1,0 0,0-1,1 1,-1-1,1 1,-1-1,1 1,0-1,-1 0,1 0,1 0,-1 0,0 0,0 0,1-1,-1 1,0-1,1 0,0 0,-1 1,1-2,0 1,1 0,73 9,-23-14,-4-3</inkml:trace>
  <inkml:trace contextRef="#ctx0" brushRef="#br0" timeOffset="19111.168">5995 7168,'-5'2,"-1"0,1 1,0-1,0 1,0 0,0 1,0-1,1 1,-1 0,1 0,0 0,1 1,-1-1,1 1,-1 0,2 0,-1 0,0 0,1 1,0-1,0 1,1-1,-1 1,1 0,1-1,-1 1,1 0,0 0,0 0,0 0,1-1,5 14,1-1,1 0,1 0,0 0,1-2,1 1,1-1,0-1,10 10,-10-10,67 83,54 93,-127-181,39 50,-44-58,1 0,-1-1,1 0,-1 1,1-1,0 0,0 0,-1 0,1 0,0 0,0 0,0 0,0-1,0 1,0-1,0 0,1 1,-1-1,0 0,0 0,0 0,0-1,0 1,0 0,0-1,0 1,0-1,0 0,0 0,0 0,0 0,0 0,6-7,-1 0,0-1,-1 0,0-1,0 1,-1-1,0 0,-1 0,0-1,0 1,-1-1,-1 0,0 0,0 0,-1 0,0 0,-2-7,5-130,-4 143,-1 4,1-1,-1 1,1-1,0 1,-1-1,1 1,0-1,0 1,0-1,0 0,1 1,-1-1,0 1,0-1,1 1,-1-1,1 1,0-1,-1 1,1 0,0-1,0 1,0 0,0 0,0-1,0 1,0 0,0 0,1 0,-1 0,0 1,0-1,1 0,-1 0,1 1,-1-1,2 0,142 25,-122-19,-5-3,0 1,-1 1,0 0,0 2,0 0,-1 0,5 4,-16-6,-1 0,0 1,0-1,0 1,0-1,-1 1,0 0,0 1,0-1,-1 0,1 1,-1 0,-1-1,1 1,-1 0,0 0,0 0,-1 0,1 0,-1 0,-1 0,1 0,-2 2,9 63,-6-66,1-1,-1 1,1 0,1-1,-1 1,0-1,1 0,0 0,0 0,0 0,0-1,1 1,0-1,-1 0,1 0,0 0,1 0,-1-1,0 1,1-1,-1 0,1-1,0 1,0-1,0 0,-1 0,6 0,-1 0,0-1,0 0,0-1,0 0,0 0,-1-1,1 0,0 0,-1-1,1-1,-1 1,0-1,0 0,-1-1,3-1,3-5,-1 0,0-1,0 0,-1-1,-1-1,0 1,-1-2,-1 1,0-1,0 0,-2-1,0 0,1-5,-4 67,-4-38,1 1,0-1,0 1,0-1,1 1,1-1,-1 1,2-1,-1 0,1 0,0 0,0 0,1-1,0 1,1-1,0 0,0 0,0 0,1-1,-1 0,2 0,-5-5,0 0,0 0,0 0,0-1,0 1,0-1,0 1,0-1,0 0,0 0,0 0,0 0,0 0,0 0,0 0,0-1,0 1,0-1,0 1,1-2,17-7</inkml:trace>
  <inkml:trace contextRef="#ctx0" brushRef="#br0" timeOffset="19364.051">7358 7289,'-15'3,"-11"-5,0-1</inkml:trace>
  <inkml:trace contextRef="#ctx0" brushRef="#br0" timeOffset="20363.944">7198 5204,'741'-22,"-297"5,249-11,-642 24,-50 5,0-1,0 1,-1-1,1 1,0-1,0 1,-1 0,1 0,-1-1,1 1,0 0,-1 0,1 0,-1-1,0 1,1 0,-1 0,0 0,1 0,-1 0,0 0,0 0,0 0,0 0,0 0,0 0,0 0,0 0,0 0,-1 0,1 0,0 0,0-1,-1 1,1 0,-1 0,1 0,-1 0,1 0,-1-1,0 2,-1 4,-7 40,3 1,1-1,3 1,1 0,4 15,-3-43,19 395,56 295,-27-353,-5 173,-41 133,5-557,-1-82,-6-23,1 1,-1-1,0 0,1 0,-1 0,1 0,-1 0,1 0,-1 0,1 0,-1 0,1 0,-1 0,1 0,-1-1,1 1,-1 0,0 0,1 0,-1-1,1 1,-1 0,0 0,1-1,-1 1,0 0,1-1,-1 1,0 0,1-1,-1 1,0-1,0 1,1 0,-1-1,0 1,0-1,0 1,0-1,0 1,0-1,0 1,0-1,0 1,0 0,0-1,0 1,0-1,0 1,0-1,0 1,0-1,0 1,5-26</inkml:trace>
  <inkml:trace contextRef="#ctx0" brushRef="#br0" timeOffset="22215.799">647 7650,'0'72,"-13"844,-13-310,26-585,-1-3,1 1,0 0,2 0,0-1,1 1,5 17,-7-35,-1 1,1 0,-1-1,1 1,-1 0,1-1,0 1,0-1,0 1,0-1,0 1,0-1,0 0,1 1,-1-1,0 0,1 0,-1 0,1 0,-1 0,1 0,-1-1,1 1,0 0,-1-1,1 1,0-1,0 0,-1 1,1-1,0 0,0 0,-1 0,1 0,0-1,0 1,-1 0,1-1,0 1,0-1,176-76,-93 54,1 3,0 4,1 4,0 4,60 3,-107 3,1379-30,-707 24,886-7,-206-25,191 0,-858 41,-714-1,-1 0,1-1,-1 0,1 0,-1-1,1 0,-1-1,0 0,0-1,5-3,-6 4,0 0,0 0,0 1,0 0,1 0,-1 1,1 0,-1 1,1 0,-1 0,1 1,-1 1,0-1,4 2,27 3,-36-6,0 0,0 0,0-1,0 0,0 1,0-1,-1-1,1 1,0 0,-1-1,1 0,-1 0,1 0,-1 0,0-1,0 1,0-1,0 0,0 0,-1 0,1 0,-1 0,0 0,0-1,0 1,0-1,-1 0,1 1,-1-1,0 0,0 0,0 0,-1 0,1 0,-1 0,0 0,0 0,-1 0,1-1,12-400,-18-135,-3 380</inkml:trace>
  <inkml:trace contextRef="#ctx0" brushRef="#br0" timeOffset="27818.09">795 10591,'0'16,"0"23,0 28,2 30,6 30,3 30,2 30,-1 25,0 18,-2 11,-3-2,-1-9,2-17,1-22,2-22,0-23,2-24,-2-33</inkml:trace>
  <inkml:trace contextRef="#ctx0" brushRef="#br0" timeOffset="28500.664">955 10698,'-4'-23,"-3"-105,9 125,-1 1,1-1,0 0,0 0,0 1,0-1,0 1,0 0,1 0,-1-1,1 1,-1 1,1-1,0 0,0 1,0-1,0 1,0 0,0 0,0 0,0 1,1-1,-1 1,0 0,0-1,1 1,-1 1,0-1,0 0,0 1,1 0,0 0,8-1,756 14,-656-11,1154-3,586-128,-1487 97,1597-100,-1933 130,133-4,81 11,-241-6,12 1,-1 0,1 0,0 1,-1 1,0 0,1 1,4 3,3 6</inkml:trace>
  <inkml:trace contextRef="#ctx0" brushRef="#br0" timeOffset="29161.138">2452 11246,'2'22,"1"20,-2 18,-6 13,-5 7,0 1,1-5,3-17</inkml:trace>
  <inkml:trace contextRef="#ctx0" brushRef="#br0" timeOffset="29415.458">2051 11246,'-14'-5,"1"-1,13 3,23 1,28 2,30 0,24 1,17-3,6-1,-19 1</inkml:trace>
  <inkml:trace contextRef="#ctx0" brushRef="#br0" timeOffset="29678.751">2987 11660,'0'16,"0"12,2 8,4 3,2 1,0-4,1-3,1-8,-1-7</inkml:trace>
  <inkml:trace contextRef="#ctx0" brushRef="#br0" timeOffset="30983.447">2960 11380,'173'56,"-147"-51,1 1,-1 1,0 1,-1 2,0 0,0 2,-1 1,-1 0,0 2,-1 1,0 0,-2 2,16 17,-26-21,-2 0,0 1,-1 0,0 1,-2-1,1 1,-2 0,0 1,-1-1,0 13,-3-28,0 0,-1 1,1-1,0 0,0 1,-1-1,1 1,0-1,0 0,1 1,-1-1,0 1,0-1,1 0,-1 1,1-1,-1 0,1 0,-1 1,1-1,0 0,0 0,0 0,-1 0,1 0,0 0,0 0,1 0,-1 0,0 0,0 0,0-1,0 1,1 0,-1-1,0 1,1-1,-1 0,0 1,1-1,-1 0,1 0,-1 0,0 0,1 0,-1 0,0 0,1 0,-1-1,1 1,-1-1,1 1,9-11,-1 0,0 0,0-1,-1 0,-1 0,0-1,-1 0,0-1,1-6,-3 10,53-125,-58 135,0-1,1 1,-1-1,0 1,0-1,0 1,1-1,-1 1,0 0,1-1,-1 1,0-1,1 1,-1 0,0-1,1 1,-1 0,1 0,-1-1,0 1,1 0,-1 0,1-1,-1 1,1 0,-1 0,1 0,-1 0,1 0,-1 0,1 0,-1 0,1 0,-1 0,1 0,-1 0,1 0,-1 0,1 1,-1-1,1 0,-1 0,1 1,-1-1,1 0,-1 0,0 1,1-1,-1 1,0-1,1 0,-1 1,0-1,1 1,-1-1,0 1,14 28,-14-28,10 31,-7-19,0-1,2 0,-1 0,1 0,1-1,0 0,1 0,0 0,-3-8,0-1,0 0,0-1,0 1,0-1,0 1,1-1,-1 0,0-1,0 1,1-1,-1 0,1 0,-1 0,0-1,1 1,-1-1,0 0,0 0,1-1,-1 1,0-1,0 0,-1 0,1 0,0-1,-1 1,1-1,1-2,-5 5,25-15,-1 0,-1-2,-1-1,0-1,7-9,-26 25,-3 2,0 1,0-1,1 0,-1 0,0 0,1 0,-1 0,1 0,-1 1,1-1,0 0,-1 0,1 1,0-1,-1 0,1 1,0-1,0 1,0-1,-1 1,1-1,0 1,0 0,0-1,0 1,0 0,0 0,0 0,0-1,0 1,0 0,0 0,0 0,0 1,0-1,0 0,-1 0,1 1,0-1,0 0,0 1,0-1,0 1,0-1,-1 1,1-1,0 1,0-1,-1 1,1 0,0 0,-1-1,1 1,0 1,10 29,-9-23,1 1,0-1,1 1,-1-1,1 0,1-1,0 1,0-1,0 0,1 0,0 0,5 3,-5-5,1 0,1-1,-1 1,1-2,0 1,-1-1,2 0,-1-1,0 1,0-2,1 1,-1-1,1-1,-1 1,1-1,-1-1,1 0,-1 0,1-1,-1 1,0-2,0 1,0-1,0-1,0 0,0 0,2-1,0 0,-1-2,0 1,0-1,0 0,-1-1,0 0,0 0,-1-1,0 0,0 0,-1-1,0 1,-1-1,0-1,-1 1,0-1,-1 0,2-6,-4 15,0 0,-1 0,1-1,0 1,-1 0,1 0,-1 0,0-1,0 1,0 0,0-1,0 1,0 0,-1 0,1 0,-1-1,0 1,1 0,-1 0,0 0,0 0,0 0,-1 0,1 0,0 0,-1 1,1-1,-1 0,1 1,-1-1,0 1,0 0,0-1,0 1,0 0,0 0,0 0,0 0,0 1,0-1,-1 1,1-1,0 1,0 0,-1 0,1 0,0 0,0 0,-2 0,0 4,0-1,0 1,0-1,1 1,0 0,0 0,0 1,0-1,0 0,1 1,0 0,0 0,0 0,1-1,-1 1,1 1,0-1,1 0,-1 0,1 0,0 0,0 1,1-1,0 0,0 3,1 1,1 1,0-1,0 0,1-1,0 1,1-1,-1 0,2 0,-1 0,1-1,0 1,1-1,-1-1,1 1,1-1,-1-1,1 1,0-1,0-1,1 1,0-1,-1-1,1 0,0 0,1-1,-1 0,0 0,1-1,-1 0,1-1,-1 0,1-1,2 0,-6 0,0-1,0 0,1 0,-1-1,0 1,-1-1,1-1,-1 1,1-1,-1 0,0 0,0 0,-1-1,1 0,-1 0,0 0,0 0,-1-1,0 1,0-1,0 0,0 0,0-3,4-12,-1 0,0 0,-2 0,-1-1,0 0,-1-8,-8-96,7 126,0-1,-1 0,1 0,0 0,-1 0,1 1,0-1,0 0,0 1,0-1,0 0,0 1,0-1,0 1,0 0,0-1,0 1,0 0,0-1,0 1,0 0,0 0,0 0,0 0,0 0,1 0,-1 0,0 1,0-1,0 0,0 1,0-1,0 0,0 1,0 0,0-1,0 1,0-1,-1 1,1 0,0 0,0-1,-1 1,1 0,0 0,0 0,5 3,6-1,-1 1,0 1,0 0,0 1,-1 0,0 0,0 1,-1 1,0 0,0 0,0 0,-1 1,-1 0,0 1,0 0,0 0,-1 0,-1 1,0 0,0 0,-1 0,-1 1,0-1,0 1,-1 3,-8 111,7-124,-1 0,0 0,1 0,-1 1,1-1,0 0,0 0,0 0,0 0,0 0,0-1,1 1,-1 0,1 0,-1-1,1 1,-1-1,1 1,0-1,0 0,0 0,0 0,0 0,0 0,0 0,0 0,0-1,0 1,0-1,1 0,-1 1,0-1,0 0,0 0,1 0,-1-1,81-15,-68 10,0-1,-1 0,0-1,0-1,-1 0,0-1,0 0,-1-1,-1-1,9-10,-14 16,-1-1,0 0,-1 1,0-2,0 1,0 0,-1-1,0 0,0 1,-1-1,0 0,-1 0,1-1,-2 1,1 0,-1 0,0-1,-1 1,0 0,0 0,-1 0,0-1,0 3,0 1,-1-1,1 1,-1 0,0 0,-1 0,1 0,-1 0,0 1,0-1,-1 1,-3-3,6 6,1 0,-1 0,0 0,0 0,0 0,0 0,0 0,0 0,0 1,0-1,0 1,0-1,0 1,0 0,0 0,0 0,-1 0,1 0,0 1,0-1,0 1,0-1,0 1,0 0,0-1,0 1,0 0,0 0,1 1,-1-1,0 0,1 1,-1-1,1 1,-1-1,0 1,-2 4,0 0,0 0,0 0,0 1,1-1,0 1,1 0,-1 0,1 0,1 0,-1 0,1 0,0 1,1-1,0 0,0 1,1-1,-1 0,1 0,1 1,0-1,0 0,0 0,1-1,0 1,0 0,1-1,-1 0,2 0,-1 0,1 0,-1-1,1 1,1-1,1 1,8 2,1 0,1 0,-1-2,1 0,0-1,1-1,-1 0,1-1,0-1,0-1,-1-1,17-1,32-1</inkml:trace>
  <inkml:trace contextRef="#ctx0" brushRef="#br0" timeOffset="32034.22">4337 12288,'4'16,"3"17,-1 16,-4 11,-4 7,-4 4,-1-2,0-6,2-13</inkml:trace>
  <inkml:trace contextRef="#ctx0" brushRef="#br0" timeOffset="32282.098">3963 12556,'27'-7,"28"-4,26-3,23-1,14 2,5 2,-7 5,-23 2</inkml:trace>
  <inkml:trace contextRef="#ctx0" brushRef="#br0" timeOffset="33782.754">2372 13505,'-1'10,"-1"-6,1 0,0 0,1 0,-1 0,1 0,0 0,0 1,0-1,0 0,1 0,-1 0,1 0,0 1,1-1,-1 0,1 0,-1-4,0 0,0 0,-1 0,1 0,0 0,0 0,0 0,0 0,0-1,-1 1,1 0,0-1,0 1,0 0,-1-1,1 1,0-1,-1 1,1-1,0 0,-1 1,1-1,-1 0,1 1,-1-1,1 0,-1 0,1 1,-1-1,0 0,1 0,-1 0,0 1,0-1,0 0,0 0,1 0,-1 0,2-9,1 1,-1-1,-1 0,0 0,0 0,-1 0,0 0,0 0,-1 0,-1 0,0 0,0 1,-1-1,0 1,-1-1,0 1,0 0,-1 0,0 1,-4-5,5 6,-1 1,0 0,0 0,-1 1,1-1,-1 1,0 0,-1 1,1-1,-1 1,0 1,0-1,0 1,0 1,-1-1,1 1,-1 0,1 1,-1 0,0 0,0 0,0 1,1 0,-1 1,0 0,-4 1,2 1,0 0,-1 1,1 1,1-1,-1 2,1-1,0 1,0 1,0-1,1 1,0 1,1 0,0 0,0 0,0 1,1 0,1 0,-1 1,1-1,1 1,0 0,1 1,-1 3,-1 1,1 2,0-1,1 0,1 1,1 0,1-1,0 1,1 0,0-1,2 1,0-1,0 1,2-1,6 14,-5-16,1-1,1-1,1 1,-1-1,2-1,0 0,0 0,1-1,0 0,1-1,0 0,0-1,1 0,0-1,0 0,1-1,0-1,0 0,0-1,14 2,-6-2,1 0,-1-2,1-1,0 0,0-2,-1 0,1-2,-1 0,1-2,-1 0,0-2,-1 0,9-5,-18 7,0 0,0 0,0-2,-1 1,0-1,0-1,-1 0,0-1,0 0,-1 0,0-1,0 0,-1 0,-1-1,0 0,0-1,-1 0,-1 0,3-9,-11 13,-5 24,6-10,0 0,0 0,1 1,0-1,1 0,-1 1,1-1,0 0,1 1,0-1,0 0,0 1,1-1,-1 0,1 0,1 0,-1 0,1-1,0 1,1-1,-1 1,1-1,0 0,0 0,1-1,0 1,-1-1,1 0,1-1,-1 1,0-1,1 0,0 0,0 0,0-1,4 1,3 1,0-1,0 0,1-1,-1 0,1-1,-1-1,1 0,-1-1,1-1,-1 0,6-1,-13 2,0-1,0 1,0-1,0 0,0-1,-1 0,1 1,-1-2,0 1,0 0,0-1,0 0,0-1,-1 1,0-1,0 1,0-1,0 0,-1-1,0 1,0-1,0 1,-1-1,0 0,1-3,-2 4,-1-1,1 0,-1 0,0 1,0-1,-1 0,0 0,0 1,0-1,-1 0,0 1,0-1,0 1,0 0,-1 0,0 0,0 0,-1 0,1 1,-1-1,0 1,0 0,-1 0,1 0,-1 1,1 0,-3-1,-6-4,1 0,-1 1,-1 1,0 0,0 1,0 1,0 0,0 1,-1 0,-3 1,9 0,0 2,-1-1,1 1,-1 1,1 0,0 0,0 1,-9 2,18-4,0 0,1 1,-1-1,0 0,0 0,0 0,0 1,1-1,-1 0,0 0,0 0,0 1,0-1,0 0,0 0,1 1,-1-1,0 0,0 0,0 1,0-1,0 0,0 0,0 1,0-1,0 0,0 0,0 1,0-1,0 0,-1 0,1 1,0-1,0 0,0 0,0 1,0-1,0 0,-1 0,1 0,0 1,0-1,0 0,-1 0,1 0,0 0,0 1,0-1,-1 0,1 0,0 0,0 0,-1 0,1 0,0 0,0 0,-1 0,1 0,0 0,0 0,-1 0,1 0,0 0,-1 0,24 6,23-4,-1-1,1-2,43-8,84-1,-168 9,0 1,-1 0,1-1,0 2,-1-1,1 0,-1 1,1 0,0 0,-1 0,0 1,1 0,-1 0,0 0,0 0,0 0,0 1,0 0,0 0,-1 0,1 0,-1 0,0 1,0-1,0 1,1 3,3 74,-8-73,0 0,1 0,0 0,0 0,1 0,1 0,-1-1,1 1,3 7,-4-13,0 1,1-1,-1 0,1 0,0 0,0 0,-1 0,1 0,1 0,-1-1,0 1,0-1,1 1,-1-1,1 0,-1 0,1 0,-1 0,1-1,-1 1,1-1,0 1,0-1,-1 0,1 0,0 0,-1-1,1 1,0 0,1-2,77-29,-67 21,0 0,-1-2,-1 1,0-2,-1 0,0 0,0-1,-2 0,0 0,-1-1,0-1,-1 1,-1-1,0-1,-1 1,-1-1,0 1,0-16,-7 67,1 1,2 0,1-1,2 1,3 10,-5-41,0 0,1 1,0-1,0 0,0 0,1 0,-1 0,1 0,1-1,-1 1,0-1,1 0,0 0,0 0,0 0,1-1,-1 0,1 0,0 0,26 12</inkml:trace>
  <inkml:trace contextRef="#ctx0" brushRef="#br0" timeOffset="34614.841">4043 13546,'-3'12,"0"0,1 1,0 0,1-1,1 1,0 0,0-1,2 1,-1 0,2-1,0 0,0 1,1-1,0 0,1-1,1 1,0-1,3 5,-6-13,0 0,0 0,0 0,0-1,0 0,1 1,-1-1,1 0,0-1,-1 1,1-1,0 1,0-1,0 0,0-1,0 1,0-1,0 1,0-1,0-1,0 1,0 0,0-1,0 0,0 0,0 0,0 0,-1-1,1 0,0 1,-1-1,1-1,-1 1,0 0,0-1,0 0,0 1,1-3,7-6,0 0,-1-2,-1 1,0-1,0 0,-2-1,1 0,-2 0,0-1,-1 0,0 0,-1 0,-1 0,0-1,0-10,-5 36,1 0,1 1,0-1,0 0,1 1,0-1,1 0,0 0,0 0,1 0,1 0,0 0,0-1,1 0,0 0,0 0,7 8,-1-9,1 0,0-1,0 0,1-1,0-1,0 0,0 0,0-1,1-1,0 0,0-1,0-1,0 0,0-1,0 0,0-1,-1-1,1 0,0-1,0 0,-1-1,2-1,2 1,1-1,-1-1,0-1,0 0,-1-1,1-1,-2 0,0-1,0-1,0 0,-2-1,1-1,-2 0,0-1,0 0,-1-1,-1 0,0 0,-2-1,1-1,4-16,-3-7,-2-1,-1 0,-3 0,-1 0,-3-1,0 1,-3 0,-5-23,8 63,-2-23,-1 1,-1 0,-1 0,-2 0,0 1,-2-3,9 24,1 0,-1 1,0-1,0 0,0 0,0 0,0 0,-1 0,1 1,0-1,0 0,0 0,-1 0,1 1,0-1,-1 0,1 0,-1 1,1-1,-1 0,1 1,-1-1,1 1,-1-1,0 0,1 1,-1-1,0 1,0 0,1-1,-1 1,0 0,0-1,0 1,1 0,-1 0,0 0,0 0,0-1,0 1,1 0,-1 0,0 1,0-1,0 0,0 0,1 0,-1 1,0-1,0 0,1 1,-1-1,0 0,0 1,1-1,-1 1,0-1,1 1,-1 0,1-1,-1 1,1 0,-1-1,1 1,-1 0,1 0,0-1,-1 1,1 0,0 0,-8 24,1 0,2 1,0 0,2-1,1 1,1 0,1 11,0-17,-3 20,2 0,1 0,3 0,1 1,2-2,1 1,2-1,2 0,2-1,1 0,6 7,-14-35,0 0,1-1,0 0,0 0,1-1,0 1,1-2,-1 1,2-1,-1-1,1 0,0 0,0-1,0 0,1 0,0-2,0 1,0-1,0-1,0 0,1 0,-1-1,0-1,1 0,-1 0,1-1,-1-1,1 0,-1 0,0-1,0-1,6-2,-7 0,-1-1,0 0,0 0,-1 0,0-1,-1 0,1-1,-1 0,-1 0,0-1,0 1,-1-1,0 0,-1-1,0 1,0-1,-1 0,-1 0,0 0,0 0,-1 0,-1 0,0-1,0 1,-1 0,0 0,-1 0,-2-7,-13-23,17 40,0 1,0-1,-1 0,1 1,0-1,-1 0,1 1,-1-1,1 1,0-1,-1 0,1 1,-1-1,0 1,1-1,-1 1,1 0,-1-1,0 1,1 0,-1-1,0 1,1 0,-1 0,0 0,0-1,1 1,-1 0,0 0,0 0,1 0,-1 0,0 0,0 1,1-1,-1 0,0 0,1 0,-1 1,0-1,1 0,-1 1,0-1,1 1,-1-1,1 1,-1-1,0 1,1-1,0 1,-1-1,1 1,-1 0,-4 9,0 1,1 0,0 0,0 0,2 0,-1 1,1-1,1 1,0 0,1 0,0 6,-1-8,1 0,0 0,1 0,0 0,0 0,1 0,0 0,1 0,0 0,1-1,0 1,0-1,1 0,0-1,0 1,1-1,1 0,-1 0,1-1,0 0,1 0,0 0,0-1,0 0,1-1,6 3,31-6,-31-7</inkml:trace>
  <inkml:trace contextRef="#ctx0" brushRef="#br0" timeOffset="34869.162">4858 13238,'30'-4,"30"-2,25 0,19 1,9 4,-13 2</inkml:trace>
  <inkml:trace contextRef="#ctx0" brushRef="#br0" timeOffset="35431.13">5794 13719,'12'-75,"-3"-1,-3-42,1-5,-6 121,0 1,0 0,0 0,0-1,0 1,0 0,1 0,-1 0,0 1,1-1,-1 0,1 0,-1 1,1-1,-1 1,1-1,-1 1,1 0,0-1,-1 1,1 0,-1 0,1 0,0 0,-1 1,1-1,-1 0,1 1,-1-1,1 1,-1-1,1 1,-1 0,1 0,-1 0,0-1,1 1,0 1,5 1,213 97,-214-98,-1 0,0 0,0 1,-1 0,1 0,-1 0,1 1,-1-1,0 1,0 0,-1 1,1-1,-1 0,0 1,0 0,0 0,-1 0,0 0,0 0,0 0,0 0,-1 1,0-1,0 1,-1-1,1 1,-1-1,0 1,-35 132,35-137,0 1,0 0,0-1,0 1,0 0,0-1,0 1,1 0,-1-1,1 1,-1 0,1-1,0 1,-1-1,1 1,0-1,0 1,0-1,0 0,0 1,1-1,-1 0,0 0,0 0,1 0,-1 0,1 0,-1 0,1-1,-1 1,1 0,0-1,-1 1,1-1,0 0,-1 0,1 1,0-1,-1 0,1 0,0-1,71-11,-55 7,-1-2,0 0,-1-1,1-1,-1-1,-1 0,0-1,10-10,-19 17,-1-1,-1 0,1-1,-1 1,1-1,-2 0,1 0,-1 0,1-1,-2 1,1-1,-1 1,0-1,0 0,-1 0,0 0,0 0,-1 0,0 0,0 0,-1 0,1 0,-2 0,1-2,0 4,0 1,0 0,0-1,-1 1,1 0,-1 0,0 0,0 0,-1 0,1 0,-1 0,0 1,0-1,0 1,0 0,0 0,-1 0,0 1,1-1,-1 1,0 0,0 0,0 0,0 0,-1 1,1-1,0 1,-1 0,1 1,-1-1,1 1,-1 0,1 0,-1 0,1 1,-1-1,1 1,-1 0,1 0,0 1,0 0,-2 0,0 3,1 1,0 0,0-1,0 2,1-1,0 0,0 1,1 0,0 0,0 0,0 0,1 0,0 1,0-1,1 1,0-1,1 1,0 0,0-1,0 1,1 0,0-1,0 1,1-1,0 0,1 1,-1-1,1 0,1 0,-1-1,5 7,-1-5,1-1,0 0,0 0,0 0,1-1,0 0,0-1,1 0,-1-1,1 0,0 0,0-1,1 0,0 0,154 17,90-28,-135-6</inkml:trace>
  <inkml:trace contextRef="#ctx0" brushRef="#br0" timeOffset="36616.361">7787 10230,'1057'-22,"-977"18,567-11,-586 23,-59-6,-1 1,0-1,1 0,-1 0,0 1,0-1,0 0,-1 1,1-1,0 1,-1-1,0 1,0-1,1 1,-1-1,-1 1,1-1,0 1,-1-1,1 1,-1-1,0 1,0-1,0 1,0-1,0 0,0 0,-1 0,0 2,-3 8,-11 50,2 1,4 0,2 0,3 1,2 0,6 53,-2-57,14 771,-14-717,3 263,19 20,-6-223,32 479,-48-410,-16 73,12-279,-4 61,4 0,4 3,2-83,-3-18,0 0,1 0,-1 0,0 0,0-1,0 1,0 0,0 0,0 0,0 0,0 0,1 0,-1 0,0 0,0-1,0 1,0 0,0 0,1 0,-1 0,0 0,0 0,0 0,0 0,0 0,1 0,-1 0,0 0,0 0,-2-20,-2-5</inkml:trace>
  <inkml:trace contextRef="#ctx0" brushRef="#br0" timeOffset="38534.5">902 13211,'0'53,"-13"457,-83 276,81-527,15-257,0 0,-1 0,1 0,-1 0,1 1,0-1,0 0,-1 1,2-1,-1 0,0 0,0 1,1-1,-1 0,1 0,0 0,0 0,0 1,0-1,0 0,0-1,0 1,1 0,-1 0,1 0,-1-1,1 1,0-1,-1 1,1-1,0 0,0 0,0 1,0-1,0-1,0 1,0 0,1 0,-1-1,102-30,-55 11,26-2,0 4,1 2,1 4,70 0,315 11,-354 3,169-3,22-14,99-8,355 26,-509 11,456 21,149-33,275 8,323 5,-1052-17,363-27,-507 29,-92 26,-157-28,1-1,-1 1,1-1,-1 0,0 0,0 0,0 0,0 0,0-1,0 1,0-1,-1 1,1-1,-1 1,0-1,0 0,0 0,0 0,0 0,-1 0,1 1,-1-1,0 0,1 0,-2 0,1 0,0 0,0 0,-1 0,0 0,0 0,0 0,0-2,-1-12,6-417,-2 368</inkml:trace>
  <inkml:trace contextRef="#ctx0" brushRef="#br0" timeOffset="41601.596">14082 150,'26'2,"25"3,28 6,25 2,20 3,11 1,1 4,-6 2,-17 4,-27-2</inkml:trace>
  <inkml:trace contextRef="#ctx0" brushRef="#br0" timeOffset="41850.29">14217 1808,'16'9,"18"3,23 0,23-3,24-5,17-5,10-3,1 0,-10 0,-26 1</inkml:trace>
  <inkml:trace contextRef="#ctx0" brushRef="#br0" timeOffset="42831.607">17305 297,'3'-9,"2"40,34 333,-12 135,-1-2,83 350,-77-654,-9 2,-3 96,-27-186,0-86,1-15</inkml:trace>
  <inkml:trace contextRef="#ctx0" brushRef="#br0" timeOffset="43395.632">17452 511,'-6'-41,"2"-1,2 1,1-1,3 1,3-19,-3 50,1-1,0 0,1 1,0 0,1 0,0 0,0 0,1 1,0 0,1 0,0 1,0 0,1 0,0 0,0 1,1 0,0 1,0 0,0 0,1 1,1 0,14-6,-1 1,1 2,1 0,0 1,0 2,0 1,0 1,8 1,147-1,161 21,-271-13,950 50,-49-50,374 13,-1110-5,88 22,-201-5,-101-14,-17-1</inkml:trace>
  <inkml:trace contextRef="#ctx0" brushRef="#br0" timeOffset="43982.068">18615 978,'-5'16,"-1"15,1 12,0 12,2 6,1 6,3-1,6-4,9-8,10-11,13-11,10-10,9-12,3-11,1-11,-11-3</inkml:trace>
  <inkml:trace contextRef="#ctx0" brushRef="#br0" timeOffset="44235.401">18535 1166,'20'5,"21"1,17-1,12-4,5-7,0-5,-14-1</inkml:trace>
  <inkml:trace contextRef="#ctx0" brushRef="#br0" timeOffset="44534.436">18615 819,'13'-12,"21"-3,21 0,19 4,12 2,-8 4</inkml:trace>
  <inkml:trace contextRef="#ctx0" brushRef="#br0" timeOffset="44882.48">19163 1460,'28'-24,"-2"-2,-1 0,-1-2,-1-1,-2-1,-1 0,-1-2,-2 0,-1-1,-1-1,7-27,-18 45,0 0,-1 0,-1 0,-1 0,0 0,-1 0,0 0,-2-1,0 1,0 0,-2 0,0 1,-2-6,5 19,0-1,0 1,0-1,0 1,0 0,0 0,0 0,-1-1,1 1,-1 0,0 1,0-1,1 0,-1 0,0 1,0-1,-1 1,1 0,0 0,0 0,-1 0,1 0,0 0,-1 0,1 1,-1-1,1 1,-1 0,1 0,-1 0,1 0,-1 0,0 0,1 1,0-1,-2 1,-4 6,-1-1,1 2,0-1,1 1,0 0,0 1,1-1,0 1,0 1,1-1,0 1,1 0,0 0,1 0,0 1,0-1,1 1,0 10,-4 6,1 1,2 1,1-1,1 0,2 1,0-1,2 0,1 0,3 5,-4-19,0-1,1 0,1 0,0 0,0 0,2-1,-1 0,2 0,-1-1,2 0,0 0,0-1,0 0,1-1,1 0,0 0,0-1,0-1,12 6,-14-8,0-1,0 0,1 0,-1-1,1-1,0 1,0-1,0-1,0 0,0 0,0-1,0-1,0 1,0-2,0 1,0-1,0-1,0 0,-1 0,1-1,-1 0,0-1,0 0,-1 0,1-1,-1 0,0 0,-1-1,0 0,0 0,0-1,-1 0,0 0,0-1,-1 1,-1-1,2-3,-3 4,0 0,0-1,-1 1,0 0,-1-1,1 0,-2 1,1-1,-1 0,-1 1,1-1,-2 0,1 1,-1-1,0 1,-1 0,0-1,0 1,-3-4,5 11,1 0,-1 0,0 0,0 0,0 0,1 0,-1 0,0 0,0 0,-1 0,1 0,0 0,0 1,0-1,0 0,-1 1,1-1,0 1,-1 0,1-1,0 1,-1 0,1 0,0 0,-1 0,1 0,-1 0,1 0,0 0,-1 1,1-1,0 0,-1 1,1-1,0 1,0 0,0-1,-1 1,1 0,0 0,0 0,0 0,0 0,-33 51,31-44,1 1,0-1,0 0,1 0,0 1,0-1,1 1,0-1,1 1,-1-1,2 1,-1-1,1 0,1 0,-1 1,1-2,1 1,-1 0,1-1,1 1,-1-1,1 0,1-1,-1 1,1-1,4 4,32 19,-1-6</inkml:trace>
  <inkml:trace contextRef="#ctx0" brushRef="#br0" timeOffset="46448.809">20112 1259,'-6'11,"1"1,0-1,0 1,1 0,0 0,1 0,1 0,0 1,0-1,1 12,1-18,1 0,-1 0,1 0,0 0,1 0,-1-1,1 1,0 0,1-1,-1 0,1 1,0-1,0 0,1-1,0 1,-1-1,1 1,1-1,-1 0,1 0,0-1,-1 0,1 1,1-2,-2 1,1 0,0-1,0 0,1 0,-1 0,0-1,1 1,-1-1,1-1,-1 1,1-1,-1 0,1 0,-1-1,1 1,-1-1,1 0,-1-1,0 1,0-1,1 0,-1-1,-1 1,1-1,0 0,0 0,-1 0,0-1,0 0,0 0,0 0,0 0,-1 0,0-1,0 1,0-1,-1 0,1-1,3-6,-2 1,0-1,0 0,-1 0,0-1,-1 1,-1-1,0 1,0-1,-2-8,1 21,0 0,-1 0,1 1,-1-1,1 0,0 0,-1 0,1 0,-1 0,1 0,-1 0,1 0,0 0,-1 0,1 0,-1 0,1 0,0 0,-1 0,1 0,-1 0,1 0,0-1,-1 1,1 0,-1 0,1 0,0-1,-1 1,1 0,0-1,0 1,-1 0,1 0,0-1,-1 1,1-1,0 1,0 0,0-1,0 1,-1-1,1 1,0 0,0-1,0 1,0-1,0 1,0 0,0-1,0 1,0-1,0 1,0-1,0 1,1 0,-17 34,14-29,0 0,1 0,-1 1,1-1,0 0,1 0,0 1,-1-1,1 0,1 0,-1 1,1-1,0 0,0 0,1 0,0 0,0 0,0 0,0 0,1 0,-1-1,1 0,0 1,1-1,-1 0,1 0,0-1,0 1,0-1,0 0,2 1,1-1,0 0,0 0,0-1,0 0,1 0,-1-1,1 0,0 0,-1-1,1 0,-1 0,1-1,0 0,-1 0,1 0,-1-1,0-1,0 1,1-1,-2 0,1-1,0 0,-1 0,1 0,-1-1,0 0,-1 0,1 0,-1-1,0 0,-1 0,1 0,-1 0,0-1,-1 0,1 0,0-3,11-44,-16 59,0-1,1 0,0 1,-1-1,2 1,-1-1,0 1,1-1,0 0,0 1,0-1,0 0,1 0,0 1,0-1,0-1,0 1,1 0,-1 0,1-1,0 0,0 1,0-1,1 0,-1 0,1-1,-1 1,2-1,5 5,1-2,0 1,0-2,0 1,1-1,0-1,0 0,0-1,11 1,-8-2,-1 0,1 0,-1-2,1 0,-1 0,1-2,-1 0,0 0,0-1,0-1,0 0,-1-1,0-1,0 0,-1 0,0-1,0-1,-1 0,8-8,-16 14,0-1,0 0,0 0,0 0,0-1,-1 1,0-1,0 1,0-1,-1 0,1 0,-1 1,0-1,-1 0,1 0,-1 0,0 0,0 0,-1 0,1 0,-1 0,0 0,0 0,-1 0,0 1,1-1,-2 1,1-1,0 1,-1 0,0-1,0 1,0 1,0-1,-1 0,1 1,-1 0,0 0,0 0,0 0,-1 1,1-1,-1 1,1 0,-5-1,5 3,-1-1,1 1,-1 0,1 1,-1-1,1 1,-1 0,1 0,0 0,-1 1,1-1,0 1,0 0,0 0,0 1,0-1,1 1,-1 0,1-1,0 2,-1-1,1 0,1 1,-1-1,0 1,1 0,0 0,0 0,0 0,0 0,1 1,0-1,0 0,0 1,0-1,1 1,-1-1,1 1,0-1,1 1,-1-1,1 1,0-1,0 1,0-1,1 0,-1 0,1 1,1 0,3 4,2 1,-1-1,1-1,1 0,-1 0,1 0,1-1,0 0,0-1,0 0,0-1,1 0,0-1,0 0,0 0,1-1,-1-1,1 0,-1 0,1-1,0-1,9-1,-13 2,0-1,0 0,1 0,-1-1,0 0,0 0,0-1,0 0,0-1,-1 0,1 0,-1 0,1-1,-1 0,0-1,-1 1,1-1,-1-1,0 1,0-1,-1 0,1 0,-1-1,-1 0,1 0,-1 0,0 0,-1-1,0 1,1-3,0-52,-5 62,0 0,0 0,0 0,1 0,-1 0,0 0,0 1,1-1,-1 0,0 1,0-1,1 0,-1 1,0-1,1 1,-1-1,0 1,1-1,-1 1,1-1,-1 1,1 0,-1-1,1 1,0 0,-1-1,1 1,0 0,-1 0,1 0,0-1,0 1,0 0,0 0,0-1,0 1,0 0,-4 9,0 0,2 0,-1 1,1-1,0 0,1 1,1 0,-1-1,2 1,0 8,0-15,-1-1,1 1,0-1,0 1,0-1,0 1,1-1,-1 0,1 0,0 0,0 0,0 0,0 0,1 0,-1-1,1 1,-1-1,1 0,0 0,0 0,0 0,0 0,1-1,-1 1,0-1,1 0,-1 0,1 0,-1 0,1-1,-1 1,1-1,2 0,4-1,0 0,1-1,-1 0,0-1,0 0,0 0,-1-1,1 0,-1-1,0 0,0-1,-1 0,1 0,-1-1,0 0,-1 0,0 0,0-1,-1-1,0 1,0-1,-1 0,0 0,0 0,-1-1,-1 0,1 0,-2 0,1-1,-5 22,0-1,0 0,1 0,0 0,0 0,1 0,0 0,1 0,2 8,-1-12,1 0,0 0,0 0,0 0,1-1,0 1,0-1,0 0,1 0,-1-1,1 1,0-1,1 0,-1-1,1 1,0-1,-1 0,1 0,1-1,-1 0,0 0,1 0,-1-1,1 0,-1 0,1-1,-1 1,1-1,0-1,-1 1,1-1,-1-1,1 1,-1-1,0 0,0 0,0-1,0 0,0 0,0 0,-1-1,1 0,1-2,6-8,-1 0,-1-1,-1-1,0 0,-1 0,0 0,-1-1,-1-1,-1 1,-1-1,0 0,-1 0,-1-1,-1 1,-1-1,0-17,6-49,-4 0,-4-1,-9-59,-13 59,22 85,0 0,-1 0,1 0,0 0,0 0,-1 0,1 0,-1 0,1 1,-1-1,1 1,-1-1,1 1,-1-1,0 1,1 0,-1 0,1 0,-1 0,0 0,1 0,-1 1,1-1,-1 0,1 1,-1-1,1 1,-1-1,1 1,-1 0,1 0,-1 0,1 0,0 0,0 0,0 0,-1 0,1 0,0 0,0 1,0-1,1 0,-1 1,0-1,1 1,-1-1,0 1,1-1,0 1,-1 0,-12 22,1 0,1 1,2 0,0 1,1 0,2 1,1 0,1 0,0 8,0-8,1 0,1 0,1 0,2 0,0 0,2 0,1 0,1-1,1 1,2-1,0-1,2 1,1-1,0-1,2 0,1-1,1 0,1-1,2 1,-14-19,-1 1,1-1,0 1,0-1,0 0,1 0,-1-1,1 0,0 1,0-1,0-1,0 1,1-1,-1 0,1 0,0-1,-1 0,1 0,0 0,0 0,-1-1,1 0,0 0,0-1,0 0,-1 0,1 0,0 0,-1-1,1 0,-1 0,0-1,1 1,-1-1,0 0,-1-1,1 1,0-1,4-12,0 1,0-1,-2 0,0-1,-1 1,-1-1,0-1,-1 1,-1-1,-1 1,0-1,-2 0,0-9,-6-15,5 42,0 0,0 0,0 0,1 0,-1 1,0-1,0 0,1 1,-1-1,0 0,1 1,-1-1,0 1,1-1,-1 1,1-1,-1 1,0 0,1-1,0 1,-1 0,1-1,-1 1,1 0,0-1,-1 1,1 0,0 0,0 0,0-1,0 1,0 0,0 0,-5 13,1 0,1 0,1 1,0-1,1 0,0 1,1 0,1-1,0 1,1-1,0 0,1 1,1-1,1 0,1 4,-4-14,0 0,-1 0,1 0,1-1,-1 1,0-1,1 1,0-1,0 0,0 0,0 0,0 0,0-1,1 1,0-1,-1 0,1 0,0 0,0-1,0 1,0-1,0 0,0 0,0 0,1-1,-1 1,0-1,0 0,1-1,-1 1,1-1,10-7</inkml:trace>
  <inkml:trace contextRef="#ctx0" brushRef="#br0" timeOffset="46701.159">21703 952,'27'-7,"30"-2,25 0,20 5,8 4,-4 3,-19 1</inkml:trace>
  <inkml:trace contextRef="#ctx0" brushRef="#br0" timeOffset="47461.189">20219 2356,'-18'-6,"0"2,-1 0,1 1,-1 0,0 2,0 0,0 1,0 1,13 0,0-1,-1 2,1-1,0 0,-1 1,1 0,0 1,1-1,-1 1,0 0,1 1,-1-1,1 1,0 0,0 1,1-1,-1 1,1 0,0 0,0 0,1 0,0 1,-1-1,-1 7,4-9,0 0,0 0,0-1,0 1,1 0,-1 0,1 0,0 0,0 0,0 1,0-1,0 0,1 0,-1 0,1 0,0-1,0 1,0 0,0 0,0 0,1-1,-1 1,1 0,0-1,0 0,0 1,0-1,0 0,0 0,1 0,-1 0,2 0,4 3,0 0,1-1,-1 0,1 0,0-1,0 0,1 0,-1-1,9 0,-6 0,0-1,1 0,-1-1,0 0,1-1,-1 0,0-1,0-1,0 0,0 0,0-1,0-1,-1 0,0-1,0 0,-1 0,1-1,-2 0,1-1,-1 0,0-1,0 0,-1 0,0-1,-1 0,0-1,-1 1,0-1,-1 0,0-1,0 0,0-14,-1 0,0-1,-2 0,-2 0,0 1,-1-1,-2 0,-1 1,-1-1,-2-1,-19-38,26 64,-1 0,0 0,0 1,-1-1,1 0,0 1,-1-1,1 1,0 0,-1-1,0 1,1 0,-1 0,0 0,0 0,1 0,-1 0,0 0,0 1,0-1,0 1,0-1,0 1,0 0,0 0,0 0,0 0,0 0,0 0,0 1,-2 0,-2 3,0 0,1 1,-1 0,1 0,0 1,1-1,-1 1,1 0,0 0,0 1,1-1,0 1,0 0,1 0,0 0,0 0,0 0,1 0,0 1,1-1,-1 2,0 4,1 0,1 0,0 0,0 0,1 0,1 0,0 0,1-1,0 1,1-1,0 0,1-1,0 1,1-1,1 0,0-1,0 1,0-2,2 1,5 4,0-1,0 0,2-1,-1 0,1-2,1 0,0-1,0-1,0 0,1-2,1 0,-1-1,1-1,4 0,-18-2,0-1,0-1,0 1,0-1,0 0,0 0,0-1,0 1,0-1,0-1,0 1,0-1,-1 0,1 0,-1-1,1 0,-1 0,0 0,0-1,0 1,0-1,-1 0,0 0,0-1,0 0,0 1,-1-1,1 0,-1-1,0 1,-1 0,2-6,-2 4,0 1,-1-1,0 0,0 1,-1-1,0 0,0 0,-1 1,1-1,-2 0,1 1,-1-1,1 1,-2 0,1-1,-1 1,0 0,0 0,-1 1,0-1,0 1,0 0,0 0,-5-4,8 7,-1 1,1 0,-1 0,1 0,-1 0,1 0,-1 0,0 0,1 1,-1-1,0 0,1 1,-1 0,0-1,0 1,0 0,0 0,1 0,-1 0,0 0,0 0,0 0,1 1,-1-1,0 1,0-1,1 1,-1 0,0 0,1 0,-1 0,1 0,-1 0,1 0,-1 0,1 1,0-1,0 0,0 1,-1 0,0 2,0 0,0-1,0 1,0 0,1 0,-1 0,1 1,1-1,-1 0,0 0,1 0,0 1,0-1,0 0,0 1,1-1,0 2,2 2,0 0,0-1,1 1,0-1,0 0,1 0,0 0,0 0,0-1,1 0,0 0,0-1,1 1,0-1,0-1,0 1,0-1,13 7,0-2,0 0,1-1,1 0,17 2,46 6,-5-6</inkml:trace>
  <inkml:trace contextRef="#ctx0" brushRef="#br0" timeOffset="48152.378">22452 2128,'0'14,"0"11,2 10,1 9,2 4,3-1,-1-2,2-10,-2-10</inkml:trace>
  <inkml:trace contextRef="#ctx0" brushRef="#br0" timeOffset="48396.718">22452 1968,'-9'-16,"-8"-7,-3-5,2 5,11 11,13 14,12 14,4 4</inkml:trace>
  <inkml:trace contextRef="#ctx0" brushRef="#br0" timeOffset="48669.514">22812 2330,'13'-11,"-1"1,0-1,-1-1,0 0,-1 0,-1-1,0-1,0 1,-2-1,1-1,-2 1,3-9,-9 21,1 0,0 0,-1 1,1-1,-1 0,1 0,-1 0,0 0,0 0,0 0,0 0,0 0,-1 0,1 0,0 0,-1 0,0 0,1 1,-1-1,0 0,0 0,0 1,0-1,0 0,0 1,0-1,-1 1,1 0,-1-1,1 1,-1 0,1 0,-1 0,0 0,0 0,1 0,-1 0,0 1,0-1,0 1,0-1,0 1,0 0,0 0,0 0,1 0,-1 0,-1 0,-6 2,0 1,1 0,-1 0,1 1,0 0,0 0,0 1,0 0,1 0,0 1,0 0,1 0,-1 1,2 0,-1 0,1 0,0 1,0 0,1 0,0 0,0 0,1 1,0-1,0 1,0 4,2-7,1-1,-1 1,1-1,0 0,0 1,1-1,-1 1,1-1,1 0,-1 1,1-1,-1 0,2 0,-1 0,0 0,1-1,0 1,0-1,0 0,1 1,0-1,-1-1,1 1,1 0,-1-1,0 0,1 0,0 0,2 0,7 4,1 0,1-1,-1-1,1 0,0-1,0-1,0 0,1-1,1-1,35 0</inkml:trace>
  <inkml:trace contextRef="#ctx0" brushRef="#br0" timeOffset="49118.98">23374 2062,'-5'-4,"-1"1,0 0,0 1,-1-1,1 1,0 0,-1 1,1 0,-1 0,0 0,1 0,-1 1,1 1,-1-1,0 1,1 0,-1 0,1 1,-1 0,1 0,0 0,0 1,-2 1,6 0,0-1,1 1,-1 0,1 0,0-1,0 1,1 0,-1 0,1 0,-1 0,1 0,1 0,-1 0,1 0,-1 0,1 0,0 0,0 0,1-1,-1 1,1 0,0-1,0 1,0-1,0 0,1 0,-1 0,1 0,0 0,0 0,2 1,22 24,0-2,2-1,0-1,10 3,64 56,-101-83,-1 1,0 0,1-1,-1 1,0 0,0 0,0-1,0 1,1 0,-1 0,0 0,-1 1,1-1,0 0,0 0,0 0,-1 1,1-1,-1 0,1 1,-1-1,1 0,-1 1,0-1,0 1,1-1,-1 1,0-1,0 0,-1 1,1-1,0 1,0-1,-1 1,1-1,-1 0,1 1,-1-1,1 0,-1 0,0 1,-1 0,-6 1,-1 0,0-1,0 0,0 0,0-1,0 0,-1-1,1 0,0 0,0-1,0 0,-1-1,-7-2,14 4,0 0,0 0,-1-1,1 1,0-1,0 0,0 0,0 0,0 0,0-1,1 1,-1-1,0 0,1 0,-1 0,1 0,0 0,-1 0,1-1,0 1,1-1,-1 1,0-1,1 0,-1 0,1 1,0-1,0 0,0 0,0-1,0 1,1 0,0 0,-1 0,1 0,0-1,6-7,-1-1,2 1,-1 0,1 0,1 1,0 0,1 0,0 1,0 0,1 0,9-5,3-6,28-26,2 2,39-23,-91 66,1 0,-1 0,1 1,-1-1,1 0,-1 1,1-1,-1 1,1-1,0 1,0-1,-1 1,1-1,0 1,0 0,-1-1,1 1,0 0,0 0,0 0,0-1,-1 1,1 0,0 0,0 0,0 0,0 0,-1 1,1-1,0 0,0 0,0 0,0 1,-1-1,1 1,0-1,0 0,-1 1,1-1,0 1,-1-1,1 1,-1 0,1-1,-1 1,1 0,-1-1,1 1,-1 0,1 0,-1-1,0 1,1 0,-1 1,17 145,11 8,-28-153,0 0,1 1,0-1,0 0,0 0,0 0,0 1,0-1,0 0,0-1,1 1,-1 0,1 0,0-1,-1 1,1 0,0-1,0 0,0 1,1-1,4 0</inkml:trace>
  <inkml:trace contextRef="#ctx0" brushRef="#br0" timeOffset="49385.789">23775 1714,'-6'14,"1"15,7 15,5 13,1-3</inkml:trace>
  <inkml:trace contextRef="#ctx0" brushRef="#br0" timeOffset="49902.552">23976 2396,'0'-30,"-2"-24,3-1,2 1,3 0,2 1,4-7,-12 57,0 0,0 0,0 0,1 1,0-1,-1 0,1 0,0 1,0-1,0 0,1 1,-1-1,0 1,1 0,0-1,0 1,-1 0,1 0,1 0,-1 0,0 0,0 1,1-1,-1 1,1-1,-1 1,1 0,-1 0,1 0,0 0,0 1,-1-1,3 1,4 3,0 1,-1 0,1 1,-1 0,0 0,0 1,0 0,-1 0,0 1,2 2,5 3,12 11,-13-12,0 0,-1 0,0 1,-1 1,0-1,-1 2,2 4,-10-14,0 0,-1-1,0 1,0 0,0 0,-1 0,1-1,-1 1,0 0,0 0,0 0,0 0,-1 0,0 0,0 0,0 0,0-1,0 1,-1 0,0-1,1 1,-1-1,-1 0,1 0,-2 2,-14 32,17-36,1 0,0 0,0 1,0-1,0 0,0 0,0 0,0 0,0 0,0 1,0-1,0 0,1 0,-1 0,0 0,1 0,-1 0,1 0,0 0,-1 0,1 0,0 0,-1 0,1 0,0 0,0 0,0-1,0 1,0 0,0-1,0 1,0-1,0 1,0-1,0 1,0-1,0 0,0 0,1 1,-1-1,1 0,51 7,-52-7,10 0,1 1,0-1,0-1,0 0,-1-1,1 0,0-1,-1 0,0-1,0 0,0-1,0 0,-1-1,1 0,-2 0,1-1,-1 0,0-1,0 0,-1-1,0 0,0 0,-1 0,-1-1,1 0,-2-1,3-5,-4 5,-1-1,0 0,-1 1,0-1,-1 0,0 0,-1 0,0 0,-1 0,-1-4,2 15,0 0,0 0,0 0,0 0,-1 0,1 0,0 0,0 0,-1 0,1 0,0 0,-1 0,1 0,-1 1,1-1,-1 0,0 0,1 1,-1-1,0 0,0 1,1-1,-1 0,0 1,0-1,0 1,0 0,1-1,-1 1,0 0,0-1,0 1,0 0,0 0,0 0,0 0,0 0,0 0,0 0,0 0,0 0,0 0,0 1,0-1,0 0,0 1,0-1,-36 33,32-27,1 1,1-1,-1 1,1-1,0 1,1 0,-1 0,2 1,-1-1,1 0,0 0,0 1,1-1,0 1,0-1,1 1,0-1,0 0,0 0,1 1,1-1,-1 0,1 0,0-1,1 1,-1-1,1 1,0-1,1 0,0-1,0 1,0-1,4 3,8 3,0 0,1-2,1 0,-1-1,1-1,1 0,-1-2,1 0,0-1,0-1,0-1,10-1,31 1</inkml:trace>
  <inkml:trace contextRef="#ctx0" brushRef="#br0" timeOffset="51181.543">22117 137,'87'8,"1"-3,29-5,-35 0,620 1,1206 28,-1499 3,-331-17,-77-14,1 0,-1-1,0 1,0 0,0 0,0 0,0 0,0 0,0 0,0 0,-1 0,1 0,0 0,-1 1,1-1,-1 0,1 0,-1 1,1-1,-1 0,0 1,0-1,0 0,1 1,-1-1,-1 1,1-1,0 0,0 1,0-1,-1 0,1 1,-1-1,1 0,-1 0,1 1,-1-1,0 0,0 0,1 0,-1 0,0 0,0 0,0 0,0 0,0 0,-1 0,-9 19,0 16,2 1,2-1,1 1,2 1,1-1,3 1,2 27,33 458,-22-371,44 432,92 364,-86-708,-60-232,-2-6,1 0,-1 0,0 0,0 0,0 0,0 0,0 0,0 0,-1 0,1 0,-1 1,1-1,-1 0,0 0,0 1,0-1,0 0,0 0,0 1,-1-1,1 0,-1 0,1 1,-1-1,0 0,0 0,0 0,0 0,-1 0,1 0,0-1,-1 1,1 0,-1-1,0 1,1-1,-1 1,0-1,0 0,-39-1,18-4</inkml:trace>
  <inkml:trace contextRef="#ctx0" brushRef="#br0" timeOffset="52343.732">17572 3386,'68'3,"1"-2,-1-4,0-2,29-8,-12 2,1303-83,870 13,197 13,-2307 68,1203 13,-1311-12,-32-4,-19-2</inkml:trace>
  <inkml:trace contextRef="#ctx0" brushRef="#br0" timeOffset="52915.189">23548 2609,'0'3,"0"2,0 6,0 5,0 4,0 8,2 11,4 10,2 12,0 10,-15 6,-31 4,-9-12</inkml:trace>
  <inkml:trace contextRef="#ctx0" brushRef="#br0" timeOffset="40816.48">14363 712,'-2'15,"-1"18,3 16,5 13,7 8,3 6,2 3,-2-1,-4-1,-6-3,-10-8,-5-14</inkml:trace>
  <inkml:trace contextRef="#ctx0" brushRef="#br0" timeOffset="41197.907">14564 939,'24'33,"-1"1,-3 1,0 0,-3 2,11 31,-10-24,2-1,1-2,25 37,-45-76,0 0,-1 0,1 0,1 0,-1 0,0 0,0 0,1 0,-1 0,1 0,-1-1,1 1,0-1,0 1,0-1,0 0,0 1,0-1,0 0,0-1,0 1,1 0,-1 0,0-1,0 0,1 1,-1-1,0 0,1 0,-1 0,0 0,1-1,-1 1,0 0,1-1,-1 0,0 0,0 1,0-1,0-1,0 1,2-1,4-10,-1-1,0 0,-1 0,0 0,-1 0,-1-1,0 0,-1 0,0 0,-1-1,-1 1,0-1,-1 1,-1-7,1 16,1-53,-3-1,-2 1,-3 0,-9-36,3 56,7 36</inkml:trace>
  <inkml:trace contextRef="#ctx0" brushRef="#br1" timeOffset="87198.006">12639 6607,'120'-11,"0"6,78 7,-138-1,583 37,-166-6,1048 36,-1516-67,1383 107,330 58,-33-43,119-3,14 17,-767-53,612-23,-1661-61,329 2,126 24,-444-24,17 1,0 1,0 2,-1 2,5 2,-17-2</inkml:trace>
  <inkml:trace contextRef="#ctx0" brushRef="#br1" timeOffset="88246.261">15473 7730,'2'0,"-1"11,-3 18,-4 20,-1 14,2 12,0 5,2-1,1-5,2-11,2-16,1-15</inkml:trace>
  <inkml:trace contextRef="#ctx0" brushRef="#br1" timeOffset="88929.694">15313 7476,'-1'-1,"0"0,0 1,0-1,0 0,-1 0,1 1,0-1,0 1,-1-1,1 1,-1-1,1 1,0 0,-1 0,1 0,-1 0,1 0,0 0,-1 0,1 0,-1 0,1 1,0-1,-1 1,1-1,0 1,0-1,-1 1,1 0,0-1,0 1,0 0,0 0,0 0,0 0,0 0,0 0,0 0,0 1,0-1,1 0,-1 0,1 1,-1-1,1 0,-1 1,1-1,0 0,-1 1,1-1,0 0,0 1,0 0,2 8,1 1,0-1,1 0,0-1,0 1,1 0,1-1,-1 0,1-1,1 1,0-1,0 0,0-1,1 1,1-1,57 54,2-2,34 19,-27-21,-2 3,8 14,-71-67,-1 1,-1 1,1 0,-1 0,-1 0,0 1,0 0,-1 0,0 1,-1 0,0 0,-1 0,0 1,-1-1,0 1,-1 0,0 0,0 8,-3-15,-1 0,0 0,1 0,-2-1,1 1,0-1,-1 1,0-1,0 0,0 0,-1 0,1-1,-1 1,0-1,0 1,0-1,0-1,-1 1,1-1,-1 1,1-1,-5 1,-7 2,1 0,-1-1,0 0,0-2,-1 0,-8 0,14-1,0 0,1 0,-1-2,0 1,1-1,-1-1,0 0,1 0,0-1,-1 0,1-1,0 0,1-1,-1 0,1-1,0 0,0 0,1 0,0-1,0-1,0 1,1-1,0-1,1 1,0-1,0 0,1-1,0 1,-2-8,6 12,0 0,0 0,1 0,-1-1,1 1,0 0,1-1,-1 1,1 0,0 0,1 0,-1 0,1 0,0 0,0 0,1 0,-1 1,1-1,0 1,0 0,1 0,-1 0,1 0,0 0,0 1,7-7,1 2,0-1,1 1,0 1,0 1,0-1,1 2,7-2,9-3,1 2,0 2,0 0,0 2,1 2,0 0,-1 2,1 2,0 1,28 6,-54-8,1 0,0 1,-1 0,1 0,-1 0,1 1,-1 0,0 0,0 1,-1-1,1 1,-1 0,1 1,-1 0,-1-1,1 2,-1-1,0 0,0 1,0 0,-1 0,0 0,0 0,0 0,0 3,-2 83,-5-47,4-44,0 1,0 0,0-1,0 1,0-1,1 1,-1 0,0-1,1 1,-1-1,1 1,0-1,-1 1,1-1,0 0,0 1,0-1,0 0,0 0,0 0,0 1,0-1,1 0,-1 0,0-1,1 1,-1 0,1 0,-1-1,1 1,-1-1,1 1,-1-1,1 0,-1 1,1-1,0 0,-1 0,1 0,0 0,66-15,-49 7,0 0,-1-2,0 0,-1-1,0-1,0 0,-2-1,1-1,-2-1,0 0,-1-1,0 0,-1-1,-1 0,-1-1,-1 0,0-1,4-14,-9 14,-16 43,10-15,0 0,0 1,1-1,1 0,0 1,0-1,1 1,0-1,0 0,1 0,0 1,1-1,0-1,1 1,-1 0,2-1,-1 0,1 1,0-2,1 1,0-1,0 0,1 0,-1-1,2 1,-1-2,7 6,4-1,1-1,0 0,0-1,0-1,1-1,0-1,0-1,8 1,30 3</inkml:trace>
  <inkml:trace contextRef="#ctx0" brushRef="#br1" timeOffset="89865.219">17144 7863,'-10'16,"1"1,1 0,0 0,1 1,1 0,0 0,2 1,0-1,1 1,1 0,0 0,2 9,-1 60,3 0,5 0,17 81,-9-62,21 274,-41-297,5-84,0-1,0 1,0-1,0 1,-1-1,1 1,0 0,0-1,0 1,0-1,-1 1,1 0,0-1,0 1,-1 0,1-1,0 1,0 0,-1-1,1 1,0 0,-1 0,1-1,0 1,-1 0,1 0,-1 0,1-1,0 1,-1 0,1 0,-1 0,1 0,-1 0,1 0,0 0,-1 0,1 0,-1 0,1 0,-1 0,1 0,0 0,-1 1,1-1,-1 0,1 0,0 0,-1 1,1-1,0 0,-1 0,1 1,0-1,-1 0,1 1,0-1,0 0,-1 1,1-1,0 0,0 1,0-1,-9-21,2 0,1-1,1 0,0 0,1-11,-1 3,-15-86,5-1,5 0,6 0,7-66,-3 160,2 0,0 0,1 0,2 1,0-1,1 1,2 0,0 1,1 0,1 0,1 1,1 0,-10 17,-1 1,1 0,0-1,0 1,0 0,0 0,0 1,0-1,1 0,-1 1,1-1,-1 1,1 0,-1 0,1 0,0 0,0 0,-1 0,1 1,0-1,0 1,0 0,0 0,-1 0,1 0,0 1,0-1,0 1,-1 0,1-1,0 1,0 0,-1 1,1-1,-1 0,1 1,-1 0,0-1,0 1,1 0,-1 0,-1 0,1 0,0 1,0-1,0 2,6 10,-1 1,0 0,-1-1,-1 2,0-1,-2 1,1 0,-2-1,0 1,-1 0,0 0,-2 1,0-1,0 0,-2 0,-3 14,5-29,1 3,-1 0,1 0,-1 1,-1-1,1 0,0 0,-1-1,0 1,0 0,0 0,-1-1,1 1,-1-1,1 0,-1 0,0 0,-1 1,3-4,0 0,1-1,-1 1,0 0,1 0,-1 0,0 0,1-1,-1 1,0 0,1-1,-1 1,1 0,-1-1,1 1,-1-1,1 1,-1-1,1 1,-1-1,1 1,0-1,-1 1,1-1,0 1,-1-1,1 0,0 1,0-1,0 0,-1 1,1-1,0 0,0 1,0-1,0 0,0 1,0-1,0 0,1-10,0-1,0 1,1-1,0 1,1 0,0 0,1 0,0 1,1-1,0 1,1 0,0 0,5-6,-4 6,0 0,0 1,1 0,0 0,0 1,1 0,0 0,1 1,0 0,0 1,0 0,1 0,0 1,0 1,0 0,1 0,-1 1,12-1,-21 4,1-1,0 1,0 0,0 1,0-1,0 0,0 1,0-1,0 1,-1 0,1 0,0 0,-1 1,1-1,0 0,-1 1,0 0,1 0,-1-1,0 1,0 0,0 1,0-1,0 0,-1 1,1-1,-1 1,1-1,-1 1,0 0,0-1,0 1,0 0,-1 0,1 0,-1 0,0 0,0 0,0 0,0 0,1 14,-2-13,1-1,0 1,-1 0,1-1,0 1,1 0,-1-1,1 1,0 0,-1-1,2 1,-1-1,0 0,1 1,-1-1,1 0,0 0,0 0,0 0,1 0,-1 0,1 0,-1-1,1 0,0 1,0-1,0 0,0 0,1-1,-1 1,3 0,7 1,0-1,0 0,0-1,0-1,0 0,0-1,0 0,0-1,0 0,0-1,0-1,-1 0,0 0,1-1,-2-1,1 0,-1-1,0 0,0-1,1-2,-8 7,0 0,0 0,-1 0,0-1,0 0,0 1,0-1,0 0,-1 0,0-1,0 1,0-1,0 1,-1-1,0 1,1-1,-2 0,1 1,-1-1,1 0,-1 0,-1 0,1 1,-1-1,1 0,-1 0,-1 1,1-1,-1 1,0-1,0 1,0 0,0-1,-1 1,1 1,-1-1,-1 0,-4-3,0 1,-1 0,0 0,0 1,0 0,-1 0,1 1,-1 1,0 0,0 0,-1 1,1 0,-1 0,1 1,-1 1,1 0,-1 0,1 1,-1 1,1-1,0 2,0-1,0 2,0-1,0 1,0 1,-2 2,7-5,1 0,-1 1,1 0,0 0,0 0,0 0,1 1,-1 0,1 0,0 0,0 0,0 0,0 0,1 1,0-1,0 1,0 0,0 0,1-1,0 1,0 0,0 0,0 1,1-1,0 0,0 0,1 0,-1 0,1 0,0 0,0 0,1 0,-1 0,1-1,0 1,1-1,-1 1,1-1,0 0,0 0,2 3,5 2,0 0,1 0,0-1,0-1,1 0,0 0,0-1,0-1,1 0,0 0,10 1,33 8</inkml:trace>
  <inkml:trace contextRef="#ctx0" brushRef="#br1" timeOffset="90111.561">17906 7596,'-16'-6,"-14"-6,-7 1,-1 3,3 8,8 11,10 11,9 0</inkml:trace>
  <inkml:trace contextRef="#ctx0" brushRef="#br1" timeOffset="90279.638">18040 8118,'16'14,"16"6,20 0,18-3,18-5,-6-4</inkml:trace>
  <inkml:trace contextRef="#ctx0" brushRef="#br1" timeOffset="91082.401">19791 7850,'10'68,"3"-1,3-1,16 38,11-25,-41-77,-1-1,0 1,1 0,-1-1,1 0,-1 1,1-1,0 0,-1 0,1 0,0 0,0 0,0-1,0 1,0 0,0-1,0 1,0-1,0 0,0 0,0 0,0 0,0 0,0 0,0 0,0-1,0 1,0-1,0 0,0 1,0-1,0 0,0 0,-1 0,1 0,0-1,-1 1,1 0,-1-1,1 1,0-1,8-11,0 0,-1 0,-1-1,0 0,-1-1,0 1,-2-1,1-1,-2 1,0-1,-1 1,1-10,2-43,-6 68,0 1,0-1,-1 1,1-1,0 0,0 1,-1-1,1 1,0-1,0 0,-1 1,1-1,-1 0,1 1,0-1,-1 0,1 1,-1-1,1 0,0 0,-1 0,1 1,-1-1,1 0,-1 0,1 0,-1 0,1 0,-1 0,1 0,-1 0,1 0,-1 0,1 0,-1 0,1 0,0 0,-1-1,1 1,-1 0,1 0,-1 0,1-1,0 1,-1 0,1-1,-1 1,1 0,0-1,-1 1,1 0,0-1,0 1,-1-1,1 1,-2 4,1 0,0 0,-1 0,1 0,1 0,-1 0,0 1,1-1,0 0,0 0,1 1,-1-1,1 0,-1 0,2 0,-1 0,0 0,1 0,-1 0,1 0,0 0,1-1,-1 1,0-1,1 1,0-1,0 0,3 3,1 0,-1-1,1 1,0-1,0-1,1 0,-1 0,1 0,0-1,0 0,0-1,0 1,4-1,-1 0,-1-1,1-1,0 1,0-2,0 1,-1-2,1 1,0-1,-1-1,0 0,1 0,-1-1,-1-1,1 0,0 0,-1 0,0-1,-1-1,1 0,-1 0,0 0,-1-1,0 0,0-1,-1 1,0-1,0-1,-1 1,0-1,-1 0,0 0,0 0,-1 0,-1-1,1-1,-3 12,0-1,1 0,-1 1,0-1,0 0,1 0,-1 1,0-1,0 0,0 1,0-1,0 0,0 0,0 1,0-1,0 0,0 1,0-1,-1 0,1 0,0 1,0-1,-1 0,1 1,0-1,-1 1,1-1,-1 0,1 1,-1-1,1 1,-1-1,1 1,-1-1,1 1,-1 0,0-1,1 1,-1 0,0-1,1 1,-1 0,0 0,0 0,1 0,-1 0,0-1,1 1,-1 0,0 1,0-1,1 0,-1 0,0 0,1 0,-1 0,0 1,1-1,-1 0,0 1,1-1,-1 0,0 1,1-1,-1 1,1-1,-1 1,1-1,-1 1,-2 3,0 0,0 0,1 1,0-1,0 0,0 1,0 0,0-1,1 1,0 0,0-1,0 1,1 0,0 0,0 0,0 0,0 0,1 0,0-1,0 1,0 0,0 0,1-1,0 1,0-1,0 1,1-1,-1 0,1 0,0 0,0 0,0-1,1 1,0 0,10 6,1-2,0 1,0-2,1 0,-1-1,1 0,1-1,-1-1,1-1,0 0,0-1,0-1,0-1,-1 0,1-1,7-2,65-15,-88 18,0-1,0 1,0 0,0 0,0 0,0 0,0 0,0 0,0 0,0 1,0-1,0 0,0 1,0-1,0 1,0-1,0 1,0-1,0 1,0-1,-1 1,1 0,0-1,0 1,-1 0,1 0,0 0,-1 0,1 0,-1 0,1 0,12 14,-6-12,-1 0,1 0,0-1,0 0,0 0,0 0,0-1,0 0,0-1,0 1,0-2,1 1,-1-1,0 0,0 0,0 0,0-1,0-1,0 1,-1-1,1 0,-1 0,0-1,0 0,1-1,-4 3,0 0,0 0,0-1,-1 1,1-1,0 1,-1-1,0 0,0 0,0 0,0-1,0 1,-1 0,1-1,-1 1,0-1,0 1,0-1,-1 0,1 1,-1-1,0 0,0 1,0-1,0 0,-1 0,0 1,1-1,-1 1,0-1,-1 1,1-1,-1 1,0 0,1-1,-1 1,-1 0,1 0,0 1,-1-1,1 0,-1 1,0-1,-2-1,-3 0,0 1,0-1,-1 1,1 1,0-1,-1 1,0 1,1 0,-1 0,0 1,0 0,1 0,-1 1,0 0,0 0,1 1,-1 1,1-1,0 1,0 1,0-1,0 1,0 1,1-1,0 1,0 1,0-1,0 1,1 1,0-1,-3 5,8-8,-1-1,1 1,0 0,-1 0,1 0,0 0,1 0,-1 0,1 0,-1 0,1 0,0 0,0 0,0 1,1-1,-1 0,1 0,-1 0,1 0,0 0,0 0,1 0,-1-1,0 1,1 0,0-1,0 1,0-1,0 2,21 18</inkml:trace>
  <inkml:trace contextRef="#ctx0" brushRef="#br1" timeOffset="91681.799">21503 7970,'-57'-6,"33"2,0 1,-1 1,1 1,0 1,-1 1,1 1,0 1,-10 4,30-7,1 1,-1 0,0 0,0 0,0 1,0-1,1 1,-1 0,1 0,-1 0,1 1,0-1,0 1,0 0,0 0,1 0,-1 0,1 0,-1 0,1 1,0-1,0 1,1 0,-1-1,1 1,0 0,0 0,0 0,0 0,1 0,0 0,0 0,0 0,0 0,0 0,1 0,1 3,1-1,-1 0,1 0,1 0,-1 0,1-1,0 0,0 1,1-1,-1-1,1 1,0-1,0 0,1 0,-1 0,1-1,0 1,0-2,0 1,0-1,5 2,1 0,1-1,-1 0,1-1,0 0,0-1,0 0,0-1,-1 0,1-1,11-3,-16 2,0 0,0-1,0 0,0 0,-1-1,1 0,-1 0,0-1,0 0,-1 0,1-1,-1 0,0 0,-1 0,0-1,0 0,0 0,-1 0,0 0,0-1,0 1,-1-1,-1 0,1 0,-1-1,-1 1,1 0,-1-1,-1-3,3-32,-3 1,-1-1,-3 1,-1 0,-2 0,-2 1,-12-34,-3 22,23 54,1-1,-1 1,0 0,1 0,-1 0,0 0,0 0,1 1,-1-1,0 0,1 0,-1 0,1 0,-1 1,0-1,1 0,-1 1,1-1,-1 1,1-1,-1 0,1 1,-1-1,1 1,-1-1,1 1,-1-1,1 1,0 0,-1-1,1 1,0-1,0 1,-1 0,1-1,0 1,0 0,0-1,0 1,0 0,0-1,0 1,0 0,0 0,0-1,-5 33,1 0,2 1,1-1,1 0,3 14,-3-16,2 0,1 0,2 0,0-1,2 1,2-1,1-1,1 1,1-2,1 0,2 0,4 4,-14-26,0 1,0 0,0-1,1 0,0 0,0-1,1 0,0 0,0 0,0-1,0 0,0 0,1-1,0 0,0 0,0-1,0 0,0 0,0-1,0 0,1 0,-1-1,0 0,1-1,-1 0,0 0,0-1,1 0,-1 0,-1-1,8-3,-5-1,0-2,-1 1,0-1,0-1,-1 1,-1-1,1-1,-1 0,-1 0,0 0,-1 0,0-1,-1 0,0 0,-1-1,0 1,-1 0,0-1,-1-6,-1 19,0 0,0 0,-1 0,1 0,0 0,0 0,0 0,0 0,-1 0,1 0,0 0,0 0,0 0,0 0,-1 0,1 0,0 0,0 0,0 0,0-1,-1 1,1 0,0 0,0 0,0 0,0 0,0 0,0-1,-1 1,1 0,0 0,0 0,0 0,0 0,0-1,0 1,0 0,0 0,0 0,0-1,0 1,0 0,0 0,0 0,0 0,0-1,-8 18,3-6,1 1,1 0,0 0,1 0,0 1,1-1,1 0,-1 1,2-1,0 0,0 1,1-1,1 0,0 0,4 10,6 0</inkml:trace>
  <inkml:trace contextRef="#ctx0" brushRef="#br1" timeOffset="91932.13">22010 7757,'12'-2,"14"3,4 2</inkml:trace>
  <inkml:trace contextRef="#ctx0" brushRef="#br1" timeOffset="92231.685">22358 7931,'4'-10,"0"0,1 1,0 0,1 0,0 0,0 0,1 1,0 0,0 0,1 1,0 0,1 1,-1-1,1 1,0 1,1 0,6-3,-5 2,141-100,-142 97,0-1,0 1,-1-2,-1 1,1-1,-2-1,1 1,-2-1,0-1,0 1,-1-1,1-6,-5 16,0 1,0-1,0 0,-1 0,1 1,-1-1,0 0,0 0,0 1,0-1,0 0,0 0,-1 1,0-1,1 0,-1 1,0-1,0 0,0 1,-1-1,1 1,-1 0,1-1,-1 1,0 0,0 0,0 0,0 0,0 1,0-1,-1 0,1 1,0 0,-1-1,1 1,-1 0,0 0,1 0,-1 1,0-1,1 1,-1-1,-1 1,-6 1,0-1,1 2,-1-1,1 1,-1 1,1-1,0 2,0-1,0 1,1 1,-1 0,1 0,0 0,0 1,1 0,0 1,0 0,0 0,1 0,0 1,0 0,1 0,0 0,1 1,-1 0,2 0,-3 6,-5 25,1 0,2 1,2 1,1-1,2 1,3 0,1-1,1 1,3 0,7 30,121 514,-133-584,3 11,0 1,-1-1,-1 1,0-1,0 1,-2 0,0 0,0-1,-1 1,-2 4,-7 9</inkml:trace>
  <inkml:trace contextRef="#ctx0" brushRef="#br1" timeOffset="92547.255">22518 8198,'80'-30,"0"4,1 4,58-7,-67 24,-70 6,0 0,0 1,-1-1,1 0,-1 1,1 0,-1-1,0 1,1 0,-1-1,0 1,0 0,0 0,0 0,-1 0,1 0,-1 0,1 0,-1 1,0-1,1 0,-1 0,0 0,0 0,-1 0,1 1,0-1,-1 0,1 0,-1 0,0 0,0 0,0 0,0 0,0-1,0 1,0 0,0 0,-1-1,1 1,-1 0,0 1,-10 23,7-17,0 0,0 1,1-1,1 1,-1 0,2 0,-1 0,1 0,1 1,0-1,0 0,1 1,1 1,0-8,1 0,0-1,0 1,0 0,1-1,-1 1,1-1,0 0,0 0,0 0,0 0,1 0,-1-1,1 1,0-1,-1 0,1 0,0-1,0 1,0-1,1 0,-1 0,0 0,0 0,1-1,-1 0,0 0,1 0,27 1</inkml:trace>
  <inkml:trace contextRef="#ctx0" brushRef="#br1" timeOffset="92813.844">23080 7863,'-16'-2,"-5"1,1 4,6 5,12 9,16 5,5-1</inkml:trace>
  <inkml:trace contextRef="#ctx0" brushRef="#br1" timeOffset="93750.348">23695 8131,'-6'-5,"1"-1,-1 1,1 1,-1-1,-1 1,1 0,-1 0,1 1,-1 0,0 0,0 0,-1 1,1 0,0 1,-1-1,1 2,-1-1,1 1,-1 0,1 0,-1 1,1 0,-1 1,1-1,0 1,-1 1,1-1,0 1,1 1,-1-1,0 1,1 0,0 1,-3 2,4-2,0 0,0 0,1 1,-1 0,1-1,1 2,-1-1,1 0,0 1,0-1,1 1,0 0,0 0,1 0,0 0,0 0,0 0,1 0,0 0,1 1,-1-1,1 0,1 0,-1 0,1 0,1-1,-1 1,1 0,0-1,0 0,1 0,0 0,0 0,4 3,2 0,0 0,1-1,0 0,1-1,0 0,0-1,0 0,1-1,0 0,0-1,0-1,9 2,16 1,0-1,0-2,36-2,-51 1,0-2,1-1,-1-1,0-1,0-1,0-1,-1-1,1-1,-1-1,-1 0,1-2,-2-1,9-5,-27 15,0 0,0-1,1 1,-1-1,0 1,0-1,0 0,0 1,-1-1,1 0,0 0,-1 0,0 0,1-1,-1 1,0 0,0-1,0 1,0-1,-1 1,1-1,-1 1,1-1,-1 1,0-1,0 1,0-1,0 1,0-1,-1 0,1 1,-1-1,0 1,0 0,0-1,0 1,0 0,0-1,-1 1,1 0,-1-1,-6 0,0 0,0 0,0 1,0 0,0 0,-1 1,1 0,0 1,-1 0,1 0,0 1,-1 0,1 0,0 1,0 0,0 0,0 1,0 0,0 1,-4 2,7-4,0 0,1 0,-1 0,0 1,1 0,-1 0,1 0,0 0,0 1,0-1,0 1,1 0,-1 0,1 1,0-1,1 1,-1-1,1 1,-2 4,5-6,1 0,-1 0,1 0,-1-1,1 1,0-1,0 1,0-1,1 0,-1 0,1 0,-1 0,1 0,-1 0,1-1,0 1,0-1,0 0,0 0,0 0,0 0,0-1,0 1,0-1,0 1,1-1,-1 0,0-1,0 1,1-1,15 2,-1-2,0 0,0-1,0-1,0-1,-1 0,1-1,-1-1,5-3,-21 8,0 0,0 0,0 1,0-1,0 0,0 1,0-1,0 0,0 1,0-1,0 1,1 0,-1-1,0 1,0 0,1 0,-1 0,0 0,0 0,1 0,-1 0,0 0,0 0,1 1,-1-1,0 1,0-1,0 0,1 1,-1 0,0-1,0 1,0 0,0 0,0-1,0 1,0 0,-1 0,1 0,0 0,0 0,-1 0,1 0,-1 1,1-1,-1 0,1 0,-1 0,0 1,2 8,-2-6,0-1,0 1,0 0,0-1,1 1,0-1,0 1,0-1,0 1,0-1,1 1,-1-1,1 0,0 0,0 0,0 0,1 0,-1 0,1-1,-1 1,1-1,0 1,0-1,0 0,3 1,-1-1,-1 0,0 0,1-1,-1 1,1-1,-1 0,1-1,0 1,-1-1,1 0,0 0,-1 0,1-1,0 1,-1-1,1 0,-1-1,1 1,-1-1,0 0,1 0,-1 0,0-1,0 1,-1-1,1 0,0 0,-1 0,0-1,0 1,0-1,0 1,0-1,-1 0,0-1,0 1,0 0,0 0,0-1,-1 1,0-2,4-23,-2 0,-1 1,-1-1,-2 0,0 0,-2 0,-2 0,0 1,4 22,0 5,0 1,1-1,-1 0,1-1,-1 1,1 0,0 0,-1 0,1 0,0 0,0 0,0 0,-1 0,1-1,0 1,1 0,-1 0,0 0,0 0,0 0,1 0,-1-1,0 1,1 0,-1 0,1 0,0 0,-1 0,1 0,0 1,-1-1,1 0,0 0,0 0,0 1,0-1,0 0,0 1,0-1,0 1,0-1,0 1,0-1,86 46,-58-27,-14-11,-1 1,0 1,0 0,-1 1,0 1,-1 0,-1 0,7 9,-15-16,-1 0,0 0,0 0,-1 1,1-1,-1 0,0 1,0-1,0 1,-1-1,0 1,0-1,0 1,0-1,-1 1,1-1,-1 1,0-1,-1 1,1-1,-2 3,-5 26,7-30,1 1,0-1,0 0,0 0,0 0,0 0,1 0,0 0,-1 0,1 0,0 0,0 0,1 0,-1 0,1-1,-1 1,1 0,0-1,0 1,0-1,0 0,0 0,1 0,-1 0,1 0,-1 0,1-1,0 1,0-1,0 1,-1-1,1 0,3 0,104 18,-99-18,-1-1,1 0,0 0,-1-1,1 0,-1-1,0 0,0-1,1 0,-2-1,1 0,0 0,-1-1,0 0,0-1,0 0,-1 0,0-1,0 0,0-1,-1 1,0-2,-1 1,0-1,0 1,-1-1,4-9,-5 9,-1 0,0 0,0-1,-1 1,-1-1,1 1,-1-1,-1 0,0 0,0 1,-1-1,0 0,-1 1,-2-9,3 16,0 0,0 1,0-1,0 1,0-1,0 1,-1 0,1-1,0 1,-1 0,1 0,-1 0,1 0,-1 0,1 0,-1 0,0 0,1 1,-1-1,0 1,0-1,0 1,1 0,-1 0,0 0,0 0,0 0,1 0,-1 0,0 0,0 1,0-1,1 1,-1 0,0-1,1 1,-1 0,0 0,1 0,-1 0,1 0,-1 0,1 0,0 1,0-1,-1 0,1 1,0-1,0 1,0 1,-4 4,1 0,0 0,0 0,0 1,1 0,1-1,-1 1,1 0,1 1,-1-1,1 0,1 0,0 1,0-1,0 0,1 0,0 1,1-1,0 0,0 0,1 0,0-1,0 1,0-1,1 1,1-1,-1 0,1-1,0 1,1-1,0 0,12 9,1-2,1-1,1 0,-1-1,2-1,-1-1,1-2,1 0,0-1,-1-1,1-1,3 0,53 8</inkml:trace>
  <inkml:trace contextRef="#ctx0" brushRef="#br1" timeOffset="98032.261">26757 8279,'0'22,"0"22,4 17,4 11,3 10,2 4,-1 1,-3-2,-6-8,-7-9,-3-16</inkml:trace>
  <inkml:trace contextRef="#ctx0" brushRef="#br1" timeOffset="98346.425">26690 8305,'0'-5,"0"1,0 0,0-1,1 1,0 0,-1-1,2 1,-1 0,0 0,1 0,0 0,0 0,0 0,0 0,1 1,0-1,0 1,-1 0,2-1,-1 1,0 1,1-1,-1 0,1 1,0 0,0 0,0 0,0 0,0 1,0-1,0 1,5-1,7-1,0 1,0 0,0 1,1 1,-1 1,0 0,0 1,0 0,0 2,0-1,-1 2,1 0,-1 1,0 1,-1 0,1 1,4 4,-16-10,0 0,0-1,1 1,-1 0,-1 1,1-1,0 0,0 1,-1 0,0-1,1 1,-1 0,0 0,0 1,-1-1,1 0,-1 0,1 1,-1-1,0 1,-1 0,1-1,0 1,-1-1,0 1,0 0,0-1,0 1,-1 0,1-1,-1 1,0-1,0 1,0-1,-1 1,1-1,-1 0,0 0,0 1,0-1,0-1,-1 2,-9 4,-1-1,1 0,-1 0,-1-2,1 1,-1-2,0 0,0 0,0-2,0 1,-1-2,1 0,-1-1,-12-1,-19-9,45 10,0 0,0-1,1 1,-1-1,0 1,1-1,-1 0,0 1,1-1,-1 1,1-1,-1 0,1 0,-1 1,1-1,0 0,-1 0,1 0,0 1,-1-1,1 0,0 0,0 0,0 0,0 0,0 1,0-1,0 0,0 0,0 0,1 0,-1 0,0 1,0-1,1 0,-1 0,0 0,1 1,-1-1,1 0,-1 1,1-1,0 0,-1 1,1-1,-1 0,1 1,0-1,0 1,11-9,1 1,-1 0,1 1,0 0,1 1,0 0,0 2,0-1,0 2,1 0,0 1,8-1,35-5</inkml:trace>
  <inkml:trace contextRef="#ctx0" brushRef="#br1" timeOffset="98632.888">27317 8425,'32'1,"-21"0,0 0,0-1,0 0,1 0,-1-1,0-1,0 0,0 0,0-1,-1-1,1 0,-1 0,9-6,-18 9,1 1,-1-1,1 0,-1-1,0 1,0 0,0 0,0 0,0-1,0 1,0-1,0 1,0-1,0 1,-1-1,1 1,-1-1,1 1,-1-1,0 0,1 1,-1-1,0 0,0 1,0-1,-1 0,1 1,0-1,0 0,-1 1,1-1,-1 0,0 1,1-1,-1 1,0-1,0 1,0 0,0-1,0 1,0 0,0 0,-1 0,1-1,-66-37,58 35,1 1,0 1,-1 0,1 0,-1 0,0 1,1 1,-1-1,0 1,0 1,1 0,-1 0,1 1,-1 0,1 0,-1 1,1 0,0 0,-2 2,9-4,-1 0,1 0,0 0,0 0,0 1,0-1,0 0,0 1,0-1,1 1,-1-1,0 1,1-1,-1 1,1-1,0 1,-1-1,1 1,0 0,0-1,0 1,0 0,0-1,0 1,1-1,-1 1,1 0,-1-1,1 1,-1-1,1 1,0-1,0 0,0 1,0-1,43 42,53 8,-46-30</inkml:trace>
  <inkml:trace contextRef="#ctx0" brushRef="#br1" timeOffset="98953.031">27785 8519,'14'-21,"-2"0,0-1,-1-1,-2 0,0 0,-1-1,-2 0,0 0,-2 0,0-1,-2 0,-1-1,24-334,-24 348,3 21,16 219,-16-137,-2-69,-1 26,3 1,2 0,1-1,3 0,2-1,8 17,-18-57,1 1,0-1,0 0,1 0,0 0,0-1,0 1,1-1,0 0,0 0,1-1,-1 1,1-1,0 0,1-1,-1 0,1 0,0 0,0-1,5 2,12-7,-4-7</inkml:trace>
  <inkml:trace contextRef="#ctx0" brushRef="#br1" timeOffset="99200.37">27879 8051,'-20'-7,"-14"-2,3 1,19 3,29 7,37 6,37 4,32 2,22 1,8 0,-23-2</inkml:trace>
  <inkml:trace contextRef="#ctx0" brushRef="#br1" timeOffset="100886.39">16168 9522,'-5'-6,"0"1,-1 0,0 0,0 1,0 0,-1 0,1 0,-1 1,0 0,0 0,0 1,0 0,-1 0,1 1,0 0,-1 0,1 0,-1 1,1 1,-1-1,1 1,-1 0,1 1,0-1,0 1,0 1,0 0,-2 0,-2 4,0 1,1 0,0 0,0 1,1 0,0 1,1 0,0 0,0 1,1 0,1 0,-1 1,2 0,0 0,0 0,1 1,1 0,-2 11,4-20,0-1,0 1,0 0,1 0,-1 0,1 0,0 1,0-1,1 0,-1 0,1 0,0 0,0-1,0 1,1 0,-1 0,1 0,0-1,0 1,0-1,0 0,1 1,-1-1,1 0,0-1,0 1,0 0,0-1,1 1,-1-1,1 0,-1 0,1-1,3 2,4-3,-1 0,1-1,-1-1,0 0,1 0,-1-1,0 0,0 0,-1-1,1-1,-1 0,0 0,0-1,0 0,-1 0,0-1,0 0,-1 0,0-1,0 0,-1-1,1 1,0 0,-1 0,1 0,-1-1,-1 0,0 0,0 0,0 0,-1-1,-1 0,0 0,0 0,-1 0,0 0,-1-1,0 1,0 0,-1-1,-1-3,1 14,0-1,0 0,0 0,0 1,0-1,0 0,-1 1,1-1,0 0,0 1,0-1,-1 0,1 1,-1-1,1 0,0 1,-1-1,1 1,-1-1,1 0,-1 1,1 0,-1-1,0 1,1-1,-1 1,0 0,1-1,-1 1,0 0,1 0,-1-1,0 1,1 0,-1 0,0 0,0 0,1 0,-1 0,0 0,0 0,1 0,-1 1,0-1,1 0,-1 0,-22 29,20-23,1 0,0 1,0-1,0 1,1 0,0-1,0 1,0 0,1 0,0 0,1 0,0-1,0 1,0 0,0-1,1 1,1-1,-1 1,1-1,0 0,0 0,1 0,-1 0,1-1,1 1,-1-1,1 0,0 0,0-1,0 0,1 0,-1 0,1 0,0-1,1 1,6 0,-1 0,1-1,0 0,0 0,0-2,1 0,-1 0,0-1,0-1,1 0,-1-1,0 0,0-1,-1 0,1-1,-1-1,1 0,-1-1,-1 0,1 0,-1-1,0-1,-1 0,1-1,-2 0,1 0,-1-1,-1 0,0-1,0 1,-1-2,-1 1,0-1,3-7,17-59,-23 80,20 106,-1-16,-4 0,-5 1,-3 1,-5 0,-4-1,-8 73,4-144,0 1,-2-1,0 0,-1 0,-1-1,-10 19,17-38,0-1,0 0,0 0,0 0,-1 0,1 0,0 0,-1 0,1 0,0 0,-1 0,1 0,-1 0,0 0,1 0,-1 0,0 0,1-1,-1 1,0 0,0 0,0-1,0 1,0-1,0 1,0-1,0 1,0-1,0 1,0-1,0 0,0 0,0 0,0 1,0-1,0 0,0 0,0 0,-1-1,1 1,0 0,0 0,0-1,0 1,0 0,0-1,0 1,0-1,0 1,0-1,0 0,1 1,-1-1,0 0,0 0,1 1,-1-1,0 0,0-1,-4-10,1 1,0-2,0 1,2 0,-1-1,2 1,-1-1,2 0,0-7,-1-3,-12-623,8 544,4 101,1 0,0 1,0-1,0 0,0 0,0 0,0 1,0-1,0 0,0 0,0 0,0 1,0-1,0 0,1 0,-1 0,0 1,1-1,-1 0,1 1,-1-1,1 0,-1 1,1-1,-1 0,1 1,-1-1,1 1,0-1,-1 1,1-1,0 1,0 0,-1-1,1 1,0 0,0 0,-1-1,1 1,0 0,0 0,0 0,0 0,-1 0,1 0,0 0,0 0,0 0,-1 1,1-1,1 0,39 26,-34-21,-1-1,16 11,0 1,-2 0,0 2,-1 0,0 1,-2 1,14 20,-29-37,-1-1,1 1,-1 0,0 0,0-1,0 1,0 0,0 0,-1 0,1 0,-1 0,0 0,0 0,0 0,0 0,0 0,-1 0,0 0,1 0,-1 0,0 0,0 0,-1 0,1-1,-1 1,1 0,-1-1,0 1,0-1,0 0,0 0,0 0,0 0,-1 0,1 0,-1 0,1-1,-1 1,0-1,0 0,0 0,-4 4,-1-1,0-1,0 1,-1-1,1-1,-1 1,1-1,-1-1,0 0,1 0,-1-1,0 0,0 0,0-1,-7-1,14 1,0 0,0 0,1 0,-1-1,0 1,1 0,-1-1,1 1,-1-1,1 1,0-1,-1 0,1 0,0 1,0-1,0 0,0 0,1 0,-1 0,1 0,-1 0,1 0,0-1,-1 1,1 0,0 0,0 0,1 0,-1 0,0 0,1 0,-1 0,1 0,0 0,-1 0,1 0,0 0,0 0,1 0,-1 1,0-1,0 0,1 1,-1-1,1 1,0-1,-1 1,1 0,0 0,0 0,0 0,-1 0,2 0,16-13,1 1,0 1,1 1,0 1,1 1,0 1,1 0,-1 2,1 1,1 0,-1 2,0 1,1 0,15 3,-37-2,0 1,0-1,0 1,0 0,0 0,0 0,0 0,0 0,0 0,0 0,0 1,0-1,0 1,0 0,0-1,0 1,0 0,-1 0,1 0,0 0,0 1,-1-1,1 0,-1 1,1-1,-1 1,0 0,0-1,0 1,1 0,-1 0,-1-1,1 1,0 0,0 0,-1 0,1 0,-1 0,0 0,0 0,1 0,-1 0,0 1,-1 3,1-4,-1-1,1 0,0 1,0-1,-1 0,1 1,0-1,0 0,0 1,0-1,1 0,-1 1,0-1,1 0,-1 1,0-1,1 0,0 0,-1 1,1-1,0 0,-1 0,1 0,0 0,0 0,0 0,0 0,0 0,0 0,0-1,0 1,1 0,-1-1,0 1,0-1,1 1,6 0,1-1,-1 0,0-1,0 0,0 0,0-1,0 0,-1 0,1 0,0-1,-1-1,0 1,0-1,0 0,0-1,0 0,-1 0,4-3,-6 4,1 1,-1 0,0-1,0 0,0 0,0 0,-1 0,0-1,0 1,0-1,0 0,-1 0,0 0,0 0,0 0,0-1,-1 1,0-1,0 1,-1 0,1-1,-1 0,0 1,-1-1,1 1,-1-1,0 1,-1 0,1-1,-1 1,0 0,0 0,-1 0,1 0,-1 0,-2-1,0 1,-1 1,0 0,0 0,-1 0,1 1,-1 0,0 0,0 0,0 1,0 0,0 1,0 0,-1 0,1 0,0 1,-1 0,1 0,0 1,0 0,-1 0,1 1,0 0,0 0,0 1,0 0,1 0,-1 0,1 1,0 0,0 0,0 1,1-1,-1 1,1 1,0-1,0 1,1 0,0 0,0 0,0 1,2-3,1 0,0-1,0 1,0 0,1 0,-1 0,1 0,0 0,0 0,0 0,1 0,-1 0,1 0,0 0,0-1,1 1,-1 0,1-1,-1 1,1-1,0 1,1-1,-1 0,1 0,-1 0,1 0,0 0,0 0,0-1,0 0,0 1,1-1,-1-1,1 1,0 0,-1-1,1 0,0 1,0-1,0-1,-1 1,2-1,90 9,-52-13</inkml:trace>
  <inkml:trace contextRef="#ctx0" brushRef="#br1" timeOffset="101967.011">17425 9187,'-6'-5,"-1"0,0 0,-1 1,1 0,-1 0,0 1,1 0,-2 0,1 0,0 1,0 1,-1 0,1 0,-1 0,1 1,-1 0,1 1,-1 0,1 0,0 1,-3 1,7 1,0 0,0 1,1 0,-1 0,1 0,1 0,-1 1,1-1,0 1,0-1,0 1,1 0,0-1,0 1,0 0,1 0,0 0,0 0,1 0,-1 0,1-1,0 1,1 0,0 0,1 2,12 34,2-1,2-1,2 0,1-2,2 0,1-2,3 0,0-2,9 5,59 62,-95-100,1 0,-1 0,1 0,0 0,-1-1,1 1,0 0,0-1,-1 1,1-1,0 0,0 1,0-1,-1 0,1 0,0 0,0 0,0-1,0 1,-1 0,1-1,0 0,0 1,-1-1,1 0,0 0,-1 1,1-1,-1-1,1 1,-1 0,0 0,1 0,-1-1,0 1,1-2,34-59,-27 34,-2 0,-1 0,-1 0,-1-1,-2 0,-1 0,-1-3,6-76,-6 106,0 0,0 0,0 0,0 0,0 0,0 0,1 0,-1 0,1 0,-1 0,1 0,0 0,0 0,-1 0,1 1,1-1,-1 0,0 1,0-1,1 0,-1 1,1 0,-1-1,1 1,0 0,-1 0,1 0,0 0,0 0,0 0,0 0,0 1,0-1,0 1,0-1,0 1,0 0,0 0,0 0,1 0,20 4,-1 0,0 2,0 1,-1 1,9 4,-22-10,-1 1,0-1,0 1,0 1,0 0,0-1,-1 2,0-1,0 1,0 0,0 0,-1 1,0 0,0 0,0 0,-1 0,0 1,0 0,-1-1,0 2,2 6,3 59,-9-66,0 0,0 0,1 0,0 0,1 0,0 0,0-1,0 1,1 0,0 0,0-1,1 1,0-1,0 1,0-1,1 0,0-1,0 1,0-1,1 1,0-1,0-1,0 1,1-1,0 1,8 0,0-2,0 0,1-1,-1 0,0-1,1 0,-1-2,1 1,-1-2,0 0,1 0,-1-2,0 0,-1 0,1-1,-1-1,0 0,0-1,6-5,-3 4,0-2,-1 0,1-1,-2 0,0-1,0-1,-2 0,1-1,-1 0,-1-1,-1 0,0-1,-1 0,-1 0,0-1,4-17,-11 32,0 0,-1 0,1 0,-1 0,0 0,0-1,0 1,0 0,0 0,0 0,0 0,-1-1,1 1,-1 0,0 0,1 0,-1 0,0 0,0 0,0 0,-1 0,1 1,0-1,-1 0,1 1,-1-1,1 1,-1-1,0 1,0 0,0 0,1 0,-1 0,0 0,0 0,-1 0,1 1,0-1,0 1,0-1,0 1,0 0,-1 0,-1 0,-1 0,0 1,0-1,0 1,0 0,0 0,0 0,0 1,0 0,0 0,1 0,-1 1,1-1,-1 1,1 0,0 0,0 1,0-1,1 1,-1 0,1 0,0 0,0 0,1 1,-1-1,1 1,0-1,0 1,0 0,1 0,-1 0,1 0,0 0,1 0,-1 0,1 0,0 1,1-1,-1 0,1 0,0 0,0 0,1 0,-1 0,1 0,2 4,5 1,0-1,0 0,1 0,0-1,0 0,1 0,0-1,0-1,1 0,0-1,0 0,0-1,0 0,1-1,0 0,0-1,10 1,29 4,-1-1,1-3,0-2,0-3,0-2,0-2,-1-2,2-3,-36 8,0 0,0-1,-1 0,0-2,0 0,0-1,-1 0,0-1,0-1,-1 0,0-1,-1-1,0 0,0-1,0-2,-11 12,0-1,0 0,0 0,0 0,-1 0,1 0,-1 0,0 0,0 0,0 0,0-1,0 1,-1 0,0-1,1 1,-1-1,-1 1,1 0,0-1,-1 1,1 0,-1-1,0 1,0 0,-1 0,1 0,-1-1,1 2,-1-1,0 0,0 0,0 1,-1-1,1 1,0-1,-1 1,0 0,1 0,-1 0,-2-1,-3-1,-1 0,0 0,0 0,0 1,0 0,0 1,-1 0,1 1,-1 0,1 0,-1 1,0 0,1 1,-1 0,1 0,-1 1,1 0,0 1,0 0,0 1,0-1,0 2,1-1,0 1,-4 3,9-5,1 0,-1 1,1-1,0 0,0 1,0-1,1 1,-1-1,1 1,0 0,0 0,0-1,0 1,1 0,0 0,0 0,0 0,0 0,0 0,1 0,-1 0,1-1,0 1,1 0,-1 0,1-1,-1 1,1-1,0 1,0-1,1 0,-1 0,1 0,-1 0,1 0,0 0,0-1,0 0,0 1,1-1,-1 0,1-1,0 1,6 4,1 0,1-1,-1-1,1 0,0 0,0-1,0 0,0-1,0-1,1 0,-1-1,0 0,1-1,-1 0,0-1,0 0,0-1,0 0,0-1,0 0,-1-1,0-1,0 0,0 0,-1-1,0 0,0-1,-1 0,5-5,-11 10,-1 1,0-1,0 1,0-1,0 0,-1 1,1-1,-1 0,1 0,-1 0,0-1,0 1,-1 0,1 0,-1 0,1-1,-1 1,0 0,0-1,0 1,-1 0,1 0,-1-1,0 1,0 0,0 0,-1-3,1 5,0 1,1-1,-1 1,1 0,-1-1,0 1,1-1,-1 1,0 0,1 0,-1-1,0 1,1 0,-1 0,0 0,0 0,1 0,-1 0,0 0,0 0,1 0,-1 0,0 0,1 1,-1-1,0 0,1 0,-1 1,0-1,1 0,-1 1,0-1,1 1,-1-1,1 1,-1-1,1 1,-1-1,1 1,-1-1,1 1,0 0,-1-1,1 1,0 0,-1-1,1 1,-12 35,12-30,0-1,1 0,-1 0,1 1,0-1,0 0,1 0,0 0,0 0,0 0,0 0,1-1,0 1,0-1,0 1,0-1,1 0,0-1,0 1,0 0,0-1,1 1,106 57,150 18,-179-58</inkml:trace>
  <inkml:trace contextRef="#ctx0" brushRef="#br1" timeOffset="102838.79">15687 11206,'-6'-3,"1"0,-1 0,0 1,-1-1,1 2,0-1,-1 0,1 1,-1 1,1-1,-1 1,1 0,-1 0,1 1,-1 0,1 0,-1 0,1 1,0 0,0 0,0 1,0 0,0 0,0 0,1 1,-1-1,1 1,0 1,0-1,1 1,-1 0,1 0,0 0,0 0,-2 5,4-7,0 0,1 0,-1 0,1 0,0 1,-1-1,2 0,-1 1,0-1,0 0,1 1,0-1,0 1,0-1,0 1,0-1,1 0,0 1,-1-1,1 0,0 1,1-1,-1 0,1 0,-1 0,1 0,0 0,0 0,0-1,0 1,1-1,-1 1,1-1,-1 0,1 0,0 0,0 0,0 0,0-1,0 1,0-1,1 0,-1 0,0 0,1-1,-1 1,0-1,3 1,2-2,1 1,-1-1,1-1,-1 1,0-2,0 1,0-1,0 0,0-1,0 1,-1-2,0 1,0-1,0 0,0 0,-1-1,0 0,0 0,-1-1,0 1,0-1,0 0,-1-1,0 1,0-1,-1 0,0 0,0 0,-1 0,0 0,0-1,-1-3,0 12,-1-1,1 1,-1-1,0 0,1 1,-1-1,0 0,0 1,0-1,1 0,-1 1,0-1,0 0,0 0,0 1,0-1,0 0,0 1,0-1,-1 0,1 1,0-1,0 0,0 1,-1-1,1 0,0 1,-1-1,1 1,-1-1,1 0,-1 1,1-1,-1 1,1-1,-1 1,1 0,-1-1,1 1,-1 0,0-1,1 1,-1 0,0-1,1 1,-1 0,0 0,1 0,-1 0,0 0,0 0,1 0,-1 0,0 0,0 0,-2 5,1 1,-1-1,0 1,1 0,0 0,1-1,-1 1,1 0,0 1,1-1,-1 0,1 0,1 0,-1 0,1 0,0 0,0 0,2 6,0-5,0 0,0-1,1 1,-1-1,2 1,-1-1,0-1,1 1,0 0,1-1,-1 0,1-1,0 1,0-1,0 0,1 0,-1-1,1 0,0 0,0-1,0 0,0 0,1 0,-1-1,0 0,1 0,-1-1,1 0,-1-1,1 1,-1-2,0 1,0-1,3 0,27-12</inkml:trace>
  <inkml:trace contextRef="#ctx0" brushRef="#br1" timeOffset="103085.129">15928 10845,'13'16,"14"19,12 17,7 15,2 13,-4 10,-9 7,-17 2,-21 0,-21-3,-16-8,-8-16,5-19</inkml:trace>
  <inkml:trace contextRef="#ctx0" brushRef="#br1" timeOffset="107010.408">17198 10578,'4'20,"2"21,0 19,-4 17,-4 12,-1 7,-1-2,0-6,1-10,6-15,7-12,8-16,10-14,10-12,9-13,7-9,0-11,-9 0</inkml:trace>
  <inkml:trace contextRef="#ctx0" brushRef="#br1" timeOffset="107249.767">16904 11005,'13'-4,"19"-2,17 0,17 1,14 2,8 1,2 3,-13 2</inkml:trace>
  <inkml:trace contextRef="#ctx0" brushRef="#br1" timeOffset="108381.874">17612 11393,'8'-15,"0"-1,-1 0,-1 0,-1-1,-1 1,0-1,-1 0,0-1,-2 1,0 0,-1-2,1 8,-1 0,-1-1,0 1,0 0,-1 0,-1 0,0 0,0 1,-1-1,-1 1,-2-5,-2 6,26 21,2-6,-1-1,1 0,0-2,0 0,0-1,12-1,-11-1,0 2,-1 0,1 1,-1 1,0 1,7 3,-21-6,0 1,-1 1,1-1,-1 1,0-1,0 1,0 0,0 1,-1-1,1 1,-1-1,0 1,-1 0,1 0,-1 1,0-1,0 0,-1 1,1-1,-1 1,-1-1,1 1,-1-1,0 1,0 0,0-1,-1 1,0 0,-1 1,3 22,-2-26,1 0,1 0,-1 0,0-1,1 1,-1 0,1 0,0-1,0 1,0 0,0-1,1 1,-1-1,1 0,-1 1,1-1,0 0,0 0,0 0,0 0,0 0,0 0,0-1,1 1,-1-1,1 0,-1 1,1-1,0 0,-1-1,1 1,0 0,-1-1,1 1,0-1,0 0,18 1,0-2,1 0,-1-1,0-1,0-1,-1-1,1-1,-1-1,0 0,-1-1,0-2,0 0,-1-1,8-6,-14 9,0 1,0-1,-1-1,-1 0,1-1,-1 0,-1 0,0-1,-1-1,0 1,5-10,-12 19,0 0,-1 0,1 0,0 1,-1-1,1 0,-1 0,0 0,0 0,0 0,0 0,0 0,0 0,0 0,-1 0,1 0,-1 0,1 0,-1 1,0-1,0 0,0 0,0 1,0-1,0 0,0 1,0-1,-1 1,1 0,0-1,-1 1,0 0,1 0,-1 0,0 0,1 0,-1 0,0 0,0 1,0-1,0 1,1-1,-1 1,0 0,0 0,0-1,0 1,0 1,0-1,0 0,0 0,0 1,0-1,-5 1,1 0,-1 0,1 1,-1 0,1 0,0 0,-1 1,1 0,0 0,1 1,-1 0,1 0,-1 0,1 0,1 1,-1 0,0 0,1 0,0 0,0 1,1 0,0 0,0 0,0 0,1 0,-1 0,1 1,1-1,0 1,-1 1,2-5,1 1,-1-1,1 0,-1 0,1 0,0 0,0 0,0 0,0 0,1 0,-1-1,1 1,0 0,0-1,0 1,0-1,0 0,0 0,1 0,-1 0,1 0,-1 0,1 0,0-1,0 0,0 1,0-1,0 0,0 0,0-1,8 3,0 0,0-1,0-1,0 0,1 0,-1-1,0 0,1-1,-4 0,0 1,0-1,-1 0,1-1,0 1,-1-2,1 1,-1-1,0 0,0-1,0 0,0 0,0 0,-1-1,0 0,0 0,0 0,-1-1,0 0,0 0,0 0,-1-1,0 0,0 0,0 0,-1 0,0 0,1-5,-3 7,1 0,-1 0,0 0,0 0,-1-1,1 1,-1 0,0 0,-1 0,1-1,-1 1,0 0,-1 0,1 0,-2-4,2 9,0 0,1 0,-1 0,0 0,0 0,1 1,-1-1,0 0,1 0,-1 0,0 1,1-1,-1 0,0 1,1-1,-1 0,0 1,1-1,-1 1,1-1,-1 1,1-1,-1 1,1 0,0-1,-1 1,1-1,0 1,-1 0,1-1,0 1,0 0,-1 0,1-1,0 1,0 0,0 0,0-1,0 1,0 0,0 0,-1 4,0 0,0 1,1-1,0 0,0 1,0-1,0 0,1 1,0-1,0 0,1 0,-1 1,1-1,0 0,0-1,1 1,0 0,0-1,0 1,0-1,0 0,1 0,0 0,0-1,0 1,0-1,0 0,1 0,0 0,-1-1,1 1,0-1,0-1,0 1,1-1,1 1,-1 0,0 0,0 0,0 0,0-1,0 0,0 0,1-1,-1 1,0-2,1 1,-1 0,0-1,0-1,0 1,0-1,0 0,0 0,0 0,0-1,-1 0,1 0,-1-1,0 1,0-1,0 0,-1-1,1 1,-1-1,0 0,0 0,-1 0,1 0,-1-1,0 0,25-120,-27 220,-2-68,0-16,0 0,1 0,1 1,-1-1,2 0,-1 0,1 0,1 0,0 0,1 1,-3-9,0 0,0 0,0 0,0 0,1-1,-1 1,1 0,-1-1,1 1,0-1,0 0,-1 1,1-1,0 0,0 0,0 0,0 0,1-1,-1 1,0 0,0-1,0 0,0 1,1-1,-1 0,0 0,0 0,1 0,-1-1,0 1,0-1,0 1,1-1,64-40,-56 29,0-2,0 0,-1 0,-1 0,-1-1,0-1,0 0,-2 0,0 0,3-14,-19 46,8-11,0 1,0-1,1 0,0 1,0-1,0 0,1 1,0-1,0 1,0-1,1 1,-1-1,1 1,1-1,-1 0,1 0,0 1,0-1,0-1,1 1,0 0,0 0,0-1,0 0,1 0,0 0,3 3,3 0,1 0,0-1,0 0,1-1,-1 0,1-1,1 0,-1-1,0-1,4 1,29 4</inkml:trace>
  <inkml:trace contextRef="#ctx0" brushRef="#br1" timeOffset="108967.837">19564 10938,'8'0,"0"1,0-1,0 2,-1-1,1 1,0 0,0 0,-1 1,1 0,-1 0,0 1,0 0,0 1,-1-1,0 1,1 0,-1 1,-1-1,1 1,-1 0,0 1,-1-1,0 1,0 0,0 0,-1 0,1 1,-2-1,1 1,-1 3,7 30,-3 0,-1 1,-3 0,-1 0,-1-1,-3 1,-5 21,-2 114,24-66,-13-106,0 0,0 0,1-1,0 1,0-1,0 1,1-1,0 0,-1 0,1 0,1 0,-1-1,0 1,1-1,0 0,0 0,0 0,0 0,0-1,1 0,1 1,-3-2,1 0,-1 0,0-1,1 1,-1-1,1 0,-1 0,1-1,-1 1,0 0,1-1,-1 0,0 0,1 0,-1 0,0-1,0 1,0-1,0 0,0 0,-1 0,1 0,0 0,-1 0,1-1,-1 0,4-4,0 0,0-1,-1 0,0 0,-1 0,0 0,0-1,-1 0,1-1,0-13,-1-1,-1 1,-1 0,-1-1,-1 1,-1-1,-1 1,-2 0,0 0,-1 0,-1 1,-1 0,-1 0,-1 1,-1 0,0 1,-2 0,-1 1,0 1,-3-3,7 9,0 1,-1 0,0 0,0 1,-1 1,0 0,-1 1,0 0,0 1,-1 0,0 1,-11-3,2 4,23 5,1 1,-1-1,0 0,0 0,0 0,0 0,0 1,1-1,-1 0,0 0,0 0,0 1,0-1,0 0,0 0,0 0,0 1,0-1,0 0,0 0,0 1,0-1,0 0,0 0,0 0,0 1,0-1,0 0,0 0,0 1,0-1,31 6,0-1,0-1,1-2,0-1,0-1,2-2,-31 2,176-9,-176 10,-1-1,1 1,-1-1,0 1,1 0,-1 0,0 0,0 0,1 1,-1-1,0 0,0 1,0 0,-1-1,1 1,0 0,-1 0,1 0,-1 0,0 0,1 0,-1 1,0-1,0 0,0 1,-1-1,1 0,-1 1,1-1,-1 1,0-1,0 1,0-1,0 1,0-1,-1 1,1-1,-1 1,4 26,-2-24,0 1,0-1,0 0,1 1,-1-1,1 0,1 0,-1 0,1 0,0-1,0 1,0-1,1 0,-1 0,1 0,0 0,0 0,1-1,-1 0,1 0,-1 0,4 1,11 1</inkml:trace>
  <inkml:trace contextRef="#ctx0" brushRef="#br1" timeOffset="109216.735">20005 10738,'-13'-4,"-10"-5,-3 0,4 2</inkml:trace>
  <inkml:trace contextRef="#ctx0" brushRef="#br1" timeOffset="109568.368">20219 10256,'-3'21,"1"-1,1 1,1 0,0 0,2-1,0 1,1 0,5 13,-5-15,118 604,-119-611,1 7,1 0,0 0,2-1,0 0,1 0,4 8,-10-23,0-1,1 0,-1 0,0 0,1 1,-1-1,1-1,0 1,-1 0,1 0,0 0,0-1,0 1,1-1,-1 0,0 0,0 0,1 0,-1 0,1 0,-1 0,1-1,-1 1,1-1,-1 0,1 0,-1 0,1 0,-1 0,1 0,-1-1,1 0,1 0,15-8,-1-1,0-1,-1-1,0 0,0-1,-2-1,0 0,0-1,-2-1,0 0,2-4,-12 16,51-63,-40 52,-7 30,-8 8,0-17,0-1,1 1,0 0,0-1,0 1,0 0,1-1,0 1,0 0,0-1,1 0,0 1,0-1,0 0,1 0,0 0,0 0,0 0,2 1,0-2,1 0,0 0,0 0,1-1,-1 1,1-2,0 1,-1-1,1 0,0 0,0-1,0 0,0 0,1-1,-1 0,0 0,0-1,0 0,5-1,22-5</inkml:trace>
  <inkml:trace contextRef="#ctx0" brushRef="#br1" timeOffset="109834.194">20874 10859,'-18'-7,"-11"-5,0 1</inkml:trace>
  <inkml:trace contextRef="#ctx0" brushRef="#br1" timeOffset="110085.522">20286 10578,'21'0,"22"0,22 0,18 0,14 0,5 2,0 5,-18 2</inkml:trace>
  <inkml:trace contextRef="#ctx0" brushRef="#br1" timeOffset="110086.522">21128 11005,'-2'16,"-1"10,0 2,3 0,3-4,5-5,2-6,-1-10,1-10,-1-4</inkml:trace>
  <inkml:trace contextRef="#ctx0" brushRef="#br1" timeOffset="110248.089">21168 10564,'-4'3,"2"4,9 7,4 0</inkml:trace>
  <inkml:trace contextRef="#ctx0" brushRef="#br1" timeOffset="111232.299">22505 10724,'39'49,"-2"2,-3 1,-1 1,-3 2,16 44,-46-98,0 0,0 1,1-1,-1 0,0 0,1 1,-1-1,1 0,-1 0,1 0,0 0,-1 0,1 0,0 0,0 0,0 0,0 0,0 0,0 0,0 0,0-1,0 1,0 0,0-1,0 1,1-1,-1 1,0-1,0 0,1 0,-1 1,0-1,0 0,1 0,-1 0,0 0,1 0,-1-1,0 1,0 0,1-1,-1 1,0-1,0 1,0-1,1 1,-1-1,0 0,0 0,0 0,21-15,-1 0,-1-2,-1 0,0-2,-2 0,0-1,11-18,0-8,-31 142,5-90,0 0,1 0,0 0,0 0,0 0,0 0,1-1,0 1,0-1,0 0,0-1,1 1,0-1,-1 0,1 0,0 0,0 0,1-1,-1 0,1 0,113 21,-108-21,-1-2,1 1,-1-1,1-1,-1 0,1 0,-1-1,0-1,0 1,0-2,0 1,0-2,-1 1,0-1,0 0,3-3,-11 7,0 0,-1 0,1 0,0 0,0 1,0-1,0 0,0 0,0 1,0-1,1 1,-1-1,0 1,0-1,0 1,0 0,1 0,-1-1,0 1,0 0,1 0,-1 0,0 0,0 1,0-1,1 0,-1 0,0 1,0-1,0 1,1-1,-1 1,0-1,0 1,0 0,0 0,0-1,0 1,-1 0,1 0,0 0,0 0,7 6,1-1,-1-1,1 1,0-1,0-1,1 1,0-2,-1 1,1-1,1-1,-1 0,0 0,0-1,1-1,-1 1,0-2,1 1,0-2,-9 2,0 0,0 0,0 0,0-1,0 1,0-1,-1 0,1 1,0-1,0 0,-1 0,1 0,0 0,-1-1,1 1,-1 0,1-1,-1 1,0-1,0 1,0-1,1 1,-1-1,-1 0,1 0,0 1,0-1,-1 0,1 0,-1 0,0 0,1 0,-1 0,0 0,0 0,0-1,-1-2,0 0,0 0,0 0,-1 0,0 0,0 0,0 1,-1-1,1 1,-1-1,0 1,0 0,-2-2,-6-4,-1-1,0 2,-1 0,1 0,-2 1,1 1,-1 0,0 1,-1 0,1 1,-1 1,0 1,-1 0,1 0,0 2,-1 0,1 1,-2 0,14 0,0-1,0 1,0 0,0 0,0 1,0-1,0 1,0-1,0 1,0 0,0 0,0 0,0 1,0-1,1 0,-1 1,1 0,-1 0,-1 1,5-1,-1-1,0 1,1 0,-1-1,1 1,0 0,-1-1,1 1,0-1,0 1,0-1,0 1,0-1,0 0,0 0,1 1,-1-1,0 0,1 0,-1 0,1 0,-1-1,1 1,-1 0,1 0,0-1,-1 1,1-1,0 0,-1 0,1 1,0-1,0 0,36 9,1-1,0-2,0-2,1-2,-1-1,1-2,-1-2,33-6,-19 0,-2-2,0-2,0-2,35-18,-85 33,0 0,-1-1,1 1,0 0,0 0,0-1,-1 1,1 0,0 0,0 0,-1 0,1 0,0 0,0 0,0 0,-1 0,1 1,0-1,0 0,0 0,-1 1,1-1,0 0,-1 1,1-1,0 1,-1-1,1 1,0-1,-1 1,1-1,-1 1,1 0,-1-1,0 1,1 0,-1-1,1 1,-1 0,0 0,0-1,0 1,1 0,-1 0,0 0,0-1,0 1,0 0,0 0,0 0,0-1,0 1,-1 0,1 0,0-1,0 1,-1 0,1 3,2 19,1 0,2-1,0 1,0-1,2 0,1-1,1 1,5 7,-12-26,-1 0,0 0,0-1,1 1,-1-1,1 1,0-1,0 0,0 1,0-1,0 0,0 0,1-1,-1 1,1 0,-1-1,1 0,0 1,-1-1,1 0,0 0,0-1,0 1,0 0,0-1,0 0,0 0,1 0,10-5</inkml:trace>
  <inkml:trace contextRef="#ctx0" brushRef="#br1" timeOffset="111494.134">24109 10430,'-7'0,"-2"2,1 2</inkml:trace>
  <inkml:trace contextRef="#ctx0" brushRef="#br1" timeOffset="119251.031">15045 11313,'-19'8,"-1"0,-1-2,0-1,0 0,0-2,0 0,0-1,0-2,-9 0,6-3,0-1,0-2,1 0,0-2,0 0,0-1,1-2,1 0,0-1,0-2,0-1,7 7,-54-36,2-3,2-4,2-1,3-4,-44-52,6 0,-127-147,5-17,-314-500,-13-36,462 686,6-4,5-2,-25-69,-143-404,186 421,8-2,9-1,7-3,8 0,9-1,8-1,10-64,41-522,-43 758,16-179,-6-94,-11 271,-2 0,0 1,-1-1,0 0,-2 1,0 0,-1 0,-1 0,0 0,-1 1,-1 0,-1 0,0 1,-1 0,0 1,-2 0,1 1,-2 0,-2-1,-8-5,0 2,-2 1,0 1,-1 1,-1 1,0 1,0 1,-1 2,-4 0,-48-11,-1 4,-52-2,-87-3,0 9,-180 16,59 26,-327 72,397-64,-2-12,-23-12,-297-11,457 5,0 5,-84 22,-81 12,186-29,-111-5,-317 37,415-39,0-5,-25-6,97 0,-222 13,36 8,63-5,-141-14,328-2</inkml:trace>
  <inkml:trace contextRef="#ctx0" brushRef="#br1" timeOffset="120548.164">5420 4361,'-13'6,"-44"25,-2-2,-2-3,0-3,-1-2,-4-3,-43 2,109-20,-1 1,1-1,0 0,0 1,-1-1,1 0,0 1,0-1,-1 1,1-1,0 0,0 1,0-1,0 1,0-1,-1 1,1-1,0 0,0 1,0-1,0 1,0-1,0 1,1-1,-1 0,0 1,0-1,0 1,0-1,0 0,1 1,-1-1,0 1,0-1,1 0,-1 1,0-1,0 0,1 1,-1-1,0 0,1 0,-1 1,1-1,-1 0,0 0,1 0,-1 1,1-1,-1 0,0 0,1 0,-1 0,1 0,-1 0,1 0,-1 0,0 0,1 0,-1 0,1 0,-1 0,1 0,-1-1,1 1,0 1,96 41,1-5,1-4,2-4,8-3,-61-14,-45-11,47 6,-49-7,0-1,0 1,1 0,-1 0,0-1,0 1,0-1,1 1,-1-1,0 0,0 1,0-1,0 0,0 0,0 1,0-1,-1 0,1 0,0 0,0 0,-1 0,1-1,0 1,-1 0,1 0,-1 0,0 0,1-1,-1 1,0 0,0 0,0-1,0 1,0 0,0 0,0-1,0 1,-29-117,-26-155,55 272,0 0,0 0,0 1,1-1,-1 0,0 1,0-1,0 0,0 1,0-1,0 0,0 1,0-1,0 0,-1 1,1-1,0 0,0 1,-1-1,1 0,0 1,-1-1,1 1,0-1,-1 1,1-1,-1 1,1-1,-1 1,1-1,-1 1,1-1,-1 1,0 0,1 0,-1-1,1 1,-1 0,0 0,1-1,-1 1,0 0,1 0,-1 0,0 0,1 0,-1 0,0 0,0 0,1 0,-1 1,0-1,1 0,-1 0,0 1,-45 87,33-56,-2-1,-1 0,-1-1,-1-1,-2-1,-20 21,39-47,-1 0,1 0,-1 0,0 0,0 0,0 0,0 0,0-1,0 1,0-1,0 0,-1 1,1-1,-1 0,1 0,-1-1,1 1,-1 0,1-1,-1 0,0 1,1-1,-1 0,1 0,-1-1,0 1,1-1,-1 1,1-1,-1 0,1 0,-1 0,1 0,0 0,-1 0,-69-74,72 74,-1 0,1 1,0-1,0 0,0 0,0 0,0 0,0 1,0-1,0 0,1 0,-1 0,0 1,0-1,1 0,-1 0,0 1,1-1,-1 0,1 1,-1-1,1 0,-1 1,1-1,-1 1,1-1,0 1,-1-1,1 1,0-1,-1 1,1 0,0-1,0 1,-1 0,1 0,0 0,0-1,0 1,-1 0,1 0,0 0,0 0,0 0,-1 0,1 1,0-1,0 0,0 0,-1 0,1 1,326-5,-302-2,-25 6,0 0,1 0,-1 0,0 0,0 0,1 0,-1 0,0 0,1 0,-1 0,0-1,0 1,1 0,-1 0,0 0,0-1,1 1,-1 0,0 0,0 0,1-1,-1 1,0 0,0-1,0 1,0 0,0 0,0-1,1 1,-1 0,0-1,0 1,0 0,0-1,0 1,0 0,0-1,0 1,0 0,0-1,-1 1,1 0,0 0,0-1,0 1,0 0,0-1,0 1,-1 0,1 0,0-1,0 1,0 0,-1 0,1-1,0 1,0 0,-1 0,1 0,0 0,-1-1,1 1,0 0,0 0,-1 0,1 0,0 0,-1 0,-13-6,1 2,-1-1,0 2,0 0,-1 0,1 2,-1-1,1 2,-2 0,14 0,-32-1,0 1,1 2,-1 1,0 1,1 2,-25 8,57-13,0-1,1-1,-1 1,0 0,1 0,-1 0,0 0,1 0,-1 0,0 0,1 0,-1 0,0 1,1-1,-1 0,0 0,1 0,-1 1,1-1,-1 0,1 1,-1-1,0 1,1-1,-1 1,1-1,-1 1,1-1,0 1,-1-1,1 1,0-1,-1 1,1 0,0-1,0 1,-1-1,1 1,0 0,0-1,0 1,0 0,0-1,0 1,0 0,0-1,0 1,0 0,0-1,1 2,5 1,1 0,0 0,0 0,0-1,0 0,1-1,-1 1,1-2,-1 1,2-1,2 2,305 5,-523 13,186-17,33 6,238-1,-311 0,-35-4,49-3</inkml:trace>
  <inkml:trace contextRef="#ctx0" brushRef="#br1" timeOffset="121215.029">4899 4549,'-225'0,"277"-9,167-10,-207 20,-32 3,-103 8,-114-3,115-7,352-2,-170 0</inkml:trace>
  <inkml:trace contextRef="#ctx0" brushRef="#br1" timeOffset="130400.711">15700 12142,'19'-73,"-19"73,0 0,0 1,0-1,0 0,0 0,0 0,1 1,-1-1,0 0,0 0,0 0,0 0,0 0,0 1,1-1,-1 0,0 0,0 0,0 0,0 0,1 0,-1 0,0 0,0 0,0 1,0-1,1 0,-1 0,0 0,0 0,0 0,1 0,-1 0,0 0,0 0,0 0,0 0,1-1,-1 1,0 0,0 0,0 0,0 0,1 0,0 25,-39 389,38-405,-1-4,0-1,1 0,0 0,-1 0,2 0,-1 0,0 0,1 1,0-1,0 0,0 0,1-1,-1 1,1 0,0 0,0-1,0 1,0-4,0 0,-1 0,1 0,0 0,0 0,0 0,0 0,-1-1,1 1,0-1,0 0,-1 1,1-1,0 0,-1 0,1 0,-1 0,1 0,-1 0,1 0,-1-1,0 1,0-1,0 1,0-1,0 1,0-1,0 1,0-1,0-1,-1 3,40-68,-35 56,2 0,-1 0,1 0,1 1,0 0,1 1,0 0,0 0,2 0,-9 8,0 1,0-1,0 1,0 0,0 0,0 0,1 0,-1 1,0-1,1 0,-1 1,0 0,1-1,-1 1,0 0,1 0,-1 0,1 1,-1-1,0 0,1 1,-1 0,0 0,0-1,1 1,-1 0,0 1,0-1,0 0,0 1,-1-1,1 1,0-1,0 1,-1 0,1 0,-1 0,0 0,1 0,-1 0,0 0,0 0,0 0,-1 1,1-1,0 0,-1 1,2 3,0 0,-1 0,1 1,-1-1,-1 0,1 1,-1-1,0 1,-1-1,1 0,-1 1,-1-1,1 0,-1 0,0 0,0 0,-1 0,0 0,0-1,0 1,-1-1,0 0,-3 4,-1 0,0 0,-1 0,0-1,-1-1,0 0,0 0,-1 0,1-2,-1 1,-1-1,1-1,-1 0,10-3,0 1,0-2,0 1,0 0,0 0,0 0,0-1,-1 1,1-1,0 0,0 0,0 0,-1 0,1 0,0 0,0 0,0-1,0 1,0-1,0 1,-1-1,1 0,0 0,1 0,-1 0,0 0,0 0,0-1,1 1,-1-1,1 1,-2-2,1-15</inkml:trace>
  <inkml:trace contextRef="#ctx0" brushRef="#br1" timeOffset="130646.054">16275 11994,'3'21,"2"22,3 25,3 18,-1 16,-7 11,-13 6,-15 1,-19-3,0-23</inkml:trace>
  <inkml:trace contextRef="#ctx0" brushRef="#br1" timeOffset="132594.636">17385 12703,'26'-82,"-15"58,72-179,-82 202,-1-1,0 1,0 0,0-1,0 1,1 0,-1 0,0 0,1-1,-1 1,1 0,0 0,-1 0,1 0,0 0,0 0,-1 0,1 0,0 0,0 0,0 0,0 0,0 1,0-1,0 0,1 1,-1-1,0 1,0-1,0 1,1 0,-1-1,0 1,0 0,1 0,-1 0,0 0,1 0,-1 0,0 0,0 1,1-1,0 0,24 70,-21-48,34 126,-38-122,-1-26,0 0,0 1,0-1,0 0,-1 1,1-1,0 0,0 0,-1 1,1-1,0 0,0 0,-1 1,1-1,0 0,0 0,-1 0,1 0,0 1,-1-1,1 0,0 0,-1 0,1 0,0 0,-1 0,1 0,0 0,-1 0,1 0,-1 0,1 0,0 0,-1 0,1 0,0 0,0-1,-1 1,1 0,0 0,-1 0,1-1,0 1,-1 0,1 0,0 0,0-1,0 1,-1 0,1-1,0 1,0 0,0 0,-1-1,1 1,0 0,0-1,0 1,0 0,0-1,0 1,0 0,0-1,0 1,0-1,-6-8,1 0,0 0,1-1,0 0,0 0,1 0,1 0,-1-1,2 1,-1 0,2-1,-1 0,1 1,1-1,0 1,0-1,1 1,1-1,0 1,0 0,3-6,78-142,-13 32,-62 108,-1-1,0 0,-2 0,0-1,-1 1,-1-1,-1-1,0 1,-2 0,0 0,-2-1,0 0,-3 6,4 15,0 0,0 0,0 1,1-1,-1 0,0 0,0 1,0-1,0 0,0 0,0 1,0-1,0 0,0 0,0 1,0-1,0 0,-1 0,1 1,0-1,0 0,0 0,0 0,0 1,0-1,0 0,-1 0,1 0,0 1,0-1,0 0,-1 0,1 0,0 0,0 0,0 1,-1-1,1 0,0 0,0 0,-1 0,1 0,0 0,0 0,-1 0,1 0,0 0,0 0,-1 0,1 0,0 0,0 0,-1 0,1 0,-5 231,4-144,11 231,-10-317,-1 6,1 0,1 0,-1 0,1 0,0 0,1 0,0 0,0 0,0-1,1 1,0-1,0 1,1-1,-1 0,1 0,1-1,-1 1,1-1,0 0,5 4,-7-8,-1 0,0-1,1 1,-1-1,0 0,1 1,-1-1,1 0,-1-1,1 1,-1 0,0-1,1 1,-1-1,0 0,1 1,-1-1,2-2,16-9</inkml:trace>
  <inkml:trace contextRef="#ctx0" brushRef="#br1" timeOffset="132845.487">17331 12142,'25'-2,"25"-1,21 0,19 1,13 0,4 1,-4 0,-10 6,-22 1</inkml:trace>
  <inkml:trace contextRef="#ctx0" brushRef="#br1" timeOffset="133134.447">18174 12396,'-12'49,"6"-30,1 1,1-1,0 1,2 0,0 0,2 10,0-28,0 0,0 0,1 1,-1-1,1 0,0 0,0 0,0 0,0 0,0 0,0 0,0 0,1 0,-1-1,0 1,1 0,0-1,-1 1,1-1,0 0,0 0,0 1,0-1,0 0,0-1,0 1,0 0,0-1,0 1,1-1,-1 1,0-1,0 0,0 0,1 0,-1 0,0 0,1-1,85-21,-79 19,0 0,-1-1,0-1,1 0,-1 0,-1 0,1-1,-1 0,0 0,0-1,-1 0,0 0,0-1,-1 1,0-1,0-1,-1 1,4-9,-8 15,0-1,1 0,-1 1,0-1,-1 0,1 0,0 1,-1-1,0 0,1 1,-1-1,0 1,0-1,-1 1,1-1,0 1,-1 0,1 0,-1-1,0 1,0 0,0 1,0-1,0 0,0 0,0 1,-1 0,1-1,-1 1,1 0,-1 0,1 0,-1 0,0 1,0-1,-7-2,0 1,-1 0,1 0,-1 1,0 0,1 1,-1 0,-6 2,10-2,-1 1,0 0,0 1,1 0,-1 0,1 1,-1 0,1 0,0 1,0 0,1 0,-1 0,1 1,0 0,0 0,0 1,1 0,0 0,0 0,0 0,1 1,0 0,0 0,1 0,0 0,-1 5,3-10,1 1,0-1,1 0,-1 0,0 0,1 0,-1 1,1-1,0 0,-1 0,1 0,0 0,0 0,1-1,-1 1,0 0,0 0,1-1,-1 1,1-1,0 1,-1-1,1 0,0 1,0-1,0 0,0 0,0 0,0-1,0 1,0 0,0-1,0 1,0-1,2 0,77 5,-38-9</inkml:trace>
  <inkml:trace contextRef="#ctx0" brushRef="#br1" timeOffset="133933.046">18561 12008,'-8'-2,"0"0,-1 1,1 0,0 1,-1 0,1 0,-1 1,1 0,0 0,0 1,-1 0,1 0,1 1,-1 0,0 1,1 0,-1 0,1 0,0 1,1 0,-1 1,1-1,0 1,0 0,1 1,0-1,0 1,0 0,1 0,0 1,0-1,1 1,0 0,1 0,-1 0,1 0,1 1,0-1,0 0,1 6,1 2,2-1,0 0,1 0,1 0,0 0,1-1,0 1,2-2,-1 1,2-1,-1 0,2-1,0 0,0 0,1-1,12 9,31 42,14 25,-67-86,0 0,-1 0,1-1,0 1,0 0,-1-1,1 1,0-1,0 1,0-1,0 1,0-1,0 1,0-1,0 0,0 0,0 1,0-1,0 0,0 0,0 0,0 0,0 0,0 0,0-1,0 1,0 0,0 0,0-1,0 1,0-1,0 1,0-1,0 1,0-1,0 1,-1-1,1 0,0 0,0 0,27-37,-25 34,8-17,-1 1,-1-2,0 1,-2-1,-1 0,-1-1,0 1,-2-1,-1 0,0 0,-2 23,0 0,1 0,-1 0,0 1,1-1,-1 0,1 0,-1 0,0 0,1 0,-1 0,1 0,-1 0,0 0,1 0,-1 0,1 0,-1 0,0 0,1 0,-1-1,0 1,1 0,-1 0,0 0,1 0,-1-1,0 1,1 0,-1 0,0-1,1 1,-1 0,0-1,0 1,0 0,1-1,-1 1,0 0,0-1,0 1,0-1,1 1,-1 0,0-1,0 1,0 0,0-1,0 1,0-1,0 1,0 0,0-1,-1 1,1-1,0 1,0 0,0-1,0 1,-1-1,10 7,8 2,0 0,0-1,1-1,0-1,0 0,0-2,1 0,3 0,14 2,-31-4,1-1,0 0,1 0,-1 1,1-1,-1 2,0-1,1 1,-1 0,0 0,0 0,0 1,-1 0,1 0,-1 1,1-1,-1 1,0 0,-1 1,1-1,-1 1,0 0,0 0,0 0,-1 1,1-1,-1 1,2 5,9 77,-13-87,-1 0,1 0,0 1,0-1,0 0,0 0,0 0,0-1,0 1,1 0,-1 0,0 0,0-1,1 1,-1-1,0 1,1-1,-1 0,0 1,1-1,-1 0,1 0,-1 0,1 0,-1 0,0 0,1 0,-1-1,1 1,-1 0,0-1,1 1,-1-1,0 0,0 1,1-1,48-27,-50 28,173-154,-173 154,0 0,0-1,0 1,0 0,0-1,0 1,1 0,-1-1,0 1,0 0,0 0,1-1,-1 1,0 0,0 0,1-1,-1 1,0 0,0 0,1 0,-1-1,0 1,1 0,-1 0,0 0,1 0,-1 0,0 0,1 0,-1 0,0 0,1 0,-1 0,0 0,1 0,-1 0,0 0,1 0,-1 0,0 0,1 0,-1 1,0-1,1 0,-1 0,0 0,0 0,1 1,-1-1,0 0,0 0,1 1,-1-1,0 0,0 1,0-1,1 0,-1 0,0 1,0-1,0 0,0 1,-3 25,1-18,1-2,0 1,0 0,1-1,-1 1,1 0,1-1,-1 1,1 0,1-1,-1 1,1-1,0 0,0 1,1-1,0 0,0 0,0 0,1-1,0 1,0-1,0 0,1 0,0-1,0 1,0-1,0 0,1 0,-1-1,1 1,0-1,0-1,4 2,22 4,-3-6</inkml:trace>
  <inkml:trace contextRef="#ctx0" brushRef="#br1" timeOffset="134181.533">19457 11968,'-2'14,"8"11,14 8,5-1</inkml:trace>
  <inkml:trace contextRef="#ctx0" brushRef="#br1" timeOffset="135148.171">20340 12195,'14'10,"0"0,-1 1,0 0,-1 1,0 0,0 1,-2 0,0 1,0 0,-1 1,-1 0,0 0,-1 1,-1 0,-1 0,0 1,-1-1,0 1,-1 9,22-58,-14 12,0 0,2 1,0 0,1 1,0 1,2 0,13-11,-28 27,-1 0,1 0,0 0,0 0,-1 0,1 0,0 1,0-1,0 0,0 1,0-1,0 0,0 1,0-1,0 1,0-1,0 1,0 0,0 0,1-1,-1 1,0 0,0 0,0 0,0 0,1 0,-1 0,0 1,0-1,0 0,0 0,0 1,0-1,1 1,-1-1,0 1,0 0,0-1,-1 1,1 0,0 0,0-1,0 1,0 0,-1 0,1 0,0 0,-1 0,1 0,-1 1,8 27,-8-25,0 1,1-1,0 0,0 0,0 0,0 0,1 0,-1 0,1 0,0 0,0 0,0-1,1 1,0-1,-1 0,1 0,0 1,0-2,1 1,-1 0,1-1,-1 0,1 1,0-2,0 1,1 0,6 1,1 0,0-1,-1 0,1-1,0-1,0 0,0-1,0 0,-1 0,1-1,0-1,-1 0,0 0,0-2,0 1,0-1,8-6,-16 9,-1 1,0-1,0 1,0-1,0 1,0 0,0 0,0 0,0 0,0 0,1 0,-1 1,0-1,0 1,1-1,-1 1,0 0,1 0,-1 0,1 0,-1 0,0 1,1-1,-1 1,0-1,0 1,1 0,-1 0,0 0,0 0,0 1,0-1,7 6,-1-1,1-1,0 1,0-1,0-1,1 0,-1 0,1-1,0 0,1 0,-1-1,0-1,0 0,1 0,-1-1,1 0,-1-1,0 0,4-2,-7 2,0-2,0 1,-1-1,1 0,-1 0,1 0,-1-1,0 0,-1-1,1 1,1-2,-6 4,1 1,-1-1,0 1,1-1,-1 1,0-1,0 0,0 0,0 0,0 1,0-1,-1 0,1 0,0 0,-1 0,0-1,1 1,-1 0,0 0,0 0,0 0,-1 0,1 0,0 0,-1 0,1 0,-1 0,0 0,0 0,0 0,1 0,-2 1,1-1,0 0,0 0,-1 1,1-1,-1 1,1 0,-1-1,-10-6,0 1,-1 1,0 0,0 0,0 1,-1 1,1 0,-1 1,0 1,0 0,0 1,0 0,0 1,-2 1,12-1,-3-1,-94 9,102-8,-1 0,1 0,-1 1,1-1,-1 0,1 0,-1 1,1-1,-1 0,1 1,-1-1,1 0,-1 1,0-1,1 1,-1-1,0 0,1 1,-1-1,0 1,0-1,0 1,1-1,-1 1,0 0,0-1,0 1,0-1,0 1,0-1,0 1,0-1,0 1,0-1,0 1,0-1,0 1,-1 0,1-1,0 1,0-1,0 1,-1-1,1 0,0 1,-1-1,1 1,0-1,-1 0,1 1,-1-1,1 1,-1-1,1 0,-1 0,1 1,-1-1,1 0,-1 0,1 0,26 5,1-1,0-1,0-2,0-1,6-1,-7 1,66-5,0-5,0-3,60-18,-150 31,0-1,0 0,-1 0,1 0,0 1,-1-1,1 0,0 1,0 0,0-1,-1 1,1 0,0 0,0 0,0 0,-1 1,1-1,0 0,0 1,0-1,-1 1,1-1,0 1,-1 0,1 0,-1 0,1 0,-1 0,1 0,-1 0,0 1,1-1,-1 0,0 1,0-1,0 1,0-1,0 1,0 1,8 39,-9-36,0-1,0 0,0 1,1-1,0 1,0-1,0 0,1 1,-1-1,1 0,0 0,1 0,0 0,-1-1,1 1,1-1,-1 1,1-1,-1 0,1-1,0 1,1 0,-1-1,1 0,-1 0,1-1,0 1,0-1,4 1,30-14,-22 0</inkml:trace>
  <inkml:trace contextRef="#ctx0" brushRef="#br1" timeOffset="135417.379">21877 11754,'-14'-7,"-6"3,-3 5,3 4</inkml:trace>
  <inkml:trace contextRef="#ctx0" brushRef="#br1" timeOffset="139297.077">15447 12503,'-46'44,"23"-15,0-2,-2 0,-1-2,-1 0,-1-2,-1-2,-1 0,-8 2,2-8,0-1,-1-2,-1-2,0-1,0-2,-1-1,0-3,0-1,0-1,0-3,-14-2,49 4,-105-5,-1-5,1-5,1-4,0-5,2-5,1-4,-14-11,48 11,0-2,3-4,1-2,3-4,1-2,2-3,2-2,3-3,-42-54,-47-71,-83-141,218 306,-32-47,-3 2,-3 1,-49-44,-64-36,102 93,3-3,2-3,-39-47,-24-66,-33-38,-103-62,232 241,-2 0,0 2,-1 0,-1 1,0 2,-2 1,0 1,-1 1,-1 1,-1 2,-21-7,-3 9,-1 3,0 1,0 3,-33 3,20-1,-745-16,-621 18,398-27,66 0,487 28,410-17,72 16,1-1,-1 1,0-1,1 1,-1-1,1 1,-1-1,1 1,-1-1,1 0,-1 1,1-1,0 0,-1 1,1-1,0 0,0 0,-1 1,1-1,0 0,0 1,0-1,0 0,0 0,0 0,0 1,0-1,0 0,1 0,-1 1,0-1,0 0,1 1,-1-1,0 0,1 1,-1-1,1 0,-1 1,0-1,1 1,0-1,-1 1,1-1,-1 1,1-1,29-25,-1 9,1 0,0 2,2 1,-1 1,8 0,3-3,394-137,-987 349,410-155,141-41,1 0,-1 0,0 0,0 0,1 0,-1 1,0-1,1 0,-1 0,0 0,0 1,1-1,-1 0,0 0,0 1,0-1,1 0,-1 1,0-1,0 0,0 0,0 1,0-1,1 0,-1 1,0-1,0 0,0 1,0-1,0 0,0 1,0-1,0 1,0-1,-1 0,1 1,0-1,0 0,0 0,0 1,0-1,-1 1,124 4,67 10,-158-7,-1 1,0 1,0 2,-1 1,0 1,-2 2,0 0,0 2,8 9,-36-26,0 0,1-1,-1 1,1 0,-1 0,1 0,-1-1,1 1,0 0,-1 0,1-1,0 1,-1-1,1 1,0-1,0 1,0-1,0 1,0-1,-1 0,1 1,0-1,0 0,0 0,0 0,0 1,0-1,0 0,0 0,0-1,0 1,0 0,0 0,0 0,0-1,-1 1,1 0,0-1,0 1,0-1,0 1,0-1,-1 1,1-1,0 0,-1 1,1-1,0 0,-1 0,1 1,-1-1,1 0,-1 0,1 0,-1 0,0 0,1 1,0-23,-1 0,0 0,-2 1,0-1,-5-17,5 26,-4-20,-1 0,-1 0,-2 1,-13-30,7 38,15 24,1 1,-1 0,1 0,-1 0,1 0,-1 0,1 0,-1 0,1 0,-1 0,1 0,-1 0,1 0,-1 0,1 0,-1 0,1 1,-1-1,1 0,-1 0,1 0,-1 1,1-1,0 0,-1 1,1-1,0 0,-1 1,1-1,0 1,-1-1,1 0,0 1,0-1,-1 1,1-1,0 1,0-1,0 1,0-1,0 1,-1-1,1 1,0-1,0 1,0-1,0 1,1-1,-1 1,0-1,0 1,0-1,-16 111,15-91,-1 1,-1-1,0 0,-2 0,0 0,-7 15,11-34,1 1,-1 0,0-1,1 1,-1-1,0 1,0-1,0 0,0 1,-1-1,1 0,0 0,0 0,-1 0,1 0,0 0,-1 0,1 0,-1 0,0-1,1 1,-1-1,1 1,-1-1,0 1,1-1,-1 0,0 0,0 0,1 0,-1 0,0 0,1-1,-1 1,0 0,1-1,-1 0,1 1,-1-1,1 0,-1 0,1 1,-1-1,1-1,0 1,-1 0,1 0,-108-97,96 84,14 13,-1 1,0-1,1 0,-1 1,1-1,0 1,-1-1,1 1,-1-1,1 1,0-1,-1 1,1-1,0 1,-1 0,1 0,0-1,0 1,-1 0,1 0,0 0,0 0,0-1,-1 1,1 0,0 1,0-1,0 0,-1 0,1 0,0 0,0 1,-1-1,1 0,0 1,-1-1,1 0,0 1,-1-1,1 1,0 0,2-1,60 10,0-4,55 0,-114-6,0 0,0 0,-1 0,1 0,0 0,0 0,-1-1,1 0,0 0,-1 0,1 0,-1 0,1-1,-1 0,3-1,-20-6,-11 7,-1 2,1 0,0 2,0 1,0 1,1 1,-1 1,-7 4,14-6,-83 27,102-31,-1 0,0 0,1 0,-1 0,0 0,0 0,1 0,-1 1,0-1,0 0,1 0,-1 0,0 0,0 0,0 1,1-1,-1 0,0 0,0 0,0 1,1-1,-1 0,0 0,0 0,0 1,0-1,0 0,0 0,0 1,1-1,-1 0,0 1,0-1,0 0,0 0,0 1,0-1,0 0,0 0,0 1,0-1,-1 0,1 0,0 1,0-1,0 0,0 0,0 1,0-1,-1 0,1 0,24 1,-1-2,0-1,0-1,0-1,9-3,0 1,150-28,-173 40,-28 4,-186 67,270-87,181-39,-240 46,-29 4,-64 16,87-17,-1 0,1 0,-1 0,1 0,-1 0,0 0,1 0,-1-1,1 1,-1 0,1 0,-1-1,1 1,-1 0,1 0,-1-1,1 1,0 0,-1-1,1 1,-1-1,1 1,0-1,-1 1,1-1,0 1,0-1,-1 1,1-1,0 1,0-1,0 1,0-1,0 1,0-1,-1 0,1 1,0-1,1 1,-1-1,0 1,0-1,0 1,0-1,0 1,0-1,1 0,-1 1,0-1,1 1,-1 0,0-1,1 1,-1-1,1 0,-1 0,0 0,1 0,-1 0,0 0,1 0,-1 0,0 0,0 0,0 0,0 0,0 0,0 0,0 0,-1 0,1 0,0 0,0 0,-1 0,1 0,-1 0,1 0,-1 0,1 1,-1-1,1 0,-1 0,0 0,1 1,-1-1,-4 0</inkml:trace>
  <inkml:trace contextRef="#ctx0" brushRef="#br1" timeOffset="140486.867">15941 13465,'0'0,"0"-1,0 1,1 0,-1 0,0 0,1 0,-1-1,0 1,0 0,1 0,-1 0,0 0,0 0,1 0,-1 0,0 0,1 0,-1 0,0 0,1 0,-1 0,0 0,0 0,1 0,-1 0,0 1,0-1,1 0,-1 0,0 0,0 0,1 1,-1-1,0 0,0 0,1 0,-1 1,0-1,0 0,0 0,0 1,1-1,-1 0,0 1,0-5,0 1,0 0,0-1,0 1,0 0,-1 0,0-1,1 1,-1 0,-1 0,1 0,0 0,-1 0,1 0,-1 1,0-1,0 0,0 1,0-1,0 1,-1 0,1 0,-1-1,1 2,-1-1,0 0,0 1,0-1,0 1,0 0,0 0,0 0,0 0,-1 0,1 1,0 0,0 0,-1 0,1 0,0 0,-1 0,1 1,0-1,0 1,0 0,0 0,-3 2,-2-2,1 1,-1 1,0-1,1 1,0 0,0 1,0 0,0 0,0 1,1 0,0 0,0 0,0 1,0-1,1 1,0 1,1-1,-1 1,1 0,0 0,1 0,0 0,-2 6,6-7,0-1,0 0,0 1,0-1,1 0,0 0,0 0,0 0,1 0,0-1,0 1,0-1,0 0,1 1,-1-1,1-1,0 1,1-1,-1 1,0-1,1-1,0 1,0-1,-1 1,2-1,-1-1,0 1,0-1,0 0,1 0,4 0,4 3,1-1,0-1,0 0,0-1,0-1,0 0,0-1,0 0,0-2,-1 1,1-2,0 0,-1-1,0 0,0-1,-1-1,0 0,2-2,19-15</inkml:trace>
  <inkml:trace contextRef="#ctx0" brushRef="#br1" timeOffset="140735.076">16235 13091,'-2'-7,"3"5,7 9,6 13,6 16,3 16,3 15,-4 15,-7 11,-15 10,-22 6,-20 0,-4-18</inkml:trace>
  <inkml:trace contextRef="#ctx0" brushRef="#br1" timeOffset="141260.7">17532 13238,'3'16,"0"17,-1 11,1 10,-2 5,0-1,-2-1,-5-6,-4-7,-6-6,0-10</inkml:trace>
  <inkml:trace contextRef="#ctx0" brushRef="#br1" timeOffset="141500.34">17278 13104,'0'-14,"7"-4,13-1,17 2,17 4,14 5,11 3,7 3,-1 3,-5 7,-16 2</inkml:trace>
  <inkml:trace contextRef="#ctx0" brushRef="#br1" timeOffset="141697.014">17947 13518,'0'16,"2"10,1 5,2 1,0-1,2-5,-1-4,-1-8,-1-6</inkml:trace>
  <inkml:trace contextRef="#ctx0" brushRef="#br1" timeOffset="143104.41">17866 13238,'18'1,"1"0,-1 1,1 0,-1 2,0 0,0 1,0 1,-1 1,0 0,0 1,-1 1,0 0,-1 1,1 1,-2 1,0 0,0 1,-1 0,-1 1,0 0,-1 1,-1 1,0-1,-1 2,-1-1,0 1,2 8,24 71,-33-95,0 0,0 0,0-1,0 1,0 0,0 0,0-1,0 1,1-1,-1 1,0-1,0 1,1-1,-1 0,0 0,1 0,-1 0,0 0,1 0,-1 0,0 0,1 0,-1 0,0-1,1 1,-1-1,0 1,0-1,1 1,-1-1,0 0,0 1,0-1,0 0,0 0,0 0,36-36,-23 16,-1-1,-1 0,-1-1,-1 0,3-11,-5 19,-4 21,-4 28,0-24,-1-2,1-1,0 0,1 0,-1 1,1-1,1 0,-1 0,1 0,1 0,-1 0,1-1,0 1,1-1,-1 0,1 1,1-2,-1 1,1 0,2 1,-4-6,0 0,1-1,0 1,-1-1,1 1,-1-1,1 0,0-1,-1 1,1 0,-1-1,1 0,-1 0,1 0,-1 0,0-1,1 1,-1-1,0 0,0 0,0 0,0 0,0 0,-1-1,1 0,-1 1,1-2,3-1,123-124,-129 128,0 0,0 0,0 0,0 1,1-1,-1 0,0 0,0 1,1-1,-1 0,1 1,-1-1,1 0,-1 1,1-1,-1 0,1 1,0-1,-1 1,1 0,0-1,-1 1,1-1,0 1,-1 0,1-1,0 1,0 0,-1 0,1 0,0 0,0 0,0 0,-1 0,1 0,0 0,0 0,0 0,-1 0,1 0,0 1,0-1,-1 0,1 0,0 1,0-1,-1 1,1-1,0 1,-1-1,1 1,-1-1,1 1,-1 0,1-1,-1 1,1-1,-1 1,0 0,1 0,-1-1,0 1,1 0,-1 0,2 6,0-1,0 0,0 1,1-1,0 0,1 0,-1-1,1 1,0-1,0 0,1 0,0 0,0 0,0-1,0 0,1 0,-1 0,1-1,0 1,0-2,0 1,1-1,-1 0,1 0,1 0,3 1,-1-2,1 1,0-1,0-1,-1 0,1 0,0-1,0 0,0-1,-1-1,1 1,-1-2,0 1,0-1,0-1,0 0,-1 0,0-1,0 0,0-1,-1 0,0 0,0-1,-1 0,0 0,0-1,-1 0,0 0,-1 0,5-10,-7 10,1-1,-2 0,1 0,-1 0,-1 0,0-1,0 1,-1 0,-1 0,0-7,1 16,0 0,0 0,0-1,0 1,0 0,-1 0,1 0,0 0,-1 0,1 0,0 0,-1 0,1 0,-1 0,0 1,1-1,-1 0,0 0,1 0,-1 1,0-1,0 0,0 1,0-1,0 0,1 1,-1 0,0-1,0 1,0-1,0 1,-1 0,1 0,0 0,0-1,0 1,0 0,0 0,0 0,0 1,0-1,0 0,0 0,0 1,-38 29,35-25,0 1,0 0,0 0,1 0,0 0,1 1,-1-1,1 1,0-1,1 1,-1 0,2 0,-1 0,1 0,0 0,0 0,1 0,-1 0,2-1,-1 1,1 0,0 0,0-1,1 1,0-1,0 0,1 0,-1 0,1 0,0-1,1 0,0 1,0-1,0 0,1 0,0-1,1 0,-1 0,1-1,-1 0,1 0,0 0,0-1,1 0,-1 0,0-1,1 0,-1 0,0-1,1 0,-1 0,1 0,-1-1,1-1,-1 1,0-1,0 0,0-1,0 1,0-2,0 1,-1-1,0 0,1 0,-1 0,-1-1,1 0,-1 0,0-1,0 1,0-1,-1 0,0-1,0 1,-1-1,1 0,1-12,-1 0,-1 0,0 0,-2 0,0 0,-1-13,0 16,-1 15,1 0,0 1,-1-1,1 0,0 0,0 0,0 0,0 0,0 1,0-1,0 0,0 0,0 0,0 0,0 0,0 0,1 0,-1 1,0-1,1 0,-1 0,1 0,-1 1,1-1,-1 0,1 1,-1-1,1 0,0 1,-1-1,1 1,0-1,0 1,-1-1,1 1,0-1,0 1,0 0,-1-1,1 1,0 0,0 0,0 0,0 0,0 0,0 0,-1 0,1 0,0 0,0 0,0 0,0 0,0 1,0-1,-1 0,1 1,0-1,0 1,0-1,0 1,143 64,-137-61,0 1,-1 0,1 0,-1 0,0 1,-1 0,1 0,-1 0,0 1,-1 0,1 0,-2 0,1 1,-1-1,0 1,0 0,-1 0,0 1,2 30,-5-34,1-1,0 1,0-1,0 0,1 1,-1-1,1 1,0-1,1 0,-1 0,0 1,1-1,0 0,0-1,1 1,-1 0,1 0,-1-1,1 0,0 1,1-1,-1 0,1 0,5 0,1 0,-1-1,1 0,0 0,-1-1,1 0,0-1,0 0,0-1,-1 0,1 0,0-1,-1 0,1-1,-1 0,0-1,0 1,0-2,0 1,-1-1,1-1,-1 0,-1 0,3-3,-1 3,-1-1,0 0,-1-1,1 0,-1 0,-1 0,0-1,0 0,-1 0,0-1,0 1,-1-1,-1 0,1-1,-2 1,1 0,-1-1,-1 1,0-1,-1 0,0 1,-1-9,0 16,0 0,0 0,-1 0,1 0,-1 0,0 0,0 0,0 1,0-1,0 1,-1-1,1 1,-1 0,1 0,-1 0,0 0,0 1,0-1,0 1,0 0,0 0,-1 0,1 0,0 0,0 1,-1-1,1 1,0 0,-1 0,1 0,0 1,-1-1,1 1,0-1,0 1,-1 0,1 1,0-1,0 0,0 1,0 0,1 0,-1-1,0 2,1-1,-1 0,1 0,0 1,0 0,-2 0,0 0,0 1,1 0,-1 0,1 0,0 0,0 0,1 1,-1-1,1 1,0 0,0 0,0 0,1-1,0 2,0-1,0 0,1 0,-1 0,1 0,1 0,-1 0,1 1,-1-1,2 0,-1 0,0 0,1 0,0-1,0 1,0 0,1-1,0 1,0-1,0 0,0 0,0 0,5 3,10 3,0-1,1-1,1-1,-1 0,1-1,0-2,0 0,1-1,-1 0,1-2,-1-1,3 0,76-1,-61-3</inkml:trace>
  <inkml:trace contextRef="#ctx0" brushRef="#br1" timeOffset="144461.842">21128 12850,'-11'28,"-11"28,-9 29,-5 22,-4 17,-1 9,-1 0,2-5,3-12,9-27</inkml:trace>
  <inkml:trace contextRef="#ctx0" brushRef="#br1" timeOffset="146116.842">21904 13158,'-37'-34,"29"28,1 1,0 0,-1 1,0-1,0 1,-1 1,1 0,-1 0,0 0,1 1,-1 1,0-1,0 2,0-1,-1 1,1 0,0 1,0 0,0 1,1 0,-1 0,0 0,1 1,-1 1,1 0,0 0,0 0,-6 5,6-2,1 1,0-1,0 1,0 1,1-1,1 1,-1 0,1 1,1-1,0 1,0 0,1 0,0 0,1 0,-1 6,2-10,0 1,1-1,-1 0,1 1,0-1,1 1,0-1,0 1,0-1,1 0,0 0,0 1,0-1,1-1,0 1,0 0,1-1,-1 1,1-1,0 0,1 0,-1-1,1 1,0-1,3 2,7 2,1-2,0 1,0-2,0 0,1-1,0-1,-1 0,1-1,0-1,0-1,1 0,-1-1,10-3,-5 2,0-1,0-1,-1-1,1-1,-1 0,-1-2,1-1,-1 0,-1-1,0-1,0-1,-1-1,14-13,-27 21,-5 6,0 0,0-1,0 1,0-1,0 1,0 0,0-1,1 1,-1-1,0 1,1-1,-1 1,0-1,1 1,-1-1,0 1,1-1,-1 1,1-1,-1 0,1 1,-1-1,1 0,-1 1,1-1,-1 0,1 0,-1 1,1-1,0 0,-1 0,1 0,-1 0,1 0,0 0,-1 0,1 0,0 0,-1 0,1 0,-1 0,1 0,-1-1,1 1,0 0,-1 0,1-1,-1 1,1 0,-1-1,1 1,-1-1,1 1,-1 0,0-1,1 1,-1-1,0 1,1-1,-1 1,0-1,1 0,-1 1,0-1,0 1,0-1,0 0,1 6,0 0,0 0,1 0,-1 0,1 0,0-1,1 1,-1-1,1 0,-1 0,1 0,1 0,-1 0,0 0,1-1,0 1,0-1,0 0,0-1,0 1,1-1,-1 1,1-1,0-1,0 1,-1-1,1 1,0-2,0 1,0 0,0-1,0 0,0 0,0 0,0-1,0 0,0 0,0 0,0 0,0-1,-2 1,-1 0,0-1,1 1,-1 0,0-1,0 1,0-1,0 0,0 0,0 0,0 0,-1 0,1 0,-1 0,0-1,1 1,-1 0,0-1,0 1,0-1,-1 1,1-1,-1 0,1 1,-1-1,0 0,0 1,0-1,0 1,-1-1,1 0,-1 1,0-2,0-3,-1 1,0 0,-1 0,1 0,-1 0,-1 0,1 0,-1 1,1 0,-2-1,1 1,0 1,-2-2,-4-1,1 0,-1 1,-1 0,1 1,-1 0,0 0,0 1,0 1,-1 0,1 0,-1 1,0 1,-2 0,3 3,30 4,301-6,-316-1,-1 1,0 0,0 0,0 0,0 0,0 0,1 1,-1-1,0 1,0 0,0 0,0 0,-1 0,1 1,0-1,0 1,-1 0,1 0,-1 0,1 0,-1 0,0 0,0 0,0 1,0-1,0 1,0 0,-1 0,0-1,1 1,-1 0,1 3,-1 4,-1-7,0 0,0 0,0 0,1 0,-1 1,1-1,0 0,-1 0,2-1,-1 1,0 0,0 0,1 0,0-1,-1 1,1-1,0 1,0-1,0 0,1 1,-1-1,0-1,1 1,0 0,-1 0,1-1,0 0,0 1,2 0,5-1,-1 0,1-1,0 0,0 0,0-1,-1-1,1 1,0-2,-1 1,0-1,0 0,1-1,-2 0,1-1,0 0,-1 0,0-1,0 0,-1 0,0-1,0 0,0 0,-1 0,0-1,0 0,-1-1,0 1,-1-1,0 0,0 0,-1 0,1-3,-1 8,-3 21,1 6,-1-19,1 0,0 0,0-1,0 1,0 0,1-1,-1 1,1-1,0 1,0-1,0 0,1 0,-1 0,1 0,0 0,0-1,0 1,0-1,0 0,0 0,0 0,1 0,-1 0,1-1,0 0,-1 0,1 0,0 0,0 0,-1-1,1 1,0-1,0 0,0 0,0-1,0 1,-1-1,1 0,0 0,11-4,0-2,-1 0,0 0,-1-1,1-1,-1 0,-1-1,0 0,-1-1,0-1,6-6,-18 18,1 1,0-1,0 1,0-1,0 1,0-1,0 1,0 0,0-1,1 1,-1-1,0 1,0-1,0 1,0-1,1 1,-1-1,0 1,1-1,-1 0,0 1,1-1,-1 1,0-1,1 0,-1 1,1-1,-1 0,0 1,1-1,-1 0,1 0,-1 0,1 1,-1-1,1 0,0 0,-1 0,1 0,-1 0,1 0,-1 0,1 0,-1 0,1 0,-1 0,1 0,-1-1,1 1,-1 0,1 0,-1 0,1-1,-1 1,1 0,-1-1,1 1,-1 0,1-1,-2 6,1-1,1 1,-1-1,1 0,-1 1,1-1,1 0,-1 1,0-1,1 0,0 0,0 0,0 0,1 0,-1-1,1 1,0-1,0 0,0 1,0-1,1-1,-1 1,1 0,0-1,0 0,0 0,0 0,0 0,3 0,1-2,1-1,-1 0,0 0,0-1,0 0,0 0,0-1,0 0,-1 0,0-1,1 0,-1-1,0 1,-1-1,1-1,-1 1,0-1,-1 0,1 0,-1-1,0 1,-1-1,0-1,0 1,1-2,9-23,0 0,-2-1,-2 0,-1-1,-1 0,-2-1,-1 1,-2-1,-2 0,-1-2,0 32,3-26,-1 0,-2 0,-2-1,0 1,-2 0,-5-16,9 46,0 0,0 0,0 0,-1 0,1 0,0 1,0-1,-1 0,1 0,0 0,-1 0,1 0,-1 1,1-1,-1 0,1 0,-1 1,0-1,1 1,-1-1,0 0,0 1,1-1,-1 1,0-1,0 1,0 0,1-1,-1 1,0 0,0 0,0-1,0 1,-1 0,-20 25,12 1,1 0,2 0,0 1,2 0,1 0,1 1,1 23,-1-16,2 0,2 0,1-1,1 1,3-1,0 1,2-2,2 1,1-1,3 4,-12-32,-1 1,1-1,1 0,-1 0,0-1,1 1,0 0,0-1,1 0,-1 0,1 0,0 0,0 0,0-1,0 0,1 1,-1-2,1 1,0 0,0-1,0 0,0 0,0-1,1 1,-1-1,0 0,1-1,-1 1,0-1,1 0,-1-1,1 1,-1-1,0 0,1 0,3-2,-2-1,1-1,-1 0,-1 0,1-1,-1 0,0 0,0 0,-1-1,1 0,-2 0,1 0,-1-1,0 0,0 0,-1 0,0 0,-1 0,0 0,0-1,-1 1,0-1,0 1,-1-1,0-6,0 15,-1 1,1-1,0 0,-1 1,1-1,0 0,-1 0,1 1,0-1,-1 0,1 0,-1 0,1 1,0-1,-1 0,1 0,-1 0,1 0,-1 0,1 0,-1 0,1 0,0 0,-1 0,1 0,-1 0,1 0,-1-1,1 1,0 0,-1 0,1 0,-1 0,1-1,0 1,-1 0,1-1,0 1,-1 0,1-1,0 1,-1 0,1-1,0 1,0 0,-1-1,1 1,0-1,0 1,0 0,0-1,0 1,0-1,0 1,-1-1,1 1,0-1,0 1,1 0,-1-1,0 1,0-1,0 1,0-1,0 1,0 0,1-1,-1 1,0-1,0 1,-17 30,13-20,0 0,1 0,0 1,1-1,1 0,-1 1,1 0,1-1,0 1,1-1,0 1,0-1,1 1,1-1,-1 0,2 0,-1 0,2 0,3 7,-6-14,1-1,-1 1,1-1,-1 0,1 0,0 0,0 0,0 0,0 0,0-1,0 0,0 1,1-1,-1 0,1-1,-1 1,0-1,1 1,-1-1,1 0,1 0,16-4</inkml:trace>
  <inkml:trace contextRef="#ctx0" brushRef="#br1" timeOffset="146363.678">23334 12797,'27'-2,"25"-1,22 2,12 4,5 6,-4 5,-16 2</inkml:trace>
  <inkml:trace contextRef="#ctx0" brushRef="#br1" timeOffset="146922.395">23882 13305,'49'-194,"-47"176,-3 15,1-1,-1 1,1 0,0-1,1 1,-1-1,1 1,-1 0,1-1,0 1,0 0,0 0,1 0,-1-1,1 1,-1 1,1-1,0 0,0 0,1 1,-1-1,1 1,-1 0,1-1,-1 1,1 1,0-1,0 0,0 1,1-1,9 0,-1 1,1 0,-1 1,1 1,-1 0,1 0,-1 1,1 1,-1 0,0 1,0 0,-1 1,1 0,-1 1,8 5,-15-7,0 0,0 1,-1-1,1 1,-1 0,0 0,0 0,-1 1,1-1,-1 1,0-1,-1 1,1 0,-1-1,0 1,-1 0,1 0,-1 0,0 0,-1 0,0-1,0 2,1 1,0 0,0 1,0-1,1 0,0 1,1-1,0 0,0 0,0 0,1-1,1 2,-2-6,0-1,0 1,0 0,1-1,-1 1,1-1,0 1,0-1,0 0,0-1,0 1,0 0,0-1,1 1,-1-1,0 0,1 0,-1-1,1 1,-1-1,1 0,-1 1,1-1,0-1,-1 1,1-1,-1 1,1-1,1-1,6-1,0 0,0-1,-1-1,0 0,0 0,0-1,-1 0,8-6,-5 2,0-1,-1-1,0 0,-1 0,0-1,-1-1,-1 1,0-1,-1-1,0 1,-1-1,-1-1,0 1,-1-1,-1 0,0 1,-1-1,0-10,-2 25,0 0,1 0,-1 1,0-1,1 0,-1 0,0 0,0 0,0 0,1 1,-1-1,0 0,0 0,-1 0,1 0,0 0,0 0,0 1,0-1,-1 0,1 0,0 0,-1 0,1 1,-1-1,1 0,-1 0,1 1,-1-1,0 0,1 1,-1-1,0 1,1-1,-1 1,0-1,0 1,1-1,-1 1,0 0,0 0,0-1,0 1,1 0,-1 0,0 0,0 0,0 0,0 0,0 0,0 0,0 0,1 0,-1 0,0 1,0-1,0 0,0 1,1-1,-2 1,-5 7,1 1,-1 0,1 0,1 0,0 1,0 0,1 0,0 0,1 1,0-1,1 1,-1 9,1-15,0 1,1 0,-1 0,2 0,-1 0,0 0,1 0,0 1,1-1,-1 0,1 0,1 0,-1 0,1 0,0-1,0 1,0 0,1-1,0 1,0-1,1 0,-1 0,1 0,0-1,0 1,1-1,-1 0,1 0,0-1,3 3,9 1,0-1,1 0,0-2,0 0,0 0,1-2,-1 0,1-1,-1-1,1-1,-1-1,1 0,-1-1,0-1,3-2,26-9</inkml:trace>
  <inkml:trace contextRef="#ctx0" brushRef="#br1" timeOffset="148864.832">15500 13412,'-25'3,"0"2,0 0,1 1,-1 2,1 0,1 2,0 0,0 2,1 0,-13 11,18-13,-45 24,1 2,2 4,1 1,3 4,-47 48,87-76,1 0,1 2,1 0,0 0,2 1,0 0,1 1,1 0,1 0,1 1,1 0,1 0,1 0,1 1,0-1,3 21,25 214,-25-251,-1 0,0 0,0 1,0-1,-1 0,0 1,0-1,-1 0,1 0,-1 0,-1 0,1 0,-1 0,0-1,0 1,-1-1,0 0,0 0,0 0,0-1,-1 1,1-1,-1 0,0-1,-6 4,-18 6,0-2,-1-1,-1-1,1-2,-1 0,-1-3,1 0,-14-2,27 0,-678 41,-414 41,603-12,-369 39,797-104,-797 92,290-7,199 6,209-49,39-22,-1-6,-1-6,0-6,-1-7,-17-6,2 3,-154 27,262-25,63-7,2-1</inkml:trace>
  <inkml:trace contextRef="#ctx0" brushRef="#br1" timeOffset="149368.265">7987 15177,'-92'58,"-3"-4,-2-5,-50 18,135-63,6-1,0 0,1-1,-1 0,0 0,-1-1,1 0,0 0,0 0,-1 0,1-1,-3-1,21-10,11 3,1 2,0 0,1 1,-1 2,1 0,0 2,0 0,-1 2,1 1,0 1,-1 1,1 1,-1 1,15 6,196 79,-233-90,0 0,0 0,1 0,-1-1,0 1,0 0,1-1,-1 0,0 1,0-1,1 0,-1 0,0 0,1 0,-1-1,0 1,1-1,-1 1,0-1,0 0,0 0,0 0,1 0,-1 0,-1-1,1 1,0 0,0-1,0 0,-1 1,1-1,-1 0,1 0,-1 0,0 0,0 0,0 0,0 0,0 0,0 0,0-2,-2-8,0 0,0-1,-2 1,1 0,-1 0,-1 0,0 1,-1-1,0 1,-1 0,0 1,-1-1,0 1,0 0,-1 1,-1 0,1 0,-2 1,-5-5,-59-51,71 61</inkml:trace>
  <inkml:trace contextRef="#ctx0" brushRef="#br1" timeOffset="151527.849">16007 14681,'-3'-11,"-1"0,0-1,-1 2,0-1,-1 0,0 1,-1 0,0 0,-7-6,11 13,1 0,-1 0,0 0,0 1,0 0,-1-1,1 1,0 0,-1 1,1-1,-1 1,0-1,0 1,1 0,-1 1,0-1,0 0,0 1,0 0,0 0,0 0,0 1,1-1,-1 1,0 0,0 0,0 0,1 1,-1-1,1 1,-2 1,-3 2,0 1,1 0,0 1,0-1,1 2,0-1,0 1,0-1,1 1,1 1,-1-1,1 1,1 0,-1 0,2 0,-1 0,1 1,0-1,1 1,0-1,1 1,0-1,1 5,0-10,0 1,0-1,1 0,-1 0,1 1,0-1,0 0,1-1,-1 1,1 0,0-1,0 1,0-1,0 0,1 0,-1 0,1 0,0-1,0 1,0-1,0 0,0 0,0-1,0 1,1-1,-1 0,1 0,6 2,0-1,0-1,1 0,-1 0,0-1,1-1,-1 0,0 0,1-1,3-1,-2-1,-1 0,0-1,0-1,0 0,-1 0,0-1,0 0,-1-1,0 0,0-1,4-4,8-13</inkml:trace>
  <inkml:trace contextRef="#ctx0" brushRef="#br1" timeOffset="154010.422">16022 14642,'1'-1,"0"-1,0 1,1 0,-1-1,0 1,0-1,-1 0,1 1,0-1,0 0,-1 1,1-1,-1 0,1 0,-1 1,0-1,0 0,0 0,0 0,0 0,0 1,-1-2,2 0,-1-453,0 388,13 545,-10-347,0-78</inkml:trace>
  <inkml:trace contextRef="#ctx0" brushRef="#br1" timeOffset="154333.106">16316 14013,'2'12,"5"16,9 19,6 16,6 18,2 15,-1 15,-5 13,-17 9,-27 6,-10-20</inkml:trace>
  <inkml:trace contextRef="#ctx0" brushRef="#br1" timeOffset="155128.538">17866 14374,'-2'12,"-1"10,0 10,1 10,0 8,1 7,3 4,5-3,6-1,9-7,8-6,9-10,7-9,4-9,6-13,2-10,-3-12,-9-2</inkml:trace>
  <inkml:trace contextRef="#ctx0" brushRef="#br1" timeOffset="155391.832">17786 14602,'18'2,"18"-4,16-5,10-7,9-8,3-4,-1-3,-9-1,-16 5</inkml:trace>
  <inkml:trace contextRef="#ctx0" brushRef="#br1" timeOffset="155653.142">17840 14267,'25'-11,"26"-7,23 1,17 3,9 3,-1 4,-18 4</inkml:trace>
  <inkml:trace contextRef="#ctx0" brushRef="#br1" timeOffset="156298.563">18481 14748,'27'-26,"5"-2,-1-2,-1-1,-2-1,-1-1,-2-1,-1-2,-2 0,-2-1,13-32,-30 57,1 1,-1-1,-1-1,-1 1,1 0,-2 0,0-1,0-5,-1 14,1-1,-1 1,0 0,0 0,0 0,0 0,-1 0,1 0,-1 0,0 0,0 1,-1-1,1 1,-1 0,1-1,-1 1,0 0,-1 0,1 1,0-1,-1 1,1 0,-1 0,0 0,0 0,0 0,-1 1,0 0,0 0,1 0,-1 0,0 1,0 0,0 0,0 0,0 1,0 0,0 0,0 0,0 0,1 1,-1 0,0 0,1 0,0 0,-1 1,1 0,0 0,0 0,-2 3,-3 2,1 0,0 1,0 0,0 1,1 0,1 0,0 1,0-1,0 5,-4 10,2-1,2 2,0-1,1 1,1-1,2 1,0 0,2 0,1 0,1 0,1 0,6 19,-7-35,0 1,2 0,-1-1,1 1,1-1,0 0,0-1,1 1,0-1,0 0,1-1,0 1,1-1,0-1,0 1,1-2,0 1,0-1,1 0,-1-1,1 0,0-1,1 0,-1 0,1-1,-1 0,1-1,0-1,3 1,-3-2,1 0,0-1,0 0,0-1,0 0,-1-1,1 0,-1-1,0 0,0-1,0 0,-1-1,1 0,-1-1,-1 0,1 0,-1-1,-1 0,0-1,0 0,0 0,-1-1,0 0,-1 0,0 0,-1-1,0 0,-1 0,0 0,1-6,-2 7,0 0,-1 0,0 0,-1 0,0 0,0 0,-1-1,0 1,-1 0,0 0,-1 0,0 0,-2-4,4 13,0 0,-1 1,1-1,0 0,-1 1,1-1,0 0,-1 1,1-1,-1 1,1-1,-1 1,1-1,-1 1,1-1,-1 1,0 0,1-1,-1 1,0 0,1-1,-1 1,0 0,1 0,-1-1,0 1,0 0,1 0,-1 0,0 0,0 0,1 0,-1 0,0 1,1-1,-1 0,0 0,1 0,-1 1,0-1,1 0,-1 1,0-1,1 1,-1-1,1 1,-1-1,1 1,-1-1,1 1,-1-1,1 1,-1-1,1 1,0 0,-1-1,-19 40,17-32,1 0,0 0,0 1,1-1,0 0,0 0,1 1,0-1,0 0,1 1,0-1,0 0,1 0,1 0,-1 0,1 0,0 0,1-1,0 1,0-1,0 0,1 0,0-1,1 1,-1-1,1-1,1 1,-1-1,2 2,2-3,1 0,-1 0,1-1,-1 0,1-1,0 0,0-1,0 0,0-1,0 0,0-1,7-1,31-5</inkml:trace>
  <inkml:trace contextRef="#ctx0" brushRef="#br1" timeOffset="157212.197">19430 14602,'1'-6,"-1"1,0-1,0 1,0-1,-1 1,0-1,0 1,0-1,-1 1,0 0,0 0,0 0,-1 0,1 0,-1 0,0 1,-1-2,3 6,0 0,0-1,0 1,1-1,-1 1,0 0,0 0,0-1,0 1,0 0,0 0,0 0,0 0,0 0,1 0,-1 0,0 1,0-1,0 0,0 0,0 1,0-1,1 1,-1-1,0 0,0 1,0 0,1-1,-1 1,0-1,1 1,-1 0,1-1,-1 1,0 0,1 0,0 0,-1-1,1 1,-1 1,-17 35,16-32,0 0,0-1,1 1,-1 0,1 0,0 0,1 0,-1 0,1 0,0 0,0 0,1 0,-1 0,1 0,0-1,0 1,1 0,0 0,-1-1,2 1,-1-1,0 1,1-1,0 0,0 0,0 0,0 0,1-1,0 1,0-1,6 2,1-1,0-1,0 0,0 0,0-1,0 0,0-1,1 0,-1-1,0 0,1-1,-1 0,0-1,0 0,0-1,0 0,0-1,0 0,-1-1,0 0,0-1,0 1,-1-2,0 0,0 0,-1 0,1-1,5-8,-9 12,-1-1,0 0,0-1,0 1,0-1,-1 0,0 0,0 0,0 0,-1 0,0 0,1-7,-3 14,0-1,0 0,0 1,-1-1,1 0,0 0,0 1,0-1,0 0,-1 0,1 0,0 1,0-1,0 0,-1 0,1 0,0 1,0-1,-1 0,1 0,0 0,0 0,-1 0,1 0,0 0,0 0,-1 0,1 0,0 1,-1-1,1 0,0-1,0 1,-1 0,1 0,0 0,0 0,-1 0,1 0,0 0,-1 0,1 0,0-1,0 1,0 0,-1 0,1 0,0 0,0-1,0 1,-1 0,1 0,0-1,0 1,0 0,0 0,-1-1,1 1,0 0,0 0,0-1,0 1,0 0,0-1,-5 9,0 0,1 1,0-1,0 1,1-1,0 1,1 0,0 0,0 1,1-1,0 0,1 1,0 8,0-16,1 1,-1-1,1 0,-1 1,1-1,0 0,0 1,0-1,0 0,0 0,1 0,-1 0,0 0,1 0,0 0,-1-1,1 1,0 0,0-1,0 0,0 1,0-1,0 0,1 0,-1 0,0 0,1 0,-1-1,0 1,1-1,1 1,3-1,0 1,0-1,0 0,0-1,0 1,0-2,0 1,0-1,0 0,4-2,6-4,-1-1,0 0,0-2,-1 1,-1-2,8-7,7-5,-29 23,1-1,-1 1,1 0,0 0,0 0,-1 0,1 0,0 0,0 0,0 1,0-1,0 0,0 0,0 1,0-1,1 1,-1-1,0 1,0-1,0 1,1 0,-1-1,0 1,0 0,1 0,-1 0,0 0,1 0,-1 0,0 1,0-1,1 0,-1 1,0-1,0 0,0 1,1 0,-1-1,0 1,0 0,0-1,0 1,0 0,0 0,0 0,-1 0,1 0,0 0,0 0,-1 0,1 0,-1 0,1 1,-1-1,1 0,10 35,-10-29,0 0,1 0,-1 1,2-1,-1-1,1 1,0 0,0-1,1 1,0-1,0 0,0 0,1 0,0-1,0 0,1 0,-1 0,1-1,0 1,0-1,1-1,-1 1,3 0,-2-2,0-1,0 1,1-1,-1-1,0 1,1-1,-1 0,1-1,-1 0,0 0,1-1,-1 0,0 0,0 0,0-1,0 0,-1-1,1 1,-1-1,0 0,0-1,0 0,-1 0,0 0,1-1,8-9,-1-1,-1 0,0 0,-2-1,0-1,0 1,-2-2,6-15,-1-7,-3 1,0-1,-3 0,-2-1,-1 0,-2 0,-2 0,-2 0,-2-4,-11-33,15 79,0-1,0 1,0-1,0 1,0-1,0 1,0-1,-1 1,1-1,0 1,0 0,0-1,0 1,-1-1,1 1,0-1,0 1,-1 0,1-1,0 1,-1 0,1-1,-1 1,1 0,0-1,-1 1,1 0,-1 0,1-1,-1 1,1 0,0 0,-1 0,1 0,-1 0,1-1,-1 1,1 0,-1 0,1 0,-1 0,1 1,-1-1,1 0,-1 0,1 0,-1 0,1 0,-1 1,1-1,0 0,-1 0,1 1,-1-1,1 0,0 1,-1-1,1 0,0 1,-1-1,1 1,0-1,-1 0,1 1,0-1,0 1,0-1,-7 13,2 0,0 1,0-1,2 1,-1 0,2-1,0 2,0 5,0-4,-6 29,3 0,1 0,3 1,1-1,3 0,1 1,2-2,3 1,1-1,2 1,-6-31,1 1,0-1,1-1,0 1,1-1,1-1,0 0,1 0,3 2,-9-9,0 0,1 0,-1-1,1 0,0 0,1-1,-1 1,0-1,1 0,0-1,0 0,0 0,0-1,0 1,0-1,0-1,0 0,0 0,1 0,-1-1,2 0,-3-1,0 0,1 0,-1-1,0 0,0 0,-1-1,1 1,-1-1,1-1,-1 1,-1-1,1 0,0 0,-1 0,0 0,-1-1,1 0,-1 1,0-2,0 0,6-14,-1 0,-1 0,-1-1,-1 0,1-8,5-76,-12 113,1 15,0 1,1 0,1-1,1 1,4 14,-4-27,0-1,0 0,1 0,1 0,-1-1,1 1,1-1,-1 0,2 0,-1-1,1 0,0 0,0-1,1 0,0 0,0 0,0-1,1-1,-1 1,1-1,0-1,1 0,-1 0,1-1,-1 0,1 0,-7-2,0 0,0 0,-1 0,1 0,0 0,0-1,-1 1,1-1,-1 0,1 0,0 0,-1 0,0 0,1-1,-1 1,0-1,1 1,-1-1,0 0,0 0,-1 0,1 0,0 0,-1 0,1-1,-1 1,1 0,-1-1,0 1,0-1,6-23</inkml:trace>
  <inkml:trace contextRef="#ctx0" brushRef="#br1" timeOffset="157464.916">20419 14361,'-15'-2,"-9"-4,8 0,17 1,27 1,32 1,30 2,29 0,25 3,14 4,-19 0</inkml:trace>
  <inkml:trace contextRef="#ctx0" brushRef="#br1" timeOffset="158570.566">22104 14696,'-7'-3,"-1"0,1 0,-1 1,1 0,-1 1,0 0,0 0,0 1,0 0,1 0,-1 1,0 0,0 0,0 1,1 0,-1 0,1 1,0 0,-1 0,1 0,1 1,-1 0,0 1,1 0,0 0,0 0,1 0,-1 1,1 0,0 0,1 1,-3 4,6-10,0 0,0 1,0-1,1 0,-1 0,0 1,1-1,-1 0,1 1,0-1,-1 0,1 1,0-1,0 1,0-1,0 0,0 1,0-1,0 1,1-1,-1 0,0 1,1-1,-1 0,1 1,-1-1,1 0,0 0,0 1,-1-1,1 0,0 0,0 0,0 0,0 0,0 0,1 0,-1-1,0 1,0 0,0-1,1 1,-1 0,0-1,1 0,-1 1,0-1,1 0,-1 0,1 1,-1-1,1 0,-1-1,0 1,1 0,-1 0,2-1,8-2,0-1,0 0,0-1,0 0,-1 0,0-1,0-1,0 0,-1 0,0-1,-1 0,0 0,0-1,0 0,-1-1,-1 1,1-1,-2-1,4-5,-1-3,-1 1,0-1,-1 0,-2 0,1 0,-2-1,-1 0,0 1,-2-1,0 0,-1 0,-1 0,-1 1,0-1,-2 1,0 0,-2-2,-22-33,28 53,0-1,0 1,0 0,0-1,0 1,0 0,0 0,0 0,-1 0,1 0,0 0,-1 0,1 0,0 1,-1-1,0 0,1 1,-1-1,1 1,-1 0,1-1,-1 1,0 0,1 0,-1 0,0 0,1 0,-1 1,1-1,-1 0,0 1,1-1,-2 1,-1 3,1 0,-1 0,1 0,0 0,0 1,0-1,0 1,1 0,0 0,0 0,0 0,1 0,0 0,0 0,0 0,0 1,1-1,0 1,0-5,-3 21,2 0,0 0,1 0,1-1,1 1,1 0,1-1,1 1,1-1,3 6,-5-17,0 0,0 0,1-1,0 0,1 0,0 0,0 0,1-1,0 0,0-1,1 1,0-2,0 1,1-1,0 0,0-1,0 0,1 0,0-1,-1 0,2-1,0 0,-3-1,0-1,0 0,0-1,1 0,-1 0,0-1,0 0,0 0,0-1,0 0,0 0,0-1,-1 0,1 0,-1-1,0 0,0 0,0-1,-1 0,0 0,0 0,0-1,0 0,-1 0,0-1,0 1,-1-1,1 0,-2-1,1 1,-1 0,0-1,0 0,0-3,-1 4,0 1,0 0,0-1,-1 0,0 1,0-1,-1 0,1 1,-2-1,1 0,-1 0,0 1,0-1,-1 1,1-1,-3-4,3 11,1-1,-1 1,1-1,-1 0,1 1,-1-1,1 1,-1-1,0 1,1 0,-1-1,0 1,0 0,1-1,-1 1,0 0,0 0,1 0,-1-1,0 1,0 0,1 0,-1 0,0 0,0 1,1-1,-1 0,0 0,0 0,1 1,-1-1,0 0,0 0,1 1,-1-1,0 1,1-1,-1 1,1-1,-1 1,1-1,-1 1,1 0,-1-1,1 1,-1-1,1 1,0 0,-1 0,-17 38,15-32,1 0,1 0,-1 0,1 0,0 0,1 1,0-1,0 0,1 0,-1 1,2-1,-1 0,1 0,0 0,0 0,1-1,0 1,0 0,1-1,0 0,0 0,0 0,1 0,-1-1,1 0,1 0,-1 0,1 0,0-1,0 0,0 0,3 0,44 19,-1-6</inkml:trace>
  <inkml:trace contextRef="#ctx0" brushRef="#br1" timeOffset="158899.3">23508 14494,'-3'19,"0"12,1 8,-1 2,4-2,3-5,4-8,0-9</inkml:trace>
  <inkml:trace contextRef="#ctx0" brushRef="#br1" timeOffset="159162.5">23401 14227,'9'4,"10"9,8 9,0 0</inkml:trace>
  <inkml:trace contextRef="#ctx0" brushRef="#br1" timeOffset="159417.813">23695 14668,'19'-19,"0"0,-2-2,0 0,-1-1,-1 0,7-16,-10-6,-12 43,0 0,0 0,0 0,-1 1,1-1,0 0,0 0,-1 0,1 0,0 0,-1 0,1 0,-1 0,1 0,-1 1,0-1,1 0,-1 0,0 1,0-1,1 0,-1 1,0-1,0 1,0-1,0 1,0 0,1-1,-1 1,0 0,0-1,0 1,0 0,0 0,0 0,0 0,0 0,0 0,0 0,0 0,0 0,0 1,-8 1,0 1,0 0,1 0,0 1,0 0,0 1,0 0,0 0,1 0,0 1,0 0,1 0,0 1,0 0,-3 5,3-5,1 1,0-1,0 1,0 1,1-1,1 0,-1 1,1 0,1 0,0 0,-1 2,3-7,0-1,-1 1,1 0,0 0,1 0,-1-1,1 1,-1 0,1-1,0 1,1 0,-1-1,1 1,-1-1,1 0,0 1,0-1,1 0,-1 0,1-1,-1 1,1 0,0-1,0 1,0-1,0 0,0 0,3 1,36 13,3-4</inkml:trace>
  <inkml:trace contextRef="#ctx0" brushRef="#br1" timeOffset="159815.243">24297 14401,'-18'-4,"0"2,0 1,-1 0,1 1,0 1,0 1,0 1,0 0,0 1,1 1,-3 1,18-5,-1 0,1 0,0 1,0-1,0 1,-1-1,1 1,1 0,-1 0,0 0,0 0,1 0,-1 0,1 0,0 0,-1 1,1-1,0 1,0-1,1 1,-1-1,1 1,-1-1,1 1,0-1,0 1,0 0,0-1,0 1,0 0,1-1,-1 1,1-1,0 1,0-1,0 1,0-1,0 0,1 0,-1 1,0-1,1 0,0 0,0 1,14 15,1 1,1-2,0-1,1 0,1-1,0-1,7 3,73 56,-101-73,0 0,0-1,1 1,-1 0,0 0,0 0,0 0,1 0,-1 0,0 0,0 1,1-1,-1 0,0 0,0 1,1-1,-1 0,0 1,1-1,-1 0,0 1,1-1,-1 1,0 0,1-1,-1 1,1-1,-1 1,1 0,0-1,-1 1,1 0,0-1,-1 1,1 0,0 0,0-1,0 1,-1 0,1 0,0 0,0-1,0 1,0 0,0 0,1-1,-1 1,0 0,0 0,0-1,1 1,-1 0,0 0,1-1,-1 1,1 0,-1-1,1 1,-1-1,1 1,0 0,-5 0,0-1,0 0,0 1,0-1,0-1,0 1,0 0,0-1,0 0,1 0,-1 0,0-1,1 1,-1-1,0 0,1 0,0 0,-1 0,1-1,0 1,0-1,1 0,-1 0,0 0,1 0,0 0,0 0,0-1,0 1,0-1,1 0,-1 1,1-1,0 0,0 0,1 0,-1 0,1 0,0 1,0-2,5-9,1 1,0 0,1-1,0 2,1-1,1 1,0 1,0 0,1 0,1 0,0 2,0-1,1 1,0 1,2-1,0-1,-1 0,1 2,1-1,-1 2,1 0,8-2,-22 8,0 1,0-1,1 1,-1 0,0-1,0 1,1 0,-1 0,0 0,1 0,-1 0,0 0,1 0,-1 0,0 1,0-1,1 0,-1 1,0-1,0 1,0 0,1-1,-1 1,0 0,0-1,0 1,0 0,0 0,0 0,-1 0,1 0,0 0,0 0,-1 0,1 1,0-1,-1 0,0 0,1 0,-1 1,5 55,-5-48,-3 41,1-38,1 0,0 0,1 1,0-1,0 0,2 0,-1 0,2 0,-1 0,2 0,-1 0,2-1,2 5,-6-13,1-1,0 0,0 1,0-1,0 0,0 0,1 0,-1 0,1-1,-1 1,1-1,0 1,-1-1,1 0,0 0,0 0,0 0,0-1,0 1,0-1,0 1,2-1,15-3</inkml:trace>
  <inkml:trace contextRef="#ctx0" brushRef="#br1" timeOffset="160018.452">24497 14106,'-9'16,"1"15,10 10,10 8,8 10,1-7</inkml:trace>
  <inkml:trace contextRef="#ctx0" brushRef="#br1" timeOffset="160631.843">24737 14789,'10'-104,"-5"0,-5-48,-1 93,12 92,-3-23,0 0,0-1,1 0,0 0,1-1,0 0,0-1,1 0,0 0,0-1,0-1,1 0,0 0,0-1,0-1,0 0,1-1,-1 0,1-1,11 0,0 3,-21-4,0 0,0 1,0-1,-1 1,1 0,0-1,0 1,0 0,-1 1,1-1,0 0,-1 1,1 0,-1-1,0 1,1 0,-1 0,0 0,0 1,-1-1,1 0,0 1,-1-1,1 1,-1 0,0-1,0 1,0 0,0 0,0 0,-1 0,1 0,-1 0,0 0,0 1,0 32,-1-31,0 0,1 0,-1 1,1-1,0 0,0 1,0-1,1 0,0 1,0-1,1 0,-1 0,1 0,0 0,0 0,1 0,-1 0,1-1,0 1,0-1,1 0,-1 0,1 0,0-1,0 1,0-1,2 1,4-1,0-1,0 0,0 0,1-1,-1 0,0-1,1 0,-1-1,1 0,-1 0,0-1,0-1,0 0,0 0,0-1,-1 0,1 0,-1-1,0-1,0 1,-1-1,0-1,0 0,0 0,-1 0,0-1,-1 0,0-1,0 1,0-1,0-3,-1 2,-1-1,-1 0,1 0,-2 0,0-1,0 1,-1 0,0-1,-1 1,0-1,-1 0,-2-8,3 19,0 0,0 0,0 0,0 0,0 0,0 0,-1 0,1 0,0 0,-1 0,1 0,-1 1,1-1,-1 0,1 0,-1 0,0 1,1-1,-1 0,0 0,0 1,0-1,1 1,-1-1,0 1,0-1,0 1,0 0,0-1,0 1,0 0,0-1,0 1,0 0,0 0,0 0,0 0,0 0,0 0,0 1,0-1,0 0,0 0,0 1,1-1,-1 0,0 1,0-1,0 1,0-1,-38 36,34-31,1 0,0 0,0 0,0 1,1-1,-1 1,2 0,-1 0,1 0,-1 0,2 1,-1-1,1 1,0-1,0 1,1-1,-1 1,1-1,1 1,0-1,0 1,0-1,0 1,1-1,0 0,1 0,-1 1,1-2,0 1,1 0,0-1,-1 1,2-1,-1 0,10 4,1 0,-1-2,1 0,1 0,-1-2,1 0,0 0,0-2,0 0,1 0,-1-2,1 0,-1-1,1-1,10-1,-5 1</inkml:trace>
  <inkml:trace contextRef="#ctx0" brushRef="#br1" timeOffset="162777.702">26261 14308,'36'62,"-4"1,14 41,-41-92,-5-10,0 0,0 0,0 1,1-1,-1 0,0 0,1 0,0 0,0 0,-1 0,1 0,0-1,0 1,1 0,-1 0,0-1,1 1,-1-1,1 1,-1-1,1 0,0 1,-1-1,1 0,0 0,0 0,0 0,0-1,0 1,0 0,0-1,0 1,0-1,0 0,0 0,0 0,0 0,1 0,6-5,1-1,-1 0,0-1,0 0,0-1,-1 1,-1-2,1 1,-1-1,0 0,-1 0,0-1,1-4,24-32,-31 46,0 0,0 1,0-1,0 0,0 0,0 1,0-1,0 0,0 0,0 1,0-1,0 0,0 0,0 0,0 1,1-1,-1 0,0 0,0 1,0-1,0 0,0 0,0 0,1 1,-1-1,0 0,0 0,0 0,1 0,-1 0,0 1,0-1,0 0,1 0,-1 0,0 0,0 0,1 0,-1 0,0 0,0 0,1 0,-1 0,0 0,0 0,1 0,-1 0,0 0,0 0,0 0,1 0,-1 0,0 0,0-1,1 1,-1 0,0 0,0 0,0 0,1 0,-1-1,0 1,0 0,0 0,0 0,1-1,0 27,-1-21,-1 1,1 0,0 0,1-1,-1 1,1 0,0 0,0 0,1-1,0 1,0-1,0 1,1-1,-1 0,1 0,1 0,-1 0,1-1,-1 1,1-1,1 0,-1 0,1 0,-1-1,1 1,0-1,0 0,2 0,2-1,1 0,-1-1,0 0,1 0,-1-1,1 0,-1-1,1 0,-1-1,0 0,1 0,-1-1,0 0,0 0,0-1,44-13,105 13,-156 4,0-1,-1 1,1-1,0 1,0-1,0 0,0 0,0 0,0 0,-1 0,1 0,-1 0,1 0,0-1,-1 1,0-1,1 1,-1-1,0 0,0 1,0-1,0 0,0 0,0 0,-1 1,1-1,-1 0,1 0,-1 0,1 0,-1 0,0 0,0-1,-7-68,4 65,0 0,0 0,0 0,-1 1,1 0,-2 0,1 0,0 0,-1 1,0-1,0 1,0 0,-1 1,1-1,-1 1,0 0,0 1,0-1,0 1,0 0,-1 1,1 0,0 0,-1 0,1 1,-1-1,1 2,-1-1,1 1,-1 0,1 0,-1 0,1 1,0 0,0 1,0-1,0 1,0 0,1 1,-2 0,5-1,-1-1,1 0,0 1,-1 0,1-1,1 1,-1 0,0 0,1 0,-1 0,1 0,0 0,0 1,0-1,1 0,-1 1,1-1,-1 0,1 1,0-1,1 1,-1-1,1 0,-1 1,1-1,0 0,0 0,0 1,1-1,-1 0,1 0,0 0,-1-1,1 1,1 0,-1-1,0 1,1-1,-1 0,1 1,1 0,12 1,0-1,1-1,-1 0,1-1,-1 0,1-1,7-2,-4 1,17 0,0-1,-1-2,1-2,-1-1,-1-2,1-2,-2 0,1-3,10-7,-41 19,-1 0,0-1,-1 1,1 0,0 0,0 0,1 0,-1 1,0-1,1 1,-1 0,1 0,-1 0,1 0,-1 1,1-1,0 1,-1 0,1 0,-1 0,1 0,0 1,-1 0,1 0,-1 0,1 0,-1 0,0 1,1-1,-1 1,0 0,0 0,0 0,0 0,2 9,-1 1,0-1,0 1,-1 0,-1-1,0 1,-1 1,0-1,-1 0,0 0,-1 0,0 4,0 12,1-21,0 1,0-1,1 1,0 0,1-1,0 0,0 1,0-1,1 0,1 0,-3-5,0 0,0 1,0-2,1 1,-1 0,1 0,-1 0,1-1,0 1,-1-1,1 1,0-1,0 0,0 1,0-1,0 0,1 0,-1-1,0 1,0 0,1-1,-1 1,0-1,1 0,-1 0,0 0,1 0,-1 0,0-1,1 1,-1 0,0-1,2-1,15-4</inkml:trace>
  <inkml:trace contextRef="#ctx0" brushRef="#br1" timeOffset="163045.509">27385 14121,'2'6,"1"3</inkml:trace>
  <inkml:trace contextRef="#ctx0" brushRef="#br1" timeOffset="167212.02">28214 14561,'58'1,"0"-4,1-1,12-6,-52 7,0-1,0-2,0 0,-1 0,0-2,-1 0,0-1,0-1,0-1,-2 0,10-9,2-8,-1-2,-1-1,-2-1,-1-1,-2 0,-1-2,1-7,14-22,7-8,-4 9,-3 0,-2-3,-4 0,-2-2,5-30,42-333,-58 327,-4-2,-4-60,-1-265,-1-118,-18 92,5-504,5 662,16-57,-1-327,-2 24,21-181,-16 331,-5 366,-7 0,-5-1,-7 1,-23-115,13 164,-3 0,-5 2,-4 1,-8-9,24 69,-1 0,-2 0,-1 2,-2 0,0 2,-2 0,-1 1,-1 2,-1 0,-1 2,-1 1,-1 1,-20-10,-51-20,-3 5,-1 4,-2 4,-1 6,-2 4,-44-3,-219-24,-2 16,-1 17,-80 17,432 3,-359-11,0-18,2-15,-110-40,-93-46,-49-43,402 97,92 29,-91-17,162 50,-5-1,0-2,-44-19,-3-9,-1 5,-2 5,-21 2,87 22,0 2,0 2,0 3,-1 2,0 3,0 3,1 1,-3 4,23-1,-172 24,-287-31,315-4,0-8,-104-23,256 25,28 10,-1 0,1-1,0 1,-1 0,1-1,0 1,0-1,0 1,-1-1,1 1,0 0,0-1,0 1,0-1,0 1,0-1,0 1,0-1,0 1,0-1,0 1,0-1,0 1,0 0,0-1,0 1,1-1,-1 1,0-1,0 1,0 0,1-1,-1 1,0-1,1 1,-1 0,0-1,1 1,-1 0,0 0,1-1,-1 1,1 0,-1 0,0 0,1-1,-1 1,1 0,-1 0,1 0,-1 0,1 0,-1 0,1 0,-1 0,1 0,-1 0,1 0,98-43,1 5,67-16,-124 41,61-19,2 5,1 4,0 5,1 5,40 2,82 13,-255 5,-513 41,-262-20,670-28,173 11,78 10,0 5,-2 6,-1 4,106 50,143 107,-336-181,-30-12,-1 0,1-1,0 1,-1 0,1 0,0-1,-1 1,1 0,0-1,-1 1,1-1,-1 1,1-1,-1 1,1-1,-1 1,1-1,-1 1,1-1,-1 0,0 1,1-1,-1 0,0 1,0-1,1 0,-1 1,0-1,0 0,0 0,0 1,0-1,0 0,0 0,0 1,0-1,-1 0,1 0,-9-211,-4 29,13 180,0 1,0 0,0 0,0-1,0 1,-1 0,1 0,-1 0,1 0,-1-1,0 1,0 0,0 0,0 0,0 1,0-1,-1 0,1 0,-1 1,1-1,-1 0,0 1,1 0,-1-1,0 1,0 0,0 0,0 0,0 0,0 0,0 1,0-1,-1 1,1-1,0 1,0 0,0 0,-2 0,-151 20,119-13,-29 5,-34 8,-101 6,260-11,167 23,77-4,-271-31,-22-4,-24-3,-84-11,0 4,-8 4,65 4,-378-9,411 13,21 0,-9 0,654 51,-594-45,-65-4,-126 14,-252 9,299-16,79-11,1 1,-1 0,0 0,1 0,-1 0,1 0,-1 0,0 0,1 0,-1 0,1 0,-1 0,1 0,-1 0,0 0,1 0,-1 0,0 1,1-1,-1 0,1 0,-1 0,0 1,1-1,-1 0,0 0,0 1,1-1,-1 0,0 1,0-1,1 0,-1 1,0-1,0 0,0 1,0-1,1 1,-1-1,0 0,0 1,0-1,0 1,0-1,0 0,0 1,0-1,0 1,0-1,0 0,0 1,-1-1,1 1,0-1,0 0,0 1,0-1,-1 0,1 1,0-1,0 0,-1 1,1-1,242 42,54 6,-296-47,0-1,0 0,0 0,0 1,0-1,0 0,0 0,0 1,0-1,0 0,0 0,0 1,0-1,0 0,0 0,0 1,0-1,0 0,1 0,-1 1,0-1,0 0,0 0,0 1,-248-2,337 3,262 6,-222-7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29:27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21535 4783,'-68'-22,"-85"-23,-173 45,291 0,-2-1,-1 2,0 1,1 2,-23 6,27-2,0-2,-1-1,0-1,-7-2,21-1,0 0,0 2,0 0,1 1,-1 1,1 0,0 2,1 0,0 1,0 1,0 1,1 1,1 0,-13 11,14-10,7-6,0 0,0 0,1 1,0 0,0 1,1 0,0 0,0 0,1 0,-3 6,-4 20,2 0,0 1,3 0,1 1,1 2,-5 176,1 9,10-159,0-45,0 0,2 1,0-1,1 0,1-1,0 1,2-1,0 0,1 0,1-1,1 0,0-1,1 0,1 0,0-1,1-1,1 0,0-1,2 1,5 2,1 0,0-2,1-1,1-1,0 0,0-2,1-1,1-1,-1-1,1-1,0-2,0 0,1-2,25-1,255-2,-274-3,0-1,-1-1,1-2,24-9,0 0,-38 12,-1-1,-1-1,1-1,-1 0,0-1,-1-1,0 0,-1-1,0-1,0-1,4-5,81-62,-83 70,-1-1,0-1,-1-1,0 0,-1-1,-1 0,0-1,6-9,-12 13,84-161,-85 147,0 0,-2 1,0-2,-2 1,-1 0,-1-10,0 34,1-28,-1 0,-2-1,0 1,-2 0,-2 1,-4-16,-62-162,-24 32,95 169,-1-1,-1 0,1 1,-1-1,0 1,0 0,0 0,-1 0,0 0,0 1,0 0,0 0,-1 0,0 0,0 0,0 1,0 0,0 0,-1 0,1 1,-2 0,-25-2,0 2,0 1,0 1,-24 4,24-2,-21 2</inkml:trace>
  <inkml:trace contextRef="#ctx0" brushRef="#br0" timeOffset="1025.922">20880 4102,'51'-13,"-43"13,5-1,5-1,0 1,0 0,0 2,0 0,0 1,0 0,0 2,-1 0,4 2,-18-5,-1 0,0-1,0 1,1 1,-1-1,0 0,0 1,0-1,-1 1,1-1,0 1,0 0,-1 0,1 0,-1 0,0 0,0 0,1 0,-1 0,0 0,-1 1,1-1,0 0,-1 1,1-1,-1 1,0-1,0 0,0 1,0-1,0 1,0-1,-1 0,1 1,-1-1,0 0,0 1,0-1,0 0,0 0,0 0,-1 2,-9 8,0-1,0 0,-1-1,-1 0,0-1,0 0,-1-1,-2 0,-7 6,23-14,1 0,-1 0,0 0,0 0,1 1,-1-1,0 0,0 0,1 0,-1 0,0 1,0-1,0 0,0 0,1 1,-1-1,0 0,0 0,0 1,0-1,0 0,0 0,0 1,0-1,1 0,-1 1,0-1,0 0,0 0,0 1,-1-1,1 0,0 1,0-1,0 0,0 0,0 1,0-1,0 0,0 0,-1 1,1-1,0 0,0 0,0 0,0 1,-1-1,1 0,0 0,0 0,-1 1,1-1,0 0,0 0,-1 0,1 0,0 0,0 0,-1 0,1 0,0 0,-1 0,1 0,30 3,-17-3,-3 2,1 0,-1 0,0 1,0 0,0 1,0 0,-1 1,1 0,-1 0,1 2,-7-5,0 0,0 1,0-1,-1 0,1 1,-1-1,0 1,0 0,0 0,0 0,0 0,0 0,-1 0,0 0,1 0,-1 1,0-1,-1 1,1-1,-1 0,1 1,-1-1,0 1,0-1,-1 1,1-1,-1 1,0-1,1 1,-2-1,1 0,-1 3,-4 2,0 0,-1 0,0 0,0-1,-1 0,0 0,0-1,-1 0,0 0,0-1,0 0,0-1,-1 0,0 0,0-1,0 0,0-1,0 0,0-1,-1 0,1-1,-8 0,-14-5,32 1,5 5</inkml:trace>
  <inkml:trace contextRef="#ctx0" brushRef="#br0" timeOffset="42113.053">21575 7523,'-66'-82,"49"67,0 0,0 2,-2 0,1 1,-2 0,1 2,-2 0,1 2,-1 0,-1 1,-22-2,0 1,-1 3,0 1,0 3,1 1,-7 3,-45-1,79-2,0 1,0 1,0 1,0 0,0 1,1 1,-1 1,1 0,1 1,-1 0,-5 5,-27 15,21-14,1 2,0 1,0 1,2 1,0 1,1 1,1 1,1 1,-9 13,-7 20,3 2,2 1,3 2,2 1,2 4,-30 115,40-53,11-69,-1-20,3 1,1-1,2 1,6 37,44 136,-41-177,1-2,2 0,2-1,0 0,2-1,2 0,1-2,1 0,1-2,5 4,-10-11,2 0,0-2,1 0,1 0,0-2,1-1,1-1,10 4,-3-5,2-2,0-1,0-1,0-2,1-1,0-2,1-1,-1-2,8-1,-13 0,-8 1,1-1,0-1,0-1,0-1,0-1,-1-1,12-4,-8 1,1-2,-1-1,-1-1,0 0,0-2,-2-1,0 0,14-15,0-5,-3-1,-1-1,-2-2,8-16,43-86,-64 112,-2-1,0-1,-2 0,-2 0,-1-1,-1-1,2-22,-6 35,5-22,0 2,-1 0,-3 0,1-37,-7-369,0 412,-2-1,-2 1,-1 0,-2 0,-1 1,-1 0,-12-25,6 23</inkml:trace>
  <inkml:trace contextRef="#ctx0" brushRef="#br0" timeOffset="43749.186">21294 9261,'4'6,"-1"1,0-1,-1 0,1 1,-1-1,-1 1,1-1,-1 1,0 0,0 0,-1 0,0 0,0 0,-1-1,0 1,0 0,-1 0,1-1,-2 1,1-1,-1 1,0 0,-55 145,58-152,-1 1,1 0,0-1,0 1,-1 0,1-1,0 1,0 0,0-1,0 1,0 0,0-1,0 1,0 0,0-1,0 1,0 0,1 0,-1-1,0 1,0-1,1 1,-1 0,0-1,1 1,-1-1,1 1,-1-1,1 1,-1-1,1 1,-1-1,1 1,-1-1,1 0,0 1,-1-1,1 0,0 1,-1-1,1 0,0 0,-1 0,1 0,0 0,-1 0,1 0,0 0,-1 0,1 0,0 0,-1 0,1 0,0 0,-1-1,1 1,0 0,0-1,43-14,-40 14,16-8,9-4,0 1,0 2,2 0,-1 2,14-1,-2-12,-37 15</inkml:trace>
  <inkml:trace contextRef="#ctx0" brushRef="#br0" timeOffset="44063.922">21561 9382,'-4'-7,"-5"-4,1-3,0 3,1 6,0 11,2 13,-1 13,-1 11,0 11,0 10,-3 9,0 6,-2 4,2-13</inkml:trace>
  <inkml:trace contextRef="#ctx0" brushRef="#br0" timeOffset="67223.881">11120 5130,'-65'-23,"-97"20,152 5,0 1,0 0,0 0,1 1,0 0,0 1,0 0,0 0,1 1,0 0,0 0,0 1,1 0,0 1,0-1,0 3,-9 6,-112 123,43-10,13 28,34-28,23-59,3-17,3 0,1 0,3 1,3 1,29 122,14-64,-34-95,1 0,0 0,2-1,0 0,1-1,0 0,1-1,1 0,1-1,0 0,6 3,70 18,-53-25,65 12,-67-16,-28-4,-1-1,1 0,-1 0,1 0,0-1,0 1,-1-2,1 1,0-1,-1 0,1-1,-1 1,1-1,-1 0,1-1,5-3,-1 0,-1-1,1-1,-1 1,0-1,-1-1,0 0,0 0,-1-1,0 0,-1-1,0 1,-1-1,2-4,16-39,-3 0,-2-1,-2-1,-3 0,0-11,-8 17,-2 0,-2-1,-3 1,-2-1,-2-1,-3-96,8 82,-12-160,-27-92,19 278,12 31</inkml:trace>
  <inkml:trace contextRef="#ctx0" brushRef="#br0" timeOffset="67975.87">10894 4061,'8'35,"-1"0,-1 0,-2 0,-2 1,-1 0,-3 25,3 68,-2-128,1 0,0-1,0 1,0 0,0 0,0 0,0 0,0 0,0 0,0-1,1 1,-1 0,0 0,0 0,1 0,-1-1,1 1,-1 0,1 0,-1-1,1 1,-1 0,1-1,-1 1,1 0,0-1,0 1,-1-1,1 1,0-1,0 0,-1 1,1-1,0 0,0 1,0-1,0 0,-1 0,1 0,0 0,0 0,0 0,0 0,0 0,0 0,-1 0,1 0,0-1,0 1,0 0,0-1,-1 1,1 0,0-1,0 0,43-30,31-38,-72 64,1 0,-2 0,1 0,-1 0,1-1,-2 1,1-1,0 1,-1-1,0 0,-1 0,1 1,-1-1,0 0,-1 0,1 0,-1 1,-1-5,2 10,0-1,0 1,1 0,-1-1,0 1,0 0,0-1,0 1,0 0,0-1,0 1,0 0,0-1,0 1,0 0,-1-1,1 1,0 0,0-1,0 1,0 0,0-1,-1 1,1 0,0 0,0-1,-1 1,1 0,0 0,0-1,-1 1,1 0,0 0,-1 0,1 0,0-1,-1 1,1 0,0 0,-1 0,1 0,0 0,-1 0,1 0,0 0,-1 0,1 0,0 0,-1 0,1 0,0 0,-1 0,1 0,0 0,-1 1,1-1,0 0,-1 0,1 0,0 1,-7 24,8 9,2 0,1-1,1 1,6 15,-3-12,8 42,0-7</inkml:trace>
  <inkml:trace contextRef="#ctx0" brushRef="#br0" timeOffset="101648.572">16535 9088,'-5'0,"-1"-3,3-2,6-5,14-8,15-6,19-4,16-6,13-3,8-2,3 1,-4 4,-11 6,-14 6,-14 6,-19 6,-20 9,-12 5</inkml:trace>
  <inkml:trace contextRef="#ctx0" brushRef="#br0" timeOffset="102025.081">16588 9302,'18'-25,"146"-77,-124 80,68-38,3 4,84-27,-128 56,-95 32,12-2</inkml:trace>
  <inkml:trace contextRef="#ctx0" brushRef="#br0" timeOffset="102399.04">16882 8686,'-99'0,"285"-28,-121 16,0 3,1 2,9 4,-69 2,1 0,0 0,0 1,-1 0,1 0,0 1,-1 0,1 0,0 1,-1 0,1 0,-1 0,0 1,0 0,0 0,0 0,0 1,-1 0,0 0,0 1,0-1,0 1,0 0,-1 0,0 1,0-1,-1 1,1 0,-1 2,-1 9,-2-1,0 1,-1 0,-1-1,-1 1,0-1,-1 1,0-1,-2 0,0-1,0 1,-2-1,0-1,-9 14,14-22,-46 84,-3-3,-35 42,41-70</inkml:trace>
  <inkml:trace contextRef="#ctx0" brushRef="#br0" timeOffset="-98302.398">23620 10706,'-137'-35,"79"16,-2 2,0 3,-1 3,-4 2,47 6,-57-5,-1 3,-41 4,-68-3,-256-32,340 34,0 4,1 4,-77 16,147-14,0 0,0 2,1 2,0 0,1 2,0 1,2 2,0 0,0 2,2 0,-9 11,22-20,2 0,-1 1,1 1,1-1,0 1,0 1,1 0,1 0,0 0,1 0,1 1,0 0,1 0,0 0,1 1,0-1,1 0,1 3,-1 10,1-1,1 1,1-1,1 0,1 1,2-2,1 1,0-1,8 15,5-1,1-1,2-1,2-1,1-1,2-1,1-2,5 3,-10-14,1 0,0-1,2-2,0 0,1-2,1-1,1-2,17 6,31 8,1-4,64 9,-13-7,0-6,1-6,0-6,1-5,37-8,-113 0,-2-2,1-3,-1-1,-1-4,0-1,-1-3,-1-2,-1-2,33-24,-61 36,0-2,-2-1,1 0,-2-2,0 0,-1-1,-1-1,-1 0,0-1,-2-1,0-1,-1 0,7-20,-6 0,-2-1,-2 0,-1-1,-3 0,-2 0,-1 0,-3 0,1 24,-2 1,0 0,-1 0,-1 0,-1 0,0 1,-2-1,0 1,-1 0,0 1,-2-1,0 2,-1-1,-1 1,0 1,-1 0,-1 1,0 0,-1 0,0 2,-1 0,-1 0,0 2,-16-9,-20 0,-1 1,-1 4,0 1,-1 3,0 2,-19 2,37 2,-64-8</inkml:trace>
  <inkml:trace contextRef="#ctx0" brushRef="#br0" timeOffset="-95342.656">20813 11601,'9'-59,"2"1,3 0,21-54,-35 112,1 0,-1 0,0 0,0 0,1 0,-1 1,0-1,1 0,-1 0,0 0,0 0,1 0,-1 0,0 0,1 0,-1 0,0 0,0 0,1 0,-1 0,0-1,1 1,-1 0,0 0,0 0,1 0,-1 0,0-1,0 1,0 0,1 0,-1 0,0-1,0 1,0 0,1 0,-1 0,0-1,0 1,0 0,0-1,0 1,0 0,1 0,-1-1,0 1,0 0,0-1,0 1,0 0,0 0,0-1,0 1,0 0,-1-1,1 1,0 0,0 0,3 25,-5 73,-5 1,-8 33,-13-16,28-115,0-1,-1 1,1-1,0 1,-1 0,1-1,0 1,0-1,-1 1,1 0,0-1,0 1,0-1,0 1,0 0,0-1,0 1,0 0,0-1,0 1,0-1,1 1,-1 0,0-1,0 1,0-1,1 1,-1 0,0-1,1 1,-1-1,1 1,-1-1,1 0,-1 1,0-1,1 1,0-1,-1 0,1 1,-1-1,1 0,-1 0,1 1,0-1,-1 0,1 0,-1 0,1 0,35-4,-29 3,161-30,-152 29</inkml:trace>
  <inkml:trace contextRef="#ctx0" brushRef="#br0" timeOffset="-93880.015">20947 11094,'-9'-6,"-1"1,1 1,-1-1,0 2,1-1,-2 2,1-1,0 1,0 1,-1 0,1 0,-1 1,1 0,-1 1,1 0,-1 1,1 0,0 1,0 0,0 0,0 1,1 0,-3 2,-15 15,1 2,1 0,2 2,0 0,1 1,-16 28,20-24,1 1,1 1,2 0,1 1,2 1,1 0,-4 28,10-47,1 0,1 1,0-1,1 1,1 0,0-1,1 1,1 0,0-1,1 0,1 1,0-1,1 0,0-1,6 9,1-4,1 0,1-1,1-1,0-1,2 0,-1-1,2 0,0-2,0 0,2-1,-1-1,1-1,1 0,0-2,0 0,1-2,0 0,0-1,0-1,18 0,6-1,0-1,0-2,0-3,38-6,-76 8,-1-1,1 0,-1 0,0 0,1-1,-1 0,0-1,-1 0,1 0,-1 0,1-1,-1 1,0-2,-1 1,0-1,1 1,-2-1,1-1,-1 1,0-1,0 0,-1 0,0 0,0 0,0 0,-1-3,9-41,-2-1,-3 0,-2-1,-2 1,-4-30,2 35,0 43,1-45,-2 1,-2-1,-2 0,-2 1,-12-42,17 84,0 0,0 0,-1 0,0 1,0-1,0 1,-1-1,1 1,-1 0,-1 0,1 1,-1-1,1 1,-1 0,-1 0,1 1,0-1,-1 1,0 1,1-1,-1 1,0 0,-1 0,1 0,0 1,-4 0,-18-2,1 1,-1 1,0 2,-27 4,-3 1</inkml:trace>
  <inkml:trace contextRef="#ctx0" brushRef="#br0" timeOffset="-92722.088">20706 11762,'2'0,"4"0,4 0,6 0,4 0,4 0,4 0,2 0,3 0,-2 0,-2-3,-3 0,-7 0</inkml:trace>
  <inkml:trace contextRef="#ctx0" brushRef="#br0" timeOffset="-36868.182">26187 11227,'2'-4,"1"0,-2 0,1 0,0-1,-1 1,0-1,0 1,0-1,0 1,-1-1,0 1,0-1,0 1,-1-4,1-3,1 9,-1-1,0 1,1-1,-1 0,0 1,0-1,0 0,-1 1,1-1,-1 0,1 1,-1-1,0 1,0-1,0 1,0 0,0-1,-1 1,1 0,-1 0,0 0,1 0,-1 0,0 0,0 0,0 0,0 1,-1-1,1 1,0 0,-135-61,127 56,-1 2,1-1,-1 1,0 1,-1 0,1 1,-1 0,1 0,-1 1,-8 1,-80-16,55 3,-1 3,-1 1,0 3,0 1,-5 3,38 1,-396-1,394 2,-14-1,0 1,-1 2,1 1,1 1,-1 1,-9 5,30-7,-13 2,0 2,1 0,0 2,0 0,1 1,0 1,1 1,0 1,-12 11,-74 71,69-65,1 3,1 0,-20 28,26-21,1 1,2 2,2 0,2 1,1 1,3 1,2 1,-3 22,0-7,4 0,2 1,3 1,-1 63,10-123,-2 18,1-1,1 1,1 0,1 0,1-1,1 1,0-1,2 0,0 0,2-1,0 1,7 10,6-6,0 0,2-1,0-1,2-1,1-1,0-1,1-2,1-1,30 14,-34-18,0-1,1-1,0-1,0-1,1-2,0 0,0-2,1-1,82 11,2-6,19-4,286-6,-392 1,0-2,0-1,-1-1,1-1,-1 0,0-2,-1-1,22-10,19-18,0-2,-3-3,-1-3,39-38,-66 56,-2-2,0-1,-2-1,-1-2,-1-1,-2 0,16-33,-24 35,-1-1,-2 0,-1-1,-1-1,-2 0,-2 0,-1-1,-1 0,-2-7,-1-11,-3 1,-2-1,-2 1,-2 0,-3 0,-2 1,-4-5,15 53,-11-42,-3 2,-2 0,-17-30,34 71,-1-1,0 1,0-1,0 1,0-1,-1 1,1 0,-1 0,1 0,-1 0,0 0,0 0,0 0,0 0,0 1,0-1,-1 1,1-1,0 1,-1 0,1 0,-1 0,1 0,-1 1,0-1,1 1,-1-1,0 1,1 0,-1 0,0 0,1 0,-1 1,0-1,1 1,-4 0,-23 14,0 2</inkml:trace>
  <inkml:trace contextRef="#ctx0" brushRef="#br0" timeOffset="-35982.383">23767 12497,'9'-3,"0"0,0 1,1 0,-1 0,1 1,-1 0,1 1,-1 0,3 1,-10-1,0 0,0 0,0 0,0 0,0 0,0 1,0-1,0 1,0 0,0-1,0 1,0 0,0 0,-1 0,1 1,0-1,-1 0,1 1,-1-1,1 1,-1-1,0 1,1 0,-1-1,0 1,0 0,0 0,0 0,-1 0,1 0,0 0,-1 0,0 0,1 0,-1 0,0 0,0 0,0 0,0 0,0 0,-1 0,1 0,-1 2,-4 13,-1 0,0 0,-1 0,-1-1,-1 0,0 0,-1-1,-1-1,0 1,-7 4,-33 51,50-70,0 1,0 0,-1 0,1 0,0 0,0 0,0 0,0 0,0 0,0 0,0 1,0-1,0 0,0 1,1-1,-1 1,0-1,1 1,0-1,-1 1,1-1,0 1,0-1,-1 1,1-1,0 1,1 0,-1-1,0 1,0-1,1 1,-1-1,1 1,-1-1,1 1,0-1,-1 0,1 1,0-1,0 0,0 1,0-1,0 0,0 0,1 0,-1 0,0 0,0 0,2 0,22 2,1-2,-1-1,1 0,-1-2,1-1,8 0,77-3,-96 10,-8 1</inkml:trace>
  <inkml:trace contextRef="#ctx0" brushRef="#br0" timeOffset="-124742.934">773 12791,'90'-382,"-66"327,-16 85,-10 335,3-341,-1 0,-2 0,0 0,-2 0,-4 15,7-37,0 1,0-1,0 1,0-1,0 0,-1 1,1-1,-1 0,1 0,-1 0,0 0,0 0,0-1,0 1,0 0,0-1,0 0,-1 1,1-1,-1 0,1 0,-1 0,1-1,-1 1,-12 5,15-6,-1 0,1 0,-1 0,1 0,-1 0,1 0,0 0,-1 1,1-1,-1 0,1 0,-1 0,1 1,0-1,-1 0,1 0,0 1,-1-1,1 0,0 0,-1 1,1-1,0 1,-1-1,1 0,0 1,0-1,0 1,-1-1,1 0,0 1,0-1,0 1,0-1,0 1,0-1,0 1,0-1,0 0,0 1,0-1,0 1,0-1,0 1,0-1,1 1,-1-1,0 0,0 1,0-1,1 1,-1-1,0 0,0 1,1-1,-1 0,0 1,1-1,-1 0,1 0,-1 1,0-1,1 0,-1 0,1 0,-1 1,1-1,30 11,149-8,-160-3</inkml:trace>
  <inkml:trace contextRef="#ctx0" brushRef="#br0" timeOffset="-123759.193">1161 12203,'12'18,"5"20,3 17,-3 17,-4 17,-4 14,-8 7,-9 4,-9-3,-8-7,-3-14,-1-14,1-19,4-18,6-16</inkml:trace>
  <inkml:trace contextRef="#ctx0" brushRef="#br0" timeOffset="-121938.012">1950 12925,'8'-61,"-3"41,-1 1,-1-1,-1 1,-1-1,0 0,-1 0,-2 0,0 1,-1-1,-1 0,0 1,-2 0,0 0,-2 0,7 16,0 0,0 1,0-1,-1 1,1 0,-1-1,1 1,-1 0,0 0,0 0,0 0,0 0,0 1,0-1,-1 1,1-1,0 1,-1 0,1 0,-1 0,0 0,-2-1,14 11,101 3,-98-13,0 1,1 0,-1 1,0 0,0 1,0 0,0 1,0 1,7 3,-15-3,1 0,-1 0,0 1,0 0,-1 0,1 0,-1 0,0 0,0 1,-1-1,0 1,0 0,0 0,-1 0,1 0,-1 0,-1 0,1 0,-1 0,0 0,-1 0,1 0,-1 0,-1 3,2 4,-3 48,1-39,0 1,2 0,1-1,1 1,3 15,-4-35,0 1,0-1,0 0,0 0,0 0,1 0,-1 0,1 0,0 0,0-1,0 1,0-1,1 1,-1-1,1 0,-1 0,1 0,0 0,0 0,0-1,0 1,0-1,0 0,0 0,0 0,0 0,1 0,-1-1,0 1,1-1,-1 0,0 0,3-1,3 0,0 0,0-1,-1 0,1 0,-1-1,0 0,1 0,-1-1,-1 0,1-1,-1 0,4-3,-4 2,0 0,0-1,-1 0,0 0,0 0,-1-1,0 0,0 0,-1 0,0-1,0 1,-1-1,0 0,-1 0,0-1,0 1,-1 0,0 0,-1-1,0 1,0-1,-1 1,0 0,-1-1,0 1,0 0,-1 0,-1 0,4 7,0 1,0-1,-1 1,1 0,-1-1,1 1,-1 0,1-1,-1 1,0 0,1-1,-1 1,0 0,0 0,0 0,0 0,0 0,0 0,0 0,-1 0,1 1,0-1,0 0,-1 1,1-1,0 1,-1-1,1 1,-1 0,1-1,0 1,-1 0,1 0,-1 0,1 0,-1 0,1 0,0 1,-1-1,1 0,-1 1,1-1,0 1,-1 0,1-1,0 1,0 0,0 0,-1-1,1 1,0 0,0 0,0 0,0 1,0-1,1 0,-2 1,-2 10,0 0,0 1,1 0,1-1,0 1,1 0,0 0,1 0,1 0,0 0,0 0,2 0,1 5,-3-10,1-1,0 1,1-1,-1 0,1 0,1 0,-1-1,1 1,1-1,-1 1,1-1,0-1,0 1,1-1,-1 0,1 0,0 0,1-1,-1 0,1-1,0 1,0-1,0 0,0-1,0 0,1 0,36 5,-2-4</inkml:trace>
  <inkml:trace contextRef="#ctx0" brushRef="#br0" timeOffset="-118858.738">2658 13058,'86'-213,"-68"158,3 1,27-50,-27 75,-20 29,-1 0,1 0,-1-1,1 1,0 0,-1 0,1-1,-1 1,1 0,-1 0,1 0,0 0,-1 0,1 0,-1 0,1 0,0 0,-1 0,1 0,-1 1,1-1,-1 0,1 0,0 1,-1-1,1 0,-1 0,1 1,-1-1,0 1,1-1,-1 0,1 1,-1-1,0 1,1-1,-1 1,0-1,1 1,-1-1,0 1,0 0,0-1,1 1,-1-1,0 1,0-1,0 1,0 0,0-1,0 1,0-1,0 1,37 178,-1-35,-36-143,1 0,-1 0,0 0,1 0,-1 0,0 0,0 0,0 0,0 0,0 1,0-1,0 0,0 0,0 0,0 0,-1 0,1 0,0 0,-1 0,1 0,-1 0,0 0,1 0,-1 0,1 0,-1 0,0 0,0 0,0-1,0 1,1 0,-1-1,0 1,0-1,0 1,0-1,0 1,0-1,0 1,-1-1,1 0,0 0,0 0,0 0,0 1,0-1,0-1,-1 1,1 0,0 0,0 0,0-1,0 1,0 0,0-1,0 1,0-1,0 1,0-1,0 0,0 1,0-1,0 0,1 0,-1 1,0-1,0-1,-2-1,-1 0,1 0,0-1,0 1,0-1,0 0,1 0,0 0,-1 0,2 0,-1-1,0 1,1-1,0 1,0-1,0 1,0-4,3 5,-1 1,1-1,0 1,0 0,0-1,1 1,-1 0,0 0,1 1,-1-1,1 0,0 1,0-1,-1 1,1 0,0 0,0 0,0 0,1 1,6-4,11-3,0-2,0 0,-1-1,0-1,-1-1,0 0,-1-2,0 0,12-14,-28 27,-1 0,1 0,-1 0,0-1,0 1,1 0,-1 0,0-1,0 1,0-1,0 1,0-1,-1 1,1-1,0 0,-1 1,1-1,-1 0,0 1,1-1,-1 0,0 0,0 1,0-1,0 0,0 0,-1 1,1-1,0 0,-1 0,0 1,1-1,-1 1,0-1,0 0,1 1,-1-1,-1 1,1 0,0-1,0 1,0 0,-1 0,1 0,-1-1,0 1,0 1,0-1,0 0,0 1,0 0,-1-1,1 1,0 0,0 0,0 0,0 0,-1 1,1-1,0 0,0 1,0 0,0-1,0 1,0 0,0 0,0 0,0 0,0 1,1-1,-1 0,0 1,1-1,-1 1,1-1,0 1,-1 0,1 0,0 0,0 0,0 0,0 0,1 0,-1 0,0 0,1 0,-1 0,1 0,0 2,-3 12,0 1,2-1,0 0,1 1,0-1,1 0,1 0,1 1,0-1,1-1,1 1,5 11,-8-21,1-1,0 0,0 0,1 0,0 0,-1 0,1-1,1 1,-1-1,1 0,-1-1,1 1,1-1,-1 0,0 0,1 0,-1-1,1 0,0 0,-1 0,1-1,0 0,0 0,0-1,0 1,0-1,0 0,0-1,0 0,0 0,0 0,0 0,0-1,0 0,-1-1,1 1,-1-1,1 0,9-9,0 0,-1-1,0-1,-1 0,0-1,-1-1,-1 0,0 0,-2-1,0 0,0-1,-2 0,0 0,-1-1,-1 0,0-1,18-83,-4-2,-4 1,-6-2,-3-15,-36 398,14-156,4 1,6 78,4-189,2-1,0 0,0 0,1 0,0 0,0 0,1 0,1 0,0 0,0-1,1 1,0-1,0 0,1 0,1-1,-1 1,1-1,1 0,-1-1,1 1,1-1,-1-1,1 1,5 1,-6-4,1-1,1-1,-1 0,0 0,1 0,-1-1,1 0,-1-1,1 0,-1 0,1-1,-1 0,1-1,-1 0,0 0,1 0,-1-1,0-1,-1 1,1-1,-1-1,3-1,17-16</inkml:trace>
  <inkml:trace contextRef="#ctx0" brushRef="#br0" timeOffset="-118609.373">3233 12483,'18'5,"25"1,22 0,19-1,13-7,7-4,-4-2,-10-1,-17 0,-22 2</inkml:trace>
  <inkml:trace contextRef="#ctx0" brushRef="#br0" timeOffset="-66056.048">747 13753,'6'-2,"19"-8,0 0,1 2,0 1,0 1,1 1,16-1,-40 6,-1 0,0 0,0 0,0 0,0 0,0 0,1 1,-1-1,0 1,0 0,0-1,0 1,0 0,0 0,-1 0,1 0,0 0,0 1,-1-1,1 1,0-1,-1 1,0-1,1 1,-1 0,0 0,0-1,0 1,0 0,0 0,0 0,-1 0,1 0,-1 1,1-1,-1 0,0 0,0 0,0 0,0 0,0 1,0-1,-1 0,1 0,-1 0,1 0,-1 0,-5 12,0-1,0 1,-1-2,-1 1,0-1,-1 0,0-1,-3 3,-4 5,-101 129,116-147,0 0,0 0,1 0,-1 0,0 0,0 1,0-1,1 0,-1 1,1-1,-1 0,1 1,-1-1,1 1,0-1,0 1,0-1,0 1,0-1,0 1,0-1,0 0,1 1,-1-1,0 1,1-1,-1 0,1 1,0-1,-1 0,1 1,0-1,0 0,0 0,0 0,0 0,0 0,0 0,0 0,0 0,1 0,-1 0,0-1,10 4,1-1,-1 0,0-1,1-1,-1 1,1-2,0 0,-1 0,1-1,-1-1,1 0,6-2,194-65,-184 63,-6 6</inkml:trace>
  <inkml:trace contextRef="#ctx0" brushRef="#br0" timeOffset="-65566.81">1402 13580,'4'0,"5"6,6 13,6 13,2 15,-4 18,-4 18,-12 16,-16 13,-16 11,-18 3,-11-3,3-21</inkml:trace>
  <inkml:trace contextRef="#ctx0" brushRef="#br0" timeOffset="-61455.779">2364 13781,'0'6,"-1"-28,0 19,0 0,0 0,0-1,0 1,-1 0,1 0,-1 0,0 1,0-1,0 0,0 1,0-1,-1 1,1 0,-1 0,1 0,-1 0,0 0,0 0,0 1,0-1,0 1,0 0,0 0,-1 0,1 0,0 1,-3-1,-1 0,0 0,0 1,-1-1,1 1,0 1,0 0,-1 0,1 0,0 0,0 1,0 1,-6 2,7-2,1 1,0 0,0 0,0 0,0 1,1 0,-1 0,1 0,0 0,1 1,-1-1,1 1,0 0,1 0,0 0,-1 0,2 0,-1 1,1-1,0 1,0 5,0 0,0 1,1-1,1 0,0 1,1-1,0 0,0 0,2 0,-1 0,2 0,1 2,-2-7,1 1,0-1,0-1,0 1,1-1,0 0,1 0,-1-1,1 1,0-1,1-1,-1 0,1 0,0 0,0-1,0 0,0 0,0-1,1-1,-1 1,1-1,-1 0,1-1,-1 0,1-1,0 1,-1-2,1 1,-1-1,5-2,31-8,-1-3,0-1,-1-2,31-20,-15 10,117-58,-174 87,0-1,1 0,-1 0,0-1,0 1,0 0,0 0,0 0,0-1,-1 1,1 0,0-1,0 1,0-1,0 1,0-1,0 0,-1 1,1-1,0 0,0 1,-1-1,1 0,-1 0,1 0,-1 0,1 1,-1-1,1 0,-1 0,0 0,1 0,-1 0,0 0,0 0,0 0,0 0,0 0,0 0,0 0,0 0,0 0,0 0,-1 0,1 0,0 0,-1 0,1 0,0 0,-1 0,0 0,1 0,-1 1,1-1,-1 0,0 0,0 1,1-1,-1 0,0 1,-10-4,1 0,0 1,-1 1,0 0,1 1,-1-1,0 2,0 0,0 0,0 1,0 0,1 1,-1 0,0 1,1 0,-2 2,8-3,0 0,0 0,0 0,1 1,-1-1,1 1,0 0,0 0,0 0,0 1,0-1,0 1,1-1,0 1,0 0,0 0,0 0,1 0,-1 1,1-1,0 0,0 0,1 1,-1-1,1 1,0-1,0 0,1 1,-1-1,1 0,0 1,0-1,0 0,1 0,-1 0,1 0,0 0,0 0,1 0,0 0,1 0,1 0,0-1,0 0,0 0,1 0,-1-1,1 1,-1-1,1-1,0 1,0-1,0 0,0 0,0-1,0 0,0 0,0 0,0-1,-1 0,1 0,0 0,0-1,0 0,-1 0,1 0,-1-1,0 1,0-2,0 1,0 0,0-1,0 0,-1 0,0 0,3-5,-1 3,-1 0,-1 0,1 0,-1-1,0 0,-1 0,0 0,0-1,0 1,-1-1,2-5,11 55,-13-31,1 0,0 0,1 0,0-1,1 1,0-1,1 0,0-1,0 1,1-1,0-1,1 1,0-1,0 0,1-1,0 0,0 0,10 5,-17-12,0 1,0-1,1 1,-1-1,0 0,0 0,0 0,0 0,0 0,1 0,-1 0,0-1,0 1,0-1,0 0,0 0,0 0,0 1,0-2,0 1,-1 0,1 0,0-1,-1 1,1-1,-1 1,1-1,-1 0,0 1,1-1,-1 0,0 0,0 0,0 0,-1 0,1-2,16-80,-25-70,7 152,1 1,0-1,1 1,-1-1,0 1,0-1,1 1,-1-1,1 1,-1-1,1 1,-1-1,1 1,0 0,0-1,0 1,0 0,0 0,0 0,0 0,0 0,0 0,0 0,1 0,-1 0,0 0,1 0,-1 1,1-1,-1 1,1-1,-1 1,1 0,0-1,57 2,-53 0,7 0,0 0,-1 1,1 0,0 1,-1 1,1 0,-1 0,0 1,0 1,-1 0,0 1,4 3,-11-5,-1 0,0 0,-1 0,1 0,-1 1,0-1,0 1,-1 0,0 0,0-1,0 1,-1 0,1 0,-1 0,-1 0,1 0,-1 0,0-1,-1 1,1 0,-1 0,-1 0,-4 39,7-42,-1 1,1-1,0 0,-1 0,1 1,1-1,-1 0,0 0,1 1,0-1,0 0,0 0,0 0,0 0,0 0,1 0,0 0,-1-1,1 1,0 0,0-1,1 1,-1-1,0 0,1 0,0 0,-1 0,1 0,0-1,0 1,0-1,0 0,0 0,0 0,0 0,0 0,1-1,-1 1,0-1,0 0,1 0,7-2,-1 0,1-1,-1-1,1 0,-1 0,0-1,0 0,-1 0,0-1,0-1,0 0,-1 0,1 0,-2-1,1 0,-1-1,-1 0,1 0,-2 0,1-1,-1 1,-1-1,2-4,14-60,-20 72,0 0,0 0,0 0,1-1,-2 1,1 0,0 0,0 0,-1 0,1 0,-1 0,0 0,0 0,1 0,-1 0,-1 0,1 0,0 1,0-1,-1 0,1 1,0-1,-1 1,0-1,1 1,-1 0,0 0,0 0,0 0,0 0,0 0,0 0,-1 0,1 1,-1-1,1 1,-1 0,1 0,0 0,-1 0,1 0,-1 1,1-1,0 1,-1 0,1-1,0 1,0 0,0 0,0 0,-1 1,1-1,1 0,-1 1,0 0,0-1,1 1,-1 0,0 0,1 0,0 0,-1 0,1 0,-1 2,-17 70,20-67,0 0,0 0,1 0,0 0,0-1,1 1,0-1,0 0,0 0,1 0,0 0,0 0,0-1,1 0,0 0,0 0,0 0,1-1,-1 0,1 0,0 0,0-1,1 0,-1 0,0-1,1 0,0 0,0 0,0-1,-1 0,1 0,0-1,0 1,0-2,2 1,48-2,-3-5</inkml:trace>
  <inkml:trace contextRef="#ctx0" brushRef="#br0" timeOffset="-60144.351">4329 13927,'3'2,"0"1,0-1,0-1,0 1,1 0,-1-1,0 1,1-1,-1 0,1 0,-1-1,1 1,-1-1,1 0,-1 1,1-1,0-1,-1 1,1-1,-1 1,1-1,-1 0,1 0,-1-1,0 1,1-1,0 0,9-3,-1-1,1 0,-1 0,-1-1,1 0,-1-1,-1-1,0 0,0 0,0-1,-1 0,-1 0,0-1,0-1,-1 1,0-1,-1 0,-1-1,0 1,0-1,1-7,-13-34,7 53,0-1,-1 1,1 0,-1 0,1 0,-1 0,0 0,1 0,-1 0,0 0,0 0,0 0,1 0,-1 1,0-1,0 0,0 1,0-1,-1 0,1 1,0-1,0 1,0 0,0-1,-1 1,1 0,0 0,0 0,0-1,-1 2,1-1,0 0,0 0,-1 0,1 0,0 1,0-1,0 0,0 1,0-1,-1 1,1 0,-5 5,0-1,1 1,0 1,0-1,1 1,0-1,0 1,0 1,1-1,0 0,0 1,1 0,0-1,0 1,1 0,0 0,1 2,-2-3,0-1,1 1,0 0,0-1,1 1,0 0,0 0,1 0,0-1,0 1,0 0,1-1,0 1,0-1,1 1,0-1,0 0,0 0,1 0,0-1,0 1,0-1,1 0,-1 0,1-1,1 1,-1-1,0 0,1 0,0-1,3 0,0 0,-1-1,1 0,0 0,0-1,0 0,0-1,0 0,0 0,0-1,0 0,0-1,-1 0,1 0,0-1,-1 0,0 0,1-1,-1 0,-1-1,1 0,-1 0,0 0,0-1,0 0,-1-1,0 1,0-1,0 0,-1-1,0 1,-1-1,0 0,3-7,26-63,-31 78,1-1,-1 1,0 0,1-1,-1 1,1 0,-1 1,0-1,1 0,-1 1,0-1,1 1,-1 0,0 0,0 0,0 0,1 0,-1 0,0 1,0-1,-1 1,1-1,0 1,-1 0,1 0,0 0,-1 0,1 1,2 0,0 1,6 4,0 0,0 1,-1 0,0 1,-1 0,0 0,-1 1,0 0,0 0,-1 1,-1-1,0 1,3 11,-8-21,0 0,0-1,0 1,0 0,-1 0,1-1,0 1,-1-1,1 1,-1 0,0-1,0 1,0-1,1 1,-1-1,-1 0,1 1,0-1,0 0,0 0,-1 0,1 0,0 0,-1 0,1 0,-1 0,1-1,-1 1,0 0,1-1,-1 1,1-1,-2 0,-57 3,58-4,1 0,-1 0,1-1,-1 1,1 0,-1 0,1-1,-1 1,1-1,0 0,0 1,0-1,0 0,0 1,0-1,1 0,-1 0,0 0,1 0,0 0,-1 0,1 0,0 0,0 0,0 0,0 0,0 0,1 1,-1-1,1 0,-1 0,1 0,0 0,-1 0,1 1,0-1,0 0,0 0,1 1,-1-1,0 1,0-1,1 1,-1 0,1 0,0-1,163-178,-156 169,0 0,0 0,-1 0,0-1,-1-1,-1 1,0-1,-1 0,0 0,-1-1,0 1,-1-1,-1 0,0 0,-1 0,0 0,-1 0,-1-1,0 1,-1 0,-1 1,0-1,-1 0,0 1,-5-12,-16-8,25 32,-1 1,0-1,1 1,-1-1,1 1,-1-1,0 1,1-1,-1 1,0 0,0-1,1 1,-1 0,0 0,0 0,1 0,-1-1,0 1,0 0,1 0,-1 1,0-1,0 0,1 0,-1 0,0 0,0 1,1-1,-1 0,0 0,1 1,-1-1,0 1,1-1,-1 1,0-1,1 1,-1-1,1 1,-1-1,1 1,-1 0,1-1,0 1,-1 0,1 0,0-1,-1 2,-3 7,1 1,0 1,0-1,1 0,0 1,1 0,0-1,1 1,1 4,-2-4,0 26,1-1,1 1,3-1,0 0,3 0,1 0,1-1,2 0,2 0,1-2,1 0,15 22,-24-46,1 0,0 0,0 0,1-1,0-1,1 1,0-1,0-1,0 0,1 0,3 1,-8-5,0 0,0 0,0 0,0-1,0 1,0-1,1-1,-1 1,0-1,1 0,-1 0,1-1,-1 1,0-1,0 0,1-1,-1 1,0-1,0 0,0 0,0-1,-1 1,1-1,0-1,4-5,-1 0,0-1,0 0,-1-1,0 1,-1-1,0-1,-1 1,0-1,-1 0,0 0,-1 0,-1 0,1-1,-2 1,0-1,-1 1,0-1,-1-9,-4-5,-3 44,7-9,-1 1,1 0,1-1,0 1,0 0,0 0,1 0,1-1,0 1,0 0,0-1,1 0,0 1,1-1,0-1,0 1,1 0,-1-1,2 0,-1 0,1 0,0-1,1 0,-1 0,1-1,0 1,1-2,-1 1,1-1,0 0,0 0,0-1,0 0,1-1,-1 0,2 0,24-4,-5-5</inkml:trace>
  <inkml:trace contextRef="#ctx0" brushRef="#br0" timeOffset="-59886.043">5158 13446,'-16'-5,"-7"-1,-3 0,11 2,16 0,23 2,24 1,23 1,17 2,12 1,-11 1</inkml:trace>
  <inkml:trace contextRef="#ctx0" brushRef="#br0" timeOffset="-55860.367">11909 13472,'-11'-3,"0"1,0 0,0 0,-1 1,1 0,0 1,-1 1,1 0,-1 0,1 1,0 0,0 1,0 1,0-1,1 2,-1-1,1 2,0-1,1 1,-1 1,1 0,0 0,1 1,0 0,0 0,-5 7,11-13,0 1,0-1,0 1,0-1,1 1,-1 0,1 0,-1 0,1 0,0 0,0 0,0 0,1 0,-1 0,1 0,-1 1,1-1,0 0,1 0,-1 0,0 1,1-1,0 0,-1 0,1 0,1 0,-1 0,0 0,1 0,-1-1,1 1,0 0,0-1,0 1,0-1,1 0,-1 0,0 0,1 0,0 0,-1 0,1-1,0 1,0-1,0 0,0 0,1 1,10-2,-1 0,1-1,-1-1,1 0,-1 0,0-2,1 1,-1-2,-1 0,1 0,-1-1,0-1,0 0,-1 0,0-1,0-1,-1 0,9-10,-4 2,-1 0,-1-2,-1 0,0 0,-2-1,0 0,-1-1,-1 0,-1-1,-1 1,-1-1,0-1,-2 1,-1-1,-1 1,0-1,-2 1,-1-1,0 1,-2-1,-1 1,6 19,-1 1,0 0,0-1,-1 1,1 0,0 0,-1-1,1 1,-1 0,0 0,0 0,0 0,0 0,0 0,0 0,0 0,-1 0,1 1,-1-1,1 0,-1 1,0-1,0 1,1 0,-1-1,0 1,0 0,0 0,0 0,-1 1,1-1,0 0,-1 1,-1 2,1 0,0 1,-1-1,1 1,0 0,1 0,-1 0,0 0,1 0,0 1,-1-1,1 1,1 0,-2 3,-9 20,3 1,0 0,1 1,2-1,1 1,1 1,2-1,1 0,2 23,0-31,1-1,0 0,2 0,0-1,1 1,1-1,1 0,1 0,5 8,-10-20,1-1,0 1,0-1,1 1,0-1,0 0,1-1,-1 1,1-1,0-1,0 1,1-1,0 0,-1 0,1-1,1 0,-1 0,0 0,1-1,-1 0,1-1,0 0,-1 0,1 0,6-1,-7-1,1 0,-1-1,1 0,-1 0,0 0,1-1,-1 0,0 0,-1-1,1 0,-1 0,0-1,0 1,0-1,0-1,-1 1,0-1,0 0,-1 0,1 0,-1-1,0-1,5-8,0-1,-2-1,0 0,-1 0,-1 0,0 0,-1-1,-1-7,-2 21,0 3,-1-1,1 1,-1-1,1 1,-1-1,0 0,0 1,0-1,0 1,-1-1,1 0,-1 1,1-1,-1 1,0-1,0 1,0 0,0-1,-2-1,1 5,0 0,0 0,0 0,0 0,0 0,0 0,0 0,1 1,-1-1,0 1,1 0,0-1,-1 1,1 0,0 0,0 0,0 0,0 0,0 0,0 0,0 0,1 0,-1 0,1-1,-3 6,-1 0,1 0,1 1,0 0,0-1,0 1,1 0,0 0,1 0,-1 0,1 0,1 0,0 0,0-1,1 1,-1 0,2 0,-1-1,1 1,0-1,1 0,-1 0,2 0,-1-1,1 1,0-1,0 0,0 0,1-1,4 3,34 21,0-7</inkml:trace>
  <inkml:trace contextRef="#ctx0" brushRef="#br0" timeOffset="-54707.449">13461 13487,'-10'-1,"1"1,-1 0,1 1,-1 0,1 0,0 1,-1 1,1-1,0 1,1 1,-1 0,0 0,1 1,0 0,0 0,1 1,-1 0,1 0,0 0,1 1,0 1,-5 5,10-10,-1 0,1 0,0 0,0 0,0 0,1 0,-1 0,1 0,-1 0,1 0,0 0,0 0,1 0,-1 0,0 0,1 0,0 0,0 0,0 0,0 0,0 0,1-1,-1 1,1 0,0-1,0 1,0-1,0 0,0 0,0 0,0 0,1 0,-1 0,1 0,0-1,-1 1,1-1,0 0,0 0,16 7,1-2,-1 0,1-1,0-1,0-1,0-1,1-1,-1 0,0-2,16-2,-9 1,0-2,-1-1,0-1,0-1,0-1,8-5,-22 8,-1 0,0-1,0 0,-1 0,0-1,0-1,0 0,-1 0,-1 0,1-2,-1 1,-1-1,0 0,6-10,2-37,-15 56,0 0,0-1,0 1,0-1,0 1,0 0,-1-1,1 1,0 0,-1-1,1 1,-1 0,1 0,-1-1,0 1,0 0,1 0,-1 0,0 0,0 0,0 0,0 0,0 0,-1 0,1 1,0-1,0 0,0 1,-1-1,1 0,0 1,-1 0,1-1,0 1,-1 0,1 0,0 0,-1 0,1 0,-1 0,-4 1,0 1,0 0,0 0,0 1,0-1,0 1,1 1,-1-1,1 1,0 0,0 0,0 0,1 1,0 0,-1 0,2 0,-1 0,0 1,1-1,0 1,1 0,-1 0,1 0,0 0,1 0,-1 1,1-1,0 0,1 1,0-2,0 0,1 0,-1 0,1 0,1 0,-1 0,1 0,-1-1,1 1,1 0,-1-1,1 0,-1 1,1-1,1 0,-1 0,0-1,1 1,0-1,0 0,0 0,0 0,0 0,1-1,-1 1,1-1,3 1,10 4,0-2,0 1,0-2,0 0,1-2,18 2,-13-3,-1 0,1-1,0-1,-1-1,1-2,-1 0,0-1,0-2,-1 0,0-1,0-1,0-2,-2 0,1-1,7-7,23-45,-50 63,0-1,0 0,-1 1,1-1,0 0,0 0,-1 0,0 0,1 0,-1 0,0 0,0 0,0 0,0 0,0 0,0 0,-1 0,1 0,-1 1,1-1,-1 0,0 0,0 0,1 0,-1 1,-1-1,1 0,0 1,0-1,0 1,-1 0,1-1,-1 1,1 0,-1 0,0 0,1 0,-2-1,-7-1,1-1,-1 2,0-1,1 1,-1 1,0 0,0 0,0 1,0 1,0-1,0 1,0 1,0 0,0 1,1-1,-1 2,1-1,-6 4,9-3,0-1,1 1,-1 0,1 0,0 1,0-1,0 1,0 0,1 1,0-1,0 1,-1 2,4-6,0 0,0 0,0 0,0 0,1 1,-1-1,1 0,-1 1,1-1,0 0,0 1,0-1,0 0,0 1,0-1,1 0,-1 0,1 1,-1-1,1 0,0 0,0 0,0 1,0-1,0 0,1 0,-1-1,1 1,-1 0,1 0,0-1,-1 1,1-1,0 1,0-1,2 1,6 2,0 1,-1-2,2 0,-1 0,0 0,1-2,-1 1,1-1,-1-1,1 0,-1 0,1-1,0 0,-1-1,0 0,1-1,-1 0,0-1,0 0,-1 0,1-1,-1-1,5-3,-5 2,-1 0,0-1,0 0,-1 0,0-1,-1 0,1 0,-2 0,1-1,-3 45,-3-30,0 0,0 1,0-1,1 1,-1-1,1 0,1 1,-1-1,1 0,0 0,0 0,0 0,1 0,0 0,0-1,0 0,0 1,1-1,0 0,0 0,0-1,0 1,0-1,1 0,-1 0,1-1,0 1,0-1,0 0,0 0,0-1,1 1,2-1,-1 0,0-1,-1 0,1 0,0-1,-1 0,1 0,0-1,-1 1,0-1,1-1,-1 1,0-1,0 0,0-1,-1 1,1-1,-1 0,0-1,0 1,0-1,-1 0,1 0,-1-1,1-1,11-16,-2-1,0 0,-1-1,-2-1,1-4,-4 10,-5 11,0 1,0-1,1 1,1-1,-1 1,1 0,0 1,1-1,4-3,-8 10,0 1,0-1,0 1,0-1,0 1,1 0,-1 0,0 0,0 0,0 0,1 1,-1-1,0 1,0-1,0 1,0 0,0 0,0 0,0 0,0 0,0 0,0 0,-1 1,1-1,0 1,-1-1,1 1,-1-1,0 1,0 0,1 0,-1 0,0 0,0 0,-1 0,1 0,0 0,-1 1,4 3,11 15,-1 2,-2-1,0 2,-2 0,3 9,-12-31,0 0,0 0,0 1,0-1,-1 0,1 0,-1 0,1 0,-1 1,0-1,0 0,0 0,0 1,0-1,-1 0,1 0,-1 0,1 0,-1 1,0-1,0 0,0 0,0 0,0 0,-1-1,1 1,0 0,-1 0,1-1,-1 1,0-1,1 1,-3 0,-6 3,0 0,-1-1,0-1,0 1,0-2,0 1,0-1,-9-1,-67 8,-4-3</inkml:trace>
  <inkml:trace contextRef="#ctx0" brushRef="#br0" timeOffset="-58988.445">6642 13981,'0'0,"-2"-24,1-1,1 1,1 0,1 0,2 0,0 1,1-1,1 1,1 0,2 0,0 1,1 0,6-8,-15 27,1 1,0-1,0 1,-1-1,1 1,1 0,-1 0,0 0,1 0,-1 0,1 0,-1 1,1-1,0 1,-1 0,1-1,0 1,0 1,0-1,0 0,0 1,0-1,0 1,0 0,0 0,0 0,0 1,1-1,-1 1,0 0,-1-1,1 1,0 0,0 1,6 4,-1 0,0 1,0 0,0 1,-1 0,0 0,-1 0,0 1,0 0,-1 0,0 1,-1-1,1 1,-2 0,0 0,0 0,-1 1,0-1,-1 1,0-1,0 5,-1-13,0 1,-1 0,1-1,0 1,-1 0,0-1,1 1,-1-1,0 1,-1-1,1 0,0 1,-1-1,1 0,-1 0,0 0,1 0,-1 0,0 0,0 0,0-1,-1 1,1-1,0 1,-1-1,1 0,-1 0,1 0,-1 0,1-1,-1 1,0-1,1 1,-1-1,0 0,1 0,-1 0,0 0,1-1,-3 0,4 0,-1 1,1-1,0 0,-1 0,1-1,0 1,0 0,0 0,0-1,0 1,0 0,0-1,0 1,0-1,1 1,-1-1,1 0,-1 1,1-1,-1 1,1-1,0 0,0 1,0-1,0 0,0 0,0 1,1-1,-1 0,0 1,1-1,-1 1,1-1,0 1,0-1,-1 1,1-1,0 1,0-1,0 1,0 0,1 0,-1-1,8-3,-1 0,1 0,0 1,0 0,0 1,1 0,-1 1,1-1,-1 2,1-1,0 2,0-1,0 1,0 1,6 0,-4-1,-5 1,104-10,-107 8,0 0,-1 0,1 0,0 0,0-1,0 1,-1-1,1 0,-1 0,1 0,-1-1,0 1,0-1,0 0,0 0,-1 0,1 0,-1 0,0-1,0 1,0 0,0-1,0 0,-1 0,1 0,-2 2,1 0,-1 0,1 0,-1 0,0 0,1 0,-1 0,0-1,0 1,-1 0,1 0,0 0,-1 0,1 0,-1 0,0 0,0 1,0-1,0 0,0 0,0 0,0 1,0-1,-1 1,1-1,0 1,-1-1,0 1,1 0,-1 0,0-1,0 1,1 1,-1-1,0 0,0 0,0 1,0-1,0 1,-1-1,1 3,-1 1,1-1,0 0,0 1,0-1,0 1,0-1,0 1,1 0,-1 0,1 0,0 0,0 0,0 0,0 0,1 0,-1 0,1 1,0-1,0 0,0 0,0 1,0-1,1 0,0 1,0 4,1 1,1 0,-1-1,1 1,1-1,0 0,0 0,0 0,1 0,0-1,1 0,0 0,0 0,0-1,1 0,0 0,0-1,0 0,1 0,0 0,0-1,0 0,0-1,1 0,-1 0,1-1,0 0,0 0,0-1,0-1,0 1,0-1,0-1,-1 1,1-2,0 1,0-1,0-1,-1 1,1-1,5-4,17-8</inkml:trace>
  <inkml:trace contextRef="#ctx0" brushRef="#br0" timeOffset="-58405.968">7538 13620,'-2'7,"0"0,0 0,1 0,0 0,0 0,1 0,0 0,0 1,1-1,0 0,0 0,1 0,-1 0,2 0,-1-1,1 1,0 0,0-1,1 0,0 0,0 0,0 0,1-1,-1 1,2-1,-1 0,0-1,1 1,0-1,0 0,0-1,1 0,-1 1,1-2,-1 1,1-1,4 1,-6-2,0 0,1 0,-1 0,0 0,1-1,-1 0,1 0,-1-1,1 1,-1-1,1 0,-1-1,0 1,0-1,0 0,0 0,0-1,0 1,0-1,-1 0,1-1,-1 1,0-1,0 0,0 0,-1 0,1 0,-1-1,0 1,0-1,-1 0,1 0,-1 0,0 0,-1 0,2-4,-1 1,0 0,-1 0,0-1,-1 1,1 0,-1-1,-1 1,0 0,-1-6,2 14,0-1,0 1,0 0,0-1,0 1,0-1,0 1,0 0,0-1,0 1,0-1,0 1,0 0,-1-1,1 1,0 0,0-1,0 1,-1 0,1-1,0 1,0 0,-1-1,1 1,0 0,-1 0,1-1,0 1,-1 0,1 0,0 0,-1 0,1-1,0 1,-1 0,1 0,-1 0,1 0,0 0,-1 0,1 0,-1 0,1 0,0 0,-1 0,1 0,-1 0,1 1,0-1,-1 0,1 0,0 0,-1 0,1 1,0-1,-1 0,1 0,0 1,-1-1,-12 23,11-18,0-1,0 1,1 0,-1 0,1 0,0 0,1 0,-1 0,1 0,0 0,0 0,0 0,1 0,0 0,0 0,0 0,0 0,1 0,0 0,0-1,0 1,1-1,0 0,-1 1,1-1,1 0,-1-1,1 1,-1 0,1-1,3 2,1-1,1 0,0-1,0 0,0-1,0 0,1 0,-1-1,0 0,1-1,-1 0,1 0,-1-1,1 0,7-3,-11 3,-1 0,1-1,0 0,0 0,-1-1,1 1,-1-1,0 0,0-1,0 1,0-1,0 0,-1 0,0-1,0 1,0-1,0 0,-1 0,0 0,0-1,0 1,-1-1,1-1,0-3,-1 1,0-1,0 1,-1-1,0 0,-1 1,0-1,0 0,-1 1,-1-1,0-3,2 14,0-1,0 0,-1 0,1 0,0 1,0-1,0 0,0 0,-1 0,1 0,0 0,0 0,0 1,-1-1,1 0,0 0,0 0,0 0,-1 0,1 0,0 0,0 0,-1 0,1 0,0 0,0 0,0 0,-1 0,1 0,0 0,0 0,0-1,-1 1,1 0,0 0,0 0,0 0,-1 0,1 0,0-1,0 1,0 0,0 0,-1 0,1 0,0-1,0 1,0 0,0 0,0 0,-4 23,4-15,0 0,1-1,0 1,0 0,0 0,1-1,0 1,1-1,0 1,0-1,0 0,1 0,0 0,0-1,1 1,0-1,0 0,0-1,1 1,0-1,0 0,0 0,1-1,0 0,0 0,0 0,0-1,0 0,1-1,-1 0,1 0,-1 0,1-1,0 0,0 0,0-1,0 0,2-1,21-6,-3-2</inkml:trace>
  <inkml:trace contextRef="#ctx0" brushRef="#br0" timeOffset="-56815.648">8433 13526,'-3'11,"0"-1,1 1,0 0,1 1,0-1,1 0,0 0,1 0,0 0,1 0,0 0,1 0,0 0,-1-5,0-1,0 1,0 0,1-1,0 0,0 0,1 0,-1 0,1 0,0 0,0-1,1 0,-1 0,1 0,0-1,0 1,0-1,1 0,-1-1,1 1,-1-1,1 0,0-1,3 1,-4-1,-1-1,0 0,1 0,-1 0,1-1,-1 1,0-1,1 0,-1 0,0-1,0 1,0-1,0 0,0 0,0 0,-1-1,1 0,-1 1,1-1,-1 0,0 0,0-1,0 1,-1-1,1 1,1-4,4-8,1 0,-2 0,0-1,-1 0,0 0,-1-5,2-20,-8 41,1 0,0-1,0 1,-1 0,1-1,0 1,-1 0,1 0,0-1,-1 1,1 0,0 0,-1 0,1-1,0 1,-1 0,1 0,-1 0,1 0,0 0,-1 0,1 0,-1 0,1 0,0 0,-1 0,1 0,-1 0,1 0,0 0,-1 1,1-1,-1 0,1 0,0 0,-1 0,1 1,0-1,-1 0,1 1,0-1,0 0,-1 0,1 1,0-1,0 0,-1 1,1-1,0 1,0-1,0 0,0 1,0-1,0 0,0 1,-1-1,1 1,0-1,0 1,0-1,0 0,1 1,-1-1,0 1,0-1,0 0,0 1,0-1,1 1,-4 5,0 0,1 0,0 1,0-1,0 1,1-1,0 1,1 0,0-1,-1 1,2 0,-1-1,1 1,0 0,1-1,0 1,0-1,0 0,0 1,1-1,0 0,1 0,-1-1,1 1,0-1,0 0,5 5,7-1,-1 0,1-2,0 1,1-2,0 0,0-1,0-1,0-1,1 0,0-1,-1-1,1 0,0-2,10-1,-6 2,-1-1,1 0,-1-2,0-1,1 0,-1-2,-1 0,1-1,-1-1,-1-1,15-9,-31 16,0 1,-1 0,1 0,-1-1,1 0,-1 1,1-1,-1 0,0 0,0 0,0-1,0 1,0 0,0-1,-1 1,1-1,-1 0,0 1,0-1,0 0,0 0,0 0,0 0,-1 0,0 0,1 0,-1 0,0 0,-1 0,1 1,0-1,-1 0,0 0,1 0,-1 0,0 0,-1 0,1 1,0-1,-1 1,-1-3,-4 0,0 1,-1 1,1-1,-1 1,1 0,-1 1,0 0,0 0,0 1,0 0,-1 0,1 1,0 0,0 1,0 0,0 0,-1 0,1 1,1 0,-1 1,-7 3,10-4,0 1,1 0,-1 0,1 0,-1 1,1 0,0 0,0 0,1 0,-1 0,1 1,0-1,0 2,2-5,0 1,0-1,0 1,1 0,-1-1,0 1,1 0,-1 0,1-1,0 1,0 0,-1 0,1 0,0 0,1-1,-1 1,0 0,0 0,1 0,-1-1,1 1,0 0,-1 0,1-1,0 1,0-1,0 1,0-1,0 1,0-1,1 1,-1-1,0 0,1 0,-1 0,1 0,-1 0,1 0,0 0,0 0,7 3,1-1,0-1,0 0,0 0,0 0,1-2,-1 1,0-1,0-1,1 0,-1 0,0-1,0 0,0-1,0 0,-1 0,1-1,-1-1,0 1,0-1,7-6,23-20,-34 60,-4-24,1 0,-1 0,1 0,0 0,0-1,0 1,0-1,1 1,0-1,0 0,0 0,0 0,1 0,0-1,-1 1,1-1,1 0,-1 0,0-1,1 1,-1-1,1 0,0 0,0 0,0-1,-1 1,2-1,-1-1,0 1,0-1,0 0,0 0,0 0,0-1,3 0,5-1,-1 0,0-1,1-1,-2 0,1 0,0-1,-1-1,0 0,0 0,-1-1,1 0,-2-1,1 0,-1-1,0 0,-1 0,5-8,0-1,0-1,-2 0,0 0,-1-2,-1 1,-1-1,-1 0,-1-1,2-12,-1-5,-2 0,-2 0,-1-1,-2 1,-2 0,-2 0,-1 0,-2 0,-1 0,-27-40,33 77,1 0,0 0,-1 0,0 0,1 1,-1-1,0 0,0 1,0 0,0-1,0 1,0 0,-1 0,1 0,0 0,0 0,-1 1,1-1,-1 1,1-1,0 1,-1 0,1 0,-1 0,1 0,-1 1,1-1,0 1,-1-1,1 1,0 0,-3 1,-3 3,0 1,0 0,1 1,-1 0,1 0,1 1,-1 0,2 0,-1 0,1 1,0-1,0 1,1 0,1 1,-1 2,-6 9,2 0,0 1,2 0,0 0,2 1,0 0,2 0,0 0,1 0,2 0,0 0,2 0,0-1,1 1,2-1,0 1,1-2,2 1,0-1,1 0,1-1,1 0,1-1,0 0,1-1,2-1,-1 0,7 3,-16-14,1-1,0-1,0 1,0-1,0-1,0 1,1-1,0 0,0-1,0 0,0 0,0-1,0 0,0 0,0-1,1 0,-1 0,0-1,0 0,0 0,0-1,0 0,0-1,0 0,-1 0,1 0,-1-1,0 0,0-1,0 1,2-4,80-89,-89 96,0 1,0-1,0 1,0-1,1 1,-1-1,0 1,0-1,1 1,-1-1,0 1,1-1,-1 1,0 0,1-1,-1 1,1 0,-1-1,1 1,-1 0,0-1,1 1,-1 0,1 0,0 0,-1-1,1 1,-1 0,1 0,-1 0,1 0,-1 0,1 0,-1 0,1 0,0 0,-1 0,1 0,-1 1,1-1,-1 0,1 0,-1 0,1 1,-1-1,1 0,-1 1,0-1,1 0,-1 1,1-1,-1 1,0-1,1 0,-1 1,0-1,1 1,-1-1,0 1,0 0,4 36,-4-33,-1 21,0-18,0 0,1 0,0 0,0-1,0 1,1 0,0 0,1 0,0-1,0 1,0 0,0-1,2 1,-1-5,1 1,0-1,-1 1,1-1,1 0,-1-1,0 1,0-1,1 0,-1 0,0 0,1 0,-1-1,1 0,-1 0,1 0,-1 0,1-1,-1 1,1-1,-1-1,0 1,0 0,1-1,-1 0,0 0,0 0,3-3,2-2,1 0,-1 0,-1-1,1-1,-2 1,1-1,-1-1,0 1,-1-1,0 0,3-9,13-18,-22 38,0-1,0 0,0 0,0 0,0 1,0-1,0 0,0 0,0 0,1 1,-1-1,0 0,0 0,0 0,0 0,0 1,1-1,-1 0,0 0,0 0,0 0,0 0,1 0,-1 0,0 1,0-1,0 0,1 0,-1 0,0 0,0 0,1 0,-1 0,0 0,0 0,0 0,1 0,-1 0,0 0,0 0,0-1,1 1,-1 0,0 0,0 0,0 0,1 0,-1 0,0 0,0-1,0 1,0 0,0 0,1 0,-1 0,0-1,0 1,0 0,0 0,1 23,-1-20,0 13,-1-11,0 0,0 0,1 0,-1 0,1 0,0 0,1 0,-1 0,1 0,0 0,0-1,1 1,-1 0,1 0,0-1,0 1,1-1,-1 0,1 0,0 1,0-2,1 1,-1 0,1-1,0 0,0 1,0-1,3 1,5-1,1-1,-1-1,1 0,0 0,-1-1,1-1,0 0,-1-1,1 0,-1-1,0-1,0 1,0-2,0 0,-1 0,0-1,0-1,0 0,2-2,6-4,-2-1,1-1,-2-1,0 0,-1-1,0-1,-1 0,-2 0,0-2,0 0,-2 0,-1-1,6-18,-1-2,-3-1,-1-1,-3 1,-1-1,-2-1,-1-33,-2 61,-1 0,0 0,-1-1,-1 1,0 0,-1 1,-1-1,-1 0,0 1,-1 0,-2-3,5 15,1-1,-1 1,0 0,0 0,-1 1,1-1,-1 1,1 0,-1 0,0 0,1 0,-1 0,0 1,0 0,-1 0,1 0,0 0,0 1,0-1,0 1,-1 0,1 0,0 1,0-1,-1 1,1 0,0 0,0 1,0-1,0 1,1 0,-1 0,0 0,1 0,-1 1,1-1,0 1,0 0,0 0,0 0,0 1,-14 12,1 0,0 2,2 0,0 0,1 2,1-1,1 2,0-1,2 2,0-1,2 1,0 0,2 1,0-1,2 1,0 0,1 0,2 1,0 5,3-11,0 0,1-1,1 0,1 1,0-2,1 1,1-1,0 0,1 0,1-1,1-1,0 0,1 0,0-1,1 0,0-1,1-1,0 0,1-1,1 0,-1-1,1-1,1-1,-1 0,2-1,49 18</inkml:trace>
  <inkml:trace contextRef="#ctx0" brushRef="#br0" timeOffset="-51525.77">4651 14650,'26'33,"0"2,-3 0,-1 2,-1 1,-2 0,6 23,-25-60,0 0,0 0,0 0,0 0,0 0,0 0,0 0,0 0,1 0,-1 0,0 0,1 0,-1 0,0 0,1 0,-1 0,1 0,-1-1,1 1,0 0,-1 0,1 0,0-1,0 1,0 0,-1-1,1 1,0-1,0 1,0-1,0 1,0-1,0 0,0 0,0 1,0-1,0 0,0 0,0 0,0 0,0 0,0 0,0 0,0 0,0-1,0 1,0 0,0 0,0-1,0 1,0-1,0 1,0-1,0 1,-1-1,1 0,0 1,0-1,-1 0,1 0,0 0,-1 1,1-2,16-20,-2-2,0 0,-1 0,-2-2,5-13,12-24,-29 63,0 0,1 1,-1-1,0 0,0 0,0 0,0 1,1-1,-1 0,0 0,0 0,1 0,-1 0,0 1,0-1,1 0,-1 0,0 0,0 0,1 0,-1 0,0 0,0 0,1 0,-1 0,0 0,0 0,1 0,-1 0,0 0,0 0,1 0,-1 0,0 0,0-1,1 1,-1 0,0 0,0 0,1 0,-1 0,0-1,0 1,0 0,1 0,-1-1,0 1,0 0,0 0,0-1,1 33,-1-29,0 13,-2-12,1 0,1 1,-1-1,1 0,0 1,0-1,0 0,0 1,1-1,0 0,0 1,0-1,0 0,1 0,-1 0,1 0,0 0,0 0,1-1,-1 1,1-1,0 1,0-1,0 0,0 0,1 0,-1-1,4 3,3-4,0 0,0 0,0-1,0 0,0-1,0-1,0 1,0-1,-1-1,1 0,-1 0,1-1,-1 0,0-1,-1 0,1 0,-1-1,0 0,0 0,-1-1,0 0,0 0,0-1,0-2,-2 5,0 0,0-1,0 0,-1 0,0 0,0 0,-1-1,1 1,-2-1,1 0,-1 0,0 0,1-7,-3 13,0 1,0-1,0 0,0 1,0-1,0 0,0 0,-1 1,1-1,0 0,-1 1,1-1,0 1,-1-1,1 0,-1 1,1-1,-1 1,1-1,-1 1,1-1,-1 1,1 0,-1-1,0 1,1 0,-1-1,1 1,-1 0,0 0,0-1,1 1,-1 0,0 0,1 0,-1 0,0 0,1 0,-1 0,0 0,0 0,1 1,-1-1,0 0,1 0,-1 1,0-1,1 0,-1 1,1-1,-1 0,0 1,1-1,-1 1,1-1,-1 1,1-1,0 1,-1 0,1-1,-1 1,1-1,0 1,0 0,-1-1,1 1,0 0,-2 3,-1 0,1 0,0 0,0 0,1 0,-1 0,1 1,0-1,0 1,1-1,-1 1,1-1,0 1,0-1,0 1,1-1,0 1,-1-1,2 1,-1-1,0 0,1 1,0-1,0 0,0 0,1 0,-1-1,1 1,0 0,0-1,0 0,0 0,1 0,-1 0,1 0,0-1,0 1,2 0,5 2,1 1,0-1,0-1,0 0,1-1,-1-1,1 0,0 0,0-1,0-1,-1 0,1 0,0-2,0 0,10-2,-19 2,0 1,0-1,0 0,0 0,0 0,0 0,-1-1,1 0,-1 1,1-1,-1-1,0 1,0 0,0-1,-1 1,0-1,1 0,-1 0,0 0,-1 0,1 0,-1-1,1-2,7-104,-10 86,14 56,-4-1,-6-15,1 0,1 0,0-1,1 0,0 0,1 0,1-1,0 1,1-2,0 0,5 5,40 8,-28-22</inkml:trace>
  <inkml:trace contextRef="#ctx0" brushRef="#br0" timeOffset="-50783.718">5947 14596,'0'19,"1"-1,0 0,1 1,1-1,1 0,0-1,4 7,-6-18,0-1,0 0,1 1,0-1,0 0,0-1,1 1,-1 0,1-1,0 0,1 0,-1 0,1 0,-1-1,1 0,0 0,0 0,1-1,-1 1,1-1,-1-1,1 1,-1-1,6 1,-3-2,0 0,-1-1,1 0,0 0,-1-1,1 0,-1 0,0-1,0 0,0 0,0-1,0 1,-1-1,0-1,1 0,-2 0,1 0,0 0,-1-1,0 0,-1 0,1 0,-1-1,0 1,-1-1,1 0,-2 0,1 0,-1-1,0 1,0-1,-1 1,0-1,0 1,-1-1,0 0,0 1,-1-4,-7 30,6-14,0 1,0-1,1 1,0-1,0 1,0 0,1 0,0-1,0 1,0 0,1 0,0-1,0 1,1-1,-1 1,1-1,0 1,0-1,1 0,0 0,0 0,0 0,0-1,1 1,0-1,0 0,0 0,0 0,1 0,0-1,0 1,5-1,-1 0,1-1,-1 0,1 0,0-1,0-1,0 1,-1-2,1 1,0-1,0-1,-1 0,1 0,-1-1,1 0,1-1,7-4,1 0,-1-1,-1-1,1-1,-2 0,1-1,5-7,-20 17,-2 2,0 1,0-1,1 0,-1 1,0-1,0 1,0-1,0 0,1 1,-1-1,0 0,0 1,0-1,1 0,-1 1,0-1,1 0,-1 0,0 1,1-1,-1 0,0 0,1 0,-1 0,0 1,1-1,-1 0,1 0,-1 0,0 0,1 0,-1 0,1 0,-1 0,0 0,1 0,-1 0,1 0,-1 0,0 0,1-1,-1 1,0 0,1 0,-1 0,0 0,1-1,-1 1,0 0,1 0,-1-1,0 1,1 0,-1-1,0 1,0 0,0-1,1 1,-1 0,0-1,0 1,0-1,0 1,0 0,0-1,0 7,1-1,-1 1,1-1,0 1,0-1,0 0,1 1,0-1,0 0,0 0,1 0,0 0,0-1,0 1,0-1,1 0,0 0,-1 0,1 0,1 0,-1-1,1 0,-1 0,1 0,0-1,2 2,2 0,0 1,0-2,1 1,-1-1,1-1,-1 1,1-2,0 1,0-1,0-1,0 0,4-1,-9 1,-1-1,1 1,0-1,0-1,-1 1,1-1,-1 1,1-1,-1-1,0 1,0 0,0-1,0 0,0 0,-1 0,1-1,-1 1,0-1,0 0,0 0,0 0,-1 0,0 0,0 0,0-1,0 0,-1-1,0 0,-1 0,1 1,-2-1,1 0,0 0,-1 1,0-1,-1 0,1 1,-1-1,0 1,-1 0,1-1,-1 1,0 0,0 1,0-1,-1 0,0 1,0 0,0 0,0 0,-1 0,1 1,-1 0,0 0,0 0,0 0,-1 1,1 0,0 0,-1 0,0 1,1 0,-1 0,0 0,0 1,1 0,-1 0,0 0,0 1,1-1,-1 2,0-1,0 2,0 0,0 1,1 0,-1 0,1 0,0 0,0 1,1 0,-1 0,1 0,0 1,1-1,-1 1,1 0,0 0,1 0,-1 0,1 1,0-1,1 1,0-1,0 1,0-1,1 1,0 0,0-1,1 3,-1-6,1 0,0 0,1 0,-1 0,0 0,1 0,0-1,-1 1,1 0,0-1,1 0,-1 1,0-1,1 0,-1 0,1 0,-1 0,1-1,0 1,0-1,0 0,0 0,0 0,0 0,0 0,0 0,0-1,1 0,-1 0,0 1,3-2,22-1</inkml:trace>
  <inkml:trace contextRef="#ctx0" brushRef="#br0" timeOffset="-49899.086">6937 14275,'-6'-2,"-1"0,1 0,0 1,0 0,-1 1,1-1,0 1,-1 0,1 1,0-1,-1 1,1 1,0-1,0 1,0 0,0 0,0 1,0 0,1 0,-1 0,1 1,0-1,0 1,0 0,1 1,-1-1,1 1,0 0,0 0,1 1,0-1,0 1,-2 3,3-2,0 1,0-1,1 1,0-1,0 1,0 0,1-1,1 1,-1 0,1-1,0 1,1-1,0 1,0-1,1 0,0 0,0 0,0 0,1 0,1 0,11 18,1-2,0 0,2-1,15 13,153 159,-181-187,-5-5,0 0,0 0,0 0,1 0,-1 0,0-1,1 1,0 0,-1-1,1 1,0-1,0 0,0 1,0-1,0 0,0 0,0 0,0-1,0 1,0 0,1-1,-1 1,0-1,0 0,1 0,-1 0,0 0,1 0,-1 0,0-1,0 1,1-1,-1 1,0-1,0 0,0 0,5-9,-1 0,-1-1,1 0,-2 0,1 0,-2 0,1-1,-2 1,1-1,-2 0,0 0,0-9,1-19,9-45,-9 83,0 1,0-1,1 0,-1 1,1 0,-1-1,1 1,-1 0,1 1,0-1,-1 0,1 1,0-1,0 1,-1 0,1 0,0 0,0 0,0 0,-1 1,1-1,0 1,0 0,-1 0,1 0,-1 0,1 0,-1 1,1-1,-1 1,0-1,0 1,1 0,6 2,0-1,-1 1,1-1,0 1,-1 0,0 1,0 0,0 1,0-1,-1 2,0-1,-1 1,1 0,-1 0,0 0,-1 1,0 0,0 0,-1 1,0-1,0 1,-1 1,4 31,-7-36,-1 0,1-1,0 1,0-1,1 1,-1-1,1 1,0-1,0 1,0-1,1 0,0 0,0 1,0-1,0 0,1-1,-1 1,1 0,0-1,0 1,0-1,1 0,-1 0,1 0,-1-1,1 1,0-1,0 0,0 0,1 0,-1-1,2 1,5-2,-1-1,1-1,-1 0,1 0,-1-1,0-1,0 1,0-2,-1 1,1-1,-1-1,0 0,0 0,-1 0,0-1,0-1,-1 1,0-1,4-5,35-30,-46 43,1-1,-1 1,0-1,1 1,-1-1,1 1,-1 0,0-1,1 1,-1 0,1-1,-1 1,1 0,-1-1,1 1,-1 0,1 0,0 0,-1-1,1 1,-1 0,1 0,-1 0,1 0,0 0,-1 0,1 0,-1 0,1 0,-1 1,1-1,0 0,-1 0,1 0,-1 1,1-1,-1 0,1 0,-1 1,1-1,-1 1,1-1,-1 0,1 1,5 27,-2-7,-3-19,0 1,0-1,1 1,-1-1,1 0,-1 1,1-1,0 0,0 0,0 0,0 0,1 0,-1-1,0 1,1-1,-1 0,1 1,0-1,-1 0,1 0,0-1,0 1,-1-1,1 1,0-1,0 0,0 0,0 0,-1 0,4-1,2 0,1-1,-1 0,0 0,1-1,-1 0,-1 0,1-1,0 0,4-4,-4 3,-1 0,0-1,-1 0,1-1,-1 1,-1-1,1 0,-1-1,0 1,0-3,-3 7,-1 0,1 1,-1-1,0 0,0 0,0 0,-1 0,1 0,-1 0,1 0,-1 0,0 0,0 0,0 0,-1 0,1 0,-1 0,0 0,0 0,0 0,0 0,0 0,0 0,-1 1,1-1,-1 1,0-1,0 1,0-1,0 1,-2-1,1 0,-1 0,-1 1,1-1,0 1,-1 0,1 0,-1 1,1-1,-1 1,0 0,0 0,0 1,1-1,-1 1,0 0,0 1,0-1,0 1,0 0,1 0,-1 0,0 1,1-1,-5 3,2-1,0 1,0-1,0 1,1 0,-1 1,1 0,0 0,1 0,-1 1,1-1,0 1,1 1,-1-1,1 1,-2 3,5-9,0 1,0 0,0-1,1 1,-1 0,0 0,1 0,-1 0,1 0,-1 0,1 0,0 0,0 0,0 0,0 0,0-1,1 1,-1 0,0 0,1 0,0 0,-1 0,1 0,0 0,0-1,0 1,0 0,0-1,0 1,1-1,-1 1,0-1,1 1,-1-1,1 0,0 0,-1 0,1 0,0 0,0 0,0 0,-1-1,2 1,25 5,1-3</inkml:trace>
  <inkml:trace contextRef="#ctx0" brushRef="#br0" timeOffset="-49397.923">8059 14288,'-7'1,"0"1,0-1,0 1,1 1,-1 0,1 0,-1 0,1 0,0 1,0 0,0 0,1 1,0 0,0 0,0 0,0 0,1 1,0 0,0 0,0 0,1 0,0 1,0-1,0 1,1 0,0 0,1 0,-1 0,1 0,0 6,1 2,1 0,0-1,1 0,0 1,1-1,1 0,0 0,1 0,0-1,1 0,1 0,2 3,101 143,-33-83,-74-74,0 0,0 0,0-1,0 1,0-1,1 0,-1 0,0 0,1 0,-1 0,1-1,-1 0,1 0,-1 0,1 0,-1 0,1 0,-1-1,0 0,1 0,-1 0,0 0,1 0,-1-1,0 1,0-1,0 0,0 0,0-1,9-9,-1 0,-1-1,0 0,-1-1,0 0,-1 0,-1-1,0 0,-1 0,-1-1,0 0,0-6,11-46,-4-1,-2 0,-3 0,-4-4,-2-5,-1 78,0 1,1-1,-1 0,0 1,0-1,0 0,0 1,0-1,0 0,0 1,0-1,0 1,0-1,0 0,0 1,-1-1,1 0,0 1,0-1,0 0,0 1,0-1,-1 0,1 0,0 1,0-1,-1 0,1 0,0 1,0-1,-1 0,1 0,0 1,-1-1,1 0,0 0,-1 0,1 0,0 0,-1 0,1 0,0 0,-1 1,1-1,0 0,-1 0,1 0,0-1,-1 1,1 0,-1 0,1 0,0 0,-1 0,1 0,0 0,-1-1,1 1,0 0,0 0,-1 0,1-1,0 1,0 0,-13 39,3 1,1 0,2 1,2 0,0 36,3-57,1-1,1 0,0 0,1 1,2-1,0 0,0 0,2 0,1-1,0 0,1 0,1 0,0-1,2 0,0 0,0-1,2-1,0 1,36 14,-27-24</inkml:trace>
  <inkml:trace contextRef="#ctx0" brushRef="#br0" timeOffset="-49137.089">8313 14476,'7'-3,"11"0,14 0,15 3,12 2,4 2,0 5,-10 1</inkml:trace>
  <inkml:trace contextRef="#ctx0" brushRef="#br0" timeOffset="-48907.355">8754 14783,'-1'4,"0"0,0-1,0 1,1 0,-1 0,1 0,0 0,0 0,0 0,1-1,-1 1,1 0,0 0,0 0,0-1,1 1,-1 0,1-1,0 1,0-1,0 0,0 1,1-1,-1 0,1-1,0 1,0 0,0-1,0 1,0-1,0 0,1 0,-1-1,1 1,-1-1,1 1,0-1,0 0,2 0,1-1,1 0,0-1,-1 1,1-2,-1 1,1-1,-1 0,0 0,0-1,0 0,0-1,0 1,-1-1,1-1,-1 1,0-1,0 0,-1 0,0-1,0 0,0 0,0 0,-1 0,0-1,0 1,-1-1,0 0,0 0,-1 0,0-1,0 1,0-1,-1 1,0-1,-1 0,0 1,0-1,0 1,-1-1,0 0,-1 1,2 4,-1 0,0 1,0-1,0 1,0-1,-1 1,1-1,0 1,-1-1,0 1,0 0,1 0,-1 0,-1 0,1 0,0 1,0-1,-1 1,1-1,0 1,-1 0,0 0,1 0,-1 0,0 0,1 1,-1-1,0 1,0 0,1 0,-1 0,0 0,0 0,0 0,1 1,-1 0,0-1,-3 2,-1 0,1 0,0 1,0 0,0 0,1 0,-1 1,1-1,-1 1,1 1,0-1,1 1,-1 0,1 0,-1 2,3-4,-1 1,1-1,0 1,1-1,-1 1,1 0,-1 0,1 0,0 0,1 0,-1 0,1 0,-1 0,1 0,1 1,-1-1,0 0,1 0,0 0,0 0,0 0,1 0,-1-1,1 1,0 0,0-1,0 1,0-1,1 0,-1 1,1-1,0 0,0-1,0 1,0 0,1-1,-1 0,1 0,0 0,30 16,1-6</inkml:trace>
  <inkml:trace contextRef="#ctx0" brushRef="#br0" timeOffset="-48570.664">9209 14743,'-57'-89,"57"89,0 0,-1-1,0 1,1 0,-1-1,0 1,1-1,-1 1,1-1,-1 0,0 1,1-1,0 0,-1 1,1-1,-1 0,1 1,0-1,-1 0,1 0,0 1,0-1,0 0,0 0,-1 0,1 1,0-1,0 0,1 0,-1 0,0 0,0 1,0-1,0 0,1 0,-1 1,0-1,1 0,-1 0,1 1,-1-1,1 1,-1-1,1 0,-1 1,1-1,-1 1,1-1,0 1,-1-1,1 1,0 0,0-1,-1 1,1 0,140 29,-137-28,102 39,-103-38,0 0,0 0,1 0,-1 0,-1 1,1-1,0 1,-1 0,1 0,-1 0,0 0,0 0,0 0,0 1,-1-1,1 1,-1-1,0 1,0-1,0 1,0 0,-1-1,0 1,1 0,-2 0,1 0,0-1,-1 2,-36 137,37-140,0 1,1-1,-1 0,1 1,-1-1,1 0,0 1,-1-1,1 0,0 0,1 0,-1 0,0 0,0 0,1 0,0 0,-1-1,1 1,0 0,0-1,-1 0,1 1,0-1,1 0,-1 0,0 0,0 0,0 0,1-1,-1 1,0-1,1 1,80 5,38-28,-63 4</inkml:trace>
  <inkml:trace contextRef="#ctx0" brushRef="#br0" timeOffset="-53686.057">2658 14796,'0'14,"0"15,-2 17,-1 12,0 10,1 4,-2 4,0-2,-2-4,1-10,-2-15,0-15</inkml:trace>
  <inkml:trace contextRef="#ctx0" brushRef="#br0" timeOffset="-53187.871">2552 14970,'-3'-20,"1"10,0 0,0 1,1-1,0 0,0 0,1 0,1 0,0 1,0-1,1 0,0 0,1 1,0-1,0 1,1 0,0 0,5-7,-7 13,1 1,-1 0,1 0,0 0,-1 0,1 1,0-1,0 1,0-1,0 1,1 0,-1 0,0 1,0-1,1 1,-1-1,0 1,1 0,-1 0,0 1,1-1,-1 1,0-1,0 1,1 0,-1 0,0 0,0 1,1 0,5 3,0 0,0 0,0 1,-1 0,0 1,0 0,-1 0,0 1,0 0,-2-1,1 0,-1 0,0 1,-1-1,0 1,0 0,-1 1,0-1,2 9,-5-14,1-1,-1 1,1 0,-1 0,0 0,0 0,0 0,-1-1,1 1,-1 0,1 0,-1-1,0 1,0 0,0-1,-1 1,1-1,0 1,-1-1,0 1,0-1,1 0,-1 0,0 0,-1 0,1 0,0-1,0 1,-1-1,1 1,-1-1,0 0,-3 2,1-1,-1 1,0-1,0-1,-1 1,1-1,0 0,0 0,-1-1,1 0,0 0,-1-1,0 1,6-2,-1 1,1 0,0 0,0-1,-1 1,1-1,0 1,0-1,1 1,-1-1,0 0,1 1,-1-1,0 0,1 0,0 1,-1-1,1 0,0 0,0 0,0 1,0-1,1 0,-1 0,0 0,1 1,-1-1,1 0,0 0,-1 1,1-1,0 1,0-1,0 1,0-1,0 1,0-1,1 1,-1 0,1-1,117-152,-102 131,-1-1,-2 0,0-1,-1 0,-2-1,0-1,-2 1,-1-2,-1 1,-2-1,2-22,-8-66,1 117,0-1,0 0,-1 0,1 0,0 1,0-1,-1 0,1 0,0 0,0 0,-1 0,1 1,0-1,-1 0,1 0,0 0,-1 0,1 0,0 0,-1 0,1 0,0 0,-1 0,1 0,0 0,-1 0,1-1,0 1,0 0,-1 0,1 0,0 0,-1 0,1-1,0 1,0 0,-1 0,1 0,0-1,0 1,0 0,-1-1,1 1,0 0,0 0,0-1,0 1,0 0,0-1,-1 1,1 0,0-1,0 1,0 0,0-1,0 1,0 0,0 0,0-1,0 1,1 0,-1-1,0 1,0 0,0-1,0 1,0 0,0-1,1 1,-1 0,-9 25,-2 181,11-163,0-19,-2 10,1 1,2-1,2 0,0 0,3 0,1-1,1 0,11 28,-17-55,0-1,1 0,-1 0,1-1,0 1,0 0,1-1,-1 0,1 0,0 0,0 0,1-1,-1 1,1-1,-1 0,1-1,0 1,0-1,0 0,0 0,1 0,-1-1,1 0,-1 0,1 0,-1-1,1 0,0 0,25-5</inkml:trace>
  <inkml:trace contextRef="#ctx0" brushRef="#br0" timeOffset="-52973.445">2645 14476,'14'13,"17"8,21 4,21-3,16-1,12-4,2 2,-17-4</inkml:trace>
  <inkml:trace contextRef="#ctx0" brushRef="#br0" timeOffset="-52570.02">3273 15010,'1'-296,"-2"295,1 0,0 1,0-1,-1 0,1 0,0 0,0 0,0 0,0 0,0 0,0 0,0 0,0 1,0-1,1 0,-1 0,0 0,1 0,-1 0,0 0,1 1,-1-1,1 0,0 0,-1 1,1-1,-1 0,1 1,0-1,0 1,-1-1,1 1,0-1,0 1,-1-1,1 1,0 0,0-1,0 1,0 0,0 0,0 0,0-1,0 1,-1 0,1 0,0 1,0-1,1 0,74 33,122 14,-195-47,-1 1,1-1,-1 1,1-1,-1 1,0 0,1 0,-1 0,0 0,0 1,1-1,-1 0,0 1,-1 0,1-1,0 1,0 0,-1 0,1 0,-1 0,1 0,-1 0,0 1,0-1,0 0,0 1,0-1,-1 0,1 1,-1-1,0 1,1-1,-1 1,0-1,0 1,-1-1,1 1,-1-1,0 3,-13 32,-11 41,25-76,0 1,-1 0,1-1,0 1,1-1,-1 1,0-1,1 1,-1-1,1 1,0-1,0 0,0 1,0-1,0 0,1 0,-1 0,1 0,-1 0,1 0,0 0,0 0,-1 0,1-1,0 1,1-1,-1 0,2 1,11 3,0-1,0-1,0-1,0 0,1-1,-1 0,0-1,1-1,-1-1,0 0,0-1,12-4,-17 5,61-11</inkml:trace>
  <inkml:trace contextRef="#ctx0" brushRef="#br0" timeOffset="-47460.118">10813 14275,'-16'2,"-12"8,-8 11,-2 13,2 15,8 15,11 12,15 7,17 4,20-1,19-5,17-9,12-13,-8-16</inkml:trace>
  <inkml:trace contextRef="#ctx0" brushRef="#br0" timeOffset="-46698.091">11588 14650,'-16'-14,"10"7,0 0,-1 1,0-1,0 1,0 1,0-1,-1 1,0 1,0-1,0 1,-2 0,7 3,-1 0,1-1,-1 2,0-1,1 0,-1 1,0-1,0 1,1 0,-1 0,0 1,0-1,1 1,-1 0,0 0,1 0,-1 0,1 0,-1 1,1 0,0 0,0 0,-1 0,1 0,1 1,-1-1,0 1,0 0,-1 3,0 0,1 0,0 0,0 1,0-1,1 1,0-1,0 1,0 0,1 0,0 0,0 0,1 0,0 0,1 0,-1 0,1 0,0 0,1 0,0-1,0 1,0 0,1-1,0 1,0-1,1 0,-1 0,2-1,-1 1,0-1,1 1,0-1,0-1,1 1,-1-1,1 0,0 0,0-1,0 1,7 1,6 1,0-2,1 0,-1-1,1-1,0-1,0-1,0 0,0-1,-1-2,1 0,0-1,-1-1,0 0,0-2,-1 0,0-1,0-1,14-9,-22 12,0 0,-1 0,1-1,-1 0,-1 0,1-1,-1 0,0-1,-1 0,0 0,-1-1,0 1,0-1,-1-1,0 1,1-6,-5 14,0 1,-1-1,1 1,-1-1,1 1,-1-1,0 1,1-1,-1 0,0 1,0-1,0 1,0-1,0 0,-1 1,1-1,0 1,-1-1,1 1,-1-1,0 1,1-1,-1 1,0 0,0-1,0 1,0 0,0-1,0 1,0 0,0 0,-1 0,1 0,0 0,-1 1,1-1,-1 0,1 0,-1 1,1-1,-1 1,1 0,-1-1,1 1,-1 0,0 0,1 0,-1 0,1 0,-1 0,0 0,1 1,-1-1,1 1,-1-1,1 1,-2 0,-1 1,-1 1,1 0,-1 0,1 1,0-1,0 1,1 0,-1 0,1 0,-1 0,2 1,-1-1,0 1,1 0,0 0,0 0,0 0,0 0,1 0,0 0,0 1,1-1,-1 0,1 1,0-1,1 0,-1 1,1-1,0 0,1 1,-1-1,1 0,0 0,0 0,0-1,1 1,0 0,0-1,0 0,0 1,2 0,7 5,1 0,0-1,0-1,1 0,0-1,0 0,1-1,0 0,0-2,0 0,0 0,1-2,0 0,2 0,45 6</inkml:trace>
  <inkml:trace contextRef="#ctx0" brushRef="#br0" timeOffset="-45549.657">12698 14582,'22'50,"3"9,2-2,31 46,-58-102,0 0,1 0,-1 0,0 0,1 0,-1 0,1 0,-1 0,1 0,0 0,-1 0,1 0,0 0,0-1,-1 1,1 0,0-1,0 1,0-1,0 1,0-1,0 1,0-1,0 1,0-1,0 0,0 0,0 1,0-1,1 0,-1 0,0 0,0 0,0 0,0-1,0 1,0 0,0 0,0-1,0 1,0-1,0 1,0-1,0 1,0-1,0 1,0-1,-1 0,1 0,0 1,0-1,0-1,114-223,-115 226,1-1,-1 0,0 1,0-1,0 1,0-1,0 0,0 1,0-1,0 0,1 1,-1-1,0 0,0 1,0-1,1 0,-1 0,0 1,1-1,-1 0,0 0,0 1,1-1,-1 0,0 0,1 0,-1 0,0 1,1-1,-1 0,1 0,-1 0,0 0,1 0,-1 0,0 0,1 0,-1 0,1 0,-1 0,0 0,1 0,-1-1,0 1,1 0,-1 0,0 0,1 0,-1-1,0 1,1 0,-1 0,0-1,0 1,1 0,-1 0,0-1,0 1,0 0,1-1,-1 1,0 0,0-1,0 1,0 0,0-1,1 1,-1 0,0-1,0 1,5 35,-4-26,-1-4,1 0,-1 0,1 0,0-1,0 1,0 0,1 0,0-1,0 1,0-1,0 1,1-1,-1 0,1 0,0 0,0 0,1-1,-1 1,1-1,0 0,0 0,0 0,0-1,0 1,1-1,-1 0,1 0,0-1,-1 1,1-1,0 0,0 0,0-1,0 1,0-1,0 0,1-1,3-1,-1-1,0 0,0 0,0-1,0 0,0 0,-1-1,0 1,0-2,0 1,-1-1,0 0,0-1,0 1,-1-1,0 0,0-1,-1 1,0-1,0 0,-1 0,0 0,0 0,-1-1,0 1,0-1,0-5,-3 19,0 1,1 0,0 0,0 0,1-1,0 1,0 0,0 0,1-1,-1 1,1-1,1 1,-1-1,1 0,0 0,0 0,0 0,1-1,-1 1,1-1,0 0,1 0,-1 0,1-1,0 0,0 1,0-2,0 1,0 0,6 1,-2-2,1 1,-1-1,1-1,0 0,0 0,-1-1,1-1,0 1,0-1,-1-1,1 0,3-1,-8 1,0 1,-1-1,1 0,0 0,-1-1,1 1,-1-1,0 0,0 0,0-1,0 1,0-1,-1 0,0 1,0-2,0 1,0 0,0-1,-1 1,0-1,0 0,0 0,0-4,1-63,-1 80,0 1,0 0,1-1,0 0,1 0,-1 0,2 0,-1 0,1-1,0 1,1-2,0 1,0 0,0-1,1 0,1 1,50 29,-32-25</inkml:trace>
  <inkml:trace contextRef="#ctx0" brushRef="#br0" timeOffset="-44638.553">13914 14556,'0'13,"1"-1,0 1,1 0,1 0,0-1,0 1,1-1,1 0,0 0,1-1,0 1,0-1,1 0,1-1,0 0,0 0,2 0,-7-7,1 0,-1 0,0-1,1 1,0-1,0 0,0 0,0-1,0 1,0-1,0 0,0 0,0 0,1 0,-1-1,0 0,0 0,1 0,-1 0,0-1,1 0,-1 0,0 0,0 0,0 0,0-1,0 0,0 0,0 0,-1 0,1-1,-1 1,1-1,-1 0,0 0,0 0,0 0,-1-1,1 1,0-3,3-4,0 0,-1-1,0 0,-1 0,0 0,-1 0,0-1,-1 1,0-1,0-4,-4 1,-2 18,-6 25,9-24,0 0,1 0,0 0,0 0,0 0,0 1,1-1,-1 0,1 0,0 0,1 0,-1 0,1 0,-1 0,1-1,0 1,1 0,-1-1,0 0,1 1,0-1,0 0,0 0,0-1,0 1,1-1,-1 1,1-1,0 0,-1-1,1 1,0-1,0 1,0-1,0 0,4 0,0 2,1-1,-1 0,1 0,-1-1,1 0,0-1,-1 0,1 0,0-1,-1 0,1 0,-1-1,1-1,-1 1,0-1,0 0,0-1,0 0,0 0,-1-1,0 0,0 0,0-1,-1 1,0-1,0-1,0 1,-1-1,0 0,2-5,-6 12,-1 1,0-1,0 0,1 0,-1 0,0 0,0 0,1 0,-1 0,0 1,0-1,1 0,-1 0,0 0,1 0,-1 0,0 0,0 0,1 0,-1 0,0-1,1 1,-1 0,0 0,0 0,1 0,-1 0,0 0,0-1,1 18,0-14,0 0,0 1,0-1,1 0,-1 0,1 0,-1 0,1 0,0 0,0-1,1 1,-1-1,0 1,1-1,0 0,-1 0,1 0,0 0,0-1,0 1,0-1,0 1,0-1,1 0,-1 0,0-1,1 1,-1-1,0 1,2-1,104-8,-94 5,1 0,-1-2,0 0,0 0,-1-2,0 1,12-9,11 14,-17 6,-17-4,1 0,0 0,0 0,0-1,-1 0,1 0,0 0,0 0,0-1,0 1,-1-1,1 0,0 0,-1 0,1-1,0 1,-1-1,0 0,1 0,-1 0,0 0,0-1,0 1,0-1,-1 0,1 0,-1 0,0 0,0 0,0 0,0-1,0 1,0-1,-1 1,0-1,0 0,0 1,0-1,-2-1,1 1,-1-1,0 1,0-1,0 1,-1 0,0-1,0 1,0 0,0 0,0 0,-1 0,0 1,0-1,0 1,0 0,0-1,-1 1,0 1,1-1,-1 1,0-1,0 1,0 0,-1 0,1 1,0-1,-1 1,1 0,-1 0,1 1,-1-1,1 1,-1 0,0 0,1 1,-1-1,1 1,-1 0,1 0,-1 1,1-1,0 1,0 0,0 0,0 0,0 1,0-1,0 1,1 0,-1 0,-2 2,1 0,-1 0,1 1,0-1,0 1,1 1,-1-1,1 0,1 1,-1 0,1 0,1 0,-1 0,1 0,0 1,1-1,0 1,0-1,0 6,2-11,0 1,-1-1,1 0,0 1,1-1,-1 0,0 0,1 0,-1 0,1 0,-1 0,1 0,0 0,0-1,0 1,0 0,0-1,0 0,0 0,1 0,-1 0,0 0,1 0,-1 0,1-1,-1 1,2 0,23 4</inkml:trace>
  <inkml:trace contextRef="#ctx0" brushRef="#br0" timeOffset="-43978.323">15077 14195,'-3'-2,"-1"1,1 0,-1 0,1 0,-1 0,0 0,0 1,1 0,-1-1,0 2,0-1,0 0,1 1,-1-1,0 1,1 0,-1 0,0 1,1-1,0 1,-1 0,1 0,0 0,0 0,0 0,0 1,0-1,0 1,1 0,0 0,-1 0,1 0,0 1,1 7,0 0,1 0,0 0,1-1,0 1,1 0,0 0,1-1,0 1,1-1,0 0,0 0,1 0,0 0,5 5,-1 3,108 224,-111-230,0 0,1 0,0-1,1 0,0 0,1-1,9 9,-15-17,-1 1,0-1,1 0,0 0,-1 0,1 0,0-1,0 1,0-1,0 0,0 0,1 0,-1 0,0 0,0-1,1 1,-1-1,0 0,1 0,-1 0,0-1,1 1,-1-1,0 1,0-1,1 0,-1-1,0 1,0 0,0-1,-1 0,1 0,0 1,1-3,4-5,-1-1,0 0,-1 0,0-1,0 0,-1 0,-1 0,1-1,-2 1,0-1,0 0,-1 0,-1 0,0 0,0-1,-2 1,1 0,-1 0,-2-6,-16-57,18 73,0-1,0 1,0 0,0-1,0 1,-1 0,1 0,-1 0,0 0,1 0,-1 1,0-1,0 0,0 1,0-1,0 1,0 0,-1 0,1 0,0 0,-1 0,1 0,-1 1,1-1,-1 1,1 0,-1-1,1 1,-1 0,2 0,0 0,0 0,0 0,0 0,0 1,0-1,0 0,1 0,-1 1,0-1,0 0,0 1,0-1,0 1,1-1,-1 1,0-1,0 1,1 0,-1-1,0 1,1 0,-1 0,1-1,-1 1,1 0,-1 0,1 0,0 0,-1 0,1 0,0-1,0 1,0 0,-1 0,1 0,0 0,0 0,0 0,1 0,-1 0,0 0,0 0,0 0,1 0,-1 0,0-1,1 1,-1 0,1 0,-1 0,1-1,-1 1,1 0,0 0,-1-1,1 1,0-1,0 1,-1 0,1-1,0 0,0 1,0-1,0 1,12 3,0 0,0-1,0 0,0-1,1-1,-1 0,0-1,1 0,1-1,9 1,-13 0,-8-1,0 0,0 0,0 1,1-1,-1 1,0 0,0 0,0 0,1 0,-1 0,0 1,0-1,0 1,0 0,0 0,0 0,0 1,0-1,0 1,0-1,-1 1,1 0,-1 0,1 0,-1 0,0 1,0-1,0 1,0-1,0 1,0 0,-1 0,1 0,-1 0,0 0,1 2,-17 75,1 12,15-89,-1 0,1 0,0-1,0 1,0 0,0-1,1 1,-1-1,1 1,0-1,-1 0,1 0,0 0,0 0,1 0,-1 0,0 0,1-1,-1 1,1-1,-1 0,1 1,0-1,-1 0,1-1,0 1,0 0,-1-1,4 0,85 0,-57-6</inkml:trace>
  <inkml:trace contextRef="#ctx0" brushRef="#br0" timeOffset="-43665.154">15839 14195,'23'-7,"0"1,1 1,-1 1,1 2,-1 0,1 1,5 2,-25-2,0 0,-1 1,1-1,0 1,-1 0,1 1,0-1,-1 0,1 1,-1 0,1 0,-1 0,1 0,-1 1,1-1,-1 1,0 0,0 0,0 0,0 0,0 0,-1 1,1 0,-1-1,1 1,-1 0,0 0,0 0,1 2,-3 4,0 0,0 0,-1 0,0-1,0 1,-1 0,0-1,-1 1,0-1,0 0,-1 0,0 0,-4 7,0 0,-25 50,18-38,1 1,1 1,1 0,2 1,1 2,4-4,5-6</inkml:trace>
  <inkml:trace contextRef="#ctx0" brushRef="#br0" timeOffset="-43389.304">16094 14944,'-2'13,"-2"10,1 2,3-2,4-5,5-7,4-3,0-5</inkml:trace>
  <inkml:trace contextRef="#ctx0" brushRef="#br0" timeOffset="-43128.003">16348 13740,'0'23,"0"23,2 24,3 19,6 15,4 9,4 5,-3-1,-4-1,-3-7,-11-6,-16-7,-21-6,-24-5,-27-3,-27 0,6-13</inkml:trace>
  <inkml:trace contextRef="#ctx0" brushRef="#br0" timeOffset="-25285.163">880 15532,'-2'-15,"2"14,-1 0,1 0,0 0,0 0,-1 1,1-1,0 0,0 0,0 0,0 0,0 0,0 0,0 0,0 0,0 0,1 0,-1 1,0-1,1 0,-1 0,0 0,1 0,-1 1,1-1,0 0,-1 0,1 1,-1-1,1 0,0 1,0-1,-1 1,1-1,0 1,5-4,0 0,1 0,-1 1,1-1,0 2,0-1,0 1,0 0,1 0,-1 1,0 0,8 0,-13 2,0 0,1 0,-1 0,0 0,0 0,1 0,-1 1,0-1,0 1,0 0,-1-1,1 1,0 0,-1 0,1 0,-1 0,1 0,-1 0,0 1,0-1,0 0,0 1,-1-1,1 0,-1 1,1-1,-1 1,1 68,-3-65,0-1,0 0,-1 0,1 0,-1 0,0 0,0-1,-1 1,1-1,-1 0,0 0,0 0,-1-1,1 1,-1-1,-15 15,47-15,-14-4,0 1,0 0,0 0,0 2,0 0,0 0,0 1,4 2,-13-4,0 0,0 1,0 0,0 0,0 0,0 0,-1 1,1 0,-1-1,1 1,-1 0,0 1,0-1,0 0,-1 1,1 0,-1-1,0 1,0 0,0 0,-1 0,1 1,-1-1,0 0,0 1,0 1,-1-3,0-1,-1 1,1-1,-1 0,1 1,-1-1,1 0,-1 0,0 1,0-1,0 0,-1 0,1 0,0 0,-1 0,1 0,-1-1,0 1,1 0,-1-1,0 0,0 1,0-1,0 0,0 0,-1 0,-1 1,-64 19,-61-11,129-10,-1 0,0 0,0 0,0 0,0 0,0 0,0 0,0 0,0 0,0 0,0 0,0 0,0 1,0-1,0 1,0-1,0 0,0 1,0-1,0 1,1 0,-1-1,0 1,0 0,1 0,-1-1,0 1,1 0,-1 0,0 0,3 5</inkml:trace>
  <inkml:trace contextRef="#ctx0" brushRef="#br0" timeOffset="-24940.089">1295 15331,'13'7,"14"11,10 10,4 11,1 8,-6 10,-8 8,-13 8,-19 6,-20 7,-17 1,-13-2,-4-9,6-15,11-18</inkml:trace>
  <inkml:trace contextRef="#ctx0" brushRef="#br0" timeOffset="-22831.909">2084 15745,'0'40,"2"-1,2 1,2-1,1 0,5 12,-12-47,0-1,1 1,0-1,-1 1,1-1,0 1,1-1,-1 1,0-1,1 0,0 1,0-1,0 0,0 0,1-1,-1 1,1 0,-1-1,1 0,0 1,0-1,0 0,0 0,0-1,1 1,-1-1,1 1,-1-1,1 0,-1-1,1 1,-1 0,1-1,0 0,-1 0,1 0,2-1,4-4,-1-1,0-1,-1 0,0 0,0 0,0-1,-1-1,0 1,-1-1,0 0,0 0,-1-1,0 0,-1 0,0 0,0 0,0-6,-1 7,0-1,-1 0,0 0,0 0,-1 0,-1 0,0 0,0 0,-1 0,0 0,-2-6,3 16,0 0,-1 0,1 0,0 0,0 0,0 0,0 0,-1 1,1-1,0 0,0 0,-1 0,1 0,0 0,0 0,0 0,-1 0,1 0,0 0,0 0,0 0,-1 0,1 0,0 0,0 0,0-1,-1 1,1 0,0 0,0 0,0 0,-1 0,1 0,0-1,0 1,0 0,0 0,-1 25,1-15,1 0,0 0,0 0,1 0,1-1,-1 1,1-1,1 0,0 0,0 0,1 0,0 0,1-1,0 0,0 0,0-1,1 0,0 0,1 0,0-1,0 0,7 4,29-9,-26-7</inkml:trace>
  <inkml:trace contextRef="#ctx0" brushRef="#br0" timeOffset="-22427.469">2565 15772,'0'13,"0"-1,1 1,0-1,1 0,0 0,1 0,1 0,-1 0,2 0,0-1,0 0,1 0,1 0,-1-1,2 0,0 0,1 1,-5-9,-1 1,0-1,0 0,1 0,-1 0,1-1,0 1,0-1,-1 0,1 0,0 0,0 0,0-1,0 0,0 0,0 0,0 0,0 0,0-1,0 0,-1 0,1 0,0 0,0 0,-1-1,1 0,-1 0,1 0,-1 0,0 0,0-1,0 1,0-1,0 0,0 0,-1 0,1 0,-1 0,0-1,0 1,0-2,6-7,-2-1,1 1,-1-1,-1 0,-1-1,0 0,0 1,-1-1,-1 0,0 0,-1-1,-1-1,-7-7,-7 38,11-8,0-1,1 1,0-1,1 1,-1 0,1-1,0 1,1 0,0 0,0 0,0 0,1-1,0 1,0 0,1 0,0-1,0 1,0-1,1 1,0-1,0 0,1 0,0-1,0 1,0-1,0 0,1 0,0 0,0 0,0-1,1 0,0 0,0 0,2 0,10 1,0-1,0 0,0-1,0-2,1 0,-1 0,1-2,-1 0,0-1,0-1,0-1,0-1,8-3,23-7</inkml:trace>
  <inkml:trace contextRef="#ctx0" brushRef="#br0" timeOffset="-21820.322">3353 15812,'-8'-5,"0"1,0 0,0 1,-1 0,1 0,-1 1,0 0,0 1,0 0,0 0,-5 1,10 0,0 0,0 1,0-1,0 1,0 0,0 0,1 1,-1-1,0 1,1 0,-1 0,1 0,0 0,-1 1,1-1,0 1,1 0,-1 0,0 0,1 0,0 0,-1 1,1-1,1 1,-1-1,-1 5,1-5,1 0,-1 1,1-1,0 1,0-1,0 1,1 0,-1 0,1-1,0 1,0 0,0-1,0 1,1 0,-1 0,1-1,0 1,0-1,1 1,-1-1,1 1,-1-1,1 0,0 0,0 0,1 0,-1 0,1 0,-1 0,1-1,0 0,0 1,0-1,0 0,0 0,1-1,-1 1,1-1,-1 1,1-1,-1 0,1 0,0-1,7 0,-1-1,0 0,0 0,0-1,0-1,0 0,0 0,-1-1,1 0,-1 0,0-1,0 0,-1-1,1 0,-1-1,-1 1,1-2,-1 1,0-1,-1 0,0 0,0 0,-1-1,0 0,0 0,-1-1,0-1,5-18,-1 0,-2 0,-1 0,-1-1,-2 0,-1 0,-1 0,-1 0,-2 0,-3-11,-28-116,35 155,-1 1,0 0,-1-1,1 1,0-1,0 1,0 0,-1-1,1 1,-1 0,1-1,-1 1,0 0,1 0,-1-1,0 1,0 0,0 0,0 0,0 0,0 0,0 0,0 0,0 1,0-1,-1 0,1 1,0-1,0 0,-1 1,1 0,-1-1,1 1,0 0,-1 0,1-1,-1 1,1 0,0 1,-1-1,1 0,-1 0,1 0,0 1,-4 6,1 1,0-1,0 1,1 0,0 0,1 0,-1 0,2 1,-1-1,1 1,1-1,-1 4,0 1,-5 23,3 0,0 1,3-1,1 1,1-1,2 1,2-1,1-1,2 1,5 9,-10-34,1-1,0 0,1-1,0 1,1-1,0 0,0-1,1 0,0 0,0 0,1-1,0 0,0-1,1 0,0-1,0 0,0 0,0-1,1 0,0-1,0 0,0-1,0 0,7 0,-10-2,0-1,-1 0,1 0,-1-1,1 0,-1 0,0-1,0 0,0 0,0-1,0 0,-1 0,1 0,-1-1,0 0,-1 0,1-1,-1 1,0-1,0 0,-1-1,0 1,0-1,0 0,-1 0,0 0,0 0,-1 0,0-1,-1 1,1-1,-1 0,-1 1,1-1,-1 0,-1 1,1-1,-2-4,-14-32,15 43,1 0,-1 1,1-1,-1 0,1 1,-1-1,0 1,1-1,-1 1,0-1,0 1,1-1,-1 1,0 0,0-1,0 1,1 0,-1 0,0 0,0-1,0 1,0 0,0 0,1 0,-1 0,0 1,0-1,0 0,0 0,1 0,-1 1,0-1,0 0,0 1,1-1,-1 1,0-1,1 1,-1-1,0 1,1-1,-1 1,0 0,1-1,-1 1,1 0,0 0,-1-1,1 1,-1 0,1 0,-3 5,-1-1,1 1,1 0,-1 0,1 0,0 0,0 1,1-1,0 0,0 1,0-1,1 1,0-1,0 1,1-1,0 0,0 1,0-1,1 0,0 1,0-1,0 0,1-1,0 1,0 0,1-1,0 1,-1-1,2 0,-1-1,1 1,1 1,6 1,0-1,1 0,0-1,-1 0,2-1,-1 0,0-1,1-1,0 0,-1-1,1 0,11-1,46-1</inkml:trace>
  <inkml:trace contextRef="#ctx0" brushRef="#br0" timeOffset="-21071.299">4797 15745,'9'3,"0"0,1-1,-1 0,1 0,-1-1,1-1,-1 1,1-1,-1-1,1 0,-1 0,1-1,-1 0,0-1,0 0,0-1,0 1,0-1,-1-1,0 0,6-4,9-4,0-2,0 0,-1-2,-1 0,-1-1,-1-1,0-1,-1-1,-2 0,0-1,-1-1,10-22,-23 42,1-1,-1 0,0 1,0-1,-1 0,1 0,-1 0,0-1,0 1,0 0,-1 0,1-1,-1 1,0 0,0-1,-1 1,1 0,-1 0,0-1,0 1,0 0,-1 0,0 0,1 0,-1 0,-1 1,1-1,0 1,-1-1,0 1,0 0,0 0,0 0,0 0,-4-1,4 2,0 1,-1 0,1 0,-1 1,0-1,1 1,-1 0,1 0,-1 0,0 0,1 1,-1-1,1 1,-1 0,1 0,-1 0,1 0,-1 1,1 0,0-1,0 1,0 0,0 1,0-1,1 0,-1 1,1 0,-1-1,1 2,-6 5,1 0,1 1,0 0,0 0,1 0,0 1,1-1,-3 9,-1 27,1 0,3 1,1-1,3 1,2 0,1-1,3 0,8 31,-9-38,19 119,-8 1,-5 27,-18-87,1-71</inkml:trace>
  <inkml:trace contextRef="#ctx0" brushRef="#br0" timeOffset="-20059.489">4838 16080,'446'-120,"-252"71,-190 48,-3 1,1-1,0 0,0 0,0 1,1-1,-1 1,0 0,0-1,0 1,0 0,0 0,0 0,0 1,1-1,-1 0,0 1,0 0,0-1,0 1,0 0,0 0,-1 0,1 0,0 0,0 1,-1-1,1 0,-1 1,1-1,-1 1,1 0,-10 78,2-54,5-18,-3 50,5-57,-1 1,1-1,-1 1,1-1,0 0,-1 0,1 1,0-1,0 0,0 0,0 0,0 0,0 0,0 0,0 0,1 0,-1 0,0 0,0-1,1 1,-1 0,1-1,-1 1,0-1,1 0,-1 1,1-1,-1 0,1 0,-1 0,1 0,-1 0,1 0,-1-1,1 1,-1 0,1-1,4 0,0 0,0-1,0 0,0 0,-1-1,1 1,-1-1,0 0,1-1,-1 1,-1-1,1 0,0 0,-1-1,0 0,0 1,-1-1,1 0,-1-1,0 1,0 0,-1-1,1 0,-1 0,-1 1,1-1,-1 0,0 0,0-1,-1 1,1 0,-2 0,1 0,-1 0,1 0,-2 0,1 0,-1 0,0 0,0 0,-3-4,0 1,-1 1,0 0,0 0,-1 0,0 1,0 0,-1 1,0 0,0 0,-1 0,0 1,1 1,-2-1,1 1,0 1,-1 0,0 0,1 1,-1 0,0 1,0 0,0 0,0 1,-1 1,-6 1,14-2,0 0,0 0,0 1,0-1,0 1,0 0,0 0,0 0,1 0,-1 0,0 1,1-1,-1 1,1 0,-1-1,1 1,0 0,0 1,-2 1,4-3,0 0,1 1,-1-1,0 0,1 0,-1 0,0 0,1 1,0-1,-1 0,1 0,-1 0,1 0,0 0,0 0,0-1,0 1,-1 0,1 0,0 0,0-1,1 1,-1-1,0 1,0-1,0 1,0-1,0 1,1-1,-1 0,0 0,0 0,0 0,1 0,-1 0,0 0,0 0,0 0,1-1,19 2,0-2,0-1,0-1,0 0,0-2,-1 0,0-1,0-1,-1-1,1-1,-2-1,13-8,-9 6,-2-1,1-1,-2-1,0 0,-1-2,0 0,-1-1,5-8,-14 15,0 0,-1-1,0 0,-1 0,-1-1,0 1,0-1,-1 0,-1-1,0 1,-1-1,0 1,-1-1,-1 1,0-11,-1 12,0 0,-1 0,0 1,-1-1,0 1,0-1,-2 1,1 0,-1 1,-1-1,0 1,0 0,-1 0,-1 1,-1-2,8 9,-1 1,1-1,-1 1,1 0,-1 0,0 0,0-1,1 1,-1 1,0-1,0 0,0 0,0 1,0-1,0 1,0 0,0-1,0 1,0 0,0 0,0 1,0-1,0 0,0 1,0-1,0 1,0-1,0 1,0 0,0 0,0 0,1 0,-1 0,0 0,1 1,-1-1,1 0,-1 1,0 1,-5 7,2 0,-1 0,2 1,-1-1,1 1,1 0,0 0,1 1,0-1,0 1,1-1,1 11,0-21,-3 38,1-1,3 1,1 0,1 0,3 0,1-1,1 0,3-1,0 0,3 0,3 4,-11-30,1 1,0-1,0-1,1 1,1-2,0 1,0-1,1 0,0-1,0 0,10 6,-14-11,-1 0,1 0,0 0,0-1,0 0,1 0,-1-1,0 0,1 0,-1 0,1-1,-1 0,1 0,-1 0,1-1,-1 0,1-1,-1 1,0-1,0 0,0-1,0 1,0-1,1-1,51-44,-56 47,0 0,0 0,1 0,-1 1,0-1,0 1,0 0,1-1,-1 1,0 0,1 0,-1 0,0 1,0-1,1 0,-1 1,0 0,0-1,0 1,1 0,-1 0,0 0,0 0,-1 1,1-1,0 1,0-1,-1 1,1-1,0 1,-1 0,0 0,1 0,-1 0,0 0,0 0,0 0,0 0,-1 0,1 2,21 21,-20-22,1-1,0 0,0 0,-1 0,1 0,1 0,-1-1,0 1,0-1,1 0,-1 0,0 0,1 0,-1-1,1 1,-1-1,1 0,-1 0,1 0,-1-1,1 1,-1-1,1 0,-1 0,0 0,1 0,-1 0,0-1,0 0,0 1,0-1,0 0,2-2,-1-1,1 1,0-1,-1 1,0-1,0 0,-1-1,1 1,-1-1,0 1,-1-1,0 0,1 0,-2 0,1-1,-1 1,0 0,0-1,-1-1,1 4,-1 0,0 0,-1 0,1 1,-1-1,0 0,1 0,-2 1,1-1,0 1,-1-1,0 1,1-1,-1 1,-1 0,1 0,0 0,-1 0,1 1,-1-1,0 0,0 1,0 0,0 0,-1 0,1 0,0 0,-1 1,0 0,1-1,-1 1,0 0,1 1,-1-1,0 1,0 0,1 0,-1 0,0 0,0 0,0 1,1 0,-1 0,0 0,1 0,-1 1,1-1,-1 1,1 0,-3 2,3-3,-1 1,1 0,0 0,0 0,0 1,1-1,-1 1,0-1,1 1,0 0,-1 0,1 0,1 1,-1-1,0 0,1 1,-1-1,1 1,0-1,0 1,1-1,-1 1,1 0,0 0,0-1,0 1,0 0,0-1,1 1,0 0,0-1,0 1,0-1,0 1,1-1,-1 1,1-1,0 0,0 0,1 0,-1 0,0 0,1-1,0 1,0-1,-1 1,2-1,31 12,1-6</inkml:trace>
  <inkml:trace contextRef="#ctx0" brushRef="#br0" timeOffset="-19570.241">6735 15652,'-11'0,"1"1,-1 0,0 1,0 0,0 1,1 0,-1 0,-7 5,15-7,0 0,0 1,0 0,0-1,0 1,0 0,0 0,1 1,-1-1,1 1,-1-1,1 1,0 0,0 0,0 0,1 0,-1 0,1 0,-1 0,1 1,0-1,0 0,1 1,-1-1,1 1,-1-1,1 1,0-1,1 1,2 4,0-1,1 1,0-1,0 0,1 0,0 0,0 0,1-1,-1 0,2 0,-1-1,0 1,1-1,0-1,0 1,1-1,-1-1,1 1,0-1,0 0,34 15,-29-14,0 2,-1-1,0 2,0-1,0 2,-1-1,5 6,-15-13,0 1,-1-1,1 1,0 0,0-1,-1 1,1 0,0 0,-1 0,1-1,-1 1,1 0,-1 0,0 0,1 0,-1 0,0 0,0 0,1 0,-1 0,0 0,0 0,0 0,0 0,0 0,0 0,-1 0,1 0,0 0,0 0,-1 0,1 0,-1 0,1-1,-1 1,1 0,-1 0,1 0,-1 0,0-1,1 1,-1 0,0-1,0 1,0-1,1 1,-1-1,0 1,0-1,0 1,0-1,0 0,-54 9,53-11,0 1,0 0,0-1,1 1,-1-1,0 1,1-1,-1 0,1 0,0 0,0 0,0 0,0 0,0 0,0 0,0 0,0 0,1 0,-1-1,1 1,0 0,0 0,0-1,0 1,0 0,0-1,1 1,-1 0,1 0,-1 0,1-1,0 1,0 0,0 0,0 0,0 0,0 0,1 1,-1-1,1 0,-1 0,1 1,0-1,-1 1,2-1,8-10,1 0,1 1,0 1,0 0,1 1,0 0,0 1,1 0,0 1,1 1,-1 1,1 0,14-2,-27 6,0 0,0 1,0-1,0 1,1-1,-1 1,0 0,0 0,1 0,-1 1,0-1,0 1,0 0,0 0,0 0,0 0,0 0,0 1,0 0,-1-1,1 1,0 0,-1 0,1 0,-1 0,0 1,0-1,0 1,0-1,0 1,-1 0,1 0,-1 0,0 0,0 0,0 0,0 0,0 2,18 122,-2-108,-8-20</inkml:trace>
  <inkml:trace contextRef="#ctx0" brushRef="#br0" timeOffset="-18917.47">6976 15451,'1'6,"0"-1,1 1,-1-1,1 1,0-1,1 0,-1 0,1 0,0 0,0 0,1-1,-1 1,1-1,0 0,0 0,1 0,-1-1,1 0,0 1,0-1,0-1,0 1,0-1,0 0,1 0,1 0,-4-1,20 10,-6-4,1 1,-1 0,0 1,-1 1,0 1,-1 0,0 1,-1 1,0 0,-1 1,-1 0,0 1,0 1,61 191,-72-205,-1 0,1 0,0 0,-1 0,1 0,0 1,0-2,0 1,1 0,-1 0,0 0,1 0,0-1,-1 1,1-1,0 1,-1-1,1 0,0 0,0 1,0-1,0-1,0 1,1 0,-1 0,0-1,0 1,0-1,1 0,-1 0,0 0,0 0,1 0,-1 0,0 0,0-1,1 1,0-1,5-6,-1 1,0-1,0 0,-1-1,0 1,0-1,0 0,-1-1,0 1,-1-1,0 0,-1-1,0 1,0 0,0-1,-2 0,1-1,3-21,-5 26,-3 21,0-7,1 0,1 1,0-1,0 1,0 0,1-1,0 1,1-1,0 1,0-1,1 1,0-1,1 0,0 1,0-1,3 4,-4-9,1-1,-1 1,1-1,-1 0,1 0,0-1,0 1,0 0,0-1,0 0,0 1,0-1,1-1,-1 1,0 0,1-1,-1 0,0 1,1-1,-1-1,0 1,1 0,-1-1,3 0,74-34,-73 29,0 1,0-2,-1 1,0-1,0 1,0-2,-1 1,0-1,-1 1,0-1,0-1,-1 1,1 0,-2-1,1 0,-1 0,0-8,-2 18,-1-1,1 0,-1 1,1-1,-1 0,1 0,-1 0,1 1,-1-1,1 0,-1 0,1 0,-1 0,1 0,-1 0,1 0,-1 0,1 0,-1 0,1 0,-1-1,1 1,-1 0,1 0,-1 0,1-1,-1 1,1 0,-1 0,1-1,-1 1,1 0,0-1,-1 1,1-1,0 1,-1-1,1 1,0 0,0-1,-1 1,1-1,0 1,0-1,0 1,0-1,0 1,-1-1,1 0,-2 6,-1 0,0 1,1-1,0 0,0 1,1 0,0-1,0 1,0 0,0 0,1 0,0-1,1 1,-1 0,1 0,0 0,0-1,1 1,-1 0,1-1,1 0,-1 1,1-1,0 0,0 0,0 0,1-1,0 1,0-1,0 0,0 0,1 0,-1-1,1 1,1-1,8 3,1 0,0-2,0 0,0 0,1-1,-1-1,15 0,14 0</inkml:trace>
  <inkml:trace contextRef="#ctx0" brushRef="#br0" timeOffset="-18354.946">8901 15571,'0'16,"0"17,0 14,0 7,0 5,0-1,0-6,0-8,0-15,0-13</inkml:trace>
  <inkml:trace contextRef="#ctx0" brushRef="#br0" timeOffset="-18041.787">8808 15451,'20'29,"1"-1,2 0,0-2,2-1,1-1,1-1,27 18,84 77,-130-110,0 0,-1 1,0 0,-1 0,0 1,0-1,-1 1,0 1,-1-1,-2-6,-1 0,0 0,0-1,-1 1,1 0,-1 0,0 0,0 0,0 0,0-1,-1 1,0 0,1 0,-1 0,-1-1,1 1,-1 0,1-1,-1 0,0 1,0-1,0 0,-1 0,1 0,-1 0,0 0,0 0,-11 7,-1 0,1-1,-1-1,-1 0,1-1,-1-1,-1-1,1 0,-1-1,0-1,0 0,-13 0,-11-6,38-2,5-1</inkml:trace>
  <inkml:trace contextRef="#ctx0" brushRef="#br0" timeOffset="-17779.489">9463 15625,'-2'20,"-1"17,0 10,1 4,-2 3,0-1,0-5,2-7,0-7,1-12,3-12,1-15,0-6</inkml:trace>
  <inkml:trace contextRef="#ctx0" brushRef="#br0" timeOffset="-17433.841">9503 15706,'48'52,"1"-3,3-1,46 33,-78-66,0 0,1-1,0-2,1 0,0-1,1-1,7 1,-29-10,1-1,-1 1,1-1,-1 0,1 1,0-1,-1 0,1 0,-1 0,1 0,0-1,-1 1,1 0,-1-1,1 1,-1-1,1 1,-1-1,1 0,-1 0,0 1,1-1,-1 0,0 0,0 0,0-1,0 1,1 0,-2 0,1-1,0 1,0 0,0-1,-1 1,1-1,0 1,-1-1,1-1,7-66,-8 58,0-56,-3 0,-3 0,-9-30,3 70,5 29</inkml:trace>
  <inkml:trace contextRef="#ctx0" brushRef="#br0" timeOffset="-16863.369">8701 15305,'109'21,"71"9,1-8,0-8,116-8,-155-5,0-6,133-23,-238 18,-31 5</inkml:trace>
  <inkml:trace contextRef="#ctx0" brushRef="#br0" timeOffset="-15392.563">11268 15451,'-19'2,"-9"6,-8 6,-2 7,1 9,2 11,7 10,9 9,7 10,8 2,9 4,10-2,10-5,8-7,4-10,6-11,1-12,-5-12</inkml:trace>
  <inkml:trace contextRef="#ctx0" brushRef="#br0" timeOffset="-14711.824">11468 15786,'-1'11,"1"0,0 0,1 0,0 0,1 0,0 0,1 0,0-1,1 1,1 2,0 2,-3-8,1 3,-1-1,1 0,0 0,1 0,0 0,1-1,-1 1,2-1,-1-1,1 1,0-1,1 1,1 0,-5-8,-1 1,0-1,0 0,0 0,1 0,-1 0,0-1,0 1,0 0,0-1,0 0,1 1,-1-1,0 0,-1 0,1 0,0 0,0 0,0-1,0 1,-1-1,1 1,-1-1,1 1,-1-1,0 0,0 0,1 0,-1 0,0 0,-1 0,1 0,0-1,0 1,10-16,-2-1,0 0,-2-1,0 0,-1 0,4-21,-8 31,2 79,-4-65,1 0,-1-1,1 1,-1 0,1-1,0 1,1-1,-1 1,1-1,-1 0,1 1,0-1,0 0,0 0,1 0,-1 0,1-1,-1 1,1-1,0 0,0 1,0-1,1 0,-1-1,0 1,1-1,-1 1,1-1,-1 0,1 0,-1-1,1 1,0-1,-1 0,1 0,0 0,0 0,-1 0,1-1,0 0,-1 0,1 0,2-1,0-2,0 0,0 0,-1 0,1-1,-1 0,0 0,0-1,-1 1,0-1,0 0,0 0,0 0,-1-1,0 1,-1-1,1 0,-1 0,-1 0,1 0,-1 0,0 0,-1 0,0 0,0-6,-6 47,4-30,1 0,0 0,-1 0,2 0,-1 1,0-1,1 1,0-1,0 0,0 1,0-1,1 0,0 1,0-1,0 0,0 0,1 1,-1-1,1 0,0-1,0 1,1 0,-1-1,3 3,5 0,0 0,1-1,-1 0,1-1,0 0,1-1,-1 0,1-1,-1 0,1-1,-1 0,1-1,0 0,0-1,3-1,31-2,0-3,-1-1,0-2,18-8,-37 9</inkml:trace>
  <inkml:trace contextRef="#ctx0" brushRef="#br0" timeOffset="-14074.275">12444 15865,'0'-4,"0"0,0 0,0 0,0 0,-1 0,0 0,0 0,0 0,0 0,0 0,-1 0,0 0,0 1,0-1,0 1,0-1,-1 1,0 0,0 0,1 0,-2 0,1 1,0-1,0 1,-1 0,1 0,-1 0,0 0,0 1,0-1,0 1,0 0,0 0,0 0,0 1,0 0,0 0,0 0,0 0,0 0,0 1,-4 0,1 1,1 0,-1 1,1-1,0 2,0-1,0 0,0 1,0 0,1 0,0 1,-1 0,2 0,-1 0,1 0,-1 1,-2 5,5-8,0 0,0 1,0 0,1-1,-1 1,1 0,0 0,0 0,0 0,0 0,1 0,0 0,0 0,0 0,0 0,1 0,-1 0,1 0,0 0,0 0,0 0,1 0,0 0,-1-1,1 1,1-1,-1 1,0-1,1 1,2 0,1 0,-1 0,1-1,-1 1,1-1,0 0,1-1,-1 1,0-1,1-1,-1 1,1-1,-1 0,1 0,0-1,-1 0,1 0,0-1,-1 0,1 0,-1 0,1-1,-1 0,0 0,1-1,-1 0,0 0,-1 0,1 0,-1-1,1 0,-1-1,0 1,0-1,3-4,-2 1,-1-1,0 1,0-1,-1 0,0-1,-1 1,0-1,0 0,-1 1,0-1,-1 0,0-10,-1 20,0 0,0-1,0 1,-1 0,1-1,0 1,0 0,0-1,0 1,0 0,0-1,0 1,0-1,0 1,0 0,0-1,0 1,0-1,0 1,0 0,0-1,0 1,0 0,0-1,0 1,1-1,-1 1,0 0,0-1,1 1,-1 0,0 0,0-1,1 1,-1 0,0 0,1-1,-1 1,0 0,1 0,-1 0,0-1,1 1,-1 0,0 0,1 0,-1 0,1 0,-1 0,0 0,1 0,-1 0,1 0,-1 0,0 0,1 0,-1 0,1 0,-1 0,0 1,1-1,-1 0,0 0,1 0,-1 1,0-1,1 0,-1 0,0 1,1-1,16 26,-17-25,5 8,1 4,1-1,0 1,1-2,0 1,0-1,1 0,1-1,0 0,0-1,2 1,-9-8,0-1,-1 0,1 0,0 0,0 0,0-1,0 1,0-1,0 0,0 1,0-1,0-1,0 1,0 0,0-1,0 0,0 1,0-1,0 0,0-1,0 1,-1 0,1-1,-1 0,1 1,-1-1,1 0,-1 0,0-1,0 1,0 0,57-80,-10-36,-50 164,0-33,0 0,1 1,0-1,1 0,0 0,1 0,4 12,-5-21,0-1,0 0,0 1,1-1,-1 0,1 0,0 0,0 0,0 0,0 0,1-1,-1 1,1-1,-1 1,1-1,0 0,0 0,0 0,0-1,0 1,0-1,1 0,-1 1,1-1,-1-1,0 1,1 0,-1-1,1 0,0 0,2 0,17-3</inkml:trace>
  <inkml:trace contextRef="#ctx0" brushRef="#br0" timeOffset="-13794.981">12899 15344,'-5'16,"8"10,3 0</inkml:trace>
  <inkml:trace contextRef="#ctx0" brushRef="#br0" timeOffset="-13292.323">13594 15786,'2'16,"3"14,4 14,1 10,2 8,-1 6,0 4,-2 0,-3 0,-4-1,-5-4,-2-13</inkml:trace>
  <inkml:trace contextRef="#ctx0" brushRef="#br0" timeOffset="-12257.827">13527 15959,'-1'-4,"0"0,0 0,0-1,1 1,0-1,0 1,0 0,0-1,0 1,1-1,0 1,0 0,0 0,1-1,-1 1,1 0,0 0,0 0,0 1,1-1,-1 0,1 1,0 0,0 0,0 0,1 0,-1 0,3-1,1 1,1 0,0 0,-1 1,1 1,0-1,0 1,0 0,0 1,0 0,0 0,0 1,0 0,0 1,-1-1,1 1,0 1,-1 0,1 0,-1 0,0 1,0 0,1 0,-3 0,1-1,0 1,-1 0,1 0,-1 1,0 0,-1-1,1 2,-1-1,0 0,0 1,-1 0,0 0,0 0,0 0,0 0,-1 1,0-1,-1 1,1 0,-1-1,-1 1,1 0,-1 0,0-1,-1 2,0-3,0 0,-1 0,1 0,-1 0,0 0,-1 0,1-1,-1 1,0-1,0 0,0 0,0 0,-1 0,0-1,0 1,0-1,0 0,0 0,-1 0,1-1,-1 0,0 0,0 0,0 0,-3 0,7-2,-1 0,1 0,-1-1,1 1,-1-1,1 1,-1-1,1 1,0-1,-1 0,1 0,0 0,0 1,0-1,0 0,-1-1,1 1,0 0,1 0,-1 0,0-1,0 1,1 0,-1-1,0 1,1 0,-1-1,1 1,0-1,-1 1,1-1,0 1,0-1,0 1,0-1,0 1,1-1,-1 1,0-1,1 1,-1-1,1 1,-1-1,1 1,0 0,-1-1,1 1,0 0,0 0,1-1,6-14,1 1,1 0,0 1,1 0,1 0,0 2,0-1,1 2,1-1,0 2,1 0,0 0,0 2,1 0,12-5,-26 13,0-2,0 0,0 1,1-1,-1 1,1-1,-1 1,1 0,-1 0,1 0,0 0,-1 1,1-1,0 1,0-1,-1 1,1 0,0 0,0 1,-1-1,1 0,0 1,0 0,-1-1,1 1,-1 0,1 0,0 1,-1-1,0 0,1 1,-1 0,0-1,0 1,0 0,0 0,0 1,1 8,-1 1,0 0,-1-1,0 1,-1 0,0 0,-1 0,-2 11,0 40,3-60,0-1,0 0,0 0,1 0,-1 0,1 0,-1 0,1 0,0 0,0 0,0 0,0 0,0 0,0 0,0 0,1-1,-1 1,1-1,-1 1,1-1,0 1,-1-1,1 0,0 0,0 0,0 0,0 0,0 0,0-1,0 1,0-1,0 1,0-1,1 0,-1 0,0 0,0 0,0 0,0 0,0 0,1-1,-1 1,0-1,0 0,0 0,0 0,1 0,9-5,0 0,-1 0,0-1,0 0,0-1,-1 0,-1-1,1 0,-1-1,-1 0,1 0,-2 0,0-1,0-1,-1 1,0-1,-1 0,0 0,-1-1,0 1,-1-1,-1 0,1-6,-4 36,2-1,0 1,1 0,1 0,0-1,1 1,1-1,6 13,-10-24,1 0,0 0,0 0,1 0,0-1,-1 1,2-1,-1 0,0 0,1 0,0 0,0 0,0-1,0 0,0 0,1 0,-1 0,1-1,0 1,0-1,0 0,0-1,0 1,1-1,-1 0,0-1,0 1,1-1,-1 0,0 0,1-1,-1 1,0-1,1-1,1 0,7-6,0-1,-1-1,0-1,-1 0,0 0,-1-1,0 0,-1-1,0-1,-1 1,-1-1,0-1,-1 0,0 0,-1 0,-1-1,-1 1,0-1,-1-1,11-46,-4 0,-2-1,-3 0,-3 0,-6-52,-5 53,0 64,4 9,1-1,0 0,1 1,0-1,0 1,1 0,1 0,-1 0,2 0,-1 4,0 4,-6 42,3 1,3 0,2-1,3 1,2-1,8 24,-11-68,2-1,-1 1,2-2,0 1,1 0,1-1,0 1,-6-12,1 1,-1-1,1 1,-1-1,1 0,0 0,0 0,0-1,0 1,1-1,-1 1,1-1,-1 0,1-1,0 1,0 0,0-1,0 0,0 0,0 0,0-1,0 1,0-1,1 0,-1 0,0-1,0 1,0-1,1 0,10-5,-1-1,1-1,-1 0,-1-1,0 0,0-1,-1-1,0 0,0 0,8-13,-18 22,59-72,-61 74,0 0,0 1,0-1,0 0,0 1,0-1,0 0,0 0,0 1,0-1,0 0,0 1,0-1,0 0,1 0,-1 1,0-1,0 0,0 0,1 1,-1-1,0 0,0 0,0 0,1 1,-1-1,0 0,0 0,1 0,-1 0,0 0,1 0,-1 1,0-1,0 0,1 0,-1 0,0 0,1 0,-1 0,0 0,1 0,-1 0,0-1,0 1,1 0,-1 0,0 0,1 0,-1 0,0 0,0 0,1-1,-1 1,0 0,0 0,1 0,-1-1,0 1,0 0,0 0,0-1,1 1,-1 0,0 0,0-1,0 1,0 29,0-24,-1 16,0-16,0 0,0-1,0 1,1 0,-1 0,1 0,0 0,1-1,-1 1,1 0,0 0,0-1,1 1,-1 0,1-1,0 1,0-1,1 0,-1 0,1 0,0 0,0 0,0 0,1-1,-1 0,4 3,17 2,0-4</inkml:trace>
  <inkml:trace contextRef="#ctx0" brushRef="#br0" timeOffset="-11988.546">15264 15759,'-20'-4,"-14"-3,-10 2,-4 0,-4 1,8 2</inkml:trace>
  <inkml:trace contextRef="#ctx0" brushRef="#br0" timeOffset="-11499.816">14623 15571,'26'-8,"1"0,1 2,-1 0,1 2,0 2,0 0,0 2,0 1,4 1,-13-1,-1 0,1 1,-1 1,0 1,0 0,0 1,-1 2,0-1,0 2,0 0,-1 1,0 1,-1 0,0 1,-1 1,0 0,0 1,-2 1,0-1,0 2,-1 0,-1 0,0 1,-1 1,29 119,-22-60,-16-75,0 0,0 0,0-1,0 1,0 0,0 0,0 0,0 0,0 0,0 0,0 0,0-1,1 1,-1 0,0 0,1 0,-1 0,0-1,1 1,-1 0,1 0,0-1,-1 1,1 0,-1-1,1 1,0-1,-1 1,1-1,0 1,0-1,0 1,-1-1,1 0,0 1,0-1,0 0,0 0,0 0,-1 0,1 1,0-1,0 0,0-1,0 1,0 0,0 0,0 0,-1 0,1-1,1 1,9-11,0 1,0-2,-1 0,-1 0,0 0,5-10,43-53,-56 74,-1 0,1 0,-1 0,1 0,0 0,-1 1,1-1,0 0,-1 0,1 1,0-1,0 1,0-1,0 1,0-1,0 1,0-1,-1 1,1 0,0-1,0 1,1 0,-1 0,0 0,0 0,0 0,0 0,0 0,0 0,0 0,0 0,0 1,0-1,0 0,0 1,0-1,0 1,-1-1,1 1,0-1,0 1,0 0,-1 0,1-1,0 1,0 0,-1 0,1 0,-1-1,1 1,-1 0,1 0,-1 0,0 0,1 0,-1 0,0 0,0 0,0 0,1 0,-1 0,0 0,-1 1,9 32,-8-27,1 1,0-1,0 1,1-1,0 0,0 0,1 0,0 0,0 0,0-1,1 1,0-1,0 0,1 0,0 0,0-1,0 0,1 1,-1-2,1 1,0-1,3 2,-1-4,-1 0,1 0,0 0,0-1,0 0,0-1,0 0,0 0,0 0,0-1,-1 0,1-1,0 0,0 0,-1-1,1 0,-1 0,0 0,0-1,0 0,0-1,-1 1,0-1,0-1,0 1,-1-1,1 0,-1 0,-1-1,1 1,-1-1,0 0,-1 0,1-1,-2 1,1-1,-1 1,1-7,-2 10,0 1,0-1,-1 1,1-1,-1 1,0-1,0 1,0-1,-1 0,1 1,-1-1,0 1,0-1,0 1,-1 0,1-1,-1 1,1 0,-1 0,0 0,0 0,-1 0,1 1,-1-1,1 1,-1-1,1 3,1-1,0 1,-1 0,1-1,0 1,-1 0,1 0,-1 0,1 0,0 0,-1 0,1 1,0-1,-1 0,1 1,0-1,-1 1,1-1,0 1,0 0,-1-1,1 1,0 0,0 0,0 0,0 0,0 0,0 0,0 0,1 0,-1 0,0 0,0 1,1-1,-1 0,1 1,-1 0,-14 50,14-47,1-1,0 0,1 1,-1-1,1 0,0 0,0 0,0 1,1-1,0 0,-1-1,1 1,0 0,1 0,-1-1,1 1,0-1,0 0,0 0,0 0,0 0,0-1,1 1,0-1,0 1,104 39,-30-27,-3-5</inkml:trace>
  <inkml:trace contextRef="#ctx0" brushRef="#br0" timeOffset="-10902.438">16682 16093,'39'-19,"-20"12,0-1,-1-1,0-1,-1-1,0 0,-1-1,0-1,-1 0,0-1,-1-1,10-13,-6-24,-18 51,0 0,0 0,0 0,0-1,0 1,0 0,0 0,-1 0,1 0,0-1,-1 1,1 0,-1 0,1 0,-1 0,0 0,1 0,-1 0,0 0,0 1,0-1,0 0,1 0,-1 1,0-1,0 0,0 1,-1-1,1 1,0-1,0 1,0 0,0-1,0 1,0 0,-1 0,1 0,0 0,0 0,0 0,-1 0,1 0,-1 1,-3 1,-1 0,1 1,-1 0,1 0,0 1,0-1,0 1,1 0,0 0,-1 1,1-1,1 1,-1 0,1 0,0 0,0 0,0 1,1-1,-1 1,1 0,1 0,-1-1,1 1,0 0,1 0,-1 1,0 1,1 0,0 0,0 0,0 0,1 0,0 0,1 0,0-1,0 1,1-1,-1 1,2-1,-1 0,1 0,0 0,1 0,-1-1,1 0,0 0,1 0,0-1,0 1,0-1,0-1,1 1,0-1,0 0,0-1,0 0,0 0,1 0,0-1,-1 0,1-1,0 1,2-1,33 0,-4-5</inkml:trace>
  <inkml:trace contextRef="#ctx0" brushRef="#br0" timeOffset="-10592.206">17163 15880,'-2'8,"-1"0,1 1,1-1,0 1,0 0,1-1,0 1,0 0,1 0,0-1,1 1,0-1,0 1,1-1,0 0,0 0,1 0,0 0,0 0,1-1,0 0,0 0,1 0,0-1,0 0,0 0,2 0,0 0,1 0,-1-1,1 0,0 0,0-1,1-1,-1 1,1-1,0-1,0 0,0 0,0-1,1 0,-6-1,-1 0,0 0,1 0,-1-1,0 0,0 1,1-2,-1 1,0 0,0-1,0 0,0 1,0-2,-1 1,1 0,-1-1,1 0,-1 1,0-1,0-1,0 1,0 0,-1-1,1 1,-1-1,0 0,0 0,-1 0,1 0,-1 0,1-1,1-10,-1 0,-1 0,0 0,-1 0,0 0,-1 0,-1 0,0 1,-2-2,-4-49,8 65,1 0,-1 1,0-1,1 0,-1 0,0 0,1 0,-1 1,0-1,1 0,-1 0,1 0,-1 0,0 0,1 0,-1 0,0 0,1 0,-1 0,1 0,-1 0,0-1,1 1,-1 0,0 0,1 0,-1 0,0-1,1 1,-1 0,0 0,0-1,1 1,-1 0,0 0,0-1,1 1,-1 0,0-1,0 1,0 0,1-1,-1 1,0 0,0-1,0 1,0-1,0 1,0 0,9 13</inkml:trace>
  <inkml:trace contextRef="#ctx0" brushRef="#br0" timeOffset="-10313.955">17577 16080,'12'-5,"2"0,0 1,0-2,0 0,-1 0,0-1,-1-1,1 0,-1-1,-1 0,0-1,0 0,-1-1,0 0,-1-1,0 0,-1 0,2-4,-9 14,0 0,0 0,0 0,-1 0,1 0,0 0,-1 0,1 0,-1-1,0 1,1 0,-1 0,0 0,-1-1,1 1,0 0,-1 0,1 0,-1-1,1 1,-1 0,0 0,0 0,0 0,0 0,-1 0,1 1,0-1,-1 0,1 1,-1-1,0 1,1-1,-1 1,0 0,0-1,0 1,0 0,0 0,0 1,0-1,0 0,0 1,-1-1,1 1,0 0,0 0,-1-1,1 2,0-1,0 0,0 0,-1 1,-3 1,-1 0,1 1,-1-1,1 2,0-1,0 1,1-1,-1 2,1-1,-1 1,2-1,-1 1,0 1,1-1,0 1,0-1,1 1,-1 0,-1 6,3-8,0 1,0 0,0-1,0 1,1 0,0 0,0 0,0 0,1 0,-1 0,1 0,1 0,-1 0,1 0,-1 0,2 0,-1 0,0-1,1 1,0 0,0-1,0 1,1-1,-1 0,1 0,0 1,2 0,4 2,0-2,0 1,0-1,1-1,0 1,0-2,0 1,0-1,1-1,-1 0,1 0,-1-1,1-1,0 0,9-1,27 0</inkml:trace>
  <inkml:trace contextRef="#ctx0" brushRef="#br0" timeOffset="-9717.327">18073 15839,'-1'19,"0"-12,0 1,0-1,0 1,1-1,0 1,0-1,1 1,0 0,0-1,1 0,0 1,0-1,1 0,0 0,0 0,1 0,0-1,0 0,0 1,1-1,0-1,0 1,0-1,1 0,0 0,2 1,0-3,1-1,-1 0,1 0,0-1,-1 0,1-1,0 0,0 0,-1-1,1 0,0 0,-1-1,1-1,-1 1,0-1,1 0,-1-1,-1 0,1 0,-1-1,1 0,-1 0,-1-1,1 0,-1 0,0-1,0 1,-1-1,0 0,0-1,0 1,-1-1,-1 0,1 0,-1 0,1-6,6-62,-12 144,3-62,0 0,1 0,0 0,0 0,0 0,1 0,0-1,0 1,0-1,1 0,0 0,0 0,0 0,0-1,1 0,0 0,-1 0,2 0,-1-1,0 0,1 0,-1 0,1-1,0 1,0-2,0 1,5 0,4 1,0 0,1-2,-1 0,1-1,-1 0,1-1,-1-1,1 0,-1-1,11-4,-13 3,0-1,0-1,0 0,-1 0,0-1,0-1,-1 0,0-1,0 0,-1 0,0-1,-1-1,0 1,-1-1,0-1,3-5,6-5,-4 39,38 146,-50-161,-1 0,1 0,0 0,0 0,0-1,0 1,0 0,0 0,1-1,-1 1,1 0,-1-1,1 0,-1 1,1-1,0 0,0 0,0 0,-1 0,1 0,0 0,0 0,0-1,0 1,1-1,-1 0,0 1,0-1,0 0,0 0,1 0,11-5</inkml:trace>
  <inkml:trace contextRef="#ctx0" brushRef="#br0" timeOffset="-9430.098">18888 15505,'-2'11,"8"6,12 3,14 0,12-3,-3-5</inkml:trace>
  <inkml:trace contextRef="#ctx0" brushRef="#br0" timeOffset="-8590.822">19275 15772,'1'8,"0"11,1 0,0 0,2-1,0 1,1-1,1 1,0-2,2 1,0-1,1 0,6 9,-12-23,-1 0,1-1,0 1,0 0,0-1,0 0,1 1,-1-1,0-1,1 1,0 0,-1-1,1 0,0 0,0 0,0 0,-1-1,1 1,0-1,0 0,0 0,0 0,0-1,0 1,0-1,0 0,-1 0,1-1,0 1,-1-1,1 0,-1 0,1 0,-1 0,0 0,0-1,0 1,0-1,-1 0,2-1,9-10,0-1,-1-1,0 0,-2-1,0 0,-1 0,7-18,-20 50,1 0,1-1,0 1,1 0,1 0,0 0,1 0,0 0,3 8,-3-20,0 0,0 0,0 0,1 0,-1-1,1 1,0-1,0 1,0-1,0 0,0 1,0-1,0 0,1-1,-1 1,1 0,0-1,-1 1,1-1,0 0,0 0,0 0,0 0,0 0,0-1,0 1,0-1,0 0,0 0,2 0,5-1,1 0,0 0,-1-1,0-1,0 0,1 0,-2-1,5-2,-2 1,-1-1,0 0,0-1,-1 0,0-1,0 0,-1-1,0 0,-1 0,0-1,0 0,-1 0,1-3,-6 67,-3-49,1 0,1 0,-1 0,1 1,-1-1,2 0,-1-1,0 1,1 0,0 0,0 0,0-1,1 1,0-1,0 0,0 0,0 0,0 0,1-1,0 1,-1-1,2 0,-1 0,0 0,0 0,1-1,-1 0,1 0,0 0,0 0,0-1,0 0,0 0,0 0,0-1,0 0,0 1,0-2,3 1,0-3,1 1,-1-1,0-1,0 1,0-2,-1 1,1-1,-1 0,0 0,0-1,-1 0,1 0,-2-1,1 1,0-1,2-6,5-7,-2 0,0-1,-1-1,-1 0,5-16,4-36,-2-1,-4 0,-3-1,-4 0,-2-14,-7 6,3 83,1 1,-1-1,1 1,-1-1,1 1,-1-1,1 1,-1 0,1-1,-1 1,0 0,1 0,-1 0,0-1,1 1,-1 0,0 0,1 0,-1 0,0 0,1 0,-1 0,0 0,1 0,-1 0,0 1,1-1,-1 0,0 0,1 1,-1-1,1 0,-1 1,0-1,1 0,-1 1,1-1,-1 1,1-1,0 1,-1-1,1 1,-1 0,1-1,0 1,-1-1,1 1,0 0,0-1,0 1,-1 0,1-1,0 1,0 0,0-1,0 2,-14 25,1 1,1 0,1 1,1 1,2 0,1 0,1 6,0-11,1 0,1 0,1 0,1 0,2 1,0-1,2 0,0 0,2 0,1 0,1 0,1-1,1 0,7 15,-10-32,0 1,0-1,1 0,0 0,0-1,1 0,0 0,0 0,0-1,0 0,1 0,0-1,0 0,0-1,1 1,-1-2,1 1,0-1,-1 0,1-1,0 0,0-1,0 1,0-2,0 1,0-1,0-1,0 0,-1 0,1 0,-1-1,1-1,1 0,-3 1,1-1,0 1,-1-2,0 1,0-1,0 0,0 0,-1-1,0 0,0 0,-1-1,0 1,0-1,0 0,0-1,-6 8,1 0,-1 0,1 0,-1 0,1 0,-1 0,1 0,0 0,-1 0,1 0,-1-1,1 1,-1 0,1 0,0 0,-1-1,1 1,-1 0,1 0,0-1,-1 1,1 0,0-1,-1 1,1 0,0-1,0 1,-1-1,1 1,0 0,0-1,0 1,0-1,-1 1,1-1,0 1,0-1,0 1,0-1,0 1,0 0,0-1,0 1,0-1,1 1,-1-1,0 1,0-1,0 1,0 0,1-1,-1 1,0-1,0 1,1 0,-1-1,0 1,1 0,-1-1,0 1,1 0,-1 0,1-1,-1 1,-5 6,0-1,1 1,-1 0,1 0,0 1,1-1,0 1,0 0,0 0,1 0,0 0,0 1,1-1,0 0,0 1,1-1,0 1,0 0,1-2,0-1,0 1,0-1,0 1,1-1,0 0,0 1,0-1,1 0,0 0,0-1,0 1,0-1,1 1,0-1,0 0,0 0,0-1,1 1,-1-1,1 0,0 0,0-1,0 1,0-1,0 0,1-1,-1 1,1-1,-1 0,1 0,-1-1,1 1,0-1,-1-1,1 1,-1-1,6-1,17-5</inkml:trace>
  <inkml:trace contextRef="#ctx0" brushRef="#br0" timeOffset="-8331.002">20185 15732,'7'-2,"20"-1,24 0,23 1,20 0,15 1,6 0,2 1,-18 0</inkml:trace>
  <inkml:trace contextRef="#ctx0" brushRef="#br0" timeOffset="-7968.971">21348 15532,'16'-9,"-16"8,1 1,-1-1,0 0,1 1,-1-1,1 1,-1 0,1-1,-1 1,1-1,-1 1,1 0,0-1,-1 1,1 0,-1 0,1-1,0 1,-1 0,1 0,0 0,-1 0,1 0,0 0,-1 0,1 0,0 0,-1 0,1 0,0 0,-1 1,1-1,-1 0,1 0,0 1,-1-1,1 0,-1 1,1-1,-1 1,1-1,-1 0,1 1,-1-1,1 1,-1 0,15 17,0 0,-1 1,-1 1,-1 0,-1 1,1 2,-1-1,10 16,-2 0,-1 1,-3 1,-1 0,-2 1,6 35,-17-63,1 0,-2 1,0-1,-1 1,0-1,-1 0,0 0,-2 0,1 0,-1 0,-1 0,0-1,-1 0,0 0,-1 0,0-1,-1 0,-1-1,1 1,-9 6,-89 78,-11-10</inkml:trace>
  <inkml:trace contextRef="#ctx0" brushRef="#br0" timeOffset="10516.462">1054 16427,'-39'248,"38"-246,0-1,1 1,-1-1,1 0,-1 1,1-1,-1 1,1 0,0-1,0 1,-1-1,1 1,0-1,1 1,-1 0,0-1,0 1,1-1,-1 1,1-1,-1 1,1-1,0 1,-1-1,1 0,0 1,0-1,0 0,0 0,0 0,0 0,0 0,1 0,-1 0,0 0,1 0,-1 0,0 0,1-1,-1 1,1-1,-1 1,1-1,-1 0,1 1,-1-1,1 0,0 0,-1 0,2 0,81-47,-29 11,-45 31,-7 4,1 0,-1 0,0 0,0-1,-1 1,1-1,0 0,0 1,-1-1,1-1,-1 1,1 0,-1 0,0-1,0 1,0-1,0 0,-1 0,1 1,-1-1,1 0,-1 0,0-1,0 1,-1 0,1 0,-1 0,1-1,-5-18,4 23,0-1,0 0,0 0,0 1,1-1,-2 0,1 1,0-1,0 0,0 0,0 1,0-1,0 0,0 1,0-1,0 0,0 0,-1 1,1-1,0 0,0 0,0 0,0 1,-1-1,1 0,0 0,0 0,0 1,-1-1,1 0,0 0,0 0,-1 0,1 0,0 0,-1 0,1 0,0 0,0 1,-1-1,1 0,0 0,-1 0,1 0,0-1,0 1,-1 0,1 0,0 0,0 0,-1 0,1 0,0 0,0 0,-1-1,1 1,0 0,0 0,-1 0,1-1,0 1,-20 114,17-77,-19 154,9-95</inkml:trace>
  <inkml:trace contextRef="#ctx0" brushRef="#br0" timeOffset="13853.904">1589 16320,'0'18,"0"18,2 16,3 15,4 14,-1 12,-1 9,-2 2,-4-1,-7-4,-7-9,-1-21</inkml:trace>
  <inkml:trace contextRef="#ctx0" brushRef="#br0" timeOffset="14782.449">2204 16601,'0'45,"-1"-6,2-1,1 0,7 37,-9-72,0 1,0-1,1 0,-1 0,1 1,0-1,0 0,0 0,0 0,0 0,1 0,-1 0,1 0,0 0,0-1,0 1,0 0,0-1,1 0,-1 0,1 0,-1 0,1 0,0 0,0 0,0-1,0 0,0 1,0-1,0 0,1-1,-1 1,0 0,0-1,1 0,-1 0,3 0,2-5,-1 0,1 0,-1-1,-1 0,1 0,-1 0,0-1,-1 0,1 0,-1-1,-1 1,0-1,0 0,0-1,-1 1,0 0,-1-1,1-2,1 0,-1-1,-1 0,0 0,0 0,-1 0,-1 0,0-1,0 1,-1 0,-1-2,-5 11,3 19,5 1,0-1,1 1,0-1,1 1,1-1,1 0,0 0,1-1,1 1,1-1,6 9,-13-20,1-1,-1 0,1 0,0 0,0-1,0 1,1 0,-1-1,0 1,1-1,0 0,-1 0,1 0,0 0,0 0,0-1,1 0,-1 1,0-1,0 0,1 0,-1-1,1 1,-1-1,1 0,-1 0,0 0,1 0,-1 0,1-1,-1 1,1-1,-1 0,0 0,0-1,1 1,-1 0,0-1,0 0,0 0,13-11</inkml:trace>
  <inkml:trace contextRef="#ctx0" brushRef="#br0" timeOffset="15194.854">2604 16641,'8'24,"1"-1,0 0,2-1,1 0,0-1,2 0,0-1,15 16,-28-34,1 0,-1 0,0 0,1 0,-1-1,1 1,0 0,-1-1,1 1,0-1,0 0,0 1,0-1,0 0,0 0,1 0,-1-1,0 1,0 0,1-1,-1 0,0 1,1-1,-1 0,0 0,1 0,-1-1,0 1,1 0,-1-1,0 0,0 1,1-1,-1 0,0 0,0 0,0-1,0 1,0 0,0-1,0 0,8-11,-1-1,0 1,-1-1,-1-1,0 0,-1 0,0 0,-2-1,1 1,-2-1,0 0,-1-1,-1-1,1 35,0 1,1 0,1-1,0 1,2-1,6 15,-7-25,0 0,0-1,0 1,1-1,0 0,1 0,-1-1,1 1,0-1,0-1,0 0,1 0,0 0,0-1,0 0,0 0,0-1,1 0,-1-1,0 0,1 0,-1-1,3 0,34 3</inkml:trace>
  <inkml:trace contextRef="#ctx0" brushRef="#br0" timeOffset="16059.257">3434 16695,'-4'-2,"0"0,-1 1,1-1,-1 1,1 0,-1 0,1 1,-1-1,0 1,1 0,-1 0,0 0,1 1,-1 0,1 0,-1 0,1 0,0 1,-1 0,1 0,0 0,0 0,0 1,0-1,0 1,1 0,-1 0,1 0,0 1,0-1,0 1,1 0,-1 0,1 0,-2 3,3-2,-1 1,1 0,0-1,1 1,0 0,0 0,0 0,0 0,1-1,0 1,0 0,1-1,-1 1,1 0,-1-4,0 1,0-1,0 0,0 0,0 0,0 0,1 0,-1 0,1 0,-1 0,1-1,0 1,0-1,0 1,-1-1,1 0,1 1,-1-1,0 0,0 0,0-1,0 1,1 0,-1-1,0 1,1-1,-1 0,0 0,1 0,-1 0,1 0,-1-1,0 1,1 0,0-2,5-1,0-1,-1-1,1 0,-1 0,0 0,-1-1,1 1,-1-2,-1 1,1-1,-1 0,0 0,0 0,-1-1,0 0,0 0,-1 0,0 0,-1 0,1-1,-2 1,1-1,-1 1,0-1,-1 0,0 1,-1-1,0 0,0-1,-3-248,3 248,1 1,-2 0,1-1,-1 1,-1 0,0 0,0 1,-1-1,0 1,0-1,-1 1,0 0,-3-3,8 10,-1 1,1 0,0-1,0 1,0 0,0-1,-1 1,1 0,0-1,0 1,-1 0,1 0,0-1,0 1,-1 0,1 0,0-1,-1 1,1 0,0 0,-1 0,1 0,0-1,-1 1,1 0,-1 0,1 0,0 0,-1 0,1 0,-1 0,1 0,0 0,-1 0,1 0,0 0,-1 1,1-1,-1 0,1 0,0 0,-1 0,1 1,0-1,0 0,-1 0,1 1,0-1,-1 0,1 0,0 1,0-1,-1 0,1 1,0-1,0 0,0 1,0-1,0 0,-1 1,1-1,0 1,0-1,0 0,-4 30,4-27,0 260,0-258,16 145,-15-144,1 0,0 0,0 0,0-1,0 1,1 0,0-1,0 0,1 1,0-1,0-1,0 1,0 0,0-1,1 0,0 0,0 0,0-1,1 0,-1 0,1 0,2 1,-3-3,1 0,-1 0,0 0,1-1,-1 1,1-1,-1-1,1 1,-1-1,0 0,1 0,-1 0,0-1,0 0,0 0,0 0,0-1,0 0,0 1,-1-2,1 1,6-6,1-1,-1-1,-1 1,0-2,0 1,-1-1,0-1,39-18,-9 10,-38 21,1-1,-1 1,0-1,1 0,-1 1,0-1,0 0,0 0,0 0,0 0,0 0,0 0,0 0,0-1,0 1,0 0,-1 0,1-1,-1 1,1 0,-1-1,1 1,-1 0,0-1,0 1,1-1,-1 1,0-1,0 1,-1-1,1 1,0 0,0-1,-1 1,1-1,-1 1,1 0,-1-1,1 1,-1 0,0 0,0-1,0 1,0 0,0 0,0 0,0 0,0 0,0 0,0 0,0 1,-1-1,0 0,-4 1,0 1,0 1,0-1,1 1,-1 0,1 0,-1 1,1 0,0 0,0 0,0 0,0 1,0 0,1 0,0 0,0 1,0-1,0 1,1 0,-1 0,1 0,0 2,0-3,1 0,-1 0,1 0,0 0,0 1,1-1,-1 0,1 1,0 0,0-1,1 1,-1 0,1-1,0 1,0 0,1-1,0 1,-1 0,1-1,1 1,-1-1,1 0,-1 1,1-1,1 0,-1 0,2 3,4-1,1-1,-1 0,1 0,0-1,1 0,-1 0,1-1,0 0,-1-1,1 0,0 0,0-1,0-1,10 0,-19 0,77 3,-3-4</inkml:trace>
  <inkml:trace contextRef="#ctx0" brushRef="#br0" timeOffset="16786.828">4931 16801,'13'1,"0"-1,0 0,0-1,0-1,-1 0,1 0,0-1,-1-1,1 0,-1-1,0 0,-1-1,1-1,-1 1,0-2,-1 1,5-6,11-4,-1-1,-1-1,-1-1,-1-1,0-1,-2-1,0-1,-2-1,-1 0,13-26,-28 49,-1 0,1 0,-1 0,0 0,0 0,1 0,-1 0,-1 0,1 0,0-1,0 1,-1 0,0 0,1-1,-1 1,0 0,0-1,0 1,0 0,-1-1,1 1,-1 0,1-1,-1 1,0 0,0 0,0 0,0 0,0 0,0 0,-1 0,1 0,-1 0,1 0,-1 1,0-1,1 1,-1-1,0 1,0 0,0-1,0 1,0 0,-1 0,1 1,0-1,0 0,-2 1,0 0,-1 0,1 1,-1-1,1 1,-1 0,1 0,0 1,0 0,-1-1,1 1,0 1,1-1,-1 0,0 1,1 0,-1 0,1 0,0 0,0 1,0-1,0 1,1 0,-1-1,1 2,-5 8,1-1,0 1,1 0,0 1,1-1,0 1,1 4,-2 31,3 1,2 0,2-1,2 1,3-1,12 48,-13-61,56 252,-49-248</inkml:trace>
  <inkml:trace contextRef="#ctx0" brushRef="#br0" timeOffset="17746.835">5038 16908,'328'-69,"-116"46,-206 22,-1 0,1 1,-1-1,1 1,0 1,-1-1,1 1,0 0,-1 0,0 0,1 1,-1 0,0 0,1 1,-1-1,-1 1,1 0,0 0,-1 1,1-1,-1 1,0 0,0 0,-1 1,1-1,-1 1,0-1,0 1,-1 0,1 0,1 6,-1 84,-3-95,0-1,0 0,0 1,0-1,0 1,0-1,1 0,-1 1,0-1,0 1,1-1,-1 0,0 1,1-1,-1 1,0-1,1 1,-1-1,1 1,-1 0,1-1,-1 1,1-1,0 1,-1 0,1 0,-1-1,1 1,-1 0,1 0,0 0,-1-1,1 1,0 0,-1 0,1 0,0 0,-1 0,1 0,0 1,-1-1,1 0,-1 0,1 0,0 1,-1-1,1 0,-1 0,1 1,-1-1,1 1,-1-1,1 0,-1 1,1-1,-1 1,1-1,-1 1,0-1,1 1,-1 0,0-1,0 1,1-1,-1 1,0 0,0 0,4-7,-1 0,0 0,0 0,0 0,-1 0,0 0,0-1,-1 1,0-1,0 0,0 1,-1-1,0 0,0 1,-1-1,0 0,0 1,-1-1,1 1,-1 0,-1-1,1 1,-1 0,0 0,0 0,-1 1,0-1,0 1,0 0,-1 0,0 0,1 1,-2-1,1 1,0 1,-1-1,0 1,0 0,0 0,0 0,-1 1,1 0,-1 0,0 1,0-1,0 2,0-1,0 1,0 0,1 0,-1 1,0 0,0 0,0 1,-4 1,11-3,0 0,1 1,-1-1,0 0,1 0,-1 0,0 0,0 1,1-1,-1 0,0 0,0 1,1-1,-1 0,0 1,0-1,0 0,0 0,1 1,-1-1,0 0,0 1,0-1,0 0,0 1,0-1,0 1,0-1,0 0,0 1,0-1,0 0,0 1,0-1,0 0,0 1,0-1,0 0,-1 1,1-1,0 0,0 0,0 1,-1-1,1 0,0 1,0-1,-1 0,1 0,0 0,0 1,-1-1,1 0,0 0,-1 0,1 0,0 1,-1-1,1 0,0 0,-1 0,1 0,-1 0,33 5,-9-7,0-1,0-1,0 0,-1-2,0-1,0-1,0-1,-1-1,0 0,-1-2,14-10,-14 10,0-1,-1-1,0-1,-2-1,1 0,-2-1,0-1,-1 0,-1-1,-1-1,-1 0,0-1,3-10,-13 26,0 0,0 0,0-1,0 1,-1 0,0-1,0 1,-1 0,1-1,-1 1,0-1,-1 1,1-1,-1 1,0-1,-1 1,1 0,-1 0,0 0,0 0,-1 0,1 0,-1 0,0 1,-1-1,1 1,-1 0,1 0,-1 0,-1 1,1-1,0 1,-1 0,1 0,-1 1,0-1,0 1,0 0,-1 0,-1 0,4 2,-1 0,1 0,-1 0,1 0,0 1,-1 0,1-1,0 1,0 0,-1 1,1-1,0 0,0 1,0 0,0 0,1-1,-1 2,0-1,1 0,-1 1,1-1,0 1,0-1,0 1,0 0,0 0,1 0,-1 2,-28 94,25-70,1 1,2-1,1 1,2-1,0 1,2-1,1 0,2 0,1 0,1 0,1-1,1-1,5 6,-10-23,1 1,1-1,0-1,1 1,-1-1,2-1,-1 1,1-1,1-1,-1 0,6 3,-11-7,1-1,0 1,0-1,0 0,0 0,0 0,1-1,-1 0,0 0,1 0,-1-1,1 1,-1-1,1-1,-1 1,1-1,-1 0,0 0,1 0,-1-1,0 0,0 0,0 0,0-1,3-2,35-38,-42 43,0 0,0 0,0 0,0 1,1-1,-1 0,0 1,0-1,0 1,0-1,-1 1,1-1,0 1,0 0,0-1,0 1,-1 0,1 0,0 0,0-1,-1 1,1 0,-1 0,1 0,-1 0,1 0,-1 0,0 0,0 0,1 0,-1 0,0 1,0-1,0 0,0 0,0 0,0 0,0 1,2 4,-2-2,1 0,0 0,0 0,1 0,-1 0,1 0,0 0,0-1,0 1,1-1,-1 0,1 1,0-1,0 0,0 0,0-1,0 1,0-1,1 0,-1 1,1-1,0-1,0 1,0-1,0 1,0-1,0 0,0-1,0 1,0-1,0 1,2-1,0-2,0 0,-1 0,1 0,0-1,-1 0,0 0,0 0,0-1,0 0,0 0,-1 0,0 0,0-1,0 1,0-1,-1 0,0 0,0-1,0 1,0 0,-1-1,0 0,1-5,-1 6,-1 1,0-1,0 1,0-1,-1 1,0-1,1 0,-2 1,1-1,0 1,-1-1,0 0,0 1,0 0,-1-1,0 1,1 0,-1 0,-1 0,1 0,-1 0,1 0,-1 0,0 1,0 0,-1-1,1 1,-1 0,0 1,1-1,-3 0,2 1,-1 1,1-1,-1 1,1 0,-1 0,1 1,-1-1,0 1,1 0,-1 0,1 1,-1 0,1-1,-1 1,1 1,-1-1,1 1,0-1,-1 1,1 1,0-1,1 0,-1 1,0 0,1 0,-1 0,1 0,0 1,0 0,0-2,0 1,1 0,0 0,-1 0,1 0,0 0,0 1,1-1,-1 1,1-1,0 1,0-1,0 1,0 0,0-1,1 1,0 0,0 0,0 0,0-1,0 1,1 0,0 0,0-1,0 1,0 0,0-1,1 1,0-1,-1 0,1 1,1-1,-1 0,2 2,16 12</inkml:trace>
  <inkml:trace contextRef="#ctx0" brushRef="#br0" timeOffset="18340.25">6750 16575,'-8'1,"0"1,0 0,0 0,0 1,1 0,-1 0,1 1,0 0,0 0,1 1,-1 0,0 1,5-4,-1 0,1 1,0-1,0 1,0-1,0 1,1 0,-1 0,1 0,0 0,-1 0,1 0,1 0,-1 0,0 1,1-1,0 0,-1 0,1 1,1-1,-1 0,0 0,1 1,0-1,-1 0,1 0,0 0,1 0,-1 0,1 0,0 1,9 13,0 0,1-1,1 0,1-1,0-1,8 6,65 78,-85-96,0 0,-1 0,1 0,-1 0,1 0,-1 0,0 1,1-1,-1 0,-1 1,1-1,0 1,0-1,-1 1,0-1,1 1,-1-1,0 1,0-1,0 1,-1-1,1 1,-1 0,1-1,-1 0,0 1,0-1,0 1,0-1,0 0,-1 0,1 0,-1 0,1 0,-1 0,0 0,0 0,-2 1,1-1,-1 0,0 0,0-1,0 1,-1-1,1 0,0 0,0 0,-1 0,1-1,0 0,-1 0,1 0,-1 0,1-1,0 1,0-1,-1 0,1-1,0 1,0-1,0 0,0 0,0 0,1 0,-1-1,0 1,1-1,0 0,0 0,-2-3,5 3,0 0,0 0,1 0,-1 0,1 0,0 0,0 1,0-1,0 0,1 0,-1 1,1-1,-1 1,1-1,0 1,0 0,0 0,0 0,0 0,1 0,-1 0,1 0,-1 1,1 0,0-1,-1 1,1 0,1 0,302-127,-305 128,2-1,-1 0,1 0,-1 0,1 0,-1-1,0 1,1 0,-1-1,0 0,0 0,0 1,0-1,0 0,0-1,-1 1,1 0,-1 0,1-1,-1 1,0-1,0 1,0-1,0 1,-1-1,1 0,0 0,-3 1,0 1,0 0,0 0,0 0,0 0,0 0,0 0,0 1,0-1,-1 1,1-1,0 1,0 0,0 0,-1 0,1 0,0 0,0 1,0-1,-1 1,1-1,0 1,0 0,0 0,0 0,0 0,0 0,0 0,1 1,-2 0,-2 1,1 0,-1 1,1 0,-1 0,1 1,0-1,1 1,-1 0,1 0,0 0,0 0,1 0,0 1,-1-1,2 1,-1 0,1 0,0-1,0 1,0 0,1 0,0 0,0 0,1 0,-1 0,1 0,1-1,-1 1,1 0,0-1,0 1,0-1,1 0,0 1,0-1,1 0,-1-1,1 1,0-1,0 0,3 3,1-4,0 0,0 0,0 0,0-1,0-1,0 1,0-1,1-1,-1 1,0-2,1 1,-1-1,6-1,29-6</inkml:trace>
  <inkml:trace contextRef="#ctx0" brushRef="#br0" timeOffset="18666.927">7497 16627,'-12'1,"0"1,0 0,0 1,0 0,1 1,-1 0,1 1,0 0,0 1,0 0,1 1,0 0,0 0,1 1,-8 8,15-14,0-1,0 0,0 1,0 0,1-1,-1 1,0 0,1 0,-1 0,1 0,0 0,0 0,0 0,0 0,0 0,0 1,0-1,1 0,-1 1,1-1,-1 0,1 1,0-1,0 1,0-1,1 0,-1 1,1-1,-1 1,1-1,0 0,-1 0,1 1,0-1,1 0,-1 0,0 0,1 0,-1 0,1 0,-1-1,2 2,8 2,1 1,0-2,0 0,0 0,0-1,0-1,1 0,11 0,22 5,-31-4,-7-2,0 0,0 0,0 1,0 1,-1-1,1 1,-1 0,1 1,-1 0,1 1,-8-3,1 0,0 1,0-1,-1 0,1 1,-1-1,0 0,0 1,1-1,-2 1,1-1,0 1,0-1,-1 0,0 1,1-1,-1 0,0 1,0-1,0 0,0 0,-1 0,1 0,0 0,-1 0,1 0,-1-1,0 1,0 0,0-1,0 1,0-1,0 0,0 0,0 0,-1 1,0 0,-90 66,65-50</inkml:trace>
  <inkml:trace contextRef="#ctx0" brushRef="#br0" timeOffset="18960.657">8126 16655,'-16'-5,"-12"3,-6 7,-3 9,1 7,5 6,8 6,10 4,12 3,12-2,15-2,15-5,15-8,16-8,16-6,-6-5</inkml:trace>
  <inkml:trace contextRef="#ctx0" brushRef="#br0" timeOffset="19456.323">9596 16561,'-4'22,"-4"18,-1 10,-1 4,1-1,3-2,1-8,3-9,0-8,4-8,2-9,-1-7</inkml:trace>
  <inkml:trace contextRef="#ctx0" brushRef="#br0" timeOffset="19763.499">9463 16440,'117'126,"-31"-34,49 69,-69-49,-64-108,0 1,-1-1,1 1,-1-1,0 1,0 0,0-1,-1 1,0 0,0 0,0-1,0 1,-1 0,0-1,0 1,0 0,0-1,-1 1,0-1,0 0,0 1,0-1,-1 0,0 0,-1 2,-7 2,0-1,0 0,-1 0,0-1,0-1,0 0,-1 0,1-2,-1 1,0-2,0 1,0-2,-1 0,1 0,0-1,-4-1,-64-7,80 8,0 0,0 0,0 0,0 0,0 0,0-1,0 1,1 0,-1 0,0-1,0 1,0-1,0 1,0-1,0 1,1-1,-1 1,0-1,0 0,1 0,-1 1,1-1,-1 0,0 0,1 0,-1 1,1-1,0 0,-1 0,1 0,0 0,0 0,-1 0,1 0,6-11</inkml:trace>
  <inkml:trace contextRef="#ctx0" brushRef="#br0" timeOffset="20041.269">10145 16668,'-9'13,"-5"15,-1 10,0 9,3 7,4 1,2 1,3-5,4-6,4-11,4-14,0-14,3-16,-1-14,1-13,-2 0</inkml:trace>
  <inkml:trace contextRef="#ctx0" brushRef="#br0" timeOffset="20319.042">10171 16708,'5'22,"1"-1,1 1,1-2,1 1,0-1,2 0,0-1,1 0,1-1,1-1,0 0,1-1,1 0,1-1,0-1,1 0,0-2,1 0,2 0,-18-10,1 0,-1-1,0 1,1-1,-1 0,1 0,-1 0,1 0,-1-1,1 1,0-1,-1 0,1 0,0 0,-1-1,1 1,-1-1,1 0,-1 0,1 0,-1 0,1-1,-1 0,0 1,0-1,0 0,0 0,0-1,0 1,-1-1,1 1,-1-1,1 0,3-11,0 1,-1-1,-1 0,0-1,-1 1,0-1,-1 0,-1 1,-1-1,0 0,0 0,-2 0,0 1,-1-7,-28-112,22 104</inkml:trace>
  <inkml:trace contextRef="#ctx0" brushRef="#br0" timeOffset="20986.913">11495 16588,'-18'11,"-13"13,-8 17,-2 13,4 18,8 11,13 5,19 2,20-6,20-10,19-15,14-16,-6-15</inkml:trace>
  <inkml:trace contextRef="#ctx0" brushRef="#br0" timeOffset="22855.931">12190 16801,'-4'-3,"0"0,-1 0,1 1,-1-1,0 1,0 0,1 0,-1 1,-1-1,1 1,0 0,0 1,0-1,-1 1,1 0,0 0,0 1,-1-1,1 1,0 1,0-1,0 1,0-1,0 1,1 1,-1-1,0 1,1 0,0 0,-1 0,1 0,-1 3,0 1,0 0,0 0,1 0,0 1,1 0,0 0,0 0,1 0,-1 0,2 0,-1 1,1-1,1 1,0-1,0 9,0-12,1 1,-1-1,1 0,0 1,1-1,-1 0,1 0,0 0,0 0,1 0,-1 0,1-1,0 1,0-1,1 0,-1 0,1 0,0 0,0-1,1 1,-1-1,0 0,1 0,0-1,2 2,-3-3,0 0,0 0,0 0,0 0,1 0,-1-1,0 0,0 0,0 0,0 0,1-1,-1 1,0-1,0 0,0-1,0 1,0-1,0 1,-1-1,1 0,0-1,-1 1,0-1,1 1,-1-1,0 0,0 0,1-2,2-3,1-1,-2 1,1-1,-1 0,0 0,-1 0,0-1,-1 0,0 1,0-1,-1-3,1-4,-1 1,0-1,-2 1,0-1,0 0,-2 1,0-1,-2-5,4 22,0 0,-1 0,1 1,0-1,0 0,0 0,0 0,-1 0,1 1,0-1,0 0,0 0,-1 0,1 0,0 0,0 0,-1 0,1 0,0 0,0 1,-1-1,1 0,0 0,0 0,-1 0,1 0,0-1,0 1,0 0,-1 0,1 0,0 0,0 0,-1 0,1 0,0 0,0 0,0-1,-3 30,15 87,-11-112,0 0,0 1,1-1,0 0,-1 0,2 0,-1 0,0 0,1 0,0-1,0 1,0-1,0 1,0-1,1 0,-1-1,1 1,0-1,0 1,0-1,0 0,0-1,0 1,2 0,-2-2,0 1,1-1,-1 0,0 0,0-1,0 1,0-1,0 0,0 0,-1 0,1-1,0 1,0-1,-1 0,1 0,-1 0,1 0,-1-1,0 1,0-1,0 0,-1 0,1 0,1-3,4-3,-1-1,-1-1,0 1,0-1,-1 0,0 0,1-9,12-89,-19 124,8 96,-7-107,1 1,1 0,-1-1,0 1,1-1,0 1,0-1,1 0,-1 0,1 0,0 0,0 0,0-1,0 1,0-1,1 0,0 0,0 0,0 0,0-1,0 0,0 1,3-1,-3-2,0 0,1 0,-1-1,0 0,0 0,1 0,-1 0,0-1,0 1,0-1,-1 0,1 0,0-1,-1 1,1-1,-1 0,0 0,0 0,0 0,0 0,0-1,-1 1,0-1,0 0,0 0,0 0,0 0,-1 0,1 0,-1 0,0 0,-1-2,14-101,-16 130,0-12,1 0,0 0,1 0,0 0,1 0,0 0,1 0,0 0,0 0,1 0,4 8,-5-17,-1 0,1 0,0 0,0 0,0 0,0-1,0 1,0-1,0 1,0-1,1 0,-1 1,1-1,-1-1,1 1,-1 0,1 0,-1-1,1 0,0 1,-1-1,1 0,0 0,-1-1,1 1,-1 0,1-1,0 0,-1 1,1-1,-1 0,0 0,1-1,-1 1,1-1,5-2,0-1,0 0,-1 0,1-1,-1 0,0 0,-1-1,0 1,4-7,-4 4,-1 1,-1-2,1 1,-2-1,1 1,-1-1,0 0,-1 0,-1 0,1 0,-2-1,1-7,-1 18,0-1,1 1,-1 0,0-1,0 1,1-1,-1 1,0-1,0 1,0-1,0 1,1-1,-1 1,0-1,0 1,0-1,0 1,0-1,0 1,-1-1,1 1,0-1,0 1,0-1,0 1,0-1,-1 1,1-1,0 1,-1 0,1-1,0 1,0-1,-1 1,1 0,-1-1,1 1,0 0,-1 0,1-1,-1 1,1 0,-1 0,1-1,-1 1,1 0,-1 0,1 0,-1 0,1 0,-1 0,1 0,-1 0,1 0,-1 0,1 0,-1 0,1 0,-1 0,1 1,-1-1,-4 11,1 0,0 0,1 0,0 1,0 0,1-1,1 1,0 0,0 0,2 10,-1-16,0-1,1 1,0 0,0 0,0-1,0 1,1-1,0 1,0-1,1 0,-1 0,1 1,0-2,1 1,-1 0,1-1,0 0,0 0,0 0,1 0,-1 0,1-1,0 0,0 0,0 0,0-1,1 0,-1 0,1 0,-1-1,1 1,-1-1,1-1,0 1,1-1,92-5,-51-4</inkml:trace>
  <inkml:trace contextRef="#ctx0" brushRef="#br0" timeOffset="24083.162">13928 16869,'-8'2,"0"0,0 0,0 1,0 0,0 1,0 0,1 0,-1 0,1 1,1 0,-1 1,1-1,-1 1,2 1,-1-1,1 1,0 0,0 0,1 0,0 1,0 0,1-1,0 1,0 1,1-1,0 0,0 1,1-1,0 1,1 5,-1-12,1 0,0 1,0-1,0 0,0 0,0 0,1 0,-1 0,1 0,-1 0,1 0,0 0,0 0,0 0,0 0,0 0,0-1,0 1,1 0,-1-1,0 1,1-1,0 1,-1-1,1 0,0 0,0 0,-1 0,1 0,0 0,0 0,0 0,0-1,0 1,1-1,-1 0,0 1,0-1,0 0,0 0,0 0,0-1,0 1,0-1,0 1,2-1,5-4,0-1,0 0,-1 0,0-1,0 0,-1 0,0-1,0 0,-1 0,0 0,0-1,-1 0,0 0,-1 0,0-1,0 0,-1 0,0 0,-1 0,0 0,0 0,-1-7,6 123,-7-103,1 0,0 1,-1-1,1 0,0 0,1 0,-1 0,1 0,-1 0,1 0,0 0,0-1,0 1,0 0,0-1,1 0,-1 0,1 0,0 0,0 0,-1 0,1-1,0 1,0-1,1 0,-1 0,0 0,0 0,0 0,1-1,-1 1,0-1,1 0,1 0,3-3,0-1,0 1,-1-1,1-1,-1 1,0-1,0-1,0 1,-1-1,0 0,0-1,0 0,-1 1,0-2,0 1,-1 0,0-1,0 0,-1 0,0-1,8-22,-2-2,-1 1,-2-1,-1 0,-1-1,-2 1,-2-1,-1 1,-2-7,3-2,-3 0,-1 0,-8-28,5 48,7 22,0 0,0 1,0-1,0 0,0 0,0 1,0-1,0 0,0 0,0 1,-1-1,1 0,0 0,0 1,0-1,0 0,0 0,-1 0,1 1,0-1,0 0,0 0,0 0,-1 0,1 1,0-1,0 0,-1 0,1 0,0 0,0 0,-1 0,1 0,0 0,0 0,-1 0,1 0,0 0,0 0,-1 0,1 0,0 0,0 0,-1 0,1 0,0 0,0 0,-1 0,1 0,0 0,0-1,-1 1,1 0,0 0,0 0,0 0,-1-1,1 1,0 0,0 0,0 0,0-1,-7 32,2-1,2 1,1 0,1 26,1-43,0 40,1 0,4 0,1-1,3 0,2 0,7 13,-15-55,1-1,1 1,-1-1,2 0,-1 0,2 0,-1-1,1 0,3 3,-7-9,0 0,0-1,0 1,0-1,0 1,1-1,-1 0,1 0,-1-1,1 1,0-1,0 0,0 1,0-2,-1 1,1 0,0-1,0 0,0 0,0 0,0 0,0-1,0 1,0-1,0 0,0-1,3 0,3-5,0 1,-1-2,0 1,0-1,-1-1,0 1,0-1,-1-1,0 1,-1-1,0-1,0 1,-1-1,-1 0,0 0,8-14,-12 25,0 0,0-1,0 1,-1-1,1 1,0-1,0 1,0-1,0 1,0-1,0 1,0-1,0 1,0 0,1-1,-1 1,0-1,0 1,0-1,0 1,1-1,-1 1,0 0,0-1,1 1,-1-1,0 1,1 0,-1-1,0 1,1 0,-1 0,1-1,-1 1,0 0,1 0,-1 0,1-1,-1 1,1 0,-1 0,1 0,-1 0,1 0,-1 0,0 0,1 0,-1 0,1 0,-1 0,1 0,-1 0,1 1,-1-1,1 0,-1 0,0 0,1 1,-1-1,1 0,-1 0,0 1,1-1,-1 0,0 1,1-1,-1 1,4 49,-5-44,1 0,0 0,0 1,0-1,1 0,-1 0,1 0,1 0,-1 0,1-1,0 1,1 0,0-1,-1 1,1-1,1 0,-1 0,1 0,4 3,30 2,-18-13</inkml:trace>
  <inkml:trace contextRef="#ctx0" brushRef="#br0" timeOffset="24332.017">14704 16815,'-14'-2,"-5"-1</inkml:trace>
  <inkml:trace contextRef="#ctx0" brushRef="#br0" timeOffset="24701.035">14075 16627,'5'3,"10"2,14 3,16 1,16-2,14-2,7-4,4-3,-13 0</inkml:trace>
  <inkml:trace contextRef="#ctx0" brushRef="#br0" timeOffset="25149.358">14877 16815,'53'192,"-31"-123,-22-68,0-1,0 1,0 0,0-1,-1 1,1 0,0-1,1 1,-1 0,0 0,0-1,0 1,0-1,0 1,1 0,-1-1,0 1,1 0,-1-1,0 1,1-1,-1 1,1-1,-1 1,1-1,-1 1,1-1,-1 1,1-1,-1 0,1 1,0-1,-1 0,1 0,-1 1,1-1,0 0,-1 0,1 0,0 0,-1 0,1 0,0 0,-1 0,1 0,0 0,-1 0,1 0,0 0,-1-1,1 1,0 0,-1 0,1-1,-1 1,1-1,0 1,-1 0,1-1,54-96,-42 68,35-75,-35 95,-10 34,-2-18,-2 1,1 0,0-1,0 1,1 0,0-1,0 1,1 0,0-1,0 0,1 1,0-1,0 0,1 0,0-1,0 1,0-1,1 0,0 0,0 0,1-1,-1 0,1 0,0 0,1-1,-1 0,1 0,0 0,25 3,-2-3</inkml:trace>
  <inkml:trace contextRef="#ctx0" brushRef="#br0" timeOffset="25503.411">15519 16828,'-9'-6,"0"1,-1 0,1 0,-1 0,0 2,0-1,-1 1,1 0,-2 1,9 2,0-1,0 1,0 0,0 0,0 0,0 0,0 1,0-1,0 1,0 0,0 0,0 0,0 0,0 0,0 1,1-1,-1 1,0 0,1 0,0 0,-1 0,1 0,0 0,0 1,0-1,0 1,1-1,-1 1,1 0,-1-1,1 1,-1 3,1-3,0 1,0-1,0 1,0-1,1 1,0-1,-1 1,1 0,0-1,1 1,-1-1,1 1,0-1,-1 1,1-1,1 1,-1-1,0 0,1 0,0 1,0-1,0 0,0-1,0 1,1 0,-1-1,1 1,-1-1,1 0,1 1,98 50,-99-51,23 8,-15-7,-1 1,1 0,-1 1,0 0,0 0,-1 1,0 0,0 1,4 4,-12-11,0 1,-1 0,1-1,-1 1,1 0,0-1,-1 1,1 0,-1 0,0-1,1 1,-1 0,1 0,-1 0,0 0,0-1,0 1,1 0,-1 0,0 0,0 0,0 0,0 0,-1 0,1-1,0 1,0 0,0 0,-1 0,1 0,0-1,-1 1,1 0,-1 0,1 0,-1-1,1 1,-1 0,0-1,1 1,-1-1,0 1,1-1,-1 1,0-1,0 1,0-1,-45 17,43-16,-147 23,119-21</inkml:trace>
  <inkml:trace contextRef="#ctx0" brushRef="#br0" timeOffset="26462.383">16348 16828,'50'272,"-50"-270,0 0,0-1,-1 1,2 0,-1 0,0-1,0 1,0 0,1 0,-1-1,1 1,0 0,-1-1,1 1,0-1,0 1,0-1,0 1,0-1,0 0,0 1,0-1,1 0,-1 0,1 0,-1 0,1 0,-1 0,1 0,-1-1,1 1,0-1,-1 1,1-1,0 1,-1-1,1 0,0 0,0 0,-1 0,1 0,0 0,0 0,-1-1,1 1,0-1,-1 1,1-1,0 1,-1-1,1 0,0 0,12-15,0-1,-2 0,0-1,0 0,-2 0,0-1,-2-1,6-15,26-69,-40 104,0 0,1 0,-1 1,0-1,0 0,0 0,0 0,1 0,-1 0,0 1,0-1,1 0,-1 0,0 0,0 0,1 0,-1 0,0 0,0 0,0 0,1 0,-1 0,0 0,0 0,1 0,-1 0,0 0,0 0,1 0,-1-1,0 1,0 0,0 0,1 0,-1 0,0 0,0 0,0-1,1 1,-1 0,0 0,0 0,0-1,0 1,0 0,1 0,-1 0,0-1,0 1,0 0,0 0,0-1,0 1,0 0,0 0,0-1,0 1,0 0,2 22,-2-22,0 64,-1-43,0-1,2 1,0-1,2 1,0-1,5 18,-6-34,0 1,0-1,0 0,1 1,-1-1,1 0,0-1,0 1,1 0,-1-1,1 0,-1 0,1 0,0 0,0 0,1-1,-1 0,0 0,1 0,0 0,-1-1,1 0,0 0,-1 0,1 0,0-1,0 0,0 0,0 0,0 0,-1-1,1 0,0 0,0 0,-1-1,1 0,-1 1,1-2,-1 1,0 0,1-1,4-2,0-1,-1 0,0 0,0 0,0-1,-1 0,1-1,-2 0,1 0,-1 0,-1-1,1 0,-2 0,1 0,-1-1,0 1,-1-1,0 0,-1 0,0 0,-1-1,0 1,0 0,-1-1,0 1,-1 0,0 0,-1-1,0 1,-27-30,77 46,-31-3,111 28,-122-28,0-1,0 1,-1 0,1 0,-1 1,0 0,0 0,0 0,-1 1,0-1,1 1,-1 0,-1 0,1 0,-1 1,0 0,0-1,-1 1,1 3,0 2,0 0,-2 0,1 0,-1 1,-1-1,0 1,-1-1,0 0,0 0,-2 1,1-1,-1 0,-3 6,6-17,-1 2,0-1,0 0,1 0,-1 0,0 1,1-1,-1 0,1 1,-1-1,1 1,0-1,0 0,0 1,-1-1,1 1,1-1,-1 1,0-1,0 0,0 1,1-1,-1 1,1-1,-1 0,1 1,0-1,-1 0,1 0,0 1,0-1,0 0,0 0,0 0,0 0,0 0,0 0,0-1,0 1,1 0,10 1,-1 0,1-1,0-1,0 1,0-2,-1 0,1 0,0-1,-1-1,1 0,-10 3,37-9</inkml:trace>
  <inkml:trace contextRef="#ctx0" brushRef="#br0" timeOffset="26730.695">17605 17163,'0'2,"2"1,5 0,5-1,-1 0</inkml:trace>
  <inkml:trace contextRef="#ctx0" brushRef="#br0" timeOffset="27471.711">18981 16936,'-13'-4,"-1"1,0 0,0 1,0 0,0 2,0-1,0 2,0 0,0 1,1 0,-13 4,19-4,-1 0,1 1,0 0,-1 1,1-1,1 2,-1-1,1 1,-1 0,1 0,1 0,-1 1,1 0,0 0,0 0,1 1,0 0,0 0,0 0,1 0,-1 3,3-8,0 1,0-1,0 0,0 0,1 1,-1-1,1 0,-1 1,1-1,0 1,0-1,0 0,0 1,1-1,-1 0,1 1,-1-1,1 0,0 1,0-1,0 0,0 0,0 0,0 0,1 0,-1 0,1 0,-1 0,1-1,0 1,-1 0,1-1,0 0,0 1,0-1,1 0,-1 0,0 0,0 0,0 0,2-1,8 1,0 0,0-2,1 1,-1-2,0 1,0-2,0 0,0 0,-1-1,1 0,-1-1,0 0,0-1,-1-1,1 0,3-1,0 0,-1-2,0 1,0-2,-1 1,-1-2,0 0,0 0,-1-1,-1 0,0-1,-1 0,0 0,-1-1,-1 1,0-2,1-8,-2 8,-2 0,0-1,0 0,-2 0,0 1,-1-1,0 0,-1 0,-1 0,-1 1,-1-1,0 1,-4-10,7 25,1-1,0 1,-1-1,0 1,1-1,-1 1,0 0,0-1,0 1,0 0,0 0,0 0,0 0,0 0,0 0,0 0,-1 0,1 0,0 0,-1 1,1-1,-1 1,1-1,-1 1,1-1,-1 1,1 0,-1 0,1-1,-1 1,1 0,-1 1,1-1,-1 0,1 0,-1 1,1-1,-1 1,1-1,-1 1,1-1,0 1,-1 0,1 0,0 0,-7 7,1 1,0 0,1 0,0 0,0 1,1 0,1 0,0 1,0-1,0 1,2 0,-1-1,1 1,1 1,0 0,-2 11,0-1,2 0,0 1,2-1,0 1,2-1,0 0,5 15,-6-28,1 0,0-1,0 1,1-1,0 0,0 0,1 0,0-1,0 1,1-1,0 0,0-1,1 0,0 0,0 0,0-1,1 1,0-2,0 1,0-1,0-1,6 2,-4-2,0-1,0-1,0 0,0 0,0-1,0-1,0 1,0-2,0 1,-1-1,1-1,0 0,-1 0,1-1,-1 0,0 0,-1-1,1 0,-1-1,0 0,0 0,-1-1,1 0,-2 0,1-1,-1 0,0 0,-1 0,1-1,-2 0,1 0,-1 0,-1 0,0-1,0 0,1-9,-4-28,0 46,0 1,0 0,-1-1,1 1,0 0,0-1,0 1,0 0,-1-1,1 1,0 0,0 0,-1-1,1 1,0 0,-1 0,1 0,0 0,0-1,-1 1,1 0,0 0,-1 0,1 0,0 0,-1 0,1 0,-1 0,1 0,0 0,-1 0,1 0,0 0,-1 0,1 0,0 0,-1 0,1 0,0 0,-1 1,1-1,0 0,0 0,-1 0,1 1,0-1,-1 0,1 0,0 1,0-1,0 0,-1 0,1 1,0-1,0 0,0 1,0-1,0 0,-1 1,1-1,0 0,0 1,-11 21,9-14,0 0,0 1,1-1,1 0,-1 0,1 1,0-1,1 0,0 0,1 1,-1-1,2 0,-1 0,1-1,0 1,0 0,1-1,0 0,1 0,0 0,0-1,0 1,0-1,1 0,0-1,1 1,-1-1,1 0,0-1,0 0,1 0,4 2,40 20</inkml:trace>
  <inkml:trace contextRef="#ctx0" brushRef="#br0" timeOffset="30033.261">20412 16908,'15'-1,"-1"0,1-2,0 0,-1 0,0-1,0-1,0-1,-1 0,1 0,-1-1,-1-1,0 0,0-1,0-1,-1 1,0-2,3-4,-11 11,1-1,-1 0,0 0,0 0,-1 0,0-1,0 1,0-1,0 1,-1-1,0 1,0-4,-1 7,0 0,0 0,0 0,0 0,0 0,0 0,-1 1,1-1,-1 0,0 0,1 0,-1 1,0-1,0 0,0 1,0-1,0 1,0-1,-1 1,1 0,0-1,-1 1,1 0,-1 0,0 0,1 0,-1 0,0 0,1 1,-1-1,0 0,0 1,0 0,1-1,-1 1,0 0,0 0,0 0,0 0,-2 0,-1 0,1 0,0 1,-1 0,1 0,0 0,0 0,0 1,0-1,0 1,0 0,0 0,1 0,-1 1,0 0,1-1,0 1,0 0,0 1,0-1,0 0,1 1,-1 0,-2 5,0-1,0 1,1 0,0 0,0 0,1 1,0-1,1 1,-1 7,2-11,1 0,0-1,0 1,0 0,1-1,0 1,0 0,0-1,1 1,-1-1,1 0,1 1,-1-1,1 0,0 0,0-1,0 1,1-1,0 1,0-1,0 0,0 0,0-1,1 1,0-1,0 0,0 0,0-1,0 0,0 0,1 0,-1 0,3 0,82 4,-49-10</inkml:trace>
  <inkml:trace contextRef="#ctx0" brushRef="#br0" timeOffset="30361.458">20867 16708,'-3'14,"1"-1,0 1,1 0,0 0,1-1,1 1,0 0,1 0,1-1,0 1,1-1,0 0,1 0,0 0,1-1,1 1,0-2,0 1,1-1,1 0,0 0,0-1,1 0,1 0,-9-8,1 0,-1-1,0 1,1 0,-1-1,1 1,-1-1,1 0,0 0,-1 0,1 0,0-1,0 1,-1-1,1 1,0-1,0 0,0 0,0 0,0-1,0 1,-1-1,1 0,0 1,0-1,-1 0,1-1,-1 1,1 0,-1-1,1 1,-1-1,1-1,6-8,-1-2,0 1,-1-1,0 0,-1 0,0-1,-1 0,-1 0,0 0,0-10,5-10,-3 12,-4 11,1 0,0 0,0 1,1-1,1 1,0 0,0 0,1 1,4-7,-9 16,0-1,1 1,-1-1,0 1,0-1,0 1,1 0,-1 0,0-1,0 1,1 0,-1 0,0 0,0 1,1-1,-1 0,0 0,0 1,1-1,-1 1,0-1,0 1,0-1,0 1,0 0,0-1,0 1,0 0,0 0,0 0,0 0,0 0,-1 0,1 0,0 0,-1 0,1 0,-1 0,1 0,-1 1,0-1,1 0,-1 0,0 1,0-1,0 0,0 0,0 1,0-1,0 0,0 0,0 1,6 24</inkml:trace>
  <inkml:trace contextRef="#ctx0" brushRef="#br0" timeOffset="31178.782">21267 17002,'15'-4,"0"-1,0 0,-1-2,0 1,0-2,0 0,-1 0,0-2,-1 1,0-2,-1 1,0-1,0-1,-1 0,-1-1,0 0,-1 0,0-1,-1 0,0 0,-1-1,2-10,-7 24,-1 0,1 0,-1 0,1 0,0 0,-1 0,0 0,1-1,-1 1,0 0,0 0,0 0,1-1,-1 1,0 0,-1 0,1-1,0 1,0 0,0 0,-1 0,1 0,-1-1,1 1,-1 0,1 0,-1 0,0 0,1 0,-1 0,0 0,0 0,0 0,0 1,0-1,1 0,-2 1,1-1,0 0,0 1,0-1,0 1,0-1,0 1,-1 0,1 0,0-1,0 1,0 0,-1 0,1 0,0 0,0 0,0 1,-1-1,1 0,0 1,0-1,0 0,0 1,-1-1,1 1,0 0,0-1,0 1,0 0,0 0,-4 6,0-1,0 1,1 0,0 0,0 1,0-1,1 1,0 0,1 0,0 0,0 0,1 0,0 0,0 1,1-1,0 0,0 1,1-1,0 0,0-2,0 1,1-1,0 0,0 0,0 0,1 0,-1-1,1 1,1-1,-1 0,1 0,0 0,0 0,0 0,1-1,0 0,0 0,0 0,0-1,0 1,1-1,0-1,-1 1,1-1,0 0,0 0,1 0,-1-1,0 0,0-1,1 1,-1-1,0 0,0-1,1 1,-1-1,0-1,0 1,0-1,0 0,0 0,0-1,0 1,-1-2,1 1,2-3,5-8,-1-1,0 0,-1-1,0-1,-2 0,0 0,-1-1,0 0,-2 0,0-1,3-17,-4 20,0 38,-6 5,0-21,0 0,0 0,0 1,1-1,0 0,0 0,0 0,1 0,0 1,0-1,1 0,0 0,0-1,0 1,1 0,-1-1,1 1,1-1,-1 0,1 0,0 0,0-1,0 1,1-1,-1 0,3 2,1-3,0 0,1 0,-1-1,0 1,1-2,0 1,-1-2,1 1,0-1,-1 0,1-1,0 1,-1-2,1 1,-1-2,0 1,1-1,-1 0,0 0,0-1,-1 0,1-1,5-3,-1 0,0-1,0-1,-1 0,0 0,-1-1,0 0,-1-1,0 0,-1-1,0 0,2-6,5-10,-17 55,0-12,1-10,0 0,-1 0,1 0,1 0,-1 0,1 0,-1 0,1 0,1 1,-1-1,0 0,1 0,0 0,0 0,0 0,1 0,-1 0,1-1,0 1,0 0,0-1,0 1,1-1,-1 0,1 0,0 0,0 0,1 0,6 0,1 0,-1-1,1-1,0 0,-1 0,1-1,0 0,-1-1,1 0,0-1,-1 0,0-1,1 0,-1 0,0-1,0-1,-1 1,1-2,2-1,-4 2,0-1,0 0,0 0,-1-1,0 0,0 0,0-1,-1 1,-1-1,1-1,-1 1,0-1,-1 0,0 0,-1 0,0-1,0 1,-1-1,1-5,-17 105,12-83,1 1,0-1,0 0,0 1,1-1,0 1,1-1,-1 1,1-1,1 0,0 1,0-1,0 0,1 0,0 0,0-1,0 1,1-1,0 0,1 0,-1 0,1 0,1 0,10 2</inkml:trace>
  <inkml:trace contextRef="#ctx0" brushRef="#br0" timeOffset="31446.068">22578 16320,'9'16,"12"12,3 1</inkml:trace>
  <inkml:trace contextRef="#ctx0" brushRef="#br0" timeOffset="32550.052">22898 16641,'2'28,"2"0,1-1,1 1,1-1,1-1,1 0,2 0,3 5,-13-29,0 0,0 0,0 0,0 0,1 0,-1 0,0-1,1 1,-1 0,1-1,0 1,-1-1,1 1,0-1,0 0,0 0,0 0,0 0,0 0,0 0,1-1,-1 1,0-1,0 1,1-1,-1 0,0 0,0 0,1 0,-1 0,0 0,0-1,1 1,-1-1,0 0,0 1,0-1,1-1,8-8,0 0,-1-1,0 0,-1-1,0 0,0-1,-2 0,5-10,1 2,1-5,37-48,-50 75,-1-1,1 0,-1 0,1 1,-1-1,1 0,-1 1,1-1,-1 0,0 1,1-1,-1 1,0-1,1 1,-1-1,0 1,0-1,1 1,-1-1,0 1,0-1,0 1,0-1,0 1,0-1,0 1,0-1,0 1,0 0,0-1,0 1,0-1,0 1,0-1,0 1,-1-1,1 1,0-1,0 1,-1-1,1 1,0-1,-1 1,1-1,0 0,-1 1,1-1,-1 0,1 1,-1-1,1 1,-36 131,36-129,1 0,-1 0,1 0,0-1,0 1,0 0,0-1,0 1,1 0,-1-1,1 0,0 1,-1-1,1 0,0 0,0 0,1 0,-1 0,0 0,1-1,-1 1,1-1,-1 1,1-1,0 0,-1 0,1-1,0 1,0 0,0-1,-1 0,1 1,0-1,0 0,0-1,0 1,0 0,0-1,-1 0,1 1,0-1,0 0,-1-1,1 1,-1 0,2-2,14-5,0-1,-1 0,0-2,0 0,-1-1,-1-1,0 0,-1-1,0 0,7-12,-4 7,0 3,-18 31,-9 6,7-16,0 0,0 1,0-1,1 1,0 0,0 0,0 0,1 0,0 0,0 0,1 0,-1 0,1 0,1 0,-1 2,3-5,0 0,0 0,1 0,-1-1,0 1,1-1,0 0,-1 0,1 0,0-1,0 1,0-1,0 0,0 0,0-1,0 1,1-1,-1 0,0 0,0 0,0 0,0-1,1 0,3-1,6 0,0 0,-1-2,1 1,0-2,-1 0,0 0,0-1,-1-1,0 0,0-1,0 0,-1-1,9-9,-14 11,-6 7,0 1,0-1,1 0,-1 1,0-1,0 0,0 1,1-1,-1 0,0 1,1-1,-1 0,0 1,1-1,-1 0,0 0,1 1,-1-1,1 0,-1 0,0 0,1 0,-1 1,1-1,-1 0,1 0,-1 0,0 0,1 0,-1 0,1 0,-1 0,1 0,-1-1,0 1,1 0,-1 0,1 0,-1 0,0 0,1-1,-1 1,1 0,-1 0,0-1,1 1,-1 0,0-1,0 1,1 0,-1-1,0 1,0-1,1 1,-1 0,0-1,0 1,0-1,0 1,2 21,-2-14,-1 0,1 0,0 0,1 0,0 0,0 0,0 0,1 0,0 0,0 0,1-1,0 0,0 1,0-1,1 0,0 0,0-1,0 1,1-1,0 0,0 0,0 0,1-1,0 0,2 1,0-1,0-2,1 1,-1-1,1 0,0-1,-1 0,1 0,0-1,0 0,-1-1,1 0,0 0,-1-1,1 0,-1-1,1 1,-1-2,0 1,0-1,-1 0,8-5,0-2,0 0,-1 0,0-2,0 0,-2 0,1-1,-2-1,0 0,9-16,4-22,-1-1,-3-2,-2 0,-3-1,-2 0,4-56,-7 59,22-136,-32 164,-8 22,-33 65,18-6,2 0,3 1,2 1,3 1,3 0,2 0,-1 49,7-88,0 0,1-1,1 1,1 0,0 0,1 0,2-1,-1 1,2-1,1 0,0 0,1-1,1 0,1 0,0-1,1 0,1 0,0 0,-6-12,0 0,0 0,0-1,1 0,-1 1,1-2,-1 1,1-1,0 0,0 0,0 0,0-1,1 0,-1 0,0-1,1 1,-1-1,0-1,0 1,1-1,-1 0,0-1,0 1,0-1,0-1,4-1,-2 0,1 0,-1-1,0 0,0 0,0-1,-1 0,0 0,0-1,-1 0,1 0,-2 0,1-1,-1 0,0 0,-1 0,1-1,0-3,-6-2,-11 27,8-7,1 0,-1 0,1 1,1-1,-1 0,1 1,0 0,1-1,0 1,0 0,0 0,1 0,0 0,0-1,1 1,-1 0,2 0,-1 0,1-1,0 1,0 0,1-1,0 0,0 0,0 0,1 0,0 0,0-1,0 1,1-1,0 0,0-1,0 1,1-1,-1 0,1 0,2-1,-1 1,1-2,-1 1,1-1,0 0,0-1,0 0,0 0,0-1,0 0,0 0,0-1,0 0,0 0,7-2,10-7</inkml:trace>
  <inkml:trace contextRef="#ctx0" brushRef="#br0" timeOffset="32813.856">24142 16481,'-16'-7,"-10"-4,-2-1,9 4,21 6,24 8,34 7,34 4,35 3,31 4,26 1,-19-3</inkml:trace>
  <inkml:trace contextRef="#ctx0" brushRef="#br0" timeOffset="34036.77">25986 17015,'-11'-5,"0"0,-1 0,1 1,-1 1,0 0,0 1,0 0,0 0,-1 1,1 1,0 0,0 1,-1 0,1 1,0 1,0 0,0 0,1 1,-1 0,1 1,0 1,-10 6,18-11,1 0,-1 1,1 0,0 0,-1-1,1 1,0 0,0 1,0-1,1 0,-1 1,1-1,-1 1,1-1,0 1,-1-1,1 1,1 0,-1 0,0 0,1-1,-1 1,1 0,0 0,0 0,0 0,0 0,1 0,-1 0,1-1,0 1,0 0,0 0,0-1,0 1,0 0,1-1,-1 1,1-1,0 0,0 0,0 1,0-1,0 0,0-1,0 1,2 1,8 1,0-1,0 0,0 0,0-1,1-1,-1 0,1 0,-1-2,1 1,-1-2,1 1,-1-2,0 0,0 0,0-1,0 0,-1-1,0-1,1 0,-2 0,1-1,-1 0,3-4,-2 1,-1 0,0-1,0 0,-1-1,-1 0,0 0,-1-1,0 0,0 0,-2 0,0-1,0 0,2-14,-1-3,-1-1,-1-1,-2 1,-1-1,-3-23,-12-41,14 96,0 0,0 0,0 0,0 0,0 0,0-1,0 1,-1 0,1 0,0 0,-1 0,1 0,-1 0,1 0,-1 0,1 0,-1 0,0 0,1 0,-1 0,0 1,0-1,1 0,-1 0,0 1,0-1,0 0,0 1,0-1,0 1,0 0,0-1,0 1,-1 0,1-1,0 1,0 0,0 0,0 0,0 0,0 0,-1 0,1 0,0 1,0-1,0 0,0 1,0-1,0 1,0-1,0 1,0-1,0 1,0-1,0 1,0 0,1 0,-1 0,0-1,0 1,1 0,-10 14,1 1,1 0,1 0,1 0,0 1,0 0,2 0,0 1,1-1,1 1,1 6,-2-11,1 1,0-1,1 0,1 1,0-1,0 1,2-1,0 0,0 1,1-1,1 0,0-1,1 1,0-1,1 0,0 0,1 0,0-1,1 0,0 0,1-1,0 0,1-1,0 0,6 4,-8-8,1 0,0-1,0 0,0 0,0-1,1 0,-1-1,1 0,0 0,0-1,-1-1,1 1,0-2,0 1,0-1,0-1,-1 0,1 0,-1-1,1 0,-1 0,0-1,0-1,6-3,-15 8,0 0,1 0,-1 1,0-1,0 0,0 0,0 1,1-1,-1 0,0 0,0 1,0-1,1 0,-1 0,0 0,1 0,-1 0,0 1,0-1,1 0,-1 0,0 0,1 0,-1 0,0 0,0 0,1 0,-1 0,0 0,1 0,-1 0,0 0,0 0,1 0,-1 0,0 0,1-1,-1 1,0 0,0 0,1 0,-1 0,0-1,0 1,-2 22,5-20,-1 0,1-1,-1 1,1-1,0 0,0 0,0 0,-1 0,1 0,0 0,0-1,0 1,0-1,0 0,0 0,0 0,0-1,1 1,1-1,0 1,0-1,0 0,0-1,-1 1,1-1,0 0,-1 0,1 0,-1-1,0 1,0-1,0 0,0 0,-1-1,1 1,-1-1,0 0,1 0,-2 0,1 0,-1 0,1-1,-1 1,0-1,-1 0,1 1,-1-1,0 0,0 0,0 0,-1 0,0 0,0 0,0 0,0 0,-1 0,0 0,0 1,0-1,-1 0,0 0,0 1,-1-4,0 5,0-1,0 1,0 0,0 0,0 1,-1-1,1 1,-1 0,1 0,-1 0,0 0,0 0,0 1,0 0,0 0,0 0,-1 0,1 0,0 1,0 0,-1 0,1 0,0 1,0-1,-1 1,1 0,0 0,0 1,0-1,0 1,0 0,1 0,-1 0,0 1,3-3,0 0,1 0,-1 1,0-1,1 0,-1 1,1-1,-1 1,1-1,-1 1,1-1,-1 1,1-1,-1 1,1-1,-1 1,1 0,0-1,0 1,-1-1,1 1,0 0,0-1,0 1,-1 0,1 0,0-1,0 1,0 0,0-1,0 1,0 0,1-1,-1 1,0 0,0-1,0 1,1 0,-1-1,0 1,1 0,-1-1,1 1,-1-1,0 1,1-1,-1 1,1-1,-1 1,1-1,0 0,-1 1,1-1,-1 0,1 1,0-1,-1 0,1 0,0 1,0-1,44 9,-25-8,-1 0,0-2,0 0,0-1,0-1,0-1,-1-1,1-1,-1 0,0-1,-1-1,1 0,-2-2,13-8,-27 15,0 1,1 0,-1 0,0 0,1 0,-1 1,1-1,0 1,0-1,-1 1,1 0,0 0,0 0,0 0,0 1,0-1,0 1,0 0,0 0,0 0,1 0,-1 1,0-1,0 1,0-1,0 1,-1 0,1 0,0 1,0-1,0 1,0-1,3 3,0-1,0 1,-1 0,1 0,-1 0,0 1,0 0,0 0,-1 0,1 1,-1-1,-1 1,1 0,-1 0,0 1,0-1,-1 0,0 1,0 0,0-1,-1 1,0 0,-1 0,1 0,-1 0,-1 6,-27 105,28-116,0 0,0-1,0 1,0 0,1-1,-1 1,1 0,-1-1,1 1,0-1,-1 1,1-1,0 1,0-1,0 0,0 1,0-1,1 0,-1 0,0 0,0 1,1-1,-1-1,1 1,-1 0,1 0,-1-1,1 1,0 0,-1-1,1 0,0 1,-1-1,1 0,0 0,-1 0,1 0,0 0,0 0,67-13,-56 8,0-1,0 0,0-1,-1 0,0-1,-1-1,0 0,0 0,-1-1,0 0,-1-1,0 0,0 0,-1-1,-1 0,0-1,3-8,-2 3,-16 67,5-37,1-3,-1 0,1 0,1 0,0 0,0 1,1-1,0 0,1 0,-1 1,2-1,0 3,-1-10,0-1,0 1,0-1,0 1,0-1,0 0,1 1,-1-1,0 0,1 0,-1 0,1 0,-1 0,1-1,-1 1,1 0,0-1,-1 1,1-1,0 1,-1-1,1 0,0 0,0 1,-1-1,1-1,0 1,0 0,-1 0,1-1,0 1,-1-1,1 1,0-1,-1 0,2 0,15-8</inkml:trace>
  <inkml:trace contextRef="#ctx0" brushRef="#br0" timeOffset="36017.138">27177 16721,'-14'-4,"-4"0,2 6,12 5,15 0,6 1</inkml:trace>
  <inkml:trace contextRef="#ctx0" brushRef="#br0" timeOffset="36560.492">27644 16401,'-6'14,"-6"15,-2 15,-1 13,-3 10,-2 8,-6 19,3 13,5-3,7-11,43-6,33-36,6-27</inkml:trace>
  <inkml:trace contextRef="#ctx0" brushRef="#br0" timeOffset="36561.492">27323 16721,'46'3,"53"0,10-1</inkml:trace>
  <inkml:trace contextRef="#ctx0" brushRef="#br0" timeOffset="36562.492">27992 16468,'9'0,"10"22,6 22,1 19,-3 53,-14 25,-16 5,-37 7,-32-12,-2-28</inkml:trace>
  <inkml:trace contextRef="#ctx0" brushRef="#br0" timeOffset="136642.907">17137 11040,'-1'-1,"0"-1,0 1,0 0,1-1,-2 1,1 0,0 0,0 0,0 0,0 0,-1 0,1 0,-1 0,1 1,0-1,-1 0,1 1,-1-1,1 1,-1 0,0-1,1 1,-1 0,1 0,-1 0,0 0,1 0,-1 1,1-1,-1 0,1 1,-1-1,1 1,-1-1,1 1,-1 0,1 0,0 0,-1 0,-9 12,2 0,0 1,0 0,1 0,1 1,0-1,1 2,-3 14,6-22,-6 19,1 0,1 0,1 1,2 0,1 0,1 0,1 1,2-1,1 0,4 24,-3-36,0-1,2 1,-1-1,2 0,0 0,0-1,2 0,0 0,0-1,1 0,1 0,0-1,1 0,0-1,1 0,0-1,0 0,1-1,14 7,-4-6,1-2,0-1,0-1,1-1,0-1,0-1,0-1,0-1,0-2,0 0,20-5,6 3,-34 3,1 1,0 0,0 1,0 1,-1 1,0 0,0 1,0 1,8 5,16 5,-1-2,2-1,0-3,0-1,1-2,0-2,16-1,242 9,-239-16,-1-3,1-2,28-9,-70 13,20-4,-1-2,-1-1,0-2,26-14,-18 7,-27 13,0-1,-1-1,1-1,-2 0,0-2,0 0,11-10,-7 0,-1 0,-1-2,-1 0,-1-1,-2-1,13-26,-20 38,-1 0,-1 0,0 0,-1-1,0 0,-1 0,-1 0,0 0,-1-1,-1 1,-1-1,0 1,0-1,-3-10,-3 4,0 1,-2 0,0 0,-2 0,0 1,-1 1,-1 0,0 0,-2 1,0 1,-1 0,-1 1,0 0,-1 2,-1 0,0 1,-1 1,0 0,-1 1,0 2,-1 0,0 1,-18-4,-38-5,-1 4,0 3,0 4,-1 3,-58 6,-96-5,129-4,0 5,1 4,-1 5,-15 7,30 3,1 3,2 5,0 3,-9 8,25 9,56-36</inkml:trace>
  <inkml:trace contextRef="#ctx0" brushRef="#br0" timeOffset="137313.145">15867 11467,'-3'0,"0"-2,5-1,6-2,7-2,9-3,8-4,8-2,5-3,3 0,-1 1,-5 1,-8 3,-14 7,-18 6,-9 4</inkml:trace>
  <inkml:trace contextRef="#ctx0" brushRef="#br0" timeOffset="137860.708">15773 11521,'42'190,"-39"-173,-4-14,1 0,0 0,0 0,0 0,1 0,-1 0,0 0,1 0,0 0,0-1,0 1,0 0,0 0,1-1,-1 1,1-1,0 1,0-1,0 1,0-1,0 0,0 0,0 0,1 0,-1-1,1 1,-1-1,1 1,0-1,0 0,-1 0,3 0,4-2,0 0,0-1,0 0,0 0,0-1,-1 0,1-1,-1 0,0-1,0 1,3-3,15-8,-10 6,-1 2,2 0,-1 0,1 1,0 2,4-1,-17 4,0 0,0 0,0 1,1 0,-1 0,0 0,0 1,1-1,-1 1,0 0,0 0,0 0,0 1,0 0,0-1,0 1,-1 1,1-1,-1 0,1 1,-1 0,0 0,0 0,0 0,-1 0,1 1,-1-1,1 2,2 5,0 1,-1-1,-1 1,0 0,0 0,-1 0,-1 0,0 1,0-1,-1 0,-1 1,0-1,0 0,-1 0,0 0,-1 0,0 0,-1 0,0-1,-1 1,0-1,-1-1,0 1,0-1,-1 0,0 0,-1-1,0 1,0-2,-1 1,-3 1,3-3,0 0,-1-1,0 0,0 0,0-1,-1 0,1-1,-1 0,0-1,0 0,0 0,0-1,-8-1,10-1</inkml:trace>
  <inkml:trace contextRef="#ctx0" brushRef="#br0" timeOffset="141596.495">28780 3299,'-32'-12,"-175"11,176 5,-1 1,1 2,0 1,1 1,0 1,0 2,1 1,1 2,0 1,-5 4,24-15,-7 4,0 1,0 0,1 1,0 1,1 0,0 1,1 0,1 1,0 1,1 0,-6 11,-17 37,3 2,-17 51,25-57,7-19,2 2,1 0,3 0,1 1,2 1,1 20,5-56,-6 100,4 1,10 75,-5-136,2 0,3 0,2-1,1 0,3 0,2-1,2-1,1-1,3 0,1-2,11 12,-19-35,0-1,2 0,0-1,1-1,1-1,0 0,1-2,1 0,0-1,1-1,0 0,0-2,1-1,0 0,1-2,0-1,0 0,4-1,10-1,-1 0,1-3,0-1,-1-2,1-1,-1-2,0-2,-1-1,0-1,11-6,-20 6,0-1,0-1,-1-2,-1 0,0-1,-1-2,-1 0,0-1,-1-1,-1-2,-1 0,-1 0,-1-2,-1 0,-1-1,1-5,9-29,-2-1,-3-1,-2-1,5-43,-12 59,2 0,-2 0,-2-1,-3 0,-1 0,-2-1,-2 1,-2-1,-2 1,-9-41,-7 28,-3 1,-3 1,-1 2,-4 1,-1 0,-3 3,-3 1,-23-24,46 55,-1-1,-1 0,-1 1,0 1,-1 0,-17-11,34 28,-1 0,1-1,-1 1,0 0,1 0,-1 1,0-1,0 0,1 0,-1 1,0-1,0 1,0 0,0-1,0 1,0 0,0 0,0 0,0 1,1-1,-1 0,0 1,0-1,0 1,0 0,1-1,-1 1,0 0,0 0,1 0,-1 0,1 0,-1 1,1-1,-9 9</inkml:trace>
  <inkml:trace contextRef="#ctx0" brushRef="#br0" timeOffset="142188.908">28593 2497,'-6'-3,"-1"-1,1 2,-1-1,0 1,0 0,0 1,0-1,0 2,0-1,0 1,0 0,0 0,0 0,-1 1,1 1,0-1,0 1,1 0,-1 1,0-1,1 1,-1 1,1-1,0 1,-1 1,-7 10,1 0,0 1,1 1,1 0,0 1,1 0,1 0,1 1,1 0,0 1,2-1,0 1,1 0,1 1,1-1,1 1,0-1,2 1,2 14,-3-22,0 0,1 0,0 0,1 0,1 0,0 0,1-1,0 1,1-1,0 0,1 0,0-1,1 0,0 0,1 0,0-1,1 0,0-1,0 0,1 0,0-1,1 0,4 2,-11-8,0-1,0 1,1-1,-1 0,0 0,1 0,-1 0,0-1,1 0,-1 0,1 0,-1 0,1-1,-1 1,0-1,1-1,-1 1,0 0,0-1,0 0,0 0,0 0,0-1,-1 1,1-1,-1 0,1 0,-1 0,2-2,0-1,-1 0,1 1,-1-1,-1-1,1 1,-1-1,0 1,0-1,-1 0,0 0,0 0,-1 0,0 0,0-1,0 1,-1 0,0 0,-1-1,1 6,0 0,0 0,0 0,0 0,-1 1,1-1,-1 0,1 0,-1 0,0 0,0 1,0-1,0 0,0 1,0-1,0 1,0-1,-1 1,1-1,0 1,-1 0,1 0,-1 0,0 0,1 0,-1 0,0 0,0 0,1 1,-1-1,0 1,0-1,0 1,0 0,0 0,0-1,0 2,0-1,0 0,1 0,-1 0,0 1,-1 0,-79 37,41-8,2 3,1 1,-29 33,11-6</inkml:trace>
  <inkml:trace contextRef="#ctx0" brushRef="#br0" timeOffset="126551.612">546 2216,'0'-2,"2"-1,6-2,8-3,5-4,7-2,5-2,2-2,-1 0,-2 0,-1 3,-5 3,-3 2,-6 2,-8 1,-6 2</inkml:trace>
  <inkml:trace contextRef="#ctx0" brushRef="#br0" timeOffset="127078.339">505 2190,'-1'22,"1"0,1 0,1 0,0 0,2-1,0 1,3 4,1 11,-8-37,0 1,0 0,0-1,0 1,0-1,0 1,0 0,1-1,-1 1,0-1,0 1,0 0,1-1,-1 1,0-1,1 1,-1-1,1 1,-1-1,0 1,1-1,-1 1,1-1,-1 0,1 1,-1-1,1 0,0 0,-1 1,1-1,-1 0,1 0,0 0,-1 1,1-1,-1 0,1 0,0 0,-1 0,1 0,0 0,-1 0,1-1,-1 1,1 0,0 0,-1 0,1-1,28-20,-20 13,1 0,0-1,-1 0,2 1,-1 1,1-1,0 2,0 0,1 0,0 1,0 0,0 1,10-2,-19 6,0 0,0 0,-1 0,1 1,0-1,0 1,0-1,0 1,-1 0,1 0,0 0,-1 1,1-1,-1 1,1-1,-1 1,0 0,0 0,0 0,0 0,0 0,0 0,0 1,-1-1,1 0,-1 1,0 0,1-1,-1 1,0 0,0 1,12 91,-14-81,0 1,-1-1,-1 0,0 0,0 0,-2 0,0-1,0 1,-7 10,9-19,0 0,0 1,-1-2,0 1,0 0,0-1,0 1,-1-1,1 0,-1-1,0 1,0-1,-1 0,1 0,-1 0,1-1,-1 0,0 0,0-1,0 1,0-1,0-1,0 1,-1-1,-36-4,55-5,1 3</inkml:trace>
  <inkml:trace contextRef="#ctx0" brushRef="#br0" timeOffset="146216.843">2378 1441,'-6'-1,"-1"1,1 0,0 1,-1-1,1 1,0 0,-1 1,1 0,0 0,0 0,0 1,1-1,-1 1,1 1,-1-1,1 1,0 0,0 0,1 0,-1 1,-1 3,-4 3,2 0,-1 0,1 1,1 1,0-1,1 1,1 1,0-1,-1 3,1 6,0-1,1 1,1 0,1 0,1 1,2-1,0 0,1 4,-1-14,1 0,0 0,1-1,1 1,-1-1,2 0,-1 0,2 0,-1-1,2 0,-1 0,1 0,1-1,0 0,8 8,-11-12,0-1,0 0,1 0,-1 0,1-1,0 1,0-1,0-1,0 1,1-1,-1 0,0-1,1 0,0 0,-1 0,1 0,0-1,-1 0,1-1,-1 0,1 0,0 0,-1-1,0 1,1-2,-1 1,0-1,0 0,0 0,0 0,-1-1,1 0,-1 0,0-1,0 1,-1-1,1 0,-1 0,2-4,-2 1,0 1,-1-1,0 1,0-1,-1 0,0 0,0 0,-1 0,0 0,0-1,-1 1,0 0,-1 0,0 0,0-1,0 1,-1 0,-1 0,1 1,-1-1,0 0,-1 1,0 0,0 0,-1 0,0 0,0 1,0-1,-1 1,-3-3,6 8,1-1,-1 1,1-1,-1 1,1 0,-1 0,0 0,0 0,0 0,1 1,-1-1,0 1,0 0,0 0,0 0,0 0,0 0,0 1,0-1,1 1,-1 0,0 0,0 0,1 0,-1 0,0 1,1-1,0 1,-1 0,1-1,0 1,0 0,-2 3,-4 3,1 0,0 1,0 0,1 0,1 1,-1 0,2 0,-3 4,3-4,0-1,0 0,0 1,2 0,-1 0,1 0,0 0,1 0,0 0,1 0,0 1,1-1,0 0,0 0,1 0,1 0,0 0,0 0,0-1,1 1,1 0,15 11</inkml:trace>
  <inkml:trace contextRef="#ctx0" brushRef="#br0" timeOffset="149294.634">2952 2524,'-11'9,"1"1,0 0,1 0,0 1,1 0,0 0,1 1,0 0,0 1,2 0,-1-1,2 2,0-1,0 0,1 1,1 0,0 0,1 0,1 0,0-1,2 12,-3-23,1 0,0 0,0 0,0 0,1 0,-1 0,0 0,1 0,-1 0,1 0,0 0,0 0,0 0,0 0,0 0,0-1,0 1,0 0,1-1,-1 1,1-1,-1 0,1 1,-1-1,1 0,0 0,0 0,0 0,-1 0,1 0,0-1,0 1,0-1,0 1,0-1,0 0,0 0,1 0,-1 0,0 0,0 0,0 0,0-1,0 1,0-1,0 1,0-1,-1 0,1 0,1 0,7-9,0 0,-1 0,0-1,0-1,-1 1,-1-1,0 0,-1-1,0 0,-1 0,0 0,-1-1,1-6,5-13,-2 0,-1 0,-2-1,-1 0,-1 0,-2 0,-2 0,-1 0,-1 1,-2-1,-1 0,-6-11,12 45,-1-7,-1 0,0 0,0 0,-1 1,0-1,0 1,0-1,-1 1,0 0,0 1,-1-1,0 1,0-1,-5-3,10 9,-1 0,0-1,0 1,0 0,0 0,0 0,0 0,0-1,0 1,0 1,0-1,0 0,0 0,0 0,1 0,-1 1,0-1,0 0,0 1,0-1,0 1,1-1,-1 1,0-1,0 1,1 0,-1-1,0 1,1 0,-1-1,1 1,-1 0,1 0,-1 0,1 0,-1-1,1 1,0 0,-1 1,-10 38,8-21,1-1,1 1,0 0,2-1,0 1,1 0,0-1,2 0,0 1,1-1,1-1,1 1,1-1,0 0,1-1,0 0,2 0,0-1,0-1,1 1,1-2,1 0,0 0,12 7,-21-16,1 0,-1 0,1-1,0 0,0 0,0 0,0-1,1 0,-1 0,0 0,1-1,0 0,-1 0,1-1,-1 0,1 0,0-1,-1 1,1-1,-1-1,1 1,-1-1,1 0,-1-1,0 0,0 0,0 0,-1 0,1-1,-1 0,0 0,0-1,0 1,-1-1,3-3,0-4,-1 0,0 0,-1 0,0-1,-1 1,0-1,-1 0,-1 0,0-1,-1 1,0 0,-1-1,-1 1,0 0,0 0,-2-1,1 1,-2 0,0 1,0-1,-1 1,-1 0,0 0,-3-4,9 15,0 0,0 1,0-1,0 0,-1 1,1-1,0 1,0-1,0 0,-1 1,1-1,0 1,-1-1,1 0,0 1,-1-1,1 1,-1-1,1 1,-1 0,1-1,-1 1,1-1,-1 1,0 0,1 0,-1-1,1 1,-1 0,0 0,1 0,-1-1,0 1,1 0,-1 0,0 0,1 0,-1 0,0 0,1 1,-1-1,0 0,1 0,-1 0,0 1,1-1,-1 0,1 0,-1 1,1-1,-1 1,1-1,-1 0,1 1,-1-1,1 1,-1-1,1 1,0 0,-1-1,1 1,0-1,-1 1,1 0,0-1,0 10,1 0,0 0,1-1,-1 1,2 0,0-1,0 0,0 1,1-1,1-1,-1 1,2-1,-1 1,2 0,0-1,0 0,0 0,1-1,0 0,0-1,0 0,1 0,0 0,0-1,1-1,-1 0,1 0,0-1,0 0,0 0,0-1,1-1,-1 0,1 0,-1-1,0 0,1-1,-1 0,1-1,-1 0,0 0,0-1,9-4,33-13</inkml:trace>
  <inkml:trace contextRef="#ctx0" brushRef="#br0" timeOffset="143704.131">1402 1909,'0'2,"2"6,3 7,3 7,3 6,1 5,1 6,1 3,-3 4,-2 1,-1-4,-2-4,-1-4,-2-6,-2-8</inkml:trace>
  <inkml:trace contextRef="#ctx0" brushRef="#br0" timeOffset="145191.987">1254 2230,'0'0,"0"-1,-1 1,1 0,0-1,-1 1,1 0,0-1,0 1,-1 0,1-1,0 1,0-1,0 1,0-1,0 1,0-1,-1 1,1 0,0-1,0 1,0-1,0 1,1-1,-1 1,0-1,0 1,0-1,0 1,0 0,0-1,1 1,-1-1,0 1,0 0,1-1,-1 1,0 0,1-1,-1 1,0 0,1-1,-1 1,0 0,1 0,-1-1,1 1,-1 0,1 0,-1 0,0 0,1 0,82-39,-53 28,-27 9,48-16,-2-2,0-3,-1-1,-2-3,30-22,-62 32,-10 9</inkml:trace>
  <inkml:trace contextRef="#ctx0" brushRef="#br0" timeOffset="149861.123">4129 1615,'8'6,"0"-1,0 1,1-2,0 1,0-1,0 0,0-1,0 0,1 0,0-1,-1 0,1-1,0 0,0-1,-1 0,1 0,0-1,0 0,0-1,-1 0,1-1,-1 0,0 0,0-1,0 0,8-6,3-5,-1 0,0-2,-2 0,0-2,-1 0,-1 0,0-1,-2-1,-1-1,0 1,-1-2,-2 0,0 0,1-11,-5 21,0-1,-1 1,-1-1,0 0,-1 0,-1 0,0 0,-1-1,0 1,-1 0,-1 0,0 0,-2-2,4 15,0 0,0 0,0 0,0 0,0 0,0 0,0 0,-1 0,1 0,0 0,-1 0,1 1,-1-1,1 0,-1 0,1 0,-1 0,0 1,1-1,-1 0,0 1,0-1,1 0,-1 1,0-1,0 1,0-1,0 1,0 0,1-1,-1 1,0 0,0 0,0-1,0 1,0 0,0 0,0 0,0 0,0 0,0 1,0-1,0 0,0 0,0 1,0-1,0 0,0 1,0-1,0 1,1-1,-1 1,0 0,0-1,1 1,-1 0,0-1,1 1,-6 11,0 0,2 0,-1 1,2-1,-1 1,2 0,0 0,0 0,1 0,1 0,0 0,1 0,0 0,1 0,2 5,4 35,3-1,2 1,2-2,3 0,20 41,135 240,-72-147,-6 18,-76-156</inkml:trace>
  <inkml:trace contextRef="#ctx0" brushRef="#br0" timeOffset="151702.572">4597 2016,'2'-9,"0"1,0-1,0 1,1 0,1 0,-1 0,1 0,1 1,-1-1,1 1,1 0,-1 1,1-1,0 1,5-4,-8 8,50-50,3 3,36-24,-34 28,-2-2,29-33,-69 60,-31 28,3 5,0-1,1 2,1 0,0 0,1 1,0 0,2 0,-1 1,2 0,0 1,1-1,-2 14,6-28,0 0,1 0,-1 0,1 0,-1 1,1-1,0 0,0 0,0 0,0 1,0-1,1 0,-1 0,1 0,-1 1,1-1,0 0,0 0,0 0,0 0,0 0,0-1,0 1,1 0,-1 0,1-1,-1 1,1-1,0 1,-1-1,1 0,0 0,0 0,0 0,0 0,0 0,0 0,0-1,0 1,1-1,-1 1,0-1,0 0,0 0,0 0,1 0,-1 0,0-1,0 1,2-1,7-4,-1-1,0 0,0-1,0 0,-1 0,0-1,-1-1,0 1,0-1,-1 0,0-1,0 0,-1 0,0-1,-1 1,-1-1,1 0,-2-1,1 1,-2 0,1-1,-2 0,1 0,-2 1,0-6,1-31,-2 108,2-51,1 1,-1-1,2 0,-1 1,2-1,-1 0,1-1,0 1,1-1,3 5,-6-10,-1-1,1 1,0-1,0 0,1 0,-1 0,0 0,1 0,-1 0,1 0,-1-1,1 1,0-1,0 0,0 0,0 0,0 0,0 0,0-1,0 1,0-1,0 0,0 0,0 0,0 0,0-1,0 1,0-1,0 0,0 0,0 0,0 0,0 0,1-2,8-5,-1-1,0 0,0-1,-1-1,0 1,-1-2,-1 1,1-1,-2 0,0-1,0 0,-1 0,-1 0,0-1,-1 0,1-4,3-16,-1-1,-2 0,-2 0,-1 0,-1-9,1 79,2-1,2 0,1 0,3 8,-1-6,43 170,10-3,19 26,-40-131,-26-77,-15-21,1 0,-1 0,1 0,0 0,-1 0,1-1,-1 1,1 0,-1 0,1-1,0 1,-1 0,1-1,-1 1,0 0,1-1,-1 1,1-1,-1 1,0-1,1 1,-1-1,0 1,1-1,-1 1,0-1,0 0,0 1,0-1,1 1,-1-1,0 0,0 1,0-1,0 1,0-1,0 0,-1 1,1-1,0 1,0-1,0 0,-1 1,1-1,0 1,0-1,-1 1,1-1,0 1,-1-1,-7-36,-1 0,-1 1,-3 1,-1 0,-2-2,0-2,-40-93,7 20,6-2,-1-17,31 56,14 73,0 0,0 0,1 0,-1 0,1 0,-1 0,1 0,0 0,0 1,0-1,0 0,0 1,0 0,0-1,0 1,1 0,-1 0,0 1,1-1,-1 0,1 1,-1-1,1 1,-1 0,1 0,-1 0,1 0,-1 0,1 1,-1-1,1 1,-1-1,1 1,-1 0,0 0,6 0,6-1,-1 1,1 0,-1 1,1 1,-1 0,0 1,0 0,0 1,-1 0,0 1,0 1,0 0,0 0,-1 1,-1 1,1 0,0 1,-10-7,1-1,0 1,-1 0,0-1,0 1,1 0,-2 0,1 0,0 0,0 0,-1 0,0 0,0 0,0 0,0 0,0 0,0 0,-1 0,1 0,-1 0,0-1,0 1,0 0,0 0,-1 0,1-1,-1 1,0-1,1 1,-1-1,0 0,-1 0,1 0,0 0,0 0,-1 0,1 0,-1-1,0 1,1-1,-1 0,0 0,-1 0,1 1,0 0,0-1,0 0,0 1,0-1,-1 0,1-1,0 1,-1 0,1-1,-1 0,1 0,0 0,-1 0,1-1,-1 1,1-1,0 0,-1 0,1 0,0 0,0-1,0 1,0-1,0 0,0 0,0 0,1 0,-1 0,1 0,-1-1,0-1,-2-9,0-1,0 1,1-1,1 0,0-1,1 1,1-1,0 1,1-1,1 1,0-1,0 1,4-10,-4 14,6-62,7-58,-4-101,-11 190,-1 0,-3 0,-1 0,-2 0,-1 1,-3 0,-11-26,19 55,0-1,-2 1,1 0,-1 0,-1 0,0 1,0 0,-1 0,-4-2,12 11,-1 1,1-1,-1 0,1 1,-1-1,1 0,-1 1,0-1,1 1,-1-1,0 1,0 0,1-1,-1 1,0 0,0-1,0 1,1 0,-1 0,0 0,0-1,0 1,0 0,1 0,-1 0,0 1,0-1,0 0,0 0,1 0,-1 1,0-1,0 0,0 1,1-1,-1 0,0 1,1-1,-1 1,0 0,1-1,-1 1,0-1,1 1,-1 0,1-1,0 1,-1 0,1 0,-1-1,1 1,0 0,0 0,-1 0,1 0,-8 52,10-16,1-1,3 1,0-1,3 0,1 0,1-1,2 0,2-1,1-1,1 0,2-1,1-1,2-1,3 3,-9-11,1-1,0-1,1 0,1-2,1 0,1-1,0-1,1-1,1-1,0 0,1-2,1-1,7 2,-29-12,1-1,-1 1,1 0,-1-1,0 1,1-1,-1 0,1 0,-1-1,1 1,-1-1,0 1,1-1,-1 0,0-1,1 1,-1 0,0-1,0 0,0 0,0 0,-1 0,1 0,-1 0,1-1,-1 1,0-1,1 0,-1 1,-1-1,1 0,0 0,0-3,5-12,-2 1,0-1,-1 0,-1 0,-1-1,0 1,-2-1,0 1,-1-10,-6-11,1 47,5-4,1-1,0 0,0 1,0-1,1 0,-1 1,1-1,-1 0,1 1,0-1,0 0,1 0,-1 0,1 0,-1 0,1 0,0 0,0-1,0 1,1-1,-1 1,1-1,-1 0,1 0,0 0,-1 0,1 0,0-1,0 0,0 1,1-1,-1 0,0 0,0-1,1 1,-1-1,0 1,1-1,-1 0,0 0,1-1,2 0,7-4,-1-1,0-1,0 0,-1-1,0 0,0-1,-1 0,0 0,0-1,-1-1,-1 1,1-2,-2 1,0-1,0 0,-1 0,-1-1,0 0,0 0,-1 0,-1 0,-1-1,1-3,7-55,-11 79,2 0,-1 0,1 0,0 0,0-1,1 1,0 0,0 0,1-1,0 1,0-1,0 0,1 0,0 0,0 0,1-1,-1 0,1 0,0 0,1 0,-1-1,1 0,0 0,0 0,0-1,0 0,1 0,-1 0,1-1,0 0,-1-1,1 1,0-1,0 0,0-1,0 0,0 0,0-1,0 1,6-3,-2-1,-1 0,0-1,0 0,0-1,-1 0,1-1,-1 0,-1 0,0-1,0 0,0 0,-1-1,0 0,-1 0,0-1,0 0,0-4,6-10,-2-1,-1 0,0 0,-2-1,-1-1,1-21,-2 9,-3 0,-1 0,-2 0,-2 0,-2 0,-1 0,-2 1,-1 0,-2 0,-2 1,-1 1,-2 0,-34-36,48 72,0-1,0 1,1-1,-1 1,0 0,0 0,0 0,0 0,0 0,1 0,-1 0,0 1,0-1,0 1,1-1,-1 1,0 0,0 0,1-1,-1 1,1 0,-1 1,1-1,-1 0,1 0,0 1,-1-1,1 0,0 1,0-1,0 1,0 0,0-1,1 1,-1 0,0 0,1-1,-1 1,1 0,0 0,0 0,0 0,-1-1,2 1,-1 2,-9 31,1 1,3 0,0 0,3 1,0-1,3 1,1-1,2 1,1-1,4 9,-5-26,1-1,0 1,2-1,0 0,1-1,1 0,0 0,1-1,1 0,1 0,0-2,1 1,0-1,1-1,1-1,0 0,1-1,0 0,0-2,1 0,1 0,11 3,19 2,-9-7</inkml:trace>
  <inkml:trace contextRef="#ctx0" brushRef="#br0" timeOffset="151917.995">5600 746,'-16'2,"-15"3,-6 3,1 1,9-2,16-2,23-7,30-11,31-18,30-19,24-19,17-12,3-8,-6 2,-19 9,-30 18</inkml:trace>
  <inkml:trace contextRef="#ctx0" brushRef="#br0" timeOffset="155496.212">4583 2336,'-1'20,"1"-1,1 1,1 0,1-1,0 0,2 1,0-1,1-1,1 1,0-1,2 0,0-1,1 0,7 9,-4-4,0-1,2-1,0 0,1-1,1-1,1-1,1 0,0-1,1-1,0-1,1-1,4 1,-21-11,0-1,1 0,-1 0,1 0,-1 0,1-1,0 0,0 0,-1 0,1 0,0-1,0 0,0 0,0 0,0-1,0 0,-1 1,1-2,0 1,0 0,-1-1,1 0,-1 0,0-1,1 1,-1-1,0 0,-1 0,1 0,0 0,-1-1,0 0,2-2,4-8,-1-1,-1 0,-1 0,0-1,-1 1,-1-1,0-1,-1 1,0 0,-1-14,1-14</inkml:trace>
  <inkml:trace contextRef="#ctx0" brushRef="#br0" timeOffset="155761.368">4463 2698,'16'-11,"16"-14,17-13,16-14,10-9,7-2,0 6,-10 10,-16 14</inkml:trace>
  <inkml:trace contextRef="#ctx0" brushRef="#br0" timeOffset="156860.957">5212 2791,'-4'-30,"0"1,-1 0,-2 0,-2 0,0 1,-2 0,0 1,-2 0,-2 1,0 0,-8-8,23 34,-1 0,1-1,-1 1,1 0,-1-1,1 1,-1-1,1 1,-1-1,1 1,-1-1,1 1,0-1,-1 1,1-1,0 0,0 1,-1-1,1 1,0-1,0 0,0 1,0-1,0 0,0 1,0-1,0 0,0 1,0-1,0 1,0-1,1 0,-1 1,0-1,0 0,1 1,-1-1,0 1,1-1,-1 1,0-1,1 1,-1-1,1 1,-1-1,1 1,-1 0,1-1,-1 1,1 0,-1-1,1 1,0 0,-1 0,1-1,0 1,-1 0,1 0,-1 0,1 0,0 0,-1 0,1 0,0 0,193-42,-189 40,1 1,0-1,0 1,-1 0,1 0,0 0,0 1,0 0,0 0,0 1,0 0,0 0,0 0,0 1,-1-1,1 1,0 1,-1-1,0 1,0 0,0 0,0 1,0-1,0 1,-1 0,0 0,0 1,64 130,-66-134,-1 1,0 0,1-1,-1 1,1-1,-1 0,1 1,-1-1,1 0,0 0,0 0,0 0,0 0,-1-1,1 1,0 0,0-1,1 1,-1-1,0 0,0 0,0 0,0 0,0 0,0 0,0-1,0 1,0-1,0 1,0-1,2-1,54-37,-34 16,0-2,-2-1,-1 0,-1-2,-1 0,-2-2,-1 1,3-11,-19 39,2-1,0-1,0 0,-1 0,1 0,-1 0,0 0,0 0,0 0,0-1,0 1,-1 0,0-1,1 1,-1 0,0 0,-1-1,1 1,-1 0,1-1,-1 1,0 0,0 0,0 0,-1 0,0-1,0 4,-1 0,0 0,1 0,-1 1,0-1,1 0,-1 1,0 0,1 0,-1 0,1 0,-1 0,1 0,0 1,0-1,-1 1,1 0,0-1,0 1,0 0,1 0,-1 0,0 0,1 1,-1-1,0 2,1-3,-6 7,1 0,0 1,0 0,1 0,0 0,0 1,1-1,0 1,1 0,0 0,1 0,0 1,0-1,1 1,1-1,0 4,0-12,0 0,0 0,0 0,1 0,-1-1,1 1,-1 0,1 0,0 0,0-1,0 1,0 0,0-1,0 1,0-1,1 1,-1-1,0 0,1 1,-1-1,1 0,-1 0,1 0,0 0,0 0,-1-1,1 1,0 0,0-1,0 1,0-1,-1 0,1 0,0 1,0-1,0-1,0 1,1 0,70-26,-63 20,-1-1,1 0,-1 0,-1-1,1 0,-1-1,-1 0,1 0,-2-1,1 1,-1-2,-1 1,0-1,0 1,-1-1,-1 0,1-1,-2 1,0-1,0 1,-1-1,0 0,-1 1,-2-13,-7 1,9 23,-1-1,1 1,0 0,0 0,-1-1,1 1,0 0,0 0,-1 0,1 0,0-1,-1 1,1 0,0 0,-1 0,1 0,0 0,-1 0,1 0,0 0,-1 0,1 0,0 0,-1 0,1 0,0 0,0 0,-1 0,1 1,0-1,-1 0,1 0,0 0,-1 0,1 1,0-1,0 0,-1 0,1 0,0 1,0-1,0 0,-1 1,1-1,0 0,0 0,0 1,0-1,0 0,0 1,-1-1,1 0,0 1,0-1,0 0,0 1,0-1,0 0,0 1,0-1,0 0,1 1,-1-1,0 0,0 1,0-1,0 0,0 0,1 1,-3 3,1 0,1 0,-1 1,0-1,1 0,0 0,0 1,1-1,-1 0,1 0,0 1,0-1,0 0,0 0,1 0,0 0,-1 0,2 0,-1-1,0 1,1-1,0 1,-1-1,1 0,0 0,1 0,-1-1,1 1,-1-1,1 1,0-1,0-1,-1 1,1 0,1-1,-1 0,0 0,0 0,0 0,1-1,-1 0,0 0,1 0,-1 0,0 0,0-1,3-1,1-2,-1 0,0-1,0 1,-1-2,1 1,-1-1,0 0,-1 0,1-1,-1 1,-1-1,1 0,-1-1,0 1,-1-1,0 1,0-1,0 0,-1-1,-1 1,1 0,-1 0,-1-1,1 1,-2 0,1-1,-1 1,0 0,-1-1,1 1,-2 0,1 0,-1 0,-2-2,5 10,0 1,0-1,-1 0,1 1,0-1,-1 0,1 1,0-1,-1 0,1 0,0 1,-1-1,1 0,-1 0,1 0,0 0,-1 0,1 1,-1-1,1 0,0 0,-1 0,1 0,-1 0,1 0,-1 0,1 0,0-1,-1 1,1 0,-1 0,1 0,0 0,-1 0,1-1,0 1,-1 0,1 0,0-1,-1 1,1 0,0-1,-1 1,1 0,0-1,0 1,-1 0,1-1,0 1,0-1,0 1,0 0,0-1,-1 1,1-1,0 1,-2 37,2-32,0-1,1 0,-1 1,1-1,0 0,1 1,-1-1,1 0,-1 0,1 0,0 0,1 0,-1-1,1 1,0-1,0 1,0-1,0 0,0 0,1 0,-1-1,1 1,0-1,-1 0,1 0,1 0,-1 0,0-1,0 0,0 0,1 0,-1 0,1-1,-1 1,0-1,1 0,-1-1,1 1,-1-1,0 0,1 0,-1 0,0 0,0-1,0 0,0 0,0 0,3-2,-2-1,0 0,0-1,-1 1,0-1,0 0,0 0,-1 0,0-1,0 1,0-1,-1 0,0 1,0-1,-1 0,0 0,0 0,-1-5,-10-118,-3 104,13 34,0 0,1 1,1-1,-1 1,1-1,1 0,-1 0,1 0,1 0,-1-1,1 1,1-1,0 0,0 0,0 0,-2-3,1-1,-1 1,1 0,0-1,0 0,0 0,0 0,1-1,-1 1,1-1,0 0,-1 0,1 0,0-1,0 0,0 0,0 0,0-1,0 1,1-1,-1 0,0-1,0 1,0-1,0 0,0 0,0-1,0 0,20-8</inkml:trace>
  <inkml:trace contextRef="#ctx0" brushRef="#br0" timeOffset="157451.392">6508 1642,'2'-2,"0"1,0 0,0-1,0 1,0 0,0 0,0 0,1 0,-1 1,0-1,1 1,-1-1,0 1,1 0,-1 0,0 0,1 0,-1 0,1 0,-1 1,3 0,0 0,9 0,0 2,0 0,0 0,0 1,0 1,-1 1,0 0,0 0,-1 1,1 1,-1 0,-1 1,0 0,0 0,-1 1,0 1,-1 0,0 0,-1 1,4 7,67 128,-70-123,1-1,2 0,0 0,1-1,1-1,1 0,2-1,-1-1,2 0,1-1,14 10,-31-25,1-1,-1 0,1 1,-1-1,1 0,0-1,0 1,0 0,0-1,0 0,0 0,1 0,-1 0,0 0,1 0,-1-1,0 0,1 0,-1 0,1 0,-1 0,0-1,1 1,-1-1,0 0,0 0,1 0,-1 0,0-1,0 1,0-1,0 0,-1 0,1 0,0 0,-1-1,0 1,1-1,-1 1,0-1,0 0,0 1,0-2,0-4,0-1,0 1,0-1,-1 1,0-1,-1 0,0 0,0 1,-1-1,0 0,-1 1,0-1,0 1,-1-1,0 1,0 0,-1 0,0 1,-5-8,-3-4,-1 1,-1 0,0 0,-2 2,0 0,0 1,-6-3,-2 0,-1 0,0 2,-2 0,0 2,0 1,-1 1,-1 2,0 1,0 1,-11-1,36 9,-25-9,29 9,-1 0,1-1,0 1,-1 0,1-1,0 1,0-1,-1 1,1-1,0 1,0-1,0 1,-1 0,1-1,0 1,0-1,0 1,0-1,0 1,0-1,0 1,0-1,0 1,1-1,-1 1,0-1,0 1,0-1,0 1,1-1,-1 1,0-1,0 1,1 0,-1-1,0 1,1 0,-1-1,1 1,-1 0,0-1,1 1,-1 0,1 0,-1-1,1 1,-1 0,1 0,-1 0,1 0,-1 0,1 0,-1-1,1 1,151-92,73-65,-223 156,-1-1,0 1,0 0,1-1,-1 1,0 0,1 0,0 0,-1 0,1 0,-1 0,1 0,0 0,0 1,0-1,-1 1,1 0,0-1,0 1,0 0,0 0,0 0,-1 0,1 0,0 0,0 1,0-1,0 1,-1-1,1 1,0 0,0 0,-1-1,1 1,-1 0,1 1,-1-1,1 0,-1 0,1 1,-1-1,0 0,0 1,0 0,1 0,17 78,-18-70,0 0,1 0,0-1,0 1,1 0,1-1,0 1,0-1,0 0,1-1,1 1,4 5,-9-12,1-1,-1 1,0-1,1 0,-1 0,1 1,0-1,-1 0,1 0,0-1,0 1,-1 0,1-1,0 1,0-1,0 1,0-1,0 0,0 0,0 0,0 0,0 0,0 0,1-1,8-4</inkml:trace>
  <inkml:trace contextRef="#ctx0" brushRef="#br0" timeOffset="157714.446">7030 1294,'-10'5,"5"1,7-3,4-1</inkml:trace>
  <inkml:trace contextRef="#ctx0" brushRef="#br0" timeOffset="158054.52">7217 840,'19'51,"7"10,17 40,4-1,41 60,-82-149,0 0,0-1,1 0,1 0,0-1,0 0,1 0,0-1,0 0,1-1,0 1,0-2,10 5,-17-10,0-1,1 1,-1-1,0 0,1 0,-1 0,1 0,-1 0,0-1,0 0,1 0,-1 0,0 0,0 0,0 0,0-1,0 0,0 1,0-1,-1 0,1 0,-1-1,1 1,-1-1,0 1,2-3,46-75,-35 47,-1-1,-2 0,-2-1,7-35,-13 60,-4 28,1-2,0-8,0 0,1 0,0-1,0 1,1-1,-1 0,2 1,-1-1,1-1,3 6,-5-10,0 0,0 1,0-1,0 0,0 0,0 0,0-1,1 1,-1 0,1-1,-1 1,1-1,0 0,-1 0,1 0,0 0,0-1,0 1,0-1,0 0,-1 0,1 0,0 0,0 0,0 0,0-1,0 1,0-1,2-1,18-8</inkml:trace>
  <inkml:trace contextRef="#ctx0" brushRef="#br0" timeOffset="158318.034">7778 866,'-18'2,"-11"3,-4 1,0 2,4 1,2 0,0-2,3-3</inkml:trace>
  <inkml:trace contextRef="#ctx0" brushRef="#br0" timeOffset="158608.717">7351 933,'16'-12,"14"-7,13-9,12-5,6-4,8-1,3 4,-11 8</inkml:trace>
  <inkml:trace contextRef="#ctx0" brushRef="#br0" timeOffset="158765.72">8126 1040,'14'-8,"0"-1,0 0,-1 0,0-2,-1 1,0-2,-1 1,0-2,-1 1,0-2,-1 1,0-1,-2 0,1-1,-2 0,0 0,-1-1,0 1,0-5,3-39,-8 57,0 1,0-1,0 1,0-1,0 1,0-1,0 1,-1-1,1 1,0 0,-1-1,1 1,-1-1,0 1,1 0,-1 0,0-1,0 1,0 0,0 0,0 0,0 0,0 0,0 0,-1 0,1 0,0 0,0 1,-1-1,1 0,0 1,-1-1,1 1,-1 0,1-1,-2 1,-4 2,-1 0,1 1,0 0,0 0,0 0,1 1,-1 0,1 0,0 1,0 0,0 0,1 0,-1 1,1 0,1 0,-1 0,1 0,0 1,-3 6,1-1,0 0,0 0,1 0,1 1,0 0,0 0,2 0,-1 0,2 0,0 1,0-1,1 1,0-9,1 1,-1-1,1 0,0 0,0 0,1 1,0-1,-1 0,2 0,-1-1,0 1,1 0,0-1,0 0,1 0,-1 0,1 0,0 0,0 0,0-1,0 0,0 0,1 0,0-1,-1 1,1-1,0 0,0 0,0-1,1 0,0 1,11-1,0 0,1-1,-1-1,0-1,0 0,0-1,0-1,0-1,-1 0,1-1,-1-1,-1 0,1-1,12-10,-6 5,-2 0,0-2,0 0,-1-2,-1 0,-1-1,8-11,5-12</inkml:trace>
  <inkml:trace contextRef="#ctx0" brushRef="#br0" timeOffset="4565.809">6642 5986,'-11'-4,"-1"1,0 0,0 1,-1 0,1 1,0 0,-1 1,1 0,-8 2,-13-1,-15 0,1 3,-1 2,1 2,0 2,1 2,-36 15,-37 17,3 5,1 5,4 4,-81 58,148-84,2 2,1 1,2 2,1 2,2 2,-10 16,35-38,0 0,1 1,1 0,1 0,1 1,1 0,1 0,0 0,2 1,0 0,2 0,0 0,2-1,0 1,1 0,3 9,-3-9,2 0,0 0,1-1,1 0,1 0,0 0,2-1,1 0,0-1,1 0,1-1,1 0,1-1,0 0,1-1,1-1,5 4,45 26,3-3,1-2,3-4,33 20,-61-33,2-2,0-3,1-1,0-2,2-3,19 2,-14-4,134 15,43-26,-212-1,-1-1,1 0,-1-2,1 0,-1-1,-1-1,1-1,-1-1,-1 0,0-1,0-1,-1-1,0 0,-1-1,0 0,-1-2,3-4,4-7,0-1,-2-2,-1 1,-1-2,-2 0,-1-1,-1-1,-2 0,-1-1,-2 0,-1 0,0-6,-4 19,10-61,-4-1,-3-1,-3-22,-9 66,-1 2,-1-1,-2 1,-2 0,-2 1,-1 1,-1 0,-2 1,-21-29,-57-125,75 133,16 38,-1 0,0 1,-1 0,-1 0,-1 0,0 1,-1 0,0 1,-1 0,-1 1,-4-3,-3 3,0 1,-1 0,0 2,-1 0,-1 2,1 0,-1 1,0 1,-1 2,1 0,-1 1,0 1,0 1,0 1,0 2,0 0,1 1,-1 1,1 1,0 1,0 1,0 1,-12 7,-243 122,187-87</inkml:trace>
  <inkml:trace contextRef="#ctx0" brushRef="#br0" timeOffset="5380.139">4222 6882,'109'-24,"-99"22,9-2,1 1,-1 0,0 2,1 0,19 2,-36-1,-1 0,1 1,-1 0,1-1,0 1,-1 0,0 0,1 0,-1 1,0-1,1 0,-1 1,0 0,0-1,0 1,0 0,-1 0,1 0,0 0,-1 0,1 1,-1-1,0 0,0 1,0-1,0 1,0-1,-1 1,1 0,-1-1,1 1,-1-1,0 1,0 0,0 1,-1 5,0 0,0 0,-1 0,0 0,0 0,-1 0,0 0,-1-1,-3 6,1-4,5-9,0 1,-1-1,1 0,0 1,0-1,0 0,0 1,0 0,0-1,1 1,-1-1,0 1,1 0,-1 0,1-1,0 1,-1 0,1 0,0-1,0 1,0 0,0 0,1-1,-1 1,0 0,1 0,-1-1,1 1,0 0,-1-1,1 1,0 0,0-1,0 1,69 31,-61-31,-1 0,0 1,0 0,-1 0,1 1,-1 0,1 1,-1-1,0 1,-1 1,1-1,-1 1,0 0,-1 1,0-1,0 1,0 0,0 1,2 6,-6-11,-1 0,1 1,-1-1,0 1,0-1,0 1,0-1,-1 0,1 1,-1-1,0 1,0-1,0 0,0 0,-1 0,1 0,-1 0,0 0,0 0,0 0,0 0,0-1,-1 1,1-1,-1 0,-73 50,74-52,-4 4,0-1,0 1,0-2,-1 1,0-1,1 0,-1 0,0-1,0 0,0 0,0 0,-2-1,-1-7,8-3</inkml:trace>
  <inkml:trace contextRef="#ctx0" brushRef="#br0" timeOffset="147456.208">573 3419,'-6'-18,"7"22,153 425,-143-397,-5-13,0 1,2-1,0-1,1 1,1-1,1-1,0 0,13 13,-23-28,1 0,0 0,0 0,0 0,1-1,-1 0,0 1,1-1,-1 0,0 0,1 0,0 0,-1 0,1-1,-1 1,1-1,0 0,-1 0,1 0,0 0,-1 0,1 0,0-1,-1 1,1-1,-1 0,1 0,-1 0,1 0,-1 0,0-1,1 1,-1-1,0 1,0-1,0 0,0 0,0 0,-1 0,1 0,0 0,0-2,12-17,-1-1,-1-1,-1 0,-1 0,-1-1,-1-1,-1 1,-1-1,-1-1,-1 1,-2 0,0-3,0-12,1 54,1 1,1-1,0 0,0-1,2 1,0-1,0 0,1-1,1 0,0 0,1-1,0 0,7 6,24 6,-24-18</inkml:trace>
  <inkml:trace contextRef="#ctx0" brushRef="#br0" timeOffset="147702.548">1054 3486,'-7'-2,"-4"-1,-3 2,-3 2,0 0</inkml:trace>
  <inkml:trace contextRef="#ctx0" brushRef="#br0" timeOffset="147890.088">573 3673,'7'-4,"9"-9,13-11,13-13,13-11,8-9,8-4,0 1,-7 10,-14 12</inkml:trace>
  <inkml:trace contextRef="#ctx0" brushRef="#br0" timeOffset="148334.895">1361 3460,'4'2,"14"6,0 1,0 1,-1 0,-1 2,0-1,0 2,-1 0,-1 1,0 1,-1 0,-1 0,0 2,-1-1,4 11,-28-183,12 146,0 0,1 0,0 0,1 0,0 0,0 0,1 0,0 0,1 0,0 1,1-1,0 1,0 0,1 0,0 1,1-1,0 1,0 0,7-5,-11 12,1 1,-1-1,1 1,-1 0,1 0,-1 0,1 0,-1 0,1 1,-1-1,1 1,-1 0,0 0,1 0,-1 0,0 0,0 0,1 0,-1 1,0-1,0 1,0 0,-1-1,1 1,0 0,-1 0,1 0,-1 0,0 1,1-1,-1 0,0 0,0 1,-1-1,1 1,0-1,-1 1,0 0,8 11,-5-6,1-1,0 0,1 0,-1 0,1-1,1 1,-1-1,1 0,0-1,0 0,1 0,0 0,0 0,0-1,0 0,1-1,-1 0,1 0,0 0,0-1,0-1,0 1,0-1,5 0,1-3,0 0,0-1,0-1,-1 0,1-1,-1 0,0-1,-1-1,1 0,-1 0,-1-1,1-1,7-7,22-20</inkml:trace>
  <inkml:trace contextRef="#ctx0" brushRef="#br0" timeOffset="153181.614">1121 4864,'0'0,"3"53,2-73,-5 18,0-1,0 1,-1 0,0 0,1 0,-1-1,0 1,0 0,0 0,0 0,0 0,-1 1,1-1,-1 0,1 0,-1 1,1-1,-1 1,0 0,0-1,0 1,0 0,0 0,0 0,0 0,0 0,0 1,0-1,-1 1,1-1,0 1,0 0,-1 0,1 0,-2 0,-1 0,0 1,1 0,-1-1,0 2,0-1,0 1,1-1,-1 1,0 1,1-1,0 0,0 1,0 0,0 0,0 1,0-1,-4 8,1 1,0 0,0 0,1 1,1-1,0 1,1 1,0-1,1 0,1 1,0 0,1 0,0-1,1 1,0 0,2 0,-1 0,2-1,0 1,0-1,1 1,-2-7,0 0,0 0,0 0,1 0,0-1,0 1,1-1,-1 0,1 0,1 0,-1 0,1-1,0 1,1-1,-1-1,1 1,0-1,0 0,0 0,1-1,-1 1,1-1,0-1,0 0,0 0,0 0,0-1,0 1,0-2,1 1,-1-1,0 0,10-7,1 0,-2-1,0-1,0-1,0 0,-1-1,-1 0,0-1,0-1,-1 0,-1-1,0 0,-1-1,-1-1,0 1,0-4,7-6,-2-1,0-1,-2 0,-1-1,-2 0,0-1,3-23,-14 56,0 0,1 0,-1 0,1-1,0 1,0 0,0 0,0 0,1 0,-1 0,1 0,0-1,0 1,0 0,1-1,0 1,-1-1,1 1,0-1,0 0,1 0,-1 0,1 0,0 0,0 0,-1-1,2 0,-1 1,0-1,0 0,1 0,-1-1,1 1,0-1,-1 0,1 0,0 0,0 0,-1-1,1 1,0-1,0 0,0 0,0 0,0-1,2 0,0-2,0 0,-1-1,1 0,-1 0,0 0,0-1,0 0,0 0,-1 0,0 0,0-1,-1 1,1-1,-1 0,0 0,-1 0,0 0,0-1,0 1,0-1,-1 1,0-1,-1-3,0 7,0 0,-1 0,0 0,1 0,-1 0,0 0,-1 0,1 0,0 0,-1 0,0 1,0-1,1 0,-2 1,1 0,0-1,0 1,-1 0,1 0,-1 0,1 1,-1-1,0 1,0-1,0 1,0 0,0 0,0 0,0 0,-1 1,-3-2,1 1,-1 0,0 0,0 1,0 0,0 0,0 0,0 1,0 0,0 1,0 0,1 0,-4 1,5-1,0 0,1 0,-1 1,1-1,0 1,-1 0,1 0,0 0,1 1,-1 0,1-1,0 1,-1 0,2 1,-1-1,0 0,1 1,0 0,0-1,0 1,1 0,0 0,-1 0,2 0,-1 0,1 0,-1 0,1 0,1 0,-1 0,1 1,0-1,0 0,0-1,1 1,0 0,0 0,0-1,0 1,1-1,0 1,0-1,0 0,0 0,1-1,-1 1,1-1,0 1,1-1,-1-1,0 0,1 0,-1-1,1 0,-1 0,1 0,0 0,-1-1,1 0,0 0,0 0,-1 0,1-1,-1 0,1 0,0 0,-1 0,1-1,-1 0,2-1,24-12</inkml:trace>
  <inkml:trace contextRef="#ctx0" brushRef="#br0" timeOffset="153456.539">1455 4368,'-18'-2,"-13"-1,-6 3,2 7,4 8,7 8,8 7,6 7,10 4,12 3,12-1,12-2,9-3,-4-9</inkml:trace>
  <inkml:trace contextRef="#ctx0" brushRef="#br0" timeOffset="153716.501">1722 4930,'16'12,"10"5,5 0,4-2,3-7,1-11,0-12,-1-12,-7-2</inkml:trace>
  <inkml:trace contextRef="#ctx0" brushRef="#br0" timeOffset="154511.33">2431 4209,'-5'-3,"1"0,-1 1,1-1,-1 1,0 0,0 1,1-1,-1 1,-1 0,1 0,0 1,0-1,0 1,0 0,0 1,0-1,0 1,-1 0,1 0,1 1,-1-1,0 1,0 0,1 0,-1 1,1 0,-1-1,1 1,0 1,-2 1,-1 6,0 1,1-1,1 1,0 0,0 1,1-1,1 1,0 0,1 0,0 0,1 0,1 0,0 12,0-22,-1-1,1 0,0 1,0-1,0 0,0 1,0-1,0 0,1 1,-1-1,1 0,0 1,0-1,0 0,0 0,0 0,0 0,0 0,1 0,-1 0,1 0,-1 0,1-1,0 1,0-1,0 1,0-1,0 0,0 1,0-1,0 0,0-1,0 1,1 0,-1 0,0-1,1 0,-1 1,0-1,1 0,-1 0,1 0,-1-1,0 1,1 0,0-1,6-5,-1 0,0-1,0 0,-1 0,0 0,0-1,-1 0,0 0,-1-1,1 0,-1 0,-1 0,0-1,0 1,-1-1,0 0,-1-3,2 1,0-1,-2 0,0 0,0 0,-1 0,0 0,-2 0,1 0,-2 0,1 0,-2 0,0 0,0 0,3 12,0 1,0 0,0-1,0 1,0-1,0 1,0 0,0-1,0 1,0-1,0 1,0 0,0-1,0 1,0-1,0 1,0 0,0-1,0 1,-1 0,1-1,0 1,0 0,-1-1,1 1,0 0,0-1,-1 1,1 0,0 0,-1-1,1 1,0 0,-1 0,1-1,0 1,-1 0,1 0,0 0,-1 0,1 0,-1 0,1 0,0 0,-1 0,1 0,-1 0,1 0,0 0,-1 0,1 0,-1 0,1 0,0 0,-1 0,1 1,-1-1,1 0,0 0,-1 1,1-1,0 0,0 0,-1 1,1-1,0 0,-6 29,7-18,1-1,-1 0,1 0,1 0,0 0,0 0,1-1,1 0,-1 1,7 7,-9-13,0 0,1-1,-1 1,1-1,0 0,0 0,0 0,1 0,-1 0,1-1,0 1,-1-1,1 0,0 0,0-1,0 1,1-1,-1 0,0 0,0 0,1 0,-1-1,0 0,1 0,-1 0,4-1,-1-2,1-1,-1 0,0 0,0-1,-1 0,1 0,-1-1,0 1,0-1,-1-1,0 1,0-1,0 0,-1 0,0-1,0 1,-1-1,0 1,-1-1,1 0,-1 0,-1-1,0 1,0-4,1-1,0 0,-2 1,1-1,-2 0,0 0,0 1,-1-1,-1 0,0 1,0 0,-2 0,1 0,-6-9,10 20,0 0,0 1,0-1,0 1,0-1,0 0,0 1,0-1,-1 0,1 1,0-1,0 1,0-1,-1 1,1-1,0 0,-1 1,1-1,-1 1,1-1,0 1,-1 0,1-1,-1 1,1-1,-1 1,1 0,-1-1,0 1,1 0,-1 0,1 0,-1-1,0 1,1 0,-1 0,1 0,-1 0,0 0,1 0,-1 0,0 0,1 0,-1 0,1 1,-1-1,0 0,1 0,-1 0,1 1,-1-1,1 0,-1 1,0-1,1 1,0-1,-1 0,1 1,-1-1,1 1,0-1,-1 1,1-1,0 1,-2 7,2 0,-1-1,1 1,0 0,1 0,0 0,0-1,1 1,0-1,0 1,1-1,0 0,0 1,0-1,1-1,0 1,1-1,0 1,2 2,-3-5,0 1,0-1,0 0,1 0,-1 0,1-1,0 0,0 1,0-2,1 1,-1-1,1 0,-1 0,1 0,0-1,-1 0,1 0,0 0,0-1,0 0,0 0,0 0,0-1,0 0,-1 0,1 0,0-1,-1 0,1 0,-1-1,1 1,-1-1,0 0,0 0,-1-1,1 0,-1 0,1 0,2-5,-1 1,0-1,0-1,-1 1,-1-1,1 0,-2 0,1 0,-1-1,-1 1,0-1,0 0,-1 0,-1 1,1-1,-2 0,0 0,0 0,-1 1,0-1,-1 1,0-1,0 1,-1 0,-1 0,-5-9,-11-6,21 24,0 1,-1-1,1 1,-1 0,1-1,0 1,-1 0,1-1,-1 1,1 0,-1 0,1-1,-1 1,1 0,-1 0,1 0,-1 0,0 0,1 0,-1 0,1 0,-1 0,1 0,-1 0,1 0,-1 0,1 0,-1 0,1 1,-1-1,1 0,-1 0,1 1,-1-1,1 0,-1 1,1-1,-1 0,1 1,0-1,-1 0,1 1,0-1,0 1,-1-1,1 1,0-1,0 1,-1-1,1 1,0-1,0 1,0-1,0 1,-1 6,1 0,0 1,0-1,0 0,1 0,1 0,-1 0,1 0,0 0,0-1,1 1,0-1,0 1,0-1,1 0,0 0,1 0,-1-1,1 0,0 1,0-2,0 1,1-1,0 1,0-2,0 1,0-1,1 1,-1-2,6 3,-8-4,-1 0,1 0,0 0,-1 0,1-1,0 0,0 1,0-1,0-1,-1 1,1 0,0-1,0 0,-1 0,1 0,0 0,-1-1,1 1,-1-1,0 0,1 0,-1 0,0-1,0 1,0-1,-1 1,1-1,-1 0,1 0,-1 0,0-1,0 1,0 0,-1-1,1 1,-1-1,0 0,0 1,0-1,0-1,2-13,-1 1,0 0,-2-1,0 1,-1 0,0-1,-1 1,-2 0,1 0,-2 0,0 1,-1-1,-4-4,-5 3,18 24,0 0,0 0,1 0,0 0,0-1,0 1,1-1,-1 0,1 0,1-1,-1 1,1-1,-1 0,1-1,0 1,0-1,1-1,6 3,-4-2,0 0,0-1,1 0,-1-1,1 0,-1 0,1-1,-1 0,1-1,-1 0,1 0,-1-1,0-1,1 1,-1-2,-1 1,3-2,28-14</inkml:trace>
  <inkml:trace contextRef="#ctx0" brushRef="#br0" timeOffset="154905.79">3647 3219,'31'26,"-21"-15,1-1,0-1,1 0,0-1,0 0,1 0,0-2,0 1,1-2,5 2,-16-7,0 1,0-1,0 0,0 0,0 0,0 0,0-1,0 1,0-1,0 0,0 0,0 0,-1 0,1 0,0-1,-1 1,1-1,-1 0,1 1,-1-1,0 0,0-1,0 1,0 0,0 0,0-1,-1 1,1-1,-1 0,0 0,0 1,0-1,0 0,0 0,0 0,-1-1,2 0,-1-1,0 0,0 0,-1 0,1 0,-1 0,0 0,0 0,-1 1,0-1,0 0,0 0,0 0,-1 1,1-1,-1 1,0-1,-1 1,1-1,-1 1,0 0,0 0,-1 1,1 0,0 0,-1 1,0-1,1 1,-1 0,0 0,0 0,0 1,0-1,-1 1,1 0,0 0,0 1,-1-1,1 1,-1 0,1 0,0 0,-1 1,1-1,0 1,-1 0,1 0,0 1,0-1,0 1,0 0,0 0,0 1,1-1,-1 1,1-1,-1 1,1 0,0 1,0-1,1 0,-1 1,0 1,-2 3,1 1,0 0,0 0,1 0,0 1,1-1,0 1,1 0,0-1,0 1,1 0,0 0,1 0,0-1,0 1,1 0,0-1,1 1,0-1,1 0,4 8,11 14</inkml:trace>
  <inkml:trace contextRef="#ctx0" brushRef="#br0" timeOffset="161197.473">707 6735,'0'-14,"1"0,1 1,1-1,0 1,0-1,2 1,-1 0,2 0,-1 1,2 0,0 0,0 0,1 1,1 0,0 0,7-6,-13 14,0 0,0 0,0 0,0 1,1-1,-1 1,1 0,-1 0,1 0,0 0,0 1,0 0,0 0,0 0,0 0,0 0,0 1,0 0,1 0,-1 0,0 0,0 1,0-1,0 1,0 0,0 0,0 1,0-1,0 1,-1 0,1 0,0 0,-1 1,0-1,0 1,3 2,2 5,0 2,0-1,-1 1,0 0,-1 1,-1-1,0 1,-1 0,0 1,-1-1,0 1,-1 5,10 34,-7-85,-4-139,0 170,-2 0,1 0,-1 0,1 0,0 0,0 0,-1 0,1 0,0-1,0 1,0 0,0 0,0 0,0 0,1 0,-1 0,0 0,0 0,1 0,-1 0,1 0,-1 0,1 0,-1 0,1 0,0 0,-1 0,1 0,0 1,0-1,-1 0,1 0,0 1,0-1,0 1,0-1,0 1,0-1,0 1,0 0,0-1,0 1,0 0,0 0,1 0,-1 0,0 0,0 0,1 0,78 103,-77-100,-1 0,1 1,0-1,0-1,0 1,1 0,-1-1,1 1,-1-1,1 0,0 0,0-1,0 1,0-1,0 0,0 0,0 0,0 0,0-1,1 0,-1 1,0-2,0 1,1 0,-1-1,0 0,0 0,0 0,0-1,0 1,0-1,0 0,2-2,5-6,-1 0,0-1,0-1,-2 0,1 0,-1 0,-1-1,-1 0,0-1,0 1,-1-1,-1 0,0-1,-1-3,-3 17,0 0,0 0,1-1,-1 1,0 0,0 0,1 0,-1 0,0-1,1 1,-1 0,1 0,0 0,-1 0,1 0,0 0,-1 0,1 0,0 1,0-1,0 0,0 0,0 1,0-1,0 0,0 1,0-1,0 1,0-1,0 1,1 0,-1 0,0-1,0 1,0 0,1 0,-1 0,0 0,0 0,0 0,1 1,-1-1,0 0,1 1,19 3,63 5,-81-9,0 0,0 0,0-1,1 1,-1-1,0 0,0 0,0 0,0 0,-1 0,1 0,0-1,0 0,-1 1,1-1,-1 0,1 0,-1-1,0 1,0 0,0-1,0 1,-1-1,1 0,-1 1,0 0,0 0,0 0,-1 0,1 0,-1-1,0 1,1 0,-1 0,0 0,0 0,-1-1,1 1,0 0,-1 0,1 0,-1 0,0 0,1 0,-1 0,0 0,0 0,0 0,-1 0,1 0,0 1,-1-1,1 1,-1-1,0 1,1-1,-1 1,-1-1,-67-31,62 31,-1-1,0 1,1 1,-1-1,0 2,0-1,0 1,0 0,1 1,-1 0,0 0,0 1,1 1,-1-1,1 1,0 0,-1 1,-1 2,10-6,1-1,0 1,0 0,-1 0,1 0,0 0,0 0,0 0,-1 1,1-1,0 0,0 0,-1 1,1-1,0 0,-1 1,1-1,0 0,-1 1,1-1,-1 1,1-1,0 1,-1-1,1 1,-1 0,0-1,1 1,-1 0,1-1,-1 1,0 0,0 0,1-1,-1 1,0 0,0 0,0-1,0 1,0 0,0 0,0-1,0 1,0 0,0 0,0 0,0-1,-1 1,1 0,0-1,-1 1,1 0,0-1,-1 1,1 0,-1-1,1 1,-1 0,1-1,-1 1,0-1,1 1,-1-1,0 1,15-5,0-1,-1 0,1-1,-1 0,0-1,-1 0,0-1,0-1,-1 0,0 0,3-4,-11 11,58-52,75-55,-133 107,0 0,0-1,0 1,0 1,0-1,1 0,-1 1,0 0,1 0,-1 0,1 0,0 0,-1 1,1-1,-1 1,1 0,0 0,-1 1,1-1,-1 1,1 0,0-1,-1 2,0-1,1 0,-1 1,0-1,0 1,1 0,-1 0,-1 0,1 1,1 0,25 40,-28-39,1 1,0-1,1 0,-1 0,1 0,0 0,0 0,0 0,0-1,1 0,-1 1,1-1,0-1,0 1,0 0,0-1,5 2,-6-5,0 0,0 1,0-2,0 1,0 0,0-1,0 1,0-1,-1 0,1 0,-1 0,1 0,-1 0,0 0,1-1,-1 1,0-1,-1 0,1 1,-1-1,1 0,-1 0,0 0,1-1,-1 2,9-17,-1-1,-1-1,-1 1,0-1,-2-1,0 1,-1-1,-2 0,0 0,-1 0,-1 0,-3-17,-7 3,15 59,-2-16,1-1,-1 1,1-1,1 0,-1 0,1 0,0-1,1 0,-1 0,1 0,0 0,0-1,0 0,1 0,-1-1,1 0,0 0,0 0,0-1,1 0,-1-1,0 1,1-1,-1-1,1 0,-1 0,1 0,-1-1,0 0,1 0,-1-1,0 0,1 0,-1-1,8-3,-1-2,0 0,-1 0,0-1,0-1,-1 0,0-1,-1 0,0 0,-1-1,0-1,-1 0,0 0,-1-1,-1 0,0-1,-1 1,0-1,2-12,-8 28,0 0,0 0,-1 0,1 0,0 0,0 0,0 0,1 0,-1 0,0 0,0-1,0 1,1 0,-1 0,0 0,1 0,-1 0,1 0,-1-1,1 1,-1 0,1 0,0-1,-1 1,1 0,0-1,0 1,0 0,-1-1,1 0,0 1,0-1,0 1,0-1,0 0,0 1,0-1,0 0,0 0,-1 0,1 0,0 0,0 0,0 0,1 0,46-10,-39 4,0 0,-1 0,0-1,-1-1,1 1,-2-1,1 0,-1-1,0 1,0-1,-1 0,-1-1,1 1,-2-1,1 0,1-10,-4 17,-1 0,0 0,0 0,0 0,0 1,0-1,-1 0,1 0,-1 0,0 0,0 0,0 0,0 1,0-1,-1 1,1-1,-1 1,0-1,1 1,-1 0,0-1,-1 1,1 0,0 1,-1-1,1 0,-1 1,1-1,-1 1,1 0,-1 0,0 0,0 0,0 0,-1 0,-1 0,0 0,-1 0,1 0,0 0,-1 1,1 0,-1 0,1 0,0 1,-1-1,1 1,0 1,-1-1,1 1,0 0,0 0,0 0,1 1,-3 1,1 1,1 0,0 0,1 0,-1 1,1-1,0 1,0 0,1 0,0 1,0-1,0 1,1-1,0 1,0 0,1 0,0 0,0 0,0 0,1 0,0 0,1 0,-1 0,1 0,1 0,-1 0,1 0,0 0,1-1,1 4,-1-7,0-1,0 1,0-1,1 1,-1-1,1-1,-1 1,1 0,-1-1,1 1,0-1,0 0,0-1,-1 1,1-1,0 1,0-1,0 0,0 0,0-1,0 1,0-1,0 0,0 0,-1-1,1 1,0-1,-1 1,1-1,-1 0,0 0,0-1,1 1,-1-1,-1 1,4-4,20-16</inkml:trace>
  <inkml:trace contextRef="#ctx0" brushRef="#br0" timeOffset="161447.837">2431 5117,'-11'13,"2"-1,-1 2,2-1,0 1,1 1,0-1,1 1,0 0,2 1,0-1,0 1,1 0,1 0,1 9,1-19,1-1,0 0,0 0,0 0,0 0,1 0,0 0,0 0,0 0,1-1,0 1,0-1,0 0,0 1,0-1,1-1,0 1,0-1,0 1,0-1,5 2,105 46,-90-42,38 15,-39-13,1-2,0 0,1-2,0 0,0-2,0-1,14 0,-29-4,-1-1,1-1,0 0,-1 0,1-1,-1 0,0 0,0-1,0-1,-1 1,1-1,-1-1,0 1,-1-2,3-1,23-21</inkml:trace>
  <inkml:trace contextRef="#ctx0" brushRef="#br0" timeOffset="161847.771">3460 4035,'0'23,"0"20,3 20,4 15,7 9,7 7,7 0,5-6,5-9,4-14,2-15,3-14,-1-13,0-16,-4-14,-9-8</inkml:trace>
  <inkml:trace contextRef="#ctx0" brushRef="#br0" timeOffset="162112.688">3861 4195,'7'16,"7"12,7 10,6 11,4 3,-1-1,0-1,-6-5,-5-6,-5-7,-7-9,-5-8</inkml:trace>
  <inkml:trace contextRef="#ctx0" brushRef="#br0" timeOffset="162404.452">3701 4248,'-5'-11,"9"-11,13-13,19-12,18-11,17-8,7-1,-1 6,-8 11,-12 12,-15 12</inkml:trace>
  <inkml:trace contextRef="#ctx0" brushRef="#br0" timeOffset="162668.327">4329 3941,'-8'18,"1"0,0 1,1-1,1 1,1 1,0-1,2 1,0-1,2 1,0 17,1-27,0 1,0-1,1 0,0 0,0 0,2 0,-1 0,1-1,0 1,1-1,0 0,1 0,0-1,0 1,0-2,1 1,1 0,-1-1,1-1,0 1,3 0,-7-4,0 0,1-1,-1 1,0-1,1 0,-1-1,1 1,0-1,0 0,-1 0,1 0,0-1,0 1,0-1,0-1,0 1,0-1,-1 1,1-1,0-1,0 1,-1-1,1 0,-1 0,1 0,-1 0,0-1,0 0,0 0,0 0,3-3,-1-1,0 1,-1-1,0 0,0-1,0 1,-1-1,0 0,-1 0,0 0,0-1,0 1,-1-1,-1 1,1-1,-1 0,-1 0,0 0,0 0,-1 1,0-1,0 0,-1 1,0-1,0 0,-1 1,0 0,-2-2,3 8,1-1,-1 1,0 0,0 0,-1 0,1 0,0 0,-1 0,1 1,-1-1,1 1,-1 0,0 0,0 0,1 0,-1 0,0 0,0 1,0-1,0 1,0 0,0 0,0 0,0 1,0-1,0 0,0 1,1 0,-1 0,0 0,0 0,0 0,1 1,-1-1,1 1,-1-1,1 1,0 0,0 0,-1 0,1 0,1 1,-1-1,-1 1,-3 5,1 0,-1 1,1-1,1 1,0 0,0 0,0 0,1 1,1-1,0 1,0 0,1-1,0 1,0 0,1 0,1 0,0 0,0-1,1 1,-1-6,0 0,1 0,0-1,0 1,0-1,0 0,1 1,-1-1,1 0,0-1,0 1,0 0,0-1,0 1,1-1,-1 0,1 0,-1-1,1 1,0-1,0 1,1-1,22 6</inkml:trace>
  <inkml:trace contextRef="#ctx0" brushRef="#br0" timeOffset="162932.62">4516 3486,'21'-4,"17"2,17 9,12 10,9 14,2 15,0 17,-9 19,-14 21,-17 22,-25 21,-16-13</inkml:trace>
  <inkml:trace contextRef="#ctx0" brushRef="#br1" timeOffset="188097.919">907 7871,'2'14,"4"11,2 6,0 4,1 4,-1 1,1-1,-2-1,0-4,0-3,-2-8</inkml:trace>
  <inkml:trace contextRef="#ctx0" brushRef="#br1" timeOffset="188368.597">613 7911,'-51'0,"44"-4,19-4,-6 4,45-37,-2-2,-1-1,29-39,13-12,27-16,-75 90,-29 22</inkml:trace>
  <inkml:trace contextRef="#ctx0" brushRef="#br1" timeOffset="188768.527">1282 7711,'-5'3,"0"0,1 0,-1 0,1 0,0 0,0 1,0 0,1 0,-1 0,1 1,0-1,0 1,1-1,-1 1,1 0,0 0,0 0,1 0,-1 0,1 1,0-1,1 2,-4 11,0 0,2 1,0-1,2 1,0-1,0 1,2 0,1-1,0 1,-2-11,1 0,0 0,1-1,-1 1,1-1,1 1,0-1,0 0,0 0,1-1,0 0,0 1,0-1,1-1,0 1,0-1,0 0,1-1,0 1,0-1,7 3,-9-6,0 1,0-1,0 0,0 0,0-1,0 1,0-1,0 0,0 0,0-1,0 0,0 0,0 0,0 0,0-1,0 0,-1 0,1 0,0 0,-1-1,0 0,0 0,0 0,0 0,0-1,-1 0,1 1,1-4,1 0,-1 0,0 0,-1 0,1-1,-1 1,-1-1,0 0,0 0,0 0,-1-1,0 1,-1-1,0 1,0-1,-1 1,0-7,0 12,0 1,0-1,-1 1,1 0,-1 0,0-1,1 1,-1 0,0 0,0 0,-1 0,1 0,0 0,-1 0,1 0,-1 0,1 1,-1-1,0 0,0 1,0 0,0-1,0 1,0 0,0 0,0 0,0 0,-1 1,1-1,0 1,-1-1,1 1,0 0,-1 0,1 0,0 0,-1 0,1 0,0 1,-1-1,1 1,0-1,0 1,-1 0,1 0,0 0,0 0,0 1,0-1,0 0,0 1,0 0,-2 1,0 0,0 0,0 1,1-1,0 1,-1 0,1-1,0 2,1-1,-1 0,1 0,0 1,0-1,0 1,1 0,0 0,-1-1,2 1,-1 0,0 0,1 0,0 0,0 0,1 0,-1 0,1 0,0 0,1-1,-1 1,2 3,13 14</inkml:trace>
  <inkml:trace contextRef="#ctx0" brushRef="#br1" timeOffset="189947.379">2230 7096,'-10'8,"0"1,0 0,1 1,0 0,1 1,0 0,0 0,2 0,-1 1,1 0,1 1,0-1,1 1,0 0,1 0,0 0,0 11,13 33,-10-56,1 1,-1-1,1 0,0 0,0 0,-1 0,1 0,0 0,0 0,0 0,0 0,0 0,0 0,0-1,0 1,0 0,1-1,-1 1,0-1,0 1,1-1,-1 1,0-1,1 0,-1 0,0 0,1 0,-1 0,0 0,1 0,-1 0,0 0,1-1,-1 1,0-1,0 1,1-1,-1 1,0-1,0 1,1-2,6-5,1 0,-2-1,1 1,-1-2,0 1,-1-1,0 0,0 0,-1-1,0 0,-1 0,0 0,-1 0,0-1,0 1,-1-4,1 5,0-1,-1 1,-1-1,0 0,0 1,-1-1,0 0,0 0,-1 1,-1-1,-1-5,4 16,-1-1,0 1,0 0,0 0,0-1,0 1,0 0,0-1,0 1,0 0,0-1,0 1,-1 0,1-1,0 1,0 0,-1-1,1 1,0-1,-1 1,1 0,-1-1,1 1,0-1,-1 1,1-1,-1 0,0 1,1-1,-1 1,1-1,-1 0,0 0,1 1,-1-1,0 0,1 0,-1 0,0 1,1-1,-1 0,0 0,1 0,-1 0,0 0,1-1,-1 1,0 0,1 0,-1 0,0 0,1-1,-1 1,0 0,1-1,-1 1,1 0,-1-1,1 1,-1-1,1 1,-1-1,1 1,-1-1,1 0,0 1,-2 5,2 0,-1 0,0 0,1 0,0 0,0 1,1-1,-1 0,1 0,0 0,1 0,-1 0,1 0,0 0,0-1,0 1,1-1,-1 1,1-1,1 0,-1 0,0 0,1 0,0-1,0 0,0 1,0-1,0-1,1 1,-1-1,1 1,1-1,-3-2,-1 0,1 0,0 0,0 0,-1-1,1 1,0-1,-1 0,1 1,-1-1,1-1,-1 1,1 0,-1-1,0 1,1-1,-1 1,0-1,0 0,0 0,-1 0,1 0,0-1,-1 1,2-2,29-65,-24 43,-2-1,-1 0,-1 1,-2-1,0 0,-2-1,-1 1,-1 0,-1 0,-1 1,-7-22,-4-5,-2 1,-2 1,-2 0,-3 2,-11-15,-2 14,30 58,24 70,3-20,3-1,3-1,2-1,2-2,3-1,23 27,-53-73,1 0,0-1,0 1,0-1,0 0,1 0,0-1,0 1,0-1,0 0,1 0,0-1,-1 0,1 0,1 0,-1 0,0-1,1 0,-1-1,1 1,-1-1,7 0,-8-4,-1 0,0-1,0 1,0-1,0 0,0 0,-1-1,0 1,0 0,0-1,0 0,-1 0,0 0,0 0,0 0,0 0,-1-1,0 1,0 0,0-4,0 6,5-30,0-1,-3 0,0 0,-3-8,4 31,3 26,-3-5,50 75,-52-83,0 0,0 0,0 0,0 0,1 0,-1 0,0 0,1-1,-1 1,1-1,0 0,-1 0,1 0,0 0,0 0,0-1,-1 1,1-1,0 0,0 1,0-1,0-1,0 1,0 0,0-1,0 1,-1-1,1 0,0 0,0 0,-1-1,3 0,14-13,-3-2</inkml:trace>
  <inkml:trace contextRef="#ctx0" brushRef="#br1" timeOffset="191194.558">2498 6641,'-159'82,"132"-74,27-8,0 0,-1 0,1 0,-1 0,1 0,0 0,-1 0,1 0,-1 0,1 0,0-1,-1 1,1 0,-1 0,1 0,0 0,-1-1,1 1,0 0,-1 0,1-1,0 1,0 0,-1-1,1 1,0 0,0-1,0 1,-1 0,1-1,0 1,0 0,0-1,0 1,0-1,0 1,-1 0,1-1,0 1,0-1,0 1,0 0,1-1,-1 1,0-1,0 1,0 0,0-1,0 1,0 0,1-1,-1 1,0-1,0 1,1 0,-1 0,0-1,0 1,1 0,-1-1,9-14,0 0,1 0,0 1,1 1,1-1,0 2,1 0,7-5,-5 5,0 0,0 1,2 1,-1 0,1 2,0 0,1 0,0 2,0 0,7 0,-15 3,1 2,-1-1,1 1,-1 0,1 1,0 1,-1 0,1 0,-1 1,1 0,-1 0,0 2,0-1,0 1,-1 0,1 1,-1 1,0-1,2 3,45 51,-49-49,1-1,0 0,1 0,-1-1,2 0,-1-1,8 5,-16-11,1 0,0-1,0 1,0 0,0-1,-1 1,1-1,0 1,0-1,0 0,0 0,0 0,0 0,0 0,0 0,0-1,0 1,0-1,0 1,0-1,0 0,-1 1,1-1,0 0,-1 0,1 0,0-1,-1 1,1 0,-1-1,0 1,1-1,-1 1,0-1,1-1,28-66,-23 37,-2-1,-1 0,-2 0,-1 0,-3-18,5 48,4 21,2 6,-7-20,-1-1,2 1,-1-1,0 0,1 0,-1 0,1 0,0-1,0 1,0-1,0 1,1-1,-1 0,1 0,-1-1,1 1,0-1,-1 0,1 1,0-2,0 1,0 0,0-1,0 0,0 0,-1 0,1 0,0-1,0 1,0-1,0 0,8-3,0 1,-1-2,0 1,0-2,-1 1,1-1,-1-1,0 0,6-6,-4 4,-1-1,0 0,-1 0,0-1,-1 0,0-1,-1 0,0 0,-1-1,0 0,-1 0,-1-1,0 0,-1 0,0 0,-1 0,-1-1,0-1,-2 13,-1 0,0 0,0 0,0 0,0 0,0 0,-1 0,1 0,-1 1,0-1,0 0,0 1,0 0,0-1,0 1,-1 0,1 0,-1 0,1 0,-1 1,0-1,0 1,0-1,0 1,0 0,0 0,0 1,0-1,0 1,-1-1,1 1,0 0,0 0,0 0,-1 1,1-1,0 1,0 0,0 0,0 0,0 0,0 0,0 1,0-1,1 1,-1 0,0 0,1 0,-1 0,1 0,-2 2,0 0,0-1,1 1,-1 0,1 0,0 0,0 0,0 1,0-1,1 1,0 0,0 0,0 0,0 0,1 0,0 0,0 0,1 0,-1 0,1 5,0-8,0-1,1 0,-1 1,1-1,-1 0,1 0,0 1,-1-1,1 0,0 0,0 0,0 0,0 0,0 0,0 0,0 0,0-1,0 1,0 0,0 0,0-1,1 1,-1-1,0 1,1-1,-1 0,0 1,1-1,-1 0,0 0,1 0,-1 0,0 0,1 0,-1 0,2-1,47-16,-38 9,0-1,-1-1,0 1,0-2,-1 1,0-2,0 0,15-16,-25 27,0 0,1 0,-1 0,0 1,1-1,-1 0,1 1,-1-1,1 0,-1 1,1-1,0 1,-1-1,1 1,0-1,-1 1,1-1,0 1,0 0,-1-1,1 1,0 0,0 0,0 0,0 0,-1-1,1 1,0 0,0 0,0 0,0 1,-1-1,1 0,0 0,0 0,0 1,-1-1,1 0,0 1,0-1,-1 1,1-1,0 1,-1-1,1 1,-1-1,1 1,0-1,-1 1,1 0,-1-1,1 2,74 133,152 201,-195-243,-32-91,1 1,-1 0,0 0,0-1,0 1,0 0,-1 0,1-1,-1 1,0 0,0 0,0-1,0 1,0-1,0 1,-1-1,1 0,-1 1,0-1,1 0,-1 0,0 0,0 0,-1 0,1-1,0 1,0-1,-1 1,1-1,-1 0,1 0,-1 0,0 0,-2 0,0 0,0 0,0 0,0-1,1 0,-1 0,0 0,0 0,0-1,0 0,0 0,0 0,1-1,-1 1,0-1,1 0,0-1,-1 1,1-1,0 1,0-1,0-1,-1 0,-3-4,-1-1,1 0,1 0,-1-1,2 0,-1 0,1-1,1 1,-1-4,-1-4,1 0,1-1,0 1,2-1,0 0,1-1,1 1,0 0,2 0,0-1,2 1,0-2,10-38,2 1,3 1,7-13,6-16,-23 61,0 1,-2-2,0 1,-2-1,-1 0,-1 1,-1-10,-1 34,0-1,1 1,-1 0,0-1,0 1,0 0,0 0,0-1,-1 1,1 0,0-1,-1 1,1 0,0 0,-1 0,0-1,1 1,-1 0,0 0,1 0,-1 0,0 0,0 0,0 0,0 0,0 1,0-1,0 0,0 0,0 1,0-1,-1 1,1-1,0 1,0 0,-1-1,1 1,0 0,0 0,-1 0,1 0,0 0,-1 0,1 0,0 0,0 0,-1 1,1-1,0 0,0 1,-1-1,1 1,0 0,0-1,0 1,0 0,0 0,0-1,0 1,0 0,0 0,0 0,1 0,-1 0,0 1,0-1,-2 3,-1 1,1 0,0-1,1 1,-1 0,1 1,0-1,0 0,0 1,1-1,-1 1,2-1,-1 1,0 0,1-1,0 1,1 0,-1-1,1 1,0-1,0 1,1-1,0 1,0-1,0 0,0 0,1 0,0 0,0 0,0 0,1-1,-1 0,1 1,1-1,7 3,1-1,1 0,-1-1,1-1,-1 0,1-1,1 0,-1-1,0 0,1-1,-1-1,0-1,1 0,-1 0,0-2,0 0,0 0,0-1,0-1,3-2,19-6</inkml:trace>
  <inkml:trace contextRef="#ctx0" brushRef="#br1" timeOffset="191874.05">1696 6922,'-2'-4,"1"0,3 6,4 4,3 7,2 4,2 5,-2 1,0-2,0-4,1-5,0-7,-2-4</inkml:trace>
  <inkml:trace contextRef="#ctx0" brushRef="#br1" timeOffset="192138.373">1829 6882,'-4'-14,"-5"-4,5 3,7 9,10 7,10 9,5 6,3 8,-5 0</inkml:trace>
  <inkml:trace contextRef="#ctx0" brushRef="#br1" timeOffset="193403.987">3714 5318,'-2'-2,"1"1,4 6,2 3,4 6,3 5,0 1,0 0,-1-1,-2-3,-3-2</inkml:trace>
  <inkml:trace contextRef="#ctx0" brushRef="#br1" timeOffset="193665.99">3795 5184,'0'-2,"2"3,8 9,6 10,6 10,5 9,1 7,-5-4</inkml:trace>
  <inkml:trace contextRef="#ctx0" brushRef="#br1" timeOffset="195029.395">4677 4797,'-10'14,"1"2,0-1,1 1,1 0,0 0,1 1,1 0,1 0,0 1,0 9,4-23,0 1,1-1,0 1,0-1,0 0,0 1,1-1,-1 0,1 0,0 0,0 0,1 0,-1 0,1-1,0 1,0-1,0 0,0 0,1 0,-1 0,1-1,0 1,-1-1,1 0,1 1,109 33,-83-30,-23-5,0-1,1 1,-1 0,0 0,0 1,0 0,0 1,0 0,-1 0,1 0,-1 1,0 1,0-1,0 1,0 0,-1 0,0 1,0 0,-1 0,1 0,-1 1,-1 0,1 0,0 2,-3-4,0 0,-1 0,1 1,-1-1,0 1,-1-1,1 1,-1-1,0 1,0-1,-1 1,0-1,0 1,0-1,-1 1,1-1,-1 0,-1 0,1 0,-1 0,1 0,-1 0,-1-1,0 2,2-6,1 0,0 1,0-1,-1 0,1 0,0 0,0-1,0 1,-1 0,1 0,0-1,0 1,0-1,0 1,0-1,-1 1,1-1,0 0,0 1,1-1,-1 0,0 0,0 0,0 0,0 0,1 0,-1 0,0 0,1 0,-1 0,1 0,-1 0,1 0,0-1,-1 1,1 0,0 0,0 0,0-1,0 1,0 0,0 0,0-1,-6-36,2 1,2-1,1-1,2 1,2-14,-1 16,1-16,1 13,-3-1,-1 1,-2-1,-1 1,-5-20,7 55,0-1,0 1,0-1,0 1,-1 0,0-1,0 1,0 0,0 0,-1 0,1 0,-1 1,0-1,0 1,0-1,-1 1,0-1,2 5,1-1,0 0,0 1,0-1,0 1,0-1,0 1,0-1,0 1,0 0,1-1,-1 1,0 0,0 0,0 0,1-1,-1 1,0 0,1 0,-1 0,1 0,-1 0,1 0,0 1,-1-1,1 0,0 0,0 0,0 0,0 0,0 0,0 0,0 1,0-1,0 0,0 0,1 0,-1 0,0 0,1 0,-1 0,1 0,-1 0,7 20,1 0,1-1,0 0,1-1,2 0,0 0,1-1,0-1,1 0,13 10,17 19,2-2,43 32,-67-59</inkml:trace>
  <inkml:trace contextRef="#ctx0" brushRef="#br1" timeOffset="195467.253">4851 4957,'5'-11,"1"1,0 1,1-1,0 1,0 0,1 1,0 0,1 0,5-3,-3 1,41-36,3 2,2 3,33-18,-87 57,-2 1,0 0,0-1,1 1,-1 0,1 0,-1 0,0 0,1 0,0 0,-1 1,1-1,-1 0,1 1,0-1,0 1,-1 0,1 0,0-1,0 1,-1 0,1 0,0 1,0-1,-1 0,1 0,0 1,-1-1,1 1,0 0,-1-1,1 1,-1 0,1 0,-1 0,1 0,-1 0,1 1,1 7,-2 0,1 0,-1 0,0 0,0 0,-1 0,-1 0,0 0,-1 5,0 18,12 46,-9-76,0 0,0 0,0 0,0 0,0 0,0 0,0-1,1 1,-1 0,1-1,-1 1,1-1,0 0,-1 0,1 1,0-1,0 0,0 0,0-1,0 1,0 0,0-1,0 1,0-1,0 1,0-1,0 0,0 0,1 0,-1 0,0-1,0 1,0 0,0-1,1 0,7-3,0-1,-1 0,1-1,-1 0,0 0,-1-1,0 0,0-1,0 1,-1-2,0 1,-1-1,1 0,-2 0,1-1,-2 1,1-1,-1-1,-1 1,2-8,-2 14,-2 0,1-1,0 1,-1-1,0 1,0-1,0 1,-1-1,0 0,0 1,0-1,0 0,-1 1,1-1,-1 0,0 1,-1-1,1 1,-1 0,0-1,0 1,0 0,0 0,-1 0,0 0,0 1,0-1,0 1,-1 0,1 0,-1 0,1 0,-1 0,0 1,-2-1,2 2,0-1,0 1,-1 0,1 1,-1-1,1 1,-1 0,1 0,-1 0,1 0,-1 1,1 0,0 0,-1 0,1 0,0 1,0 0,0 0,0 0,0 0,0 0,0 1,1 0,-1 0,1 0,0 0,0 0,0 2,-3 1,2 0,-1 1,1 0,0-1,0 2,1-1,0 0,1 1,-1-1,1 1,1 0,-1 0,1 0,1 0,0 5,0-4,2 1,-1-1,1 0,1 0,0 0,0 0,1 0,0-1,1 1,17 28</inkml:trace>
  <inkml:trace contextRef="#ctx0" brushRef="#br1" timeOffset="196418.047">5934 4168,'-2'-43,"-2"1,-2-1,-10-34,13 62,2 10,0 3,0 1,0-1,0 1,1-1,-1 1,1-1,-1 0,1 1,-1-1,1 0,0 1,0-1,0 0,0 1,0-1,0 0,0 0,1 1,-1-1,0 0,1 1,-1-1,1 1,0-1,0 1,0-1,0 1,0-1,0 1,0 0,0-1,0 1,0 0,1 0,-1 0,0 0,1 0,-1 0,1 1,-1-1,1 0,0 1,0-1,9 0,-1 0,1 0,0 2,-1-1,1 1,-1 1,0 0,1 0,-1 1,0 0,0 1,4 2,-12-4,1 0,-1 0,0 0,1 0,-1 1,0-1,0 0,-1 1,1 0,0-1,-1 1,0 0,1 0,-1 0,0 0,-1 0,1 0,0 0,-1 0,0 0,1 0,-1 0,-1 0,1 1,0-1,-1 0,0 0,1 0,-1 0,0 0,-1 0,1-1,0 1,-1 0,0 0,1-3,0 1,1-1,-1 0,0 1,0-1,0 0,0 1,0-1,-1 0,1 0,0 0,0 0,0 0,0 0,0 0,0-1,0 1,0 0,0 0,0-1,0 1,0-1,0 1,0-1,1 1,-1-1,0 1,0-1,0 0,1 0,-1 1,0-1,1 0,-1 0,0 0,1 0,-1 0,1 0,0 0,-1 0,1 0,0 0,0 0,-1 0,1 0,0 0,0 0,0 0,0 0,0 0,0 0,1 0,-1 0,0 0,1-1,-6-28,1-2,2 1,1 0,2 0,1 0,4-18,-7 47,1 1,0-1,0 0,-1 1,1-1,0 0,1 1,-1-1,0 1,0-1,1 0,-1 1,1-1,-1 1,1-1,0 1,0-1,-1 1,1 0,0-1,0 1,0 0,1 0,-1-1,0 1,0 0,1 0,-1 1,0-1,1 0,-1 0,1 1,-1-1,1 0,-1 1,1 0,0-1,-1 1,1 0,1 0,6 6,-1 1,1 0,-1 1,0-1,-1 2,0-1,0 1,0 0,-1 1,7 8,3 5,-13-16,1 0,1-1,-1 0,1 0,0 0,0 0,1-1,-1 0,1 0,0-1,1 1,2 0,2-4,-3-5</inkml:trace>
  <inkml:trace contextRef="#ctx0" brushRef="#br1" timeOffset="196668.379">5853 3593,'-16'16,"-5"10,1 5,6-1,13-3,17-1,15-3,12-4,-2-4</inkml:trace>
  <inkml:trace contextRef="#ctx0" brushRef="#br1" timeOffset="196835.928">6334 4155,'12'16,"8"7,2 3,3-2,0-4,-4-6,-4-5</inkml:trace>
  <inkml:trace contextRef="#ctx0" brushRef="#br1" timeOffset="197438.164">6388 3099,'-95'-16,"92"16,-1 0,1 1,0-1,0 1,-1 0,1 0,0 0,0 0,0 0,0 1,0-1,1 1,-1 0,0 0,1 0,-1 0,1 1,0-1,-1 1,1-1,1 1,-1 0,0 0,1 0,-1 0,1 0,-1 2,1 0,-1-1,2 1,-1 0,0 0,1 0,0 0,0-1,0 1,1 0,0 0,0 0,0-1,0 1,1 0,0-1,0 1,0-1,0 0,1 0,0 0,0 0,2 3,84 71,71 10,-120-69,-1 1,-1 2,-1 2,15 13,-47-33,-1-1,1 1,-1 0,0 0,0 0,-1 0,1 1,-1 0,0-1,0 1,0 0,-1 1,0-1,0 0,0 1,-1-1,1 5,-2-9,-1 1,0 0,0-1,1 1,-1-1,0 0,-1 1,1-1,0 0,0 0,0 1,-1-1,1 0,-1 0,1-1,-1 1,1 0,-1 0,1-1,-1 1,0-1,1 1,-1-1,0 0,0 0,1 1,-1-1,0 0,0-1,1 1,-1 0,0 0,1-1,-1 1,0-1,1 0,-1 1,1-1,-1 0,1 0,-1 0,1 0,0 0,-1 0,1 0,-1-2,-5-2,0 0,1-1,-1 0,1-1,1 1,-1-1,1 0,1 0,-1-1,1 1,0-1,1 0,0 0,0-1,1 1,0 0,0-5,-9-150,11 155,4-283,-2 316,1 0,2 0,0-1,1 1,2-1,0-1,2 0,0 0,1-1,2 0,0-1,1 0,2-1,4 4,-10-12,1-1,0 0,1 0,0-1,0-1,1 0,1 0,-1-2,1 0,1 0,-1-1,10 2,-24-8,1 1,0-1,0 1,0-1,-1 0,1 1,0-1,0 0,0 0,0 1,0-1,0 0,-1 0,1 0,0 0,0 0,0 0,0 0,0-1,0 1,0 0,0 0,-1-1,1 1,0 0,0-1,0 1,-1-1,1 1,0-1,-1 0,1 1,0-1,-1 0,1 1,-1-1,1 0,-1 0,1 1,-1-1,1 0,-1 0,0 0,0 0,1 0,-1 1,0-1,0 0,0 0,0-1,-4-13</inkml:trace>
  <inkml:trace contextRef="#ctx0" brushRef="#br1" timeOffset="197701.449">6602 3219,'-14'-4,"-4"-5,3-2,11-6,15-8,15-8,15-5,6-3,3 0,-5 6,-11 8</inkml:trace>
  <inkml:trace contextRef="#ctx0" brushRef="#br1" timeOffset="199769.614">6976 3312,'10'-10,"0"1,1 0,0 0,0 1,1 1,0 0,0 0,1 1,0 1,0 0,0 1,6-1,-18 5,0 0,0 0,0 0,1 0,-1 0,0 0,0 0,0 1,1-1,-1 0,0 1,0-1,0 1,0 0,0-1,0 1,0 0,0 0,0-1,0 1,0 0,-1 0,1 0,0 0,0 0,-1 0,1 0,-1 0,1 0,-1 1,0-1,1 0,-1 0,0 0,0 1,1-1,-1 0,0 0,0 0,-1 1,1-1,-5 54,5-55,-7 29,5-24,0 0,0 0,1 1,-1-1,2 0,-1 1,0-1,1 1,0-1,0 1,1-1,0 0,0 5,2-8,-1 0,0 0,1-1,-1 1,1 0,0-1,-1 0,1 0,0 1,0-2,0 1,0 0,0-1,0 1,0-1,0 0,0 0,0 0,0 0,0 0,0-1,0 0,0 1,-1-1,4-1,-4 1,111-18,-111 18,-1 1,0 0,0 0,0-1,1 1,-1 0,0 0,0 0,1 1,-1-1,0 0,0 0,1 1,-1-1,0 0,0 1,0 0,0-1,0 1,0-1,0 1,0 0,0 0,0 0,0 0,0-1,0 1,0 0,-1 0,1 1,-1-1,1 0,0 0,-1 0,0 0,1 0,-1 1,0-1,1 0,-1 0,0 1,0-1,0 0,0 0,0 1,-1-1,1 0,0 0,0 0,-1 1,1-1,-1 0,1 0,-1 0,0 0,1 0,-1 0,0 1,-11 19,-1 0,0-1,-1-1,-1 0,-1-1,-1-1,-16 14,-14 12</inkml:trace>
  <inkml:trace contextRef="#ctx0" brushRef="#br1" timeOffset="212666.862">921 9757,'-17'-89,"16"88,1 0,0 0,-1 0,1 0,-1 0,0 0,1 0,-1 0,0 0,1 1,-1-1,0 0,0 0,0 1,1-1,-1 1,0-1,0 0,0 1,0 0,0-1,0 1,0 0,0-1,-1 1,1 0,0 0,0 0,0 0,0 0,0 0,0 0,0 0,0 0,0 1,0-1,0 0,-1 1,1-1,1 1,-1-1,0 1,0 0,0-1,0 1,-41 32,32-23,1 0,1 1,0 0,0 0,1 1,1 0,0 0,0 1,1 0,1 0,0 0,1 0,0 0,1 1,1-1,0 11,1-20,0-1,0 0,1 0,0 0,-1 1,1-1,0 0,0 0,1 0,-1-1,1 1,-1 0,1 0,0-1,0 1,0-1,1 0,-1 1,0-1,1 0,0 0,-1-1,1 1,0 0,0-1,0 0,0 0,0 1,0-2,3 2,102 5,-89-7,7-1,-20 0,0 0,-1 0,1 0,0 1,0-1,0 2,0-1,-1 1,1-1,0 2,0-1,-1 1,1 0,-1 0,1 0,-1 1,0-1,0 1,0 1,0-1,-1 1,1 0,-1 0,3 4,-4 2,0 0,0 0,-2 0,1 1,-1-1,-1 1,0-1,0 1,-1-1,0 0,-1 1,0-1,-1 0,0 0,0 0,-1 0,-1-1,0 0,0 1,0-2,-1 1,-1-1,-5 7,9-11,0 0,0 0,0-1,-1 1,0-1,1 0,-1 0,-1 0,1 0,0 0,-1-1,1 0,-1 0,1 0,-1-1,0 0,0 1,-1-1,5-2,0 1,0 0,0-1,0 1,1-1,-1 1,0-1,0 1,0-1,1 0,-1 1,0-1,1 0,-1 0,1 0,-1 1,1-1,-1 0,1 0,-1 0,1 0,0 0,-1 0,1 0,0 0,0 0,0 0,0 0,0 0,0 0,0 0,0 0,0 0,0 1,1-1,-1-1,2-12</inkml:trace>
  <inkml:trace contextRef="#ctx0" brushRef="#br1" timeOffset="213184.013">1041 9516,'2'-5,"4"2,4 4,6 10,4 10,4 10,1 9,0 9,-2 8,-4 5,-2-1,-1-4,-4-7,-4-10,-1-12,-2-12,-1-10</inkml:trace>
  <inkml:trace contextRef="#ctx0" brushRef="#br1" timeOffset="213680.249">1095 9890,'-1'0,"1"-1,-1 1,1-1,-1 1,1 0,-1-1,1 1,0-1,-1 1,1-1,0 1,0-1,-1 0,1 1,0-1,0 1,0-1,-1 0,1 1,0-1,0 1,0-1,0 0,0 1,0-1,1 1,-1-1,0 0,0 1,0-1,0 1,1-1,-1 1,0-1,1 0,-1 1,0-1,1 1,-1 0,1-1,-1 1,1-1,-1 1,1 0,-1-1,1 1,-1 0,1-1,-1 1,1 0,-1 0,1-1,0 0,26-31,0 2,2 0,1 2,1 1,2 2,0 1,18-8,-47 30,50-23,-52 25,-1-1,1 0,0 1,-1 0,1-1,0 1,-1 0,1 0,0 0,-1 0,1 0,0 1,-1-1,1 0,0 1,-1-1,1 1,-1 0,1-1,-1 1,1 0,-1 0,1 0,-1 0,0 0,0 0,1 1,-1-1,0 0,0 1,1 0,19 86,-8-17,-11-64,1 1,0-1,0 1,1-1,0 0,0-1,1 1,-1-1,1 0,1 0,-1 0,1-1,0 0,6 4,-11-8,1 0,0-1,0 1,0-1,0 1,0-1,0 0,0 1,0-1,0 0,0 0,0-1,0 1,0 0,0-1,0 1,-1-1,1 0,0 1,0-1,0 0,-1 0,1 0,0 0,-1-1,1 1,-1 0,1-1,-1 1,0-1,0 1,0-1,1 0,-1 1,-1-1,1 0,26-70,-24 55,-1 1,0 0,-1-1,-1 1,-1-1,0 1,-2-9,2 20,0 0,0-1,0 1,-1 0,0 1,0-1,0 0,0 0,-1 1,0-1,0 1,0 0,0 0,-1 0,1 1,-1-1,0 1,0-1,0 1,-1 1,1-1,-1 1,0-1,1 1,-4 0,5 1,0 1,1-1,-1 1,0 0,0 0,1 0,-1 0,0 1,0-1,1 1,-1 0,0 0,1 0,-1 0,1 0,-1 0,1 1,-1-1,1 1,0-1,0 1,0 0,0 0,0 0,0 0,1 0,-1 1,1-1,-1 1,1-1,0 1,0-1,0 2,-23 90,23-87,1-1,0 0,1 1,0-1,0 1,0-1,1 0,-1 0,2 0,-1 0,1 0,-1 0,2-1,-1 1,1-1,1 2,15 15</inkml:trace>
  <inkml:trace contextRef="#ctx0" brushRef="#br1" timeOffset="214483.096">2151 9275,'-77'-233,"75"230,1 1,-1-1,1 1,0-1,-1 0,1 0,1 1,-1-1,0 0,1 0,-1 0,1 0,0 0,0 0,0 0,0 1,1-1,-1 0,1 0,0 0,-1 0,1 1,1-1,-1 0,0 1,1-1,-1 1,1-1,0 1,0 0,0-1,0 1,0 0,0 1,0-1,1 0,-1 0,2 0,3 0,-1 0,1 0,0 1,0 0,0 0,0 1,0-1,0 2,0-1,0 1,0 0,-1 0,1 1,0 0,-1 0,1 0,-1 1,1 0,-1 1,0-1,0 1,-1 0,1 1,-1-1,0 1,0 0,-1 0,1 1,-1-1,0 1,-1 0,1 0,-1 0,0 1,-1-1,1 1,-1-1,-1 1,1 0,-1 0,-1 0,1 0,-1 3,0-6,0-1,0 0,-1 0,0 0,1 0,-1 0,0 0,0 0,-1 0,1 0,0 0,-1 0,0-1,0 1,0-1,0 1,0-1,0 0,-1 0,1 0,-1 0,1 0,-1 0,0-1,1 1,-4 0,4-3,0 0,-1 0,1 0,0 0,0-1,0 1,0-1,1 1,-1-1,0 0,1 1,-1-1,1 0,0 0,-1 0,1 0,0 0,0-1,0 1,0 0,1 0,-1-1,1 1,-1 0,1-1,0 1,-5-18,2 0,0-1,1 1,1 0,0-1,2 1,1-1,0 1,1 0,6-18,-9 34,1 1,-1-1,1 1,0-1,-1 1,2 0,-1-1,0 1,1 0,-1 0,1 0,0 0,0 0,0 0,0 1,0-1,1 1,-1-1,1 1,0 0,0 0,0 0,0 1,0-1,0 1,0-1,0 1,1 0,-1 0,0 0,1 1,-1-1,1 1,-1 0,1 0,2 0,3 6,1-1,-1 2,0-1,-1 1,0 0,0 1,-1 0,0 0,2 3,15 16,-19-22,-4-3,1 0,-1 0,0 0,1 0,0 0,-1 0,1-1,0 1,0-1,0 1,0-1,0 0,0 0,1 0,-1 0,0 0,0 0,1-1,-1 1,1-1,-1 1,1-1,3-6</inkml:trace>
  <inkml:trace contextRef="#ctx0" brushRef="#br1" timeOffset="214683.098">2057 8593,'-9'16,"-4"10,7 5,9-1,5-5</inkml:trace>
  <inkml:trace contextRef="#ctx0" brushRef="#br1" timeOffset="-214660.043">2511 9289,'10'16,"6"9,6 6,4 2,-1-1,-2-3,-5-4,-5-6</inkml:trace>
  <inkml:trace contextRef="#ctx0" brushRef="#br1" timeOffset="-213790.819">2952 8005,'-15'17,"0"0,2 1,0 1,1 0,1 1,0 0,2 0,0 1,2 0,0 1,1 0,-1 16,6-32,0 0,1 0,0 1,0-1,0 0,1 0,0 0,0 0,1 0,-1 0,1 0,1 0,-1-1,1 1,0-1,0 1,0-1,1 0,0-1,0 1,0-1,1 1,-1-1,1 0,0-1,5 3,6 1,0-1,1 0,-1-2,1 0,0-1,0-1,15 1,88 19,-116-20,0-1,0 1,0 0,0 0,-1 0,1 1,0 0,-1-1,0 1,1 0,-1 0,-1 1,1-1,0 1,-1-1,0 1,1 0,-2 0,1 0,0 0,-1 0,0 1,0-1,0 0,0 0,-1 1,1-1,-1 1,0-1,-1 0,1 1,-1-1,-1 4,2-3,-1-1,1 1,-1 0,-1-1,1 0,0 1,-1-1,0 0,0 1,-1-1,1 0,-1-1,1 1,-1 0,-1-1,1 0,0 1,-1-1,1-1,-1 1,0 0,-2 0,4-4,-1 0,1 1,0-1,-1-1,1 1,0 0,0-1,0 1,0-1,0 1,0-1,0 0,0 0,1 0,-1 0,1 0,-1 0,1 0,0-1,0 1,0 0,0-1,1 1,-1-1,0 1,1-1,0 1,0-1,0 1,0-1,-1 1,-8-53,3 0,2-1,3 1,2-1,2 0,3 0,-3 7,10-170,-16 186,1 40,4 12,0-1,2 0,0 0,1 0,1 0,1-1,4 8,-4-6,8 22,2-1,2 0,1-2,2 0,2-1,1-1,2-1,1-2,8 6,-32-36,-2 0,1 0,0 0,0-1,0 1,0-1,0 1,0-1,1 0,-1-1,1 1,-1-1,1 1,0-1,-1 0,1 0,0-1,9-19,-14 3</inkml:trace>
  <inkml:trace contextRef="#ctx0" brushRef="#br1" timeOffset="-213527.524">3006 8285,'13'-9,"17"-12,14-11,13-10,8-4,1-2,-5 3,-13 10</inkml:trace>
  <inkml:trace contextRef="#ctx0" brushRef="#br1" timeOffset="-212413.989">3541 8139,'140'-84,"-139"83,1 0,-1 1,1-1,-1 0,1 1,0 0,-1-1,1 1,-1 0,1 0,0 0,-1 0,1 0,0 0,-1 1,1-1,0 0,-1 1,1 0,-1-1,1 1,-1 0,1-1,-1 1,1 0,-1 0,0 0,0 1,1-1,-1 0,0 0,0 1,0-1,0 0,0 1,-1-1,1 1,0-1,-1 1,1-1,-1 1,1 0,-1-1,0 1,1 76,-14-6,14-71,0 0,-1 1,1-1,0 0,0 0,0 0,0 0,0 0,0 0,0 0,0 0,0-1,1 1,-1 0,0-1,0 1,1-1,-1 1,0-1,1 1,-1-1,1 0,-1 0,0 0,1 0,-1 0,1 0,-1 0,0 0,1-1,-1 1,1 0,-1-1,0 1,0-1,1 1,-1-1,0 0,0 0,1 0,4-1,132-22,-137 24,0 0,1-1,-1 1,0 0,1 0,-1 0,0 0,0 0,1 0,-1 1,0-1,0 0,1 0,-1 1,0-1,0 1,0 0,0-1,1 1,-1 0,0-1,0 1,0 0,0 0,-1 0,1 0,0 0,0 0,-1 0,1 0,0 0,-1 0,1 0,-1 1,1-1,-1 0,0 0,0 1,1-1,-1 0,0 0,0 1,0-1,0 0,-1 2,-3 11,-2 1,1-1,-2-1,0 1,-1-1,0 0,-1-1,0 0,-1 0,0-1,-2 0,5-2,-1 0,-1-1,1 0,-2-1,1 0,-1 0,0-1,0 0,0-1,-2 0,-8 1</inkml:trace>
  <inkml:trace contextRef="#ctx0" brushRef="#br1" timeOffset="-210902.483">1469 10384,'1'35,"2"0,1-1,2 1,2-1,1 0,1-1,2 0,1-1,2 0,1-1,5 5,-14-26,0 0,0 0,1 0,0-1,1-1,0 1,1-1,-1-1,1 0,1 0,1 0,-8-5,0 0,0 0,0 0,1-1,-1 0,0 1,1-2,-1 1,1 0,-1-1,1 0,-1 0,1 0,-1-1,1 1,-1-1,1 0,-1 0,0-1,1 1,-1-1,0 0,0 0,0-1,0 1,-1-1,1 0,-1 0,1 0,-1 0,0-1,35-59,-25 31</inkml:trace>
  <inkml:trace contextRef="#ctx0" brushRef="#br1" timeOffset="-210680.122">1375 10759,'4'-9,"7"-10,8-8,7-12,9-10,7-8,8-1,3 2,-9 11</inkml:trace>
  <inkml:trace contextRef="#ctx0" brushRef="#br1" timeOffset="-210064.88">1923 10678,'-1'-31,"-2"0,-2 1,0-1,-2 1,-1 0,-2 0,-1 1,-2-1,13 28,-2 1,1-1,0 1,0-1,0 0,1 1,-1-1,0 0,1 1,-1-1,1 0,-1 0,1 1,0-1,-1 0,1 0,0 0,1 0,-1 1,0-1,0 0,1 0,-1 0,1 1,-1-1,1 0,0 1,0-1,0 0,0 1,0-1,0 1,0 0,0-1,1 1,0-1,17-8,0 0,1 2,0 0,0 2,1 0,3 0,-19 4,0 0,1 0,-1 1,1-1,0 1,-1 1,1-1,0 1,0 0,-1 0,1 0,0 1,0 0,-1 0,1 1,-1-1,1 1,-1 0,0 1,0 0,0-1,0 1,0 1,4 3,-3 1,-1 1,1 0,-1 1,-1-1,0 1,0 0,-1 0,0 0,-1 1,21 56,-23-67,0 1,0 0,0-1,0 1,0 0,0-1,1 1,-1 0,0-1,0 1,1-1,-1 1,0 0,1-1,-1 1,0-1,1 1,-1-1,1 1,-1-1,1 0,-1 1,1-1,-1 1,1-1,-1 0,1 0,0 1,-1-1,1 0,0 0,-1 0,1 1,-1-1,1 0,0 0,-1 0,1 0,0 0,-1-1,1 1,0 0,-1 0,1 0,0 0,-1-1,1 1,-1 0,1-1,-1 1,1 0,0-1,-1 1,0-1,1 1,-1-1,1 1,-1-1,1 1,-1-1,0 1,1-1,17-41,-8 7,-2 1,-1-1,-2-1,0-19,-4 51,0 0,-1 0,0 0,0 0,0 0,0 0,0-1,-1 1,0 0,0 0,0 0,-1 0,1 1,-1-1,0 0,0 1,0-1,0 1,-3-3,5 6,-1 1,0-1,0 1,0-1,0 1,0 0,1-1,-1 1,0 0,1 0,-1-1,0 1,1 0,-1 0,1 0,-1 0,1 0,-1-1,1 1,0 0,0 0,-1 0,1 0,0 0,0 0,0 0,0 0,0 0,0 0,0 0,1 0,-1 0,0 0,1 1,0 3,0 0,1 0,0 0,0-1,1 1,-1 0,1-1,0 0,0 0,1 1,-1-2,1 1,0 0,0-1,0 0,0 0,0 0,1 0,-1-1,1 0,0 0,0 0,0 0,0-1,0 0,0 0,0 0,1 0,-1-1,0 0,0 0,0-1,1 1,-1-1,0 0,0-1,0 1,0-1,0 0,-1 0,2-1,48-40,-32 18</inkml:trace>
  <inkml:trace contextRef="#ctx0" brushRef="#br1" timeOffset="-209045.088">2484 9796,'-106'-98,"106"98,0 0,0 0,0-1,0 1,0 0,-1-1,1 1,0 0,0 0,0 0,0-1,-1 1,1 0,0 0,0 0,-1-1,1 1,0 0,0 0,-1 0,1 0,0 0,-1 0,1 0,0 0,-1 0,1-1,0 1,0 0,-1 0,1 1,0-1,-1 0,1 0,0 0,0 0,-1 0,1 0,0 0,-1 0,1 0,0 1,0-1,-1 0,1 0,0 0,0 1,0-1,-1 0,1 0,0 1,0-1,0 0,0 0,-1 1,1-1,0 0,0 0,0 1,0-1,0 0,0 1,0-1,0 0,0 1,0-1,0 0,0 1,8 20,11 8,0 0,2-2,2-1,15 15,24 28,-4 4,-57-73,0 0,-1 0,1 0,0 0,0 0,-1-1,1 1,0 0,0 0,-1-1,1 1,0 0,-1-1,1 1,0-1,-1 1,1-1,-1 1,1-1,-1 0,1 1,-1-1,1 1,-1-1,0 0,1 1,-1-1,0 0,1 0,-1 1,0-1,0 0,0 0,0 1,0-1,0 0,0 0,0 1,0-1,0 0,0 0,0 1,-1-1,1 0,0 0,0-1,26-97,-25 95,1 0,-1 1,1-1,1 0,-1 0,0 1,1 0,0-1,-1 1,1 0,0 0,1 1,-1-1,1 1,-1-1,1 1,0 0,-1 0,1 1,0-1,0 1,4-1,-5 2,0 0,0 0,0 0,0 0,0 0,0 1,0-1,1 1,-1 0,-1 0,1 0,0 1,0-1,0 1,-1-1,1 1,0 0,-1 0,0 0,1 0,-1 0,0 1,0-1,0 1,-1-1,1 1,-1 0,1 0,-1 0,0 0,0 0,0 0,0 0,2 6,-1 0,0 0,0 1,-1-1,0 0,-1 1,0-1,0 0,-1 1,-2 6,-27 44,30-59,-1 0,0 1,0-1,0 0,0 0,-1 0,1 0,0 0,0 0,-1 0,1 0,0 0,-1 0,1-1,-1 1,1-1,-1 1,1-1,-1 1,0-1,1 0,-1 0,1 0,-1 0,0 0,1 0,-1 0,1-1,-1 1,0 0,1-1,-1 0,1 1,0-1,-1 0,1 1,-1-1,1 0,-1-1,-2-4,0 0,1-1,-1 1,1-1,1 0,-1 0,1 0,0 0,1 0,0-1,0 1,0 0,1-1,0 1,1 0,0-1,0 1,0 0,2-4,-2 0,1 1,1 0,0 0,0 0,1 0,0 0,0 1,1 0,1 0,-1 0,1 0,1 1,0 0,0 1,0-1,1 1,0 1,1 0,-1 0,1 0,0 1,7-3,-12 8,0 0,-1-1,1 2,-1-1,1 0,-1 1,1-1,-1 1,1 0,-1 0,1 0,-1 1,0-1,0 1,1 0,-1 0,-1 0,1 0,0 0,0 1,-1 0,1-1,-1 1,0 0,2 2,49 36,-51-42,1 1,0-1,0 0,0 0,0 0,-1 0,1 0,0 0,-1-1,1 1,-1-1,1 0,-1 0,0 1,0-2,0 1,0 0,0 0,0-1,-1 1,1-1,-1 1,0-1,0 0,1 1,-2-1,1 0,0 0,-1 0,1 0,-1 0,9-26,-2 0,-1-1,-1 0,-2 0,0-17,34 88,-35-39,0 1,-1-1,1 0,0 0,0 0,0 0,0 0,1-1,-1 1,0 0,1-1,-1 0,1 0,-1 0,1 0,0 0,-1 0,1-1,0 1,0-1,0 1,-1-1,1 0,0-1,0 1,0 0,-1-1,1 1,0-1,-1 0,1 0,0 0,-1 0,1-1,-1 1,0 0,1-1,-1 0,7-9,0-1,0-1,-2 1,1-1,-2 0,0-1,0 0,-1 0,-1 0,0 0,-1-1,-1 1,0-1,-1 0,-1 1,0-1,0 15,0 0,1 0,-1 0,0 1,0-1,1 0,-1 0,0 0,1 0,-1 0,0 0,0 0,1 1,-1-1,0 0,1 0,-1 0,0 0,1 0,-1 0,0-1,0 1,1 0,-1 0,0 0,1 0,-1 0,0 0,0 0,1-1,-1 1,0 0,0 0,1 0,-1-1,0 1,0 0,0 0,1 0,-1-1,0 1,5 7,0 2,2 0,-1-1,1 0,0 0,1-1,0 0,0 0,0-1,1 0,0 0,6 2,17-9,-19-6</inkml:trace>
  <inkml:trace contextRef="#ctx0" brushRef="#br1" timeOffset="-208776.805">3246 9034,'-4'7,"5"4,6 6,8 1,1-2</inkml:trace>
  <inkml:trace contextRef="#ctx0" brushRef="#br1" timeOffset="-208525.963">3621 9342,'17'-41,"-2"-1,-2-1,-2 0,-1-1,1-29,-10 64,2-80,-3 86,0 1,0-1,-1 0,1 1,-1-1,1 1,-1-1,0 1,0-1,0 1,-1-1,1 1,-1 0,1 0,-1 0,0 0,1 0,-1 0,0 0,0 0,-1 1,1-1,0 1,0-1,-1 1,1 0,-1 0,1 0,-2 0,2 2,0-1,0 1,0 0,0-1,0 1,0 0,1 0,-1 0,0 1,1-1,-1 0,1 1,-1-1,1 1,0-1,0 1,0 0,0-1,0 1,0 0,0 0,0 0,0 0,1-1,-1 1,1 0,0 0,0 0,-1 0,1 0,0 0,1 0,-1 0,0 0,0 0,1 1,-1 7,0 1,1 0,0-1,0 1,2-1,-1 0,1 1,0-1,1-1,0 1,1 0,0-1,1 0,1 2,-3-6,-1 0,1 0,1 0,-1-1,1 1,0-1,0 0,0-1,0 1,0-1,1 0,0 0,0-1,0 0,0 0,0 0,0-1,0 1,0-2,1 1,-1-1,0 0,1 0,1-1,80-32,-49 8</inkml:trace>
  <inkml:trace contextRef="#ctx0" brushRef="#br1" timeOffset="-207479.211">2872 11094,'-20'-91,"12"66,-1 0,0 0,-2 0,-1 2,-1-1,0 1,-2 1,-12-5,32 26,0 0,0 0,0 0,0-1,0 0,-1 1,1-2,-1 1,1-1,-1 1,0-1,0 0,0-1,0 1,0-1,2-3,54-56,42-36,-101 98,0 0,0 0,0 0,0 0,0 0,1 0,-1 0,0 1,0-1,1 0,-1 1,1-1,-1 1,0-1,1 1,-1 0,1 0,-1 0,1 0,-1 0,1 0,-1 0,1 0,-1 0,0 1,1-1,-1 1,1-1,-1 1,0-1,1 1,-1 0,0 0,0-1,0 1,1 0,-1 0,0 0,0 0,0 1,-1-1,1 0,0 0,0 1,-1-1,1 0,0 1,-1-1,1 0,-1 1,0-1,0 1,1-1,-1 1,0-1,0 1,10 52,-9-45,0 1,1 0,0-1,0 0,1 1,0-1,1 0,0 0,0-1,1 1,0-1,6 7,-9-13,-1 0,1-1,0 1,0 0,0-1,0 0,0 0,0 1,1-1,-1 0,0-1,0 1,1 0,-1-1,1 1,-1-1,1 0,-1 0,0 0,1 0,-1 0,1 0,-1-1,1 1,-1-1,0 0,1 1,-1-1,0 0,0-1,0 1,0 0,0-1,0 1,0-1,0 1,0-1,5-5,0 1,-1-1,0-1,0 1,0-1,-1 0,0-1,3-8,-3 4,0 0,-1 0,0-1,-1 1,0-1,-2 0,1-5,-1 14,-1 0,0 0,0-1,-1 1,1 0,-1 0,0 0,0 0,-1 0,0 0,1 0,-2 0,1 1,0-1,-1 1,0-1,0 1,0 0,-1 0,0 1,0-1,3 3,0 1,0-1,0 1,0-1,0 1,0 0,0-1,0 1,0 0,0 0,0 0,0 0,0 0,0 0,0 0,0 1,0-1,-1 0,1 0,0 1,0-1,0 1,1-1,-1 1,0-1,0 1,0 0,0-1,0 1,1 0,-1 0,0-1,0 1,1 0,-1 0,1 0,-1 0,1 0,-1 0,1 0,0 0,-1 0,1 0,0 0,0 0,0 0,0 0,0 0,0 0,0 1,0-1,0 0,1 0,-1 0,0 0,0 0,1 0,-1 0,1 0,-1 0,1 4,0 0,1 1,-1-1,1 0,0 0,0 0,0 0,1 0,0-1,0 1,0-1,0 0,1 0,-1 0,1 0,0 0,1-1,-1 0,0 0,1 0,0 0,0-1,0 0,0 0,0 0,0 0,0-1,0 0,1 0,-1-1,1 1,-1-1,0 0,1-1,-1 1,0-1,1 0,-1 0,0-1,3 0,5-5,0-1,0 1,-1-2,0 0,0-1,-1 0,0 0,-1-1,5-7,20-23</inkml:trace>
  <inkml:trace contextRef="#ctx0" brushRef="#br1" timeOffset="-207140.094">3594 10210,'-6'0,"0"0,0 0,1 0,-1 0,0 1,1 0,-1 0,0 1,1 0,0 0,-1 0,1 0,0 1,0 0,0 0,0 0,1 1,-1-1,1 1,0 0,0 1,0-1,1 1,0-1,0 1,0 0,0 0,1 1,-1-1,1 0,1 1,-1-1,1 1,0 0,0-1,1 5,0 64,0-72,1 0,-1-1,0 1,1-1,-1 1,1 0,-1-1,1 1,0-1,-1 0,1 1,0-1,0 0,0 1,0-1,0 0,0 0,1 0,-1 0,0 0,1 0,-1 0,0 0,1-1,-1 1,1 0,-1-1,1 1,0-1,-1 0,1 1,-1-1,1 0,0 0,-1 0,1 0,0 0,-1-1,1 1,-1 0,1-1,1 0,4-3,0 0,-1-1,1 0,-1 0,0 0,0-1,-1 0,1 0,-1 0,-1-1,1 0,-1 0,0 0,-1 0,3-7,1 0,-1 0,-1 0,0-1,-1 1,-1-1,0 0,-1-1,0 1,-1-9,-6 5,5 22,2 0,0 0,0 0,0 0,0 0,0 0,1 0,-1-1,1 1,0-1,0 0,0 0,0 0,0 0,0 0,1-1,-1 1,0-1,1 0,-1 0,1 0,0-1,-1 1,1-1,0 0,-1 0,1 0,-1 0,1-1,0 1,-1-1,1 0,-1 0,1-1,-1 1,2-2,24-9</inkml:trace>
  <inkml:trace contextRef="#ctx0" brushRef="#br1" timeOffset="-206689.779">3875 9757,'-4'6,"1"0,1 1,-1 0,1-1,0 1,1 0,0 0,0 0,0 1,1-1,0 0,0 0,1 0,0 0,0 0,1 0,-1 0,2 0,-1-1,1 1,0-1,0 1,1-1,0 0,0 0,0-1,1 1,0-1,0 0,0 0,0-1,1 1,0-1,0-1,0 1,6 2,-7-5,-1 0,0-1,1 0,-1 0,0 0,1 0,-1 0,0-1,0 0,1 0,-1 0,0 0,0-1,0 0,0 0,0 0,-1 0,1 0,-1-1,1 1,-1-1,0 0,0 0,0-1,0 1,-1-1,2 0,4-8,0 0,-1 0,-1-1,0 0,0 0,-1 0,2-13,0-12,-3 0,-1 0,-1-1,-3 0,-1 1,-2 0,-1-1,-2 1,-2 1,-1 0,-2 0,-2 1,-1 1,-1 0,-3 1,0 1,-7-6,-21-21,47 60,-1 0,1 0,-1 0,1-1,-1 1,1 0,-1 0,0 0,1 0,-1 0,1 0,-1 0,1 0,-1 0,0 0,1 0,-1 0,1 1,-1-1,1 0,-1 0,1 1,-1-1,1 0,-1 0,1 1,-1-1,1 1,0-1,-1 0,1 1,-1-1,1 1,0-1,0 1,-1-1,1 1,0-1,0 1,-1-1,1 1,0 0,0-1,0 1,0-1,0 1,0-1,0 1,0 0,0-1,0 1,0-1,0 1,1-1,-1 1,0-1,0 1,1-1,-1 1,0-1,1 1,-1-1,0 1,5 30,1 0,2 0,1-1,1 0,2-1,0 0,3 0,-1 1,1-1,2-1,1-1,1 0,1-1,13 12,-21-27,-1 1,2-2,-1 0,1 0,1-1,0-1,0 0,1-1,0 0,0-1,0-1,1-1,-1 0,3 0,-16-4,-1 1,1 0,-1 0,1-1,-1 1,1-1,-1 0,1 1,0-1,-1 0,1 0,-1 0,1 0,0 0,-1 0,1-1,0 1,-1 0,1-1,-1 1,1-1,-1 0,1 1,-1-1,0 0,1 0,-1 0,0 0,1 0,-1 0,0 0,0-1,0 1,0 0,0-1,0 1,-1 0,1-1,0 1,-1-1,1 0,-1 1,0-1,1 1,-1-1,0 0,0 1,0-1,0 1,-8-16</inkml:trace>
  <inkml:trace contextRef="#ctx0" brushRef="#br1" timeOffset="-206414.007">3941 9569,'-15'4,"-9"2,3 0,10-1,13-6,15-10,17-14,13-14,8-15,6-9,0-7,-4-1,-8 7,-6 9,-12 13,-8 13,-8 11</inkml:trace>
  <inkml:trace contextRef="#ctx0" brushRef="#br1" timeOffset="-205863.911">4570 9101,'4'18,"0"0,2 0,0 0,1-1,1 0,1 0,0 0,1-2,0 1,2-1,0-1,0 0,1 0,10 6,-21-18,0 0,0 0,0-1,0 1,1-1,-1 0,0 1,1-1,-1 0,1 0,0-1,-1 1,1 0,-1-1,1 0,0 0,0 1,-1-1,1-1,0 1,-1 0,1-1,0 1,-1-1,1 0,-1 0,1 0,-1 0,0-1,1 1,-1 0,0-1,0 0,0 1,1-2,2-8,-1 1,0-1,-1 0,0 0,0 0,-2 0,1 0,-1-1,-1 1,0 0,-1-9,1 19,0-17,0 0,-1 0,-1-1,-1 2,0-1,-1 0,-1 1,-1-1,-1 1,0 0,7 17,0 1,0-1,0 0,0 0,-1 0,1 1,0-1,0 0,0 0,0 0,0 0,0 1,0-1,-1 0,1 0,0 0,0 0,0 0,0 0,-1 1,1-1,0 0,0 0,0 0,0 0,-1 0,1 0,0 0,0 0,0 0,-1 0,1 0,0 0,0 0,0 0,-1 0,1 0,0 0,0 0,0 5,2 0,-1 0,1 0,-1-1,1 1,1 0,-1-1,1 0,-1 1,1-1,1 0,-1 0,0-1,1 1,0-1,0 0,0 0,0 0,0 0,1-1,-1 1,1-1,0 0,0-1,-1 1,1-1,0 0,0 0,0 0,5-1,20-9,-2-5</inkml:trace>
  <inkml:trace contextRef="#ctx0" brushRef="#br1" timeOffset="-205063.529">5051 8860,'-2'-2,"0"0,-1-1,1 1,-1 0,1 0,-1 1,0-1,1 1,-1-1,0 1,0 0,0 0,0 0,0 0,-1 0,1 1,0 0,0 0,0-1,0 2,-1-1,1 0,0 1,0-1,0 1,0 0,0 0,0 0,0 0,0 1,0-1,1 1,-1 0,0 0,1 0,-1 0,1 0,0 0,0 1,0-1,-1 4,0-1,0 0,0 1,1-1,0 1,0 0,1 0,0 0,0 0,0 0,0 0,1 0,0 0,1 0,-1 0,1 0,0 0,1 0,-1 0,1-1,0 1,1 0,-1-1,1 0,0 1,3 3,-4-8,0 1,1-1,-1 0,0 0,0 0,1 0,-1 0,1 0,-1 0,1-1,-1 0,1 1,-1-1,1 0,-1 0,1 0,-1 0,1-1,-1 1,1-1,-1 1,1-1,-1 0,0 0,1 0,-1 0,0-1,0 1,0-1,0 1,0-1,1 0,52-65,-9-68,-45 134,-1 1,1 0,-1-1,1 1,0 0,-1 0,1 0,0-1,-1 1,1 0,0 0,-1 0,1 0,0 0,-1 0,1 0,0 0,-1 1,1-1,0 0,-1 0,1 0,0 1,-1-1,1 0,0 1,-1-1,1 1,-1-1,1 0,-1 1,1-1,-1 1,0 0,1-1,-1 1,1-1,-1 1,0-1,0 1,1 0,-1-1,0 1,0 0,0-1,0 1,0 0,0 0,0 0,5 5,-3-3,0 0,0 0,0 0,0 0,0 0,1 0,0 0,-1-1,1 1,0-1,0 0,0 0,1 0,-1 0,0-1,1 1,-1-1,1 0,-1 0,1 0,0-1,-1 1,1-1,0 0,-1 0,1 0,0 0,0 0,-1-1,1 0,0 0,-1 0,1 0,2-2,2-7,-1 0,-1 0,1-1,-2 0,1 0,-1 0,-1-1,0 1,-1-1,0 0,-1 0,0-10,4-14,-3 0,-1 0,-1 0,-3 0,-3-20,-1 30,-2 0,0 0,-2 0,-1 1,-1 1,-2 0,0 0,-1 1,-1 1,-1 1,-1 0,-1 1,-1 2,-1-1,0 2,-1 1,-22-12,-10 2,52 27,0 0,1-1,-1 1,0 0,1 0,-1 1,0-1,1 0,-1 0,1 1,0-1,0 1,-1-1,1 1,0 0,0-1,0 1,1 0,-1 0,0 0,1 0,-1-1,1 1,-1 0,1 0,0 0,0 0,0 0,0 0,0 0,1 0,-1 0,0 0,2 1,-2-2,3 30,1 0,2 0,2 0,0 0,2-1,2-1,0 0,2-1,1 0,10 13,-15-22,0 0,1-1,1-1,1 0,0 0,2-2,-1 1,2-2,0 0,0-1,2 0,-1-2,2 0,-1-1,1-1,1 0,0-2,2 0,-16-5,0-1,0-1,0 1,0-1,-1 0,1-1,0 1,0-1,0 0,0 0,-1-1,1 0,-1 0,1 0,-1-1,0 0,0 0,0 0,0 0,0-1,-1 0,0 0,1 0,-2-1,1 1,0-1,-1 0,0 0,0 0,0 0,0-3,2-4,-1 0,0 0,-1 0,-1 0,1-1,-2 1,0-1,0 1,-1-1,-1 0,0 1,-1-1,0 1,-1 0,-3-8,-3 11,11 34,1-13,0 0,1-1,0 1,0-1,2 0,-1-1,1 1,1-1,0 0,0-1,1 1,0-1,3 1,1-3,-2-5</inkml:trace>
  <inkml:trace contextRef="#ctx0" brushRef="#br1" timeOffset="-204776.3">5306 8045,'-3'2,"5"4,8 0,2-1</inkml:trace>
  <inkml:trace contextRef="#ctx0" brushRef="#br1" timeOffset="-204528.448">5586 8072,'113'45,"-98"-42,-1 1,0 0,-1 1,1 1,-1 1,0-1,0 2,-1 0,0 0,-1 1,0 1,1 1,1 7,0 1,-1 0,-1 1,-1 0,-1 0,-1 1,-1 0,0 1,-2 0,44 112,-48-131,0 0,0-1,0 1,0-1,0 1,0-1,1 0,-1 1,1-1,0 0,0 0,-1 0,1 0,1 0,-1 0,0-1,0 1,1-1,-1 0,0 1,1-1,0 0,-1 0,1-1,-1 1,1 0,0-1,0 0,-1 1,1-1,0 0,0-1,-1 1,2-1,2-3,0-2,-1 1,1-1,-1 1,-1-1,1-1,-1 1,0-1,-1 1,1-1,-1 0,-1 0,1-1,-1 1,-1-1,1 1,-1-1,0 1,-1-1,0 0,0-2,-1 3,0 0,0 0,0 0,-1 0,0 1,0-1,-1 0,0 1,0 0,0 0,-1 0,0 0,0 0,-1 1,1-1,-1 1,-1 0,-26-23</inkml:trace>
  <inkml:trace contextRef="#ctx0" brushRef="#br1" timeOffset="-204356.907">5813 8272,'-16'5,"-10"1,-2 0,8-6,13-10,18-11,16-13,13-8,6-7,-1-4,-7 7</inkml:trace>
  <inkml:trace contextRef="#ctx0" brushRef="#br1" timeOffset="-201863.938">3754 7457,'-10'-5,"-1"2,0-1,0 2,-1-1,1 1,-1 1,1 0,-1 1,1 0,-1 1,1 0,0 1,-1 0,1 1,0 0,0 1,0 0,1 0,-1 1,1 1,-2 2,-66 42,2 5,2 2,3 4,-12 17,23-23,-249 211,-100 94,65-39,-34 0,323-268,-2-2,-3-2,-64 39,-292 155,9 8,363-221,1 2,1 1,2 3,2 1,1 1,2 2,-19 30,28-35,1 0,2 2,1 0,3 2,-7 18,19-39,1 0,0 1,2 0,0 0,1 0,1 0,1 0,1 0,0 0,1 1,2-1,0 0,2 8,10 11,2-1,1-1,1-1,2 0,2-1,1-2,2 0,0-2,2-1,2-1,22 16,18 16,3-2,2-4,2-3,3-4,1-3,3-4,1-3,1-5,2-3,2-3,53 5,-97-21,0-3,0-1,1-3,0-1,0-3,0-1,-1-3,0-2,0-1,0-3,17-7,63-38,-1-5,-4-5,-2-6,93-75,478-379,-609 467,3 5,1 3,3 4,82-31,-104 53,20-5,-1-4,-2-4,-2-3,11-12,289-224,-197 138,-144 112,-2-3,-2 0,0-3,-2-1,-2-1,-1-2,14-23,64-136,-83 143,2 1,2 1,2 2,2 1,16-14,0 9,3 3,1 1,51-32,196-99,-283 169,0 0,0-2,-2 0,1-1,-2 0,0-2,0 1,-2-2,0 0,-1 0,0-2,-2 1,0-1,-1-1,-1 1,-1-2,0 1,-2-1,0-1,-4-19,-2 0,-2 0,-1 0,-2 1,-2-1,-7-19,12 48,-1-1,0 1,-1 0,0 0,-1 0,-1 1,1 0,-2 0,1 0,-1 1,-1 0,0 1,-1 0,1 0,-5-1,-32-18,-2 2,0 2,-2 2,0 3,-1 2,-1 2,-47-7,-255-53,-107 2,113 11,306 56,-1 1,1 2,-1 2,1 1,-1 3,-36 7,53-5,-48 9,0-3,-74 0,-71-12,215 1,-1 1,1 0,0 0,-1 0,1 0,0 1,0 0,0 0,0 0,0 0,0 1,1-1,-1 1,1 0,0 0,0 0,0 1,0-1,0 1,1-1,-1 1,1 0,0 0,0 0,0 4,-32 49,15-28</inkml:trace>
  <inkml:trace contextRef="#ctx0" brushRef="#br1" timeOffset="-199788.439">1923 1013,'-29'5,"-1"1,1 1,1 2,-1 1,2 1,-1 1,2 1,-1 2,-12 9,-447 325,372-263,4 5,3 4,-39 50,88-78,3 2,2 3,-19 38,51-73,2 0,1 2,2 0,1 1,3 0,1 1,2 0,-1 17,3 26,3 1,4 0,4 10,-4-84,1-1,0 1,1-1,0 1,1-1,0 0,0 0,1 0,1-1,-1 1,2-1,-1 0,1-1,1 1,-1-1,1 0,1-1,-1 0,1 0,1 0,-1-1,1 0,0-1,0 0,8 3,8 1,0-1,0-1,1-1,0-1,1-2,-1 0,0-2,1 0,-1-2,1-1,-1-2,0 0,0-2,9-3,37-13,-1-4,-2-2,0-4,27-18,294-180,269-216,-618 417,74-47,-3-6,-3-4,-5-5,-4-4,48-62,-90 80,-3-2,-4-3,-3-2,-4-2,23-67,-34 44,-32 106,-1 0,1 1,-1-1,0 0,0 0,0 0,-1 0,1 0,-1 0,1 0,-1 1,0-1,0 0,0 0,0 1,-1-1,1 1,-1-1,0 1,1 0,-1-1,0 1,0 0,-1 0,1 0,0 1,-1-1,1 1,-1-1,1 1,-1 0,0 0,1 0,-1 0,0 0,0 0,-2 1,-22-5,0 2,0 0,0 2,0 1,0 1,-1 2,2 1,-16 3,-115 24,1 5,1 8,3 7,-100 49,-217 129,248-107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09.2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303 130,'-13'-5,"0"0,-1 0,0 2,0 0,0 0,0 1,-1 1,1 0,0 2,-10 0,17 0,0-1,1 1,-1 1,1 0,-1 0,1 0,0 0,0 1,0 0,0 1,0-1,1 1,-1 0,1 0,0 1,1-1,-1 1,1 0,0 1,0-1,0 1,1 0,-2 3,3-5,1 0,-1 0,1 1,0-1,0 0,1 0,-1 1,1-1,0 0,0 1,0-1,1 0,0 1,0-1,0 0,0 0,0 1,1-1,0 0,0-1,0 1,0 0,1 0,-1-1,1 0,0 1,0-1,0 0,0 0,1-1,-1 1,1-1,0 0,-1 0,1 0,0 0,0 0,1-1,2 1,0 1,0 0,1 0,-1-1,1 0,-1-1,1 0,0 0,-1 0,1-1,0 0,0 0,-1-1,1 0,0-1,-1 0,1 0,-1 0,0-1,0 0,0 0,0-1,0 0,-1 0,0-1,1 0,-2 0,1 0,-1-1,1 1,-2-1,1-1,-1 1,0-1,2-2,-4 5,-1-1,1 1,-1 0,0 0,0-1,-1 1,1-1,-1 1,0-1,0 1,0-1,-1 1,1-1,-1 1,0 0,-1-1,1 1,-1 0,0 0,0 0,0 0,0 0,-1 0,1 1,-1-1,0 0,2 4,0 0,1-1,-1 1,0 0,0 0,1-1,-1 1,0 0,0 0,0 0,1 0,-1 0,0 0,0 0,0 0,0 0,1 0,-1 1,0-1,0 0,1 0,-1 1,0-1,0 1,1-1,-1 0,0 1,1-1,-1 1,1 0,-1-1,1 1,-1-1,1 1,-1 0,1 0,-1-1,1 1,0 0,-1-1,1 1,0 1,-11 34,10-27,1-1,0 1,0-1,1 1,0-1,1 0,-1 1,2-1,-1 0,1 0,0 0,1-1,0 1,0-1,1 0,0 0,0 0,0-1,1 0,0 0,0 0,1 0,0-1,-1 0,2-1,-1 0,1 0,-1 0,1-1,0 0,0-1,0 1,4-1,-9-1,0-1,0 1,0-1,0 0,-1 1,1-2,0 1,0 0,0 0,0-1,0 1,-1-1,1 0,0 0,-1 0,1-1,0 1,-1 0,0-1,1 0,-1 1,0-1,0 0,0 0,0 0,0-1,0 1,0 0,-1-1,0 1,1-1,-1 1,1-3,5-18,-1-1,0 0,-2 0,-1 0,0-7,10-64,-13 91,1-4,1 0,-1 0,1 0,1 0,-1 1,1-1,1 1,-1-1,1 1,0 1,1-1,0 0,1 0,-3 6,0 1,0-1,0 1,0 0,0 0,0 0,0 0,0 0,0 1,0-1,0 1,0 0,-1 0,1 0,0 0,0 1,-1-1,1 1,-1-1,1 1,-1 0,1 0,-1 0,0 0,0 1,0-1,-1 0,1 1,0-1,-1 1,1 2,1-2,7 8,0 0,0 0,-1 1,-1 1,0-1,0 1,-1 0,-1 1,-1 0,0 0,0 0,-1 1,-1-1,-1 1,0 0,-1 0,0-1,-1 3,-9 64,11-79,0 1,0-1,0 0,0 0,0 0,0 0,0 0,1 0,-1-1,0 1,1-1,0 1,-1-1,1 0,0 0,0 0,-1-1,1 1,0-1,0 1,0-1,0 0,0 0,0 0,0-1,2 1,0 0,21 1,1-1,0 0,-1-2,0-2,21-4,-37 5,-1 1,1-2,0 1,-1-1,0-1,0 0,0 0,0-1,-1 0,0 0,0-1,-1 0,0 0,0-1,0 0,1-4,9-14,-2-1,-1-1,-2 0,0-1,-1-3,-11 31,1-1,0 1,0 0,0-1,-1 1,1-1,-1 1,1-1,-1 0,1 1,-1-1,0 1,0-1,0 0,0 1,0-1,0 1,-1-1,1 0,0 1,-1-1,1 1,-1-1,0 1,1-1,-1 1,0-1,0 1,0 0,0 0,0-1,0 1,0 0,0 0,-1 0,1 0,0 0,-1 0,1 1,-1-1,0 0,-4 1,0 1,-1-1,1 1,0 1,0-1,0 1,0 0,1 1,-1-1,1 1,-1 0,1 1,0-1,0 1,0 0,0 0,1 0,0 1,0 0,0 0,0 0,1 0,0 0,0 1,-1 0,0 0,1 0,0 1,0-1,1 1,-1 0,2-1,-1 1,1 0,0 0,0 0,1 0,-1 0,2 0,-1 0,1 0,0 0,1 0,-1 0,1 0,1 0,-1-1,1 1,0-1,1 0,0 0,0 0,0 0,0-1,1 0,4 4,15 10,0-2,1-1,1-1,1-1,0-1,0-1,2-2,-1-1,1-1,0-1,1-2,-1 0,1-3,26 0,92-5,-94-3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10.3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260 588,'-18'-5,"-1"1,1 1,-1 1,0 0,1 1,-1 1,13 0,1 0,0 1,0 0,-1 0,1 0,0 1,0-1,0 1,0 0,1 1,-1-1,0 1,1 0,0 0,0 0,0 1,0-1,0 1,1 0,-1 0,1 1,0-1,0 2,0-2,0 0,1 0,-1 1,1-1,0 1,0 0,1 0,-1-1,1 1,0 0,1 0,-1 0,1 0,0 0,0 0,0 0,1 0,0 0,0 0,0 0,1 0,-1 0,1-1,0 1,1-1,-1 1,1-1,0 0,0 0,0 0,0 0,1-1,-1 1,1-1,0 0,0 0,0 0,1-1,-1 1,1-1,0 0,0-1,1 0,-1 0,1-1,-1 1,1-1,-1 0,1-1,-1 0,1 0,-1 0,1 0,-1-1,0 0,1 0,-1 0,0-1,-1 1,1-1,0 0,-1-1,1 1,-1-1,0 0,-1 0,2-2,3-3,0-1,-1 0,0 0,-1-1,0 0,-1 0,0 0,0-1,-1 0,2-11,-3-5,-4 21,-2 19,1-5,0-1,1 1,0-1,0 1,1-1,-1 1,2-1,-1 1,1 0,-1-1,2 1,-1-1,1 1,0-1,0 0,1 0,0 0,0 0,0 0,1-1,0 1,0-1,0 0,1 0,-1-1,1 1,0-1,1 0,-1 0,2 0,39 16,1-6</inkml:trace>
  <inkml:trace contextRef="#ctx0" brushRef="#br0" timeOffset="629.824">942 588,'-17'-3,"0"0,-1 1,1 0,0 2,-1 0,1 1,0 0,-1 2,1 0,0 1,1 0,-1 2,1 0,-11 5,24-9,0 0,-1 1,1-1,0 1,1 0,-1 0,0 0,1 0,-1 0,1 0,0 1,0-1,0 1,1-1,-1 1,1 0,0 0,0-1,0 1,1 0,-1 0,1 0,0 0,0 0,0 0,1 0,-1 0,1 0,0 0,0 0,0-1,1 1,-1 0,1-1,0 1,0-1,0 1,1-1,-1 0,1 0,0 0,-1 0,4 1,6 4,0 0,0-1,1-1,0 0,0 0,0-2,0 0,1 0,0-1,0-1,0 0,0-1,0 0,0-1,0-1,0 0,0-1,10-3,-9 1,0 0,-1-1,1-1,-1 0,-1-1,1-1,-1 0,-1 0,0-2,0 1,0-1,-1-1,-1 0,0-1,-1 0,0 0,0-1,-1 0,-1-1,-1 0,0 0,0 0,-1 0,1-10,10-47,-4 0,-2-1,-4 0,-3 0,-4-30,-3 16,4 87,0-1,-1 0,1 0,0 0,-1 0,1 0,0 0,-1 0,1 0,0 0,0 0,-1 0,1 0,0 0,-1 0,1 0,0 0,-1 0,1 0,0 0,-1-1,1 1,0 0,0 0,-1 0,1 0,0-1,0 1,-1 0,1 0,0-1,0 1,-1 0,1 0,0-1,0 1,0 0,0-1,0 1,0 0,-1-1,1 1,0 0,0-1,0 1,0 0,0 0,0-1,0 1,0 0,0-1,1 1,-1 0,0-1,0 1,0 0,0-1,0 1,0 0,1 0,-1-1,0 1,-9 27,-8 62,5 1,-2 92,13-171,-2 17,0 0,2 0,1 0,2 0,0 0,2-1,1 1,1-1,2 0,8 22,-13-44,1 1,-1 0,1-1,0 0,0 0,0 0,1-1,0 1,0-1,0 0,0 0,1-1,0 0,-1 0,1 0,0 0,0-1,1 0,-1-1,0 1,1-1,-1 0,1-1,-1 1,1-2,4 1,2-2,-1 1,0-2,0 0,0 0,0-1,0 0,-1-1,0-1,0 0,0 0,-1-1,0 0,6-6,0-2,-1-1,-1 0,0 0,-2-2,0 1,0-2,-2 1,8-21,-16 30,-11 23,4-3,0 0,0 0,1 1,0 0,1-1,1 1,-1 1,2-1,0 0,0 1,1-8,1-1,-1 1,0-1,1 1,0-1,0 1,1-1,-1 1,1-1,0 0,0 0,0 0,1 0,-1 0,1 0,0-1,0 1,0-1,1 0,-1 0,1 0,-1 0,1-1,0 1,0-1,0 0,1-1,0 2,35 7,-1-3</inkml:trace>
  <inkml:trace contextRef="#ctx0" brushRef="#br0" timeOffset="841.779">1837 415,'-16'-5,"-9"-1,-4 0,0-1,-1-2,-4-1,4 1</inkml:trace>
  <inkml:trace contextRef="#ctx0" brushRef="#br0" timeOffset="1013.863">901 134,'19'-7,"21"-5,27 1,25 1,21 3,17 2,9 7,-19 2</inkml:trace>
  <inkml:trace contextRef="#ctx0" brushRef="#br0" timeOffset="1314.273">2078 507,'-3'9,"0"-1,1 0,0 0,1 1,0-1,0 1,1 0,0-1,0 1,1-1,0 1,1-1,0 1,0-1,1 0,0 0,0 0,1 0,0-1,0 1,1-1,0 0,0 0,1-1,-1 1,2-1,-1-1,1 1,1 0,-5-3,0-1,0 0,1 0,-1 0,0 0,1 0,-1-1,1 1,-1-1,1 0,0 0,0-1,-1 1,1-1,0 1,0-1,0 0,0-1,-1 1,1-1,0 0,0 0,-1 0,1 0,-1 0,1-1,-1 0,1 0,-1 0,0 0,0 0,0-1,0 1,0-1,-1 0,1 0,-1 0,0 0,0 0,0 0,1-3,4-9,-1-1,0 0,-2 0,0-1,0 1,-2-1,0 0,-1 0,0 0,-2 0,0 0,2 110,-1-85,2 1,-1-1,1 0,1 0,-1-1,1 1,0 0,1-1,0 0,0 0,1 0,0 0,0-1,0 1,2 0,15 9</inkml:trace>
  <inkml:trace contextRef="#ctx0" brushRef="#br0" timeOffset="1875.87">2626 494,'-3'5,"0"1,0-1,1 0,-1 1,1 0,0-1,0 1,1 0,0 0,0 0,0 0,1 0,0 0,0 0,1 0,-1 0,1 0,1 0,-1 0,1 0,0-1,0 1,0-1,1 1,0-1,0 0,1 0,-1 0,1 0,0-1,0 1,1-1,-1 0,1-1,0 1,4 2,-1-3,-1 0,1-1,0 0,0-1,0 1,0-1,0-1,0 0,0 0,0 0,0-1,0 0,0-1,0 1,0-2,-1 1,1-1,-1 0,0-1,1 0,-2 0,1 0,0-1,-1 0,0 0,0-1,0 0,-1 0,0 0,0 0,-1-1,1 0,-1 0,-1 0,0 0,0-1,0 0,1-4,-7 3,-3 28,4-13,1 0,1 0,-1 0,1 0,0 0,1 0,0 0,-1 0,2 0,-1 0,1 0,0 0,0 0,1-1,-1 1,1-1,0 0,1 0,-1 0,1 0,0 0,1-1,-1 0,1 0,-1 0,1 0,0-1,1 0,-1 0,1 0,-1-1,3 1,4 0,1-1,-1-1,1 1,-1-2,1 0,-1-1,1 0,0 0,-1-2,0 1,0-2,0 0,0 0,0-1,-1 0,1-1,-2-1,1 1,-1-2,0 1,0-2,-1 1,0-1,0 0,-1-1,-1 0,1-1,-2 1,5-9,3 1,-12 34,-4-9,1-1,-1 1,1 0,1-1,-1 1,1 0,0-1,1 1,-1 0,1 0,1-1,-1 1,1-1,0 0,1 1,0-1,0 0,0 0,0 0,1-1,0 1,4 3,0-2,1-1,0-1,0 1,0-2,1 1,0-1,0-1,0 1,0-2,0 1,1-2,-1 1,1-1,24 2</inkml:trace>
  <inkml:trace contextRef="#ctx0" brushRef="#br0" timeOffset="2132.643">3602 254,'-16'0,"-7"7,0 1</inkml:trace>
  <inkml:trace contextRef="#ctx0" brushRef="#br0" timeOffset="4028.277">113 1724,'14'59,"-3"1,2 53,-5-41,-7-66,-2 0,1-1,1 1,-1-1,1 1,0-1,0 1,1-1,-1 0,1 1,0-1,1 0,-1 0,1 0,0-1,0 1,1-1,-1 0,1 0,0 0,1 1,-1-5,0-1,-1 1,1-1,-1 0,0 0,1 0,-1 0,0-1,1 0,-1 1,0-1,0 0,0 0,-1-1,1 1,0-1,-1 1,0-1,1 0,-1 0,0 0,-1 0,1 0,0 0,-1 0,0-1,0 1,1-4,9-17,0-1,-2-1,-1 1,-1-1,-1 0,-2-1,0 0,-2-3,-5 20,-1 25,2-9,1 1,0-1,1 1,0 0,0-1,0 1,1-1,0 1,0-1,1 1,-1-1,1 0,1 0,-1 1,1-2,0 1,1 0,-1-1,1 1,0-1,0 0,1 0,0-1,0 1,0-1,0 0,0 0,1-1,0 0,0 0,0 0,0-1,6 2,-4-1,1 0,0-1,1 0,-1 0,0-1,0 0,1-1,-1 0,0-1,1 0,-1 0,0-1,0 0,0 0,0-1,0 0,0-1,-1 0,0-1,0 1,0-2,0 1,-1-1,0 0,0 0,0-1,-1 0,0 0,0-2,-2 3,0-1,-1 0,0 0,0 0,-1 0,0 0,0 0,0-1,-1 1,0 0,-1-1,0 1,0-2,-11 26,10-12,1 0,-1 0,1 0,-1 1,2-1,-1 0,0 0,1 0,0 0,0 0,1 0,-1 0,1 0,0-1,0 1,1-1,-1 1,1-1,0 0,0 0,1 0,-1 0,1 0,0-1,0 0,0 0,0 0,1 0,-1-1,1 1,-1-1,1 0,0-1,0 1,0-1,0 0,0 0,3 0,0-1,0 1,0-1,-1-1,1 1,0-1,0-1,-1 1,1-1,-1-1,1 1,-1-1,0-1,0 1,0-1,-1 0,1-1,-1 1,0-2,0 1,2-4,7-7,-2-1,0 0,-1-1,0 0,-2-1,7-17,-17 37,0-1,0 0,0 0,0 1,0-1,0 0,0 0,0 0,1 1,-1-1,0 0,0 0,0 0,0 1,0-1,1 0,-1 0,0 0,0 0,0 0,1 1,-1-1,0 0,0 0,0 0,1 0,-1 0,0 0,0 0,1 0,-1 0,0 0,0 0,0 0,1 0,-1 0,0 0,0 0,1 0,-1 0,0 0,0 0,0 0,1 0,-1-1,0 38,-1-26,2-6,-1 1,0 0,1-1,0 1,0-1,1 0,0 1,0-1,0 0,0 0,1 0,0 0,0 0,0-1,0 1,1-1,0 0,0 0,0 0,0-1,1 1,-1-1,1 0,0-1,0 1,0-1,0 0,1 0,-1 0,0-1,1 0,1 2,0 0,0-1,0 0,0 0,1-1,-1 0,0 0,1-1,-1 0,1 0,-1-1,0 0,1 0,-1-1,0 0,0 0,0-1,0 1,0-1,-1-1,1 0,-1 0,0 0,0 0,0-1,-1 0,0 0,0-1,0 1,0-1,-1 0,0-1,0 1,0-2,-2 3,-1 0,1 0,-1 0,0 0,0 0,0 0,-1 0,0 0,0 0,0 0,0 0,-1 0,0 0,0 0,0 0,-2-3,3 7,0 1,-1 0,1-1,0 1,0 0,0-1,0 1,0 0,-1-1,1 1,0 0,0 0,0-1,-1 1,1 0,0 0,-1-1,1 1,0 0,0 0,-1 0,1 0,0-1,-1 1,1 0,0 0,-1 0,1 0,0 0,-1 0,1 0,0 0,-1 0,1 0,0 0,-1 0,1 0,0 0,-1 0,1 0,0 1,-1-1,1 0,0 0,-1 0,1 0,0 1,0-1,-1 0,1 0,0 1,0-1,-1 0,1 0,0 1,0-1,0 0,0 1,0-1,-1 0,1 1,0-1,0 0,0 1,0-1,0 0,0 1,-6 24,6-19,0-1,0 1,0-1,1 1,0-1,0 1,0-1,1 0,0 1,0-1,0 0,1 0,-1 0,1 0,0-1,1 1,-1-1,1 0,0 0,0 0,0 0,1-1,-1 0,1 0,-1 0,1 0,1-1,4 3,0-1,0 0,1 0,-1-1,1-1,0 0,0 0,0-1,0 0,0-1,0-1,0 0,6-1,-4-3,0-1,0 0,-1-1,0 0,0-1,-1 0,0-1,0 0,-1-1,0-1,0 1,-2-1,1-1,-1 1,-1-2,0 1,-1-1,0 0,-1 0,0-1,8-18,-2 0,-1-1,-1-1,-2 0,-1 0,-1 0,-1-31,-4 57,-1 0,1 0,-1 0,-1 0,1 0,-1 1,-1-1,1 0,-4-5,6 12,-1-1,0 0,0 1,0-1,-1 1,1-1,0 1,0-1,-1 1,1 0,-1 0,1 0,-1 0,0 0,1 0,-1 0,0 0,1 1,-1-1,0 1,0-1,0 1,0 0,0-1,0 1,1 0,-1 0,0 1,0-1,0 0,0 1,0-1,1 1,-1-1,0 1,0 0,1 0,-1 0,0 0,1 0,-1 0,0 1,-10 8,2 1,-1 1,1-1,1 1,0 1,1 0,0 0,1 1,1 0,0 0,0 0,2 1,0 0,0 0,2 0,-1 11,0-13,0 0,1 0,1 0,0 0,0 0,2 0,0 0,0 1,1-1,1-1,0 1,0 0,2-1,-1 1,2-1,0-1,0 1,1-1,0 0,1 0,0-1,1 0,3 2,5 1,1-1,0-1,1-1,0 0,1-2,0 0,0-1,0-1,1-1,0-1,0-1,0-1,1 0,-1-2,19-1,-28 0,0-1,0 0,0-1,-1 0,1-1,-1 0,0-1,0 0,0-1,-1 0,1 0,-2-1,1-1,-1 0,0 0,0-1,-1 1,-1-2,1 1,-1-1,-1-1,0 1,0-1,-1 0,-1 0,2-5,11-47,-1-2,-4 0,-3 0,-2-1,-3 0,-4-32,1 50,1 4,-2 0,-2 1,-5-27,-9 25,15 44,1 1,-1-1,0 1,0-1,1 0,-1 1,0-1,0 1,0 0,1-1,-1 1,0 0,0-1,0 1,0 0,0 0,0 0,0 0,0 0,0 0,0 0,1 0,-1 0,0 0,0 0,0 1,0-1,0 0,0 1,0-1,1 1,-1-1,0 1,0-1,1 1,-1-1,0 1,1 0,-1-1,0 1,1 0,-1 0,1 0,-1-1,1 1,0 0,-1 0,-11 17,1 0,1 1,1 0,0 0,2 1,0 0,1 0,1 1,0 4,-5 19,2-1,2 1,2 0,1 0,3 0,2 0,4 22,-3-42,1-1,1-1,1 1,1-1,1 0,1 0,1-1,1-1,0 1,2-2,0 0,2 0,0-1,1-1,2 1,-13-13,0 1,1-1,0-1,0 1,0-1,0 0,1 0,-1-1,1 0,0 0,0 0,1-1,-1 0,0-1,1 1,-1-1,1-1,-1 0,1 0,-1 0,1-1,-1 0,1 0,-1-1,0 0,0 0,0-1,0 0,0 0,1-1,6-8,-1 0,-1 0,0-2,-1 1,0-1,-1-1,-1 0,0 0,-1-1,-1 0,0 0,-1-1,-1 0,2-11,-12 97,5-55,0-1,0 1,1 0,1 0,0-1,1 1,0-1,1 1,3 5,-5-14,0 0,0-1,1 1,-1-1,1 0,0 0,0 0,1 0,-1 0,1-1,-1 0,1 1,0-1,0-1,1 1,-1 0,1-1,-1 0,1 0,0-1,0 1,-1-1,1 0,0 0,0-1,0 1,2-1,19-2</inkml:trace>
  <inkml:trace contextRef="#ctx0" brushRef="#br0" timeOffset="5378.249">2626 1537,'-392'-82,"313"52,78 29,1 1,-1 0,1-1,0 1,-1-1,1 1,0 0,-1-1,1 1,0-1,-1 1,1-1,0 1,0-1,0 1,0-1,-1 0,1 1,0-1,0 1,0-1,0 1,0-1,0 1,0-1,0 0,1 1,-1-1,0 1,0-1,0 1,0-1,1 1,-1-1,0 1,1-1,-1 1,0 0,1-1,-1 1,1-1,-1 1,0 0,1-1,-1 1,1 0,-1 0,1-1,-1 1,1 0,-1 0,1 0,-1-1,1 1,0 0,-1 0,1 0,-1 0,1 0,-1 0,1 0,-1 1,1-1,0 0,-1 0,1 0,-1 0,1 1,36-7,1 1,0 2,1 2,5 2,9-1,20-1,52-2,1 5,-1 6,83 17,-190-22,0 1,0 1,0 1,-1 0,0 1,13 8,-26-13,1 1,-1 0,0 0,0 0,0 0,-1 1,1-1,-1 1,1 0,-1 0,-1 1,1-1,0 0,-1 1,0 0,0-1,0 1,-1 0,0 0,0 0,0 0,0 0,-1 0,0 0,0 0,-1 3,-38 123,24-92,-2 9,1 2,3-1,2 2,2-1,2 2,3-1,1 0,5 33,10 41,7-2,17 56,-25-133,-5-29,-5-29,-36-176,29 157,-19-82,5-1,5-1,0-111,15 208,0 0,1-1,1 1,0 0,1 0,2 1,-1-1,2 1,0 0,1 0,7-10,-13 25,-1 0,1 0,0 1,0-1,1 0,-1 1,0-1,0 1,1-1,-1 1,1-1,-1 1,1 0,0 0,0 0,-1 0,1 0,0 0,0 1,0-1,0 0,0 1,0 0,0-1,0 1,0 0,0 0,0 0,0 0,0 0,0 1,0-1,0 1,0-1,0 1,0 0,-1-1,1 1,0 0,0 0,-1 1,1-1,0 0,5 8,-1 1,1-1,-2 1,1 1,-1-1,-1 1,0-1,-1 1,0 0,0 0,-1 1,-1-1,0 0,0 1,-1 3,0-10,0 1,0-1,-1 1,1-1,-1 0,0 1,-1-1,1 0,-1 0,0 0,-1 0,1 0,-1 0,0 0,0-1,0 1,-1-1,0 0,1 0,-1-1,-1 1,1-1,0 0,-1 0,0 0,0 0,0-1,0 0,0 0,0 0,0-1,-1 0,-1 0,6 0,0-1,-1 1,1-1,0 0,-1 1,1-1,0 0,-1 0,1 0,0 0,-1 0,1 0,0-1,0 1,-1 0,1-1,0 1,0-1,-1 1,1-1,0 0,0 1,0-1,0 0,0 0,0 0,0 0,0 0,0 0,0 0,1 0,-1 0,0 0,1 0,-1-1,1 1,-1 0,1 0,-1-1,1 1,0 0,0-1,0 1,0 0,0-1,0 1,0 0,0-1,0 1,1 0,-1 0,0-1,1 1,-1 0,1 0,0-1,7-11,0 1,1 0,1 1,0 0,0 0,1 1,0 0,1 1,0 1,10-6,-6 3,37-27,-12 12,-1-1,-2-2,-1-1,-2-2,0-2,-3-1,-1-1,-1-2,12-22,-27 30,0-1,-2-1,-2 0,-1-1,-1 0,-2-1,-1 1,-2-1,-1 0,-2-10,-12-27,11 69,-1 0,1 0,-1 1,0-1,0 0,0 1,0-1,0 1,0-1,0 1,-1-1,1 1,-1 0,1 0,-1 0,1-1,-1 1,1 1,-1-1,0 0,0 0,1 1,-1-1,0 1,0-1,0 1,0 0,0 0,1 0,-1 0,0 0,0 0,0 0,0 1,0-1,-6 3,1 1,0 0,0 0,0 1,0-1,0 1,1 1,0-1,0 1,1 0,0 1,0-1,0 1,1 0,-1 0,2 1,-1-1,1 3,-10 18,1 0,2 2,1-1,1 1,2 0,1 1,1 0,2-1,1 1,1 0,3 10,2 7,1 0,3 0,2-1,3-1,1 0,19 40,-22-58,1-1,1-1,1 0,1-1,2 1,-16-24,-1 0,1 0,0 0,0 0,0 0,0 0,0-1,1 1,-1-1,0 0,1 1,-1-1,1 0,-1 0,1-1,-1 1,1 0,0-1,-1 0,1 1,0-1,-1 0,1-1,0 1,-1 0,1-1,0 1,-1-1,1 0,-1 0,1 0,-1 0,1 0,-1-1,0 1,0-1,1 0,-1 1,135-76,-126 73,1 0,0-1,-1 0,0-1,0-1,-1 1,0-2,0 1,0-2,-1 1,-1-1,1 0,-1-1,-1 0,0 0,2-5,-8 13,0 0,0 0,-1-1,1 1,0 0,-1-1,0 1,1 0,-1-1,0 1,0 0,-1-1,1 1,0-1,-1 1,1 0,-1 0,0-1,0 1,0 0,0 0,0 0,0 0,-1 0,1 0,-1 0,1 0,-1 1,0-1,0 0,1 1,-1 0,0-1,0 1,-1 0,1 0,0 0,0 0,-2 0,-4-2,1 1,-1 0,0 0,1 1,-1 0,0 0,0 1,1 0,-1 1,0-1,-7 3,7 0,-1 1,1 0,1 0,-1 1,1 0,0 1,0 0,0 0,1 0,0 1,0-1,1 1,-1 1,2-1,-1 1,1 0,0 0,1 0,0 1,0-1,1 1,0 0,0-1,1 1,0 0,1 0,0 0,0 0,1 0,0 0,0 0,1-1,1 1,-1 0,1-1,1 0,1 4,2-1,0 1,1-1,0 0,1-1,0 0,0 0,1-1,0 0,1-1,0 0,1 0,-1-2,1 1,0-1,4 0,7 3,0-1,1-1,0-1,0-1,1-1,-1-1,25-1,31-7,-10-7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07.1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349 1,'-25'-1,"1"2,-1 1,1 1,0 1,0 2,-17 5,32-8,-1 1,1 0,0 0,0 1,0 1,1-1,0 1,0 1,0 0,1 0,0 0,0 1,1 0,0 0,0 0,1 1,-2 4,3-4,0 1,0 0,1 0,1 0,0 1,0-1,1 1,0-1,1 1,0 0,0-1,1 1,1-1,0 1,0-1,1 0,1 0,-1 0,2 0,-1-1,1 0,7 9,10 14,1-1,2-2,1 0,1-2,20 16,-17-18,-18-16,-1 1,1-1,-2 2,1-1,-2 1,1 1,-1 0,-1 0,0 1,-1 0,3 8,-9-18,0 0,-1 0,1 0,-1 0,0 0,0 0,0 0,0 0,0 0,0 0,-1 0,0 0,1 0,-1 0,0 0,-1 0,1-1,0 1,-1 0,1-1,-1 1,0-1,0 0,0 1,0-1,0 0,-1 0,1 0,-1-1,1 1,-1-1,0 1,1-1,-1 0,0 0,-2 1,0-1,1 1,-1-1,0 0,0 0,0 0,0 0,-1-1,1 0,0 0,0-1,0 1,0-1,0 0,0-1,0 1,0-1,1 0,-1 0,1 0,-1-1,-3-2,4 1,1 0,-1 0,1 0,0 0,0 0,0-1,1 0,0 1,0-1,0 0,0 0,1 0,-1 0,2 0,-1 0,0-1,1 1,0 0,0 0,0-1,1 1,0 0,0 0,0 0,2-2,1-8,1 1,0 0,1 0,1 1,0 0,1 0,0 1,5-6,143-137,-124 127,0-1,-2-1,-1-2,-2-1,22-33,-44 58,0 0,-1 0,0 0,-1-1,0 1,0-1,-1 0,0 0,0-7,-5 8,-4 21,-29 183,21-71,5 1,5 0,8 26,8-75,-5-68</inkml:trace>
  <inkml:trace contextRef="#ctx0" brushRef="#br0" timeOffset="264.294">469 415,'-11'-11,"0"-5,9 4,17 6,21 6,21 5,16 5,9 2,-8-1</inkml:trace>
  <inkml:trace contextRef="#ctx0" brushRef="#br0" timeOffset="554.73">937 629,'31'-7,"0"1,1 1,-1 2,1 1,15 1,-37 0,1 1,0 0,0 1,0 0,0 1,-1 0,1 0,0 1,-1 1,0-1,8 5,-16-7,-1 1,1-1,0 0,-1 1,1-1,-1 1,1-1,-1 1,0 0,1-1,-1 1,0 0,0 0,-1 0,1 0,0 0,0 0,-1 0,0 0,1 0,-1 0,0 0,0 1,0-1,0 0,0 0,0 0,-1 0,1 0,-1 0,0 0,0 2,-40 59,-181 129,182-141,39-50,0 1,0-1,1 1,-1 0,1-1,-1 1,1 0,0-1,-1 1,1 0,0-1,0 1,0 0,1-1,-1 1,0 0,1 0,-1-1,1 1,-1-1,1 1,0-1,-1 1,1-1,0 1,0-1,0 1,0-1,1 0,-1 0,0 0,1 1,-1-1,0 0,2 0,10 5,0 0,0 0,1-1,0-1,0-1,0 0,1 0,-1-2,1 0,11 0,-14-1,77 4,-3-5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21.5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59,'0'-2,"0"0,1 0,-1 0,1 0,0 0,-1 0,1 0,0 0,0 0,0 1,0-1,1 0,-1 1,0-1,1 0,-1 1,1 0,0-1,-1 1,1 0,0 0,0 0,-1 0,1 0,0 0,0 1,0-1,2 0,59-10,-61 11,0-1,0 0,0 1,0-1,1 1,-1-1,0 1,0-1,1 1,-1 0,0 0,0 0,1 1,-1-1,0 0,0 1,0 0,0-1,1 1,-1 0,0 0,0 0,0 0,-1 1,1-1,0 0,0 1,-1-1,1 1,-1 0,1-1,-1 1,0 0,1 0,-1 0,0 0,0 0,-1 0,1 0,0 0,0 2,-1 4,0 1,-1-1,0 0,0 0,-1 0,0 0,0 0,-1 0,0 0,0-1,-1 1,0-1,0 0,-1 0,1 0,-2-1,1 0,-1 0,0 0,0-1,0 0,-1 0,0 0,-66 60,72-64,1-1,-1 1,0-1,1 1,-1 0,1-1,-1 1,1 0,0-1,-1 1,1 0,0 0,-1-1,1 1,0 0,0 0,0 0,-1-1,1 1,0 0,0 0,0 0,1-1,-1 1,0 0,0 0,0 0,0-1,1 1,-1 0,0 0,1-1,-1 1,1 0,-1-1,1 1,-1 0,1-1,-1 1,1-1,0 1,-1-1,1 1,0-1,-1 1,1-1,0 0,0 1,-1-1,1 0,0 0,0 1,0-1,45 6,83-13,-115 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22.3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36,'9'-5,"-1"0,1 1,1 0,-1 0,0 1,1 0,0 1,0 0,0 0,0 1,0 1,0-1,0 2,4 0,-13-1,1 1,0-1,-1 1,1 0,-1 0,1 0,-1 0,1 0,-1 0,1 0,-1 0,0 1,0-1,0 0,0 1,0-1,0 1,0-1,0 1,-1 0,1-1,0 1,-1 0,1-1,-1 1,0 0,0 0,0-1,0 1,0 0,0 0,0 0,-1 0,-18 57,-23-4,42-54,-1-1,1 0,-1 1,1-1,0 1,-1-1,1 1,0-1,0 1,-1-1,1 1,0-1,0 1,0-1,0 1,0-1,0 1,0 0,0-1,0 1,0-1,0 1,0-1,0 1,0-1,0 1,0-1,1 1,-1-1,0 1,0-1,1 1,-1-1,0 1,1-1,-1 1,1-1,-1 0,0 1,1-1,-1 0,1 1,-1-1,1 0,-1 1,1-1,-1 0,1 0,-1 0,1 0,-1 0,1 1,0-1,-1 0,1 0,-1 0,1 0,39 2,-34-3,-2 1,0 0,0-1,0 1,0-1,0 1,0 0,0 0,0 1,0-1,0 1,0 0,0 0,0 1,0-1,-1 1,1-1,0 1,-1 0,1 1,-1-1,0 1,0-1,0 1,0 0,0 0,-1 0,2 3,-1 0,-1 1,0 0,-1 0,0 0,0 0,0 0,-1 0,0 0,-1 0,1 0,-1 0,-1 0,1 0,-1 0,0-1,-1 1,0 0,0-1,0 0,-1 0,1 0,-1 0,-4 3,5-6,-1 0,1-1,0 1,-1-1,0 0,1 0,-1 0,0-1,0 1,0-1,0 0,-1 0,1 0,0-1,0 1,0-1,-1 0,1-1,0 1,0-1,-2 0,-67 10,49 5,-1 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20.5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180 97,'2'-26,"13"-42,-6 93,-9 236,1-258,-1 0,1-1,-1 1,0 0,0-1,0 1,0 0,-1 0,1-1,-1 1,0 0,1-1,-1 1,-1-1,1 1,0-1,0 0,-1 1,1-1,-1 0,0 0,0 0,0 0,0 0,0 0,0-1,0 1,-1-1,1 1,0-1,-1 0,0 0,-6 1,-1 0,16-1,31-1,-24 1,0 0,0-1,0-1,0 0,0-1,0-1,0 0,0 0,0-2,-2 0</inkml:trace>
  <inkml:trace contextRef="#ctx0" brushRef="#br0" timeOffset="3282.942">153 4,'0'-3,"0"3,-5 2,-5 9,-7 6,-6 5,-4 6,0 0,2 0,6-5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46.2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0 120,'62'-13,"109"-12,1 7,1 8,120 10,-51 0,98-19,-171-7,-133 18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46.6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86 30,'-5'1,"-1"1,0 0,1 0,-1 1,1-1,0 1,0 0,0 1,0-1,1 1,0 0,-1 0,1 1,1-1,-1 1,-1 2,5-7,-1 1,1 0,-1 0,1 0,0 0,-1 0,1 0,0 0,0 0,0 0,0 0,0 0,0 0,0 0,0 0,0 0,0 0,0 0,1-1,-1 1,0 0,1 0,-1 0,0 0,1 0,-1 0,1-1,0 1,-1 0,1 0,0-1,-1 1,1 0,0-1,0 1,0-1,0 1,-1-1,1 1,0-1,0 0,0 1,0-1,0 0,0 0,0 0,0 0,0 0,0 0,0 0,52-1,-49 0,0 0,0 0,0-1,-1 1,1-1,-1 0,1 0,-1 0,0 0,0-1,0 1,0-1,0 0,0 0,-1 0,1 0,-1 0,0 0,0-1,0 1,-1-1,1 1,-1-1,0 0,0 0,0 0,0 1,-1-1,1 0,-1-2,-2 4,0-1,0 1,-1-1,1 1,0 0,-1 0,1 0,-1 0,0 0,0 1,0-1,0 1,0 0,0 0,0 0,0 0,0 1,0-1,-1 1,1-1,0 1,0 0,-1 1,1-1,0 0,0 1,0 0,0 0,-1 0,1 0,0 0,1 1,-1-1,0 1,-2 1,1 0,1 1,0-1,0 1,0-1,0 1,1 0,-1 0,1 0,0 0,0 0,1 0,-1 1,1-1,0 1,0-1,0 3,-4 22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46.9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104 121,'16'-27,"-12"-39,-4 65,0 0,0-1,-1 1,1 0,-1-1,1 1,-1 0,0 0,1-1,-1 1,0 0,0 0,0 0,0 0,0 0,0 0,0 0,0 0,0 0,0 1,0-1,-1 0,1 1,0-1,0 1,-1-1,1 1,0 0,-1 0,1-1,-1 1,1 0,0 0,-1 0,1 0,-1 1,1-1,0 0,-1 1,1-1,0 1,0-1,-1 1,1-1,-1 2,-3 0,0 0,1 1,-1-1,1 1,-1 0,1 1,0-1,0 1,1 0,-1 0,1 0,0 0,0 0,0 1,0 0,1-1,0 1,0 0,0 0,1 0,-1 0,1 1,0 1,2-5,0 0,0 0,0 0,0-1,0 1,1 0,-1-1,0 1,1-1,0 0,-1 1,1-1,0 0,-1 0,1 0,0 0,0 0,0 0,0-1,0 1,0-1,0 1,0-1,0 0,0 0,0 0,0 0,0 0,2 1,26 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50.8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226 632,'-17'0,"-1"0,1 2,0 0,-1 1,1 1,-10 3,21-5,1 0,-1 0,1 1,0-1,-1 1,1 1,1-1,-1 1,0-1,1 1,0 0,0 1,0-1,0 1,1 0,0 0,0 0,0 0,0 0,1 1,0 1,1-5,0-1,1 1,0 0,-1 0,1 0,0 0,0 0,0-1,0 1,0 0,0 0,1 0,-1 0,1 0,-1-1,1 1,0 0,0 0,-1-1,1 1,0-1,0 1,1-1,-1 1,0-1,1 1,-1-1,0 0,1 0,-1 0,1 0,0 0,-1 0,2 0,65 11,-55-15,0-1,0 0,-1-1,0-1,0 1,0-2,0 0,-1 0,0-1,-1-1,0 1,0-2,-1 1,0-1,0-1,-1 0,-1 0,0 0,0-1,-2 0,1 0,-1-1,-1 1,0-1,0-3,2-5,-1-1,-1 1,-1-1,-1 0,-1 0,0 0,-2-1,-1 1,-1 0,0 1,-2-2,-9-12,14 35,0-1,0 0,-1 1,1-1,0 0,-1 1,1-1,-1 0,1 1,-1-1,1 1,-1-1,1 1,-1-1,1 1,-1-1,0 1,1 0,-1-1,0 1,1 0,-1-1,0 1,1 0,-1 0,0 0,1 0,-1 0,0 0,0 0,1 0,-1 0,0 0,0 0,1 0,-1 0,0 1,1-1,-1 0,0 0,1 1,-1-1,0 1,1-1,-1 1,-4 5,1 0,-1 1,1 0,1 0,-1 0,1 0,1 1,-1-1,1 1,1 0,-1-1,1 1,0 1,0 0,-6 28,3 0,0 0,3 1,2 29,0-51,1 0,0 0,1 0,1 0,0 0,1-1,1 0,1 0,0-1,0 1,2-1,3 5,-5-13,0 1,0-1,0 0,1 0,-1-1,1 0,1-1,-1 0,1 0,-1 0,1-1,0-1,0 1,0-2,1 1,-1-1,0 0,1-1,-1 0,1-1,-1 0,0 0,0-1,0 0,0-1,0 0,0 0,0-1,-1 0,0-1,0 0,0 0,0 0,-1-1,0 0,0-1,0 1,-1-1,0-1,-1 1,0-1,0 0,3-7,7-23,-15 40,-4 7,1-1,0 1,1 1,0-1,0 0,1 1,0-1,1 1,0-1,0 1,1-1,0 0,1 1,0-1,1 0,0 0,0 0,0 0,5 6,40 13,-23-25</inkml:trace>
  <inkml:trace contextRef="#ctx0" brushRef="#br0" timeOffset="721.663">655 485,'32'9,"-12"-5,0 0,0 1,-1 1,0 1,0 1,0 1,-1 0,-1 2,0 0,0 0,-1 2,0 0,-1 1,2 3,-5 1,-1 1,-1 0,0 1,-2 0,0 0,3 15,24 59,-34-91,1 0,-1-1,0 1,1 0,0-1,-1 1,1-1,0 0,0 1,1-1,-1 0,0 0,1 0,-1-1,1 1,-1-1,1 1,0-1,0 0,0 0,-1 0,1 0,0-1,0 1,0-1,0 0,1 0,-1 0,0 0,0 0,0 0,0-1,0 0,0 0,-1 0,1 0,0 0,0 0,0-1,-1 1,10-8,0 0,0-1,-1 0,-1 0,1-1,-2-1,0 0,0 0,-1-1,-1 0,0 0,0-1,1-6,16-27,-24 47,0 1,0-1,0 1,0-1,0 1,1-1,-1 1,0-1,0 1,0-1,1 0,-1 1,0-1,1 1,-1-1,0 0,1 1,-1-1,0 0,1 0,-1 1,1-1,-1 0,1 0,-1 1,0-1,1 0,-1 0,1 0,-1 0,1 0,-1 0,1 0,-1 0,1 0,-1 0,1 0,-1 0,1 0,-1 0,1 0,-1-1,1 1,-1 0,0 0,1 0,-1-1,1 1,-1 0,0-1,1 1,-1 0,0-1,1 1,-1 0,1-1,7 35,-7-24,0 0,1 0,0 0,1 0,0 0,1-1,-1 1,2-1,0 0,0 0,0-1,1 1,0-1,1 0,0-1,0 0,1 0,-1 0,2-1,1 2,-7-7,0 0,0 0,0-1,0 1,0-1,0 1,0-1,0 0,0 0,0 0,0-1,0 1,0-1,0 1,0-1,0 0,-1 0,1 0,0-1,0 1,-1-1,1 1,-1-1,0 0,1 0,-1 0,0 0,0 0,0-1,0 1,1-3,41-88,-25 19,-2-1,-4-1,2-75,-3 37,34-163,-38 250,-3 21,-6 19,-66 293,60-264,1 0,3 0,1 1,2-1,4 21,-3-50,1-1,0 0,0 0,2 0,-1 0,2 0,-1-1,2 0,-1 0,2 0,-1-1,2 0,-1 0,1 0,0-1,1-1,0 1,1-1,0-1,9 6,-13-9,0-1,0 0,0 0,0 0,0-1,0 0,1 0,-1-1,1 0,-1 0,1 0,-1-1,1 0,0 0,-1-1,1 0,-1 0,1 0,-1-1,1 0,-1 0,0-1,0 1,0-1,2-2,20-18</inkml:trace>
  <inkml:trace contextRef="#ctx0" brushRef="#br0" timeOffset="970.878">1336 258,'18'0,"22"0,23 0,18 0,16 0,10 2,0 3,-17 1</inkml:trace>
  <inkml:trace contextRef="#ctx0" brushRef="#br0" timeOffset="1515.695">2018 779,'34'-268,"-30"178,-4 89,0 1,0-1,-1 0,1 0,0 1,-1-1,1 0,0 1,-1-1,1 1,-1-1,1 0,-1 1,1-1,-1 1,0-1,1 1,-1-1,0 1,1 0,-1-1,0 1,1 0,-1 0,0-1,0 1,1 0,-1 0,0 0,0 0,0 0,1 0,-1 0,0 0,0 0,1 0,-1 1,0-1,0 0,1 0,-1 1,0-1,1 0,-1 1,0-1,1 1,-1-1,0 1,1-1,-1 1,1 0,-32 27,30-27,1 0,0 0,-1 0,1 0,0 0,0 0,0 0,0 0,0 0,0 1,0-1,0 0,1 1,-1-1,0 0,1 1,-1-1,1 1,-1-1,1 1,0-1,0 1,0 0,0-1,0 1,0-1,0 1,0-1,0 1,1-1,-1 1,1-1,-1 1,1-1,0 1,-1-1,1 0,0 1,0-1,0 0,0 0,0 0,0 0,1 1,91 10,-74-12,33 0,-33-1,-1 0,0 1,1 1,-1 1,0 0,0 1,0 2,-1-1,1 2,2 1,-15-4,1 1,-1-1,0 1,0 0,0 0,-1 1,1-1,-1 1,0 0,0 0,-1 1,1-1,-1 1,0-1,-1 1,0 0,0 0,1 4,9 116,-10-68,-2-56,-1 0,1 1,0-1,0 0,0 1,0-1,0 1,1-1,-1 0,1 1,-1-1,1 0,0 1,0-1,0 0,0 0,0 0,0 0,1 0,-1 0,1 0,-1 0,1-1,0 1,0-1,0 1,0-1,0 0,0 1,0-1,0 0,0 0,1-1,-1 1,0 0,1-1,-1 1,0-1,2 0,5-4,0 0,-1 0,0-1,0 0,0-1,0 0,-1 0,0 0,-1-1,1 0,-1 0,0-1,-1 0,0 0,0 0,-1-1,1-2,1-1,-1 0,0-1,-1 0,0 0,-1 0,-1 0,2-13,-4 20,1 0,-1 1,0-1,-1 0,1 0,-1 1,0-1,-1 1,1-1,-1 1,0-1,-1 1,1 0,-1 0,0 0,0 0,0 1,-1-1,-3-3,5 6,0 1,-1-1,1 0,0 1,0-1,-1 1,1 0,-1-1,0 1,1 1,-1-1,1 0,-1 1,0-1,0 1,1 0,-1 0,0 0,0 0,0 0,1 1,-1-1,0 1,1-1,-1 1,0 0,1 0,-1 1,1-1,0 0,-1 1,1 0,0-1,-2 3,-2 2,0 0,0 0,0 0,1 1,0 0,0 0,1 1,0-1,0 1,1 0,0 0,1-2,0 0,0 0,0 0,1 0,0 0,0 1,0-1,1 0,0 1,0-1,1 0,0 1,0-1,0 0,1 0,0 0,0 0,1 0,-1 0,1-1,0 1,1-1,-1 0,1 0,0 0,1 0,-1-1,1 0,3 3,11 3,0 0,0-2,1 0,0-1,0-1,1-1,-1-1,1 0,0-2,12 0,61 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48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455 26,'-11'-4,"1"-1,-1 2,0-1,1 2,-1-1,-1 1,1 1,0 0,0 1,0 0,-1 1,1 0,0 0,0 1,0 1,0 0,-7 3,0 1,-1 1,1 0,0 2,1 0,0 1,1 0,0 2,1 0,0 0,1 2,1 0,0 0,1 1,-4 7,15-21,-1 0,1 1,-1-1,1 1,0-1,0 1,0 0,0 0,1-1,-1 1,1 0,0 0,-1 0,1-1,1 1,-1 0,0 0,1 0,-1-1,1 1,0 0,0-1,0 1,0 0,0-1,0 1,1-1,0 0,-1 1,1-1,0 0,0 0,0 0,0 0,1 0,13 8,1 0,0-1,0-1,1-1,0 0,0-1,0-1,12 1,12 5,-27-9,-1 1,1 1,-1 0,0 1,0 1,0 0,-1 1,0 0,0 1,-1 1,0 0,-1 0,0 1,0 0,-1 1,0 1,3 4,-12-12,1 0,-1 0,0 0,0 0,-1 1,1-1,-1 0,0 0,0 0,0 1,-1-1,1 0,-1 0,0 0,0 0,-1 0,1 0,-1 0,0 0,0 0,0-1,-1 1,1-1,-1 1,1-1,-1 0,0 0,-1-1,1 1,0 0,-1-1,1 0,-1 0,0 0,0 0,0-1,0 1,0-1,0 0,0 0,0-1,-4 1,-7 2,-1-1,1-1,-1 0,1-1,0 0,-1-2,1 0,0 0,-1-1,1-1,1-1,-1 0,-12-7,27 12,-1 0,0 1,1-1,-1 0,0 0,0 0,1-1,-1 1,0 0,1 0,-1 0,0 0,1-1,-1 1,1 0,-1 0,0-1,1 1,-1-1,1 1,-1-1,1 1,-1 0,1-1,-1 0,1 1,0-1,-1 1,1-1,0 1,-1-1,1 0,0 1,0-1,0 0,-1 1,1-1,0 0,0 1,0-1,0 0,0 1,0-1,0 0,1 1,-1-1,0 0,0 1,0-1,1 0,-1 1,0-1,1 1,-1-1,0 0,1 1,-1-1,1 1,-1-1,1 1,117-18,-74 15,6 0,1-3,-1-2,-1-2,1-2,-2-2,0-2,45-23,-87 37,0-1,-1 0,1 0,-1-1,1 1,-1-1,0 0,-1-1,1 1,-1-1,0 0,0 0,0 0,0-1,-1 1,0-1,0 0,0-1,-3 5,0 1,0 0,0-1,0 1,0 0,-1-1,1 1,0 0,-1-1,1 1,-1 0,1 0,-1-1,1 1,-1 0,0 0,0 0,0 0,0 0,1 0,-1 0,0 0,-1 0,1 1,0-1,0 0,0 1,0-1,-1 0,1 1,0 0,0-1,-1 1,1 0,0-1,-1 1,1 0,-1 0,1 0,0 0,-2 1,-55 10,54-9,-1 0,1 0,1 1,-1 0,0 0,1 0,-1 0,1 0,0 1,0-1,0 1,1 0,-1 0,1 0,0 0,0 0,1 0,-1 1,1-1,0 1,0-1,0 1,0 0,1-1,0 1,0-1,0 1,1 0,-1-1,1 1,0-1,1 1,-1-1,1 0,0 1,0-1,0 0,0 0,1 0,0 0,-1-1,2 1,-1-1,0 0,1 0,0 1,10 2,1 0,0 0,0-2,0 0,1 0,-1-2,1 0,0 0,-1-2,1 0,0 0,0-2,-1 0,1-1,-1 0,11-5,-8 3,-1 0,0-2,0 0,-1 0,0-2,0 0,-1-1,0-1,7-6,-14 10,-1 0,0 0,-1 0,0-1,0 1,0-1,-1-1,-1 1,1-1,-1 0,-1 0,1 0,-2-1,1 1,-1-1,-1 0,0 1,0-4,-19 306,-33 148,40-381,10-59,1-1,0 0,0 0,-1 0,1 1,0-1,0 0,-1 0,1 0,0 0,-1 0,1 1,0-1,-1 0,1 0,0 0,-1 0,1 0,0 0,-1 0,1 0,0 0,-1 0,1 0,0-1,-1 1,1 0,0 0,0 0,-1 0,1 0,0-1,-1 1,1 0,0 0,0 0,-1-1,1 1,0 0,0 0,0-1,-1 1,1 0,0-1,0 1,0 0,0 0,0-1,0 1,0 0,0-1,-1 1,1 0,0-1,0 1,0 0,0-1,1 1,-1 0,0-1,0 1,0 0,0-1,0 1,0 0,0-1,1 1,-1 0,-49-267,34 178,3 0,5 0,3-23,17 27,-12 83,0-1,1 0,-1 1,0-1,1 1,-1 0,1-1,0 1,0 0,0 0,0 0,0 0,0 1,0-1,1 1,-1-1,0 1,1 0,-1-1,1 1,0 1,-1-1,1 0,0 1,0-1,0 1,-1 0,3 0,15 2,0 1,-1 1,0 1,0 1,0 0,0 2,-1 0,-1 1,1 1,42 32,-59-41,1 1,-1 0,1-1,-1 1,0 0,0 0,0 0,0 0,0 0,0 0,0 0,-1 0,1 0,-1 1,1-1,-1 0,0 0,0 0,0 1,0-1,-1 0,1 0,0 1,-1-1,0 0,1 0,-1 0,0 0,0 0,0 0,0 0,-8 7,0 0,0 0,-1-1,0 0,0-1,0 0,-1-1,0 0,-1-1,1 0,-1 0,0-1,-6 0,-28 10,50-18,11-2</inkml:trace>
  <inkml:trace contextRef="#ctx0" brushRef="#br0" timeOffset="712.304">1711 413,'-8'-5,"1"1,0-1,-1 1,0 1,0-1,0 1,-1 1,1-1,-1 2,1-1,-1 1,0 0,1 1,-1 0,0 0,0 1,1 0,-1 1,1 0,-1 0,1 1,0 0,0 0,0 1,0 0,1 0,-1 1,1 0,0 0,1 1,-1 0,1 0,-3 5,6-9,1 0,0 1,0-1,0 1,1-1,-1 1,1 0,-1-1,1 1,0 0,0 0,0 0,0 0,1 0,-1 0,1 1,0-1,0 0,0 0,0 0,1 0,-1 0,1 0,0 0,-1 0,1 0,1 0,-1 0,0 0,1-1,-1 1,1 0,0-1,0 1,0-1,0 0,1 0,-1 0,2 1,2 0,1 0,-1-1,1 0,0-1,0 1,-1-1,1-1,0 1,0-1,0 0,0-1,0 0,0 0,0 0,0-1,-1 0,1 0,2-2,5-2,0 0,0-1,-1-1,-1 0,1 0,-1-2,-1 1,1-2,43-59,-55 70,0 0,0 0,0 0,0 1,0-1,0 0,0 0,0 1,0-1,0 0,0 0,0 1,0-1,1 0,-1 0,0 0,0 1,0-1,0 0,0 0,0 0,1 1,-1-1,0 0,0 0,0 0,0 0,1 0,-1 1,0-1,0 0,0 0,1 0,-1 0,0 0,0 0,1 0,-1 0,0 0,0 0,1 0,-1 0,0 0,0 0,0 0,1 0,-1 0,0 0,0 0,1 0,-1 0,0 0,0 0,0-1,1 1,-1 0,0 0,0 0,0 0,1-1,-1 31,0-23,-1-2,0 1,0-1,1 0,0 1,0-1,1 1,-1-1,1 0,0 0,1 1,-1-1,1 0,0 0,0 0,1-1,-1 1,1 0,0-1,0 0,1 1,-1-1,1-1,0 1,0 0,0-1,4 2,-3-6,0 0,1 0,-1-1,0 1,0-1,0-1,0 1,-1-1,1 1,-1-1,1-1,-1 1,0 0,0-1,-1 0,1 0,-1 0,0-1,0 1,0-1,0 1,-1-1,0 0,0-1,95-203,-95 206,-1 1,1-1,0 1,0-1,1 1,-1 0,0 0,1 0,-1 0,1 0,0 1,0-1,0 1,-1-1,1 1,0 0,0 0,1 1,-1-1,0 1,0-1,0 1,0 0,0 0,1 1,-1-1,0 0,0 1,0 0,0 0,0 0,0 0,0 0,0 1,0-1,-1 1,1 0,4 1,1 0,-1 1,-1-1,1 2,0-1,-1 1,0 0,0 0,0 1,-1-1,0 1,0 0,0 1,-1-1,0 1,0 0,-1 0,0 1,0-1,-1 0,1 1,-2 0,1-1,-1 1,0 0,-1 0,0 0,0 0,-1 5,-18 84,20-94,1-1,-1 1,1-1,0 0,-1 1,1-1,0 0,0 0,0-1,1 1,-1 0,0-1,1 1,-1-1,1 0,-1 1,1-1,0-1,-1 1,1 0,0-1,0 1,-1-1,1 0,0 0,0 0,0 0,2-1,-3 2,48-1,1-1,0-2,-1-3,29-8,-78 14,60-10</inkml:trace>
  <inkml:trace contextRef="#ctx0" brushRef="#br0" timeOffset="1928.428">2940 400,'-17'-7,"-1"1,0 1,-1 0,1 2,-1 0,0 1,0 1,1 0,-1 2,0 0,0 1,0 1,1 0,-5 3,18-4,-1 1,1-1,0 1,1 0,-1 0,0 0,1 1,0 0,-1 0,2 0,-1 0,0 1,1-1,0 1,0 0,0 0,1 0,-1 0,1 1,1-1,-1 1,1-1,0 1,0-1,0 1,1 0,0-1,0 1,0 0,2 5,-1-9,-1 1,1-1,0 1,0-1,0 1,0-1,1 0,-1 0,0 0,1 1,0-1,-1-1,1 1,0 0,0 0,0-1,0 1,1-1,-1 0,0 1,1-1,-1 0,0 0,1-1,-1 1,1 0,-1-1,1 0,0 1,-1-1,1 0,-1 0,1-1,1 1,5-1,-1 0,1-1,-1 0,0 0,0-1,0 0,0-1,0 0,7-4,79-77,-94 85,0 1,0-1,0 1,0-1,1 1,-1 0,0-1,0 1,1-1,-1 1,0-1,0 1,1-1,-1 0,1 1,-1-1,0 1,1-1,-1 0,1 1,-1-1,1 0,-1 1,1-1,-1 0,1 0,0 0,-1 1,1-1,-1 0,1 0,-1 0,1 0,0 0,-1 0,1 0,-1 0,1 0,-1 0,1-1,0 1,-1 0,1 0,-1 0,1-1,-1 1,1 0,-1-1,1 1,-1 0,1-1,-1 1,0-1,1 1,-1-1,1 1,-1 22,9 65,-8-84,0-1,0 1,0 0,0-1,1 1,-1-1,1 1,0-1,-1 0,1 0,0 0,0 0,0 0,1 0,-1 0,0-1,1 1,-1-1,1 0,0 1,-1-1,1 0,0-1,-1 1,1 0,0-1,0 0,1 1,0-1,-1-1,1 1,-1 0,1-1,-1 0,1 0,-1 0,1 0,-1 0,0-1,1 1,-1-1,0 0,0 0,0 0,-1-1,1 1,0-1,-1 1,0-1,1 0,-1 0,1-3,33-77,-18-69,-18 142,0 9,0 0,0 0,-1 0,1 1,0-1,0 0,0 0,0 0,0 0,1 0,-1 0,0 0,0 0,1 0,-1 0,0 0,1 0,-1 1,1-1,-1 0,1 0,0 1,-1-1,1 0,0 0,-1 1,1-1,0 1,0-1,-1 1,1-1,0 1,0-1,0 1,0 0,0 0,0-1,0 1,0 0,0 0,0 0,-1 0,1 0,0 0,0 0,0 0,0 0,0 1,0-1,0 0,0 1,0-1,0 1,250 38,-246-38,0 0,0 1,-1-1,1 1,0 1,-1-1,1 1,-1-1,0 1,1 0,-2 1,1-1,0 1,-1 0,1 0,-1 0,0 0,0 0,-1 1,0-1,1 1,-1 0,-1 0,1 0,-1 0,0 0,1 5,-10 94,1-60,7-43,0 0,0 0,0 1,0-1,0 0,0 0,0 0,0 0,0 0,1 0,-1 1,1-1,-1 0,0 0,1 0,0 0,-1 0,1 0,0-1,-1 1,1 0,0 0,0 0,0-1,-1 1,1 0,0-1,0 1,0 0,0-1,0 0,1 1,-1-1,0 0,0 1,0-1,0 0,0 0,0 0,1 0,-1 0,0 0,0 0,0 0,0-1,0 1,1-1,56-14,-39 8,-1 0,-1-2,1 0,-1-1,-1-1,0 0,0-2,-1 1,-1-2,0 0,-1-1,0 0,-1-1,-1 0,0-2,8-37,-18 53,-1 1,0-1,0 0,1 1,-1-1,0 0,0 1,0-1,-1 0,1 1,0-1,-1 0,1 1,-1-1,1 1,-1-1,0 1,0-1,0 1,0-1,0 1,0 0,0-1,0 1,0 0,-1 0,1 0,0 0,-1 0,1 0,-2 0,-2 1,1 0,-1 0,0 1,1-1,-1 1,0 0,1 0,-1 1,1 0,0 0,0 0,-1 0,1 0,0 1,1 0,-1 0,0 0,1 0,0 0,-1 1,2-1,-1 1,0 0,-1 2,0-1,-1 1,1-1,0 0,0 1,1 0,0 0,0 0,0 1,1-1,-1 0,2 1,-1 0,1-1,0 1,0 0,1 0,0-1,0 1,0 0,1 0,0 0,1-1,-1 1,1-1,1 1,-1-1,1 0,0 0,0 0,1 0,3 3,7 0,0-2,1 0,0 0,0-1,0-1,1-1,0 0,0-1,0-1,1 0,-1-2,0 1,0-2,1 0,4-2,2 3,0-1,0-1,0-1,0-1,-1-1,1-1,-1-1,0-1,-1-1,0-1,0-1,-1 0,-1-2,15-11,5-38,-38 60,0 1,-1-1,1 1,-1-1,0 1,1-1,-1 0,0 1,0-1,0 1,0-1,0 0,0 1,-1-1,1 1,0-1,-1 0,1 1,-1-1,0 1,1 0,-1-1,0 1,0-1,0 1,0 0,0 0,0 0,0-1,-1 1,1 0,0 1,0-1,-1 0,1 0,-1 0,1 1,-1-1,1 1,-1-1,1 1,-1 0,0-1,-8 1,1 0,-1 0,1 0,0 1,-1 1,1 0,0 0,0 1,0 0,0 0,0 1,1 0,-1 1,1 0,0 0,1 1,-1 0,1 0,0 0,1 1,-1 0,1 2,4-8,0 1,1-1,-1 1,1 0,-1-1,1 1,0 0,0 0,-1 0,1 0,1 0,-1 0,0 0,0 0,1 0,-1 0,1 0,0 1,0-1,0 0,0 0,0 1,0-1,0 0,1 0,-1 0,1 0,0 0,-1 1,1-1,0 0,0-1,0 1,1 0,-1 0,1 0,5 1,0-1,1 0,-1 0,1-1,-1 1,1-2,0 1,-1-1,1 0,0-1,-1 0,1 0,-1-1,1 0,-1 0,0-1,1 1,-1-2,-1 1,6-4,-7 5,0 0,0-1,0 1,0-1,0-1,0 1,-1-1,1 0,-1 0,0 0,-1 0,1-1,-1 1,1-1,-1 0,-1 0,1-1,-1 1,0 0,0-1,0 1,-1-1,-1 5,0 1,0-1,0 1,-1 0,1-1,0 1,0-1,0 1,-1 0,1-1,0 1,0 0,-1-1,1 1,0 0,-1-1,1 1,-1 0,1-1,0 1,-1 0,1 0,-1 0,1 0,0-1,-1 1,1 0,-1 0,1 0,-1 0,1 0,-1 0,1 0,-1 0,1 0,0 0,-1 0,1 0,-1 1,1-1,-1 0,1 0,0 0,-1 0,1 1,-1-1,1 0,0 1,-1-1,1 0,0 1,-1-1,1 0,0 1,0-1,-1 0,1 1,0-1,0 1,0-1,0 1,-1-1,1 0,0 1,0-1,0 1,0 0,-2 1,0 1,1 0,-1 1,1-1,0 0,-1 0,2 1,-1-1,0 0,1 1,-1-1,1 1,0-1,0 1,0-1,1 1,-1-1,1 1,0-1,0 0,0 1,0-1,1 0,-1 0,1 0,0 0,0 0,0 0,0-1,0 1,0 0,1-1,0 0,-1 0,1 0,1 1,11 4,0 0,1 0,-1-2,2 0,-1 0,0-2,1 0,0-1,6 0,-20-2,66 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43.9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191 349,'0'-3,"0"-2,0-3,-2-1,-1 0,-2 1,-3 2,-1 2,-3 2,-1 3,2 4,1 3,-1 3,1 2,4 0,-1 1,1-2</inkml:trace>
  <inkml:trace contextRef="#ctx0" brushRef="#br0" timeOffset="1098.341">165 215,'-7'1,"0"1,0-1,0 1,0 1,1-1,-1 1,1 0,0 1,0 0,0 0,0 0,1 0,0 1,0 0,0 0,0 0,1 1,-1 0,2-1,-1 2,1-1,-1 0,1 1,-4 11,1-1,0 1,2 0,0 1,0-1,2 1,0 0,2 3,10 45,-10-65,1 0,0 0,-1-1,1 1,0 0,0-1,0 1,0-1,1 1,-1-1,0 0,0 1,1-1,-1 0,1 0,-1 0,1 0,0 0,-1 0,1-1,0 1,0 0,0-1,-1 0,1 1,0-1,0 0,0 0,0 0,0 0,-1 0,1 0,0 0,2-1,1-2,0 0,1 0,-1-1,0 0,-1 0,1 0,-1 0,0-1,0 1,0-1,0 0,-1 0,0-1,0 1,0-1,-1 1,0-1,1-4,10-19,-2-1,-1-1,-1 0,-2 0,-1 0,-1-1,-2 1,-1-31,-1 57,-1 1,0-1,0 0,-1 1,1-1,-1 0,0 1,0-1,0 0,-1 1,0 0,0-1,0 1,0 0,-1 0,1 0,-1 0,0 1,0-1,-1 1,1-1,-1 1,-1-1,2 4,1 0,-1 0,1 1,-1-1,0 1,1-1,-1 1,1 0,-1 0,1 0,0 0,-1 0,1 1,0-1,0 1,0-1,0 1,0 0,0 0,0 0,1 0,-1 0,1 0,-1 0,1 0,0 1,0-1,0 0,0 1,0 0,-9 20,1 1,1 1,1 0,1 0,2 0,0 0,1 1,2 19,10 74,2-77</inkml:trace>
  <inkml:trace contextRef="#ctx0" brushRef="#br0" timeOffset="1567.607">539 1,'-26'107,"17"-60,1 0,3 0,1 27,3-73,1 0,-1 1,1-1,0 0,0 1,-1-1,1 1,0-1,0 0,0 1,1-1,-1 1,0-1,0 0,1 1,-1-1,1 0,-1 1,1-1,0 0,-1 0,1 0,0 1,0-1,0 0,0 0,0 0,0 0,0 0,0-1,0 1,0 0,0 0,1-1,-1 1,0-1,1 1,-1-1,0 0,1 1,-1-1,0 0,1 0,-1 0,1 0,-1 0,0 0,1 0,-1 0,1-1,-1 1,0-1,1 1,-1-1,1 0,129-78,-129 79,0-1,-1 1,1-1,0 1,0 0,0 0,-1 0,1 0,0 0,0 0,0 1,0-1,-1 0,1 1,0-1,0 1,-1 0,1 0,-1 0,1 0,0 0,-1 0,0 0,1 0,-1 0,0 1,1-1,-1 0,0 1,0-1,0 1,0 0,-1-1,1 1,0 0,-1-1,1 1,-1 0,1 1,7 74,-9-71,1 1,-1-1,0 1,-1-1,1 0,-1 0,-1 0,1 0,-1 0,0 0,0-1,-1 0,1 1,-1-1,0 0,-1-1,1 1,-1-1,0 0,0 0,0 0,-1-1,1 0,-1 0,0 0,0-1,0 1,0-2,0 1,-1-1,1 1,0-2,-1 1,1-1,-6 0,8 0,0 0,0-1,0 1,0-1,0 0,0 0,0 0,0-1,0 1,0-1,1 0,-1 0,0 0,1-1,-2-1,5 4,0-1,-1 1,1-1,0 1,0-1,0 0,-1 1,1-1,0 0,0 1,0-1,0 0,0 1,0-1,0 1,0-1,1 0,-1 1,0-1,0 0,0 1,1-1,-1 1,0-1,1 1,-1-1,0 1,1-1,-1 1,1-1,-1 1,1-1,-1 1,1-1,-1 1,1 0,-1 0,1-1,0 1,-1 0,1 0,-1-1,1 1,0 0,-1 0,1 0,13-6</inkml:trace>
  <inkml:trace contextRef="#ctx0" brushRef="#br0" timeOffset="1947.901">1087 95,'-13'2,"1"1,-1 0,1 1,-1 0,1 1,0 1,1 0,-1 0,1 1,1 1,-1-1,1 2,0 0,1 0,0 0,1 1,-5 6,13-15,-1 0,0 0,1 1,-1-1,0 0,1 0,0 0,-1 0,1 1,0-1,-1 0,1 0,0 1,0-1,0 0,0 0,0 1,0-1,0 0,1 0,-1 1,0-1,1 0,-1 0,1 0,-1 1,1-1,0 0,-1 0,1 0,0 0,0 0,0 0,0-1,0 1,0 0,0 0,0 0,0-1,0 1,0-1,0 1,1 0,58 13,-58-13,38 4,-21-4,1 1,-1 1,0 1,0 1,-1 0,1 1,-1 1,0 1,14 9,-29-15,0 0,1 1,-1-1,0 1,0 0,0 0,-1 0,1 0,-1 0,0 1,0-1,0 1,0-1,0 1,-1 0,0 0,1 0,-2 0,1 0,0 0,-1 0,0 0,1 0,-2 0,1 0,0 0,-1 0,0 0,0 0,0 0,0-1,-1 1,0 0,1 0,-3 2,-9 8,-1-1,0 0,0-1,-1 0,-1-2,0 1,0-2,-1 0,0-1,-1-1,0-1,0 0,-10 1,-37 11,6-3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56.2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23 304,'-4'-6,"1"-1,0 1,1-1,-1 0,1 0,1 0,-1 0,1 0,0 0,1-1,0 1,0 0,0 0,1-1,0 1,1 0,0 0,0 0,1-2,-3 9,1-4,0-9,2 1,-1-1,2 1,-1 0,2 0,0 0,0 0,1 1,0 0,1 0,8-9,-12 19,1-1,-1 1,1 1,0-1,-1 0,1 1,0 0,-1 0,1 0,0 0,-1 1,1-1,0 1,-1 0,1 0,-1 0,1 0,-1 1,0 0,1-1,-1 1,0 0,0 1,0-1,-1 0,1 1,-1 0,1-1,-1 1,0 0,1 2,1-2,8 8,0 0,-1 1,0 0,0 0,-2 1,1 1,-2 0,0 0,0 1,-7-13,-1 0,1 0,-1 0,1-1,-1 1,0 0,0 0,0 0,0 0,0 0,0 0,0 0,-1 0,1 0,-1 0,0 0,1-1,-1 1,0 0,0 0,0-1,0 1,0 0,0-1,-1 1,1-1,-1 0,1 1,-1-1,1 0,-1 0,1 0,-1 0,0 0,0 0,0-1,-1 1,-2 1,0 0,0-1,0 1,0-1,-1-1,1 1,0-1,-1 0,1 0,0 0,-1-1,1 1,-4-2,8 1,0-1,0 1,0 0,0 0,0 0,1 0,-1-1,0 1,1 0,-1-1,1 1,0 0,-1-1,1 1,0-1,0 1,0 0,0-1,0 1,0-1,0 1,0 0,1-1,-1 1,1-1,-1 1,1 0,-1 0,1-1,0 1,-1 0,1 0,0 0,0-1,0 1,0 0,0 0,0 1,0-1,0 0,1 0,-1 0,0 1,0-1,2 0,9-9,0 0,1 1,0 0,1 1,0 1,1 0,-1 0,1 2,0 0,0 1,2 0,-14 3,0 0,0 0,-1 0,1 1,0-1,0 1,0 0,0 0,0 0,0 0,0 0,0 1,-1-1,1 1,0 0,0 0,0 0,-1 0,1 1,-1-1,1 1,-1-1,1 1,-1 0,0 0,0 0,0 0,0 0,0 0,0 1,-1-1,1 1,0 1,10 91,-13-86,0 0,1-1,1 1,0 0,0-1,0 1,1-1,0 1,1-1,0 0,0 0,1 0,-3-5,1-1,-1 0,1 0,0 0,0 0,0 0,0 0,0-1,0 1,0-1,0 1,1-1,-1 0,1 0,-1 0,1 0,-1 0,1-1,-1 1,1-1,0 1,-1-1,1 0,0 0,-1 0,1-1,0 1,-1-1,1 1,-1-1,1 0,-1 0,3-1,17-8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56.4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98 1,'-14'4,"-6"5,-3 4,1 5,4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56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 1,'0'16,"0"14,0 9,0 5,0-1,-2-3,-3-4,-8-8,-1-9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53.7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26 251,'-20'259,"19"-239,-2 1,2 1,0 0,2 0,0-1,2 1,0-1,1 1,1-1,-4-18,0 1,0-1,1 0,-1 0,1 0,-1 0,1 0,0 0,0-1,0 1,0-1,1 1,-1-1,1 0,0 0,-1 0,1 0,0 0,0 0,0-1,0 0,0 0,1 1,-1-2,0 1,0 0,1-1,-1 1,0-1,1 0,-1 0,1-1,-1 1,0-1,1 1,-1-1,0 0,0 0,0-1,0 1,0 0,1-1,11-9,-1-1,1-1,-2 0,0 0,0-2,-1 1,-1-2,-1 1,0-2,-1 1,-1-1,0 0,-1-1,-1 0,-1 0,0 0,-2-1,0 0,0-9,3-104,-12 109,0 21,-7 63,6-18,3 0,1 0,3 1,1-1,2 1,2-1,2 0,2 2,-8-39,0-1,1 0,-1 1,1-1,0 0,0 0,1 0,0 0,0 0,0-1,0 1,1-1,-1 0,1 0,0 0,1-1,-1 1,0-1,1 0,0 0,0-1,0 1,0-1,5 1,13-1</inkml:trace>
  <inkml:trace contextRef="#ctx0" brushRef="#br0" timeOffset="1911.638">561 665,'0'-28,"0"28,1 1,-1-1,0 0,0 1,0-1,0 0,1 1,-1-1,0 0,0 1,0-1,0 1,0-1,0 0,0 1,0-1,0 1,0-1,0 0,0 1,0-1,0 0,0 1,0-1,-1 1,1-1,0 0,0 1,0-1,-1 0,1 1,0-1,0 0,-1 0,1 1,0-1,-1 0,1 0,0 1,-1-1,1 0,0 0,-1 0,1 0,0 1,-1-1,1 0,-1 0,1 0,0 0,-1 0,1 0,-1 0,1 0,0 0,-1 0,1 0,0-1,-1 1,1 0,-1 0,1 0,0 0,-1-1,1 1,0 0,-1 0,1 0,0-1,-3 7,1 0,0 0,1 0,-1 0,1 1,0-1,1 0,-1 0,1 1,1-1,-1 0,1 1,0-1,1 0,-1 0,1 0,0 0,1 0,0 0,-1 0,2-1,-1 0,1 1,0-1,0-1,0 1,0 0,1-1,0 0,0 0,1 0,1-2,0 1,1-1,-1-1,1 0,-1 0,1 0,0-1,0 0,-1 0,1-1,0 0,-1 0,1-1,-1 0,0 0,1-1,-1 0,0 0,0-1,-1 0,1 0,-1 0,0-1,0 0,0 0,-1-1,0 1,0-1,0 0,-1-1,0 1,0-1,0 0,-1 0,0 0,-1 0,1-1,-1-2,1 0,0 0,-1 0,-1-1,0 1,0-1,-1 1,0 0,-1-1,-2-7,3 17,1 1,-1-1,0 1,0-1,0 1,0-1,0 1,-1-1,1 1,0-1,0 1,0-1,0 1,0 0,-1-1,1 1,0-1,0 1,-1 0,1-1,0 1,-1 0,1-1,0 1,-1 0,1-1,0 1,-1 0,1 0,-1-1,1 1,0 0,-1 0,1 0,-1 0,1-1,-1 1,1 0,-1 0,1 0,-1 0,1 0,-1 0,1 0,-1 1,1-1,0 0,-1 0,0 0,-12 22,10-17,1 1,0-1,1 1,-1 0,1 0,0-1,1 1,-1 0,1 0,0 0,1 0,-1 0,1-1,0 1,1 0,-1-1,1 1,0-1,1 1,-1-1,1 0,0 0,0 0,1 0,0-1,-1 1,2-1,-1 0,0 0,1 0,0-1,3 3,-1-4,-1 0,1 0,0 0,0-1,1 0,-1 0,0 0,0-1,0-1,1 1,-1-1,0 0,0 0,0-1,0 0,0-1,-1 1,1-1,-1-1,1 1,-1-1,0 0,-1 0,3-3,3-1,-1-1,0-1,-1 1,0-2,0 1,-1-1,-1-1,0 1,0-1,-1 0,0-1,1-6,-2-4,-2 7,-2 21,-3 6,1-1,0 1,0-1,1 1,0-1,1 1,0 0,1-1,0 0,1 1,0-1,0 0,1 0,0-1,1 1,0-1,1 0,0 0,0-1,1 1,0-2,0 1,8 5,-7-7,1-1,0 0,0-1,0 0,0-1,0 0,1 0,0-1,-1 0,1 0,0-1,0-1,0 0,0 0,0-1,0 0,0-1,-1 0,1 0,-1-1,1 0,-1-1,0 0,0-1,0 0,-1 0,0 0,0-1,0-1,-1 1,6-7,-3-3,0 0,-1 0,-1-1,0 0,-2-1,0 0,-1 1,0-2,-2 1,0 0,-1-1,-1 0,0 1,-3-12,-2 154,4 2,5 0,6 0,20 86,-28-202,-7-31,-38-137,19 75,3-1,1-20,17 19,3 83,-1-1,0 1,1 0,0 0,0 0,-1 0,1 0,0 0,1 0,-1 0,0 0,1 0,-1 0,1 1,-1-1,1 1,0-1,-1 1,1-1,0 1,0 0,0 0,0 0,0 0,0 1,1-1,-1 0,0 1,0 0,1-1,-1 1,0 0,0 0,1 0,-1 0,12 3,0-1,0 2,0 0,0 1,-1 0,0 1,0 0,0 1,-1 1,0 0,0 0,-1 1,3 4,-11-11,0 0,0 0,0 0,0 0,-1 0,1 1,-1-1,0 1,1 0,-1 0,-1 0,1 0,0 0,-1 0,1 0,-1 1,0-1,0 0,0 1,-1-1,1 1,-1-1,0 1,0-1,0 1,0-1,-1 1,1-1,-1 1,0-1,0 0,0 1,-1-1,1 0,-1 0,1 0,-1 0,0 0,0 0,-1 0,1-1,-3 3,-35 10,39-15,0 0,0 1,0-1,0 0,0 0,0 0,0 0,0 0,0 0,0 0,1 0,-1-1,0 1,0 0,0-1,0 1,0 0,0-1,0 1,1-1,-1 1,0-1,0 0,1 1,-1-1,0 0,1 1,-1-1,0 0,1 0,-1 0,1 0,0 1,-1-1,1 0,0 0,-1 0,1 0,0 0,0 0,0 0,0 0,0-5,1 0,1 0,-1 0,1 0,0 1,0-1,1 1,-1-1,1 1,1 0,-1 0,1 0,3-4,0 0,103-138,-48 69,-4-4,46-84,-85 132,-2-2,-1 0,-2 0,-1-1,4-23,-16 59,-1 0,1 0,-1 0,1 0,0 0,-1 0,0 0,1 0,-1 0,0 0,1 0,-1 0,0 0,0 0,0-1,0 1,0 0,0 0,-1 0,1 0,0 0,0 0,-1 0,1 0,-1-1,1 1,-1 0,1 1,-1-1,1 0,-1 0,0 0,0 0,0 0,1 1,-1-1,0 0,0 1,0-1,0 0,0 1,0 0,0-1,0 1,0-1,0 1,-1 0,1 0,0 0,0 0,0 0,0 0,0 0,0 0,-1 0,1 0,-11 8,0 0,1 1,0 0,0 0,1 1,1 0,0 1,0 0,1 1,0 0,1 0,1 1,-3 6,-3 3,0 0,2 2,1-1,1 1,0 0,2 1,1 0,1 0,1 0,2 0,0 0,1 1,2-1,1 0,0 0,2 0,1 0,1-1,1 1,-3-15,0-1,1 1,-1-1,2 0,-1 0,1 0,1-1,0 0,0-1,0 0,1 0,0 0,0-2,1 1,-1-1,1 0,0-1,1 0,-1-1,1 0,0 0,0-1,-1-1,1 0,0 0,1-1,-1-1,0 1,-1-2,1 0,0 0,0-1,-1 0,1-1,-1 0,0-1,0 0,-1 0,1-1,-1 0,0-1,1-1,-2-1,-1 0,1-1,-2 1,1-1,-1 0,-1-1,0 0,0 0,-1 0,-1 0,0 0,0-1,-1 0,0 1,-1-1,-1 0,0-8,0 19,1-1,-1 1,0-1,0 1,0 0,0-1,0 1,0-1,0 1,-1 0,1-1,0 1,-1-1,1 1,-1 0,1 0,-1-1,0 1,0 0,1 0,-1 0,0 0,0 0,0 0,0 0,0 0,-1 0,1 0,0 0,0 1,0-1,-1 0,1 1,0-1,-1 1,1 0,-1-1,1 1,0 0,-1 0,1 0,-1 0,1 0,0 0,-1 0,1 1,-1-1,1 0,0 1,-1-1,1 1,0 0,0-1,-1 1,1 0,0 0,0-1,0 1,0 0,-7 9,1 0,1 0,-1 1,2 0,0 0,0 0,1 0,0 1,1 0,0 0,1 0,0 5,0-11,1 1,0-1,0 1,0 0,1 0,0-1,0 1,1 0,0-1,0 1,0-1,1 1,0-1,1 1,-1-1,1 0,0 0,1 0,-1-1,1 1,0-1,1 0,-1 0,1 0,0-1,0 1,0-1,1 0,0-1,-1 0,6 3,-6-4,0 0,1-1,-1 1,1-1,-1 0,1 0,-1-1,1 0,-1 0,1 0,0 0,-1-1,1 0,-1 0,1-1,-1 1,0-1,1-1,-1 1,0-1,0 1,-1-1,1-1,-1 1,1-1,-1 0,0 0,0 0,-1 0,1 0,-1-1,0 0,0 0,-1 0,1 0,0-5,3-10,-1 0,-2-1,0 0,-1 0,-1 0,-1 0,0 0,-2 0,-1-1,3 22,1 1,-1-1,1 0,-1 0,0 1,1-1,-1 0,1 0,-1 0,1 0,-1 1,0-1,1 0,-1 0,1 0,-1 0,1 0,-1 0,1 0,-1-1,1 1,-1 0,0 0,1 0,-1 0,1-1,-1 1,1 0,-1 0,0-1,1 1,-1 0,0 0,1-1,-1 1,0 0,0-1,1 1,-1-1,0 1,0 0,1-1,-1 1,0-1,0 1,0-1,0 1,0 0,0-1,0 1,0-1,0 1,0-1,0 1,0-1,0 1,0-1,0 1,0 0,0-1,-1 1,10 4,186 65,-189-66,-1 0,0 0,0 0,0 1,0 0,-1 0,1 1,-1-1,0 1,0 0,-1 0,0 0,1 0,-2 1,1-1,-1 1,1 0,-2 0,1-1,-1 1,1 1,-2-1,1 0,-1 0,0 0,0 0,-1 1,0 21,0-22,1 0,-1 0,1 0,0 0,1 0,-1-1,1 1,0 0,0 0,1 0,0-1,0 1,0-1,2 3,0-6,0 0,0 0,0 0,0-1,0 0,0 1,1-1,-1-1,0 1,1 0,-1-1,1 0,-1 0,0-1,1 1,-1-1,0 0,1 0,-1 0,0-1,0 1,0-1,0 0,0 0,0-1,2-1,3-1,-1 0,0 0,0 0,0-1,-1 0,0-1,0 0,-1 0,0 0,0-1,0 1,-1-1,0-1,-1 1,0-1,0 0,-1 0,0 0,-1 0,0-1,0 1,-1 0,0-1,0-9,-1 17,0 0,0 0,0 1,0-1,0 0,0 0,0 0,0 0,-1 1,1-1,-1 0,1 0,-1 1,0-1,1 0,-1 1,0-1,0 0,-1 1,1 0,0-1,0 1,-1 0,1-1,0 1,-1 0,1 0,-1 0,0 0,1 1,-1-1,0 0,0 1,1-1,-1 1,0-1,0 1,0 0,1 0,-1 0,0 0,0 0,0 0,-3 3,0 1,0-1,1 1,-1 0,1 0,0 0,0 0,1 1,-1 0,1 0,0 0,0 0,0 0,1 1,0-1,0 1,1-1,-1 1,1 0,0 0,1 0,-1-1,1 1,0 1,1-2,0 0,0-1,0 1,1 0,-1 0,1-1,0 1,0-1,1 0,-1 0,1 0,0 0,0 0,0 0,1-1,-1 1,1-1,0 0,0 0,0-1,0 1,1-1,3 2,109 30,-51-25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4:00.1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0 236,'23'-2,"21"-1,17 0,15 1,15-2,6-1,3 2,-2 0,-8 1,-15 1,-18 1,-17 0,-17 0,-19 2,-17 4,-7 0</inkml:trace>
  <inkml:trace contextRef="#ctx0" brushRef="#br0" timeOffset="197.512">294 369,'21'5,"20"1,19 0,15-1,11-2,4-1,-1-1,-7 0,-11-1,-13-3,-15 0</inkml:trace>
  <inkml:trace contextRef="#ctx0" brushRef="#br0" timeOffset="504.693">829 9,'-50'-8,"49"8,1 1,0 0,0-1,0 1,0-1,0 1,0 0,0-1,0 1,0 0,0-1,0 1,1-1,-1 1,0 0,0-1,1 1,-1-1,0 1,1-1,-1 1,0-1,1 1,-1-1,1 1,-1-1,1 0,-1 1,1-1,-1 0,1 1,-1-1,1 0,-1 0,1 1,0-1,-1 0,1 0,0 0,40 25,0-2,2-2,44 15,-7-3,-58-24,0 0,0 0,0 2,-1 0,0 1,-1 1,0 1,-1 1,-1 0,1 3,-16-15,-1-1,0 0,0 1,-1 0,1-1,-1 1,1 0,-1 0,0 0,0 0,0 0,0 0,-1 0,1 0,-1 0,0 0,0 1,0-1,0 0,0 0,-1 0,1 0,-1 0,0 0,0 0,0 0,0 0,-1 0,1 0,-1-1,0 1,0 0,0-1,-2 2,-14 14,0-1,-2-1,0 0,-1-2,0-1,-1 0,-12 4,-3 3,-145 90,166-95,9-5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3:57.9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270 146,'2'-9,"1"1,0 12,-1 16,0 18,-3 15,-4 9,-3 3,0-3,1-6,1-10,3-12</inkml:trace>
  <inkml:trace contextRef="#ctx0" brushRef="#br0" timeOffset="253.584">15 53,'-9'-7,"4"-2,16 0,23 2,25 0,21 0,16 3,6 1,-2 6,-18 2</inkml:trace>
  <inkml:trace contextRef="#ctx0" brushRef="#br0" timeOffset="1679.081">457 587,'28'-4,"-1"-1,1-1,-1-2,0 0,-1-2,0-1,-1-1,21-14,-41 24,-1 0,1 0,-1-1,0 0,0 1,0-1,0-1,-1 1,1 0,-1-1,0 0,0 0,0 0,-1 0,1 0,-1-1,0 1,0-1,0 1,-1-1,0 0,0 1,0-1,0 0,-1-4,-2 6,0 0,-1 1,0-1,1 0,-1 1,0 0,0 0,-1 0,1 0,0 0,-1 0,1 1,-1 0,1 0,-1 0,0 0,1 0,-1 1,0-1,0 1,1 0,-1 0,0 1,0-1,1 1,-1 0,0 0,1 0,-3 1,-4 1,-1 0,1 1,0 0,0 0,1 1,-1 1,1 0,0 0,1 1,-1 0,-4 5,9-8,1-1,-1 0,1 1,0 0,1-1,-1 1,1 0,-1 1,1-1,0 0,1 1,-1-1,1 1,0-1,0 1,0 0,1-1,0 1,-1 0,2 0,-1-1,1 1,-1 0,1-1,0 1,1 0,1 2,3 1,0 0,1 0,1-1,-1 0,1-1,0 0,1 0,-1 0,1-1,0-1,1 1,-1-2,1 1,-1-1,1-1,0 1,0-2,1 1,-1-2,0 1,0-1,4-1,-4 2,0 0,-1 0,1-1,0 0,0-1,-1 0,1 0,-1-1,1-1,-1 0,0 0,0 0,0-1,0-1,-1 1,1-1,-1-1,-1 0,1 0,-1 0,0-1,0 0,-1 0,0-1,0 0,-1 0,0 0,0-1,2-6,-4 6,-1 1,-1 0,1-1,-2 1,1-1,-1 0,0 1,-1-1,0 1,0-1,-2-3,3 12,0 0,-1-1,1 1,-1 0,1 0,0 0,-1-1,1 1,-1 0,1 0,-1 0,1 0,0 0,-1 0,1 0,-1 0,1 0,-1 0,1 0,-1 0,1 0,-1 0,1 0,0 0,-1 1,1-1,-1 0,1 0,-1 1,1-1,0 0,-1 0,1 1,0-1,-1 0,1 1,0-1,0 1,-1-1,1 0,0 1,0-1,0 1,-1-1,1 0,0 1,0-1,0 1,0-1,0 1,0-1,0 1,0-1,0 1,0-1,0 1,0-1,0 0,0 1,1-1,-1 1,0-1,0 1,0-1,1 1,-3 5,0 0,1 0,0 0,0 0,1 0,-1 1,1-1,1 0,-1 1,1-1,0 0,1 0,-1 0,1 0,0 0,1 0,-1 0,1-1,0 1,1-1,-1 0,1 0,0 0,1-1,-1 1,1-1,0 0,0 0,0 0,0-1,0 0,2 0,1 1,0-1,1 0,-1-1,1 0,0 0,-1-1,1 0,0-1,0 0,0 0,0-1,-1 0,1 0,0-1,-1 0,1-1,-1 0,0 0,0-1,0 0,0 0,-1-1,0 0,1 0,-2-1,1 0,-1 0,0 0,0-1,-1 0,1 0,-2-1,1 1,-1-1,1-3,-2 2,-1 1,1-1,-2 0,0 0,0 0,0 0,-1 0,0 0,-1 0,-1-7,1 15,1 1,0 0,-1-1,1 1,0-1,-1 1,1 0,-1 0,1-1,0 1,-1 0,1 0,-1 0,1-1,-1 1,1 0,-1 0,1 0,-1 0,1 0,-1 0,1 0,-1 0,1 0,-1 0,1 0,-1 0,1 1,-1-1,1 0,-1 0,1 0,-1 1,1-1,0 0,-1 1,1-1,-1 0,1 1,0-1,-1 0,1 1,0-1,0 1,-1-1,1 0,0 1,0-1,0 1,-1-1,1 1,0-1,0 1,0-1,0 1,0-1,0 1,0-1,0 1,0-1,0 1,0-1,0 1,1-1,-1 1,0-1,0 1,0-1,1 1,-4 5,1 0,0 0,1 0,0 0,0 0,0 1,0-1,1 0,0 1,1-1,-1 0,1 1,0-1,1 0,0 0,0 0,0 0,0 0,1 0,0-1,0 1,1-1,0 0,0 0,0 0,0 0,1-1,-1 0,1 0,0 0,1 0,1 0,1-1,0 0,-1-1,1 0,0-1,1 0,-1 0,0 0,0-1,0-1,0 1,1-1,-1-1,0 1,0-2,-1 1,1-1,0 0,-1 0,0-1,0 0,0 0,0-1,0 0,-1 0,0-1,0 1,-1-1,1-1,-1 1,-1-1,1 0,-1 0,0 0,-1 0,1-1,-2 1,1-1,-1 0,1-4,-3 11,1 0,-1 1,0-1,1 0,-1 0,0 0,1 0,-1 0,0 1,0-1,0 0,0 0,0 0,0 0,0 0,0 0,0 0,-1 0,1 1,0-1,0 0,-1 0,1 0,-1 0,1 1,-1-1,1 0,-1 0,1 1,-1-1,0 0,1 1,-1-1,0 1,0-1,1 1,-1-1,0 1,0-1,0 1,1 0,-1 0,0-1,0 1,0 0,0 0,0 0,0 0,0 0,0 0,1 0,-1 0,0 0,0 0,0 1,0-1,0 0,0 1,1-1,-2 1,-1 1,0 1,0 0,1 0,-1 0,1 0,-1 0,1 0,0 1,0-1,0 1,1-1,-1 1,1 0,0 0,0-1,0 1,1 0,-1 0,1 0,0 0,0 0,1 0,-1 0,1 0,-1 0,1 0,1 0,-1-1,0 1,1 0,0-1,0 1,0-1,0 0,0 1,1-1,-1 0,1 0,2 1,7 2,1-1,-1-1,1 0,-1 0,1-1,0-1,0 0,1-1,-1-1,0 0,0 0,0-2,0 1,13-4,-12 2,0 0,0 0,0-1,0-1,0 0,-1-1,0-1,-1 0,1 0,-1-1,-1-1,1 0,-1-1,-1 0,0 0,0-1,-1-1,-1 1,0-1,0-1,-1 0,-1-1,6-17,-1-1,-2 0,-2-1,1-7,-7 33,-19 111,5 0,0 103,23 121,-9-314,0 0,-1 0,-1 0,0-1,-1 1,0 0,-1 0,-1-1,0 1,-3 3,7-18,0 0,0 0,0 0,0 1,-1-1,1 0,0 0,0 1,-1-1,1 0,-1 1,1-1,-1 0,1 1,-1-1,1 0,-1 1,1-1,-1 1,0-1,1 1,-1 0,0-1,1 1,-1 0,0-1,0 1,1 0,-1 0,0 0,0-1,0 1,1 0,-1 0,0 0,0 0,0 1,1-1,-1 0,0 0,0 0,1 1,-1-1,0 0,0 1,1-1,-1 0,0 1,1-1,-1 1,1-1,-1 1,0-1,1 1,-1 0,1-1,0 1,-1 0,1-1,-1 1,1 0,0 0,0-1,-1 1,1 0,0 0,0-1,0 1,0 1,-4-28,2 1,1-1,0 0,2 1,2-8,-2 26,8-102,5 1,27-97,-38 190,-1 7,-1-1,2 1,-1-1,1 1,0 0,1 0,0 0,0 0,1 1,3-5,-4 10,-1 1,1 0,0 0,0 0,0 1,0-1,0 1,-1 0,1 0,0 1,0-1,0 1,0 0,0-1,-1 2,1-1,0 0,-1 1,1 0,-1 0,1 0,-1 0,0 0,0 1,0-1,0 1,-1 0,2 1,1 0,1 1,54 47,-58-50,0 0,-1-1,1 1,-1 0,0 0,0 0,1 0,-1 0,-1 1,1-1,0 0,0 0,-1 1,1-1,-1 0,0 1,0-1,0 0,0 1,0-1,0 0,0 1,-1-1,0 0,1 1,-1-1,0 0,0 0,0 0,-1 1,-6 6,-1 0,0-1,0 0,-1-1,0 0,0-1,-1 0,0 0,0-1,0-1,0 0,-1 0,-3 0,1 0,4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4:03.4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267 368,'-10'-3,"0"0,0 0,0 2,0-1,-1 1,1 0,0 1,0 0,-1 1,1 0,0 1,0 0,0 1,0-1,1 2,-1 0,1 0,-1 0,1 1,1 1,-1-1,1 2,0-1,0 1,-3 4,10-10,0 0,-1 0,1 0,0 0,0 0,0 1,0-1,0 0,1 1,-1-1,0 1,0-1,1 1,-1-1,1 1,0-1,-1 1,1-1,0 1,0 0,0-1,0 1,0 0,0-1,0 1,1-1,-1 1,1-1,-1 1,1-1,-1 1,1-1,0 1,0-1,0 0,0 1,0-1,0 0,0 0,0 0,0 1,1-1,-1-1,0 1,1 0,-1 0,1 0,-1-1,1 1,-1-1,11 0,-1 0,0-1,0 0,0-1,0-1,-1 1,1-2,-1 0,1 0,-1 0,0-2,-1 1,1-1,-1 0,-1-1,1 0,-1-1,1-1,5-3,-1 0,-1-1,0 0,-1-1,0 0,-1-1,-1 0,0-1,-1 0,-1 0,0-1,-1 0,-1 0,-1 0,0-1,-1 0,-1 1,-1-1,0 0,-2 0,-1-9,-14-20,15 47,0-1,1 0,-1 0,0 1,0-1,0 0,0 1,0-1,0 1,0 0,0-1,0 1,0 0,0-1,0 1,0 0,0 0,-1 0,1 0,0 0,0 0,0 0,0 1,0-1,0 0,0 0,0 1,0-1,0 1,0-1,0 1,0-1,0 1,0 0,0-1,0 1,1 0,-1 0,0 0,1 0,-2 0,-10 14,1 0,0 1,1 0,1 0,1 1,0 0,1 1,0-1,2 2,-2 6,2-6,1 0,0 1,1-1,1 1,1 0,1 0,1 4,-1-16,1-1,0 0,0 0,1 0,0 0,1 0,-1 0,1 0,0-1,1 1,0-1,0 0,0 0,1-1,0 1,0-1,0 0,0 0,1 0,0-1,1 0,3 2,1-2,0 1,0-1,0-1,0 0,0-1,1 0,-1-1,1 0,0 0,-1-1,1-1,0 0,-1-1,1 0,-1-1,0 0,0 0,0-2,0 1,-1-1,1-1,-1 0,0 0,-1-1,0 0,0-1,0 0,-1 0,-1-1,1 0,-1 0,-1-1,1 0,-2 0,3-5,-6 11,0 1,-1 0,1 0,-1-1,0 1,0-1,0 1,0-1,0 0,-1 1,0-1,0 0,0 1,0-1,-1 0,1 1,-1-1,0 0,0 1,0-1,0 1,-1 0,1-1,-1 1,0 0,0 0,0 0,-1 0,1 0,-1 1,1-1,-1 1,0-1,0 1,0 0,0 0,0 0,-1 1,1-1,0 1,-1 0,1 0,-1 0,0 0,1 1,0-1,1 1,-1 0,1 0,-1 0,1 0,-1 0,1 0,-1 1,1-1,-1 1,1 0,0 0,-1-1,1 2,0-1,0 0,0 0,0 1,0-1,0 1,0 0,0-1,0 1,1 0,-1 0,1 0,-1 0,1 1,0-1,0 0,0 0,0 1,0-1,1 1,-1-1,1 0,-1 1,1-1,0 1,0-1,0 1,0-1,1 1,-1-1,1 1,-1-1,1 1,0-1,0 0,0 1,0-1,0 0,1 0,-1 0,1 0,9 8,1-1,0-1,0 0,0 0,1-1,1-1,-1 0,1-1,0 0,0-1,0-1,1 0,8 0,40 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4:04.1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0 569,'27'-12,"-1"-1,-1-1,0-1,-1-2,-1 0,0-2,-1 0,-1-1,-1-1,-1-2,-1 1,-1-2,-1 0,-1-1,7-18,-14 24,0 0,-1 0,-1-1,-1 0,-1 0,-1 0,-1-1,0-15,-1 34,-1 0,0 0,0 1,0-1,0 0,0 1,-1-1,1 0,0 1,-1-1,1 0,-1 1,0-1,1 1,-1-1,0 1,0-1,0 1,0 0,0-1,0 1,-1 0,1 0,0 0,-1 0,1 0,-1 0,1 0,-1 0,1 1,-1-1,1 0,-1 1,0 0,1-1,-1 1,0 0,1 0,-1 0,0 0,0 0,1 0,-2 1,-7 2,1 1,0 1,0 0,1 0,-1 1,1 0,1 0,-1 1,1 0,0 0,0 1,1 0,-3 5,-7 7,2 0,0 0,1 2,1-1,1 2,1-1,1 2,1-1,1 1,-2 15,8-30,0 0,0-1,1 1,0 0,1-1,0 1,0 0,1-1,0 1,1-1,-1 0,2 0,-1 0,1 0,0 0,1-1,0 1,0-1,0-1,1 1,0-1,0 0,1 0,0-1,0 0,0 0,1 0,18 7,0 0,1-2,0-1,0-2,1 0,0-2,1-1,-1-1,1-1,-1-2,1-1,-1-1,1-1,18-6,-40 9,0-1,0 1,0-2,0 1,-1-1,1 0,-1 0,1-1,-1 0,0 0,0 0,0-1,0 0,-1 0,1 0,-1-1,0 0,0 0,-1 0,0-1,0 1,0-1,0-1,-3 4,-1 0,0 1,0-1,0 0,0 0,-1 0,1 0,-1 0,0 0,0 1,0-1,0 0,0 0,0 1,-1-1,1 1,-1-1,0 1,0 0,1 0,-2 0,1 0,0 0,0 0,-1 0,1 1,-1-1,-1 0,-78-30,75 30,0 0,0 0,0 1,0 0,0 0,-1 0,1 1,0 0,0 1,0 0,-1 0,1 0,0 1,0 0,1 0,-1 1,0 0,1 0,-1 0,1 1,0 0,0 1,1-1,-1 1,1 0,0 0,0 0,1 1,0 0,-1 0,4-4,0 1,0-1,1 0,-1 1,0-1,1 0,-1 1,1-1,0 1,0-1,0 1,0-1,0 1,1-1,-1 0,1 1,-1-1,1 1,0-1,0 0,0 0,0 0,0 1,1-1,-1 0,1 0,-1-1,1 1,0 0,0 0,0-1,0 1,0-1,0 0,1 1,5 2,0 0,1-1,-1 0,1 0,-1-1,1 0,0-1,0 0,3 0,-3 0,1 0,-1 0,1-1,-1 0,1-1,0 0,-1-1,0 0,1 0,-1-1,0 0,0-1,0 0,-1 0,1-1,-1 0,0 0,-1-1,1 0,-1-1,0 1,-1-1,1-1,-1 0,-5 7,0 0,-1 0,1 0,-1 0,1 0,-1 0,1 0,-1 0,1 0,-1 0,0 0,0 0,0-1,1 1,-1 0,0 0,0 0,-1 0,1-1,0 1,0 0,-1 0,1 0,0 0,-1 0,1 0,-1 0,1 0,-1-1,-1 3,0 0,0 1,0-1,1 1,-1-1,0 1,1-1,-1 1,1 0,0 0,0 0,0 0,0 0,0 0,0 0,0 0,0 0,1 0,-1 0,1 0,0 2,-1 0,0 0,0 0,1 0,0 0,0 0,0 0,0 0,1 0,-1 0,1 0,0-1,0 1,1 0,-1 0,1-1,0 1,0-1,0 1,0-1,1 0,-1 0,1 0,0 0,0 0,0 0,0-1,0 0,0 1,1-1,9 5,-1 0,1-1,0 0,1-1,-1-1,1 0,7 1,35 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4:04.5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1 162,'19'218,"-11"126,-8-342,-1 0,1 0,0 0,1 1,-1-1,0 0,0 0,1 0,0 0,-1 0,1 0,0 1,0-1,0-1,0 1,0 0,0 0,1 0,-1-1,1 1,-1 0,1-1,0 0,-1 1,1-1,0 0,0 0,0 0,0 0,0 0,0 0,0-1,0 1,0-1,1 1,-1-1,0 0,0 0,2 0,24 0,1-1,-1-2,0 0,19-6,-2 1,210-42,-227 44</inkml:trace>
  <inkml:trace contextRef="#ctx0" brushRef="#br0" timeOffset="542.107">615 630,'8'0,"1"0,-1 0,0 0,1-1,-1 0,0-1,0 0,0 0,0-1,0 0,0 0,-1-1,0 0,0 0,0-1,0 0,0 0,-1-1,0 1,0-1,-1-1,1 1,-1-1,-1 0,1 0,-1-1,-3 6,-1 0,0-1,1 1,-1 0,0 0,0-1,0 1,-1 0,1 0,0 0,-1 0,1-1,-1 1,0 0,0 0,0 0,0 0,0 0,0 0,-1 1,1-1,0 0,-1 1,0-1,1 1,-1-1,0 1,0 0,0 0,1-1,-1 1,0 1,-1-1,1 0,0 0,0 1,0-1,0 1,-6-2,1 1,0 0,0 0,-1 0,1 1,-1 0,1 1,0 0,0 0,-1 0,0 1,3 0,-1 0,1 0,0 1,0 0,0-1,1 2,-1-1,1 0,-1 1,1 0,0 0,1 0,-1 1,1-1,0 1,0 0,0 0,0 0,1 0,0 0,0 1,1-1,-1 1,1-1,0 1,1 0,-1-1,1 1,0-1,0 1,1 0,0-1,0 1,0-1,1 1,0-1,0 1,0-1,0 0,1 0,0 0,2 1,6 4,0-2,1 0,1 0,-1-1,1-1,0 0,0 0,1-2,0 0,0 0,0-1,0-1,0 0,1-1,-1-1,12 0,25 1</inkml:trace>
  <inkml:trace contextRef="#ctx0" brushRef="#br0" timeOffset="843.063">1070 470,'-2'11,"2"-1,-1 1,1 0,1-1,0 1,0 0,1-1,1 1,0-1,0 0,1 0,0 0,1 0,0-1,0 1,1-1,0-1,1 1,0-1,0 0,1-1,0 1,0-2,1 1,2 0,-8-4,-1 0,1-1,0 0,0 1,0-1,1 0,-1 0,1-1,-1 1,1-1,-1 0,1 0,0 0,-1 0,1 0,0-1,0 0,-1 0,1 0,0 0,0-1,0 1,-1-1,1 0,0 0,-1 0,1-1,-1 1,1-1,-1 0,0 0,0 0,0 0,0 0,0-1,0 0,0 1,1-3,2-8,-1-1,0 1,-1-1,-1 0,0 0,-1 0,0-1,-1 0,0 0,1 0,0 0,1 0,1 0,0 1,6-13,20-6,-14 25</inkml:trace>
  <inkml:trace contextRef="#ctx0" brushRef="#br0" timeOffset="1469.231">1591 630,'15'-2,"0"0,0-1,0-1,0 0,-1-1,1 0,-2-1,1-1,0 0,-1-1,-1 0,1-1,-1-1,-1 0,0 0,7-9,4-45,-22 62,0 0,0 1,0-1,0 1,0-1,-1 0,1 1,-1-1,1 1,-1-1,1 0,-1 1,0 0,0-1,0 1,0-1,0 1,0 0,0 0,0-1,0 1,0 0,-1 0,1 0,0 0,-1 1,1-1,-1 0,1 1,-1-1,0 1,1-1,-1 1,1 0,-1-1,0 1,1 0,-1 0,0 0,-4 1,0 0,0 0,0 0,0 1,0 0,1 0,-1 0,0 1,1 0,0 0,0 0,0 1,0 0,0 0,1 0,-1 0,1 1,0 0,1-1,-1 2,1-1,0 0,0 1,1-1,-1 1,1 0,0-1,1 1,0 0,0 0,0 1,0-1,1 0,0 0,1 0,-1 0,1 0,0 0,1 0,-1 0,1 0,0 0,1-1,1 4,4-1,0-1,0 0,1 0,0-1,1 0,-1 0,1-1,0 0,0-1,1 0,-1-1,1 0,0-1,-1 0,1 0,0-1,0-1,0 0,1 0,-1-1,-1-1,9-1,-4 0,-1-1,0 0,0 0,-1-2,1 1,-1-2,0 0,-1 0,1-1,-2-1,1 0,-1-1,-1 0,1 0,-2-1,0-1,0 1,5-10,5-11,-2-1,-1 0,-1-1,-2-1,-1 0,5-31,-16 61,6-17,-2 0,0 0,-2-1,0 0,-2 1,0-1,-2 0,0 0,0 21,1-1,-1 1,1-1,-1 1,0 0,0 0,0-1,0 1,0 0,0 0,-1 0,1 0,-1 0,0 0,1 1,-1-1,0 0,0 1,0 0,0-1,0 1,0 0,-1 0,1 0,0 0,0 0,-1 1,1-1,-1 1,1 0,0-1,-1 1,1 0,-1 0,1 1,-1-1,1 0,0 1,-1 0,1-1,0 1,-1 0,1 0,-1 1,-5 1,0 1,0 1,0 0,1 0,0 0,0 1,0 0,1 0,-1 1,2-1,-1 2,1-1,0 0,0 1,1 0,0 0,0 0,1 1,0-1,-3 13,0 0,1 0,2 1,0-1,1 1,1-1,1 11,2-9,0 0,1 0,1 0,2-1,0 0,1 0,1 0,2-1,0 0,1-1,0 0,2 0,12 13,-16-22,1 1,0-2,1 1,0-1,1-1,0 0,1-1,-1 0,2-1,-1 0,1-1,0-1,0 0,0-1,1 0,-1-1,1-1,0 0,0-1,0-1,11-1,-13 0,0-1,-1 0,1-1,-1-1,0 0,0 0,0-1,-1-1,1 0,-1 0,-1-1,1-1,-1 1,0-2,0 0,8-12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4:01.7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14 415,'-2'16,"1"12,4 8,0 3,3 1,3-2,-1-4,-2-9</inkml:trace>
  <inkml:trace contextRef="#ctx0" brushRef="#br0" timeOffset="453.806">1 255,'25'-2,"1"1,-1 1,0 2,1 0,-1 2,0 1,0 1,-1 1,0 1,23 10,-35-13,0 1,-1 0,1 0,-1 1,-1 1,1 0,-1 0,-1 1,1 0,-2 1,1 0,-1 0,-1 0,0 1,0 1,-1-1,-1 1,0 0,0 0,-1 1,-1-1,2 9,-3 3,-1 1,-1 0,-1 0,-1-1,-1 1,-4 12,7-36,-1 0,1-1,-1 1,1 0,-1 0,1 0,-1-1,1 1,0 0,-1 0,1 0,0 0,0 0,0 0,0 0,0-1,0 1,0 0,0 0,0 0,0 0,0 0,1 0,-1 0,0 0,1-1,-1 1,0 0,1 0,-1 0,1-1,-1 1,1 0,0-1,-1 1,1 0,0-1,-1 1,1-1,0 1,0-1,0 1,-1-1,1 0,0 1,0-1,0 0,0 0,0 1,0-1,0 0,-1 0,1 0,0 0,0 0,0-1,0 1,0 0,0 0,0 0,0-1,12-7,0 0,0-1,-1-1,0 0,-1-1,0 0,-1-1,0 0,-1 0,6-11,1 1,-2-1,-1 0,0-1,-2 0,0-1,-2 0,0-5,-8 25,-4 10,-4 14,4-13,0 0,1 1,0-1,0 1,1-1,0 1,0 0,0 0,1-1,0 1,0 0,1 0,0 0,0-1,1 1,0 0,0-1,0 0,1 1,0-1,0 0,0 0,1 0,0-1,0 0,1 1,-1-1,1-1,0 1,0-1,1 0,-1 0,3 1,1-2,0-1,0 0,1 0,-1 0,1-2,-1 1,1-1,0 0,-1-1,1 0,-1-1,5-1,28-7</inkml:trace>
  <inkml:trace contextRef="#ctx0" brushRef="#br0" timeOffset="883.749">1124 415,'4'-6,"0"0,0 0,1 0,0 0,0 1,0 0,1 0,0 0,0 1,0 0,1 0,-1 0,3 0,5-5,31-17,-31 20,1-1,-1-1,-1 0,0-1,0 0,-1-1,0 0,0-1,-1 0,-1-1,0 0,0-1,-1 0,-1-1,0 0,3-10,-10 20,0 0,0 1,0-1,-1 0,0 0,0 1,0-1,0 0,0 0,-1 0,0 1,0-1,0 0,0 1,0-1,-1 1,0-1,0 1,0 0,0 0,0-1,0 1,-1 1,1-1,-1 0,0 1,0-1,0 1,0 0,-1 0,1 0,0 1,-1-1,1 1,-1-1,0 1,1 1,-1-1,-3 0,0-1,-1 1,0 0,1 0,-1 0,0 1,0 0,0 1,0 0,1 0,-1 1,1 0,-1 0,1 1,-1-1,1 2,0-1,0 1,1 0,-1 0,1 1,0 0,0 0,1 1,-1-1,1 1,0 1,0 0,-3 13,0 1,2 1,0-1,2 1,0 0,1 0,2 1,0-1,1 0,1 1,2-1,0 0,1 0,5 13,28 157,-11-69,-5 0,-3 42,-17-155,0-1,0 0,0 0,-1 0,-1 0,0 0,0 0,0 0,-1 0,-1 0,-2 8,-4-5</inkml:trace>
  <inkml:trace contextRef="#ctx0" brushRef="#br0" timeOffset="1065.481">990 643,'7'-12,"16"-3,17-1,21 1,17 2,15 2,11 4,-12 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6:51.3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340 259,'0'-1,"0"1,1 0,-1 0,0 0,0 0,0 0,1 0,-1 0,0 0,0-1,1 1,-1 0,0 0,0 0,1 0,-1 0,0 0,0 0,0 0,1 0,-1 1,0-1,0 0,1 0,-1 0,0 0,0 0,0 0,1 0,-1 0,0 1,0-1,0 0,0 0,1 0,-1 0,0 1,0-1,0 0,0 0,0 0,0 1,0-1,1 0,-1 0,0 1,0-1,0 0,0 0,0 0,0 1,0-1,0 0,0 0,0 1,0-1,1-2,-23 46,24-51,0 0,0-1,-1 1,1 0,-2 0,1 0,-1-1,0 1,-1 0,0-1,0 1,0 0,-1 0,0 0,-1 0,1 0,-1 1,0-1,-1 1,0-1,0 1,0 0,-1 1,0-1,0 1,0 0,-1 0,1 1,-1-1,0 1,-1 1,1-1,-1 1,-6-3,6 5,0-1,1 1,-1 0,0 0,0 1,0 0,0 0,0 1,1 0,-1 0,0 0,0 1,1 0,-1 0,1 1,0 0,0 0,0 0,0 1,0 0,1 0,-1 1,1-1,0 1,1 0,-1 1,1-1,0 1,0-1,1 1,-1 0,2 1,-3 3,-1 8,-1-1,2 1,1 0,0 1,1-1,1 1,1-1,0 1,2 0,0-1,1 1,1 0,0-1,2 0,4 14,-6-24,-1-1,1 1,0-1,1 0,0 0,0 0,0-1,1 1,0-1,0 0,1 0,-1-1,1 0,0 0,1 0,-1-1,1 1,0-2,0 1,1-1,-1 0,1-1,-1 1,1-1,0-1,-1 0,1 0,0 0,0-1,0 0,0-1,2 0,14-6,0-1,0-1,-1 0,0-2,-1-1,0-1,-1-1,12-10,-23 16</inkml:trace>
  <inkml:trace contextRef="#ctx0" brushRef="#br0" timeOffset="593.121">514 418,'0'0,"0"0,1 0,-1 0,0 0,1 0,-1-1,0 1,1 0,-1 0,0 0,1 0,-1 0,0 0,0 0,1 0,-1 0,0 0,1 1,-1-1,0 0,1 0,-1 0,0 0,0 0,1 0,-1 1,0-1,0 0,1 0,-1 1,0-1,0 0,0 0,1 0,-1 1,0-1,0 0,0 1,0-1,0 0,1 0,-1 1,0-1,0 0,0 1,0-1,0 0,0 1,0-1,0 0,0 1,0-1,0 0,-1 1,1-1,0 0,0 0,0 1,0-1,0 0,0 0,-1 1,1-1,0 0,0 0,0 1,-1-1,26-12,-6 1,-1-1,0 0,0-2,-2 0,0-1,0 0,-1-2,-1 0,-1 0,-1-1,0-1,-1 0,-1 0,-1-1,1-4,-8 19,-1 1,1-1,-1 0,0 0,0 1,-1-1,1 0,-1 0,0 0,0 0,-1 1,1-1,-1 0,0 0,0 0,-1 1,0-1,0 1,0-1,0 1,0 0,-1 0,0 0,0 0,0 0,0 1,-1-1,1 1,-1 0,0 0,0 0,0 0,0 1,0 0,-1 0,1 0,-4-1,2 2,1 0,0 1,0 0,-1 0,1 0,0 0,-1 1,1 0,0 0,0 1,0-1,0 1,0 0,0 0,0 1,1-1,-1 1,1 0,0 0,0 1,0-1,0 1,1 0,-1 0,1 0,0 0,0 1,-1 1,-3 8,0-1,1 2,0-1,1 0,1 1,0 0,1 0,1 1,0 3,0 46,3 0,3-1,3 1,9 34,-16-96,3 15,-4-13,1 0,0-1,0 1,0 0,1 0,0 0,0 0,0 0,0-1,1 1,-1 0,1-1,1 1,-1-1,0 0,1 0,0 0,0 0,0 0,1-1,-1 1,1-1,0 0,0 0,0 0,0 0,0-1,1 0,3 2,2-5,0 0,0 0,0-1,0-1,0 1,0-2,0 1,-1-1,0-1,0 1,9-7,15-8</inkml:trace>
  <inkml:trace contextRef="#ctx0" brushRef="#br0" timeOffset="862.683">1035 137,'-7'5,"-2"10,-2 12,1 13,3 11,1 8,3 3,1 0,2-4,0-4,0-8,1-8,-1-10,3-10,0-10</inkml:trace>
  <inkml:trace contextRef="#ctx0" brushRef="#br0" timeOffset="1239.267">1276 178,'-25'32,"-1"-1,-2-2,-1 0,-1-2,-1-1,-26 16,20-14,35-27,1-1,-1 1,1 0,-1-1,1 1,-1 0,1 0,0 0,0 0,0 1,-1-1,1 0,0 0,0 1,1-1,-1 0,0 1,0-1,1 1,-1-1,1 1,-1 0,1-1,0 1,-1-1,1 1,0 0,0-1,0 1,0-1,1 1,-1 0,0-1,1 1,-1-1,1 1,-1-1,1 1,0-1,0 1,0-1,-1 1,1-1,0 0,1 0,-1 1,14 11,0 0,0-1,1-1,1 0,0-1,1-1,-1-1,20 6,-6-3,0-1,1-2,0-1,1-2,-1 0,1-3,13-1,-29-1</inkml:trace>
  <inkml:trace contextRef="#ctx0" brushRef="#br0" timeOffset="8806.974">1703 566,'3'0,"4"0,7 0,9 0,10-2,9-4,6 0,2-1,-1 0,-2 1,-5 2,-6 2,-8 0,-8 0,-8-1</inkml:trace>
  <inkml:trace contextRef="#ctx0" brushRef="#br0" timeOffset="13005.544">2600 191,'1'-4,"1"1,-1-1,0 0,0 1,0-1,0 0,-1 0,0 0,0 1,0-1,0 0,0 0,-1 0,1 0,-1 1,0-1,-1 0,1 1,0-1,-1 0,0 1,0 0,0-1,0 1,-1 0,-1-2,1 0,-1 0,1 1,-1-1,0 1,-1-1,1 1,-1 1,1-1,-1 1,0-1,0 2,-1-1,1 0,-1 1,1 0,-1 0,0 1,0 0,0 0,1 0,-1 0,0 1,0 0,0 0,0 1,0 0,0 0,0 0,0 1,1 0,-1 0,1 0,-1 1,1-1,-4 4,0 4,0 0,1 1,0 0,0 0,2 1,-1 0,1 0,1 0,0 1,1 0,1 0,0 0,0 0,1 1,1-1,0 1,1-1,1 1,0-1,2 12,-1-8,0 0,1 0,1 0,0-1,1 1,1-1,1-1,0 1,1-1,1 0,0 0,1-1,0-1,1 0,1 0,0-1,1 0,0-1,0-1,2 0,3 1,-12-8,0 0,1-1,-1 0,1 0,-1-1,1 0,0 0,0 0,-1-1,1 0,0-1,0 1,-1-1,1-1,0 1,-1-1,1 0,-1 0,0-1,0 0,0 0,0-1,23-14</inkml:trace>
  <inkml:trace contextRef="#ctx0" brushRef="#br0" timeOffset="13298.32">2907 231,'0'-2,"0"-3,4-1,7-1,7-1,11 1,6-3,5 0,2 0,-1 3,-4 2,-5 2,-13 2,-10 0</inkml:trace>
  <inkml:trace contextRef="#ctx0" brushRef="#br0" timeOffset="13688.479">2840 178,'0'35,"2"0,2 0,1 0,1-1,10 31,-16-63,1-1,-1 1,0 0,1 0,-1 0,1 0,0 0,-1-1,1 1,0 0,0-1,0 1,0-1,0 1,1-1,-1 1,0-1,1 0,-1 1,1-1,-1 0,1 0,0 0,0 0,-1-1,1 1,0 0,0-1,0 1,-1-1,1 0,0 1,0-1,1 0,62-11,-54 8,0 1,0 0,1 0,-1 1,1 1,-1 0,1 0,3 1,-11 1,0-1,-1 0,1 1,0-1,0 1,-1 0,1 1,-1-1,0 0,0 1,1 0,-2 0,1 0,0 0,-1 0,1 0,-1 1,0-1,0 1,0 0,-1 0,1-1,-1 1,0 0,0 0,0 0,-1 3,1 0,0 0,0 0,-1 0,0 0,-1 0,0 1,0-1,0-1,-1 1,0 0,0 0,-1-1,0 1,0-1,-3 6,-4-2,0 0,-1-1,0 0,0-1,0 0,-1-1,0-1,-1 1,0-2,0 0,0 0,0-1,-1-1,1 0,-1-1,-8 0,-13-6,29-3</inkml:trace>
  <inkml:trace contextRef="#ctx0" brushRef="#br0" timeOffset="14026.292">3468 311,'-6'0,"-1"-1,-1 1,1 0,0 0,-1 0,1 1,0 0,0 1,-1-1,1 2,0-1,1 1,-1 0,0 0,1 0,-3 3,9-6,-1 0,1 0,-1 0,1 1,-1-1,1 0,0 0,-1 1,1-1,-1 0,1 1,0-1,-1 1,1-1,0 0,0 1,-1-1,1 1,0-1,0 1,0-1,-1 1,1-1,0 1,0-1,0 1,0-1,0 1,0-1,0 1,0-1,0 1,0-1,0 1,1-1,-1 1,0-1,0 1,0-1,1 1,-1-1,0 0,0 1,1-1,-1 1,0-1,1 0,-1 1,1-1,-1 0,0 1,1-1,-1 0,1 0,-1 1,1-1,-1 0,1 0,-1 0,1 0,-1 0,1 0,-1 0,35 3,-30-3,1-1,-1 0,0 0,0 0,0 0,0-1,0 0,0 0,-1 0,1-1,0 0,-1 0,0 0,0 0,0 0,0-1,0 0,-1 0,0 0,1 0,-2 0,1-1,0 0,-1 1,0-1,0 0,0 0,-1 0,0 0,1-1,-2 4,-1 1,1-1,0 1,-1-1,1 1,-1-1,1 1,-1-1,0 1,1 0,-1-1,0 1,0 0,0 0,0 0,0-1,0 1,0 0,-1 0,1 1,0-1,0 0,-1 0,1 1,-1-1,1 0,-1 1,1-1,-1 1,1 0,-1 0,1-1,-1 1,1 0,-1 0,1 1,-1-1,1 0,-1 0,1 1,-1-1,1 1,-1-1,1 1,-1 0,1-1,0 1,-1 0,1 0,0 0,0 0,0 0,0 0,0 0,-1 1,-22 41,17-19</inkml:trace>
  <inkml:trace contextRef="#ctx0" brushRef="#br0" timeOffset="14330.122">3468 726,'0'1,"0"0,1-1,-1 1,1 0,-1-1,1 1,-1-1,1 1,0-1,-1 1,1-1,0 1,-1-1,1 0,0 1,-1-1,1 0,0 1,0-1,-1 0,1 0,0 0,0 0,0 0,-1 0,1 0,0 0,0 0,-1 0,1 0,0-1,0 1,-1 0,1 0,0-1,0 1,-1-1,1 1,-1 0,1-1,0 1,-1-1,1 0,-1 1,1-1,0 0,22-29,-21 27,0 1,-1-1,0 1,1-1,-1 0,0 1,0-1,0 0,-1 0,1 0,-1 0,0 0,0 0,0 1,0-1,0 0,0 0,-1 0,1 0,-1 0,0 0,0 1,0-1,0 0,-1 1,1-1,-1 1,1-1,-1 1,0 0,0 0,0 0,0 0,0 0,-1 0,1 0,-1 1,1-1,-1 1,1-1,-1 1,0 0,-2 1,0-1,1 1,-1 0,0 1,1-1,-1 1,0 0,1 0,-1 0,1 1,-1 0,1 0,0 0,0 0,0 0,0 1,0 0,0 0,1 0,-1 0,1 1,0-1,0 1,0 0,1 0,-1 0,1 0,0 0,0 0,0 1,1-1,-1 2,2-4,0 0,-1 0,1 0,0 0,1 0,-1 0,0 0,1 0,-1 0,1 0,-1 0,1 0,0 0,0 0,0-1,0 1,0 0,0-1,0 1,2 0,12 12</inkml:trace>
  <inkml:trace contextRef="#ctx0" brushRef="#br0" timeOffset="14692.151">3815 191,'2'-2,"0"0,-1 0,1 0,0 1,0-1,0 1,0-1,0 1,0 0,1 0,-1-1,0 2,1-1,-1 0,0 0,1 1,-1-1,1 1,-1 0,1 0,0-1,16-1,1 0,0 1,0 0,0 2,0 1,0 0,-1 1,1 2,-1 0,0 0,13 7,-28-11,1 1,-1 0,1-1,-1 1,0 1,1-1,-1 1,-1 0,1 0,0 0,-1 0,1 0,-1 1,0 0,0-1,0 1,-1 0,1 1,-1-1,0 0,0 1,-1-1,1 1,-1-1,0 1,0 0,-1 0,0-1,1 1,-1 0,-1 1,-4 10,-2 1,0-1,-1 0,0-1,-1 0,-1 0,-1-1,0 0,-12 11,12-10,-14 13,14-17,1 1,0 0,0 1,1 0,1 1,0 0,-3 9,10-21,1-1,-1 1,1-1,-1 1,1 0,0-1,0 1,0 0,0-1,0 1,0 0,0-1,1 1,-1-1,1 1,-1 0,1-1,-1 1,1-1,0 1,0-1,0 0,0 1,0-1,0 0,0 0,0 1,0-1,1 0,-1 0,0 0,1-1,-1 1,1 0,-1 0,1-1,-1 1,1-1,-1 1,1-1,1 0,74 8,-73-8,31-1,-1-1,0-2,0-2,16-5,8-4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7:14.4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321 68,'-22'-4,"0"0,0 2,0 1,0 0,0 2,0 1,0 0,0 2,0 0,-4 3,21-5,1-1,-1 1,1 0,0 1,0-1,0 1,0 0,1 0,-1 0,1 1,-1-1,1 1,0-1,1 1,-1 0,1 0,0 1,-1-1,2 0,-1 1,1-1,-1 1,1 0,0-1,1 1,-1 0,1 0,0-1,0 1,1 0,-1 0,1-1,0 1,0-1,1 1,-1 0,1-1,0 0,0 0,2 3,7 8,1-2,0 1,1-2,0 0,1 0,1-1,-1-1,2 0,-1-1,5 0,-14-5,179 101,-183-104,0 0,-1-1,1 1,0 0,0 0,0 1,-1-1,1 0,0 1,-1-1,0 0,1 1,-1 0,0-1,1 1,-1 0,0 0,0 0,-1 0,1 0,0-1,-1 1,1 1,-1-1,1 0,-1 0,0 0,0 0,0 0,0 0,0 0,-1 0,1 0,-1 0,1 0,-1 0,0 0,0 0,0 0,0 0,0 0,0-1,0 1,0 0,-1-1,0 2,-13 6,0-1,0-1,-1 0,0-1,0 0,0-1,-1-1,0-1,1 0,-1-2,0 0,-7 0,22-1,-1 1,1-1,-1 1,0-1,1 0,-1 0,0 0,1-1,-1 1,0-1,1 1,-1-1,1 0,-1 0,1 0,0 0,-1 0,1-1,0 1,0-1,-1 1,1-1,1 0,-1 0,0 0,0 0,1 0,-1 0,1 0,0-1,-1 1,1-1,0 1,2-6,0 0,0 0,1 0,0 0,0 0,1 0,0 0,0 1,1 0,0 0,0 0,1 0,-1 0,2 1,3-5,-3 4,123-149,39-55,-130 137,-38 75,0-1,0 0,-1 0,1 0,0 0,-1 0,1 0,0 0,-1 0,1 0,0 0,0 0,-1 0,1-1,0 1,-1 0,1 0,0 0,0 0,-1 0,1 0,0-1,0 1,-1 0,1 0,0-1,0 1,0 0,-1 0,1 0,0-1,0 1,0 0,0-1,0 1,0 0,0 0,-1-1,1 1,0 0,0-1,0 1,0 0,0 0,-8 13,-1 1,2 1,0-1,0 1,2 1,0-1,0 1,2 0,0 0,0 2,-1 11,0-1,2 0,2 1,0 0,2-1,1 0,1 1,1-1,2-1,1 1,1-1,1 0,1-1,2-1,0 1,13 16,20 5,-45-47,-1 0,1 0,0 0,-1 0,1 0,0 0,-1 0,1 0,0-1,-1 1,1 0,-1 0,1-1,-1 1,1 0,0-1,-1 1,1 0,-1-1,0 1,1-1,-1 1,1-1,-1 1,0-1,1 0,-1 1,0-1,1 1,-1-1,0 0,0 1,0-1,0 1,1-1,-1 0,0 1,0-1,0 0,0 1,-1-1,1 0,0 1,0-1,0 1,0-1,-1 0,1 1,0-1,-1 0,-2-26</inkml:trace>
  <inkml:trace contextRef="#ctx0" brushRef="#br0" timeOffset="265.806">321 214,'9'-2,"14"1,20 4,18 3,16 3,10 2,-10-1</inkml:trace>
  <inkml:trace contextRef="#ctx0" brushRef="#br0" timeOffset="463.147">842 375,'23'-1,"0"1,0 1,0 2,0 0,-1 1,1 1,15 6,-34-9,0-1,-1 1,1 0,-1 0,1 0,-1 0,0 0,0 1,0 0,0-1,0 1,-1 0,1 1,-1-1,0 0,0 1,0-1,0 1,0-1,-1 1,0 0,0 0,0 0,0 0,-1-1,1 1,-1 0,0 0,0 0,0 0,-1 0,1 0,-1 0,0 0,0 0,-1 1,-9 19,-1 0,-1 0,-1-1,-1-1,-1-1,-1 0,-1-1,0 0,-4 0,-20 25,38-40,2-5,1 0,0 1,0-1,0 1,0-1,0 1,-1 0,1 0,0-1,1 1,-1 0,0 0,0 0,0 0,0 0,1 0,-1 0,0 0,1 0,-1 0,1 1,0-1,-1 0,1 0,0 1,-1-1,1 0,0 0,0 1,0-1,0 0,1 0,-1 1,0-1,0 0,1 0,-1 0,1 1,-1-1,1 0,-1 0,1 0,0 0,-1 0,1 0,0 0,0 0,0 0,0 0,12 2,-1-2,0 1,1-1,-1-1,1 0,-1-1,8-2,-9 2,300-36,26-20,-151 23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7:13.6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1 797,'6'-1,"0"0,0 0,0-1,0 1,0-2,0 1,-1-1,1 1,-1-1,0-1,1 1,-2-1,3-1,3-3,18-10,-1-2,-1-1,-1-1,-1-1,0-1,-2-1,-1-1,-1-1,4-10,-8-10,-15 47,-1-1,0 0,0 0,0 0,1 0,-1 1,0-1,0 0,0 0,0 0,0 0,-1 1,1-1,0 0,0 0,-1 0,1 0,0 1,-1-1,1 0,0 0,-1 1,1-1,-1 0,0 1,1-1,-1 1,1-1,-1 1,0-1,1 1,-1-1,0 1,0-1,1 1,-1 0,0-1,0 1,0 0,0 0,1 0,-1 0,0 0,0 0,0 0,0 0,0 0,1 0,-1 0,0 0,0 1,0-1,-8 4,0 0,1 1,0 0,0 0,0 1,1 0,0 1,0-1,1 1,-1 0,1 1,1 0,0 0,0 0,0 0,0 4,-1-2,0 0,0 1,1-1,1 1,0 0,0 1,1-1,1 1,0-1,0 1,1 0,1 0,0 4,1-13,0 0,0 0,0 0,0 0,1 0,0-1,-1 1,1 0,0-1,0 1,0-1,0 0,1 0,-1 0,1 0,-1 0,1 0,-1-1,1 1,0-1,0 0,0 0,0 0,0 0,2 0,80 2,-72-7,1 0,-1 0,0-1,-1-1,1 0,-1-1,0 0,-1-1,0-1,0 1,-1-2,0 1,0-1,-1-1,-1 0,0 0,0-1,-1 0,4-9,-6 12,-4 7,-1 0,0 0,1 0,0 0,-1-1,1 1,0 0,0 0,0 1,1-1,-1 0,0 0,1 0,-1 1,1-1,-1 1,1-1,0 1,-1 0,1 0,0-1,0 1,0 0,0 1,0-1,0 0,1 1,-1-1,0 1,0-1,0 1,1 0,-1 0,0 0,0 1,0-1,1 0,-1 1,0-1,0 1,1 0,7 9,-1-1,-1 2,0-1,0 1,-1 0,-1 1,0-1,0 1,2 8,-7-17,0 0,0-1,0 1,0 0,0 0,-1-1,1 1,-1 0,0 0,0 0,0 0,0 0,0 0,0-1,-1 1,0 0,1 0,-1-1,0 1,-1 0,1-1,0 1,-1-1,1 1,-1-1,0 0,0 1,0-1,0 0,0 0,0-1,0 1,-1 0,1-1,-1 1,1-1,-1 0,-2 1,3 0,-1-1,1 1,-1-1,1 0,-1 0,0 0,0 0,1 0,-1-1,0 1,0-1,0 0,0 0,0 0,0 0,0 0,1-1,-1 1,0-1,0 0,0 0,1 0,-1 0,0 0,1 0,-1-1,1 0,0 1,-1-1,1 0,0 0,0 0,0 0,0 0,0-1,1 1,-1-1,1 1,0-1,-1 1,1-2,1-6,0 1,1-1,0 0,0 0,1 1,0-1,1 1,0 0,1-1,0 1,0 1,1-1,2-3,129-209,-96 164,-3-2,-2-1,-3-2,-3-1,-10-3,-20 66,1 0,0 0,0 1,0-1,-1 0,1 0,0 0,0 1,0-1,-1 0,1 0,0 0,-1 0,1 0,0 1,0-1,-1 0,1 0,0 0,-1 0,1 0,0 0,-1 0,1 0,0 0,0 0,-1 0,1 0,0 0,-1 0,1-1,0 1,0 0,-1 0,1 0,0 0,0 0,-1-1,1 1,0 0,0 0,-1 0,1-1,0 1,0 0,0 0,0-1,-1 1,1 0,0-1,0 1,0 0,0 0,0-1,-9 18,0 0,2 1,0 0,1 0,1 1,0 0,2 0,0 0,0 13,3-29,-5 35,2-1,2 0,1 1,2-1,2 0,2 10,-3-31,1 0,0 0,1 0,0-1,2 1,0-1,0-1,2 1,-1-1,2-1,0 0,1 0,0-1,0 0,6 3,-12-11,0 1,0-1,1 0,0 0,0-1,0 1,0-1,1-1,-1 1,1-1,-1 0,1-1,0 1,0-2,0 1,0-1,-1 1,1-2,0 1,0-1,0 0,0-1,0 1,-1-1,1-1,-1 1,0-1,1 0,-1-1,-1 1,1-1,0-1,0 0,2-5,-1-1,0 1,-1-1,-1 0,0-1,0 0,-1 1,0-1,-1-1,-1 1,0 0,0-1,-1 1,-1-1,0 1,-1-4,0-2,0 18,1 0,-1 0,1 0,-1 0,0 0,1 1,-1-1,1 0,-1 0,1 1,-1-1,1 0,-1 1,1-1,-1 0,1 1,0-1,-1 1,1-1,-1 1,1-1,0 1,0-1,-1 1,1-1,0 1,0-1,-1 1,1 0,0-1,0 1,0-1,0 1,0 0,0-1,0 1,0-1,0 1,0 0,1-1,-1 1,0-1,0 1,0-1,1 1,-3 8,0 0,0 0,1 0,0 0,0 0,1 0,1 0,-1 1,2-1,-1 0,1-1,0 1,1 0,0 0,0-1,1 0,4 7,-7-14,1 1,0-1,0 1,0-1,-1 0,1 1,0-1,1 0,-1 0,0 0,0-1,0 1,0-1,1 1,-1-1,0 0,1 1,-1-1,0 0,1-1,-1 1,0 0,0-1,1 1,0-1,14-7</inkml:trace>
  <inkml:trace contextRef="#ctx0" brushRef="#br0" timeOffset="252.856">736 156,'19'-3,"25"0,29 1,29-3,27 0,16-1,11 0,-21 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34.7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99,'93'-20,"1"4,1 4,0 4,29 4,1023-28,-1076 28,-59 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35.6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1,'3'0,"2"0,3 0,1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33.4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92 213,'-5'3,"0"-1,0 1,0 0,0 0,1 0,-1 0,1 1,0 0,0 0,0 0,0 1,1-1,0 1,0 0,0-1,1 1,-1 1,1-1,0 0,1 1,-1 1,-12 120,14-113,0 1,1 0,1-1,0 1,1-1,0 1,1-1,1 0,0 0,1-1,0 0,1 0,1 0,0-1,0 0,1 0,1-1,6 5,-13-14,0 0,0-1,1 1,-1 0,1-1,0 0,-1 0,1 0,0-1,0 1,-1-1,1 0,0 0,0 0,0 0,-1-1,1 1,0-1,-1 0,1 0,0-1,-1 1,1-1,-1 1,0-1,0 0,1-1,-1 1,-1 0,1-1,0 0,0 1,-1-1,0 0,0 0,1-1,-2 1,1 0,1-4,6-10,-1-1,0 0,-2 0,0 0,-1-1,-1 0,0 0,-2-1,0 1,-1-1,-1 1,-1-1,-1 1,0 0,-4-10,5 20,-1 1,0-1,-1 1,0 0,0 0,-1 0,0 0,0 0,-1 1,0 0,0 0,0 0,-1 0,0 1,-1 0,0 1,1-1,-2 1,1 0,0 1,-1 0,0 0,0 1,-1-1,5 4,0 0,0 0,0 0,1 0,-1 1,0 0,0-1,1 1,-1 1,0-1,1 0,-1 1,1 0,0 0,0 0,-1 0,1 0,1 1,-1-1,0 1,1 0,-1 0,1 0,0 0,0 0,0 1,0-1,-1 3,-2 6,0 0,0 1,1-1,1 1,0 0,0 0,1 10,1-4,1 0,1-1,0 1,2-1,0 1,1 0,11 37</inkml:trace>
  <inkml:trace contextRef="#ctx0" brushRef="#br0" timeOffset="462.989">520 0,'-5'9,"14"126,43 309,-35-387,-16-57,0 0,-1 0,1 0,0 0,-1 0,1 0,0 0,0 0,-1 0,1 0,0 0,-1-1,1 1,0 0,-1-1,1 1,-1 0,1-1,0 1,-1 0,1-1,-1 1,1-1,-1 1,0-1,1 0,-1 1,1-1,-1 1,0-1,1 0,-1 1,0-1,0 0,0 1,1-1,-1 0,0 1,0-1,0 0,0 1,0-1,20-69,-17 57,0 0,0 1,1-1,0 1,1 0,1 0,0 0,1 1,0 0,0 0,1 1,3-3,-9 11,0 0,0 1,1-1,-1 1,0-1,1 1,-1 0,1 0,-1 0,1 0,0 0,-1 0,1 1,0 0,0-1,-1 1,1 0,0 0,0 0,0 1,-1-1,1 1,0 0,-1-1,1 1,0 0,-1 0,1 1,-1-1,0 1,1-1,-1 1,0 0,2 1,3 4,1 0,-2 0,1 1,-1 0,0 0,0 1,-1 0,0-1,0 3,-2-6,0 1,0-1,-1 1,1 0,-1-1,-1 1,1 0,-1 0,0 1,0-1,-1 0,0 0,0 0,0 0,-1 1,0-1,0 0,0 0,-1 0,0 0,0-1,0 1,-1 0,0-1,0 0,-1 0,1 0,-1 0,0 0,0 0,-1-1,1 0,-3 1,-6 2,1 0,-2-1,1-1,0 0,-1-1,0-1,0 0,0 0,-6-1,0-2,15-4,11-1</inkml:trace>
  <inkml:trace contextRef="#ctx0" brushRef="#br0" timeOffset="822.708">1456 213,'-12'-1,"-1"0,1 0,-1 1,1 0,0 1,-1 1,1 0,0 1,0 0,0 1,0 0,1 0,-1 2,1-1,0 2,1-1,0 1,0 1,0 0,1 0,0 1,1 0,0 0,-4 7,10-13,0 1,0 0,1 0,-1 1,1-1,0 0,0 0,0 1,1-1,-1 0,1 1,0-1,1 1,-1-1,1 0,0 1,0-1,0 0,0 0,1 0,0 0,-1 0,2 0,-1 0,0 0,1-1,0 1,-1-1,2 0,8 11,2-2,-1 1,2-2,0 0,0-1,6 3,162 85,-182-98,1 1,-1-1,1 1,-1-1,0 1,0 0,1-1,-1 1,0 0,0 0,0 0,0 0,0 0,0 0,0 0,0 0,0 0,0 1,-1-1,1 0,0 1,-1-1,1 0,-1 1,1-1,-1 1,0-1,0 0,0 1,0-1,0 1,0-1,0 1,0-1,0 1,-1-1,1 0,-1 1,1-1,-1 1,1-1,-1 0,0 0,0 1,1-1,-1 0,0 0,0 0,-1 1,-16 11,0 0,0-1,-2-1,1 0,-1-2,-1 0,-14 3,10-2,-42 16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40.9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29 722,'89'-176,"-65"136,-2-1,-2 0,-2-2,-1 0,-3-1,-1 0,3-28,-15 60,0 1,0-1,-1 0,-1 1,0-1,-1 0,0 1,-3-10,4 17,0 1,0 0,-1-1,1 1,-1 0,0 0,0 0,0 0,0 0,0 0,0 1,-1-1,0 1,1-1,-1 1,0 0,0 0,0 0,0 0,0 1,-1 0,1-1,0 1,-1 0,1 0,-1 1,1-1,-1 1,0 0,-2 0,-2 2,0 1,0 0,0 0,1 0,-1 1,1 1,0-1,0 1,0 0,1 1,0 0,0 0,0 0,1 0,0 1,0 0,0 0,1 1,0-1,1 1,0 0,0 0,0 0,1 2,-4 7,0 0,1 0,1 1,1-1,1 1,0 0,1-1,1 1,1 0,0 0,2 0,0-1,0 1,2-1,0 0,1 0,1-1,0 0,2 0,-1 0,2-1,0-1,1 1,0-2,2 1,5 4,0-2,1 0,1-2,0 0,1-1,0-1,1 0,0-2,1-1,0-1,1-1,0-1,0 0,0-2,1-1,-1-2,1 0,5-1,-22 0,0 0,0-1,0 1,0-2,-1 1,1-1,0 0,-1 0,0-1,1 0,-1-1,0 0,-1 0,1 0,-1-1,0 0,0 0,0 0,0-1,-1 0,0 0,0 0,-1-1,0 1,0-1,-1 0,1 0,-1-1,-1 1,0-1,0 1,0-1,-1 0,0-1,-1 4,0 0,-1 0,1 1,-1-1,0 0,0 1,-1-1,0 1,1-1,-1 1,-1 0,1-1,-1 1,1 0,-1 1,-1-1,1 0,0 1,-1 0,1 0,-1 0,0 0,0 1,0-1,-1 1,1 0,0 0,-1 1,0-1,1 1,-1 0,0 0,1 1,-1-1,0 1,0 0,1 0,-1 1,0-1,0 1,1 0,-1 1,0-1,1 1,0 0,-1 0,1 0,-2 1,0 2,0 0,0 0,0 0,1 1,0-1,0 2,0-1,1 0,0 1,0 0,1 0,-1 0,1 0,1 0,0 1,0-1,0 3,1-6,0 0,1 0,-1 0,1 0,0-1,0 1,1 0,-1 0,1 0,0-1,0 1,0 0,0 0,0-1,1 1,0-1,0 0,0 1,0-1,0 0,1 0,-1 0,1 0,0-1,0 1,0-1,0 0,0 0,1 0,-1 0,1 0,-1-1,1 1,-1-1,1 0,6 1,-1-1,0 0,1 0,-1-1,1 0,-1-1,1 0,-1-1,0 1,0-2,0 1,0-2,0 1,0-1,-1 0,1-1,-1 0,0 0,-1 0,1-1,-1-1,-1 1,1-1,-1 0,0-1,0 1,-1-1,0 0,-1-1,1 1,-2-1,1 0,1-7,-5 15,1 0,0 0,-1 0,1-1,-1 1,1 0,-1 0,0-1,0 1,0 0,1-1,-1 1,0 0,-1-1,1 1,0 0,0-1,0 1,-1 0,1-1,-1 1,1 0,-1 0,1 0,-1-1,0 1,0 0,0 0,1 0,-1 0,0 0,0 0,0 1,0-1,-1 0,1 0,0 1,0-1,0 1,-1-1,1 1,0-1,0 1,-1 0,1-1,0 1,-1 0,1 0,0 0,-1 0,1 0,0 1,-1-1,1 0,0 1,-1-1,1 1,0-1,0 1,0-1,-1 1,1 0,0-1,-1 2,0 2,-1 1,1-1,0 1,0-1,0 1,1 0,0 0,-1 0,2 0,-1 0,1 0,-1 0,2 0,-1 0,0 0,1 0,0 0,0-1,0 1,1 0,0 0,0-1,0 1,0-1,1 1,-1-1,1 0,0 0,1 0,-1-1,1 1,-1-1,1 0,0 0,0 0,1 0,-1-1,0 1,16 8,1 0,0-1,0-1,1 0,0-2,12 2,60 14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41.4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256 800,'-15'-2,"-1"1,1 0,-1 2,1-1,-1 2,1 0,0 1,-13 4,21-6,2 2,-1-1,0 1,0-1,1 2,-1-1,1 1,0-1,0 1,0 1,1-1,0 1,0 0,0 0,0 0,1 0,-1 1,1-1,1 1,-1 0,1 0,-1 5,2-9,0 1,0 0,1 0,0 0,-1-1,1 1,0 0,1 0,-1 0,0 0,1 0,-1-1,1 1,0 0,0 0,0-1,0 1,1-1,-1 1,1-1,-1 1,1-1,0 0,0 0,0 0,0 0,0 0,1 0,-1-1,1 1,-1-1,1 1,-1-1,1 0,0 0,-1 0,1-1,0 1,0-1,0 1,0-1,0 0,6 0,1 0,0-1,-1 0,1-1,-1 0,0-1,1 1,-1-2,-1 1,1-1,0-1,-1 0,0 0,0 0,0-1,-1 0,0-1,0 0,-1 0,1 0,-1-1,-1 0,0 0,0 0,0 0,-1-1,-1 0,1 0,0-5,-5 14,1 1,-1-1,1 1,-1-1,0 1,1-1,-1 1,0-1,0 0,1 1,-1-1,0 0,0 1,1-1,-1 0,0 0,0 0,0 0,0 0,1 0,-1 0,0 0,0 0,0 0,1-1,-1 1,0 0,0 0,1-1,-1 1,0 0,0-1,1 1,-1-1,0 1,1-1,-1 1,1-1,-1 0,1 1,-1-1,1 0,-1 1,1-1,0 0,-1 0,1 1,0-1,-1 0,1 0,0 0,0 1,0-1,0 0,0 0,0 0,0 1,0-1,0 0,0 0,1 0,-1 1,0-1,1 0,-5 7,1 0,1 1,-1 0,1-1,1 1,-1 0,1 0,0 0,1 0,-1 0,2 0,-1 0,1 0,0 0,0 0,0 0,1 0,1-1,-1 1,1-1,0 1,0-1,1 0,0 0,0 0,0-1,1 0,-1 1,1-2,1 1,-1 0,6 3,79 24,-46-27</inkml:trace>
  <inkml:trace contextRef="#ctx0" brushRef="#br0" timeOffset="692.135">817 813,'-131'-1,"126"2,0 0,-1 0,1 0,0 1,0 0,0 0,0 0,0 0,0 1,1 0,-1 0,1 0,0 1,0-1,0 1,0 0,1 0,-1 0,1 1,0-1,1 1,-3 3,4-5,0 0,0 0,0 0,0 0,0 0,1 0,-1 0,1 0,0 0,0 0,0 0,0 0,1 1,-1-1,1 0,0 0,0 0,0-1,0 1,0 0,1 0,-1 0,1-1,0 1,0-1,0 1,0-1,0 0,0 0,1 0,-1 0,1 0,0-1,-1 1,1-1,0 1,2 0,7 3,0 0,0-1,1 0,0-1,-1-1,1 0,0 0,7-1,-2-1,1 0,-1-1,0-1,0-1,0-1,0 0,0-1,-1-1,0-1,0-1,0 0,-1-1,-1 0,1-1,-2-1,1-1,-2 0,1-1,-2 0,0-1,0 0,-1-1,-1 0,-1-1,1-1,8-30,-3 0,-1-1,-3 0,-1-1,-3 0,-2 0,-2-1,-3-48,0 88,1-17,-1 0,-1 1,-1-1,-1 0,-1 1,-2 0,-7-22,13 47,0 0,0-1,-1 1,1 0,0-1,-1 1,1 0,-1 0,1 0,-1-1,0 1,1 0,-1 0,0 0,0 0,0 0,0 0,0 0,0 1,0-1,0 0,0 0,0 1,0-1,-1 1,1-1,0 1,0-1,-1 1,1 0,0 0,0-1,-1 1,1 0,0 0,-1 0,1 1,0-1,-1 0,1 0,0 1,0-1,-1 1,1-1,0 1,0-1,0 1,0 0,-1 0,-4 7,1 0,0 0,0 1,1 0,0 0,0 0,1 0,0 1,1-1,0 1,0 0,1 8,0-15,-6 43,2 0,2-1,2 1,2 0,2 0,1 0,3-1,2 1,2-2,2 0,2 0,16 34,-23-62,0-2,1 1,1-1,0-1,1 0,0 0,13 11,-20-21,0 1,0-1,1 0,-1 0,1 0,0 0,0-1,0 0,0 0,0 0,0-1,0 0,1 0,-1 0,0-1,1 1,-1-1,1 0,-1-1,0 0,1 1,-1-2,0 1,0-1,0 1,3-2,4-5,0 0,0-1,-1 0,0-1,-1 0,0-1,0 0,-1 0,-1-1,0 0,0-1,2-7,-10 21,0-1,0 0,0 0,0 0,0 1,0-1,0 0,1 0,-1 0,0 1,0-1,0 0,0 0,0 0,0 0,1 0,-1 1,0-1,0 0,0 0,0 0,1 0,-1 0,0 0,0 0,0 0,1 0,-1 0,0 0,0 0,0 0,1 0,-1 0,0 0,0 0,0 0,1 0,-1 0,0 0,0 0,0 0,1 0,-1 0,0 0,0 0,0 0,0-1,1 1,-1 0,0 0,0 0,0 0,0 0,0 26,0-21,7 98,-6-100,0 0,0 0,0 0,1 1,-1-1,1 0,0-1,-1 1,1 0,1 0,-1-1,0 0,1 1,-1-1,1 0,-1 0,1 0,0 0,0-1,0 1,0-1,0 0,0 1,1-2,-1 1,0 0,0-1,1 1,-1-1,26 0</inkml:trace>
  <inkml:trace contextRef="#ctx0" brushRef="#br0" timeOffset="866.943">1713 533,'-16'-3,"-9"0,-6-2,-4 0,-5-2,-5 1,5 1</inkml:trace>
  <inkml:trace contextRef="#ctx0" brushRef="#br0" timeOffset="1048.221">871 346,'27'-10,"28"-4,28 0,27 1,18 5,13 4,3 6,-23 3</inkml:trace>
  <inkml:trace contextRef="#ctx0" brushRef="#br0" timeOffset="1381.421">1980 706,'1'20,"1"-1,1 1,0-1,2 0,0 0,1 0,1-1,0 0,2 0,0 0,1-2,3 5,-11-18,1 0,0 0,0 0,0-1,0 1,0-1,0 0,0 0,1 0,-1 0,1 0,0-1,-1 0,1 0,0 0,0 0,0 0,0-1,0 1,0-1,0 0,0-1,-1 1,1-1,0 1,0-1,0 0,0-1,-1 1,1-1,-1 1,1-1,-1 0,1-1,-1 1,0-1,7-5,-1-2,0 1,0-1,-1-1,-1 1,0-2,0 1,-1 0,-1-1,0 0,0-1,-1 1,-1-1,0 0,0 0,-2 0,0 0,0-10,-1 4,0 20,0-1,0 0,0 0,0 0,0 0,-1 0,1 1,0-1,0 0,0 0,0 0,0 0,0 0,0 0,-1 0,1 1,0-1,0 0,0 0,0 0,0 0,-1 0,1 0,0 0,0 0,0 0,0 0,-1 0,1 0,0 0,0 0,0 0,0 0,-1 0,1 0,0 0,0 0,0 0,0 0,-1 0,1-1,0 1,-5 20,3-12,1-1,0 1,0-1,0 1,1 0,0-1,1 1,0 0,0-1,1 1,-1-1,2 0,-1 1,1-1,0 0,0 0,1-1,0 1,0-1,1 0,3 4,17 11</inkml:trace>
  <inkml:trace contextRef="#ctx0" brushRef="#br0" timeOffset="1950.709">2622 667,'-2'9,"0"0,1 0,1 0,-1 0,1 0,1 0,0 0,0 0,1 0,0 0,0 0,1 0,0-1,1 1,-1-1,2 0,-1 0,1-1,1 1,-1-1,1 0,0 0,1-1,0 0,0 0,0 0,0-1,3 1,-4-3,1 0,0 0,0-1,0 0,1 0,-1 0,0-1,1 0,-1 0,0-1,1 0,-1-1,1 1,-1-2,0 1,1-1,-1 0,0 0,0-1,0 1,-1-2,1 1,-1-1,1 0,-1 0,0-1,-1 0,1 0,-1 0,0-1,0 0,-1 1,0-2,0 1,0 0,-1-1,0 0,0 0,0 0,9-90,-17 141,4-38,1-1,-1 1,1-1,0 1,0 0,1-1,-1 1,1-1,0 1,1-1,-1 1,1-1,0 0,1 0,-1 0,1 0,0 0,0 0,1-1,-1 0,1 0,0 0,0 0,0 0,1-1,-1 1,1-1,4 1,2-1,1-2,-1 0,1 0,0-1,0 0,0-1,-1 0,1-1,-1-1,1 0,-1 0,0-1,0 0,0-1,-1 0,1-1,-1 0,0-1,-1 0,0 0,0-1,6-8,-9 11,0-1,0 0,-1 0,0 0,0-1,0 0,-1 0,0 0,-1 0,0 0,0-1,0 0,-1 0,0 1,0-6,-2 12,0 0,0 1,0-1,0 0,0 1,0-1,0 1,0-1,-1 0,1 1,0-1,0 1,-1-1,1 1,0-1,-1 1,1-1,-1 1,1-1,-1 1,1-1,-1 1,1 0,-1-1,1 1,-1 0,1 0,-1-1,0 1,1 0,-1 0,1 0,-1 0,0-1,1 1,-1 0,0 0,1 0,-1 1,1-1,-1 0,0 0,1 0,-1 0,1 0,-1 1,0-1,1 0,-1 1,1-1,-1 0,1 1,-1-1,1 1,-1-1,1 0,0 1,-1-1,1 1,0 0,-1-1,1 1,0-1,-1 1,1-1,0 1,0 0,0-1,0 1,-4 4,0 0,0 0,0 1,1-1,0 1,0-1,1 1,0 0,0 0,0 0,1 1,-1-1,2 0,-1 0,1 1,0-1,0 0,0 1,1-1,0 0,0 1,1-1,0 0,0 0,0 0,1-1,0 1,0 0,0-1,1 0,0 0,0 0,0 0,0 0,1-1,0 0,0 0,0 0,1 0,76 21,-45-23</inkml:trace>
  <inkml:trace contextRef="#ctx0" brushRef="#br0" timeOffset="2202.201">3330 332,'21'19,"18"14,13 11,-1-1</inkml:trace>
  <inkml:trace contextRef="#ctx0" brushRef="#br0" timeOffset="2578.555">3785 693,'142'-301,"-126"262,-1 0,-2-1,-2-1,-1 0,-2 0,-2-1,-2-3,-3 43,-1-1,1 1,-1 0,0 0,0 0,0 0,0 0,0 0,0 0,0-1,-1 1,1 0,-1 0,0 0,1 0,-1 0,0 0,0 0,0 1,-1-1,1 0,0 1,-1-1,1 0,-1 1,1 0,-1-1,0 1,1 0,-1 0,0 0,0 0,0 0,0 0,0 0,0 1,0-1,0 1,0 0,-1-1,-4 4,0 0,0 0,1 1,0-1,0 1,0 1,0-1,0 1,1 0,0 0,0 1,1-1,-1 1,1 0,0 1,1-1,-1 0,0 5,-12 21,3 0,0 1,2 1,1-1,2 2,2-1,1 1,1 0,2 0,2 1,1-1,1 0,7 30,-4-39,1-1,2 1,0-1,1 0,2-1,8 14,-13-27,0-1,1 0,0 0,0 0,1-1,0-1,1 1,0-1,1 0,-1-1,1 0,1-1,-1 0,1-1,5 2,-8-4,0-1,1-1,-1 1,1-2,-1 1,1-1,-1 0,1-1,-1 0,0 0,1-1,-1 0,0 0,0-1,0 0,0 0,-1-1,1 0,-1-1,6-4,-1 0,0 0,0-1,-1-1,-1 0,1 0,-2-1,0 0,0-1,-1 0,-1-1,1-1,-4 8,0 1,-1-1,0 0,-1 1,1-1,-1-1,0 1,-1 0,0 0,0-1,-1 1,1-1,-2 1,1 0,-1-1,0 1,0 0,-1-1,-2-3,3 9,0 1,0 0,0 0,0 0,0 0,0 1,-1-1,1 0,0 0,0 1,-1-1,1 1,-1-1,1 1,0-1,-1 1,1 0,-1 0,1 0,-1 0,1 0,-1 0,1 0,-1 0,1 1,0-1,-1 0,1 1,-1-1,1 1,0 0,-1-1,1 1,0 0,0 0,-39 37,36-33,1 1,0 0,0 0,0 0,1 0,0 0,0 0,1 1,-1-1,1 1,1-1,-1 1,1-1,1 1,-1-1,1 1,0 0,0-1,1 0,0 1,0-1,0 0,1 0,0 0,0-1,1 1,-1-1,1 1,1-1,-1 0,1-1,-1 1,1-1,2 1,7 5,1-1,0-1,0 0,1-1,0 0,0-2,11 3,47 11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47.8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366 479,'-13'-5,"0"1,-1 1,1 0,0 1,-1 0,0 1,1 0,-1 1,0 1,1 0,-1 1,0 1,1 0,0 0,0 2,0-1,0 2,1 0,0 0,0 1,0 0,1 1,0 1,1-1,0 2,-8 9,16-17,0-1,1 1,0 0,-1 0,1 0,0 0,0 0,0 0,0 0,0 0,0 1,1-1,-1 0,1 0,-1 1,1-1,0 0,0 1,0-1,0 0,1 1,-1-1,1 0,-1 1,1-1,0 0,-1 0,1 0,1 0,-1 0,0 0,0 0,1 0,-1 0,1 0,-1-1,1 1,0-1,0 1,0-1,0 0,0 1,0-1,0 0,0 0,0-1,0 1,1 0,0-1,8 1,1-1,-1 0,1-1,-1 0,1-1,-1-1,0 0,0 0,0-1,0 0,-1-1,1 0,-1-1,-1 0,1 0,-1-1,0-1,0 1,-1-1,0-1,-1 0,2-2,4-5,-1-2,-1 1,0-1,-1-1,-1 0,-1 0,-1-1,-1 0,0 0,1-14,2-20,-3-1,-1 0,-4-23,-7 0,6 78,-1-1,1 1,0-1,0 1,0-1,-1 1,1-1,0 1,0 0,-1-1,1 1,0-1,-1 1,1 0,-1-1,1 1,0 0,-1-1,1 1,-1 0,1-1,-1 1,1 0,-1 0,1 0,-1 0,1 0,-1-1,1 1,-1 0,0 0,1 0,-1 0,1 0,-1 1,1-1,-1 0,1 0,-1 0,1 0,-1 1,1-1,-1 0,1 0,-1 1,1-1,0 0,-1 1,1-1,-1 0,1 1,0-1,-1 1,1-1,0 1,0-1,-1 1,1-1,0 1,0-1,0 1,0-1,-1 1,-10 18,0 0,1 1,1 0,1 1,1 0,1 0,1 0,0 1,0 12,1-9,1 1,1 0,1 0,1 0,2-1,0 1,2 0,1-1,1 1,-3-12,2-1,0 0,0 0,1-1,0 1,1-1,1-1,0 1,0-1,1-1,1 1,0-2,0 1,1-1,0-1,0 0,8 3,-13-6,1-1,0-1,-1 1,1-1,1 0,-1-1,0 0,1 0,-1 0,1-1,0 0,-1-1,1 0,0 0,-1 0,1-1,0 0,-1-1,1 0,-1 0,0 0,1-1,-1 0,0 0,-1-1,1 0,-1 0,1-1,-1 0,-1 0,1 0,-1-1,0 1,0-1,0-1,-1 1,1-3,-1 1,0 0,0 0,-1 0,-1 0,1 0,-1-1,-1 1,1-1,-1 0,-1 1,0-1,0 0,-1 1,0-1,0 0,-1 1,0-1,-1 1,1 0,-2 0,-2-6,5 12,0 1,0 0,0-1,0 1,0 0,0 0,0-1,-1 1,1 0,0 0,-1 0,1 1,0-1,-1 0,1 0,-1 1,0-1,1 1,-1 0,1-1,-1 1,0 0,1 0,-1 0,0 0,1 0,-1 0,0 0,1 1,-1-1,1 1,-1-1,1 1,-1-1,1 1,-1 0,1 0,-1 0,1 0,0 0,0 0,-1 0,1 0,0 0,0 1,0-1,0 0,0 1,1-1,-1 1,0-1,1 1,-1-1,1 2,-2 4,0 0,1 1,0-1,0 0,0 1,1-1,1 0,-1 1,1-1,0 0,1 1,0-1,0 0,0 0,1 0,0-1,1 1,-1-1,1 1,0-1,1 0,0-1,0 1,0-1,0 0,1 0,0-1,0 1,0-1,0-1,1 1,5 1,49 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48.5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68 0,'-17'64,"2"1,4 0,2 1,3 0,3 28,8 437,-4-517,-2-42,-10-715,22 638,-11 103,0 0,1 0,-1 0,1 0,0 0,-1 1,1-1,0 0,0 1,0-1,0 0,1 1,-1-1,0 1,1 0,-1-1,1 1,-1 0,1 0,0 0,-1 0,1 0,0 0,0 1,-1-1,1 0,0 1,0 0,0-1,0 1,0 0,0 0,0 0,0 0,0 0,0 1,-1-1,1 1,0-1,0 1,0-1,0 1,0 0,20 10,0 0,0 1,-1 1,-1 1,0 1,-1 1,10 11,-21-21,-2-1,0 0,0 0,0 0,-1 1,1 0,-1 0,0 0,-1 0,0 1,0 0,0 0,-1 0,0 0,1 5,-4-10,0 1,0-1,0 0,-1 0,1 0,-1 0,1 0,-1 0,0 0,1 0,-1 0,0-1,0 1,-1 0,1 0,0-1,0 1,-1-1,1 1,-1-1,0 0,1 1,-1-1,0 0,0 0,0 0,1 0,-1-1,0 1,0 0,0-1,0 1,-1-1,-72 11,60-10,0-1,-1 0,1 0,0-2,-1 0,1-1,0 0,1-1,-1-1,0 0,-5-4,18 8,1 1,-1-1,1 1,0-1,-1 0,1 0,0 1,0-1,0 0,0 0,-1 0,1 0,0 0,1-1,-1 1,0 0,0 0,0-1,1 1,-1 0,1-1,-1 1,1-1,-1 1,1-1,0 1,0-1,0 1,0-1,0 1,0-1,0 1,0 0,0-1,1 1,-1-1,1 1,-1-1,1 1,0 0,-1-1,1 1,0 0,0 0,0-1,0 1,0 0,0 0,0 0,0 0,1 0,10-7,0 1,1 1,0 0,0 1,0 0,0 1,1 0,-1 1,1 0,8 1,387-29,-345 10,-63 20,0 0,1 0,-1 0,0 0,0 0,0-1,0 1,0 0,0-1,0 1,0-1,0 1,-1-1,1 1,-1-1,1 1,-1-1,1 0,-1 1,0-1,0 0,0 1,0-1,0 0,0 1,-1-1,1 1,0-1,-1 0,1 1,-1-1,0 1,1-1,-1 1,0-1,0 1,0 0,0-1,-5-5,0 1,1-1,-2 1,1 1,-1-1,0 1,0 1,0-1,-1 1,0 0,1 1,-1 0,-1 0,1 0,0 1,-1 1,1-1,-1 1,1 1,-1 0,0 0,1 1,-1-1,-2 2,8-1,0 0,-1 0,1 1,0-1,0 1,0-1,0 1,0 0,1 0,-1 1,0-1,1 0,0 1,-1 0,1-1,0 1,0 0,1 0,-1 0,1 0,-1 0,1 1,0-1,0 0,1 1,-1-1,0 0,1 1,0-1,0 1,0-1,1 1,-1-1,1 0,-1 1,1-1,0 0,0 1,1-1,-1 0,1 0,0 0,-1 0,1 0,0-1,1 1,1 2,11 9,1 1,0-2,1 0,1-2,0 1,0-2,1-1,0 0,1-1,0-1,0-1,1-1,11 1,59 12,-9-7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49.0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109 42,'-4'4,"0"0,0 1,1-1,-1 1,1-1,0 1,0 0,0 0,1 1,0-1,0 0,0 1,1-1,-1 1,1 0,1-1,-1 1,1 0,0 0,0-1,1 1,0 0,0-1,0 1,0 0,1-1,0 0,0 1,1-1,-1 0,1 0,0 0,1 0,-1-1,1 1,0-1,0 0,0 0,4 2,-1-1,1-1,-1 0,1 0,0 0,0-1,0 0,0-1,0 0,0 0,1-1,-1 0,1 0,0-1,-1 0,1-1,-1 0,1 0,-1-1,0 0,0 0,1-1,-2 0,1 0,0-1,-1 0,1-1,-1 0,0 0,-1 0,1-1,-1 1,0-2,0 1,-1-1,0 0,4-6,-6 5,1-1,-1 0,-1 0,0 0,0 0,-1-1,0 1,0 0,-1 0,-1-1,0-1,1 8,0-1,-1 1,1 0,-1 0,0-1,0 1,0 0,0 0,0 0,-1 0,0 0,1 0,-1 1,0-1,0 1,-1-1,1 1,0 0,-1-1,0 1,1 1,-1-1,0 0,0 1,0-1,0 1,0 0,0 0,0 0,0 0,-1 1,-1-1,-6 2,1 0,0 0,0 1,0 1,0 0,0 0,0 1,1 0,-1 1,1 0,1 0,-1 1,1 0,0 1,-6 5,-118 111,72-58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46.1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1 966,'54'110,"-48"-93,2 1,-1-1,2-1,0 0,1 0,1-1,1 0,11 12,-21-25,1 1,0-1,0 0,0 0,0 0,0 0,0-1,1 1,-1-1,0 0,1 0,-1 0,1 0,0-1,-1 1,1-1,-1 0,1 0,0 0,-1-1,1 1,-1-1,1 0,-1 0,1 0,-1 0,0-1,1 1,-1-1,0 0,0 0,0 0,0 0,-1-1,1 1,0-1,-1 0,0 1,0-1,1-2,9-11,-2-1,0 0,-1 0,0-1,-2-1,0 1,-1-1,-1 0,0-1,0-16,-6 49,0 0,0 0,1-1,1 1,0 0,1 0,0-1,1 1,0-1,1 0,5 11,-6-19,0 0,0 1,0-1,0-1,1 1,0 0,0-1,0 0,0 0,0 0,0 0,1-1,0 1,-1-1,1 0,0-1,0 1,0-1,0 0,0 0,0-1,0 1,1-1,-1 0,0-1,5 0,0-1,0 0,0 0,0-1,-1 0,1-1,-1 0,0 0,0-1,0-1,0 1,-1-1,0-1,1-1,-3 2,0 0,0-1,-1 0,0 0,0 0,0 0,-1-1,-1 0,1 0,-1 0,0 0,-1-1,0 1,0-1,-1 1,0-3,0 18,0 0,1 1,0-1,0 0,1 0,-1 0,1 0,1 0,0-1,0 0,0 1,0-1,1-1,0 1,0-1,1 0,-1 0,1 0,0-1,1 0,-1 0,1-1,0 1,-1-1,1-1,1 0,-1 0,3 1,-4-1,1 0,-1 0,0-1,1 0,-1 0,1 0,0-1,-1 0,1 0,-1-1,1 1,-1-1,1-1,-1 0,1 1,-1-2,0 1,0-1,0 0,-1 0,1-1,-1 0,1 1,-1-2,0 1,-1-1,1 0,-1 0,0 0,0 0,0-2,6-81,-4 150,-5-57,-1-1,1 1,1-1,-1 1,0-1,1 0,0 0,0 0,0 0,0 0,1 0,0-1,0 1,0-1,0 0,0 1,0-1,1-1,0 1,-1-1,1 1,0-1,0 0,0 0,1-1,-1 1,0-1,1 0,-1 0,5 0,0-1,0-1,0 0,0 0,0-1,0 0,0 0,-1-1,1 0,-1-1,0 0,0 0,0-1,0 0,-1 0,0-1,0 0,0 0,-1-1,0 1,0-1,0-1,-1 1,-1-1,1 0,-1 0,0 0,-1-1,0 0,0 1,0-7,-4 22,0 0,0 1,1-1,0 0,0 0,0 0,1 1,1-1,-1 0,1 0,0 0,0 0,1-1,0 1,0-1,1 1,0-1,0 0,0 0,1-1,5 6,-1-5,1 0,1-1,-1 0,1 0,0-1,0 0,0-1,0-1,0 0,1 0,0-1,-1 0,1-1,-1-1,1 0,-1 0,1-1,-1 0,0-1,0-1,0 0,0 0,0-1,-1 0,0-1,0 0,0-1,-1 0,0 0,-1-1,1 0,6-9,-1-5,-1 0,-1-1,0-1,-2 0,-1 0,-1-1,-1 0,-1 0,-2-1,0 0,-2 0,0-4,5-37,-3-1,-3 1,-7-63,-15 31,20 96,0 0,0-1,-1 1,1 0,-1 0,0 0,0 0,0 0,0 0,0 1,0-1,-1 1,0 0,1-1,-1 1,0 0,0 1,0-1,0 0,0 1,-1 0,1 0,0 0,-1 0,1 0,-3 0,-1 3,0-1,1 1,-1 0,1 1,-1-1,1 1,0 1,0-1,0 1,0 0,0 0,1 1,0 0,0 0,0 0,1 0,0 1,0 0,0 0,1 0,-1 0,1 0,-7 12,1-1,0 2,1-1,1 1,1 0,1 0,0 1,1 0,2 0,0 0,1 0,0 0,2 0,1 0,0 0,1 0,2-1,0 1,0-1,2 0,1 0,0-1,1 0,1-1,11 16,-6-12,2-1,0 0,1-1,1-1,1 0,0-2,1 0,1-2,0 0,1-1,1-1,0-2,0 0,19 4,-37-12,0-1,0 1,0-1,0 0,0-1,0 1,0-1,0-1,0 1,0-1,0 0,0 0,0 0,0-1,0 0,-1 0,1-1,-1 0,0 0,1 0,-1 0,0-1,-1 0,1 0,-1 0,0-1,0 1,0-1,0 0,-1 0,2-4,7-19,-2 0,-1 0,-1-1,-2 0,-1-1,-1 1,-1-1,-2-17,1 27,12-244,-13-89,-10 226,1 96,8 30,0 1,-1 0,1-1,-1 1,1 0,-1-1,1 1,-1 0,0 0,1-1,-1 1,1 0,-1 0,1 0,-1 0,0 0,1 0,-1 0,1 0,-1 0,0 0,1 0,-1 0,1 1,-1-1,1 0,-1 0,0 1,1-1,-1 0,1 0,-1 1,1-1,0 1,-1-1,1 0,-1 1,1-1,0 1,-1-1,1 1,0-1,-1 1,1-1,0 1,0 0,0-1,0 1,-1-1,1 1,0 0,0-1,0 1,0-1,0 1,0 0,1-1,-1 1,0-1,0 1,0-1,0 1,1 0,-10 30,2 0,1 1,2 0,1 0,2 8,-1-14,-3 54,3 0,4 0,3-1,4 1,3-1,3-1,4 0,19 45,-35-111,1 0,0 0,1-1,0 1,0-1,2-1,-1 1,1-1,1 0,-1 0,2-1,-1 0,2-1,-1 0,6 4,-11-11,0 0,0 0,0 0,0 0,1-1,-1 1,0-1,0 0,0-1,0 1,0-1,0 0,0 0,0 0,0 0,0-1,0 1,-1-1,1 0,-1 0,1 0,-1-1,1 0,68-69,-58 53,-1 0,-1-1,0 0,-2-1,0 0,-1-1,-2 0,0 0,3-19,-19 59,5-3,1 0,0 0,1 0,0 0,2 1,0-1,0 0,2 1,0 0,-1-9,1 0,-1 0,2-1,-1 1,1 0,0-1,0 0,0 0,1 0,0 0,1 0,-1-1,1 0,0 0,0 0,0 0,1-1,0 0,0 0,5 2,30 10,-2-6</inkml:trace>
  <inkml:trace contextRef="#ctx0" brushRef="#br0" timeOffset="265.549">1939 472,'20'0,"21"0,19 0,20 0,17 0,14 0,7 0,1 0,-5 2,-14 4,-16 4,-24 1</inkml:trace>
  <inkml:trace contextRef="#ctx0" brushRef="#br0" timeOffset="1084.168">2888 913,'-7'28,"2"0,2 1,0-1,2 19,-1-13,2 85,4 0,6 0,9 20,6 75,-33-143,7-71,1 1,-1 0,1-1,-1 1,0-1,1 1,-1 0,0-1,0 0,0 1,1-1,-1 1,0-1,0 0,0 0,0 1,0-1,1 0,-1 0,0 0,0 0,0 0,0 0,0 0,0 0,0-1,1 1,-1 0,0 0,0-1,0 1,0 0,1-1,-1 1,0-1,0 1,1-1,-1 0,0 1,1-1,-1 0,1 1,-1-1,1 0,-1 0,1 1,-1-1,1 0,0 0,-1 0,1 0,0 0,0 1,0-1,0 0,0 0,0 0,0 0,0 0,0 0,-9-26,1 0,1-1,1 0,2 0,1 0,1 0,1-8,0-32,3-1,3 0,3 1,3 0,3 1,20-61,12 27,-44 97,1 0,0 1,0-1,0 1,0 0,1 0,-1 0,1 0,0 1,-1-1,1 1,1 0,-1 0,0 1,0-1,1 1,-1 0,0 0,1 0,0 1,-1 0,1-1,0 2,9 1,0 1,0 1,0 1,-1 0,1 0,-1 1,-1 1,1 0,-1 1,0 1,-1-1,0 2,0 0,-1 0,-1 0,3 4,-9-11,1 0,-1 0,0 1,0-1,0 1,0-1,0 1,-1 0,0 0,0 0,0 0,0 0,-1 1,1-1,-1 1,0-1,0 1,-1-1,1 1,-1-1,0 1,-1-1,1 1,-1-1,0 1,0-1,0 1,0-1,-1 0,0 1,0-1,-1 2,-5 0,0-1,0-1,0 1,0-1,-1 0,0-1,1 0,-1 0,0-1,-1-1,1 1,0-1,-1-1,1 0,0 0,0 0,-1-2,-8-1,14 3,-1 0,0-1,1 1,-1-1,0 0,1 0,-1-1,1 1,0-1,-1 0,1 0,0-1,0 1,0-1,1 0,-1 0,1 0,-1-1,1 1,0-1,0 0,1 1,-1-1,1 0,0-1,0 1,0 0,0-1,1 1,0-1,-1-2,5-2,-1 0,2 0,-1 0,1 0,0 1,1-1,0 1,1 0,-1 0,1 1,1 0,-1 0,1 0,1 1,4-3,-10 6,300-248,-260 216,-2-2,-2-1,-1-2,-2-2,-2-1,-2-2,-2-1,-2-1,-2-2,11-32,-32 71,0 0,-1 0,0 0,-1-1,0 1,-1-1,0 1,-1-1,0 1,-1-2,1 10,0 0,0 0,-1 0,1 0,-1 1,0-1,1 0,-1 0,0 0,0 0,0 1,0-1,0 1,0-1,-1 0,1 1,-1 0,1-1,-1 1,1 0,-1 0,0 0,1 0,-1 0,0 0,0 0,0 1,0-1,0 1,1-1,-1 1,0 0,0 0,0 0,0 0,0 0,0 0,0 0,0 1,0-1,0 1,-2 0,-78 43,62-25,1 0,0 2,2 1,0 0,2 1,0 0,2 1,0 1,2 0,1 1,1 0,1 1,1 0,1 0,2 0,1 1,1-1,1 1,2 21,2-23,0-1,1 0,2 0,0 0,2 0,1-1,0 0,2-1,1 0,1-1,0 0,2-1,1-1,0 0,1-1,1-1,1-1,1 0,0-1,1-2,1 0,21 10,-36-20,0 0,1-1,-1 0,1-1,0 1,0-1,0-1,0 0,1 0,-1 0,0-1,0 0,0-1,1 0,-1 0,0-1,0 0,0 0,-1-1,1 0,0 0,-1-1,0 0,0 0,0 0,0-1,-1 0,0-1,0 0,3-3,-3 0,0-1,-1 1,0-1,0 0,-1-1,0 1,-1-1,0 0,-1 1,0-1,-1 0,0-1,-1 1,0 0,-1 0,0 0,0 0,-1 0,-1 0,-2-5,5 13,-1 0,0 1,0-1,1 1,-2-1,1 1,0-1,0 1,-1 0,0-1,1 1,-1 0,0 0,0 0,0 0,0 1,0-1,-1 1,1-1,0 1,-1 0,1-1,-1 1,1 0,-1 1,0-1,1 0,-1 1,0 0,1 0,-1-1,0 1,0 1,1-1,-1 0,0 1,1-1,-1 1,0 0,1 0,-1 0,1 0,-1 1,1-1,0 0,0 1,-1 0,1 0,0-1,0 2,-1 0,1 0,0 1,0-1,1 0,-1 1,1-1,-1 1,1-1,0 1,0 0,1-1,-1 1,1 0,0 0,0 0,0-1,0 1,1 0,-1 0,1-1,0 1,0 0,0-1,1 1,0-1,-1 1,1-1,0 0,0 0,1 0,4 7,1 0,1-1,-1 0,2 0,-1-1,1-1,0 1,10 4,63 29,4-5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37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22 964,'18'-80,"-3"-1,-4 0,-2-34,-8 109,0 0,0 0,-1 0,0 0,0 0,-1 0,0 0,0 0,0 0,0 0,-1 0,0 1,-1-1,1 0,-1 1,0 0,0 0,-1 0,1 0,-1 0,-1 0,4 4,-1 1,1 0,0 0,0 0,-1 0,1 0,0 0,-1 0,1 0,0 0,0 0,-1 1,1-1,0 0,0 1,0 0,-1-1,1 1,0-1,0 1,0 0,0 0,0 0,0-1,0 1,1 0,-1 0,0 0,0 1,1-1,-1 0,1 0,-1 0,1 0,-1 1,1-1,0 0,-1 0,1 1,0-1,0 0,0 0,0 1,0-1,0 0,0 1,1-1,-1 0,0 0,1 1,3 3,0-1,0 0,0 0,0 0,0-1,1 1,0-1,0 0,0-1,0 1,0-1,0 0,1 0,-1-1,1 1,-1-1,1-1,0 1,-1-1,1 0,5 0,-7 0,233 10,-232-10,0-1,0 1,0 0,0 1,-1-1,1 1,0 0,0 0,0 1,-1 0,1-1,0 1,-1 1,0-1,0 1,1-1,-2 1,1 1,0-1,0 0,-1 1,0 0,0 0,0 0,0 0,-1 0,1 0,-1 1,0 0,0-1,-1 1,0 0,1 2,-14 158,12-162,0-1,0 1,1-1,-1 1,1-1,-1 1,1-1,0 0,0 1,0-1,1 0,-1 0,0 0,1 0,-1 0,1 0,0 0,0-1,-1 1,1-1,0 1,0-1,1 1,-1-1,0 0,0 0,1 0,-1-1,0 1,1 0,-1-1,1 1,0-1,84-10,-75 6,0 0,0 0,0-1,0 0,-1-1,0-1,0 0,0 0,-1-1,0 0,-1-1,0 0,0 0,-1-1,0 0,-1-1,0 0,-1 0,0 0,0-1,-1 0,-1 0,0 0,2-12,-6 22,1 1,-1-1,1 1,-1-1,0 0,0 1,1-1,-1 0,0 1,-1-1,1 0,0 1,0-1,-1 0,1 1,-1-1,1 1,-1-1,0 1,0-1,0 1,0-1,0 1,0 0,0-1,0 1,0 0,0 0,-1 0,1 0,0 0,-1 0,1 0,-1 1,1-1,-1 0,0 1,1-1,-1 1,1 0,-1 0,0-1,1 1,-1 0,0 0,1 0,-1 1,0-1,1 0,-1 1,0-1,1 1,-1-1,1 1,-1 0,-3 4,1 0,0 0,0 0,0 1,1 0,0 0,0 0,0 0,1 0,-1 1,2-1,-1 1,1-1,0 1,0 0,1-1,-1 1,2 0,-1-1,1 1,0 0,0-1,1 2,1-1,-1 0,1 0,0-1,0 1,1-1,0 0,0 0,1-1,-1 1,1-1,1 0,-1 0,0-1,1 1,0-1,0 0,1-1,-1 0,1 0,1 1,16 4,-1 0,1-1,0-2,0 0,5-2,50 7</inkml:trace>
  <inkml:trace contextRef="#ctx0" brushRef="#br0" timeOffset="503.312">1387 282,'1'5,"2"1,-1-1,0 0,1 1,0-1,0-1,1 1,-1 0,1-1,0 0,1 1,-1-2,0 1,1 0,0-1,0 0,0 0,0-1,1 1,-1-1,1 0,-1-1,1 1,2 0,13 0,-1 0,1-1,-1-1,1 0,-1-2,1 0,-1-2,0 0,0-1,-1-1,1-1,-1-1,0-1,-1 0,0-1,-1-1,7-6,56-61,-77 75,-1 0,1-1,-1 0,0 1,0-1,0 0,0 0,-1 0,1 0,-1 0,0-1,-1 1,1 0,-1-1,1 1,-1 0,0-1,-1 1,1 0,-1 0,0-1,0 1,-2-4,1 5,0 0,0-1,-1 1,1 0,-1 0,0 0,0 0,0 1,0-1,0 1,-1 0,1 0,-1 0,1 0,-1 0,0 1,0 0,0 0,0 0,1 0,-1 0,-1 1,1 0,-3 0,-2 0,0 0,1 1,-1 0,0 1,1-1,-1 2,1-1,0 1,-1 1,1-1,0 2,-3 2,1 1,0 0,0 1,0 0,1 0,1 1,-1 0,2 1,-1 0,2 0,-1 0,1 1,1 0,-3 9,-3 12,2 2,0-1,3 1,-3 30,6 31,5 0,3 0,5 0,4-1,4-1,13 34,-23-93,3 6,-3 1,-1 0,-1 0,-3 0,-2 1,-1 6,-10 4,-4-11</inkml:trace>
  <inkml:trace contextRef="#ctx0" brushRef="#br0" timeOffset="1322.351">1387 950,'91'-30,"0"-4,-2-3,73-45,-152 77,8-4,1 0,-1-2,-1 0,0-1,-1-1,0 0,-1-1,0-1,1-3,-15 16,-1 1,1 0,-1 0,1 0,-1-1,0 1,0 0,0-1,0 1,0 0,0 0,0-1,0 1,0 0,-1 0,1-1,0 1,-1 0,1 0,-1 0,1-1,-1 1,0 0,1 0,-1 0,0 0,0 0,0 0,0 1,0-1,0 0,0 0,0 0,0 1,0-1,0 1,-1-1,1 1,0-1,0 1,-1 0,1 0,0-1,0 1,-1 0,1 0,0 0,-1 1,1-1,0 0,0 0,-1 1,1-1,0 0,0 1,0-1,0 1,-1 0,1 0,-5 0,1-1,0 1,-1 1,1-1,0 1,0 0,0 0,0 1,0-1,1 1,-1 0,1 0,0 1,0-1,0 1,0 0,1 0,-1 0,1 1,0-1,0 1,1-1,-1 1,1 0,0 0,0 0,1 1,0-1,0 0,0 1,0-1,1 0,0 1,0-1,0 1,1-1,0 0,0 1,0-1,0 0,1 0,0 0,0 0,2 2,4 3,1 0,0 0,0-1,1-1,0 1,1-2,-1 1,2-1,-1-1,1 0,0-1,0 0,0-1,1 0,0-1,0 0,0-1,0-1,0 0,0-1,4 0,-13 0,1 1,-1-1,1 0,0-1,-1 1,1-1,-1 0,1 0,-1 0,0-1,1 1,-1-1,0 0,0 0,0-1,0 1,-1-1,1 0,-1 0,1 0,-1-1,0 1,0-1,-1 1,1-1,-1 0,0 0,1-3,1-9,0 0,-2 0,0 0,-1-1,0 1,-2-1,0 1,0 0,-2-1,0 1,-1 0,0 0,-2-1,-5-25,11 41,0 1,-1-1,1 1,0-1,0 1,-1-1,1 1,0-1,0 0,0 1,0-1,0 1,0-1,0 0,0 1,0-1,0 1,0-1,0 0,0 1,0-1,1 1,-1-1,0 0,0 1,1-1,-1 1,0-1,1 1,-1-1,1 1,-1 0,0-1,1 1,-1-1,1 1,-1 0,1-1,-1 1,1 0,0 0,-1-1,1 1,-1 0,1 0,-1 0,1 0,0 0,-1 0,1 0,32 10,-28-8,244 101,-244-101,0 1,-1 0,1-1,-1 1,0 1,0-1,0 1,0-1,-1 1,0 0,1 1,-1-1,-1 0,1 1,-1 0,0 0,0-1,0 1,0 0,-1 1,0-1,0 0,0 0,-1 0,1 7,-2-7,1 0,0-1,0 1,0 0,1-1,-1 1,1 0,0-1,0 1,1-1,0 1,-1-1,1 0,1 0,-1 0,1 0,-1 0,1 0,0 0,0-1,1 0,-1 0,1 0,0 0,-1 0,1-1,1 1,0-1,8 0,0-1,0 0,-1-1,1-1,0 0,0-1,0 0,-1-1,1 0,-1-1,0 0,0-1,0-1,-1 0,0 0,0-1,0 0,-1-1,0 0,-1-1,0 0,0-1,1-2,-1 1,0 1,-1-1,-1-1,0 0,0 0,-1 0,-1 0,0-1,0 0,-1-2,-5 11,-6 23,4-11,0 1,1 0,0 1,1-1,0 0,0 0,1 1,0-1,1 0,0 1,0-1,1 0,0 0,1 0,0 0,1 0,-1-1,1 1,1-1,0 0,0-1,1 1,-1-1,2 0,-1 0,1-1,0 1,0-2,8 6,27 8,-2-5</inkml:trace>
  <inkml:trace contextRef="#ctx0" brushRef="#br0" timeOffset="1565.7">3084 282,'16'0,"16"0,15 0,-1 0</inkml:trace>
  <inkml:trace contextRef="#ctx0" brushRef="#br0" timeOffset="1841.062">3619 1,'-9'13,"-3"21,0 21,7 21,7 18,7 14,5 6,4 2,4-5,2-9,2-14,-1-17,-2-19,-4-17,-4-20,-5-12</inkml:trace>
  <inkml:trace contextRef="#ctx0" brushRef="#br0" timeOffset="2166.399">3552 629,'-51'-54,"51"54,-1-1,0 0,1 1,-1-1,0 0,1 0,-1 0,1 0,0 0,-1 1,1-1,0 0,-1 0,1 0,0 0,0 0,0 0,0 0,0 0,0 0,0 0,0 0,0 0,0 0,1 0,-1 0,0 0,1 0,-1 1,1-1,-1 0,1 0,-1 0,1 1,-1-1,1 0,0 0,0 1,-1-1,1 1,0-1,0 0,0 1,-1 0,1-1,0 1,0-1,0 1,0 0,0 0,0 0,56-11,-57 11,31-2,-1 1,1 1,-1 2,0 1,1 2,-1 0,-1 2,1 2,-1 0,8 5,-29-10,-1 0,1 0,-1 0,1 1,-1 0,-1 0,1 1,-1 0,0 0,0 0,-1 1,0 0,0 0,0 1,-1-1,0 1,-1 0,1 0,-2 0,1 0,0 8,0 136,-3-149,0 0,0 0,0-1,0 1,1 0,-1 0,1 0,-1-1,1 1,0 0,0-1,1 1,-1-1,0 1,1-1,-1 1,1-1,0 0,0 0,0 0,0 0,0 0,0 0,0-1,1 1,-1-1,1 1,-1-1,1 0,0 0,-1 0,1 0,1-1,6 1,0-1,1-1,-1 1,0-2,0 1,0-2,0 1,0-1,0-1,-1 0,0 0,1-1,-2 0,1 0,0-1,-1 0,0-1,-1 0,1 0,-1-1,-1 1,0-2,0 1,0-1,-1 0,0 0,-1 0,3-8,-5 13,0-1,-1 0,1 1,-1-1,0 0,0 0,-1 1,0-1,0 0,0 0,0 0,0 0,-1 1,0-1,0 0,-1 1,1-1,-1 0,0 1,0 0,0-1,-1 1,0 0,0 0,0 1,0-1,0 0,-1 1,1 0,-1 0,0 0,0 0,0 1,0-1,-1 1,1 0,-1 1,-2-2,1 1,-1 1,1-1,-1 1,1 1,-1-1,0 1,1 0,-1 0,1 1,-1 0,1 0,-1 1,1 0,-1 0,1 0,0 1,0 0,0 0,1 0,-1 1,1 0,0 0,0 0,0 1,0 0,1-1,0 2,0-1,0 0,0 1,1 0,0 0,1 0,-1 0,0 5,2-8,1 1,0 0,0 0,0-1,1 1,-1 0,1-1,0 1,0 0,0-1,1 1,-1-1,1 0,0 1,0-1,0 0,0 0,0 0,1 0,-1-1,1 1,0-1,0 1,0-1,0 0,0 0,1 0,-1-1,3 2,105 30,-53-25</inkml:trace>
  <inkml:trace contextRef="#ctx0" brushRef="#br0" timeOffset="2902.634">4568 830,'5'-5,"0"-1,-1 1,1 0,-1-1,0 0,0 0,-1 0,0-1,0 1,0-1,-1 1,0-1,0 0,-1 0,0 0,0 0,-1 0,0 0,0 0,0-1,-1 1,0 0,0 0,-1 1,0-1,0 0,-1 0,0 1,0 0,0-1,-1 1,0 0,0 1,-4-5,5 6,-1 1,1 0,-1 0,1 0,-1 1,0-1,0 1,0 0,0 0,0 0,-1 1,1-1,-1 1,1 0,-1 0,1 1,-1-1,1 1,-1 0,1 0,-1 1,0-1,1 1,-1 0,1 0,0 1,-1-1,1 1,0 0,0 0,0 0,0 1,0 0,0-1,1 1,-1 1,-1 1,2-1,-1 1,0 0,1 0,0 0,0 0,0 1,1-1,0 1,0 0,0 0,1-1,0 1,0 0,0 0,1 0,0 0,0 0,1 0,-1 0,1 0,0 0,1 0,0 0,0-1,0 1,0-1,1 1,0-1,0 0,1 0,-1 0,1 0,0-1,0 1,1-1,-1 0,1-1,0 1,0-1,0 0,0 0,4 1,-1-1,1 0,-1-1,1 0,0 0,-1-1,1-1,0 1,0-1,0-1,0 1,0-2,-1 1,1-1,0 0,-1-1,0 0,1 0,-1-1,-1 0,1-1,0 1,-1-2,0 1,0-1,-1 0,1 0,-1-1,-1 1,1-1,3-7,-11 19,0 0,1 0,0 1,0-1,0 0,1 1,-1-1,1 0,1 1,-1-1,1 1,0-1,0 0,0 0,1 0,0 1,0-1,0-1,1 1,-1 0,1-1,0 1,1-1,-1 0,1 0,-1 0,1 0,1-1,-1 0,3 2,-3-3,0 0,0-1,0 0,0 0,0 0,0 0,0-1,0 1,1-1,-1 0,0 0,0-1,1 1,-1-1,0 0,0 0,0-1,0 1,0-1,0 0,-1 0,1 0,0 0,-1 0,0-1,1 0,-1 0,0 0,-1 0,1 0,0-1,-1 1,0-1,0 1,0-1,0 0,0 0,-1 0,0 0,1-2,3-17,0-1,-2 0,-1 0,0-1,-2 1,-1 0,-1 0,-2-10,2 12,1 20,1 1,-1-1,1 0,0 1,-1-1,1 1,0-1,0 0,0 1,0-1,0 0,0 1,1-1,-1 1,1-1,-1 1,1-1,-1 0,1 1,0 0,0-1,-1 1,1-1,0 1,0 0,1 0,-1 0,0-1,0 1,0 0,1 1,-1-1,1 0,-1 0,1 0,-1 1,1-1,-1 1,1-1,-1 1,1 0,0 0,-1-1,1 1,-1 0,1 1,0-1,0 0,8 2,0 0,0 1,-1 0,1 1,-1 0,0 0,0 1,-1 0,1 1,-1-1,0 2,0-1,-1 1,0 0,0 1,-1 0,0 0,0 0,-1 1,0 0,0 0,-1 0,0 0,-1 1,0-1,-1 1,0 0,0 0,-1 4,2 1,-4-9,2 1,-1 0,1-1,0 1,0 0,1-1,-1 1,2-1,-1 0,1 0,0 1,0-2,0 1,1 0,0-1,0 0,1 1,-1-2,1 1,0 0,0-1,1 0,2 1,7-1,0 0,0-1,0-1,0-1,0 0,1-1,-1-1,0 0,0-1,0 0,0-1,0-1,0-1,-1 0,0-1,0 0,0-1,-1 0,7-6,76-67,-92 75,0 0,0 0,0 0,0-1,-1 1,0-1,0 0,0 0,-1 0,0 0,0-1,-1 1,0 0,0-1,0 1,-1-1,0-4,0 9,0-1,0 1,-1 0,1 0,-1 0,1 0,-1 0,0 0,0 0,0 0,0 1,0-1,0 0,-1 0,1 1,0-1,-1 1,1-1,-1 1,0 0,1-1,-1 1,0 0,0 0,0 0,0 0,0 1,0-1,0 0,0 1,0 0,0-1,0 1,0 0,-1 0,-2 0,0 1,0-1,0 1,0 0,1 0,-1 1,0-1,1 1,-1 0,1 0,-1 1,1-1,0 1,-3 3,3-3,0 1,0-1,1 1,-1 0,1 0,0 1,0-1,0 1,1-1,-1 1,1 0,1 0,-1 0,1 0,-1 0,1 1,1-1,-1 0,1 0,0 1,0-1,0 0,1 0,0 1,0-1,0 0,1 0,0 0,0 0,2 4,4 1,1 0,-1 0,2-1,-1 0,2-1,-1 0,1-1,0 0,0 0,1-1,0-1,0 0,0 0,1-2,10 3,31 8,1-3,0-3,11 0,52 2</inkml:trace>
  <inkml:trace contextRef="#ctx0" brushRef="#br0" timeOffset="13164.893">276 2647,'2'-22,"2"-1,0 1,2-1,0 1,1 0,1 1,1 0,3-2,-5 6,6-13,-6 11,0 1,1 1,2 0,-1 0,2 1,8-11,-17 25,-1 1,1-1,0 0,0 1,-1-1,1 1,0 0,0 0,0 0,1 0,-1 0,0 0,0 0,0 1,1-1,-1 1,0-1,1 1,-1 0,0 0,1 0,-1 0,0 1,1-1,-1 1,0-1,0 1,1 0,-1 0,0 0,0 0,1 1,59 51,-60-51,16 16,-1 1,-1 0,-1 2,-1-1,0 2,-2 0,0 0,7 22,-18-42,0 0,0 0,-1 0,1 0,0 1,-1-1,1 0,-1 0,0 0,0 0,0 1,0-1,0 0,0 0,-1 0,1 1,-1-1,1 0,-1 0,0 0,0 0,0 0,0 0,0 0,0-1,-1 1,1 0,0-1,-1 1,0 0,1-1,-1 0,0 1,0-1,1 0,-1 0,0 0,0 0,0 0,-1-1,1 1,0-1,0 1,-1-1,-1 0,0 0,0 0,1 0,-1 0,0-1,1 0,-1 0,1 0,-1 0,1 0,-1-1,1 1,0-1,-1 0,1 0,0-1,0 1,1 0,-1-1,0 0,1 0,0 1,0-1,-1-1,2 1,-1 0,0 0,1-1,-1-1,-2-4,1-1,0 1,1-1,0 0,0 0,1 0,0 0,1 0,0 0,2-6,5-20,2 1,1 0,2 0,2 1,17-31,-11 21,16-31,-4-1,-3-1,-3-1,-4-2,9-63,-29 128,0 0,-1 0,0 1,-1-1,-1 0,0 0,-1 0,-1 1,0-1,-3-6,6 19,0 1,-1-1,1 1,0-1,-1 1,1-1,-1 1,1 0,-1-1,0 1,1 0,-1-1,0 1,0 0,0 0,0 0,0 0,0-1,0 2,-1-1,1 0,0 0,0 0,-1 1,1-1,-1 0,1 1,0-1,-1 1,1 0,-1-1,1 1,-1 0,1 0,-1 0,1 0,-1 0,1 0,-1 1,1-1,-1 1,1-1,-1 1,1-1,0 1,-1-1,1 1,0 0,-1 0,1 0,-1 1,-3 5,0 1,1 1,0-1,1 1,-1-1,2 1,-1 0,1 0,0 0,1 1,-7 48,2 0,3 0,2 0,3 0,2 0,3-1,2 1,4 4,-5-26,2 1,1-1,2-1,2 0,10 19,-18-42,0 1,1-1,0-1,1 1,0-1,0-1,1 0,1 0,0-1,0 0,1-1,0-1,0 1,1-2,0 0,2 1,-8-5,0 0,0-1,0 1,0-1,0-1,0 1,0-1,0 0,0-1,0 1,0-2,0 1,27-11</inkml:trace>
  <inkml:trace contextRef="#ctx0" brushRef="#br0" timeOffset="14133.167">437 1859,'235'6,"99"19,-259-17,-1 2,0 4,-1 3,0 3,49 22,-108-36,-1 0,0 1,0 0,0 1,-1 0,0 1,-1 1,1 0,-11-9,1 1,0-1,-1 1,1-1,-1 1,1 0,-1 0,0 0,0 0,0 0,0 0,0 0,0 0,-1 0,1 0,0 0,-1 0,0 1,0-1,0 0,0 0,0 1,0-1,0 0,0 0,-1 0,0 0,1 1,-1-1,0 0,0 0,0 0,0 0,0 0,0-1,-1 1,1 0,-1-1,1 1,-1 0,0-1,1 0,-1 1,-1-1,-18 12,0 0,-1-2,0-1,-1 0,-21 5,-17 7,29-10,1 1,1 2,0 1,1 1,0 2,-2 3,-7 23,38-44,-1 1,0-1,1 0,-1 1,1-1,-1 0,1 1,0-1,0 0,0 1,-1-1,1 1,1-1,-1 0,0 1,0-1,0 1,1-1,-1 0,1 1,-1-1,1 0,-1 0,1 1,0-1,0 0,-1 0,1 0,0 0,0 0,0 0,0 0,0 0,1 0,-1-1,0 1,0 0,0-1,1 1,9 3,1-1,0 0,0-1,0-1,0 0,0 0,0-1,0 0,0-1,0-1,0 0,0 0,-1-1,1-1,-1 0,0-1,0 0,1-1,1 1,-2-1,1 0,-1 0,0-2,0 1,0-1,-1-1,-1 0,0 0,0-1,0 0,-1-1,-1 0,0 0,0 0,-2-1,5-9,-10 11,-5 24,2 2,1 0,1 0,0 0,1 0,0 0,2 0,1 8,-2-20,-1 1,1-1,1 1,-1-1,0 1,1-1,0 0,0 0,1 0,-1 0,1 0,-1 0,1-1,1 1,-1-1,0 0,1 0,-1 0,1 0,0-1,0 0,0 1,0-1,1-1,-1 1,0-1,1 1,0-1,-1-1,0 1,0-1,0 0,-1-1,1 1,0 0,0-1,0 0,0 0,-1 0,1-1,-1 1,1-1,-1 0,1 0,-1 0,0 0,0 0,0-1,0 0,0 1,-1-1,1 0,-1 0,0-1,2-1,38-97,-20-113,-22 214,-1-1,1 1,0-1,0 1,0-1,0 1,1-1,-1 1,0-1,0 1,1-1,-1 1,1-1,0 1,-1 0,1-1,0 1,0 0,0 0,0 0,0-1,0 1,0 0,0 0,0 0,0 1,1-1,-1 0,0 0,1 1,-1-1,1 1,-1-1,0 1,1-1,-1 1,1 0,-1 0,1 0,-1 0,1 0,-1 0,1 0,-1 0,1 1,-1-1,1 1,0-1,29 11,-1 0,-1 2,0 1,0 2,14 11,-34-22,-1 0,0 0,0 1,0 1,-1-1,0 1,0 1,-1-1,1 1,-2 0,1 0,-1 1,-1 0,1 0,-1 0,-1 0,0 0,0 1,1 8,0 113,-4-128,1-1,-1 0,0 1,1-1,-1 0,1 0,0 0,0 1,0-1,0 0,0 0,0 0,1 0,-1-1,1 1,-1 0,1 0,0-1,-1 1,1-1,0 0,0 1,0-1,0 0,0 0,0 0,1-1,-1 1,0 0,0-1,1 1,-1-1,0 0,1 0,1 0,82-16,-67 9,-1 0,0-1,-1-1,0-1,0-1,-1 0,0-1,-1 0,0-1,-1-1,-1 0,0-1,-1-1,-1 0,0 0,-1-1,-1-1,-1 0,6-17,-12 32,0 0,-1 0,0 0,1 0,-1-1,0 1,-1 0,1-1,-1 1,1 0,-1-1,0 1,0-1,-1 1,1 0,-1-1,1 1,-1 0,0-1,-1 1,1 0,0 0,-1 0,0 0,1 0,-1 0,0 1,-1-1,1 0,0 1,-1 0,1 0,-1-1,0 1,0 1,0-1,0 0,0 1,-5 1,0 1,-1 1,1-1,0 1,0 1,0-1,1 1,-1 1,1-1,-1 1,1 0,1 1,-1 0,0 0,1 1,0-1,0 1,1 0,0 1,0 0,0 0,1 0,0 0,0 0,0 5,1-7,1 0,1 1,-1-1,1 1,0-1,0 1,0-1,1 1,0-1,0 1,1 0,-1-1,1 1,0-1,1 1,-1-1,1 1,0-1,1 0,-1 0,1 0,0 0,0-1,1 1,-1-1,1 0,0 0,0 0,0 0,1-1,-1 1,1-1,0-1,4 3,22 8,0-1,2-2,-1-1,1-1,0-2,1-1,0-2,-1-1,1-2,10-2,60-1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59.9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0,'25'0,"19"0,19 0,12 0,7 0,-2 0,-5 2,-8 3,-14 4,-13-1,-16-1,-14-2,-12-2,-2-1,1-1,4-1,1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1:03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6,'5'3,"8"2,11 1,17-1,18-1,19-3,14-5,13-1,6-2,-2-1,-20 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1:08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0,'23'0,"16"0,16 0,11 0,12 3,11 0,10 0,9-1,-15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58.3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348 49,'-17'-3,"1"0,-1 1,1 1,-1 1,0 0,1 1,-1 1,1 0,-1 1,1 1,0 1,0 0,1 1,-1 0,1 2,1 0,-8 5,18-11,0 1,1 0,-1 0,1 0,0 0,-1 0,1 1,1-1,-1 1,0 0,1 0,0 0,0 0,0 0,1 1,-1-1,1 0,0 1,0-1,0 1,1 0,0-1,0 1,0-1,0 1,1-1,0 1,0-1,0 1,0-1,1 1,-1-1,1 0,0 0,2 2,8 9,2-1,-1 0,2-1,0-1,0 0,1-1,0-1,1-1,0 0,8 2,-23-10,89 41,-60-29,0 1,0 2,-1 1,-2 1,5 5,-30-21,1 0,-1 0,0 0,1 1,-1 0,0 0,-1 0,1 0,0 0,-1 0,0 1,0-1,0 1,0-1,0 1,-1 0,0 0,0 0,0 0,0 0,0 0,-1 0,0 0,0 0,0 0,0 0,-1 0,1 0,-1 0,0 0,0 0,-1 0,-6 6,-2-1,1 0,-1-1,-1 0,1 0,-1-1,-1-1,1 0,-1 0,0-1,0-1,-1 0,1-1,-1 0,0-1,-8 1,9-1,1-1,0 0,-1 0,1-1,0-1,-1 0,1 0,-1-1,9 1,1 1,-1-1,0 0,1 1,-1-1,1 0,-1-1,1 1,-1 0,1-1,0 1,0-1,0 0,0 0,0 0,0 0,0 0,1 0,-1 0,1-1,-1 1,1 0,0-1,0 0,0 1,0-1,1 1,-1-1,1 0,-1 1,1-1,0 0,0 0,0 1,0-2,5-22</inkml:trace>
  <inkml:trace contextRef="#ctx0" brushRef="#br0" timeOffset="306.039">656 9,'-2'-8,"-3"27,4-12,-17 87,4 2,4 0,5 0,4 0,4 0,9 47,-11-139,-1-7</inkml:trace>
  <inkml:trace contextRef="#ctx0" brushRef="#br0" timeOffset="561.93">362 303,'2'-2,"10"-1,15 0,15 1,17 0,15 1,8 0,-10 1</inkml:trace>
  <inkml:trace contextRef="#ctx0" brushRef="#br0" timeOffset="883.906">843 584,'3'-9,"0"1,1 0,0 0,1 0,0 0,0 0,1 1,-1 0,1 0,1 1,0 0,-1 0,2 0,-1 1,1 0,0 1,0-1,0 1,0 1,1 0,-1 0,1 1,0 0,6-1,-11 3,0-1,0 1,0 1,-1-1,1 0,0 1,0 0,-1 0,1 0,0 0,-1 0,1 1,-1 0,0-1,1 1,-1 1,0-1,0 0,0 1,-1-1,1 1,-1 0,1 0,-1 0,0 0,0 1,0-1,0 2,1 2,0 1,0 0,-1 0,-1 0,1 0,-1 0,0 1,-1-1,0 0,-1 0,1 1,-3 6,-4 10,-2-1,-1 0,-1 0,-1-1,-1-1,-1 0,-1 0,-1-2,-1 0,-1 0,0-2,-1 0,-12 6,-7 13,37-36,0-1,1 0,-1 0,0 0,0 1,1-1,-1 0,0 1,1-1,-1 1,0-1,1 0,-1 1,1 0,-1-1,1 1,-1-1,1 1,-1 0,1-1,-1 1,1 0,0-1,-1 1,1 0,0 0,0-1,0 1,0 0,-1 0,1-1,0 1,0 0,0 0,1-1,-1 1,0 0,0 0,0-1,0 1,1 0,-1 0,0-1,1 1,-1 0,1-1,-1 1,1 0,-1-1,1 1,-1-1,1 1,-1-1,1 1,0-1,-1 0,1 1,0-1,-1 1,1-1,0 0,0 0,27 4,0-2,0-1,0-1,1-1,4-2,-6 1,203-19,-164 13</inkml:trace>
  <inkml:trace contextRef="#ctx0" brushRef="#br0" timeOffset="15674.5">1645 264,'-1'-1,"1"1,-1 0,0 0,0-1,0 1,0-1,1 1,-1-1,0 1,0-1,1 1,-1-1,0 0,1 1,-1-1,1 0,-1 1,1-1,-1 0,1 0,-1 0,1 1,0-1,-1 0,1 0,0 0,0 0,0 0,0 0,0 1,0-1,0 0,0 0,0 0,0 0,0 0,-3-11,1 9,-1 1,1-1,-1 1,0 0,1-1,-1 1,0 1,0-1,0 0,-1 1,1 0,0-1,0 1,-1 0,1 1,-1-1,1 1,-1-1,1 1,-1 0,1 0,0 1,-1-1,1 1,-1 0,1 0,0 0,-1 0,1 0,0 1,0-1,0 1,0 0,0 0,0 0,1 0,-3 3,4-2,1 0,-1 0,1-1,0 1,0 0,0 0,0 0,0 0,1-1,-1 1,1 0,0 0,0-1,0 1,0 0,0-1,1 1,-1-1,1 0,-1 1,1-1,0 0,0 0,0 0,0 0,1-1,-1 1,0 0,1-1,-1 0,1 1,-1-1,3 1,19 12</inkml:trace>
  <inkml:trace contextRef="#ctx0" brushRef="#br0" timeOffset="15940.317">1672 624,'73'-15,"-71"14,0 1,0-1,0 0,0 0,0-1,0 1,0 0,-1-1,1 1,-1-1,1 1,-1-1,1 0,-1 0,0 0,0 1,0-1,0 0,0 0,0-1,0 1,-1 0,1 0,-1 0,0 0,1-1,-1 1,0 0,0 0,0 0,-1-3,0 3,0 0,0 0,0 0,0 0,0 0,0 0,-1 1,1-1,-1 0,1 1,-1-1,0 1,0-1,1 1,-1 0,0 0,0 0,0 0,0 0,0 0,-1 1,1-1,0 1,0-1,0 1,-1 0,1 0,0 0,0 0,-1 0,1 0,0 1,0-1,0 1,0 0,-1-1,1 1,0 0,0 0,0 0,1 1,-1-1,0 0,0 1,1-1,-1 1,1-1,-1 1,1 0,-1 1,1 0,-1 0,2 1,-1-1,0 0,1 0,-1 1,1-1,0 0,0 1,1-1,-1 0,1 1,-1-1,1 0,0 0,0 1,0-1,1 0,-1 0,1 0,1 2,13 17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1:31.9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241 549,'84'256,"-80"-245,-4-8,1 1,0-1,0 0,0 0,0 0,0 0,1 0,0 0,-1 0,1 0,0-1,0 1,0-1,1 1,1 0,-3-3,1 0,-1-1,1 1,-1 0,0-1,1 1,-1-1,1 0,-1 1,0-1,1 0,-1 0,0 0,0 0,0 0,0 0,0 0,0-1,0 1,0 0,0 0,0-1,-1 1,1-1,-1 1,1 0,-1-1,1 1,-1-1,0 0,0 1,64-170,-64 172,0-1,0 0,1 1,-1-1,0 0,0 1,1-1,-1 0,0 0,1 1,-1-1,0 0,1 0,-1 0,1 0,-1 0,0 1,1-1,-1 0,1 0,-1 0,0 0,1 0,-1 0,1 0,-1 0,0 0,1 0,-1-1,1 1,-1 0,0 0,1 0,-1 0,0-1,1 1,-1 0,0 0,1-1,-1 1,0 0,1 0,-1-1,0 1,0 0,1-1,-1 1,0-1,0 1,0 0,0-1,1 1,-1 0,0-1,0 1,0-1,0 1,0 0,0-1,0 1,0-1,0 1,0 0,0-1,-1 1,1-1,0 1,0-1,4 34,-4-28,1 8,0-1,1 1,0 0,1-1,0 0,1 1,3 5,-5-14,0 0,0 0,0-1,1 1,0 0,0-1,0 1,0-1,0 0,0 0,1 0,0-1,-1 1,1-1,0 0,0 0,1 0,-1-1,0 1,0-1,1 0,-1 0,1-1,4 1,1-1,-1-1,1 0,-1 0,1-1,-1 0,0 0,0-1,0-1,0 1,0-2,-1 1,0-1,0 0,0-1,0 1,-1-2,0 1,0-1,-1 0,0 0,0-1,-1 0,0 0,0 0,-1-1,0 1,0-1,-1 0,0 0,1-6,-4 14,1 0,0 0,-1 0,1 0,-1 0,1-1,-1 1,0 0,1 0,-1-1,0 1,0 0,0 0,0-1,0 1,0 0,0-1,-1 1,1 0,0 0,-1 0,1-1,0 1,-1 0,0 0,1 0,-1 0,0 0,0 0,1 0,-1 0,0 0,0 0,0 0,0 0,0 1,0-1,0 0,0 1,-1-1,1 1,0-1,0 1,-1 0,1-1,0 1,0 0,-1 0,1 0,0 0,0 0,-1 0,-2 3,0 1,0 0,0 0,1 0,0 1,-1-1,1 1,1 0,-1 0,1 0,0 0,0 0,0 0,1 0,0 1,0-1,0 1,1-1,0 0,0 1,0-1,0 1,1-1,0 1,1 3,0-2,1 0,0-1,0 1,0-1,1 0,-1 0,2 0,-1 0,1 0,0-1,0 0,0 0,0-1,7 5,17 11</inkml:trace>
  <inkml:trace contextRef="#ctx0" brushRef="#br0" timeOffset="276.343">963 616,'3'14,"0"-1,1 1,0 0,1-1,0 0,1 0,1-1,0 0,1 0,0 0,1-1,0 0,0-1,2 0,-1 0,1-1,9 6,-10-7,0 0,1 0,-1-1,2 0,-1 0,1-2,4 2,-15-6,0-1,0 1,0-1,0 0,0 1,1-1,-1 0,0 0,0 0,0 0,0 0,1 0,-1 0,0-1,0 1,0 0,0-1,0 1,1 0,-1-1,0 1,0-1,0 0,0 1,0-1,-1 0,1 0,0 0,0 1,0-1,-1 0,1 0,0 0,-1 0,1 0,-1 0,1-1,-1 1,1 0,-1 0,0 0,0 0,0 0,1-1,0-53,-22-83,28 93,3 32</inkml:trace>
  <inkml:trace contextRef="#ctx0" brushRef="#br0" timeOffset="810.492">1444 682,'-8'11,"0"1,0-1,1 2,1-1,0 0,1 1,-4 13,8-22,0-1,0 1,0-1,1 1,0-1,-1 1,1 0,1-1,-1 1,0-1,1 1,0-1,0 1,0-1,0 1,1-1,-1 0,1 0,0 0,0 0,0 0,0 0,0 0,1 0,-1-1,1 0,0 1,0-1,0 0,0 0,0 0,2 0,2 2,1-2,-1 1,0-1,0 0,1 0,-1-1,1 0,0-1,-1 1,1-2,0 1,-1-1,7-1,-11 2,0-1,0 0,0 0,0 0,0 0,0 0,0 0,0-1,-1 1,1-1,0 0,-1 0,0 0,1 0,-1-1,0 1,0 0,0-1,0 0,-1 1,1-1,-1 0,1 0,-1 0,0 0,0 0,-1 0,1 0,0 0,-1 0,0 0,0-1,0 1,0 0,-1-5,-1 1,0-1,-1 1,0 0,0 0,0 0,-1 0,0 0,0 1,0 0,-1-1,0 2,-1-1,1 1,-1 0,0 0,0 0,0 1,-1 0,0 0,0 0,0 1,0 1,0-1,-1 1,1 0,-1 0,1 1,-1 0,0 1,-1-1,9 1,-1 0,0 0,1-1,-1 1,1 0,-1 0,0 0,1 0,-1 0,0-1,1 1,-1 0,0 1,0-1,1 0,-1 0,0 0,1 0,-1 0,1 1,-1-1,0 0,1 1,-1-1,1 0,-1 1,1-1,-1 1,1-1,-1 1,1-1,-1 1,1-1,-1 1,1-1,0 1,-1-1,1 1,0 0,0-1,0 1,-1 0,1-1,0 1,0 0,0-1,0 1,0 0,0-1,0 1,0 0,0-1,1 1,-1 0,0-1,0 1,1 0,-1 0,10 3,-1 1,1-1,0 0,0-1,1 0,-1-1,1 0,-1-1,1 0,0 0,5-1,-12 0,159-16,-161 16,-1-1,1 1,-1-1,1 1,-1-1,1 1,-1 0,1 0,0 0,-1 0,1 0,-1 0,1 0,0 0,-1 1,1-1,-1 0,1 1,-1 0,1-1,-1 1,1 0,-1 0,0 0,1-1,-1 2,0-1,0 0,0 0,0 0,0 0,0 1,0-1,0 0,0 1,-1-1,1 1,-1-1,1 1,-1-1,1 1,-1 0,0-1,0 1,0-1,0 2,3 37,-4-33,0 0,1 0,0 0,1 0,-1 0,1 0,1 0,-1 0,1-1,0 1,1 0,0-1,0 0,0 1,1-1,0 0,0-1,0 1,1-1,0 0,0 0,0 0,31 6,-21-14</inkml:trace>
  <inkml:trace contextRef="#ctx0" brushRef="#br0" timeOffset="1060.903">1831 388,'-2'3,"4"6,6 10,6 10,1 0</inkml:trace>
  <inkml:trace contextRef="#ctx0" brushRef="#br0" timeOffset="1244.11">2019 803,'13'-2,"0"-1,-1 0,0-1,0 0,0-1,0 0,-1-1,0 0,0-1,0 0,-1 0,0-1,0-1,-1 0,0 0,-1-1,0 0,-1 0,1-1,4-11,-11 21,0 0,-1-1,1 1,0-1,0 1,-1-1,1 1,-1-1,0 0,1 1,-1-1,0 1,0-1,0 0,0 1,0-1,-1 0,1 1,0-1,-1 1,1-1,-1 1,1-1,-1 1,0-1,0 1,0-1,0 1,0 0,0 0,0-1,0 1,0 0,-1 0,1 0,0 0,-1 0,1 0,0 1,-1-1,1 0,-1 1,0-1,1 1,-1 0,1-1,-2 1,-2 1,-1 0,0 0,1 0,-1 1,1 0,0 0,-1 1,1-1,0 1,0 0,1 0,-1 1,1 0,0-1,-1 1,2 1,-1-1,0 0,1 1,0 0,0 0,0 0,1 0,0 0,0 1,0-1,0 1,1-1,0 1,0 0,1-1,-1 1,1 0,1 1,1 3,1 0,0 0,1 0,0 0,0 0,1-1,0 0,1 0,0 0,0-1,1 0,0 0,1-1,0 1,0-2,0 1,1-1,0-1,0 1,0-1,1-1,-1 0,7 2,31 12</inkml:trace>
  <inkml:trace contextRef="#ctx0" brushRef="#br0" timeOffset="2964.457">134 949,'-12'37,"2"1,2 0,1 0,2 1,2 0,1 24,2-30,1 0,2 0,1-1,1 0,2 0,1 0,2-1,2 3,-11-31,1 1,-1 0,1-1,0 0,0 1,1-1,-1 0,1 0,-1 0,1-1,0 1,0-1,0 1,1-1,-1 0,0 0,1 0,-1-1,1 1,0-1,0 0,-1 0,1 0,0-1,0 1,0-1,0 0,0 0,0 0,-1-1,1 1,0-1,0 0,0 0,-1 0,1-1,2 0,12-5,-1 1,0-2,0 0,-1-2,0 1,-1-2,0 0,0-1,-1 0,-1-1,10-12,-28 53,4-23,-1 0,1 0,1 0,-1 0,1 0,-1 0,1 1,1-1,-1 0,1 0,0 0,0 0,0 0,1 0,0 0,0 0,0-1,1 1,-1-1,1 1,0-1,0 0,1 0,-1 0,1-1,0 1,0-1,0 0,0 0,4 2,17 5</inkml:trace>
  <inkml:trace contextRef="#ctx0" brushRef="#br0" timeOffset="3149.47">629 1270,'-14'-4,"-9"-4,-2-1,0 1,2 0,-1-1,2 1</inkml:trace>
  <inkml:trace contextRef="#ctx0" brushRef="#br0" timeOffset="4234.469">0 1097,'86'-8,"-1"5,1 3,-1 4,1 4,-2 3,61 18,-123-24,0 1,-1 1,1 1,-2 1,17 9,-32-15,1 1,-1-1,0 1,0 0,0 0,-1 0,1 1,-1 0,0-1,0 2,-1-1,1 0,-1 1,-1-1,1 1,-1 0,0 0,0 0,0 0,-1 0,0 1,0 5,-17 163,16-173,0 1,1 0,-1-1,1 1,-1-1,1 1,0-1,0 1,0-1,0 1,0-1,0 0,1 1,-1-1,1 0,0 0,0 0,-1 0,1-1,0 1,1 0,-1-1,0 0,0 1,1-1,-1 0,1 0,-1 0,1 0,-1-1,1 1,-1-1,1 1,0-1,2 0,2 0,1 0,-1-1,1 0,-1 0,1-1,-1 0,0 0,0-1,0 0,0 0,0 0,0-1,0-2,1 1,-1-1,0 0,-1-1,1 0,-2 0,1 0,-1 0,0-1,0 0,-1 0,0-1,0 1,-1-1,0 1,-1-1,0 0,0 0,-1-1,0-2,-6 4,-3 23,4-4,1-1,0 1,1 0,0 1,1-1,0 0,1 0,1 11,-1-18,1-1,-1 1,1 0,0 0,0 0,0 0,1-1,-1 1,1 0,0-1,0 1,0-1,0 0,1 0,0 0,-1 0,1 0,0 0,0-1,0 0,1 1,-1-1,1 0,-1-1,1 1,2 0,1 1,0-1,1 0,0 0,-1-1,1 0,0 0,-1-1,1 0,0 0,-1-1,1 0,0-1,-1 1,1-1,-1-1,0 1,0-1,0-1,0 1,0-1,-1-1,1 1,-1-1,0 0,-1 0,1-1,-1 1,0-1,0 0,-1-1,0 1,0-1,-1 0,1 0,-1-1,-4-7,-10 33,9-14,0 0,0 0,1 1,-1-1,1 1,0-1,0 1,0-1,1 1,0 0,0-1,0 1,0 0,1-1,-1 1,1 0,0-1,1 1,-1-1,1 0,0 1,0-1,0 0,1 0,-1 0,1-1,0 1,0-1,1 2,5-2,-1 0,0-1,1 1,-1-2,1 1,0-1,0 0,-1-1,1 0,0-1,0 0,0 0,-1 0,1-1,-1-1,1 1,-1-1,0-1,0 0,0 0,-1 0,1-1,-1 0,0-1,-1 1,1-1,-1-1,0 1,0-1,-1 0,0 0,0-1,6-12,0 0,-2-1,0-1,-1 0,5-22,-13 42,-6 86,1 33,6 0,4-1,6 1,17 70,-13-109,-15-79,0 1,0 0,1 0,-1 0,0 0,0 0,1 0,-1 0,0 0,0 0,0 0,1 0,-1 0,0 0,0 0,1 0,-1 0,0 1,0-1,0 0,1 0,-26-153,15 112,6 23,-22-99,5-1,2-23,17 113,-2-8,2-1,2 0,1 0,2-7,-3 43,0-1,0 1,0 0,0 0,0 0,0-1,0 1,0 0,0 0,1 0,-1-1,1 1,-1 0,1 0,-1 0,1 0,-1 0,1 0,0 0,0 0,-1 0,1 0,0 1,0-1,0 0,0 0,0 1,0-1,0 1,0-1,1 1,-1-1,0 1,0 0,0-1,0 1,1 0,-1 0,0 0,0 0,0 0,1 0,-1 0,0 1,0-1,0 0,1 0,-1 1,0-1,0 1,0-1,0 1,0 0,0-1,0 1,0 0,0 0,0 0,-1 0,1 0,17 11,0 1,-2 1,0 0,0 1,-1 1,-1 1,-1 0,0 0,-2 1,9 17,-18-33,0 0,-1 0,1 0,-1 0,1 0,-1 1,0-1,1 1,-1-1,-1 0,1 1,0 0,0-1,-1 1,0-1,1 1,-1 0,0-1,0 1,-1 0,1-1,-1 1,1 0,-1-1,0 1,1-1,-2 1,1-1,0 0,0 1,-1-1,1 0,-1 0,1 0,-1 0,0 0,0 0,0 0,0-1,-2 2,-12 1,0 0,0-2,-1 0,1 0,-1-1,1-2,-13 0,10 0,-16 0</inkml:trace>
  <inkml:trace contextRef="#ctx0" brushRef="#br0" timeOffset="4911.181">2607 0,'27'103,"25"148,-11 3,2 168,-33-71,-12-303,-2-1,-2 0,-2 0,-2-1,-2 0,-8 15,13-42,-1 0,0 0,-2-1,0-1,-1 1,0-2,-2 1,0-2,-1 0,0 0,-1-2,-1 0,0 0,-1-2,0 0,-3 1,-42 16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1:30.4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19572 0,'-8'2,"1"-1,0 1,-1 1,1-1,0 1,0 0,0 1,1 0,-1 0,1 0,0 1,0 0,1 0,-1 1,1-1,0 1,0 0,1 0,-1 2,-21 31,2 2,1 0,3 1,1 2,2 0,2 0,2 1,2 1,2 1,2-1,2 1,1 10,1-14,2 0,1 0,3 0,1 0,2-1,2 1,2-1,1-1,3 0,1 0,2-2,2 0,15 24,-17-36,1 0,1-2,1 0,1-1,1-1,4 1,11 6</inkml:trace>
  <inkml:trace contextRef="#ctx0" brushRef="#br0" timeOffset="832.564">19826 775,'-9'-8,"1"-1,-1 2,-1-1,1 1,-1 0,0 1,-1 0,-1 0,9 5,1 0,-1 0,0 0,0 0,0 1,0-1,0 1,0 0,0 0,0 0,0 0,0 0,0 1,0-1,0 1,0 0,0 0,0 0,0 0,1 0,-1 1,0-1,1 1,-1 0,1 0,0 0,-1 0,1 0,0 0,0 1,0-1,1 1,-2 1,-1 2,-1 1,1 0,1 1,-1-1,1 0,0 1,1 0,0 0,0 0,0 0,1 0,1 0,-1 0,1 0,1 0,-1 0,2 0,-1 0,1 0,0 0,0 0,1 0,0-1,1 0,-1 1,3 1,-2-5,0-1,0-1,1 1,-1-1,1 1,0-1,-1 0,1-1,0 1,0-1,0 0,0 0,0-1,0 0,0 0,0 0,0 0,1-1,-1 1,0-1,-1-1,1 1,0-1,0 0,0 0,-1 0,1 0,-1-1,0 0,0 0,0 0,0 0,0-1,-1 0,1 0,-1 0,0 0,0 0,-1 0,1-1,-1 0,2-4,0-1,0 0,-1 0,-1 0,1 0,-2 0,1 0,-2-1,1 1,-2-8,-1 3,-9 36,11-14,0 0,0 1,1-1,0 0,1-1,-1 1,1 0,1 0,-1-1,1 1,1-1,-1 0,1 0,0 0,0 0,0-1,1 1,0-1,0 0,1-1,-1 1,1-1,0 0,0-1,0 1,0-1,1-1,1 1,-6-2,0 0,0 0,1-1,-1 1,0-1,1 0,-1 0,0 1,1-2,-1 1,1 0,-1 0,0-1,1 1,-1-1,0 0,0 0,0 0,1 0,-1 0,0 0,0 0,0-1,-1 1,1-1,0 1,0-1,-1 0,1 0,-1 0,0 0,1 0,-1 0,0 0,0 0,0 0,0-2,16-88,-18-53,1 144,-1-1,1 1,0-1,0 1,0 0,0-1,0 1,0-1,0 1,0-1,0 1,1 0,-1-1,1 1,-1-1,1 1,0 0,-1 0,1-1,0 1,0 0,0 0,0 0,0 0,0 0,0 0,0 0,0 0,0 0,0 1,1-1,-1 0,0 1,1-1,-1 1,0 0,1-1,-1 1,1 0,-1 0,1 0,-1 0,0 0,1 0,-1 0,1 0,-1 0,0 1,2 0,29 6,0 2,-1 1,0 2,21 11,-48-21,-1-1,1 0,0 1,-1 0,1 0,-1 0,0 0,0 0,0 1,0-1,0 1,0 0,-1 0,1 0,-1 0,0 0,0 1,0-1,0 1,-1-1,1 1,-1 0,0-1,0 1,0 0,-1 0,-15 58,0 20,16-79,1 0,0 0,0 0,1-1,-1 1,1 0,-1-1,1 0,0 0,0 0,0 0,0 0,0 0,0-1,0 1,0-1,1 0,-1 0,1 0,-1 0,1-1,-1 0,1 1,-1-1,1-1,-1 1,1 0,-1-1,1 0,-1 1,1-2,2 0,5-1,0-1,0 0,0-1,0 0,-1 0,0-2,0 1,0-1,-1 0,0-1,-1 0,1-1,-2 1,1-2,-1 1,0-1,-1 0,-1 0,1-1,-2 0,1 0,-1 0,-1 0,0 0,-1-1,1-9,-6-25,2 45,1 0,0 1,-1-1,1 0,-1 0,1 0,-1 0,1 0,-1 1,1-1,-1 0,0 1,1-1,-1 0,0 1,0-1,1 1,-1-1,0 1,0-1,0 1,0 0,0-1,0 1,0 0,0 0,0 0,0 0,1 0,-1 0,0 0,0 0,0 0,0 0,0 0,0 0,0 1,0-1,0 0,0 1,0-1,1 1,-1-1,0 1,-5 3,0 1,1 0,0 0,0 0,0 1,1 0,0 0,0 0,0 0,1 0,0 1,0 0,0-1,1 1,0 0,1 0,0 1,0-1,0 4,0-3,2 0,-1-1,1 1,0 0,0-1,1 1,0-1,1 1,-1-1,2 0,-1 0,1 0,0-1,0 1,0-1,1 0,0 0,1 0,0 0,35 32</inkml:trace>
  <inkml:trace contextRef="#ctx0" brushRef="#br0" timeOffset="4015.493">20308 1511,'-15'-10,"0"1,0 1,-1 1,0 0,-1 0,-14-2,27 8,-1 0,1 0,-1 0,1 1,-1 0,1 0,-1 0,0 0,1 1,-1 0,1 0,-1 0,1 0,0 1,0 0,-1 0,1 0,0 0,0 1,1-1,-1 1,1 0,-1 0,1 0,0 1,0-1,0 1,0 1,0-2,1 0,0 0,-1 0,2 0,-1 1,0-1,1 1,-1-1,1 1,0 0,0-1,0 1,1 0,0 0,-1 0,1-1,0 1,1 0,-1 0,1 0,0-1,-1 1,2 0,-1-1,0 1,1-1,0 1,-1-1,2 0,-1 1,0-1,0 0,1-1,0 1,-1 0,1-1,0 1,0-1,1 0,2 1,0-1,1 0,-1 0,0-1,1 0,-1 0,1 0,-1-1,1 0,-1 0,1-1,-1 1,1-2,-1 1,0-1,0 0,1 0,-1 0,0-1,-1 0,1 0,-1-1,5-2,1-3,0 0,0 0,-1-1,0-1,-1 1,0-1,0-1,-2 0,1 0,2-7,1-9,-2 0,0-1,-2 0,-1 0,-2 0,-1-1,-1 0,-1 1,-4-30,3 58,-6-47,6 47,0 1,0-1,0 0,0 0,0 1,0-1,-1 0,1 0,0 0,0 1,-1-1,1 0,0 1,-1-1,1 0,-1 1,1-1,-1 1,1-1,-1 0,0 1,1-1,-1 1,0 0,1-1,-1 1,0-1,1 1,-1 0,0 0,0-1,1 1,-1 0,0 0,0 0,0 0,1 0,-1 0,0 0,0 0,1 0,-1 0,0 1,0-1,1 0,-1 0,0 1,0-1,1 1,-1-1,0 0,0 1,-6 7,1 0,-1 1,2-1,-1 1,1 1,0-1,1 1,0-1,0 1,1 1,1-1,0 0,0 1,0 7,-3 6,1 1,1 0,2 0,0 0,1-1,2 1,0 0,2 0,1-1,5 18,-8-37,0 0,0 0,0 0,1 0,-1 0,1-1,0 1,1-1,-1 0,1 0,0 0,0-1,0 1,0-1,0 0,1 0,0 0,-1-1,1 1,0-1,0-1,1 1,-1-1,0 1,0-1,1-1,-1 1,1-1,-1 0,0 0,1-1,-1 0,0 1,2-2,2-2,0-1,0 0,0 0,-1-1,0 0,0-1,0 1,-1-1,0-1,0 0,-1 0,0 0,0-1,-1 1,0-1,-1 0,0-1,0 1,-1-1,-1 0,1 0,-1 0,-1 0,0 0,0 0,-1 0,-1-1,0-8,-9-29,9 47,1 0,0 0,-1 0,1 0,-1 0,1 0,-1 0,1 0,-1 0,0 0,0 0,1 0,-1 0,0 1,0-1,0 0,0 1,0-1,0 1,0-1,0 1,0-1,0 1,0 0,0-1,0 1,-1 0,1 0,0 0,0 0,0 0,0 0,0 0,0 0,-1 0,1 1,0-1,0 0,0 1,-5 3,1 0,0 1,0-1,1 1,0 0,0 0,0 1,0-1,1 1,0 0,0 0,0 0,1 0,0 0,0 1,0-1,1 1,0-1,0 1,1 2,0 0,1 0,0-1,1 1,-1-1,1 1,1-1,0 0,0 0,1 0,0-1,0 1,1-1,-1 0,2 0,-1 0,1-1,0 1,0-2,1 1,0-1,0 0,0 0,0-1,1 0,0 0,0 0,0-1,0-1,1 1,41 13</inkml:trace>
  <inkml:trace contextRef="#ctx0" brushRef="#br0" timeOffset="-9046.093">13717 1323,'140'-318,"-138"314,34-55,-35 58,0-1,0 1,1 0,-1 0,1-1,-1 1,1 0,-1 0,1 0,0 0,-1 1,1-1,0 0,0 1,-1-1,1 1,0 0,0 0,0 0,0-1,0 1,-1 1,1-1,0 0,0 0,0 1,0-1,-1 1,1 0,0-1,-1 1,1 0,0 0,0 0,11 9,-1 1,1 0,-2 0,1 1,-2 0,1 1,-2 1,0-1,-1 1,0 1,4 10,-10-22,0 0,0 1,0-1,0 1,-1-1,0 1,1-1,-1 1,0 0,-1 0,1-1,-1 1,0 0,0 0,0 0,0-1,-1 1,1 0,-1 0,0 0,0-1,0 1,-1-1,1 1,-1-1,0 1,0-1,0 0,-1 0,1 0,-1 0,1 0,-1-1,0 1,0-1,0 0,0 0,-1 0,1 0,0 0,0-1,0 1,0-1,0 0,0 0,-1 0,1-1,0 1,0-1,-1 1,1-1,0 0,-1-1,1 1,0 0,-1-1,1 0,0 0,0 0,0 0,0 0,0-1,0 1,0-1,0 0,1 0,-1 0,0 0,1 0,0 0,-1-1,1 0,0 1,1-1,-1 0,0 0,1 0,-1 0,1 0,0 0,0 0,0 0,1 0,-1-3,3 0,1 0,-1 0,2 0,-1 1,1-1,-1 1,1 0,1 0,-1 0,1 1,0-1,0 1,0 0,0 1,1-1,0 1,-1 0,1 0,0 1,1 0,190-80,-159 40,-38 41,1 0,0 0,-1 0,1-1,-1 1,0 0,1-1,-1 1,0 0,0-1,0 1,0-1,0 1,0 0,0-1,0 1,0 0,-1-1,1 1,-1 0,1-1,-1 1,1 0,-1 0,0-1,1 1,-1 0,0 0,0 0,0 0,0 0,0 0,0 0,0 1,0-1,-1 0,1 0,0 1,-3-1,-1 1,1 0,0 0,0 1,0-1,0 1,1 0,-1 0,0 0,0 0,0 1,1 0,-1 0,1 0,-1 0,1 0,0 0,0 1,0 0,0 0,0 0,1 0,-1 0,1 0,0 0,0 1,0 0,0-1,1 1,-2 2,-1 1,0-1,0 1,0-1,1 1,0 0,1 0,-1 1,1-1,1 0,-1 1,1-1,0 1,1-1,0 1,0 0,1-1,0 1,0-1,1 1,0-1,0 0,0 0,1 0,1 0,-1 0,1 0,0-1,0 0,1 1,2 1,4-2,1 0,-1-1,1 0,1-1,-1-1,1 0,-1 0,1-1,0-1,0 0,-1-1,1 0,0-1,0 0,0-1,-1-1,1 0,11-5,23-7</inkml:trace>
  <inkml:trace contextRef="#ctx0" brushRef="#br0" timeOffset="-8553.029">14559 975,'-4'2,"1"-1,-1 0,1 1,-1-1,1 1,0 0,0 0,0 0,0 1,0-1,1 1,-1 0,1-1,0 1,-1 0,1 0,0 1,1-1,-1 0,1 1,-1-1,1 1,0-1,0 1,1-1,-1 1,1 0,0-1,0 1,0 0,0 0,0-1,1 1,0-1,0 1,0 0,0-1,0 1,1-1,0 0,-1 0,1 1,0-1,1 0,-1-1,0 1,1 0,0-1,0 1,6 7,1-1,1-1,0 0,0 0,0-1,1 0,0-1,1 0,-1-1,1-1,0 0,0 0,0-2,1 1,-1-2,11 1,-18-1,0-1,1 0,-1 0,0 0,0-1,0 0,1 0,-1 0,0-1,0 0,0 0,-1-1,1 1,-1-1,1-1,-1 1,0-1,0 0,0 0,-1 0,1 0,-1-1,0 0,0 0,-1 0,0 0,0-1,1-2,1-7,-1 0,0 0,-1 0,-1 0,-1-1,0 1,-1-1,0 1,-2-5,-3 16,-1 20,2-3,0 1,2-1,-1 0,1 1,1-1,1 1,0 0,0-1,2 1,0 3,-1-14,0 0,0 0,0 0,1 0,-1 0,1 0,0-1,0 1,0-1,0 1,0-1,1 0,-1 0,1 0,-1 0,1 0,0 0,-1-1,1 0,0 1,0-1,0 0,0 0,1-1,-1 1,0 0,0-1,0 0,1 0,1 0,4 0,0-1,0 0,0 0,0-1,0 0,0 0,-1-1,1 0,-1-1,4-2,-4 2,-1-1,0 0,-1 0,1-1,-1 0,0 0,0 0,-1 0,0-1,0 0,0-1,-1 1,0-1,-1 1,1-1,-1 0,-1 0,0-1,0 1,-1 0,0-1,0 1,-1-5,-10 30,8-12,1 1,0 0,0-1,0 1,1 0,0 0,0 0,1 0,0-1,-1 1,2 0,-1-1,1 1,0-1,0 1,0-1,1 0,0 0,0 0,0 0,1 0,0-1,-1 1,2-1,-1 0,0 0,1-1,0 1,4 2,22 6,-2-3</inkml:trace>
  <inkml:trace contextRef="#ctx0" brushRef="#br0" timeOffset="-7764.683">15454 949,'0'14,"9"104,-9-113,2 0,-1 0,0 0,1 0,0 0,1 0,-1 0,1 0,0-1,0 1,0-1,0 0,1 0,0 0,0-1,0 1,0-1,0 0,1 0,1 1,-3-3,0 0,-1 0,1 0,0 0,1 0,-1 0,0-1,0 0,0 1,0-1,0-1,0 1,0 0,0-1,1 1,-1-1,0 0,0 0,-1 0,1 0,0-1,0 1,0-1,-1 0,1 0,-1 0,0 0,1 0,-1 0,0 0,0-1,0 1,0-1,4-7,0 1,-1-1,0 0,0 0,-1 0,0-1,-1 1,2-11,3-64,-8 85,-1 0,1 0,0 0,0 1,-1-1,1 0,0 0,0-1,-1 1,1 0,0 0,-1 0,1 0,0 0,0 0,-1 0,1 0,0 0,0-1,-1 1,1 0,0 0,0 0,0-1,-1 1,1 0,0 0,0 0,0-1,0 1,0 0,-1 0,1-1,0 1,0 0,0 0,0-1,0 1,0 0,0-1,-9 29,9-22,-1 0,1 0,0 0,0 1,0-1,1 0,0 0,0 0,1 0,0-1,0 1,0 0,1-1,0 1,0-1,0 0,0 0,1 0,0 0,0-1,0 1,1-1,-1 0,1-1,0 1,0-1,1 0,-1 0,1 0,-1-1,1 0,0 0,1 0,9 2,0 0,1 0,-1-2,1 0,-1-1,1-1,0 0,0-2,-1 0,1 0,-1-2,0 0,0 0,0-2,0 0,-1-1,0 0,-1-1,6-5,16-31,-35 44,-1-1,1 0,0 0,-1 0,1 0,-1 0,1 0,-1 0,1-1,-1 1,0 0,0 0,1 0,-1 0,0 0,0-1,0 1,0 0,0 0,-1 0,1 0,0 0,0-1,-1 1,1 0,-1 0,1 0,-1 0,1 0,-1 0,0 0,1 0,-1 0,0 1,0-1,0 0,0 0,0 1,1-1,-1 0,0 1,-1-1,1 1,0-1,0 1,-2-1,0 1,0 0,1 0,-1 0,0 0,0 0,0 0,0 1,0-1,0 1,1 0,-1 0,0 0,1 0,-1 1,0-1,1 1,0-1,-1 1,1 0,0 0,0 0,0 0,0 0,0 1,0-1,1 0,-1 1,1 0,0-1,0 1,0 0,0-1,0 1,0 0,1 0,-1 0,1 0,0 0,0-1,0 1,0 0,1 0,-1 0,1 0,-1 0,1-1,0 1,0 0,2 2,1 0,1 1,1-1,-1 0,1 0,0 0,0-1,0 1,0-2,1 1,0-1,0 0,0 0,0-1,0 0,0 0,1-1,-1 0,1 0,-1 0,1-1,-1-1,1 1,-1-1,0 0,1-1,-1 0,0 0,0 0,0-1,0 0,0 0,4-4,-5 2,0 0,-1 0,1-1,-1 0,-1 0,1 0,-1 0,0-1,0 1,-1-1,0 0,0 0,-1-1,1-3,-2 9,-1 2,0 0,0 1,0-1,0 0,1 0,-1 1,0-1,0 0,0 0,1 1,-1-1,0 0,0 0,1 0,-1 0,0 1,0-1,1 0,-1 0,0 0,1 0,-1 0,0 0,0 0,1 0,-1 0,0 0,1 0,-1 0,0 0,1 0,-1 0,0 0,0 0,1 0,-1 0,0 0,1 0,-1 0,0-1,0 1,1 0,-1 0,0 0,0-1,1 1,-1 0,0 0,0-1,0 1,1 0,-1 0,0-1,0 1,0 0,0 0,0-1,0 1,0 0,0-1,0 1,0 0,1-1,-2 1,1 0,0 0,0-1,0 1,11 29,-7-20,-3-3,1-1,0 0,1 0,-1 0,1 0,0 0,0-1,0 1,1-1,0 0,0 0,0 0,0 0,0-1,1 0,0 0,0 0,-1 0,2-1,-1 0,0 0,0 0,1-1,-1 0,1 0,-1 0,1 0,-1-1,3 0,82-17,-62 8</inkml:trace>
  <inkml:trace contextRef="#ctx0" brushRef="#br0" timeOffset="-6727.937">16751 1069,'9'6,"1"-2,-1 1,1-1,-1-1,1 0,0 0,1-1,-1 0,0-1,0 0,1-1,-1 0,0 0,1-1,-1-1,0 0,0 0,0-1,0 0,0 0,0-1,-1-1,0 0,0 0,0 0,-1-1,0-1,0 1,0-2,-1 1,0-1,0 0,-1 0,0 0,0-1,0-4,3-14,-1-1,-1 0,-2 0,-1-1,-1 1,-2-1,0 0,-2 0,-2 0,0 1,-7-28,4 10,-1 0,-2 1,-2 0,-2 0,-2 1,-2 1,-21-39,37 79,-1 0,1 0,0 0,-1 0,0 0,1 0,-1 0,0 1,-1-1,1 1,0-1,-1 1,1 0,-1 0,0 0,1 0,-1 1,0-1,0 1,0 0,-1 0,1 0,0 0,0 0,0 1,-1-1,1 1,0 0,-1 0,1 0,0 0,-1 1,0 0,-1 3,0 0,0 1,0 0,0 0,1 0,0 0,0 1,0-1,1 1,0 0,0 1,0-1,1 0,-10 29,1 0,2 1,2-1,1 2,2-1,1 1,2-1,2 19,-1-24,2-1,1 1,1-1,2 0,1 0,1-1,1 0,2 0,1-1,1 0,1-1,2-1,0 0,2-1,1-1,19 19,-32-36,0-1,1 1,0-1,0 0,0 0,1-1,-1 0,1-1,1 1,-1-1,1-1,-1 0,1 0,0-1,0 0,0 0,0-1,0 0,1-1,-1 0,0 0,0-1,0 0,0-1,0 0,0 0,0-1,0 0,-1-1,1 0,-1 0,0-1,0 0,0 0,0-4,0 0,0-1,-1 0,0 0,-1 0,0-1,-1 1,0-2,0 1,-2 0,1-1,-1 0,-1 0,0 0,-1 0,0 0,0 0,-2-6,-5 9,0 23,4-8,1 0,-1 0,1 0,1 0,-1 0,1 0,0 0,0 0,1 0,-1 0,1 0,1 0,-1 0,1-1,0 1,0 0,1-1,0 0,0 1,0-1,1 0,-1 0,1-1,0 1,1-1,-1 0,1 0,-1 0,1-1,0 0,1 0,-1 0,1 0,4 1,-3-2,-1-1,1 1,0-1,0 0,0-1,0 0,0 0,0 0,-1-1,1 0,0 0,0-1,-1 0,1 0,-1 0,1-1,-1 0,0 0,0-1,0 0,-1 0,1 0,-1-1,0 0,0 0,-1 0,1 0,-1-1,0 1,-1-1,1 0,-1 0,0-1,-1 0,14-38,18 125,-29-74,1-1,0 0,0 0,0-1,1 0,0 0,-1 0,1-1,1 0,-1-1,0 1,1-1,-1-1,1 1,0-1,-1-1,1 1,0-1,1-1,5 1,0-2,0 0,0 0,0-1,0-1,-1 0,1-1,-1-1,0 0,1-1,1-3,0-1,0 0,-1-1,0 0,-1-2,10-13,-22 27,-1-1,1 1,-1-1,1 0,-1 1,1-1,0 1,-1 0,1-1,0 1,-1 0,1-1,0 1,0 0,-1 0,1-1,0 1,0 0,0 0,-1 0,1 0,0 0,0 0,0 0,-1 0,1 0,0 1,0-1,-1 0,1 1,0-1,-1 0,1 1,0-1,-1 0,1 1,0-1,-1 1,1 0,-1-1,1 1,-1-1,1 1,-1 0,1-1,-1 1,0 0,1 0,-1-1,0 1,8 8,2-2,0 0,0 0,1-1,-1-1,1 0,1 0,-1-1,0-1,1 1,0-2,0 0,0 0,0-1,0-1,0 0,6-1,-17 1,1-1,-1 1,0 0,0-1,1 1,-1 0,0 0,1 0,-1 0,0 0,1 1,-1-1,0 0,1 1,-1-1,0 0,0 1,1 0,-1-1,0 1,0 0,0-1,0 1,0 0,0 0,0 0,0 0,0 0,0 0,-1 0,1 0,0 1,-1-1,1 0,-1 0,1 1,-1-1,0 0,1 0,-1 1,0-1,0 0,0 1,0-1,0 0,0 2,0 0,1 0,-1 0,1 1,0-1,0 0,0 0,1 0,-1 0,1 0,-1-1,1 1,0 0,0-1,0 1,1-1,-1 0,1 0,-1 0,1 0,-1 0,1 0,0-1,0 1,0-1,0 0,0 0,0 0,1 0,-1 0,0-1,0 0,1 1,-1-1,0 0,1-1,10-2</inkml:trace>
  <inkml:trace contextRef="#ctx0" brushRef="#br0" timeOffset="-6471.553">18315 454,'-14'-7,"-6"-2,-3 3,4 7,4 7,7 6,5-1</inkml:trace>
  <inkml:trace contextRef="#ctx0" brushRef="#br0" timeOffset="-12000.159">9292 1069,'21'25,"0"1,-1 1,-2 1,-1 0,-1 1,-2 1,0 0,-2 1,7 31,-18-59,-2-2,1 0,0 0,0 0,0 0,-1 0,1 0,0 0,0 0,1 0,-1 0,0 1,0-1,0 0,1 0,-1 0,0 0,1 0,-1 0,1 0,0-1,-1 1,1 0,0 0,-1 0,1 0,0-1,0 1,-1 0,1-1,0 1,0-1,0 1,0-1,0 1,0-1,0 0,0 1,0-1,0 0,0 0,0 0,1 0,-1 0,0 0,0 0,0 0,0 0,0 0,0-1,0 1,0 0,0-1,0 1,0-1,108-107,7-31,-87 111,-24 46,-6 1,-1-14,1 0,-1 1,2-1,-1 1,0-1,1 1,0-1,0 1,1-1,0 0,0 1,0-1,0 1,1-1,0 0,0 0,0 0,1 0,0 0,0-1,0 1,0-1,1 0,-1 0,1 0,0 0,1 0,-1-1,4 2,0-2,0 0,0-1,0 0,0-1,0 1,1-2,-1 1,0-1,1 0,-1-1,0 0,0-1,1 1,-1-1,0-1,0 0,-1 0,1 0,-1-1,1-1,4-1,0-1,-1-1,-1 0,1-1,-1 0,-1 0,1-1,-2 0,1-1,-2 0,1 0,0-2,6-28,-29 59,13-12,0 0,0 0,0 0,1 0,0 0,0 0,0 0,1 0,0 1,0-1,1 0,0 0,0 0,0 0,1 0,0 0,0 0,0 0,1-1,-1 1,2-1,-1 0,0 0,1 0,0 0,0 0,1-1,-1 0,1 0,0 0,0-1,4 3,15 6</inkml:trace>
  <inkml:trace contextRef="#ctx0" brushRef="#br0" timeOffset="-11751.825">10133 802,'3'2,"7"3,6 6,1 0</inkml:trace>
  <inkml:trace contextRef="#ctx0" brushRef="#br0" timeOffset="-11476.26">10388 1123,'16'31,"1"0,2-2,0 0,2-1,1-1,16 14,-36-38,-1-1,1 1,0-1,0 0,0 1,0-1,0 0,0 0,1-1,-1 1,1 0,-1-1,1 0,0 1,-1-1,1 0,0 0,0-1,0 1,0 0,0-1,0 0,0 0,0 0,-1 0,1 0,0-1,0 1,0-1,0 1,0-1,0 0,-1-1,2 1,3-9,-1 0,-1-1,0 0,0 1,-1-1,-1-1,0 1,0 0,-1-1,0 0,-1-2,3-9,0-5,-4 21,0-1,1 0,0 0,1 1,0-1,0 1,1-1,0 1,0 0,0 0,1 0,0 0,1 1,0-1,5-1</inkml:trace>
  <inkml:trace contextRef="#ctx0" brushRef="#br0" timeOffset="-10396.41">10842 1350,'19'-3,"0"-1,-1-1,1 0,-1-2,0 0,0-1,-1 0,0-2,-1 0,0-1,-1-1,0 0,0-1,3-5,-10 10,-1 0,-1-1,0 1,0-1,0 0,-1-1,-1 0,0 0,0 0,0 0,-2 0,1-1,0-8,-3 17,1 1,-1-1,0 1,0-1,0 0,0 1,0-1,0 1,0-1,0 0,-1 1,1-1,-1 1,1-1,-1 1,0-1,1 1,-1-1,0 1,0 0,0-1,0 1,0 0,-1 0,1 0,0 0,0 0,-1 0,1 0,0 0,-1 1,1-1,-1 0,1 1,-1-1,0 1,1 0,-1-1,1 1,-1 0,0 0,1 0,-1 0,0 0,-3 1,0 0,-1 0,1 0,0 1,0-1,0 1,0 0,0 1,1-1,-1 1,1 0,-5 4,5-4,0 1,0-1,0 1,0 0,1 1,0-1,0 1,0-1,0 1,1 0,-1 0,1 0,1 0,-1 1,1-1,0 0,0 1,0-1,1 1,0-1,0 1,0-1,1 1,-1-1,1 1,1-1,-1 0,1 0,0 1,0-1,1 0,-1-1,1 1,0 0,0-1,1 0,-1 1,1-1,8 4,0 0,0-1,0 0,1-1,0 0,0-1,1 0,-1-1,1-1,0 0,0-1,0-1,0 0,0 0,1-2,-1 0,0 0,0-1,0-1,8-3,-11 2,-1 1,0-2,0 0,0 0,-1 0,0-1,0-1,0 0,-1 0,0 0,0-1,-1 0,0-1,0 0,-1 0,0 0,-1-1,0 0,0 0,2-10,7-22,-2-1,-2 0,-2 0,1-27,-8 68,8-64,-2-1,-3 0,-3 1,-3-1,-10-55,-17 18,27 100,0 0,0 0,0 0,0 0,0 0,-1 1,1-1,-1 1,0 0,0 0,-1 0,1 0,-1 0,1 1,-1 0,0-1,0 2,0-1,0 0,0 1,0-1,-4 1,5 0,-1 2,0-1,0 0,0 1,0 0,0 0,1 0,-1 0,0 0,1 1,-1 0,1 0,0 0,-1 0,1 0,0 1,0-1,1 1,-1 0,0 0,1 0,0 0,-1 0,0 2,-39 90,36-67,0 0,2 1,1-1,2 1,0 0,2-1,1 1,2 0,0-1,2 0,7 18,2 2,2 0,2-2,3 0,1-1,2-1,9 8,-22-33,0-1,1 0,1-1,0 0,1-2,1 1,1-2,0 0,0-1,3 0,-16-11,1 0,-1-1,0 0,0 0,0 0,1 0,-1 0,1-1,-1 0,0 0,1 0,-1-1,0 1,1-1,-1 0,0 0,0-1,1 1,-1-1,0 0,-1 0,1 0,0 0,0-1,-1 0,0 1,1-1,-1-1,0 1,-1 0,1-1,-1 1,1-1,-1 0,0 0,1-2,62-137,-42 85,-26 125,3-64,0 0,1 1,-1-1,1 0,-1 1,1-1,0 0,0 1,1-1,-1 0,1 0,-1 0,1 0,0-1,0 1,0 0,1-1,-1 1,0-1,1 0,0 0,0 0,-1 0,1 0,0-1,0 1,1-1,-1 0,0 0,0 0,1 0,-1 0,0-1,1 0,1 1,3 0,-1-1,1 1,0-1,0 0,0-1,-1 0,1 0,0-1,-1 0,1 0,-1-1,0 0,0 0,0 0,0-1,0 0,-1-1,0 0,0 1,0-2,0 1,-1-1,0 0,0 0,0 0,-1-1,0 0,-1 0,2-3,10-31,-16 121,1-73,0-1,0 0,1 0,0 0,1 0,-1 0,1 0,0-1,1 1,-1 0,1-1,0 0,1 0,-1 0,1 0,0 0,0-1,1 1,-1-1,1 0,0-1,0 1,0-1,0 0,1 0,-1 0,1-1,0 0,0 0,0-1,0 1,4-1,0-1,-1-1,0 0,0 0,0-1,0 0,0-1,0 0,-1 0,1-1,-1 0,0 0,0-1,0 0,-1 0,0-1,0 0,6-7,4-5,-1 0,-1-2,0 1,-2-2,0 0,2-6,6-19,-2 0,-2-1,-3-1,-1-1,-2 0,-3 0,-1-1,-3 0,-2-7,-15-57,12 109,0 1,0-1,-1 1,1 0,-1 0,-1 0,1 0,0 0,-1 0,0 1,0-1,0 1,0 0,0 0,-1 0,1 0,-1 1,0-1,0 1,0 0,0 0,0 0,-3 0,2 1,-1 0,1 1,-1 0,1 0,-1 0,1 1,-1-1,1 1,0 0,-1 1,1 0,0-1,0 2,0-1,0 1,0-1,1 1,-1 0,1 1,0-1,0 1,0 0,0 0,-2 4,-4 4,0 1,1 0,1 0,0 1,1 1,0-1,1 1,1 1,-3 11,1 1,2 0,1 0,1 1,1-1,2 0,0 1,3-1,0 1,1-1,2 0,1 0,1-1,2 0,0-1,2 0,1 0,15 22,-20-36,0-1,1 0,0 0,1-1,0 0,1-1,0 0,0 0,1-1,0-1,0 0,1-1,0 0,0-1,0 0,11 1,24 3</inkml:trace>
  <inkml:trace contextRef="#ctx0" brushRef="#br0" timeOffset="-13195.504">7794 1230,'-2'23,"-1"23,2 20,7 14,3 10,6 5,2 1,-2-5,-3-10,-4-10,-5-14,-6-13,-5-16,-3-13,-4-17,1-8</inkml:trace>
  <inkml:trace contextRef="#ctx0" brushRef="#br0" timeOffset="-12730.048">7754 1658,'-2'-85,"1"28,1 0,4 0,3-13,-7 67,0 0,1 0,-1-1,1 1,-1 1,1-1,0 0,0 0,1 0,-1 0,0 1,1-1,0 0,-1 1,1-1,0 1,1 0,-1 0,0 0,0 0,1 0,-1 0,1 1,0-1,0 1,-1 0,1 0,0 0,0 0,0 0,0 0,0 1,0 0,0-1,0 1,0 0,3 1,15 1,1 2,-1 0,0 2,-1 0,1 1,-1 1,-1 1,0 1,0 0,8 7,-20-12,0 0,0 0,-1 0,0 0,0 1,-1 0,1 1,-1-1,-1 1,2 2,-5-7,0 0,0 1,0 0,0-1,0 1,0 0,-1-1,1 1,-1 0,0-1,0 1,0 0,0 0,0 0,-1-1,1 1,-1 0,0-1,0 1,0 0,0-1,0 1,0-1,-1 0,1 1,-1-1,0 0,1 0,-1 0,0 0,-2 1,-10 6,-1 0,1-2,-2 0,1 0,-1-1,0-1,0-1,-1 0,1-1,-1-1,0 0,0-2,0 0,-11-1,6 0,33-7,146-17,-108 20,0-3,-1-1,0-3,0-1,41-20,-80 29,-1-1,1 0,-1 0,0-1,-1 0,1 0,-1-1,-1 0,4-4,-8 9,-1 0,1 0,-1 0,0 0,1 0,-1-1,0 1,0 0,-1 0,1-1,0 1,-1-1,1 1,-1 0,0-1,0 1,0-1,0 1,0-1,-1 1,1-1,-1 1,1 0,-1-1,0 1,0 0,0 0,0-1,0 1,-1 0,1 0,-1 0,1 1,-1-1,0 0,1 0,-1 1,0-1,-1 0,-1-1,0 0,0 1,-1-1,1 1,-1 0,1 0,-1 0,0 0,1 1,-1 0,0 0,0 0,0 1,0 0,0 0,0 0,0 0,0 1,0 0,0 0,1 0,-1 0,0 1,0 0,1 0,0 0,-1 1,1-1,0 1,0 0,0 0,0 0,1 1,-1 0,1-1,0 1,0 0,0 0,1 1,0-1,-1 1,1-1,1 1,-1 0,1-1,0 1,2 3,0-2,1 1,0 0,0 0,1 0,-1-1,2 1,-1-1,1 0,0 0,0 0,0-1,1 0,0 1,0-1,0-1,1 1,0-1,-1 0,1 0,1-1,-1 0,1 0,-1 0,1-1,0 0,2 0,140 33,-77-27</inkml:trace>
  <inkml:trace contextRef="#ctx0" brushRef="#br0" timeOffset="-29868.554">214 1243,'-4'22,"2"0,0 0,1 1,2-1,0 0,1 0,1 0,2 5,-3-14,1 1,1-1,0 0,0 0,1 0,1-1,0 0,4 5,-8-14,0 1,0-1,1 0,-1-1,1 1,0 0,0-1,0 1,0-1,0 0,0 0,1 0,-1-1,0 1,1-1,0 0,-1 1,1-2,0 1,0 0,-1-1,1 0,0 0,0 0,0 0,-1 0,1-1,0 0,0 0,-1 0,1 0,0-1,6-4,0-1,-1 0,1 0,-1-1,-1 0,0-1,0 0,0 0,-2-1,1 0,-1 0,0 0,-1-1,0 0,-1 0,0 0,-1-1,0 1,-1-1,0 0,-1-4,4-72,-11 78,2 25,1 9,1 0,1 1,1 0,1-1,4 15,-4-30,0-1,1 1,0-1,1 0,0 0,0 0,1 0,0 0,0-1,1 1,0-1,0-1,1 1,0-1,0 1,0-2,4 4,16 6</inkml:trace>
  <inkml:trace contextRef="#ctx0" brushRef="#br0" timeOffset="-27781.569">802 1297,'5'5,"-1"1,-1 0,1 0,-1 0,0 0,0 0,-1 1,1-1,-1 1,0 3,3 8,10 31,-11-30,2 0,0 0,1 0,1-1,1 0,7 11,-15-27,1 1,-1-1,1 0,0 0,0 0,0 0,0 0,0-1,0 1,0 0,1-1,-1 0,1 1,-1-1,1 0,-1 0,1-1,0 1,-1 0,1-1,0 0,0 1,-1-1,1 0,0-1,-1 1,1 0,0-1,0 1,-1-1,1 0,-1 0,1 0,-1 0,1-1,4-2,0 0,-1-1,0 0,0 0,-1 0,1-1,-1 1,0-1,-1-1,1 1,-1-1,0-1,7-14,-2-1,0 0,-2-1,-1 0,0 0,-2-1,-1 1,0-18,-9 19,2 34,0 0,1 1,0-1,1 1,0 0,0 0,2 0,-1-1,1 1,2 5,-2-12,1 0,0 0,0 0,0-1,0 1,1 0,0 0,0-1,0 1,1-1,0 1,-1-1,1 0,1 0,-1-1,1 1,-1-1,1 1,0-1,0 0,1 0,-1-1,0 0,1 1,0-1,-1-1,1 1,0-1,0 0,0 0,0 0,0-1,0 1,0-1,0 0,0-1,0 1,0-1,0 0,3-2,0 1,0-2,0 1,-1-1,0 0,0 0,0-1,0 0,-1 0,0-1,0 0,0 0,-1 0,1-1,-2 1,1-1,-1-1,0 1,0-1,-1 1,0-1,-1 0,1 0,-2 0,1 0,-1 0,0-1,-1 1,0 0,0-1,-1-2,-7-12,-7 34,11-4,1 0,0 0,0 1,1-1,0 1,1-1,-1 1,1 0,1 0,-1 0,2-1,-1 1,1 0,0 0,0 0,1-1,0 1,1-1,-1 1,1-1,1 0,0 0,-1-1,2 1,-1-1,1 1,0-1,1-1,-1 1,1-1,4 3,1-2,1-1,-1-1,0 0,1-1,0 0,0 0,0-1,0-1,0 0,0-1,1 0,-1-1,0 0,0-1,0 0,0-1,0-1,-1 1,0-2,1 0,-1 0,-1-1,1 0,-1-1,0 0,-1-1,1 0,-2 0,1-1,-1 0,1-3,0 0,-2-1,1-1,-2 1,0-1,0 0,-2-1,1 1,-2-1,0 0,-1 0,0 0,-1-4,-1 18,1 0,-1 0,1 1,-1-1,0 0,1 0,-1 0,0 0,0 1,1-1,-1 0,0 0,0 0,0 0,0 0,0 0,0 0,-1 1,1-1,0 0,0 0,-1 0,1 0,0 0,-1 1,1-1,-1 0,1 0,-1 1,1-1,-1 0,0 1,1-1,-1 1,0-1,1 0,-1 1,0 0,0-1,0 1,1-1,-1 1,0 0,0 0,0-1,0 1,0 0,0 0,1 0,-1 0,0 0,0 0,0 0,0 1,0-1,0 0,0 0,1 1,-1-1,0 0,0 1,0-1,1 1,-2-1,-4 11,1-1,-1 1,2 0,-1 0,1 1,1-1,0 1,1 0,0 0,1 0,0 1,-1 6,-13 128,7-1,7 16,-4 60,5-203,0-12,1 0,-2 1,1-1,-1 0,0 0,0 0,-1 0,0 0,-1-1,-2 7,5-13,0 0,0 1,-1-1,1 1,0-1,-1 0,1 1,0-1,-1 0,1 1,0-1,-1 0,1 0,-1 0,1 1,-1-1,1 0,-1 0,1 0,0 0,-1 0,1 0,-1 0,1 0,-1 0,1 0,-1 0,1 0,-1 0,1 0,-1 0,1 0,0 0,-1-1,1 1,-1 0,1 0,-1-1,1 1,0 0,-1 0,1-1,0 1,-1 0,1-1,0 1,0-1,-1 1,1 0,0-1,0 1,-1-1,1 1,0-1,0 1,-13-27,2-15,2 1,2-1,2-1,0-41,5 83,-4-41,1-1,2 0,3 0,1 0,1 1,3 0,2 0,1 0,2 1,2 1,8-15,-20 50,0 0,1-1,0 1,-1 0,2 1,-1-1,0 0,1 1,0 0,0 0,0 0,1 0,-1 1,1-1,0 1,0 0,0 1,0-1,1 1,-1 0,1 0,-1 1,1 0,0 0,-1 0,1 1,0-1,0 1,-1 1,5 0,-2 3,0 1,0 0,0 1,0 0,-1 0,0 1,0 0,-1 0,0 1,0-1,-1 1,0 1,0-1,-1 1,0 0,0 0,-1 0,-1 0,1 0,-1 1,-1-1,1 6,-1-6,-1-1,1 0,-1 0,-1 1,0-1,0 0,0 0,-1 0,0 0,-1 0,0 2,1-7,1 0,-1 1,1-1,-1 0,0 0,0 0,-1-1,1 1,-1 0,1-1,-1 0,0 1,0-1,0 0,0-1,0 1,0 0,0-1,-1 0,1 1,0-1,-1-1,1 1,-1 0,1-1,-1 0,0 0,1 0,-1-1,1 0,0 0,0 0,0-1,0 1,0-1,1 0,-1 1,0-1,1 0,-1-1,1 1,0 0,-1-1,1 1,0-1,1 0,-1 0,0 1,1-1,0 0,-1 0,1-1,0 1,1 0,-1 0,1 0,-1-1,1 1,0 0,0 0,0-1,1 1,-1 0,1 0,0-1,0 1,0 0,0 0,0 0,1 0,-1 0,1 0,0 1,0-1,1-1,10-16,2 2,0-1,1 2,0 0,17-13,4-5,-9 10,-2-2,-1-1,-1-1,-1-1,-2-1,-1 0,-2-2,-1-1,-1 0,8-27,-15 27,0 0,-3 0,-1-1,-1 0,-2 0,-1-1,-2-2,1 31,0 1,0-1,-1 1,0-1,0 1,0 0,-1 0,0 0,0 0,0 0,-1 0,0 0,0 0,-1 1,0 0,1 0,-4-3,4 7,1 0,-1 1,1-1,-1 1,0-1,1 1,-1 0,1 0,-1 0,0 0,1 1,-1-1,1 1,-1 0,0-1,1 1,0 0,-1 0,1 1,0-1,-1 0,1 1,0 0,0-1,0 1,0 0,1 0,-1 0,0 0,1 0,-1 1,1-1,0 0,0 1,-1 0,-11 22,1 1,1 0,2 1,0 0,2 0,1 1,1-1,1 2,2-1,0 0,2 0,3 15,-1-8,2 0,2 0,1-1,1 0,2 0,2-1,1 0,1-1,2 0,1-2,1 0,20 24,45 28,-80-80,1 0,-1 1,1-1,-1-1,1 1,0 0,-1-1,1 0,0 0,0 0,0 0,0-1,0 0,0 1,0-1,0-1,0 1,0-1,0 1,0-1,0 0,-1 0,1-1,0 1,-1-1,1 0,2-2,6-8,0 0,-1-1,-1-1,0 0,-1 0,0-1,-1 0,-1 0,0-1,-2 0,1 0,-2-1,1-6,-1 9,17-79,-21 92,0 0,-1 1,1-1,0 0,0 1,-1-1,1 1,0-1,0 0,-1 1,1-1,-1 1,1-1,-1 1,1-1,-1 1,1-1,-1 1,1 0,-1-1,1 1,-1 0,0-1,1 1,-1 0,0 0,1 0,-1-1,0 1,1 0,-1 0,0 0,1 0,-1 0,0 0,1 1,-1-1,0 0,1 0,-1 0,0 0,1 1,-1-1,1 0,-1 1,0-1,1 1,-1-1,1 0,-1 1,1-1,0 1,-1-1,1 1,-1 0,1-1,0 1,-1-1,1 1,0 0,0-1,-1 1,1 0,0 0,-8 10,0 1,1 0,0 1,1 0,1 0,0 0,0 1,2 0,-1-1,2 1,0 0,1 1,0-1,1 11,0-17,0 1,1 0,0 0,1 0,0 0,0-1,1 1,0-1,1 0,-1 1,2-1,-1-1,1 1,0-1,0 0,1 0,0 0,1-1,-1 0,1 0,0-1,1 0,-1 0,1-1,0 0,0 0,0 0,1-1,-1-1,1 1,0-2,-1 1,3-1,-5 0,1-1,-1 0,1 0,-1-1,1 0,-1 0,1-1,-1 0,0 0,0 0,0 0,0-1,0 0,-1-1,1 1,-1-1,0 0,0 0,0-1,-1 0,1 1,-1-1,0-1,0 1,-1-1,2-3,3-7,0-1,-2-1,0 1,0-1,-2 0,0 0,-1 0,0-16,-3 27,3-12,-2 0,0 0,-1 0,-1 0,-1 0,-1 1,-3-13,6 30,0 0,0 0,0 0,-1 0,1-1,0 1,-1 0,1 0,-1 0,1 0,-1 0,0 0,1 0,-1 0,0 0,0 0,0 1,1-1,-1 0,0 0,0 1,0-1,0 1,0-1,0 1,-1-1,1 1,0-1,0 1,0 0,-1 0,1 1,1 1,0-1,0 1,-1-1,1 1,0-1,1 0,-1 1,0-1,0 1,1-1,-1 1,1-1,-1 1,1-1,-1 0,1 1,0-1,0 0,0 0,0 0,0 1,0-1,0 0,0 0,0 0,0-1,1 2,10 7,0 0,0 0,1-2,0 1,1-2,0 0,0 0,11 2,61 29,-82-34,0 1,0-1,0 1,0 0,-1 0,0 0,0 0,0 0,-1 1,1 0,-1-1,0 1,0 0,-1 0,1 0,-1 0,0 0,-1 0,1 1,-1-1,0 0,0 0,-1 0,1 1,-1-1,0 0,-1 0,1 4,0 0,1 0,0 0,1-1,-1 1,2 0,-1 0,1-1,2 5,-2-9,0-1,0 1,1-1,-1 0,1 0,0 0,0 0,0 0,0-1,0 1,0-1,1 0,-1 0,1 0,0-1,0 1,-1-1,1 0,0 0,0 0,0 0,0-1,2 0,95-7,-84 3,-1-2,0 0,-1-1,1 0,-1-2,-1 1,0-2,0 0,0-1,-2 0,1-1,-1 0,-1-1,0 0,-1-1,-1 0,0-1,-1 0,0 0,5-16,-10 22,-1 1,0 0,0-1,-1 0,0 1,-1-1,0 0,0 1,-1-1,0 0,-1-3,2 9,-1 0,0 0,0 1,0-1,0 0,0 1,0-1,-1 0,1 1,-1 0,0-1,1 1,-1 0,0 0,0 0,-1 0,1 0,0 0,-1 1,1-1,-1 1,1 0,-1 0,0 0,0 0,1 0,-1 0,0 1,0-1,0 1,0 0,0 0,1 0,-1 0,-2 1,0 0,0 0,-1 0,1 1,0 0,0 0,0 0,1 0,-1 1,0 0,1 0,0 0,0 1,0-1,0 1,0 0,1 0,0 0,-1 1,2-1,-1 1,0-1,1 2,-3 4,1-1,0 1,1 0,0 0,1 0,0 0,1 0,0 1,0-1,1 1,0 1,2-2,-1 0,1 0,1 0,0 0,0 0,1-1,0 1,0-1,1 0,1 0,-1-1,2 0,-1 0,1 0,0-1,0 1,1-2,3 3,8 5,1-1,0-1,1-1,0-1,1-1,0 0,10 1,39 10</inkml:trace>
  <inkml:trace contextRef="#ctx0" brushRef="#br0" timeOffset="-26402.062">254 2219,'1'568,"-1"-556,-1 5,1 1,1-1,1 0,0-1,1 1,1 0,1-1,3 10,-6-23,0 1,0-1,0 1,1-1,-1 0,1 0,0 0,0 0,0 0,0-1,0 1,1-1,-1 0,1 0,0 0,-1 0,1-1,0 0,0 1,0-1,0-1,0 1,0-1,0 1,0-1,0 0,1-1,-1 1,0-1,3 0,8-2,-1-1,0 0,0-1,0-1,0 0,-1-1,13-8,-16 9,0-1,0 0,-1-1,1 0,-2-1,1 0,-1 0,0-1,-1 0,-1 0,1-1,-1 0,-1 0,0 0,-1 0,0-1,-1 0,1-4,-3 14,-1 0,1 0,-1 0,1 0,-1-1,0 1,0 0,0 0,0 0,0 0,0 0,0-1,-1 1,1 0,-1 0,0 0,0 0,0 0,1 0,-2 0,1 1,0-1,0 0,-1 0,1 1,-1-1,1 1,-1-1,1 1,-1 0,0 0,0 0,0 0,0 0,0 0,0 0,0 0,0 1,0-1,0 1,0 0,0-1,0 1,-1 0,1 0,0 1,0-1,0 0,0 1,0-1,0 1,0 0,0-1,-1 1,-2 4,-1 0,1-1,0 2,0-1,1 0,-1 1,1 0,1 0,-1 0,1 1,0-1,0 1,1 0,0-1,0 1,1 0,-1 0,2 1,-1-1,1 0,0 0,0 0,1 0,0 0,0 0,1 0,0 0,0 0,1 0,2 4,1-2,2 1,-1-2,1 1,0-1,1 0,0-1,0 0,1 0,-1-1,2-1,-1 1,0-1,1-1,0 0,0-1,0 0,1-1,-1 0,1 0,1-1,30 2</inkml:trace>
  <inkml:trace contextRef="#ctx0" brushRef="#br0" timeOffset="-24955.036">175 2473,'98'-2,"0"4,0 4,0 5,-1 3,94 29,-167-36,0 2,-1 0,0 2,0 0,-1 2,-1 0,4 5,-17-12,0 1,0 1,0-1,-1 2,0-1,0 1,-1 0,0 0,-1 0,0 1,0 0,-1 0,-1 0,1 1,-2-1,1 1,0 7,-8 118,5-134,0-1,-1 1,1-1,0 0,0 1,1-1,-1 0,0 1,0-1,0 1,1-1,-1 0,1 0,-1 1,1-1,0 0,-1 0,1 0,0 1,0-1,0 0,0 0,0 0,0 0,0-1,0 1,0 0,0 0,1-1,-1 1,0-1,0 1,1-1,-1 1,0-1,1 0,-1 1,0-1,1 0,-1 0,1 0,-1 0,0 0,1-1,-1 1,59-27,-48 15,0 0,-1-1,-1-1,0 0,0 0,-2-1,0 0,0 0,-2-1,0 0,0 0,-2-1,0 1,-1-1,0 0,-1-15,-12 85,8-39,1 0,1-1,0 1,1 0,0 0,1 0,3 10,-4-20,1 1,-1-1,1 0,0 1,0-1,1 0,-1 0,1 0,0-1,0 1,0-1,0 0,1 1,-1-1,1-1,0 1,0 0,0-1,0 0,0 0,0 0,1-1,-1 1,1-1,0 0,2 0,1 0,0-1,0 0,-1 0,1-1,0 0,-1 0,1-1,-1 0,1 0,-1-1,0 0,0 0,0 0,-1-1,1 0,-1-1,0 0,0 1,0-2,-1 1,1-1,-1 0,-1 0,1 0,-1-1,0 1,-1-1,1 0,-1 0,-1 0,1-1,-1-1,2-3,-1-1,0-1,-1 1,0 0,-1 0,0-1,-2 1,0-13,0 26,1 0,0 0,0 1,0-1,-1 0,1 0,0 0,-1 1,1-1,0 0,0 0,-1 0,1 0,0 0,-1 1,1-1,0 0,-1 0,1 0,0 0,-1 0,1 0,0 0,-1 0,1 0,0 0,-1-1,1 1,0 0,-1 0,1 0,0 0,0 0,-1 0,1-1,0 1,-1 0,1 0,0-1,0 1,0 0,-1 0,1-1,0 1,0 0,0 0,-1-1,1 1,0 0,0-1,0 1,0-1,-11 33,8-25,1 1,0-1,0 1,0-1,1 1,0 0,1 0,-1-1,2 1,-1 0,1 0,0 0,1-1,0 1,0-1,0 1,1-1,0 0,1 0,0 0,0 0,0-1,1 1,-1-1,7 5,0-5,2 0,-1-1,1-1,-1 1,1-2,0 0,1-1,-1 0,0-1,1 0,-1-1,1-1,-1 0,0 0,0-2,1 0,2-1,-6 2,0-1,0 0,0 0,-1-1,1-1,-1 1,0-1,0-1,-1 0,0 0,0-1,0 0,-1 0,0 0,0-1,-1-1,0 1,0-1,-1 0,0 0,-1 0,0-1,2-7,-2 1,0 1,-1-1,-1 0,-1 0,0-1,-1 1,-1 0,-2-14,-7 18,-1 34,-1 25,2 1,2 0,-1 48,9-95,-7 160,6 0,12 51,-1 10,-7-111,-3-94,-2-28,-19-347,20 316,-5-135,7 0,10-22,-11 194,14-64,-14 67,1 0,0 0,0 0,0 0,0 0,0 0,0 0,0 1,1-1,-1 0,1 1,-1-1,1 1,-1 0,1-1,0 1,0 0,0 0,0 0,0 0,0 0,0 1,0-1,0 0,0 1,0 0,0 0,2-1,7 3,0 1,0 0,0 1,-1 0,1 0,-1 1,0 0,0 1,-1 0,0 1,0 0,0 0,-1 1,0 0,0 1,1 2,-5-8,-1 0,1 0,0 0,-1 1,0 0,0-1,0 1,0 0,-1 1,0-1,1 0,-1 1,-1-1,1 1,-1-1,0 1,0 0,0 0,0 0,-1-1,0 1,0 0,-1 0,1 0,-1 0,0-1,0 1,0 0,-1-1,0 1,0-1,0 1,-2 1,-2 0,-1-1,0 0,0-1,0 1,-1-2,0 1,0-1,0 0,0 0,0-1,0 0,0-1,-1 0,1 0,-1-1,1 0,-1 0,-5-2,12 2,1-1,-1 1,1 0,-1-1,0 0,1 1,-1-1,1 0,0 0,-1 0,1 0,0 0,-1 0,1 0,0 0,0 0,0-1,0 1,0 0,0-1,0 1,1-1,-1 1,0-1,1 0,-1 1,1-1,0 1,-1-1,1 0,0 1,0-1,0 0,0 1,1-1,-1 0,0 1,1-1,-1 0,1 1,-1-1,1 1,0-1,-1 1,1-1,0 1,0 0,0-1,0 1,1 0,-1 0,0 0,0 0,1 0,-1 0,1 0,11-10,0 0,1 2,1-1,-1 2,2 0,-1 0,1 2,0 0,0 1,1 0,-1 2,11-2,-24 4,1-1,-1 1,1 0,-1 1,1-1,0 1,-1-1,1 1,0 0,-1 0,1 1,0-1,-1 1,1 0,-1 0,1 0,-1 0,1 1,-1-1,0 1,0 0,0 0,0 0,0 0,0 0,0 1,-1-1,2 3,1 94,-3-97,-1-1,1 1,-1 0,1-1,0 1,0-1,0 1,-1-1,1 0,0 0,1 0,-1 0,0 0,0 0,0-1,0 1,1-1,-1 1,0-1,1 0,-1 0,0 0,1 0,-1 0,0-1,0 1,1-1,-1 1,1-1,4-1,0 1,-1-1,1 0,-1-1,0 0,0 0,0 0,0-1,0 1,-1-1,1-1,-1 1,0-1,-1 0,1 0,-1 0,0-1,0 1,-1-1,1 0,-1 0,0-1,-1 1,0 0,0-1,0 0,-1 1,0-1,0 0,-1 0,0 1,0-1,0 0,-1 0,0 0,0 1,-1-1,0 1,0-1,-1 1,1 0,-1-1,1 5,1-1,0 1,-1 0,1-1,-1 1,1 0,-1 0,0 0,0 0,0 0,0 0,-1 1,1-1,0 1,-1-1,1 1,-1 0,1 0,-1 0,1 0,-1 1,0-1,0 1,1-1,-1 1,0 0,0 0,1 0,-1 1,0-1,0 1,1-1,-1 1,1 0,-1 0,0 0,1 0,0 1,-1-1,1 1,0-1,0 1,-1 0,1 0,1 0,-1 0,0 0,0 0,1 0,-1 1,1-1,0 1,0-1,0 1,-3 28,5 0</inkml:trace>
  <inkml:trace contextRef="#ctx0" brushRef="#br0" timeOffset="-24467.016">2781 2928,'-58'-293,"57"293,0-2,1 0,-1 0,0 0,0 0,1 0,-1 0,1-1,0 1,-1 0,1 0,0 0,0-1,1 1,-1 0,0 0,1 0,-1 0,1-1,0 1,0 0,0 0,0 0,0 0,0 1,0-1,1 0,-1 0,1 1,-1-1,1 1,-1-1,1 1,0 0,0 0,0-1,2 1,5 3,0 0,-1 1,1 0,0 1,-1-1,0 2,0-1,0 1,-1 1,1-1,-1 1,-1 0,1 1,-1 0,2 2,3 2,0 0,-1 0,0 1,-1 1,0-1,-1 1,-1 1,0-1,-1 1,0 1,-1-1,-1 1,0 0,-1 0,0 3,-1 14,-3-27,0 1,0 0,1-1,0 1,0 0,1-1,0 1,0-1,0 1,0-1,1 1,0-1,0 0,1 1,-1-1,1-1,0 1,0 0,1-1,0 1,-1-1,1 0,1 0,-1-1,4 3,-2-4,0 0,1 0,-1-1,1 0,0 0,-1-1,1 1,0-2,0 1,-1-1,1 0,-1 0,1 0,-1-1,1 0,-1-1,0 1,0-1,3-2,3-2,-1 1,0-2,-1 1,0-2,0 1,-1-1,0-1,0 1,4-9,-6 8,-1 0,0-1,-1 0,0 0,-1-1,-1 1,1-1,0-11,-5 32,-2 2,1 0,0 0,1 1,1-1,-1 0,2 0,-1 0,2 0,-1 1,2-2,-1 1,5 10,-4-16,0 1,0-1,1 1,0-1,0-1,0 1,0 0,1-1,0 0,0 0,0 0,0-1,5 2,13 6</inkml:trace>
  <inkml:trace contextRef="#ctx0" brushRef="#br0" timeOffset="-24212.653">3315 2420,'0'13,"12"12,3 1</inkml:trace>
  <inkml:trace contextRef="#ctx0" brushRef="#br0" timeOffset="-23019.704">3717 2673,'-18'-93,"18"90,-1 0,1 0,1 0,-1 0,0 0,1 0,-1 0,1 0,0 1,0-1,0 0,0 0,1 0,-1 1,1-1,0 1,0-1,-1 1,2 0,-1 0,0 0,0 0,1 0,-1 0,1 0,-1 1,1 0,0-1,0 1,3 0,0 1,-1 0,1 1,0-1,-1 1,1 0,0 1,-1-1,1 1,-1 0,0 1,0-1,0 1,0 0,0 0,0 1,-1-1,1 1,-1 0,0 0,-1 0,1 1,-1 0,1-1,-1 1,-1 0,1 0,1 5,12 25,-1 2,-1-1,-3 2,-1 0,-1 0,-3 1,0-1,-3 1,-2 0,-2 28,-21 320,21-365,2 0,0 1,1-1,2 0,0-1,7 21,-9-35,1 1,0-1,0 0,1 1,0-2,0 1,1 0,0-1,0 0,0 0,1 0,0-1,0 1,0-2,1 1,0-1,-1 0,2 0,-1-1,4 2,-7-3,1-1,-1 0,1 0,-1 0,1 0,-1-1,1 0,0 0,-1 0,1 0,-1-1,1 0,-1 0,1 0,-1 0,1-1,-1 1,0-1,0 0,0-1,0 1,0-1,0 0,-1 0,0 0,1 0,-1 0,0-1,0 0,-1 1,1-1,-1 0,2-4,1-9,-1-1,0 1,-2-1,0 0,-1 0,0 0,-2 0,0 0,-1 0,-1 0,0 1,-2-1,0 1,-1 0,0 0,-2 1,0 0,-1-1,-11-23,-2 0,-2 2,-1 1,-1 1,-3 1,0 2,-3 0,0 3,-2 0,-1 2,-19-10,5 3,49 34,0 1,0-1,0 1,0 0,0-1,0 1,0-1,0 1,0-1,0 1,0 0,0-1,0 1,0-1,0 1,0 0,0-1,0 1,1-1,-1 1,0 0,0-1,0 1,1 0,-1-1,0 1,1 0,-1-1,0 1,1 0,-1 0,0-1,1 1,-1 0,0 0,1 0,-1 0,1-1,-1 1,0 0,1 0,-1 0,1 0,-1 0,0 0,1 0,-1 0,1 0,-1 0,0 0,1 0,-1 1,1-1,-1 0,0 0,1 0,-1 0,1 1,-1-1,0 0,1 0,229 3,62-16,-214-5,-77 17,1 0,-1 0,0-1,0 1,0-1,0 1,0-1,-1 0,1 1,0-1,-1 0,1 1,-1-1,1 0,-1 0,0 1,0-1,0 0,0 0,0 1,0-1,0 0,-1 0,1 1,-1-1,1 0,-1 0,0 1,1-1,-1 1,0-1,0 1,0-1,0 1,0-1,-1 1,1 0,0 0,-1 0,1-1,-1 2,1-1,-1 0,1 0,-1 0,0 1,1-1,-1 0,-1 1,-6-7,-1 1,0 0,0 1,0 0,-1 1,0 0,0 0,0 1,0 1,0 0,-1 0,1 1,-1 1,-4 0,13 0,1 1,-1-1,1 1,-1 0,1 0,-1 0,1 0,0 0,-1 1,1-1,0 1,0-1,0 1,0 0,0 0,1 0,-1 0,0 0,1 0,0 0,-1 0,1 1,0-1,0 1,0-1,1 1,-1-1,1 1,-1-1,1 1,0 1,-1 3,1 0,1-1,-1 1,1 0,0-1,1 1,-1-1,1 1,1-1,-1 0,1 0,0 1,2-1,-1 1,1 0,0-1,1 0,0 0,0-1,0 1,0-1,1-1,0 1,0-1,0 0,1-1,-1 1,1-2,0 1,0-1,1 0,-4-1,0 0,1 0,-1-1,0 1,1-1,-1-1,0 1,1-1,-1 0,0 0,0 0,0-1,0 1,0-1,0-1,0 1,-1-1,1 0,-1 0,0 0,0 0,0-1,0 0,0 1,-1-2,0 1,0 0,1-2,0 0,-1-1,0 0,0-1,-1 1,0 0,0-1,-1 0,0 1,0-1,0 0,-1-2,1 20,1-1,1 0,-1 1,1-1,1-1,0 1,0 0,1-1,0 0,0 0,1 0,0-1,0 0,1 0,0 0,0-1,1 0,0-1,0 1,0-2,0 1,1-1,0 0,0-1,0 0,0 0,0-1,3 0,-8-2,0 1,-1-1,1-1,0 1,-1-1,1 1,0-1,-1 0,1 0,-1 0,0-1,1 1,-1-1,0 0,0 0,0 0,0 0,0-1,0 1,-1-1,1 0,-1 0,0 0,0 0,0 0,0 0,0 0,-1 0,1-1,-1 1,0-1,0 1,0-1,-1 0,1 1,-1-1,0 0,0-3,-3-164,-4 74,7 96,-1 0,1 0,0 0,0 0,-1-1,1 1,0 0,0 0,0 0,0 0,0-1,1 1,-1 0,0 0,0 0,1 0,-1 0,1-1,-1 1,1 0,-1 0,1 0,0 0,-1 0,1 1,0-1,0 0,0 0,0 0,0 1,0-1,0 0,0 1,0-1,0 1,0-1,0 1,0 0,0-1,0 1,1 0,-1 0,0 0,0 0,0 0,1 0,-1 0,10 4,0 0,-1 1,0 0,0 1,-1 0,1 1,-1 0,-1 0,1 1,-1 0,0 0,-1 1,0 0,-1 0,0 1,1 3,0 0,-1 0,-1 1,0 0,-1 0,0 1,-1-1,-1 1,0-1,-1 4,5 31,-5-45,-1 0,1 0,0 0,1 0,-1 0,0 0,1-1,0 1,0-1,0 1,0-1,1 0,-1 1,1-1,0-1,0 1,0 0,0-1,0 1,1-1,-1 0,1 0,-1 0,1-1,0 1,0-1,0 0,0 0,0 0,0-1,3 1,6 0,1-1,0 0,-1 0,1-2,0 0,-1 0,1-1,-1-1,0 0,0-1,-1 0,1-1,-1 0,0-1,-1-1,0 0,0 0,0-1,-1-1,-1 1,1-2,-2 1,1-1,-2 0,1-1,-1 0,-1 0,-1-1,1 1,-2-1,3-11,-6 17,0-1,-1 1,0 0,-1-1,1 1,-1-1,-1 1,1 0,-1 0,-1 0,1 0,-1 0,-1 0,3 4,-1 0,1 0,-1 1,0-1,0 0,0 1,0 0,0-1,-1 1,1 0,-1 0,1 0,-1 1,0-1,0 1,0-1,0 1,0 0,0 0,0 0,0 1,0-1,0 1,-1-1,1 1,0 0,0 1,0-1,-1 0,-1 1,-2 2,1 1,0-1,0 1,0 0,0 0,1 0,0 1,0 0,0 0,0 0,1 1,0 0,0 0,1 0,-1 0,1 0,0 1,1-1,0 1,0 0,0 0,1-1,0 1,0 0,1 0,0 0,0 4,1-2,0 1,0-1,1 0,0 0,1 0,-1 0,2 0,0-1,0 1,0-1,1 0,0 0,0-1,1 1,0-1,1 0,-1-1,1 1,8 4,6 4,0-1,1-1,0-1,1-1,0-1,21 5,34 8,-7-7</inkml:trace>
  <inkml:trace contextRef="#ctx0" brushRef="#br0" timeOffset="-21468.299">1 4091,'14'8,"0"1,-1 1,0 0,0 0,-1 2,-1-1,0 2,-1-1,0 1,0 1,-2 0,0 0,0 1,-1 0,-1 0,-1 0,0 1,-1 0,1 10,12 41,-16-66,-1 0,1 0,0-1,0 1,0 0,0-1,0 1,0-1,0 1,0-1,0 0,0 1,0-1,0 0,0 0,0 0,0 1,0-1,1 0,-1-1,0 1,0 0,0 0,0 0,0-1,0 1,0 0,0-1,0 1,0-1,0 1,0-1,0 0,0 1,0-1,-1 0,1 0,0 1,0-1,-1 0,1 0,-1 0,1 0,-1 0,1 0,-1 0,1 0,-1 0,0 0,0-1,1 1,158-226,-159 227,0-1,0 1,0-1,0 1,0 0,0-1,1 1,-1-1,0 1,0-1,0 1,1-1,-1 1,0 0,1-1,-1 1,0-1,1 1,-1 0,0-1,1 1,-1 0,1 0,-1-1,0 1,1 0,-1 0,1 0,-1-1,1 1,-1 0,1 0,-1 0,1 0,-1 0,1 0,-1 0,1 0,-1 0,1 0,-1 0,1 1,-1-1,1 0,-1 0,0 0,1 1,-1-1,1 0,-1 0,0 1,1-1,-1 0,1 1,-1-1,0 0,0 1,1-1,-1 1,0-1,0 0,1 1,-1-1,0 1,0-1,0 1,0-1,0 1,4 38,-4-37,0 15,-1-10,0-1,0 1,1-1,0 1,1-1,-1 1,1-1,0 0,1 1,0-1,0 0,0 0,0 0,1 0,0 0,0-1,1 1,0-1,0 0,0 0,4 3,1-3,1-2,0 0,-1 0,1 0,0-1,0-1,0 0,0 0,1-1,-1 0,0-1,0 0,0-1,0 0,0 0,0-1,-1 0,1-1,-1 0,0-1,0 0,0 0,-1-1,4-3,-3 3,-1 0,-1 0,1-1,-1-1,0 1,-1-1,0 0,0-1,-1 1,0-1,0 0,-1-1,0 1,-1-1,0 1,0-1,-1 0,-1 0,1 0,-2-1,-4 4,-2 25,4-11,0 0,0 0,1 0,0 0,1 1,0-1,0 0,0 0,1 1,0-1,0 0,1 0,0 0,0 0,0 0,1 0,0-1,1 1,0-1,0 0,0 0,0 0,1-1,0 1,0-1,1 0,-1-1,1 1,0-1,0 0,6 2,-4-2,1-1,-1 0,0-1,1 1,-1-2,1 1,0-1,-1 0,1-1,0 0,0-1,-1 0,1 0,0-1,-1 0,1 0,-1-1,0 0,0 0,0-1,0 0,0-1,-1 1,0-2,0 1,0-1,-1 0,0 0,0-1,-1 1,1-1,-1-1,-1 1,1-1,-1 1,0-4,1-4,-2-1,0 1,-1-1,0 0,-1 1,-1-1,-1 0,0 1,-1-2,1 53,2-20,2 1,0-1,0 0,2 0,0 0,1-1,0 0,1 0,1 0,0-1,1 0,1-1,0 0,9 8</inkml:trace>
  <inkml:trace contextRef="#ctx0" brushRef="#br0" timeOffset="-20544.882">1458 4104,'3'23,"1"-1,1 0,1 0,1-1,1 1,1-1,1-1,1 0,0 0,2-1,10 13,-20-29,0 1,-1-1,1 0,1 0,-1-1,0 1,1-1,-1 1,1-1,0 0,0 0,0-1,0 1,0-1,0 0,0 0,0 0,0-1,0 1,1-1,-1 0,0 0,1 0,-1-1,0 0,0 0,0 0,0 0,0 0,0-1,0 0,0 0,0 0,-1 0,1-1,-1 1,0-1,1 0,-1 0,2-3,3-5,1 0,-2-1,0 0,0 0,-1 0,-1-1,0 0,-1 0,0 0,-1-1,-1 1,0-1,0 0,-1-8,-3 3,2 19,0 0,0 1,0-1,0 0,-1 0,1 0,0 0,0 1,0-1,0 0,0 0,0 0,0 0,-1 1,1-1,0 0,0 0,0 0,0 0,0 0,-1 0,1 1,0-1,0 0,0 0,-1 0,1 0,0 0,0 0,0 0,0 0,-1 0,1 0,0 0,0 0,0 0,-1 0,1 0,0 0,0 0,0 0,-1 0,1 0,0-1,0 1,0 0,0 0,-1 0,1 0,0 0,0 0,0-1,0 1,0 0,-1 0,1 0,0 0,-3 5,1 2,-1-1,1 0,0 0,1 1,-1-1,1 1,1-1,-1 1,1-1,0 1,0 0,1-1,0 1,0-1,1 1,0-1,0 0,0 0,1 0,0 0,0 0,0 0,1-1,0 1,0-1,0 0,1-1,1 2,4-2,0 0,0-1,1 0,-1-1,1 0,0-1,0 0,-1 0,1-2,0 1,0-1,0-1,-1 1,1-2,-1 0,1 0,-1-1,0 0,0-1,-1 0,0 0,1-1,-2 0,1-1,-1 0,0 0,0-1,2-3,25-31,-27 44,-8 23,-1-8,2-14,-1 1,1-1,0 0,0 1,1-1,-1 0,1 0,-1 0,1 0,0 0,0 0,1-1,-1 1,0-1,1 0,-1 1,1-1,0 0,0 0,0-1,0 1,0-1,0 1,0-1,1 0,-1 0,1 0,95 9,98-44,-147 49,-9 1,-36-16,0 0,1 0,-1 0,0-1,1 0,-1 0,0 0,0-1,0 0,0 1,0-2,0 1,0-1,-1 1,1-1,-1-1,0 1,0-1,0 1,0-1,-1 0,0 0,1-1,-1 1,-1-1,1 0,-1 1,0-1,0 0,1-3,-1 2,0 0,0-1,-1 1,0 0,0-1,0 1,-1-1,0 1,0-1,-1 1,0 0,0-1,0 1,-1 0,0 0,0-1,-1 1,1 1,-1-1,-1 0,1 1,-1 0,0-1,0 1,-2-1,1 2,-2-1,1 1,0 0,-1 0,0 1,0 0,0 0,0 0,0 1,-1 0,1 1,-1 0,1 0,-1 0,1 1,-1 0,0 1,1-1,-1 1,1 1,0 0,-1 0,1 0,0 1,0 0,0 0,0 1,1 0,0 0,-1 0,1 1,1 0,-1 0,1 1,0-1,0 1,1 0,-1 1,1-1,1 1,-1 0,0 2,3-5,0 0,0 0,0 0,1 0,0 0,-1 0,1-1,1 1,-1 0,1 0,-1 0,1 0,0 0,1 0,-1-1,0 1,1 0,0-1,0 1,0-1,1 0,-1 0,1 0,-1 0,1 0,0-1,0 1,0-1,1 1,-1-1,0 0,1-1,0 1,-1 0,1-1,0 0,0 0,-1 0,1 0,4-1,4 3,0-2,0 1,1-2,-1 1,0-2,0 1,0-2,0 0,0 0,2-1,26-10</inkml:trace>
  <inkml:trace contextRef="#ctx0" brushRef="#br0" timeOffset="-20300.536">2755 3662,'-16'-4,"-10"0,-5 6,1 9,2 10,7 8,9 6,11 6,12 5,12 4,8 2,0-7</inkml:trace>
  <inkml:trace contextRef="#ctx0" brushRef="#br0" timeOffset="-19201.239">2862 4237,'21'86,"-21"-85,0 0,0 0,0-1,0 1,0 0,0 0,1-1,-1 1,0 0,1-1,-1 1,0 0,1-1,-1 1,1 0,-1-1,1 1,-1-1,1 1,0-1,-1 1,1-1,0 0,-1 1,1-1,0 0,-1 1,1-1,0 0,0 0,-1 0,1 1,0-1,0 0,-1 0,1 0,0 0,0 0,-1-1,1 1,0 0,0 0,-1 0,1-1,0 1,-1 0,1-1,0 1,-1-1,1 1,0-1,-1 1,1-1,-1 1,1-1,-1 1,1-1,-1 0,1 0,21-43,-15 6,-1 0,-2 0,-1-1,-2 1,-3-16,2 49,0 0,-1 5,1-1,0 1,-1-1,1 0,0 1,0-1,0 0,-1 1,1-1,0 0,0 1,0-1,0 0,0 1,0-1,0 0,1 1,-1-1,0 0,0 1,0-1,1 1,-1-1,0 0,1 1,-1-1,0 1,1-1,-1 1,1-1,-1 1,1-1,-1 1,1-1,-1 1,1 0,-1-1,1 1,0 0,-1 0,1-1,0 1,-1 0,1 0,-1 0,1 0,0 0,0 0,-1 0,1 0,0 0,114 51,-90-40,0 1,-1 1,0 1,19 16,-36-25,0 1,-1 0,0 0,0 1,0-1,-1 1,0 1,0-1,-1 1,0 0,0 0,-1 0,0 0,0 0,-1 1,0-1,0 4,0 87,0-96,1 0,-1 0,1 0,0 0,0 0,0 0,0-1,0 0,1 0,-1 0,1 0,0 0,-1-1,1 1,0-1,0 0,0 0,0-1,0 1,0-1,0 0,0 0,0 0,0 0,4-1,-5 1,37-1,0-1,0-1,-1-3,1-1,-1-2,0-2,-1-1,-1-2,23-12,-48 21,-1 0,1-1,-1-1,0 0,0-1,-1 0,0 0,-1-1,1 0,-2-1,1 0,-8 8,1 1,-1 0,0-1,-1 1,1 0,0-1,0 1,-1-1,1 0,0 1,-1-1,0 1,1-1,-1 0,0 1,0-1,0 0,0 1,0-1,0 0,-1 1,1-1,0 0,-1 1,1-1,-1 1,0-1,1 1,-1-1,0 1,0-1,0 1,0 0,0-1,0 1,-1 0,1 0,0 0,-1 0,1 0,-1 0,1 1,-1-1,0 0,-8-2,1 0,-1 1,0 0,0 1,0 0,0 0,0 1,0 1,0-1,0 2,0-1,0 1,0 1,1 0,-1 0,1 1,0 0,0 1,0 0,1 0,-1 1,1 0,1 0,-1 1,1 0,-5 7,10-12,-1 1,1 0,0 0,0 0,1 0,-1 0,1 0,-1 0,1 0,0 1,0-1,0 0,1 1,-1-1,1 1,0-1,0 1,0-1,0 1,1-1,-1 0,1 1,0-1,0 1,0-1,1 0,-1 0,1 0,-1 0,1 0,0 0,0 0,1-1,0 2,6 1,0 0,1 0,0-1,-1-1,2 1,-1-2,0 1,0-1,1-1,0 0,-1 0,1-1,-1-1,1 0,-1 0,1-1,-1 0,0-1,0 0,0 0,0-1,5-3,-9 5,0-1,-1 1,1-1,-1 0,0-1,1 1,-2-1,1 0,0 0,-1-1,0 1,0-1,0 0,0 0,-1 0,0 0,0-1,-3 6,-1 1,1-1,0 0,0 0,0 0,-1 0,1 1,0-1,0 0,0 0,-1 0,1 0,0 0,0 0,-1 0,1 0,0 0,0 0,-1 0,1 0,0 0,-1 0,1 0,0 0,0 0,-1 0,1 0,0 0,0 0,-1 0,1 0,0 0,0-1,0 1,-1 0,1 0,-2 4,0 0,1 1,-1-1,1 0,0 1,0-1,0 1,1-1,-1 1,1-1,0 1,1-1,-1 1,1 0,0-1,0 0,0 1,1-1,-1 0,1 1,0-1,0 0,1 0,-1-1,1 1,0 0,0-1,0 0,0 0,1 0,-1 0,3 1,3 3,1-1,0 0,0-1,0 0,1 0,0-1,0 0,0-1,0-1,0 1,1-2,4 1,-11-1,0-1,0 1,1-1,-1 0,0 0,0-1,0 1,0-1,0 0,0-1,0 1,-1-1,1 0,0 0,-1 0,1-1,-1 1,0-1,0 0,0-1,0 1,-1-1,1 0,-1 1,0-1,0-1,0 1,0 0,-1-1,0 1,0-1,0 0,-1 0,1-4,0-7,-1-1,-2 0,1 0,-2 0,0 0,-1 0,-1 0,0 1,-6-11,6 12,3 14,1 0,-1 0,1-1,-1 1,0 0,1-1,0 1,-1 0,1-1,0 1,0-1,0 1,0 0,0-1,0 1,0-1,0 1,1 0,-1-1,1 1,-1 0,1-1,-1 1,1 0,0-1,-1 1,1 0,0 0,0 0,0 0,0 0,0 0,0 0,0 0,0 0,0 1,1-1,-1 0,0 1,1-1,0 0,16-1,0 0,0 1,0 1,0 0,0 1,0 1,0 1,10 4,-16-5,-6-2,1 0,-1 0,0 1,1 0,-1 1,0-1,1 1,-1 0,0 1,0-1,-1 1,1 0,-1 1,1 0,-1-1,0 2,0-1,-1 0,1 1,-1 0,0 0,0 0,-1 1,0-1,0 1,0 0,0 0,-1 0,0 0,0 2,-25 147,23-153,0 1,0 0,0 0,1 0,-1 0,0-1,1 1,0 0,0-1,0 1,0 0,0-1,1 1,-1-1,1 1,-1-1,1 0,0 0,0 0,0 0,0 0,0 0,0-1,1 1,-1 0,1-1,-1 0,1 0,-1 0,1 0,0 0,0 0,-1-1,1 1,0-1,1 0,7 1,-1 0,1-1,0 0,0-1,-1 0,1-1,-1 0,1 0,1-2,1-1,0 0,0-1,0-1,-1 0,0-1,0 0,-1-1,0 0,-1 0,4-6,-9 10,0 0,-1 0,1-1,-1 0,-1 0,1 0,-1 0,0-1,0 1,-1-1,0 0,0 0,0 0,-1 0,0 0,-1 0,0 0,0 0,0 0,-1 0,0-4,0 7,0 0,-1 0,1 1,-1-1,0 0,1 1,-2 0,1-1,0 1,-1 0,1 0,-1 0,0 1,0-1,0 1,0-1,0 1,-1 0,1 0,-1 1,1-1,-1 1,0-1,0 1,1 0,-1 1,0-1,0 1,0 0,0-1,0 2,0-1,0 0,0 1,1 0,-1 0,0 0,0 0,1 1,-1-1,0 1,1 0,0 0,-1 0,1 0,0 1,0 0,-1 1,0 0,0 1,1-1,0 1,0 0,0 0,0 0,1 0,-1 0,2 0,-1 1,0-1,1 1,0-1,0 1,1 0,0-1,0 1,0 0,0-1,1 1,0 0,0-1,1 1,0-1,0 1,0-1,0 0,1 0,0 0,0 0,0-1,0 1,1-1,0 0,2 3,13 4,1 0,-1-1,2-1,-1-1,1 0,0-2,1-1,-1 0,1-2,0 0,0-1,0-2,0 0,16-3,64 0</inkml:trace>
  <inkml:trace contextRef="#ctx0" brushRef="#br0" timeOffset="-14033.473">5375 1297,'249'2,"187"27,-337-12,-91-13,-13-2,-15-1,20-1,-16 0</inkml:trace>
  <inkml:trace contextRef="#ctx0" brushRef="#br0" timeOffset="-13728.404">5976 1190,'1'-6,"18"14,-16-7,307 120,-229-70,-79-50,0 1,0 0,0 0,-1 0,1 0,0 0,-1 0,1 0,-1 0,0 1,1-1,-1 0,0 1,-1-1,1 1,0 0,-1-1,1 1,-1-1,0 1,0 0,0-1,0 1,0 0,-1-1,1 1,-1-1,0 1,0-1,0 1,0-1,0 1,-2 1,-8 9,-1 0,-1-1,0 0,0-1,-1-1,-1 0,0-1,0 0,-1-2,-6 3,0 2,-84 42,67-33</inkml:trace>
  <inkml:trace contextRef="#ctx0" brushRef="#br0" timeOffset="31335.403">6070 2754,'173'11,"0"-8,59-10,0 0,-133 17,-86-8</inkml:trace>
  <inkml:trace contextRef="#ctx0" brushRef="#br0" timeOffset="32490.351">6871 2567,'-13'3,"35"5,-14-6,6 2,55 16,-1 3,-1 2,35 21,-33 2,-66-46,-1 0,0 0,0 0,0 0,0 1,0-1,-1 1,1-1,-1 1,1 0,-1 0,0-1,0 1,0 0,-1 0,1 0,-1 0,1 0,-1 0,0 0,0 0,-1 0,1 0,-1 0,0 3,-4 2,0 1,-1-1,0 0,0 0,-1-1,0 0,0 0,-1 0,0-1,0 0,0-1,-1 0,0 0,-7 3,15-8,-258 118,197-84,53-23</inkml:trace>
  <inkml:trace contextRef="#ctx0" brushRef="#br0" timeOffset="33311.972">7888 2553,'23'50,"-2"2,-2 0,-3 1,-2 1,-2 1,-3-1,-1 17,6 42,-5 0,-5 69,-4-156,-12-61,-12-176,4-163,20 351,7-122,-6 142,0 0,0 0,-1-1,2 1,-1 0,0 0,1 0,-1 1,1-1,0 0,0 1,0-1,0 1,1-1,-1 1,1 0,-1 0,1 0,0 0,-1 1,1-1,0 1,0 0,0-1,1 1,-1 1,0-1,0 0,0 1,1 0,-1 0,0 0,1 0,-1 0,0 0,0 1,4 0,7 2,0 0,0 0,0 2,0-1,0 2,-1 0,0 0,0 1,-1 1,0 0,0 1,-1 0,0 1,-1 0,0 1,0 0,-1 0,0 1,4 9,-11-17,0 0,0 0,-1 0,0 0,1 1,-2-1,1 0,0 0,-1 1,0-1,0 0,0 1,0-1,-1 0,1 0,-1 1,-1-1,1 0,0 0,-1 0,0 0,0 0,0-1,0 1,-1 0,1-1,-1 0,0 1,0-1,0 0,0-1,-4 3,-5 2,0 0,0-1,0-1,-1 0,1-1,-1 0,0-1,-1 0,1-1,0 0,-1-1,1-1,-7-1,-14-6,34 7,-1 0,1 0,-1-1,1 1,-1 0,1 0,-1-1,1 1,-1 0,1 0,0-1,-1 1,1-1,0 1,-1 0,1-1,0 1,-1-1,1 1,0-1,0 1,-1-1,1 1,0-1,0 1,0-1,0 1,0-1,0 1,0-1,0 1,0-1,0 1,0-1,0 1,0-1,0 1,1-1,-1 1,0-1,0 1,0-1,1 1,-1-1,0 1,1 0,-1-1,0 1,1-1,-1 1,1 0,-1 0,0-1,1 1,-1 0,1-1,-1 1,1 0,-1 0,1 0,89-38,-68 32,76-21,-38 12,-1-2,-1-3,-1-2,-1-3,8-7,-23 1,-40 30,0 0,-1 1,1-1,0 0,-1 0,1 0,-1 1,1-1,-1 0,1 0,-1 0,0 0,1 0,-1 0,0 0,0 0,0 0,1 0,-1 0,0 0,-1 0,1 0,0 0,0 0,0 0,0 0,-1 0,1 0,-1 0,1 0,0 0,-1 1,0-1,1 0,-1 0,1 0,-1 1,0-1,0 0,1 1,-1-1,0 0,0 1,0-1,0 1,-10-5,-1 0,1 2,-1-1,0 1,0 1,0 0,0 1,0 0,0 1,-1 0,-11 2,19-2,-1 0,0 0,0 1,0-1,0 1,0 1,1-1,-1 1,1 0,-1 0,1 1,0-1,-1 1,1 0,1 1,-1-1,0 1,1 0,0 0,0 1,0-1,0 1,1 0,-1 0,4-1,1 0,-1-1,0 1,1 0,0 0,0-1,0 1,0-1,1 1,-1-1,1 1,0-1,0 0,0 0,1 0,-1 0,1 0,-1-1,1 1,0-1,0 1,0-1,0 0,1 0,-1-1,0 1,1-1,-1 1,1-1,1 0,26 10,1-2,0-1,0-1,1-2,-1-1,26-1,-54-2,89 4</inkml:trace>
  <inkml:trace contextRef="#ctx0" brushRef="#br0" timeOffset="33885.034">9412 2406,'9'6,"0"-1,-1 1,0 1,0-1,0 1,-1 1,0 0,0 0,-1 0,0 0,0 1,-1 0,0 0,-1 1,0 0,-1-1,0 1,0 0,-1 0,1 8,20 198,-24-215,1 0,0 1,0-1,1 0,-1 1,0-1,0 0,1 0,-1 1,0-1,1 0,0 0,-1 0,1 0,-1 0,1 0,0 0,0 0,0 0,0 0,0 0,0 0,0 0,0-1,0 1,0 0,0-1,0 1,0-1,1 1,-1-1,0 0,0 1,1-1,-1 0,0 0,0 0,1 0,-1 0,0 0,1 0,-1 0,0-1,0 1,1 0,-1-1,0 1,0-1,0 0,0 1,0-1,0 0,1 0,9-10,0 0,-1-1,-1 0,0 0,0-1,-2 0,1-1,-2 0,0 0,0 0,-1-1,-1 1,-1-1,2-12,13-56,-15 109,-4-17,0-1,1 1,0 0,0-1,1 1,0-1,0 1,1-1,0 1,1-1,-1 0,2 0,-1 0,1 0,0-1,1 0,0 1,0-2,1 1,-1-1,1 1,1-1,1 1,-2-4,1 0,0 0,0 0,0-1,0 1,0-2,0 1,0-1,0 0,1-1,-1 1,1-2,-1 1,0-1,0 0,1 0,-1-1,0 0,0 0,0-1,6-3,-1 0,0-1,0-1,-1 0,0-1,0 0,-1 0,0-1,-1 0,0-1,0 0,0-3,2-2,-1-1,0 0,-1-1,-1 0,0 0,-2-1,1-4,-11 44,-2 1,2 0,0 0,2 1,0-1,1 14,2-31,-1 0,0 1,1-1,0 0,0 0,1 0,-1 0,1 0,0 0,0 0,1-1,0 1,-1-1,2 1,-1-1,0 0,1 0,0-1,0 1,0-1,0 0,0 0,1 0,-1 0,1-1,0 0,1 1,22 5</inkml:trace>
  <inkml:trace contextRef="#ctx0" brushRef="#br0" timeOffset="34050.119">10200 2153,'-13'-5,"-10"-3,2 1,11 5,19 6,17 6,4 1</inkml:trace>
  <inkml:trace contextRef="#ctx0" brushRef="#br0" timeOffset="34349.852">10481 2433,'3'16,"0"0,1 0,0-1,1 1,1-1,1 0,0 0,1-1,0 0,1 0,1-1,0-1,1 1,0-1,1-1,0 0,1-1,0 0,12 5,-22-12,-1-1,0 0,0 1,0-1,0-1,1 1,-1 0,0 0,1-1,-1 0,1 1,0-1,-1 0,1 0,0 0,0-1,0 1,-1-1,1 1,0-1,0 0,0 0,0 0,0-1,0 1,-1-1,1 0,0 1,0-1,-1 0,1-1,0 1,1-7,0 0,0 0,-1-1,0 1,0-1,-1 0,0 0,-1 1,0-1,0 0,-1 0,-1-5,2-8,1-8,15-87,-17 116,0-1,1 1,-1 0,0-1,1 1,-1 0,1 0,0-1,-1 1,1 0,0 0,0 0,0 0,-1 0,1 0,0 0,1 0,-1 0,0 0,0 1,0-1,0 0,1 1,-1-1,0 1,0-1,1 1,-1 0,1-1,-1 1,0 0,1 0,-1 0,0 0,1 0,-1 0,1 1,-1-1,0 0,1 1,-1-1,0 1,0-1,1 1,-1 0,0-1,0 1,0 0,0 0,0 0,0 0,0 0,14 19,-2 2</inkml:trace>
  <inkml:trace contextRef="#ctx0" brushRef="#br0" timeOffset="34883.615">10976 2741,'21'-10,"0"-1,-1-1,0-1,-1-1,0 0,-2-1,1-1,-2-1,13-17,-20 25,0-1,-1 0,-1 0,1-1,-2 0,0-1,0 1,-1-1,0 0,-1-1,2-8,-6 19,0 0,-1 0,1 0,0 0,-1 0,1 0,-1 0,0 0,0 0,0 0,0 1,0-1,0 0,0 0,0 1,-1-1,1 1,-1-1,1 1,-1 0,1-1,-1 1,0 0,0 0,0 0,0 0,1 1,-1-1,0 1,0-1,0 1,-1-1,1 1,0 0,0 0,0 0,0 0,0 0,0 1,0-1,0 1,0-1,0 1,0 0,0-1,0 1,0 0,1 0,-1 1,0-1,1 0,-1 0,1 1,-2 0,-2 1,-1 1,1-1,0 1,0 0,0 0,0 1,1 0,-1-1,1 1,0 1,1-1,0 1,-1-1,2 1,-1 0,1 0,-1 0,2 0,-1 1,1-1,0 0,0 1,1-1,0 1,0-1,0 1,1-1,0 1,0-1,1 0,0 1,0-1,0 0,1 0,-1-1,2 1,-1 0,1-1,-1 0,1 0,4 4,5 0,1-1,0 0,0 0,1-1,0-1,0-1,0 0,1-1,0-1,0 0,0-1,0 0,0-2,0 0,0-1,0 0,0-1,0-1,0-1,5-1,-2-2,-1-1,1 0,-1-1,-1-1,0-1,0 0,-1-2,-1 1,0-2,0 0,-2-1,1 0,-2-1,5-8,3-8,0 0,-2-2,-2 0,-1-1,-2 0,-1-1,1-10,-6 19,0 0,-2 0,0 0,-2-1,-2 1,0-1,-2 0,0 1,-2-1,-5-18,7 42,0-1,0 1,0-1,0 1,-1-1,0 1,0 0,0 0,0 0,0 0,-1 0,0 0,0 1,0-1,0 1,-1 0,1 0,-1 0,0 0,0 1,0-1,0 1,0 0,0 0,-1 1,1-1,-1 1,1 0,-1 0,1 1,-1-1,0 1,1 0,-1 0,1 1,-1-1,0 1,1 0,-1 0,-3 2,-2 5,-1 0,1 1,1 0,0 1,0 0,1 0,0 1,1 0,0 1,0-1,2 1,-1 1,2-1,-1 1,2 0,0 0,0 0,1 0,0 9,0 2,1 1,1 0,2 0,0-1,1 1,2-1,0 0,2 0,0 0,2-1,0 0,2-1,1 0,0-1,1 0,2-1,0 0,1-1,1-1,0-1,2 0,0-1,0-1,2-1,0-1,0-1,1 0,1-2,0-1,0 0,1-2,0-1,0-1,0 0,20-1,9-7,-10-5</inkml:trace>
  <inkml:trace contextRef="#ctx0" brushRef="#br0" timeOffset="38766.01">6217 4358,'13'0,"19"-2,17-4,19-2,15-2,13 0,5 2,2 2,-6 3,-8 3,-14 5,-15 3,-16 3,-16-1</inkml:trace>
  <inkml:trace contextRef="#ctx0" brushRef="#br0" timeOffset="39073.86">6871 4051,'26'4,"25"5,26 4,17 3,9 5,-2 4,-9 4,-18 7,-22 5,-23 6,-29 4,-28-1,-23 2,-11-5,-3-5,8-8,16-9,15-10</inkml:trace>
  <inkml:trace contextRef="#ctx0" brushRef="#br0" timeOffset="39404.502">8369 3930,'2'16,"4"17,2 16,5 13,4 15,2 10,0 6,-3 5,-5 2,-6-2,-11-7,-9-9,-6-12,-2-16,3-17</inkml:trace>
  <inkml:trace contextRef="#ctx0" brushRef="#br0" timeOffset="39951.924">8275 4505,'-2'-11,"-4"-18,1 0,1 0,2 0,0 0,2-1,2 1,0 0,2 0,2-3,-4 26,0 0,0 1,1-1,0 1,0 0,0 0,1 0,0 0,0 1,0-1,0 1,1 0,0 0,-1 1,1 0,1-1,-1 2,0-1,1 0,-1 1,1 0,0 1,0-1,0 1,0 0,5 0,9 0,-1 0,1 2,-1 0,0 1,1 1,-1 1,14 5,-15-5,-1 1,1 0,-1 2,-1 0,1 1,-1 0,-1 2,0 0,0 0,-1 1,2 3,-15-13,1 1,0 0,0 0,-1 0,1 1,-1-1,0 0,1 0,-1 1,0-1,0 1,-1-1,1 1,0-1,-1 1,0 0,1-1,-1 1,0-1,-1 1,1 0,0-1,-1 1,1-1,-1 1,0-1,0 1,0-1,0 1,0-1,0 0,-1 0,1 1,-2 0,-6 6,-1-1,1 0,-2-1,1 0,-1-1,0 0,0-1,0 0,-1 0,0-1,0-1,0 0,0-1,-12 1,-1-3,25 0,1 0,-1 0,0 0,0-1,1 1,-1 0,0 0,0 0,0 0,1-1,-1 1,0 0,0 0,0-1,0 1,0 0,0 0,1-1,-1 1,0 0,0 0,0-1,0 1,0 0,0 0,0-1,0 1,0 0,0-1,0 1,0 0,0 0,0-1,-1 1,1 0,0 0,0-1,0 1,0 0,0 0,0 0,-1-1,1 1,0 0,0 0,0 0,-1-1,1 1,0 0,0 0,-1 0,1 0,0 0,0 0,-1-1,1 1,0 0,0 0,-1 0,1 0,0 0,-1 0,94-33,-71 28,36-9,-2 1,-1-1,-1-3,-1-3,29-15,-27-9,-54 42,0 1,0-1,0 0,0 1,-1-1,1 0,0 0,-1 0,0 0,1 0,-1 0,0 0,0 0,0 1,0-1,0 0,0 0,-1 0,1 0,-1 0,1 0,-1 0,0 1,0-1,1 0,-1 0,0 1,-1-1,1 1,0-1,0 1,-1-1,1 1,-1 0,-5-6,0 1,0 1,-1-1,0 1,0 1,0 0,-1 0,1 0,-1 1,0 0,0 1,0 0,0 0,0 1,-1 0,1 1,0 0,0 0,-1 1,1 0,0 1,-2 0,8-1,1 0,-1 0,1 0,0 1,-1-1,1 1,0-1,0 1,0 0,0 0,0 0,0 0,1 0,-1 0,0 0,1 0,0 1,0-1,0 1,0-1,0 1,0-1,0 1,1 0,-1-1,1 1,0 0,0-1,0 1,0 0,0 0,1-1,-1 1,1 0,0-1,0 1,0-1,0 1,0-1,0 0,1 1,-1-1,2 1,10 10,1-1,0 0,1-2,0 1,1-2,0 0,0-1,1-1,0 0,0-1,1-1,-1-1,1 0,1-1,171 28,-105-24</inkml:trace>
  <inkml:trace contextRef="#ctx0" brushRef="#br0" timeOffset="40619.375">10401 4237,'7'-218,"-1"141,-3-1,-3 1,-4 0,-4 0,-2 1,-6-9,8 60,8 25,0 0,0 1,0-1,-1 0,1 0,0 0,0 1,0-1,0 0,0 0,-1 0,1 1,0-1,0 0,0 0,-1 0,1 0,0 0,0 0,-1 1,1-1,0 0,0 0,-1 0,1 0,0 0,0 0,0 0,-1 0,1 0,0 0,-1 0,27 199,-12 175,-16-365,2 1,0-1,0 1,0 0,1-1,1 1,0 0,0-1,1 0,0 0,0 1,1-2,0 1,1 0,0-1,0 0,1 0,0-1,0 1,1-1,0-1,0 1,1-1,2 1,5-2,1 0,0-1,0-1,0-1,1 0,-1-1,0 0,1-2,-1 0,1-1,-1 0,0-2,0 1,0-2,-1 0,0-1,0-1,8-4,15-12</inkml:trace>
  <inkml:trace contextRef="#ctx0" brushRef="#br0" timeOffset="40886.992">9987 3730,'16'0,"23"-2,26-1,26-3,26 1,19 0,8 2,-3 1,-25 0</inkml:trace>
  <inkml:trace contextRef="#ctx0" brushRef="#br0" timeOffset="41291.494">11003 4278,'4'-26,"0"-1,-2 0,-1 1,-1-1,-1 0,-2 0,0 1,-2-1,-1 1,-1 1,-1-1,-5-9,10 29,2 6,1 0,-1-1,1 1,-1-1,1 1,-1 0,1-1,-1 1,1-1,-1 0,1 1,0-1,-1 1,1-1,0 0,0 1,-1-1,1 0,0 1,0-1,0 0,0 1,0-1,0 0,0 1,0-1,0 0,0 1,0-1,0 0,0 1,1-1,-1 0,0 1,0-1,1 0,-1 1,0-1,1 1,-1-1,1 1,-1-1,1 1,-1-1,1 1,-1-1,1 1,-1 0,1-1,0 1,-1 0,1-1,0 1,-1 0,1 0,157 17,-144-16,111 25,-120-24,-1-1,1 1,-1 0,0 1,0-1,0 1,0 0,0-1,-1 2,1-1,-1 0,0 1,0 0,0 0,0 0,-1 0,0 0,1 0,-1 0,-1 1,1-1,-1 1,0 0,1 3,-13 129,12-135,-1 1,1 0,0-1,0 1,0-1,0 1,0-1,0 0,1 1,-1-1,1 0,-1 0,1 0,0 0,0 0,0 0,0 0,0-1,0 1,1-1,-1 0,0 1,1-1,-1 0,1-1,0 1,2 0,74 8,-50-10,0-2,0-1,-1-1,0-1,4-3,23-7</inkml:trace>
  <inkml:trace contextRef="#ctx0" brushRef="#br0" timeOffset="42012.651">11872 4024,'-10'-7,"-1"1,1 0,-1 1,0 0,-1 0,1 1,-1 1,0 0,0 0,0 1,0 1,0 0,0 1,0 0,0 1,0 0,0 1,0 0,0 1,0 0,-3 2,12-4,0 1,0 0,0-1,0 1,1 1,-1-1,1 0,-1 0,1 1,0 0,-1-1,1 1,1 0,-1 0,0 0,1 0,0 0,-1 1,1-1,0 0,1 0,-1 1,1-1,-1 1,1-1,0 1,0-1,0 0,1 1,-1-1,1 1,0-1,0 0,0 0,1 1,-1-1,1 0,-1 0,1 0,0-1,1 2,6 3,0 0,1 0,0-1,1-1,-1 1,1-2,0 1,1-1,-1-1,1 0,-1-1,1 0,0-1,0 0,-1-1,10-1,-15 2,1 0,-1-1,0 0,1-1,-1 1,0-1,1 0,-1 0,0-1,0 0,0 0,0-1,-1 1,1-1,0 0,-1-1,0 1,0-1,0 0,0-1,-1 1,0-1,0 0,0 0,0 0,2-4,-1-6,1-1,-2 1,0-1,-1 0,-1 1,0-1,-1 0,-1-12,0 40,-1 1,1 1,0-1,1 1,1-1,0 1,0-1,2 0,-1 0,5 8,-4-14,1-1,0 0,0 0,1-1,0 1,0-1,0 0,0-1,1 1,0-1,0-1,0 1,0-1,0 0,1-1,-1 0,1 0,0 0,-1-1,1-1,0 1,0-1,0 0,0-1,0 0,-1 0,1-1,0 0,-1 0,1-1,-1 0,0 0,0 0,0-1,0 0,-1-1,1 0,-1 0,0 0,4-5,1-3,0-1,-1-1,0 0,-1 0,-1 0,0-1,-1-1,-1 1,-1-1,3-13,-10 36,0 1,0-1,1 1,0-1,0 1,1 0,-1-1,1 1,1 0,0-1,-1 1,2 0,-1-1,1 0,0 1,1-1,-1 0,1 0,0 0,1 0,-1 0,1-1,1 0,-1 1,3-2,-1 0,1 0,0 0,0-1,0 0,0-1,1 1,-1-1,1-1,0 1,-1-1,1-1,0 1,0-1,0-1,-1 1,1-1,0-1,-1 0,1 0,-1 0,1-1,-1 0,0 0,0-1,-1 1,1-2,-1 1,0-1,0 0,0 0,0-1,-1 0,0 0,0 0,-1 0,4-7,-4 3,0 0,-1 1,-1-1,1 0,-2-1,1 1,-1 0,-1-10,-4 16,0 18,3-8,0 1,0 0,1-1,0 1,0 0,1 0,0-1,0 1,0 0,1-1,0 0,1 1,-1-1,1 0,0 0,1 0,-1-1,1 1,0-1,1 0,-1 0,1 0,0 0,0-1,1 0,-1 0,1-1,0 1,0-1,0 0,0-1,1 1,63 16,-39-15</inkml:trace>
  <inkml:trace contextRef="#ctx0" brushRef="#br0" timeOffset="42628.698">13048 3836,'3'-2,"0"1,1-1,-1 0,1 1,-1 0,1 0,-1 0,1 0,0 1,-1-1,1 1,0 0,-1 0,1 1,0-1,0 1,-1-1,1 1,-1 0,1 0,-1 1,1-1,-1 1,0 0,2 1,72 59,-64-47,-2 1,0 0,-1 1,0 0,-1 1,-1 0,-1 0,-1 0,0 1,-1 0,-1 1,-1-1,0 9,0 40,-2-1,-3 1,-5 18,0 11,5-87,0-1,1 0,1 1,-1 0,1-1,1 1,0-1,0 1,1-1,0 0,1 1,-1-1,2 0,0-1,0 1,0 0,1-1,0 0,1 0,0-1,0 0,0 0,1 0,0-1,6 5,-8-8,1 0,-1 0,1-1,-1 0,1 0,0 0,0 0,0-1,0 0,0 0,0-1,1 0,-1 0,0 0,0-1,0 0,0 0,0 0,0-1,0 0,0 0,-1 0,1-1,-1 0,1 0,-1 0,0-1,0 0,-1 0,3-3,-1-4,0-1,-2 0,1-1,-2 1,0-1,0 0,-1 0,0 0,-2 0,1 0,-1 0,-1 0,-1 0,0 0,0 0,-1 0,-1 0,0 1,-1 0,0 0,-2-2,-10-19,-1 1,-1 0,-2 2,-1 1,-1 0,-2 2,0 0,-2 2,-1 1,-1 1,-1 2,-1 1,-12-5,1-9,49 26,63 1,340-15,-404 21,-5 1,-1-1,1 1,0-1,0 1,-1-1,1 1,0 0,0-1,0 1,0 0,0 0,0-1,0 1,-1 0,1 0,0 0,0 0,0 0,0 0,0 0,0 1,0-1,0 0,0 1,0-1,-1 0,1 1,0-1,0 1,0-1,-1 1,1-1,0 1,-1 0,1-1,0 1,-1 0,1 0,-1-1,1 1,-1 0,1 0,-1 0,0 0,0-1,1 1,-1 0,0 0,0 0,0 0,0 0,0 0,0 0,0 0,0 0,0 0,0-1,0 1,-1 1,0 0,-2 4,-1 1,1-1,1 1,-1 0,1 0,0-1,1 1,0 1,0-1,0 0,1 0,0 0,0 0,1 0,0 0,0 1,1-1,0-1,0 1,0 0,1 0,0-1,0 0,1 1,0-1,0 0,3 2,42 17,-25-19</inkml:trace>
  <inkml:trace contextRef="#ctx0" brushRef="#br0" timeOffset="42888.42">13730 3623,'7'-2,"2"-2</inkml:trace>
  <inkml:trace contextRef="#ctx0" brushRef="#br0" timeOffset="43235.422">14050 3195,'-9'62,"3"1,3 0,2 0,3 1,3-1,7 31,30 288,-40-363,-3-15,1 0,-1 1,1-1,0 0,0 0,0 0,0 1,1-1,0 0,0 0,0 0,0 0,1 0,0 0,-1-1,1 1,1 0,-1-1,0 1,1-1,0 0,0 0,0 0,0 0,0-1,1 1,-1-1,1 0,-1 1,5 0,3-5,1 0,-1 0,1-1,-1-1,0 0,0 0,0-2,-1 1,1-1,-1 0,-1-1,1 0,-1-1,-1 0,7-7,84-99,-113 183,13-65,1 1,0-1,0 1,0-1,0 0,1 1,0-1,0 0,0 1,0-1,1 0,0 0,0 0,0 0,0 0,0 0,1-1,0 1,0-1,0 0,0 0,0 0,0 0,1 0,0-1,-1 1,1-1,0 0,0 0,0-1,4 2,26 7,-1-4</inkml:trace>
  <inkml:trace contextRef="#ctx0" brushRef="#br0" timeOffset="43495.255">14586 3770,'-14'-7,"-6"-7,-3-3,3 2</inkml:trace>
  <inkml:trace contextRef="#ctx0" brushRef="#br0" timeOffset="43746.03">14024 3383,'16'-10,"19"-2,19 1,21 1,21 4,14 2,7 2,-4 5,-20 3</inkml:trace>
  <inkml:trace contextRef="#ctx0" brushRef="#br0" timeOffset="44005.815">14826 3943,'14'0,"0"-2,-1 0,1-1,-1 0,0-1,0 0,0-1,0-1,-1 0,0-1,0 0,-1 0,1-1,-2-1,1 0,-1-1,-1 0,0 0,0-1,-1 0,-1 0,1-1,-2 0,0 0,2-6,-6 15,-1 0,0 0,0 0,0 0,0 0,0 0,-1 0,1 0,-1 0,0 0,0 0,0 0,0 0,0-1,-1 1,1 0,-1 0,0 0,0 0,0 0,0 1,-1-1,1 0,-1 0,0 1,1-1,-1 1,0 0,-1-1,1 1,0 0,-1 0,1 0,-1 1,0-1,1 1,-1-1,0 1,0 0,0 0,0 0,-2 0,-4 1,-1 0,1 1,0 0,0 1,0 0,0 1,0 0,0 0,0 0,1 1,0 1,0-1,0 2,0-1,1 1,0 0,0 0,0 1,1 0,0 0,0 0,1 1,0 0,1 0,-1 0,1 1,1-1,0 1,0 0,1 0,0 0,0 3,1-4,0 0,0 1,1-1,1 1,-1-1,1 0,1 1,0-1,0 0,0 0,1 0,0 0,1 0,0-1,0 0,0 1,1-1,0-1,1 1,-1-1,1 0,0 0,1-1,-1 0,1 0,0 0,1-1,-1 0,1 0,-1-1,1 0,7 1,14 4,0-1,0-1,0-1,1-2,0-2,0 0,0-2,-1-1,27-5,-17 0</inkml:trace>
  <inkml:trace contextRef="#ctx0" brushRef="#br0" timeOffset="44268.934">15681 4064,'7'-3,"2"-2,0-5,-4-8,-3-1</inkml:trace>
  <inkml:trace contextRef="#ctx0" brushRef="#br0" timeOffset="45924.462">17433 4478,'317'-26,"76"-8,-302 34,-91 1,0-1,0 0,-1 1,1-1,0 0,0 0,0 1,0-1,0 0,0 1,0-1,0 0,0 1,0-1,0 0,0 1,0-1,0 0,0 1,0-1,0 0,0 1,0-1,0 0,1 1,-1-1,0 0,0 1,0-1,0 0,1 0,-1 1,0-1,0 0,1 0,-1 0,0 1,1-1,-1 0,0 0,0 0,1 0,-1 0,0 1,1-1,-1 0,0 0,1 0,-1 0,0 0,1 0,-1 0,0 0,1 0,-1 0,0-1,1 1,-1 0,0 0,1 0,-1 0,-27-4,24 1,1-1,0 0,0 1,0-1,0 0,0 0,1 0,0-1,0 1,0 0,0 0,1-1,-1 1,1 0,0-1,-1-7,-14-118,-5 1,-32-104,-175-464,223 683,-14-56,20 69,-1 0,1 0,-1-1,1 1,-1 0,1 0,0 1,0-1,0 0,-1 1,1-1,0 1,0-1,0 1,0 0,0 0,0 0,0 0,0 0,-1 0,1 0,0 1,0-1,0 1,0-1,1 2,8-1,349 11,460 25,-589-14,-201-16</inkml:trace>
  <inkml:trace contextRef="#ctx0" brushRef="#br0" timeOffset="48563.759">18061 3677,'-58'96,"40"-61,-64 120,83-155,-1 0,1 0,-1 0,0 0,1 0,-1 0,1 0,-1 0,0 1,1-1,-1 0,1 0,-1 0,0 0,1 0,-1 1,0-1,1 0,-1 0,0 1,1-1,-1 0,0 0,0 1,1-1,-1 0,0 1,0-1,1 0,-1 1,0-1,0 0,0 1,0-1,0 1,0-1,1 0,-1 1,0-1,0 1,0-1,0 0,-1 1,1-1,0 1,0-1,0 0,0 1,0-1,0 1,-1-1,1 0,0 1,0-1,0 0,-1 1,1-1,0 0,-1 0,1 1,0-1,0 0,-1 0,1 1,-1-1,1 0,0 0,26-17,-16 12,0-1,0 1,1 1,-1-1,1 2,0 0,0 0,0 1,1 0,-1 1,0 0,1 1,-1 0,0 1,8 2,17-2,-15 0,-15 0,0 0,0-1,-1 0,1 0,0 0,0 0,0-1,0 0,-1-1,1 1,0-1,-1 0,1 0,2-2,-7 1,0 1,0-1,-1 0,1 0,0 0,-1 1,0-1,0 0,0 0,0 0,0 0,0 1,-1-1,0 0,1 0,-1 0,0 1,0-1,0 0,-1 1,1-1,-1 1,1 0,-1-1,0 1,0 0,-1-1,-3-6,4 6,-3-9,-2 1,1-1,-2 1,1 1,-2-1,1 1,-1 1,-1 0,0 0,0 1,0 0,-1 0,-1 1,11 6,0 1,1-1,-1 0,0 1,0-1,0 1,0 0,1-1,-1 1,0-1,0 1,0 0,0 0,0 0,0-1,0 1,0 0,0 0,0 0,0 1,0-1,0 0,0 0,0 0,0 1,0-1,1 0,-1 1,0-1,0 1,0-1,0 1,1-1,-1 1,0 0,0-1,1 1,-1 0,1 0,-1 0,1-1,-1 1,1 0,-1 0,1 0,0 0,-1 0,1 0,0 0,0 0,0 0,-1 0,1 0,0-1,1 1,-1 0,0 0,0 0,0 0,0 0,1 0,-1 0,0 0,1 0,-1 0,51 107,-15 13,-34-169,-2 3,1 23,-1 1,0 0,-2 0,-1 0,0 0,-1 1,-2-3,6 23,0 1,-1-1,1 0,0 0,0 0,0 0,0 0,0 0,0 0,-1 0,1 1,0-1,0 0,0 0,0 0,-1 0,1 0,0 0,0 0,0 0,0 0,-1 0,1 0,0 0,0 0,0 0,0 0,0 0,-1 0,1 0,0-1,0 1,0 0,0 0,-1 0,1 0,0 0,0 0,0 0,0 0,0-1,0 1,0 0,-1 0,1 0,0 18,1-5,1-1,1 1,0-1,1 0,0 0,1 0,0 0,1-1,0 0,1 0,5 6,-12-16,0-1,0 1,0-1,0 0,0 1,0-1,0 0,1 0,-1 1,0-1,0 0,0 1,1-1,-1 0,0 0,0 1,1-1,-1 0,0 0,1 0,-1 1,0-1,1 0,-1 0,0 0,1 0,-1 0,0 0,1 0,-1 0,0 0,1 0,-1 0,0 0,1 0,-1 0,0 0,1 0,-1 0,0 0,1 0,-1 0,0-1,1 1,-1 0,0 0,1 0,-1-1,0 1,0 0,1 0,-1-1,0 1,0 0,0-1,1 1,-1 0,0 0,0-1,0 1,0 0,0-1,1 1,0-25,-4 3,-2 0,0 0,-2 0,0 1,-7-12,14 32,0 0,0 0,0 0,0 0,0 0,0 0,0 0,-1 0,1 0,0 0,-1 1,1-1,-1 0,1 0,-1 0,1 0,-1 1,1-1,-1 0,0 0,1 1,-1-1,0 1,0-1,0 1,0-1,1 1,-1-1,0 1,0 0,0-1,0 1,0 0,0 0,0 0,0-1,0 1,0 0,0 0,0 1,0-1,0 0,0 0,0 0,0 1,1-1,-1 0,0 1,0-1,0 1,0-1,0 1,1 0,-1-1,0 1,1 0,-1-1,0 1,1 0,-1 0,1-1,-1 1,1 0,-111 149,31-49,80-101,-1 1,1-1,0 1,-1-1,1 0,0 1,0-1,-1 1,1-1,0 1,0-1,-1 0,1 1,0-1,0 1,0-1,0 1,0-1,0 1,0 0,0-1,0 1,0-1,0 1,0-1,0 1,0-1,0 1,1-1,-1 0,0 1,0-1,1 1,-1-1,0 1,1-1,-1 0,0 1,1-1,-1 0,0 1,1-1,-1 0,1 1,-1-1,1 0,-1 0,1 0,-1 1,1-1,-1 0,1 0,-1 0,1 0,-1 0,35 1,-28-2,320-4,-307 3,-25-11,-9-1,0 1,1-2,1 0,0 0,1-2,1 1,1-1,-6-14,4 11,-61-134,72 154,0-1,0 1,0-1,0 1,0-1,0 1,0-1,0 1,0-1,0 1,-1-1,1 1,0 0,0-1,-1 1,1-1,0 1,-1 0,1-1,0 1,-1-1,1 1,0 0,-1 0,1-1,-1 1,1 0,-1 0,1-1,0 1,-1 0,1 0,-1 0,1 0,-1 0,1 0,-1 0,1 0,-1 0,1 0,-1 0,1 0,-1 0,1 0,-1 0,1 0,-1 1,1-1,-1 0,1 0,0 1,-1-1,1 0,-1 0,1 1,0-1,-1 1,1-1,-9 31,9-18,1 1,1-1,0 0,1 0,0 0,1 0,1-1,0 1,0-1,1 0,1-1,0 1,0-1,1-1,1 1,0-1,0-1,1 0,0 0,0-1,1 0,1-1,-1 0,1-1,1 0,-27-41,-113-147,107 168,18 35,11-1,1 0,0 0,1-1,1-1,1 1,1-2,5 5,-3-2,13 10,-28-30,0 0,-1-1,1 1,0 0,0-1,-1 1,1-1,0 1,-1-1,1 1,0-1,-1 1,1-1,-1 0,1 1,-1-1,1 0,-1 1,0-1,1 0,-1 0,0 1,0-1,1 0,-1 0,0 1,0-1,0 0,0 0,0 0,0 0,0 1,0-1,0 0,-1 0,1 0,0 1,0-1,-1 0,1 0,0 1,-1-1,1 0,-1 0,-5-20,0 0,-1 1,-1 0,-1 0,0 1,-2 0,0 1,-9-11,-6 8,26 21,-1 0,0 0,1 0,-1 0,0 0,1 0,-1 0,0 0,0 0,1 1,-1-1,0 0,1 0,-1 1,1-1,-1 0,0 1,1-1,-1 1,1-1,-1 1,1-1,-1 1,1-1,0 1,-1 0,1-1,0 1,-1-1,1 1,0 0,0-1,-1 1,1 0,0 0,0-1,0 1,0 0,0-1,0 1,0 0,0-1,0 1,-4 67,4-30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2:54.8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63 247,'-3'1,"0"-1,0 1,1 0,-1 0,0 1,1-1,-1 0,1 1,-1 0,1 0,0-1,0 1,0 1,0-1,0 0,0 0,0 1,1-1,-1 1,1-1,0 1,0 0,0 0,0-1,0 1,0 0,1 0,-1 0,1 0,0 0,0 0,0 0,1-1,-1 1,0 0,1 0,0 0,0 0,0 0,0-1,0 1,1 0,-1-1,1 1,-1-1,1 0,0 0,0 1,2 0,5 6,1-1,0 0,1-1,0-1,0 1,0-1,1-1,-1 0,1-1,1 0,-1-1,1-1,-1 1,1-2,-1 0,1 0,0-2,0 1,-1-1,1-1,0-1,-1 1,0-2,0 0,12-5,-12 3,0 1,0-2,-1 0,0 0,0-1,-1 0,0-1,0 0,-1-1,0 0,0-1,-2 1,1-1,-1-1,-1 0,0 0,0 0,-2 0,1-1,-2 0,1 0,-2 0,0 0,0 0,-1-1,-1 1,0 0,-2-7,1 14,-1 1,0-1,0 1,0 0,-1 0,0 0,0 0,0 1,0-1,-1 1,0 0,0 0,0 0,0 0,0 1,-1-1,0 1,0 0,0 1,0-1,0 1,0 0,0 0,-1 1,1 0,-1 0,1 0,-1 0,0 1,1 0,-1 0,0 1,1-1,-4 2,-16 4,1 2,-1 0,2 2,-1 1,1 0,1 2,0 1,0 0,2 2,0 0,1 1,0 1,2 1,-12 16,-22 23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2:53.0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426 945,'-24'-3,"1"0,-1 2,1 1,-1 1,0 1,1 1,-1 1,1 1,0 1,1 1,0 1,-4 3,-62 50,85-59,0 1,0-1,1 1,-1 0,1 0,0 0,0 1,0-1,0 0,1 1,-1-1,1 1,0 0,0-1,0 1,0 0,1 0,0-1,0 1,0 0,0 0,0 0,1-1,-1 1,1 0,0 0,3 1,-1 0,1-1,0 1,0-1,1 1,-1-1,1 0,0-1,0 1,0-1,0 0,1-1,-1 1,1-1,0 0,0 0,0-1,0 0,0 0,0 0,0-1,0 1,0-2,2 1,8 0,0-1,-1-1,1 0,0-1,0-1,-1 0,0-1,0-1,0 0,-1-1,0 0,0-1,-1-1,0 0,0-1,-1-1,0 0,-1 0,0-1,-1 0,-1-1,0 0,0-1,-1 0,-1 0,5-15,-3 1,-2-1,-1 1,-2-1,-1 0,-1-1,-1 1,-1 0,-2 0,-1 0,-2 0,0 0,-2 0,-1 1,-5-9,-24-37,35 74,1-1,-1 0,1 1,-1-1,1 1,-1-1,1 1,-1 0,1 0,-1 0,1 0,-1 0,0 0,1 0,-1 0,1 0,-1 1,1-1,-1 1,1-1,-1 1,1 0,0-1,-1 1,1 0,0 0,-1 0,1 0,0 0,0 0,0 0,0 1,0-1,0 0,0 1,1-1,-1 0,0 1,1-1,-1 1,1-1,0 1,-1-1,1 1,0-1,0 1,0 0,0-1,0 1,-13 37,3 0,1 1,1 0,3 1,1-1,2 36,1-34,2-1,2 1,2-1,2 1,9 29,-11-51,1-1,1-1,1 1,1-1,0 0,1-1,1 0,0-1,2 0,-1-1,2 0,0-1,2 0,-10-8,1 0,0 0,0-1,1 0,-1 0,1-1,0 0,1-1,-1 1,0-1,1-1,0 0,0 0,0-1,0 0,0 0,0-1,0 0,0-1,-1 0,1 0,0-1,0 0,0 0,-1-1,1 0,-1-1,0 0,0 0,-1-1,1 0,4-7,0 0,-1-1,0-1,-1 1,0-2,-2 1,1-1,-2 0,0-1,-1 0,0 0,-2 0,0-1,2-14,-9-16,2 47,1-1,0 0,0 1,-1-1,1 0,0 1,-1-1,1 0,0 1,-1-1,1 1,-1-1,1 1,-1-1,1 1,-1-1,1 1,-1-1,0 1,1 0,-1-1,0 1,1 0,-1 0,0-1,1 1,-1 0,0 0,1 0,-1 0,0 0,0 0,1 0,-1 0,0 0,1 0,-1 1,0-1,1 0,-1 0,0 1,1-1,-1 0,0 1,1-1,-1 0,1 1,-1-1,1 1,-1-1,1 1,-1 0,1-1,-1 1,1-1,0 1,-1 0,1-1,0 1,-6 8,0-1,1 1,0 1,0-1,1 1,0-1,1 1,0 0,1 1,0-1,0 0,1 1,0-1,1 0,1 1,-1-1,2 1,-1-1,3 6,-2-10,0 1,0-1,0 0,1-1,0 1,0 0,1-1,0 0,0 0,0 0,4 4,18 12</inkml:trace>
  <inkml:trace contextRef="#ctx0" brushRef="#br0" timeOffset="751.085">760 611,'30'19,"1"-2,1-2,0-1,1-1,10 2,15 5,262 113,-298-123,-1 1,-1 1,0 1,-1 1,14 13,-27-23,-1 1,0 0,-1 1,1-1,-1 1,0 0,-1-1,1 2,-1-1,0 0,-1 1,0-1,0 1,0 0,0 0,-1 0,-1 0,1 0,-1 0,0 0,-1 3,-47 127,48-137,-1 1,0 0,1 0,-1-1,1 1,-1 0,1 0,0-1,-1 1,1 0,0 0,-1 0,1 0,0-1,0 1,0 0,0 0,0 0,0 0,0 0,0 0,0 0,0-1,1 1,-1 0,0 0,1 0,-1 0,0-1,1 1,-1 0,1 0,-1-1,1 1,0 0,-1-1,1 1,0-1,-1 1,1 0,0-1,0 0,-1 1,1-1,0 1,0-1,0 0,-1 0,1 1,0-1,10-1,-1-1,0 0,0 0,0-1,0 0,-1-1,1 0,-1-1,0 0,0 0,-1-1,0 0,1 0,-2-1,1 0,113-125,-83 85,-33 42,-4 3,1-1,-1 1,1 0,0 0,0 0,0 0,0 0,0 0,0 1,0-1,1 1,-1-1,0 1,1 0,-1 0,1 0,2-1,-4 3,1 0,-1 0,0 0,0 0,0 0,0 0,0 0,0 1,0-1,0 0,0 0,-1 1,1-1,0 0,-1 1,1-1,-1 1,0-1,1 1,-1-1,0 1,0-1,0 1,0 0,1 3,-1 6,1-1,0 1,1-1,0 1,1-1,0 0,0 0,1 0,0 0,1-1,0 0,1 1,0-2,0 1,1-1,0 0,1 0,-1-1,1 0,1-1,-1 1,1-2,0 1,4 0,-4-3,0 0,0-1,0-1,0 1,1-1,-1-1,1 0,-1 0,1-1,-1 0,0-1,1 0,-1 0,0-1,0 0,-1-1,1 1,-1-2,1 1,-1-1,-1-1,1 1,-1-2,0 1,0 0,1-3,15-21,-2 0,0-2,-2 0,-2-1,-1-1,-1 0,-2-2,-2 1,-1-1,-1-6,15-53,-5-2,-4-1,-4 0,-3-45,-7 123,0-1,-1 0,-2 0,0 1,-1-1,-1 1,-1 0,-1 0,-3-7,8 25,0-1,0 0,0 0,0 1,0-1,-1 1,1 0,-1-1,0 1,0 0,0 0,0 0,0 0,0 0,0 0,-1 1,1-1,-1 1,1-1,-1 1,1 0,-1 0,0 0,0 1,1-1,-1 1,0-1,0 1,0 0,0 0,1 0,-1 1,0-1,0 1,0-1,1 1,-3 1,-5 5,0 1,1 1,0 0,0 0,1 1,0 0,1 0,0 1,0 0,1 0,1 0,0 1,1 0,0 0,0 0,2 0,-1 1,2-1,-1 2,-4 35,1 0,2 1,3 0,2-1,2 1,2-1,3 0,1-1,3 0,1 0,3-1,2-1,1-1,3-1,13 18,-26-44,1 0,0-1,1 0,1-1,1-1,0 0,12 9,-25-23,0 0,0 0,0 0,0 0,0 0,0 0,0 0,0-1,1 1,-1 0,0-1,0 1,1-1,-1 0,0 1,1-1,-1 0,0 0,1 0,-1 0,0 0,1 0,-1 0,0 0,1 0,-1-1,0 1,1 0,-1-1,0 1,0-1,1 0,-1 1,0-1,0 0,0 0,0 0,0 0,0 0,0 0,0 0,0 0,-1 0,1 0,0 0,-1-1,1 1,-1 0,1 0,-1-1,1 1,-1 0,0-1,0 0,7-27</inkml:trace>
  <inkml:trace contextRef="#ctx0" brushRef="#br0" timeOffset="1001.953">1963 303,'32'-11,"35"-2,32 8,24 13,6 13,-18 3</inkml:trace>
  <inkml:trace contextRef="#ctx0" brushRef="#br0" timeOffset="1365.775">2538 1172,'18'-19,"-1"0,0-1,-2-1,-1-1,0 0,-1-1,-2 0,0-1,4-15,-11 25,1 0,-2-1,1 0,-2 0,0 0,-1 0,-1 0,0 0,-1 0,0 0,-2 0,1 0,-2 1,0-1,-1 1,0 0,-2-1,4 8,0 0,-1 0,0 0,-1 1,1 0,-1 0,-1 0,1 0,-1 1,0 0,0 0,0 0,-1 1,0 0,1 0,-2 1,1 0,7 3,0 0,1 1,-1-1,0 1,0-1,0 1,0-1,1 1,-1-1,0 1,0-1,0 1,0-1,0 1,0-1,0 1,0-1,-1 1,1-1,0 1,0-1,0 1,0-1,-1 1,1-1,0 0,0 1,-1-1,1 1,0-1,-1 0,1 1,0-1,-1 0,1 1,-1-1,1 0,-1 0,1 1,-1-1,1 0,0 0,-1 0,1 0,-1 0,1 1,-1-1,1 0,-1 0,1 0,-1 0,1-1,-1 1,1 0,-1 0,1 0,-1 0,1 0,-1-1,1 1,-1 0,1 0,-1-1,8 7,1-1,-1 0,1 0,0-1,1 0,-1 0,1-1,-1 0,1 0,0-1,4 0,-6 0,312 50,-316-53,1 1,-1 0,1-1,0 2,-1-1,1 0,-1 1,1 0,-1 0,1 0,-1 0,1 0,-1 1,0-1,0 1,0 0,0 0,0 0,0 1,0-1,-1 1,1-1,-1 1,0 0,0 0,0 0,0 0,0 0,-1 1,1-1,-1 0,0 1,0-1,0 1,0 3,-21 57,17-60,0 1,1-1,-1 1,1 0,0 0,0 0,1 0,-1 0,1 1,0-1,1 0,-1 1,1-1,0 0,1 1,-1-1,1 0,0 1,0-1,1 0,-1 0,1 0,0 0,1 0,-1 0,1-1,1 2,4 1,1-1,1 0,-1 0,1-1,0 0,0-1,1 0,-1-1,1 0,3 0,29 7</inkml:trace>
  <inkml:trace contextRef="#ctx0" brushRef="#br0" timeOffset="1581.168">3568 905,'16'0,"16"3,17 0,11-1,9 1,-7-2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05.9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441 1161,'-12'-9,"0"0,-1 1,0 1,0 0,-1 1,0 0,0 1,0 1,-1 0,1 1,-1 1,0 0,0 1,0 0,0 1,1 1,-1 0,0 1,0 1,1 0,-1 1,1 1,0 0,0 1,1 1,-1 0,1 1,10-7,0 0,0 1,0-1,0 1,1 0,-1 0,1 0,-1 0,1 1,0-1,0 1,0-1,0 1,0 0,0-1,1 1,-1 0,1 0,0 0,0 0,0 1,1-1,-1 0,1 0,-1 0,1 1,0-1,0 0,1 0,-1 1,1-1,-1 0,1 0,0 0,0 0,1 0,-1 0,0 0,1 0,0 0,0-1,0 1,0 0,0-1,11 6,-1-2,1 0,0 0,0-1,1-1,0 0,-1-1,1 0,0-1,0-1,1 0,-1-1,0 0,12-3,-12 2,-1-1,1 0,-1-1,0 0,0-1,0 0,0-1,-1-1,0 0,5-4,-12 7,0-1,-1 1,1-1,-1 0,0 0,0 0,0-1,0 1,-1-1,0 0,0 0,0 0,0-1,-1 1,0 0,0-1,-1 0,1 1,-1-1,-1 0,1 0,-1 0,0 0,0 1,-1-2,2 6,-1-1,0 1,1 0,-1-1,0 1,0 0,0-1,0 1,-1 0,1-1,0 1,0 0,-1-1,1 1,-1 0,1 0,-1-1,0 1,1 0,-1 0,0 0,0 0,0 0,0 0,0 0,0 0,0 0,0 0,0 1,0-1,0 0,-1 1,1-1,0 1,0-1,-1 1,1 0,0-1,-1 1,1 0,0 0,-1 0,1 0,-1 0,1 0,0 0,-1 1,1-1,0 1,0-1,-1 1,-1 3,0 1,1 0,0 0,0 1,0-1,0 0,1 1,0-1,0 1,0-1,1 1,-1 0,1-1,1 1,-1-1,1 1,0 0,0-1,1 0,0 1,0-1,0 0,0 0,1 0,0 0,0 0,0-1,1 1,0-1,-1 0,3 2,6 6,0-1,1-1,0 0,0 0,1-1,0-1,1 0,0-1,0-1,16 5,32 8</inkml:trace>
  <inkml:trace contextRef="#ctx0" brushRef="#br0" timeOffset="620.473">1203 973,'-14'-3,"-1"1,1 1,-1 0,1 1,-1 0,1 1,0 1,-1 0,1 1,0 1,0 0,0 1,1 0,0 1,0 1,0 0,1 1,0 0,0 1,-7 7,16-13,0 1,1-1,-1 0,1 1,0-1,0 1,0 0,1 0,-1 0,1 0,0 0,0 0,1 0,-1 0,1 0,0 0,0 0,0 1,0-1,1 0,-1 0,1 0,0 0,1 0,-1 0,1 0,0-1,-1 1,4 3,5 3,1 0,1 0,0-1,0-1,1 0,0 0,1-2,-1 0,1 0,0-1,1-1,-1 0,1-1,0 0,0-2,13 1,-9 1,-1 0,1-2,0 0,0-1,0-1,-1 0,1-2,0 0,-1-1,0-1,0-1,0 0,0-1,-1-1,-1-1,1 0,-1-2,-1 1,0-2,-1 0,0-1,0 0,10-14,-5-8,-1 0,-1-1,-3-1,-1 0,-1-1,-2 0,-2-1,1-16,17-111,-2-68,-22 119,-2 114,1 0,-1-1,0 1,0 0,0 0,0 0,0-1,0 1,0 0,-1 0,1 0,0 0,0-1,-1 1,1 0,-1 0,1 0,-1 0,0 0,1 0,-1 0,0 0,0 0,0 1,1-1,-1 0,0 0,0 1,0-1,0 0,0 1,-1-1,1 1,0-1,0 1,0 0,0 0,0-1,-1 1,1 0,0 0,0 0,0 0,-1 0,1 0,0 1,0-1,0 0,0 1,-1-1,1 0,0 1,0 0,0-1,0 1,0 0,0-1,0 1,0 0,1 0,-1 0,0 0,0 0,-10 12,1-1,1 2,0 0,1 0,0 0,1 1,1 0,0 0,1 1,-1 7,-6 14,1 2,2 0,2 0,2 0,1 1,2-1,1 1,2 0,2 0,2-1,2 0,1 0,2 0,2-1,1 0,2-2,1 1,2-2,2 0,1-1,1-2,20 22,-26-37,0-2,1 0,0-1,2-1,-1-1,2 0,-1-2,5 2,-15-8,-1 0,2-1,-1 0,0 0,1-1,-1 0,1-1,-1 0,1-1,0 0,-1 0,1-1,0 0,-1-1,1 0,-1 0,0-1,1 0,6-4,-5-2,0 0,0-1,0 0,-2 0,1-1,-1-1,-1 1,0-2,-1 1,0-1,-1 0,0 0,-1-1,0 1,-2-1,1 0,-2-1,1-7,1-2,-4 16,-3 13,-4 14,4-12,1 1,-1-1,1 0,0 1,1 0,0-1,0 1,1 0,0-1,0 1,0 0,1 0,1-1,-1 1,1-1,0 1,1-1,0 0,0 0,0 0,1 0,0-1,1 1,-1-1,1 0,4 3,21 10</inkml:trace>
  <inkml:trace contextRef="#ctx0" brushRef="#br0" timeOffset="864.718">2526 1000,'-16'-7,"-14"-6,-9-4,-7-1,-3 0,-1 3,-2 0,8 2</inkml:trace>
  <inkml:trace contextRef="#ctx0" brushRef="#br0" timeOffset="1034.262">1309 545,'25'-4,"27"-2,28 3,27 3,23 5,15 6,7 5,-5 5,-28-1</inkml:trace>
  <inkml:trace contextRef="#ctx0" brushRef="#br0" timeOffset="1290.033">2673 893,'-2'14,"0"0,1 0,0 0,2 1,-1-1,2 0,0 0,0 0,1 0,1-1,1 1,0-1,0 0,1 0,1-1,0 1,1-1,0-1,1 0,9 9,-10-11,0-1,0 0,1-1,0 0,1 0,0-1,0 0,0-1,1 0,-1-1,1 0,0-1,0 0,1 0,-1-1,1-1,-1 0,1-1,-1 0,1 0,-1-1,1-1,-1 0,0-1,1 0,-1 0,-1-1,1-1,0 0,-1 0,2-5,-1-1,1 1,-2-2,0 0,0 0,-1-1,-1 0,0 0,0-1,-2 0,0 0,0-1,-1 0,-1 0,-1 0,0 0,0-12,-5-25,2 52,0 0,0-1,-1 1,1 0,0-1,0 1,0 0,-1-1,1 1,0 0,-1 0,1-1,0 1,-1 0,1 0,0-1,-1 1,1 0,0 0,-1 0,1 0,-1 0,1 0,0 0,-1 0,1 0,-1 0,1 0,0 0,-1 0,1 0,0 0,-1 0,1 0,-1 0,1 0,0 1,-1-1,1 0,0 0,-1 0,1 1,0-1,-1 0,1 0,0 1,0-1,-1 0,1 1,0-1,0 0,0 1,-1-1,1 0,0 1,0-1,0 1,0-1,0 1,-13 23,10-13,1-1,1 1,-1 0,2 0,-1 0,2 1,-1-1,2 0,-1-1,1 1,1 0,0 0,1-1,0 0,0 1,1-1,0-1,1 1,0-1,1 0,0-1,0 1,1-1,0-1,0 1,1-1,0-1,0 0,0 0,1-1,0 0,0 0,0-1,1-1,2 1,31 9</inkml:trace>
  <inkml:trace contextRef="#ctx0" brushRef="#br0" timeOffset="1822.214">3635 960,'-2'1,"0"0,0 1,0-1,0 1,0-1,0 1,1 0,-1 0,0 0,1 0,0 0,-1 0,1 0,0 0,0 1,0-1,1 0,-1 1,0-1,1 0,-1 1,1-1,0 1,0-1,0 1,0-1,1 1,-1-1,1 1,-1-1,1 0,0 1,0-1,0 0,1 6,1 0,0-1,0 0,1 0,0 0,0 0,1 0,0-1,0 0,0 0,1 0,0-1,0 0,0 0,1-1,0 1,0-1,0-1,0 1,0-1,1 0,4 0,0 1,1-1,0 0,0-1,0 0,0-1,0-1,0 0,0 0,0-2,0 0,0 0,0-1,7-3,-8 1,-1-1,0 0,0-1,0 0,-1-1,0 0,0 0,-1-1,0-1,-1 0,0 0,0 0,-1-1,3-7,-7 14,8-13,-3 21,-8 5,1 0,0 0,1 0,0 0,0 0,1-1,0 1,0-1,1 1,0-1,1 0,0-1,0 1,0-1,1 0,1 0,1 0,2-1,-1 0,0-1,1 0,0-1,0 0,1 0,-1-1,1 0,0-1,-1 0,1-1,0 0,0-1,0 0,0-1,0 0,0-1,-1 0,1 0,0-1,-1-1,0 0,0 0,0-1,0 0,-1 0,0-1,5-5,4-3,-1 0,-1-2,0 0,-1-1,-1 0,0-1,10-19,-13 21,-10 49,-4-21,0 0,0 0,2 1,-1-1,2 0,-1 1,2-1,0 1,0-1,1 0,1 0,0 0,0 0,1 0,1 0,0-1,0 0,2 0,-1 0,2 1,20 15,-2-7</inkml:trace>
  <inkml:trace contextRef="#ctx0" brushRef="#br0" timeOffset="2485.429">4598 425,'-2'25,"2"0,0 0,2 0,1 0,0 0,2 0,1-1,1 0,1 0,1 0,1-1,1-1,2 1,-6-5,2 0,0-1,1 0,0-1,1 0,1-1,1 0,0 0,1-2,9 7,-20-18,1 0,-1 0,1 0,0 0,0-1,-1 1,1-1,0 0,1 0,-1-1,0 1,0-1,0 0,0 0,0 0,0-1,0 1,0-1,0 0,0 0,0-1,0 1,0-1,0 0,-1 0,1 0,0-1,84-78,-56 37,-2 0,-3-2,-1-1,-2-1,-2-1,-3-1,-1 0,5-35,-13 51,-2-1,-1 0,-1 0,-2 0,-2 0,-1-20,-1 49,0 0,0 1,-1-1,1 0,-1 1,0-1,-1 0,0 1,1 0,-2-1,1 1,-1 0,1 0,-1 0,-1 0,1 1,-1-1,0 1,0 0,0 0,0 0,-1 1,1-1,-1 1,0 0,0 1,-1-1,0 2,0 0,0 0,0 0,0 1,0 0,-1 0,1 0,0 1,0 0,0 1,0-1,0 1,0 0,1 0,-1 1,1 0,-1 0,1 0,0 1,-2 1,-7 6,1 0,1 1,0 0,0 1,1 0,-9 15,2 4,2 0,1 1,1 0,1 1,3 0,0 1,3 1,0-1,3 1,1 0,1 0,2 1,2-1,1 0,2 0,1-1,3 3,-3-9,2 0,1 0,1-1,1-1,1 0,2 0,1-2,0 1,2-2,1 0,1-1,1-1,1-1,11 8,-24-23,1-1,0 1,-1-1,2-1,-1 0,0 0,1-1,0 0,0-1,0 0,0 0,0-1,0 0,0-1,0 0,0-1,0 0,0-1,0 0,0 0,0-1,0 0,-1-1,0 0,0-1,0 0,0 0,5-4,5-6,0 0,-2-1,1 0,-2-2,-1 0,0-1,-1 0,-1-1,0-1,-2 0,-1 0,0-1,-2-1,0 1,-2-1,2-10,-10-33,1 65,1-1,-1 1,1 0,-1-1,0 1,1 0,-1-1,0 1,0 0,0 0,0 0,0 0,0 0,0 0,0 0,-1 0,1 0,0 0,-1 1,1-1,0 0,-1 1,1-1,-1 1,1 0,-1-1,1 1,-1 0,1 0,-1 0,1 0,-1 0,1 0,-1 1,1-1,-1 0,1 1,-1-1,1 1,0 0,-8 3,1 1,0 0,0 1,1 0,-1 0,1 1,1-1,-1 1,1 1,1 0,-1-1,1 2,0-1,1 1,0-1,1 1,-1 0,2 0,-1 1,1-1,1 0,0 1,0 0,1-1,0 9,1-6,1-1,0 1,1-1,0 1,1-1,0 0,0-1,1 1,1-1,0 0,0 0,1 0,0-1,1 0,0-1,1 1,-1-2,1 1,1-1,1 1,15 9,0-2,1 0,0-2,1-1,0-1,1-2,8 2,-11-5,-1-1,1 0,-1-2,1-1,7-2,24-4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2:50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16918 1028,'5'-6,"0"1,1 0,-1 1,1-1,0 1,0 0,1 1,-1-1,1 1,0 0,0 1,0 0,0 0,0 1,0-1,1 2,-1-1,0 1,1 0,-1 0,0 1,1 0,-1 0,0 1,0 0,0 0,0 1,0 0,-1 0,1 0,-1 1,0 0,0 0,0 1,1 1,3 11,-1 0,-1 1,0 1,-1-1,-1 1,-1 0,-1 0,-1 1,0 0,-1-1,-1 1,-1 0,-1 0,-1 5,2-21,0 1,3 32,-3-36,1-1,-1 1,0 0,1-1,-1 1,0-1,1 1,-1-1,1 1,-1-1,1 1,-1-1,1 1,-1-1,1 1,-1-1,1 0,0 0,-1 1,1-1,0 0,-1 0,1 1,0-1,-1 0,1 0,0 0,-1 0,1 0,0 0,-1 0,1 0,0-1,-1 1,1 0,0 0,-1 0,1-1,0 1,-1 0,1-1,-1 1,1 0,-1-1,1 1,-1-1,1 0,13-10,0 0,-2-1,1-1,-2 0,1-1,-2 0,0-1,-1 0,0 0,-1-1,-1 0,1-5,3-6,-1-1,-1-1,-1 0,-2 0,-1-1,-1-1,-3 4,-4 21,0 17,0 7,1 0,1 0,0 0,1 0,1 0,1 0,1 0,1 4,-2-15,-1 0,2 0,-1 0,1 0,0-1,0 1,1-1,0 0,0 0,0-1,1 1,0-1,0 0,0 0,1 0,0-1,-1 0,2 0,-1 0,0-1,1 0,1 0,0 0,0-1,0 0,0 0,0-1,0 0,0 0,1-1,-1 0,0-1,0 0,1 0,-1-1,0 0,0 0,-1-1,1 0,0 0,-1-1,0 0,0 0,0-1,0 1,-1-2,1 1,-1-1,-1 0,1 0,-1 0,0-1,-1 0,1 0,-1 0,-1-1,1 1,-1-1,0-3,1-1,0 0,-1-1,-1 1,0-1,-1 1,0-1,-1 1,0-2,-7 22,4 2,1 1,-1 0,2 0,0 0,0 0,1 0,0 0,1 0,1 0,-1 0,2 0,-1-1,2 1,-1-1,1 1,1-1,0 0,0-1,1 1,0-1,1 0,0-1,0 0,1 0,0 0,1-1,6 4,-7-7,1 0,0 0,0-1,0-1,1 0,-1 0,1 0,-1-1,1-1,0 0,-1 0,1-1,-1 0,1-1,-1 0,1 0,-1-1,0 0,0 0,0-1,-1-1,1 1,-1-2,0 1,-1-1,1 0,-1 0,0-1,0 0,-1 0,0-1,-1 0,1 0,-1 0,-1-1,0 1,0-1,0-2,12-68,-16 79,0 1,0-1,0 0,0 0,0 0,0 0,-1 0,1 0,0 0,0 0,0 0,0 1,-1-1,1 0,0 0,0 0,0 0,0 0,-1 0,1 0,0 0,0 0,0 0,0 0,-1 0,1 0,0 0,0 0,0 0,0-1,-1 1,1 0,0 0,0 0,0 0,0 0,0 0,0 0,-1 0,1-1,0 1,0 0,0 0,0 0,0 0,0 0,0-1,0 1,-8 18,5-13,1 0,1 1,-1-1,1 1,0-1,0 1,0-1,1 1,0 0,0 0,0-1,1 1,0-1,0 1,1 0,-1-1,1 0,0 1,0-1,1 0,0 0,0 0,0-1,0 1,1-1,0 1,0-1,0 0,0-1,1 1,-1-1,1 0,0 0,0 0,2 0,1 1,0-1,0 0,0 0,0-1,0 0,1-1,-1 0,1 0,-1-1,1 0,-1 0,1-1,-1 0,1 0,-1-1,0 0,0-1,0 0,0 0,0-1,0 0,-1 0,0 0,0-1,0 0,0-1,-1 0,0 0,0 0,-1-1,0 1,3-5,28-134,-39 136,-5 22,4-7,1 0,0 0,0 1,1-1,0 0,0 1,0 0,1-1,0 1,1 0,-1 0,1 0,1 0,-1-1,1 1,0 0,0 0,1-1,0 1,1-1,-1 1,1-1,0 0,0 0,1 0,0-1,0 1,0-1,3 2,10 4,0-1,1 0,0-1,1-2,-1 0,2 0,-1-2,0-1,1 0,0-1,0-1,12-1,-5 1,0-2,0-1,0-1,0-1,0-1,0-2,-1 0,7-4,-18 4,-1 1,0-2,1 0,-2 0,1-2,-1 0,-1 0,0-1,0 0,-1-1,0-1,0 0,-2 0,9-13,-1-14,-2 0,-1-1,-2-1,-2 0,-2 0,-1-1,-2 0,-3 0,-1 0,-1 0,-3-1,3-1,-1 0,-2 0,-3 1,-5-23,9 58,-1-1,1 1,-1 1,-1-1,1 0,-1 1,-1 0,0 0,-3-4,6 8,0 1,0 0,0 0,0 0,0 1,-1-1,1 1,-1-1,1 1,-1 0,0-1,1 1,-1 1,0-1,0 0,0 1,1-1,-1 1,0 0,0 0,0 0,0 0,0 1,0-1,1 1,-1 0,0 0,-2 1,-8 6,1 0,0 1,1 0,-1 1,2 1,0-1,0 2,1-1,0 1,1 1,0 0,1 0,1 0,0 1,1 0,0 0,-1 10,-1-2,1 2,1-1,1 1,1-1,1 1,1 0,1 0,1 0,1 0,1 0,2 0,0-1,1 0,2 0,0-1,1 0,1 0,2-1,0 0,5 5,0-2,2 0,1-2,1 0,0-1,2-1,0-1,1-2,1 0,1-1,0-2,1 0,1-2,0-1,0-1,1-2,0-1,1-1,0-1,-1-2,1-1,0-1,14-2,-30 0,1-1,0 0,-1-1,0-1,0 0,0-1,0 0,0-1,-1-1,0 0,-1-1,0 0,0-1,0 0,-1-1,-1 0,1-1,-2 0,0 0,0-1,2-5,3-13,-2-1,-1-1,-1 0,-2 0,-1-1,-2 0,-1 0,-1 0,-2-1,-1 1,-4-17,-2-40,-4 1,-4 0,-3 1,-5 1,-14-32,29 98,3 6,0 0,-1 1,0 0,-2 0,1 1,-2-1,0 2,0-1,-7-7,14 20,1-1,-1 0,0 0,0 1,0-1,1 1,-1-1,0 0,0 1,0 0,0-1,0 1,0-1,0 1,0 0,0 0,0 0,0 0,0-1,0 1,0 1,0-1,0 0,0 0,0 0,0 0,0 1,0-1,0 0,0 1,0-1,0 1,0-1,0 1,1 0,-1-1,0 1,0 0,1-1,-1 1,0 0,1 0,-1 0,1 0,-1 0,1-1,-1 1,1 1,-8 13,0 1,1 0,1 0,1 1,1 0,0 0,1 0,0 0,1 16,1-22,-6 62,4 0,3 1,4-1,2 0,4 0,3-1,3 0,3-2,3 0,26 54,-46-118,4 12,2 1,0-2,0 1,2-1,0 0,1-1,1-1,0 1,1-2,14 13,-24-25,1 0,-1 0,0 0,1-1,-1 0,1 1,-1-1,1-1,0 1,-1 0,1-1,0 0,0 0,-1 0,1 0,0-1,-1 1,1-1,0 0,-1 0,1 0,-1-1,1 1,-1-1,0 0,1 0,72-66,-48 29,-1-2,-2 0,-2-2,0-3,-2 5,3 2,-20 44,-6 67,0-61,1 0,0 0,1 0,0 0,1 0,0 0,1 0,0 0,1 0,0-1,0 1,2 1,-1-5,1 0,-1-1,1 1,0-1,0 0,1 0,0-1,0 0,0 0,1 0,0-1,0 0,0 0,0-1,26 11</inkml:trace>
  <inkml:trace contextRef="#ctx0" brushRef="#br0" timeOffset="244.892">20674 880,'-18'-16,"-13"-12,-1-1</inkml:trace>
  <inkml:trace contextRef="#ctx0" brushRef="#br0" timeOffset="425.765">19751 386,'28'-2,"26"-1,28 0,22 1,14 0,7 3,1 4,-21 0</inkml:trace>
  <inkml:trace contextRef="#ctx0" brushRef="#br0" timeOffset="1199.735">20781 1081,'9'609,"-11"-559,-2 0,-2-1,-2 1,-10 29,8-54,9-25,1 0,-1 0,0 0,1 1,-1-1,1 0,-1 0,1 0,-1 0,1 0,-1 0,0 0,1 0,-1 0,1 0,-1-1,1 1,-1 0,1 0,-1 0,1-1,-1 1,1 0,-1-1,1 1,-1 0,1-1,0 1,-1-1,1 1,-1-1,1 1,0 0,0-1,-1 1,1-1,0 0,0 1,0-1,-1 1,1-1,0 1,0-1,0 1,0-1,0 0,0 1,0-1,0 1,0-1,0 1,1-1,-1 1,0-1,0 1,1-1,-8-44,3 0,2-1,2-35,1 23,-3-64,5 0,6 1,21-103,-1 144,-27 78,-1-1,1 1,0 0,-1 0,1 0,0 0,0 1,1-1,-1 1,0-1,0 1,1-1,-1 1,1 0,-1 0,1 0,0 1,-1-1,1 1,0-1,-1 1,1 0,0 0,-1 0,1 0,0 1,-1-1,1 1,0-1,13 6,1 0,-1 1,-1 0,1 1,-1 1,-1 1,2 1,4 2,1 1,10 4,-2 2,0 1,-2 1,25 26,-50-47,0 0,-1 0,1 0,-1 0,0 1,1-1,-1 0,0 1,0-1,0 1,1-1,-2 1,1-1,0 1,0 0,0 0,-1-1,1 1,-1 0,0 0,1 0,-1-1,0 1,0 0,0 0,0 0,0 0,-1 0,1-1,-1 1,1 0,-1 0,1 0,-1-1,0 1,0 0,0-1,0 1,0-1,0 1,0-1,-1 0,1 1,-10 2,1-1,-1 1,0-2,1 1,-1-2,0 1,0-2,-1 1,1-2,0 1,0-1,0-1,0 0,-3-2,-59-29,72 32,0 0,-1 0,1 0,0-1,0 1,0 0,0-1,0 1,0-1,0 1,0-1,1 1,-1-1,0 1,1-1,0 0,-1 1,1-1,0 0,0 0,0 1,0-1,0 0,0 0,0 1,1-1,-1 0,1 1,-1-1,1 1,0-1,-1 0,1 1,0-1,0 1,0 0,0-1,0 1,0 0,1 0,-1-1,0 1,1 0,0 0,13-11,1 0,0 2,0 0,1 0,0 2,5-2,22-11,18-11,-1-3,-2-2,-2-3,13-14,-45 32,-1 0,-1-1,-1-2,-1 0,-1-1,-2-1,0-1,-2-1,-1 0,1-7,-3 3,-2-2,-1 1,-1-1,-3-1,0 1,-3-1,-1 0,-1 0,-2 0,-5-27,4 47,-1 0,-1 0,0 0,-2 1,1 0,-2 0,-5-8,10 18,-1 0,0 0,-1 0,1 0,-1 1,0 0,0-1,-1 2,1-1,-1 0,0 1,0 0,0 0,0 0,0 1,-1 0,1 0,-1 0,1 1,-1-1,0 1,-1 1,0 0,0 0,0 1,0 0,0 0,0 0,0 1,1 1,-1-1,0 1,1 0,0 0,0 1,0-1,0 2,1-1,-1 0,1 1,0 0,1 0,-1 1,-7 9,1-1,1 2,0-1,2 1,-1 1,2-1,-2 7,-1 10,0 0,3 1,1 0,1 1,2-1,1 1,2 0,1-1,2 1,4 15,2 3,3 0,2-1,3 0,1-2,3 0,11 17,-22-45,0-1,2 0,0-1,2 0,0 0,1-2,0 0,2-1,0 0,1-1,1-1,0-1,1-1,0-1,1 0,2-1,-14-8,0-1,-1 0,1-1,0 0,0 0,0-1,0 0,0 0,0-1,0 0,-1-1,1 0,0-1,-1 1,1-2,-1 1,0-1,0 0,-1-1,1 0,-1 0,0 0,0-1,-1 0,1-1,-1 0,-1 1,1-2,2-5,2-2,-2 0,0 0,0-1,-2 0,0-1,-1 1,0-1,-2 0,0 0,-1-1,0 1,-1 0,-2-13,1 26,1 0,-1 1,0-1,0 0,-1 1,1-1,-1 0,0 1,0-1,0 0,0 1,-1 0,1-1,-1 1,0 0,0 0,0 0,0 0,-1 0,1 0,-1 0,1 1,-1 0,0-1,0 1,0 0,-1 0,1 1,0-1,-1 1,1 0,-1-1,1 2,-1-1,0 0,1 1,-1-1,-2 1,0 3,1 0,-1 1,0-1,1 1,0 0,0 1,0-1,0 1,1 0,0 0,0 0,0 1,0-1,1 1,0 0,1 0,-1 0,1 0,0 1,0-1,1 1,0-1,0 1,1-1,-1 1,1 0,1-1,0 1,-1-1,2 1,-1-1,1 1,0 0,3 3,-1-1,1 1,1-1,0 0,0-1,1 1,0-1,0-1,0 1,1-1,1-1,-1 1,1-1,0-1,6 3,148 58,-57-36</inkml:trace>
  <inkml:trace contextRef="#ctx0" brushRef="#br0" timeOffset="-5682.245">8883 1335,'-11'-4,"0"1,0 0,-1 0,1 2,-1-1,1 1,-1 1,0 0,1 1,-1 0,1 1,-1 0,1 0,0 2,0-1,0 1,0 1,1 0,0 1,0-1,0 2,0 0,1 0,0 0,1 1,0 1,-4 4,6-5,0 1,1-1,0 1,1 0,0 1,0-1,1 1,0 0,0 1,2-7,0-1,1 1,-1 0,1-1,0 1,0 0,0 0,1-1,-1 1,1 0,0-1,0 1,0 0,1-1,-1 0,1 1,0-1,0 0,0 0,0 0,0 0,1 0,-1 0,1-1,3 3,2-1,0-1,1 1,-1-2,1 1,0-1,0-1,0 0,0 0,0 0,0-1,0-1,0 0,0 0,0 0,0-1,0-1,0 1,-1-2,1 1,-1-1,0 0,0-1,-1 1,1-2,-1 1,0-1,0 0,-1-1,0 1,1 0,-1-1,0 0,0 1,-1-2,0 1,0 0,-1-1,0 0,0 0,-1-1,0 1,-1-1,1 1,0-9,-4 17,1 1,0-1,-1 0,1 0,-1 1,1-1,-1 0,1 0,0 1,-1-1,1 0,-1 0,1 0,-1 0,1 0,-1 0,1 0,-1 0,1 0,-1 0,1 0,-1 0,1 0,-1 0,1 0,-1 0,1-1,-1 1,1 0,-1 0,1-1,0 1,-1 0,1-1,-1 1,1 0,0-1,-1 1,1 0,0-1,0 1,-1-1,1 1,0-1,0 1,0-1,-1 1,1-1,0 1,0-1,0 1,0-1,0 1,0-1,0 1,0-1,0 1,0-1,-2 8,1-1,-1 1,1 0,0 0,1-1,-1 1,2 0,-1 0,1 0,0-1,0 1,0 0,1-1,0 1,1-1,-1 0,1 1,0-1,1-1,0 1,0 0,0-1,0 0,1 0,0 0,0 0,0-1,1 0,1 1,46 29,1-7</inkml:trace>
  <inkml:trace contextRef="#ctx0" brushRef="#br0" timeOffset="-5017.627">9632 1335,'-14'-2,"-1"1,1 1,-1 0,1 1,0 0,-1 1,1 1,0 1,0-1,-8 5,14-5,1 1,-1-1,1 1,0 0,0 0,1 1,0 0,-1 0,2 1,-1 0,0 0,1 0,1 1,-1-1,1 1,0 0,0 0,1 1,-2 3,4-7,0 0,0 0,0 1,1-1,-1 0,1 0,0 1,0-1,1 0,-1 0,1 0,0 1,0-1,0 0,1 0,-1 0,1 0,0-1,0 1,0 0,1-1,-1 1,1-1,0 0,0 0,0 0,0 0,0-1,1 1,1 0,8 5,0-1,0-1,0 0,1 0,-1-2,1 0,1 0,4 0,0 0,1 0,0-1,0-1,0-1,0-1,0 0,0-2,0 0,0-2,0 0,-1-1,1-1,-1 0,-1-2,1 0,-1-1,-1-1,0-1,0 0,-1-1,-1-1,8-7,-4-8,-1 0,-2-1,0-1,-2-1,-1 0,-2 0,-1-1,-2-1,-1 0,-1 0,-2 0,-1 0,-2-8,6-17,-3-1,-3 0,-2 0,-2 1,-4-1,-1 1,-4 1,-3-6,12 52,0 1,0 0,-1 0,-1 0,0 0,0 1,0 0,-1 0,-1 0,0 1,0 0,0 0,-1 1,0 0,-8-5,14 10,-1 1,1 0,-1 0,1 0,-1 0,0 1,1-1,-1 1,0-1,1 1,-1 0,0 0,0 0,1 1,-1-1,0 1,1-1,-1 1,0 0,1 0,-1 0,1 0,0 0,-1 1,1-1,0 1,0 0,0-1,0 1,0 0,0 0,-1 2,-41 81,34-41,3 2,1-1,3 1,1-1,2 1,3 0,1-1,2 1,3-1,1-1,2 1,8 15,-4-10,2 0,3 0,1-2,3-1,1-1,3-1,1-1,2-2,35 35,21-7,-84-68,1 1,-1-1,1 0,-1 0,1-1,0 1,-1-1,1 0,0-1,0 1,0-1,0 0,0 0,0 0,0-1,-1 1,1-1,0-1,0 1,-1-1,2 0,3-4,0 0,0-1,-1 0,0 0,0-1,-1 0,0-1,0 1,-1-1,0-1,-1 1,0-1,0 0,-1 0,0 0,1-8,31-59,-29 104,-6-8,1-1,0 0,2 0,0 0,1 0,0 0,5 8,-7-19,1 0,-1-1,1 1,0-1,1 1,0-1,0 0,0-1,0 0,1 1,0-2,0 1,1-1,-1 0,1 0,0-1,0 1,0-2,3 2,28 3,-3-5</inkml:trace>
  <inkml:trace contextRef="#ctx0" brushRef="#br0" timeOffset="-4764.827">10701 1201,'-14'-2,"-6"-1,-2 0,-1 1,5 1</inkml:trace>
  <inkml:trace contextRef="#ctx0" brushRef="#br0" timeOffset="-4573.697">9658 880,'-18'-9,"-9"-3,1-2,10 2,20 0,30 1,35-1,37-1,33 3,24 2,18 3,9 7,-29 2</inkml:trace>
  <inkml:trace contextRef="#ctx0" brushRef="#br0" timeOffset="-4046.582">11143 1268,'44'-17,"-42"18,0 0,-1-1,1 1,0 0,-1 0,1 0,-1 0,1 0,-1 0,0 0,0 1,1-1,-1 0,0 1,0-1,0 1,0-1,0 1,-1-1,1 1,0 0,-1-1,1 1,-1 0,0 0,0-1,1 1,-1 0,0 0,0 0,-1 1,3 3,6 34,-4-16,0-1,2 0,0-1,1 1,2-1,0-1,2 0,11 19,-18-35,-1-1,1 0,0 0,0 0,1 0,-1-1,1 0,-1 1,1-2,0 1,0-1,1 1,-1-2,0 1,1 0,-1-1,1 0,-1 0,1-1,0 0,-1 0,1 0,0 0,-1-1,1 0,-1 0,5-2,2-1,1 0,0-2,-1 1,0-1,0-1,-1 0,0-1,0 0,-1-1,0 0,1-2,6-9,-2 0,0-1,-1-1,-1 0,-1-1,-1-1,-1 1,-1-2,-1 1,-2-1,0 0,0-9,-7-10,-7 47,3 5,0 0,1 0,0 1,0-1,1 1,0 0,1 0,0 1,0-1,1 2,0-8,-2 9,1 0,0-1,1 1,0 0,1 0,0-1,1 1,0 0,1 0,1-1,-1 1,2-1,0 0,0 0,1 0,0 0,1-1,0 0,0 0,1 0,1-1,0 0,0-1,0 1,1-2,1 1,-1-1,2 0,106 32,-62-31</inkml:trace>
  <inkml:trace contextRef="#ctx0" brushRef="#br0" timeOffset="-3485.134">12171 1188,'-5'9,"0"0,0 1,1-1,0 1,1 0,0 0,0 0,1 1,0-1,1 1,0-1,1 1,0-1,1 0,0 1,1-1,0 1,0-1,1 0,0 0,1 0,0-1,1 1,0-1,0 0,1 0,0-1,1 0,0 0,2 2,-3-4,1 0,0-1,0 0,0 0,1 0,0-1,0 0,0-1,0 0,0 0,1-1,-1 0,1 0,0-1,0 0,-1 0,1-1,0 0,0-1,-1 0,1 0,0-1,-1 0,1-1,-1 0,0 0,0-1,0 0,0 0,-1-1,3-1,0-5,-1 0,1-1,-2 0,0 0,0-1,-1 0,-1 0,0-1,0 0,-2 0,0 0,0 0,-1-1,-1-4,-4 7,-8 39,8-20,0 0,0 0,1 1,0-1,0 0,0 0,1 1,1-1,-1 0,1 0,0 1,0-1,1 0,0 0,1 0,-1 0,1-1,1 1,-1-1,1 0,0 0,0 0,1 0,0-1,0 1,0-1,1 0,-1-1,1 0,4 2,1 0,0-1,1-1,-1 0,1-1,0 0,0 0,0-2,0 1,0-2,1 1,-1-2,0 0,0 0,0-1,1 0,-2-1,1-1,0 0,-1 0,0-1,0-1,0 0,-1 0,1-1,-1 0,-1-1,0 0,0-1,-1 1,1-3,-1-2,0-1,-2 0,0 0,0 0,-1-1,-1 0,-1 0,0 0,-1 0,0-1,-1-9,-2 18,0 29,1-1,1-1,1 1,0 0,2-1,0 1,2-1,1 2,-4-14,0 0,0 0,1 0,1 0,-1 0,1-1,0 0,1 0,0 0,0-1,0 0,1 0,0 0,0-1,1 0,-1 0,8 2,12 3</inkml:trace>
  <inkml:trace contextRef="#ctx0" brushRef="#br0" timeOffset="-3236.697">13068 747,'-14'-7,"-2"2,9 10,16 12,18 12,5 2</inkml:trace>
  <inkml:trace contextRef="#ctx0" brushRef="#br0" timeOffset="-2700.579">13602 1416,'4'-14,"-1"0,2 1,0 0,0 0,2 0,-1 0,3-2,11-21,20-41,-4 0,-4-3,-3 0,-3-2,-4-1,-4-1,3-47,-19 105,-1 0,-1 0,-1 0,-1 0,-5-24,-21-13,27 61,0 1,0-1,-1 1,1-1,-1 1,1 0,-1 0,1 0,-1 0,1 0,-1 0,0 0,0 0,1 1,-1-1,0 1,0-1,0 1,0 0,0 0,0-1,1 1,-1 1,0-1,0 0,0 0,0 1,0-1,1 1,-1 0,0-1,0 1,0 1,-6 3,1 0,0 1,0 0,1 0,0 1,0 0,0 0,1 0,0 1,1-1,-1 1,-1 7,-11 25,2 1,2 0,2 1,1 1,2-1,3 1,1 1,2-1,2 13,-1-15,2 0,1-1,3 0,1 1,1-2,3 1,1-1,2-1,2 0,1-1,2 0,1-2,2 0,2-1,11 13,-23-35,1-1,0 0,0 0,1-1,0-1,1 0,0-1,3 1,-11-6,1-1,-1 1,1-1,0 0,0 0,0-1,0 0,0 0,0-1,1 1,-1-2,0 1,0-1,0 0,0-1,0 1,0-1,0-1,2-1,5-5,0-1,-1-1,0 0,-1-1,-1 0,0-1,0 0,-1-1,-1 0,0 0,-1-1,-1 0,0-1,-1 0,3-12,-5 12,-13 31,5-8,1 0,-1 0,1 1,0-1,1 1,0-1,0 1,1 0,0 0,0-1,0 1,1 0,1 0,-1 0,1 0,1 0,-1 0,1-1,0 1,1-1,0 1,0-1,1 0,0 0,4 5,-1-6,1 0,0 0,0-1,0 0,1 0,0-1,0 0,0 0,0-1,1-1,-1 0,1 0,-1 0,1-1,0-1,0 0,-1 0,1-1,9-1,-13 1,1 0,-1-1,1 0,-1 1,0-2,1 1,-1-1,0 0,0 0,-1-1,1 0,-1 0,0 0,0-1,0 1,-1-1,1 0,-1-1,0 1,-1-1,1 0,-1 1,0-2,-1 1,1 0,-1 0,0-1,-1 1,0-1,0 0,0 0,0 0,-1 0,0 0,0 0,-1 0,0 0,0 1,-1-1,0 0,0 0,0 1,-1 0,0-1,0 1,-1 0,1 0,-1 1,-1-1,1 1,-1 0,0 0,0 0,0 1,-1 0,0 0,0 0,0 1,0 0,0 0,0 0,-1 1,0 0,1 0,-1 1,0 0,0 0,0 0,0 1,0 0,0 0,-6 2,9-1,0 1,-1 0,1 0,0 1,1-1,-1 1,0 0,1 0,-1 0,1 0,0 0,0 1,0 0,0-1,1 1,0 0,0 0,0 1,0-1,0 0,1 1,0-1,0 1,0-1,0 1,1-1,0 1,0-1,0 1,0 0,1-1,0 1,0 1,9 34</inkml:trace>
  <inkml:trace contextRef="#ctx0" brushRef="#br0" timeOffset="-2280.484">14806 1575,'-63'-292,"4"84,88 227,3-2,1-1,1-2,0-1,1-1,0-3,1 0,0-3,7 0,97 22,-139-28,0 0,0 0,1 1,-1-1,0 1,0-1,1 1,-1-1,0 1,0 0,0-1,0 1,0 0,0 0,0 0,0 0,0 0,0 0,-1 0,1 0,0 0,-1 0,1 1,-1-1,1 0,-1 0,0 1,1-1,-1 0,0 0,0 1,0-1,0 0,0 1,0-1,0 0,0 1,-1-1,1 0,0 0,-1 1,1-1,-1 0,0 0,1 0,-1 0,0 1,1-1,-1 0,-1 0,-48 66,38-55,2 1,0 0,0 0,2 1,-1 1,2 0,0 0,6-13,0 1,0 0,0-1,0 1,0 0,1 0,-1 0,1 0,0-1,0 1,0 0,0 0,0 0,1 0,-1 0,1 0,0-1,0 1,0 0,0-1,0 1,1-1,-1 1,1-1,0 1,0-1,-1 0,1 0,1 0,-1 0,0 0,0-1,1 1,-1 0,2 0,12 4,1 0,0-1,0 0,0-1,0-1,0-1,1-1,0 0,-1-1,1-1,0-1,192-25,-111 4</inkml:trace>
  <inkml:trace contextRef="#ctx0" brushRef="#br0" timeOffset="-9335.179">755 813,'-102'-1,"13"-1,0 4,1 4,-18 6,93-11,-1 1,1 0,0 1,0 0,0 1,1 1,-1 0,1 0,0 1,0 1,1 0,0 1,0 0,1 0,0 1,0 1,1-1,0 2,1-1,0 1,1 0,0 1,1 0,0 2,2-7,1 0,1 1,-1 0,2-1,-1 1,1 0,0 0,0 0,1 0,0 0,1 0,-1 0,2 0,-1 0,1 0,0 0,1-1,0 1,0-1,0 0,1 0,0 0,1 0,0-1,0 1,0-1,6 5,12 2,0 0,1-2,1 0,0-2,0-1,1-1,-1-1,12 1,-14-2,53 12,15 1,-2 5,0 3,25 14,7 28,-115-64,-1 1,0-1,0 1,0-1,-1 2,1-1,-1 0,0 1,-1 0,1-1,-1 2,0-1,-1 0,0 0,0 1,0-1,-1 1,1 0,-1 1,-2-2,1 0,-1-1,0 1,-1 0,1-1,-1 1,0-1,0 0,-1 0,1 0,-1 0,-1 0,1 0,0-1,-1 1,0-1,0 0,-1 0,1-1,-4 3,-102 53,64-45,-1-2,0-2,-1-2,1-2,-2-2,1-2,0-2,0-3,0-1,-36-9,50 7,-137-10,156 23,34 3,0-5</inkml:trace>
  <inkml:trace contextRef="#ctx0" brushRef="#br0" timeOffset="-8099.976">1116 1669,'32'-1,"1"-2,-1-1,0-2,-1-1,1-2,-2-1,1-1,-1-1,-1-2,19-13,-41 25,-1-1,0 0,-1 0,1-1,0 0,-1 0,0 0,0-1,0 0,-1 1,1-2,-1 1,-1 0,1-1,-1 0,1 0,-2 0,1 0,-1 0,1-5,-4 7,-1 0,0 0,-1 0,1 0,-1 0,0 0,0 1,0 0,0-1,0 1,-1 0,1 1,-1-1,0 1,0-1,0 1,0 0,0 1,-1-1,1 1,0 0,-1 0,1 0,-1 0,1 1,-2 0,-4-2,-1 1,1 1,0-1,-1 2,1 0,0 0,0 1,-1 0,1 0,0 1,1 1,-1 0,-1 1,6-3,-1 1,1 0,0 0,1 1,-1-1,1 1,-1 0,1 0,1 0,-1 1,0 0,1-1,0 1,0 0,0 1,1-1,0 0,0 1,0-1,1 1,0 0,0-1,0 1,0 1,2-1,-1 0,1 1,0-1,0 0,0 0,1 0,0 0,0 0,1 0,-1 0,1-1,1 1,-1-1,1 0,0 0,0 0,0-1,1 1,0-1,-1 0,2 0,-1-1,0 0,1 1,1-1,12 7,1-1,0-1,0-1,1-1,-1-1,21 2,-11-2,1-2,-1-2,1 0,0-2,-1-2,1 0,-1-2,0-1,0-2,-1-1,4-3,-19 7,1-1,-1-1,0 0,-1-1,0-1,0 0,-1 0,0-2,-1 1,0-1,0-1,-2 0,1-1,-1 1,-1-2,0 1,-1-1,-1 0,0-1,-1 0,0 1,0-10,-5 24,2-6,0 1,-1-1,0 0,-1 0,1 0,-1 0,0 0,0 0,-1 1,0-1,0 0,0 0,-1 1,0-3,1 8,1 0,-1 0,1-1,-1 1,1 0,-1 0,1 0,-1 0,1 0,0 0,-1 0,1 0,-1 0,1 0,-1 0,1 1,-1-1,1 0,-1 0,1 0,-1 1,1-1,0 0,-1 0,1 1,-1-1,1 0,0 1,-1-1,1 0,0 1,0-1,-1 1,1-1,0 1,0-1,-1 0,1 1,0-1,0 1,0-1,0 1,0-1,0 1,0-1,0 1,0-1,0 1,0-1,0 1,0-1,0 1,0-1,1 1,-7 37,1 1,2 0,2 0,2 0,2 9,8 71,22 97,-18-145,-3 2,-4-1,-2 1,-4 0,-3 1,-6 33,5-94,0 0,0 0,-1 0,0 0,-1 0,-1-1,0 0,-1 0,0 0,-1 0,0-1,-3 3,9-13,0 1,-1-1,1 0,0 1,-1-1,1 0,-1 0,1 0,-1 0,0 0,1 0,-1 0,0-1,0 1,1 0,-1-1,0 0,0 1,0-1,0 0,0 0,0 0,1 0,-1 0,0-1,0 1,0-1,0 1,1-1,-1 1,0-1,0 0,1 0,-1 0,1 0,-1 0,1 0,-1-1,1 1,-1 0,1-1,0 1,0-1,0 1,0-1,0 0,0 1,0-1,1 0,-1 0,1 0,-10-19,2 0,1-1,0 0,2 0,0-1,2 0,1 1,0-5,0 5,-24-311,15-23,10 315,-1 7,1 1,2-1,1 0,2 1,1 0,7-23,-11 52,0 0,1 0,-1 1,0-1,1 1,0-1,0 1,0 0,1 0,-1 0,1 0,-1 0,1 0,0 1,0-1,0 1,0 0,1 0,-1 0,1 0,-1 0,1 1,-1 0,1 0,0 0,0 0,0 0,-1 1,1 0,0 0,0 0,0 0,0 0,2 1,12 5,1 1,-1 0,-1 2,1 0,-2 1,1 0,-1 1,-1 1,0 1,0 0,10 14,27 46,-51-71,0 1,0 0,0 0,-1 0,1-1,-1 1,1 0,-1 0,0 0,0 0,-1 0,1 0,-1 0,1 0,-1 0,0-1,0 1,0 0,0 0,0-1,-1 1,0-1,1 1,-1-1,0 0,0 0,0 1,-2 0,-9 6,0-1,0 0,-1 0,0-2,-1 0,0 0,0-2,0 0,0 0,0-1,-1-1,0-1,-1 0,-29-5,52-4,9-1</inkml:trace>
  <inkml:trace contextRef="#ctx0" brushRef="#br0" timeOffset="-7401.839">2788 1468,'-36'-12,"0"2,0 1,0 2,-1 1,-36 0,67 5,1 0,-1 1,0-1,1 1,-1 0,1 0,-1 1,0 0,1 0,0 0,-1 1,1 0,0 0,-1 0,1 0,0 1,1 0,-1 0,0 0,1 1,0-1,0 1,0 0,0 1,1-1,-1 0,1 1,0 3,1-1,0 1,0-1,0 1,1 0,0 0,1-1,0 1,0 0,0 0,1 0,1-1,-1 1,1 0,0-1,1 1,0-1,0 0,0 0,1 0,0 0,1-1,-1 0,1 0,1 0,-1 0,1-1,0 0,0 0,0 0,1-1,-1 0,1 0,0-1,0 0,1 0,-1 0,1-1,-1 0,1-1,0 0,0 0,-1 0,1-1,0-1,0 1,0-1,-1 0,1-1,0 0,2-1,2-4,-1-1,0-1,-1 0,1 0,-2-1,1 0,-2-1,1 0,-1 0,-1-1,0 0,-1 0,0-1,-1 0,0 0,-1 0,-1 0,0-1,0-6,6-9,-9 29,0 1,1-1,-1 0,0 0,0 0,1 0,-1 1,0-1,1 0,-1 0,0 0,1 0,-1 0,0 0,1 0,-1 0,0 0,1 0,-1 0,0 0,1 0,-1 0,0 0,1 0,-1 0,0 0,0-1,1 1,-1 0,0 0,1 0,-1 0,0-1,0 1,1 0,-1 0,0-1,0 1,0 0,1 0,-1-1,0 1,0 0,0-1,0 1,0 0,0-1,1 1,-1 0,0-1,0 1,6 33,-6-31,1 3,2 27,2 0,1 0,2 0,1-1,2 3,-9-30,0 1,0-1,1 0,0 0,-1 0,1 0,0-1,1 1,-1-1,1 0,-1 0,1 0,3 2,-5-5,0 1,-1 0,1 0,0-1,0 1,0-1,-1 0,1 1,0-1,0 0,0 0,0 0,0 0,0-1,0 1,0 0,-1-1,1 1,0-1,0 0,-1 0,1 1,0-1,-1 0,1-1,0 1,-1 0,0 0,1-1,-1 1,0 0,0-1,0 1,1-1,-1 0,9-16,-1 0,-1-1,0-1,-1 1,-2-1,0 0,0 0,-2-1,0-13,24-176,-27 208,1 0,0 0,0 0,0 0,0 0,0 0,1 1,-1-1,1 0,-1 1,1-1,-1 1,1 0,0-1,0 1,0 0,-1 0,1 0,0 0,0 0,1 1,-1-1,0 1,0-1,0 1,0 0,0 0,1 0,-1 0,0 0,0 0,0 1,0-1,1 1,-1-1,0 1,0 0,0 0,0 0,0 0,0 0,14 3,265 57,-274-59,0-1,0 1,-1 0,1 1,-1 0,1 0,-1 0,0 0,0 1,-1 0,1 0,-1 1,0 0,0 0,0 0,-1 0,0 1,0 0,0 0,-1 0,1 0,-2 0,1 1,-1-1,0 1,0 0,0-1,-1 1,0 3,-27 91,3-27,23-72,0 0,0 0,0 0,0 0,0 0,0-1,0 1,0 0,1 0,-1 0,1 0,-1-1,1 1,0 0,0-1,0 1,0 0,0-1,0 1,0-1,0 1,1-1,-1 0,0 0,1 0,-1 1,1-1,0 0,-1-1,1 1,1 0,61 14,6-11,-1-3,1-3,0-4,5-3,22-3</inkml:trace>
  <inkml:trace contextRef="#ctx0" brushRef="#br0" timeOffset="-6185.841">4713 1402,'-31'-13,"0"3,0 0,-1 3,0 0,-1 2,1 1,-21 1,46 2,-1 1,0-1,0 2,0-1,0 1,0 0,0 1,0-1,0 2,1-1,-1 1,1 0,0 1,0 0,0 0,0 0,1 1,0 0,0 0,0 1,0-1,1 1,0 0,0 1,1 0,0-1,0 1,0 0,1 1,0-1,0 1,1-1,-1 9,3-10,0 1,0-1,1 0,0 0,0 1,1-1,0 0,0 0,0 0,1-1,-1 1,2 0,-1-1,0 0,1 0,0 0,0 0,1-1,-1 1,1-1,0 0,0 0,1-1,-1 0,1 0,-1 0,1 0,0-1,0 0,0 0,0-1,0 0,1 0,-1 0,0-1,1 0,5 0,0 0,-1-1,1 0,0 0,0-2,-1 1,1-1,-1-1,0 0,0 0,0-1,-1-1,0 0,0 0,0-1,0 0,-1-1,-1 0,1 0,-1-1,-1 0,1 0,-2-1,1 0,-1 0,-1-1,0 1,0-1,-1 0,-1-1,0 1,0-1,-1-2,-14 80,11-58,0 0,0 1,1-1,0 1,0-1,1 1,0-1,1 0,0 1,0-1,0 0,1 0,1 0,-1-1,1 1,0-1,1 0,0 0,0 0,1-1,-1 1,1-1,1-1,-1 1,1-1,0 0,0-1,0 0,1 0,4 2,-8-5,0 0,0-1,0 1,0-1,-1 0,1 0,0 0,0-1,0 1,0-1,0 0,0 0,0 0,-1 0,1-1,0 0,-1 0,0 0,1 0,-1 0,0 0,0-1,0 0,0 0,-1 0,1 0,-1 0,1 0,-1 0,0-1,-1 1,1-1,-1 0,1 1,-1-1,0-1,5-22,-1-1,-1-1,-1 1,-2 0,-1-1,-1 1,-1-1,-2 1,-3-10,0-17,6 49,0 4,1 0,-1 0,0 0,0-1,1 1,-1 0,1 0,0-1,0 1,0 0,0 0,0-1,0 1,0 0,1-1,-1 1,1 0,0 0,0 0,-1 0,1 0,1 0,-1 0,0 0,0 0,1 0,-1 0,1 1,0-1,-1 1,1-1,0 1,0 0,0-1,0 1,0 0,0 0,11 3,0-1,-1 2,1-1,0 2,-1 0,0 0,0 1,0 1,5 2,-6-2,-10-6,18 7,0 1,-1 1,0 0,0 2,-1 0,0 1,-1 0,0 1,-1 1,-1 1,0 0,6 10,-17-18,0 0,-1 1,0-1,0 1,-1 0,0-1,0 1,0 0,-1 0,-1-1,1 1,-1 0,-1 0,1-1,-1 1,0-1,-1 1,0-1,-8 33,10-37,0 1,1-1,-1 1,1-1,-1 1,1 0,0-1,0 1,1-1,-1 1,1-1,0 1,0-1,0 0,0 1,0-1,1 0,-1 0,1 0,0 0,0 0,0 0,1 0,-1-1,1 1,-1-1,1 1,0-1,0 0,0 0,0-1,0 1,0 0,1-1,21 7,-1 0,2-2,-1-1,1-2,0 0,0-1,0-2,0 0,13-4,-7 4,-1-3,1 0,0-3,-1 0,0-2,0-1,-1-2,0 0,11-8,-34 15,0 1,-1-1,1 0,-1 0,0-1,-1 0,1 0,-1 0,0-1,0 0,-1 0,1 0,-1 0,-1-1,1 1,-1-1,0 0,-1 0,1 0,-1 0,-1-1,0 1,0-1,0 1,-1-1,0 1,0-1,-2-5,0 5,-2-1,1 1,-1 0,0 0,-1 0,0 1,0-1,-1 1,0 0,0 1,-1-1,1 1,-1 1,-1-1,1 1,-1 1,0-1,0 1,0 0,0 1,-1 0,0 0,1 1,-1 0,0 1,0 0,0 0,0 1,0 0,0 1,-6 0,10 1,1-1,0 1,-1 0,1 0,0 0,0 1,0 0,0-1,1 1,-1 0,1 1,0-1,0 1,0-1,0 1,1 0,-1 0,1 0,0 1,0-1,1 0,-1 1,1-1,0 1,0-1,0 1,1 1,-1 2,1 0,0 0,0-1,1 1,0 0,0 0,1 0,0-1,0 1,1-1,0 1,0-1,1 0,0 0,4 6,2-2,-1-1,2 0,-1-1,1 0,1 0,-1-1,2-1,-1 0,1-1,0 0,0-1,9 3,13 2,0-2,1-1,-1-2,17 0,-18-1,0-3,0 0,-1-2,1-2,0-1,-1-1,0-2,0-2,-1-1,0-1,27-14,-49 20,0-2,0 1,-1-2,0 1,0-1,-1 0,0-1,0 0,5-9,-10 14,0 0,0-1,-1 0,0 1,0-1,0 0,-1 0,1 0,-1 0,0 0,-1 0,1 0,-1 0,0 0,0 0,-1-1,1 1,-1 0,-1 0,1 0,0 0,-1 1,-2-4,0 1,0 1,-1 0,0 0,0 1,-1-1,0 1,1 0,-2 0,1 1,-1 0,1 0,-1 1,0-1,0 1,-1 1,1 0,0 0,-1 0,0 1,1 0,-1 0,0 1,1 0,-1 0,0 1,1 0,-1 1,0-1,1 1,0 1,-1-1,1 1,0 1,0-1,1 1,-1 0,1 1,0 0,-5 5,6-5,0-1,0 2,1-1,0 1,0-1,0 1,1 0,0 0,0 1,0-1,1 1,0-1,0 1,1 0,0 0,0 0,0 0,1-1,0 1,1 0,-1 0,1 0,1 0,-1 0,1-1,0 1,1-1,-1 1,1-1,1 0,-1 0,1 0,0-1,0 1,1-1,0 0,1 1,2 1,1-1,-1 0,1 0,0-1,1 0,-1-1,1 0,0 0,0-1,0 0,1-1,-1 0,0-1,1 0,-1-1,10 0,-13-1,0 1,0-1,0-1,0 1,-1-1,1-1,0 1,-1-1,0 0,0 0,1-1,-2 0,1 0,-1 0,1-1,-1 0,0 0,-1 0,1 0,-1-1,0 0,0 0,-1 0,0 0,1-4,0 1,-1-1,0 1,0-1,-1 0,-1 0,1 0,-2 1,1-1,-2 0,1 0,-2-8,2 17,0 0,0 0,0 0,-1 1,1-1,0 0,0 0,-1 0,1 0,0 1,-1-1,1 0,-1 0,1 1,-1-1,1 0,-1 1,0-1,1 0,-1 1,0-1,0 1,1-1,-1 1,0 0,0-1,1 1,-1 0,0-1,0 1,0 0,0 0,0 0,0 0,1 0,-1 0,0 0,0 0,0 0,0 0,0 0,0 1,1-1,-1 0,0 1,0-1,0 0,1 1,-1-1,0 1,0-1,1 1,-1 0,1-1,-1 1,0 0,1-1,-1 1,1 0,-1 0,1-1,0 1,-1 0,1 0,0 0,0 0,-1-1,1 1,0 0,0 1,-3 3,1 0,0 0,-1 1,2-1,-1 1,1-1,0 1,0 0,0-1,1 1,0 0,0-1,0 1,1 0,0 0,0-1,0 1,1-1,0 1,0-1,0 0,1 0,-1 0,1 0,1 0,-1 0,1-1,-1 1,1-1,1 0,-1-1,0 1,1-1,0 1,1-1,14 9,1-1,0-1,1-1,0-1,0-1,12 2,60 13</inkml:trace>
  <inkml:trace contextRef="#ctx0" brushRef="#br0" timeOffset="5430.684">33 3861,'-8'-32,"7"23,-4-19,0 0,3 0,0 0,1-1,2 1,1 0,2 0,0 0,2 0,1 0,1 1,10-23,-16 46,0 0,1 0,-1 0,1 0,0 0,0 0,0 1,1 0,-1-1,1 1,-1 1,1-1,0 0,0 1,1 0,-1 0,0 0,1 0,-1 1,1 0,0 0,-1 0,1 0,0 1,-1 0,1 0,0 0,0 0,-1 1,1 0,4 1,3 4,0 1,-1 0,1 1,-2 0,1 1,-1 0,0 1,-1 0,0 1,-1-1,0 2,0-1,-1 1,-1 0,0 0,1 5,18 73,-24-87,-1 0,0 0,1 0,-1 0,0 0,0 0,-1 0,1 0,-1 0,1-1,-1 1,0 0,0 0,0 0,-1-1,1 1,0 0,-1-1,0 0,0 1,0-1,0 0,0 0,0 0,0 0,-1 0,1 0,0-1,-2 1,1-1,1-1,-1 0,0 0,0 0,1-1,-1 1,0-1,1 1,-1-1,0 0,1 0,-1 0,1 0,0 0,-1-1,1 1,0-1,0 0,0 1,0-1,0 0,0 0,0 0,0-1,1 1,0 0,-1-1,1 1,0 0,0-1,0 0,0 1,1-1,-1 0,1 1,-1-1,1 0,0 1,0-1,0 0,1 0,-1 1,1-2,1-20,1 1,1-1,1 1,1 0,1 1,1-1,1 1,1 1,1 0,4-5,-4 5,3-6,17-33,-2-1,-3-2,-2 0,1-18,-17 47,-1-1,-2 0,-1-1,-1-27,-5 42,1 21,1-1,0 1,0 0,-1 0,1 0,0 0,-1-1,1 1,0 0,0 0,-1 0,1 0,0 0,-1 0,1 0,0 0,-1 0,1 0,0 0,-1 0,1 0,0 0,-1 0,1 0,0 1,-1-1,1 0,0 0,0 0,-1 0,1 1,0-1,0 0,-1 0,1 1,0-1,0 0,0 0,-1 1,1-1,0 0,0 0,0 1,0-1,0 0,0 1,-1-1,1 0,0 1,0-1,0 0,0 1,0-1,0 0,0 1,0-1,1 0,-1 1,0-1,0 0,0 0,0 1,0-1,0 0,1 1,-1-1,0 0,0 0,0 1,-7 38,2 1,1 0,2 0,2 21,0-31,0 37,3 0,3 0,11 51,-11-89,1 0,1 0,2-1,1 0,1-1,1 0,1-1,2-1,13 17,-22-33,1 0,0 0,0-1,1-1,0 1,0-1,1-1,7 4,-14-8,0 0,1-1,-1 0,0 1,0-1,1 0,-1-1,1 1,-1-1,1 1,-1-1,1 0,-1 0,1-1,-1 1,1-1,-1 0,0 0,1 0,-1 0,0 0,0-1,0 1,0-1,0 0,0 0,0 0,0 0,-1-1,1 1,18-24</inkml:trace>
  <inkml:trace contextRef="#ctx0" brushRef="#br0" timeOffset="6433.964">301 3047,'-14'1,"0"1,0 0,0 1,0 1,1 0,-1 1,1 1,-2 1,15-7,-1 0,0 0,1 0,-1 1,0-1,1 0,-1 0,0 1,1-1,-1 0,1 1,-1-1,0 0,1 1,-1-1,1 1,-1-1,1 1,0 0,-1-1,1 1,-1-1,1 1,0 0,0-1,-1 1,1 0,0-1,0 1,0 0,0-1,0 1,-1 0,1-1,1 1,-1 0,0-1,0 1,0 0,0 0,0-1,1 1,-1-1,0 1,1 0,-1-1,0 1,35 15,9-9,0-1,0-3,1-1,-1-2,6 1,210-1,-49-1,122 18,-194 10,-102-10,-37-16,1-1,0 0,-1 1,1-1,-1 1,1-1,-1 1,1-1,-1 1,1-1,-1 1,1 0,-1-1,0 1,1 0,-1-1,0 1,0 0,1-1,-1 1,0 0,0-1,0 1,0 0,0 0,0-1,0 1,0 0,0 0,0-1,0 1,-1 0,1-1,0 1,-1 0,1-1,0 1,-1 0,1-1,0 1,-1-1,1 1,-1-1,1 1,-1-1,0 1,1-1,-1 1,-80 39,52-29,-113 58,133-63,1-1,-1 2,1-1,0 1,1 0,-1 1,1-1,1 1,0 1,0-1,0 1,1 0,1 1,-1 0,4-7,0 0,0 0,0 1,0-1,1 0,-1 1,1-1,0 1,0-1,0 1,1-1,-1 0,1 1,-1-1,1 0,0 1,1-1,-1 0,0 0,1 0,0 0,0 0,0 0,0-1,0 1,0 0,1-1,-1 0,1 0,0 1,-1-1,1-1,0 1,0 0,1-1,-1 0,0 0,0 0,1 0,-1 0,0 0,1-1,-1 0,1 0,-1 0,0 0,1 0,10-2,0-1,0 0,0-1,-1 0,0-1,1-1,-2 0,1 0,-1-2,0 1,0-2,-1 1,0-2,-1 1,0-1,0-1,-1 0,0 0,-1-1,-1 0,0 0,4-10,6-32,-12 211,-5-148,1-1,0 1,1-1,0 0,0 1,1-1,0 0,0 0,1-1,0 1,1-1,-1 0,1 0,1 0,-1-1,1 1,0-1,1-1,-1 1,1-1,0 0,0-1,1 0,0 0,-1 0,1-1,0 0,1-1,-1 0,7 1,-10-3,0 0,0 0,0-1,0 0,0 0,0 0,0 0,0-1,-1 0,1 0,0 0,-1 0,0-1,1 0,-1 0,0 0,0 0,-1-1,1 1,-1-1,0 0,0 0,0-1,0 1,-1 0,0-1,1 0,2-8,1 0,-2-1,0 1,-1-1,0 0,-1 0,0 0,-1 0,-1-5,-2-10,-1-1,-2 1,-1 0,-7-23,10 42,3 9,-1-1,0 1,0-1,0 0,0 1,1-1,-1 0,1 0,-1 0,1 1,0-1,-1 0,1 0,0 0,0 1,1-1,-1 0,0 0,0 0,1 0,-1 1,1-1,0 0,0 1,-1-1,1 0,0 1,0-1,0 1,1-1,-1 1,0 0,0-1,1 1,-1 0,1 0,-1 0,2 0,7-1,1 0,0 1,0 0,0 1,0 0,0 1,0 0,0 1,0 0,9 1,5-1,-1 1,0 1,0 1,0 1,-1 2,0 0,0 1,-1 1,0 1,19 14,-33-16,-1-1,-1 1,1 0,-2 0,1 1,-1 0,-1 0,0 0,0 0,-1 1,0 0,-1-1,0 1,-1 0,0 0,0 0,-1 0,-1 0,0 0,-1 0,0 3,0 14,2-25,-1 1,1-1,-1 0,1 0,0 1,0-1,0 0,1 1,-1-1,1 0,0 0,0 0,0 0,0 0,1 0,-1 0,1 0,-1 0,1 0,0-1,0 1,1-1,-1 1,0-1,1 0,-1 0,1 0,0 0,0 0,1 0,8-1,-1 0,1 0,-1-1,1-1,0 0,-1 0,0-1,1-1,-1 0,0 0,0-1,-1-1,1 0,-1 0,0-1,0 0,-1-1,7-5,-2 3,0 0,-1-1,0 0,0-1,-1-1,-1 0,0 0,-1-1,0 0,-1-1,0 0,-1-1,-1 0,0 0,-1-1,-1 1,0-1,1-9,-6 21,1 1,0-1,-1 1,0-1,0 1,0-1,-1 0,1 1,-1-1,0 1,0 0,0-1,0 1,0 0,-1-1,1 1,-1 0,0 0,0 0,0 1,-1-1,1 0,-1 1,1-1,-1 1,0 0,0 0,0 0,0 0,0 1,0-1,-1 1,1 0,0 0,-1 0,1 0,-1 1,1-1,-1 1,1 0,-1 0,1 0,-1 0,1 1,-1 0,-2 0,-2 1,1 1,0 0,0 0,0 1,0 0,0 0,1 1,-1 0,1 0,0 0,1 1,0-1,-1 1,2 1,-1-1,1 1,0 0,0 0,1 0,1-2,0-1,0 1,0-1,1 1,0 0,0 0,0 0,1 0,0 0,0-1,0 1,0 0,1 0,-1 0,1 0,1 0,-1-1,1 1,0 0,0-1,0 0,0 1,1-1,0 0,0 0,0 0,0-1,0 1,1-1,3 3,10 5,1-2,0 1,0-2,1-1,0 0,0-2,0 0,1-1,0 0,0-2,19 0,82 6,-3-6</inkml:trace>
  <inkml:trace contextRef="#ctx0" brushRef="#br0" timeOffset="7538.936">4338 3635,'27'-3,"0"-1,0-1,-1-2,0 0,0-2,0-1,-1-1,-1-1,18-11,-29 17,0 0,0-1,-1-1,0 0,0 0,0-1,-1-1,-1 0,0 0,0-1,-1 0,0-1,-1 0,0 0,-1-1,-1 0,4-10,-9 20,0-1,0 1,0 0,-1 0,0-1,1 1,-1 0,0 0,-1-1,1 1,-1 0,1 0,-1-1,0 1,0 0,0 0,-1 0,1 0,-1 0,1 0,-1 1,0-1,0 0,-1 1,1 0,0-1,-1 1,1 0,-1 0,0 0,0 1,1-1,-1 1,0-1,-1 1,1 0,0 0,0 0,0 1,-1-1,1 1,0 0,0 0,-1 0,1 0,0 0,-1 1,1 0,0-1,0 1,0 0,0 1,-3 0,1 4,0 0,0 0,0 0,1 0,-1 1,2 0,-1 0,1 0,0 1,0-1,1 0,0 1,1 0,-1 0,1-1,1 1,0 0,0 0,0 0,1 0,0-1,1 1,-1 0,1-1,1 1,0-1,0 0,1 2,1 0,0 1,1-1,0 0,1 0,0 0,0-1,1 0,0-1,0 0,1 0,0 0,0-1,0-1,1 0,0 0,0 0,0-2,1 1,-1-1,1-1,0 0,7 1,-4-2,0 0,-1 0,1-1,0-1,0 0,-1-1,1-1,-1 0,0-1,0 0,0-1,0 0,-1-1,0-1,0 0,-1 0,0-2,1 0,2-5,-2 0,1-1,-2 0,0-1,-1 0,4-10,-6 14,-7 9,-1 0,1 1,1-1,-1 1,0-1,1 1,-1 0,1 0,0-1,-1 1,1 0,0 0,0 1,1-1,-1 0,0 1,1-1,-1 1,1 0,-1 0,1 0,-1 0,1 0,0 1,-1-1,1 1,0-1,0 1,-1 0,1 0,0 1,0-1,-1 0,1 1,0 0,-1-1,1 1,0 0,-1 1,5 4,0 1,-1 0,0 1,-1 0,1 0,-1 0,-1 0,0 1,0 0,-1 0,0 0,0 0,-1 0,0 0,-1 1,0-1,0 1,-1 0,0-3,1 0,-1 0,-1 0,1-1,-1 1,-1 0,1 0,-1-1,0 1,0-1,-1 1,0-1,0 0,-1 0,1 0,-1-1,-1 1,1-1,-1 0,0 0,0-1,0 1,-1-1,-4 3,9-7,0 0,0 0,0 0,0 0,0-1,0 1,0 0,0-1,0 1,0 0,0-1,0 1,0-1,0 0,0 1,0-1,0 0,0 1,1-1,-1 0,0 0,1 0,-1 1,1-1,-1 0,0 0,1 0,0 0,-1 0,1 0,0 0,-1 0,1 0,0-1,0 1,0 0,0 0,0 0,0 0,0 0,1 0,-1 0,0 0,0 0,1 0,-1 0,1 0,-1 0,1 0,-1 0,1 0,0 0,-1 1,1-1,0 0,0 0,8-18,1 1,1 0,0 1,2 0,12-14,-2 2,16-20,-2-2,-3-2,-2-1,-1-5,-19 34,-2 0,0 0,-2-1,-1 0,-1 0,-1-1,-2 1,0-1,-2 0,-1-21,-1 33,1 1,-2-1,0 1,-1 0,0 0,-1 0,0 0,-1 0,-1 1,0 0,-5-7,10 19,0 1,1-1,-1 0,0 1,1-1,-1 1,0-1,1 1,-1-1,0 1,0 0,0-1,0 1,1 0,-1-1,0 1,0 0,0 0,0 0,0 0,0 0,1 0,-1 0,0 0,0 0,0 1,0-1,0 0,0 1,1-1,-1 0,0 1,0-1,1 1,-1-1,0 1,0-1,1 1,-1 0,1-1,-1 1,1 0,-1-1,1 1,-1 0,1 0,-1 0,1-1,0 1,0 0,-1 0,1 0,0 0,0 0,0 0,0 0,0-1,0 1,0 0,0 0,0 0,1 0,-1 0,0 0,1 0,-7 41,1 0,3 0,2 1,1-1,5 26,0 5,4-1,3 0,3 0,3-2,13 28,-25-78,2-1,0 0,1-1,1 0,1 0,0-1,12 11,-19-21,1-2,0 1,0-1,1 1,-1-2,1 1,0-1,0 0,1-1,-1 1,1-1,0-1,0 0,0 0,0 0,0-1,0 0,0-1,0 0,0 0,1-1,0 0,-1-1,0 0,0-1,0 0,0 0,0-1,-1 0,1 0,-1-1,0 0,0 0,-1 0,0-1,0 0,0 0,0-1,-1 0,-1 0,1 0,-1 0,3-7,1-3,-1 0,0 0,-2-1,0 0,-1-1,0 1,-2 0,0-1,-1-8,0 20,-1 0,0 0,0 0,0 0,-1 0,0 1,-1-1,1 0,-1 0,-1 1,1-1,-1 1,0 0,-3-3,6 8,-1 0,0 0,1 1,-1-1,0 0,0 1,1-1,-1 1,0-1,0 1,0-1,0 1,0 0,0-1,0 1,0 0,0 0,1 0,-1 0,0 0,0 0,0 0,0 0,0 0,0 0,0 0,0 1,0-1,0 0,0 1,0-1,0 1,0-1,1 1,-1-1,0 1,0 0,1-1,-1 1,0 0,1-1,-1 1,1 0,-1 0,1 0,-1 0,1 0,-1 0,1 0,-20 48,18-39,0 1,1-1,0 1,1-1,1 1,-1-1,2 0,-1 1,1-1,1 0,0 0,0 0,1 0,0-1,1 1,0-1,1 0,0-1,0 1,0-1,1 0,1-1,-1 0,1 0,0 0,1-1,-1 0,1-1,1 0,5 3,1-2,-1 0,1 0,0-2,1 0,-1-1,1 0,0-1,13-1,18-3</inkml:trace>
  <inkml:trace contextRef="#ctx0" brushRef="#br0" timeOffset="7701.406">5354 2966,'16'0,"26"2,30 3,33 4,30-1,-7-1</inkml:trace>
  <inkml:trace contextRef="#ctx0" brushRef="#br0" timeOffset="8416.528">7439 3234,'19'11,"0"2,-1 0,-1 1,0 0,-1 2,-1 0,0 0,-1 2,-1 0,0 0,7 16,-9-13,-1 0,-1 1,0 1,-2-1,-1 1,0 0,-2 1,1 13,10-103,-10 46,1 1,1 0,0 0,1 1,1 0,1 0,0 1,2 1,0 0,0 0,2 1,0 0,0 2,1 0,1 0,0 1,8-3,-22 14,-1-1,1 1,0 0,0 0,1 0,-1 0,0 0,0 1,0-1,1 0,-1 1,0 0,1 0,-1-1,0 1,1 1,-1-1,0 0,1 0,-1 1,0 0,0-1,1 1,-1 0,0 0,0 0,0 0,0 0,0 1,0-1,-1 1,1-1,0 1,-1 0,2 1,2 9,-2 1,1-1,-1 1,-1 0,-1 0,0 0,0 0,-1 0,-1 0,0 4,0 7,1-21,7 98,-6-97,1 0,-1 0,1 0,0 0,0 0,0 0,0 0,1-1,-1 0,1 1,0-1,0 0,0 0,1 0,-1-1,1 1,-1-1,1 0,0 0,0 0,0 0,1 0,12 1,0-1,-1 0,1-1,0-1,0-1,0 0,-1-1,1-1,0-1,-1 0,0-1,0 0,-1-2,1 0,-1 0,-1-2,1 0,-2 1,0-1,0 0,-2 0,1-1,-1-1,0 0,-1 0,7-12,-13 18,-1 0,1 0,-1 0,-1 0,1 0,-1-1,0 1,0-1,0 0,-1 1,0-1,0 0,-1 0,0 0,1 0,-2 0,1 1,-1-1,0 0,0 0,-1 0,1 1,-1-1,-1 0,0 1,1 1,-1 0,0 0,0 0,0 1,-1-1,1 1,-1-1,0 1,0 0,0 1,0-1,0 1,-1 0,1 0,-1 0,0 0,1 1,-1 0,0 0,0 0,0 0,0 1,1 0,-1 0,0 0,0 1,-2 0,-1 0,1 1,0-1,-1 1,1 1,0-1,0 1,1 0,-1 1,1 0,-1 0,1 0,0 1,1 0,-1 0,1 0,0 1,0-1,-2 5,4-3,-1 0,1 1,1-1,-1 1,1 0,1-1,-1 1,1 0,1 0,0 0,0 0,0 0,1 0,0 0,0 0,1 0,0 0,1-1,0 1,0-1,0 0,1 0,0 0,0 0,1-1,0 1,0-1,1 0,-1-1,1 1,0-1,1-1,3 3,11 7,0-1,1-1,1-1,0-2,0 0,1-1,0-1,1-1,10 0,49 8</inkml:trace>
  <inkml:trace contextRef="#ctx0" brushRef="#br0" timeOffset="8865.864">9257 3287,'-10'-3,"0"-1,1 2,-2-1,1 1,0 1,0 0,-1 0,1 1,0 1,-1-1,1 2,0-1,0 2,0-1,0 1,0 1,1-1,-1 2,1-1,0 1,0 1,1 0,0 0,0 1,0-1,1 2,-3 3,6-7,1 1,-1-1,1 1,1 0,-1 0,1 0,-1 0,2 1,-1-1,1 1,-1-1,1 1,1-1,-1 1,1 0,0-1,0 1,1 0,0-1,0 1,0 0,1-1,-1 0,1 1,1-1,-1 0,1 0,0 0,0 0,0-1,1 2,11 6,0 0,1-1,1-1,-1 0,1-1,1-1,0-1,0-1,0 0,1-1,0-1,0-1,0 0,0-2,7 0,20 3,0-1,0-3,1-2,-1-2,0-2,-1-2,1-2,-2-2,41-16,-67 21,0-2,0 0,-1-1,0-1,-1-1,4-4,-14 12,-1 0,-1 0,1-1,0 0,-1 0,0 0,-1-1,1 1,-1-1,0 0,0 0,-1 0,1 0,-1-1,-1 1,1 0,-1-1,-1 1,1-1,-1-4,-1 7,0-1,-1 1,0 0,0-1,0 1,0 0,0 0,-1 0,0 1,0-1,0 1,0 0,-1-1,1 1,-1 1,1-1,-1 0,0 1,0 0,-1 0,1 0,0 0,-1 1,1 0,-1 0,1 0,-1 0,1 1,-1 0,0 0,1 0,-1 0,1 1,-1 0,1 0,-1 0,1 0,-1 1,1-1,0 1,0 0,0 1,0-1,-2 2,1 0,0 0,0 1,1-1,0 1,0 0,0 0,0 0,1 0,0 0,0 1,1 0,-1 0,1-1,0 1,1 0,-1 1,1-1,0 0,1 0,0 1,0-1,0 0,1 0,0 1,0-1,0 0,1 0,0 0,0 0,0-1,1 1,0 0,0-1,0 0,1 0,0 0,0 0,0 0,1-1,-1 0,1 0,1 1,11 8,0-1,0-1,1 0,1-1,0-1,0-1,1 0,-1-2,15 3,38 8</inkml:trace>
  <inkml:trace contextRef="#ctx0" brushRef="#br0" timeOffset="9256.922">10527 3153,'-13'0,"0"1,0 1,0 0,0 1,0 0,0 1,1 1,0 0,0 0,0 1,0 1,1 0,0 0,-4 5,12-10,1-1,0 1,0 0,0 0,0 0,0 1,0-1,0 0,1 1,-1-1,1 1,0-1,-1 1,1 0,0 0,1-1,-1 1,0 0,1 0,0 0,0 0,0 0,0 0,0 0,0-1,1 1,-1 0,1 0,0 0,0 0,0-1,0 1,1 0,-1-1,0 1,1-1,0 0,0 1,0-1,0 0,14 12,2-1,-1 0,2-1,0-1,0-1,1-1,11 4,0 1,-5-2,-1-2,-1 2,0 0,-1 2,0 0,15 14,-37-27,1 0,-1-1,1 1,-1 0,1 0,-1 0,0 1,0-1,0 0,0 0,1 1,-2-1,1 0,0 1,0-1,0 1,-1 0,1-1,-1 1,1-1,-1 1,1 0,-1-1,0 1,0 0,0 0,0-1,0 1,-1 0,1-1,0 1,-1 0,1-1,-1 1,1-1,-1 1,0-1,0 1,0 0,-6 2,1 1,-2-1,1 0,0 0,-1-1,0 0,1 0,-1-1,0 0,-1 0,1-1,-1 0,-2 1,-54 9,0-3,0-2,-17-4,36-6,39 1</inkml:trace>
  <inkml:trace contextRef="#ctx0" brushRef="#br0" timeOffset="10320.289">11182 3341,'-14'-12,"0"1,-1 0,0 1,0 1,-1 0,0 1,-1 1,0 0,0 1,-1 1,1 1,-8 0,19 3,1 1,-1 0,0 1,1-1,-1 1,0 0,1 1,-1 0,1-1,0 1,0 1,-1-1,1 1,1 0,-1 0,0 1,1-1,0 1,-1 0,2 0,-1 1,0-1,1 1,0-1,0 1,0 0,1 1,-1-1,1 0,1 1,-1-1,1 1,0-1,0 1,0 4,0-1,0 1,0-1,1 0,1 0,0 1,0-1,0 0,1 0,1 0,0 0,0 0,0-1,1 1,0-1,1 0,0 0,0-1,1 1,0-1,0 0,1-1,0 1,0-1,0-1,1 1,-1-1,1-1,1 1,-1-1,1-1,-1 0,1 0,0 0,0-1,0-1,1 0,4 1,-5-2,1 0,-1-1,0 0,0 0,0-1,0-1,0 1,0-1,0 0,-1-1,0 0,0-1,0 0,0 0,-1 0,1-1,-1 0,-1-1,1 1,-1-1,0 0,-1-1,0 0,0 0,-1 0,1 0,-2 0,1-1,-1 0,-1 0,0 0,1-3,7-63,-4 97,-4-7,1 1,0-1,1 0,1-1,0 1,1-1,1 0,0 0,1-1,0 0,1 0,0-1,1 0,0 0,1-1,1-1,0 0,0 0,-9-9,0 1,0-1,0 0,0 0,0 0,1 0,-1 0,0-1,0 1,1-1,-1 0,0 0,0 0,1-1,-1 1,0-1,0 1,0-1,1 0,-1 0,0-1,0 1,-1-1,1 1,0-1,0 0,-1 0,1 0,-1-1,0 1,1 0,-1-1,0 0,-1 1,1-1,1-2,7-18,-1 1,-1-1,-1-1,0 1,-2-1,-1 0,-1-1,-1 1,-2 0,0-1,-1 1,-2-1,3-6,0-82,1 111,-1 1,1 0,0-1,0 1,0 0,0 0,0 0,0 0,0 0,0 0,0 0,0 0,1 0,-1 0,0 1,1-1,-1 0,0 1,1-1,-1 1,1 0,-1 0,1-1,-1 1,1 0,-1 0,1 0,-1 0,1 1,-1-1,1 0,-1 1,1-1,-1 1,0-1,1 1,-1-1,0 1,1 0,-1 0,0 0,0 0,0 0,0 0,0 0,0 0,0 0,0 1,6 2,64 31,-2 3,-1 4,8 10,-68-47,-1 1,0 0,0 0,0 1,-1 0,0 0,0 1,-1 0,0-1,0 2,-1-1,0 1,-1-1,0 1,0 0,0 0,-1 0,-1 1,1 4,-2 24,-1-33,0-1,0 1,0 0,1-1,0 1,0 0,1 0,-1-1,1 1,0 0,0-1,0 1,1-1,0 1,0-1,0 0,0 1,1-1,-1 0,1-1,0 1,0 0,1-1,-1 0,1 0,1 1,7 0,0 0,0-1,0-1,0 0,1-1,-1 0,1-1,-1 0,0-1,1 0,-1-1,0-1,0 0,0 0,0-1,0-1,3-2,-2 2,-1-1,1 0,-1-1,0 0,-1-1,0 0,0-1,-1 0,0-1,0 0,-1-1,-1 0,0 0,0 0,-1-1,3-8,-18 108,8-85,0 0,1 0,-1 0,1 1,0-1,-1 0,1 0,1 0,-1-1,0 1,1 0,0 0,-1-1,1 1,0-1,0 1,0-1,1 0,-1 0,1 0,-1 0,1 0,0 0,-1-1,1 0,0 1,0-1,0 0,0 0,0-1,0 1,0-1,1 1,-1-1,0 0,0 0,0 0,0-1,0 1,1-1,-1 0,0 1,0-1,0-1,0 1,-1 0,7-4,-1-1,1 0,-2 0,1 0,-1-1,0 0,0 0,-1-1,0 0,0 0,-1-1,0 1,0-1,-1 0,0 0,-1-1,0 1,0-1,-1 0,-1 1,1-1,-2 0,1 0,-1 0,-1 0,0 4,0 1,0 0,0 0,-1 0,0 0,0 0,-1 0,1 1,-1-1,0 1,0 0,0 0,-1 0,1 0,-1 0,0 1,0-1,-1 1,1 0,-1 1,1-1,-1 1,0 0,0 0,0 0,0 1,0-1,0 1,0 1,-5-1,-1 0,-1 0,1 2,0-1,0 1,0 1,0 0,1 0,-1 1,0 1,1 0,0 0,0 1,0 0,-4 3,9-4,-1 0,1 0,0 0,1 1,-1-1,1 1,0 0,0 0,0 1,1-1,-1 1,2 0,-1 0,0 0,1 0,0 0,1 0,0 1,-1-1,2 1,-1-1,1 1,0-1,0 1,1-1,0 0,0 1,1-1,0 0,0 1,0-1,0 0,1 0,0-1,1 1,-1-1,1 1,0-1,2 1,2 2,1-1,-1 0,2-1,-1 0,1-1,0 1,0-2,0 0,0 0,1 0,0-2,0 1,0-1,0-1,0 0,0 0,0-1,1-1,35-3</inkml:trace>
  <inkml:trace contextRef="#ctx0" brushRef="#br0" timeOffset="10493.828">12707 2925,'-18'-13,"-11"-5,-5 5,-1 12,3 15,5 15,4 10,7 9,5-4</inkml:trace>
  <inkml:trace contextRef="#ctx0" brushRef="#br0" timeOffset="10666.374">12787 3461,'18'9,"11"5,7 1,4-3,2-3,3-3,1-5,0-5,-7-4,-7-3,-9-2,-8 2</inkml:trace>
  <inkml:trace contextRef="#ctx0" brushRef="#br0" timeOffset="12632.24">15995 3247,'-14'-15,"-1"0,-1 1,0 1,-1 0,0 2,-1 0,0 1,-1 0,0 2,0 0,-1 1,0 1,-2 1,9 2,-1 0,1 1,-1 1,0 0,1 1,-1 0,1 1,-1 1,0 0,1 1,0 1,0 0,0 0,0 1,1 1,0 0,0 1,0 0,1 1,0 0,0 1,1 0,0 0,1 1,0 1,1 0,0 0,0 0,1 1,-3 8,8-16,1 1,-1 0,1-1,0 1,1-1,-1 1,1 0,0 0,0-1,0 1,1 0,-1-1,1 1,1 0,-1-1,0 1,1-1,0 0,0 1,0-1,1 0,0 0,-1 0,1-1,0 1,1-1,-1 0,1 1,-1-1,1-1,0 1,0-1,0 1,1-1,1 0,6 2,1-1,-1-1,1-1,-1 0,1 0,0-1,-1-1,1 0,-1 0,1-1,-1-1,0 0,0-1,0-1,0 1,-1-2,1 0,-1 0,-1-1,1 0,-1-1,-1 0,1 0,-1-1,-1-1,0 1,0-1,-1-1,0 1,4-11,1-9,-1-1,-2 0,-1 0,-1-1,-2 0,-1 0,-2 0,-1 0,-2-1,-1 1,-1 0,-6-22,7 35,-18-66,14 84,-1 62,3 2,3 2,3-1,2-1,3 1,12 46,-17-102,1 1,-1 0,1-1,1 0,0 1,0-1,0-1,1 1,0-1,1 0,0 0,0 0,0-1,1 0,0 0,0 0,0-1,1 0,0-1,0 0,0 0,0 0,1-1,-1-1,1 1,0-1,-1-1,7 1,8-2,0-1,-1-1,1-1,0-2,-1 0,0-1,0-1,-1-1,1 0,-2-2,1-1,10-8,-26 16,-4 2,0 0,0 0,0 0,0 0,0 0,0 0,1 1,-1-1,0 0,1 0,-1 1,0-1,1 1,-1 0,1-1,-1 1,1 0,-1 0,1 0,-1 0,1 0,-1 0,1 0,-1 0,1 1,-1-1,0 0,1 1,1 28,11 24,-7-47,0-1,0 1,0-1,1-1,0 1,0-1,0-1,1 1,-1-2,1 1,0-1,0 0,-1-1,1 0,0 0,0-1,0 0,0-1,0 0,0 0,6-2,-6 2,-1 0,0-1,0 0,0 0,0-1,0 0,0 0,-1-1,1 0,-1 0,0-1,0 1,-1-2,0 1,0-1,0 0,0 0,-1-1,0 1,0-1,-1 0,0-1,0 1,-1-1,0 1,0-1,0 0,-1 0,-1-1,1 1,-1 0,-1 0,0-1,0 1,0 0,-2-7,-1 7,0 0,-1 0,0 0,0 1,-1-1,0 1,0 0,0 1,-1-1,0 1,-1 0,1 1,-1 0,0 0,0 0,-1 1,1 0,-1 0,0 1,0 0,-1 0,1 1,0 0,-1 0,1 1,-1 0,0 1,1 0,-1 0,1 1,-1 0,1 1,-1-1,1 2,0-1,-1 1,1 0,1 1,-1 0,0 0,-2 3,7-5,0-1,0 1,1 0,-1 0,1 0,-1 0,1 0,0 1,0-1,0 1,0-1,0 1,1 0,-1-1,1 1,-1 0,1 0,0 0,1 0,-1 0,0 1,1-1,0 0,-1 0,1 0,0 0,1 1,-1-1,1 0,-1 0,1 0,0 0,0 0,0 0,1 0,-1 0,1 0,-1-1,1 1,0 0,0-1,0 0,1 1,-1-1,0 0,2 1,10 5,0 0,0-1,0 0,1-1,0-1,0-1,5 1,52 13</inkml:trace>
  <inkml:trace contextRef="#ctx0" brushRef="#br0" timeOffset="13269.979">17238 3260,'1'-6,"0"1,0-1,-1 0,0 1,0-1,0 0,-1 1,0-1,0 0,0 1,-1-1,1 1,-2-1,1 1,0 0,-1 0,0 0,0 0,-1 1,1-1,-1 1,0 0,0 0,0 0,-1 1,1-1,-1 1,-2-1,-3-2,1 0,-1 1,0 0,0 1,-1 0,1 1,-1 0,1 1,-1 0,0 0,0 1,0 1,0 0,-6 1,11 0,1 0,-1 0,1 0,-1 1,1 0,-1 0,1 1,0-1,0 1,0 0,1 1,-1-1,1 1,0 0,0 0,0 0,0 1,1-1,-1 1,1 0,0 0,1 0,-1 0,1 0,0 1,0-1,1 1,0-1,0 1,0 0,1-1,-1 1,1 0,1 0,-1-1,1 1,0 0,0-1,1 1,0-1,0 1,0-1,0 0,1 0,2 3,3-1,0 0,0-1,1 0,0-1,0 0,1-1,-1 1,1-2,0 1,0-1,0-1,1 0,-1-1,0 0,1 0,-1-1,1 0,-1-1,1 0,-1-1,0 0,0 0,0-1,0-1,0 0,3-2,-3 2,0-1,-1-1,0 0,0 0,0-1,-1 0,1-1,-2 1,1-2,-1 1,-1-1,2-3,8 4,-14 34,-1-18,-2-1,2 0,-1 0,1 0,0 0,0 0,1 0,0 0,0 0,1-1,0 1,0-1,0 1,1-1,0 0,0-1,1 1,0-1,-1 0,2 0,-1 0,1-1,-1 1,1-1,0-1,1 1,-1-1,3 1,-3-2,0 0,0 0,0-1,0 0,0 0,0-1,1 1,-1-1,0-1,0 1,0-1,0 0,0 0,0-1,0 0,0 0,0 0,0-1,-1 0,0 0,1 0,-1-1,0 1,0-1,-1 0,0-1,1 1,-1-1,0 0,-1 0,0 0,1-1,-1 0,5-15,-1 1,-1-1,-1 0,-1 0,-1 0,-1 0,0-1,-2 1,0-1,-2-5,2-60,0 85,0 0,1-1,-1 1,0 0,1 0,0 0,-1 0,1 0,0 0,0 0,0 0,0 0,0 0,1 1,-1-1,1 0,-1 1,1-1,-1 1,1 0,0-1,0 1,-1 0,1 0,0 0,0 0,0 0,0 1,0-1,1 1,-1-1,0 1,0 0,0 0,0 0,0 0,2 0,81 15,-78-13,0 0,-1 1,1-1,-1 1,0 1,1-1,-2 1,1 0,0 1,-1-1,0 1,0 0,0 0,0 1,-1 0,0-1,0 1,-1 1,0-1,0 0,0 1,-1 0,0-1,0 1,0 0,-1 0,0 0,-1 0,0 0,0 1,0-1,-1 2,-5 18,5-24,-1 1,1-1,0 0,0 1,0-1,1 0,-1 1,1-1,0 1,-1-1,2 1,-1-1,0 1,1-1,-1 1,1-1,0 0,0 1,1-1,-1 0,1 0,-1 0,1 0,0 0,0 0,0 0,1 0,7 2,-1-1,1 0,0-1,0 0,0-1,1 0,-1 0,1-1,-1 0,1-1,4-1,7 2,175 0,-93-4</inkml:trace>
  <inkml:trace contextRef="#ctx0" brushRef="#br0" timeOffset="14084.335">20086 2766,'-8'87,"4"1,4 0,7 35,4 47,0-11,-8 107,-3-245,0 0,-1 0,-1 0,-1 0,-1 0,-1 0,-1-1,-1 0,0 0,-1 0,-2-1,0 0,-1-1,-2 2,11-17,0 0,-1 0,1-1,0 1,-1-1,0 1,0-1,1 0,-1 0,0-1,-1 1,1-1,0 1,0-1,-1 0,1 0,-1 0,1-1,0 1,-1-1,0 0,1 0,-1 0,1 0,-1-1,1 1,0-1,-1 0,1 0,0 0,-1-1,1 1,0-1,0 1,-1-2,-3-5,0 0,0-1,1 1,1-2,-1 1,1 0,1-1,0 0,0 0,1-1,0 1,1 0,0-1,1 0,0-7,-7-64,3 0,4 0,4 0,13-75,-13 117,3-1,1 1,2 0,1 1,3 0,16-36,-28 71,1 0,0 0,0 0,0 1,0-1,0 0,1 1,0-1,0 1,0 0,0 0,0 0,1 1,-1-1,1 1,0-1,0 1,0 1,0-1,0 0,0 1,0 0,1 0,-1 0,0 0,1 1,-1 0,0 0,1 0,-1 0,0 1,1 0,-1 0,4 1,6 5,-1 1,0 1,-1-1,0 2,0 0,-1 1,0 0,-1 0,0 1,-1 0,-1 1,0 0,0 0,4 12,6 26,-17-50,-1 0,0 1,1-1,-1 1,0-1,0 1,0-1,0 0,0 1,0-1,0 1,-1-1,1 0,0 1,-1-1,1 1,-1-1,1 0,-1 0,0 1,0-1,0 0,1 0,-1 0,0 0,0 0,-1 0,1 0,0 0,0 0,0 0,0-1,-1 1,1-1,-2 1,0-2,0 1,0 0,-1-1,1 1,0-1,1 0,-1 0,0 0,0-1,0 1,0-1,1 1,-1-1,1 0,-1 0,1 0,0 0,0 0,0-1,0 1,0-1,0 1,1-1,-1 0,1 1,0-1,0 0,0 0,0 0,0 0,1 0,-1 0,1 0,0 0,0 0,0-1,0 1,3-10,1 1,0-1,1 1,0 0,1 1,0-1,1 1,0 0,1 1,0 0,1 0,0 1,6-6,-3 2,36-37,-3-2,-2-2,-2-2,-3-2,-2-1,25-60,-51 100,-2-1,0 0,-1 0,-1-1,-1 0,-1 0,0 0,-2-1,-1 1,0-1,-2 1,-1-7,1 25,0-1,0 1,0-1,-1 1,1-1,-1 1,0 0,0 0,0 0,0 0,-1 0,1 1,-1-1,0 1,0-1,0 1,0 0,0 0,0 0,0 1,-1-1,1 1,0 0,-1 0,0 0,1 0,-1 0,1 1,-1 0,0 0,1 0,-1 0,0 0,1 1,-1-1,0 1,1 0,-1 0,1 1,-1-1,1 1,0 0,-1 0,-8 6,0 1,0 0,1 1,0 1,1 0,0 0,0 1,2 0,-1 1,2-1,-1 2,2-1,0 1,0 0,2 0,-1 1,2-1,0 1,1 0,0 0,1 9,0 17,3-1,1 1,1 0,3-1,1 0,2 0,2-1,1-1,2 0,2 0,1-2,2 0,2-1,1-2,7 8,-20-26,1-1,0 0,1 0,1-2,0 1,0-2,1 1,4 0,-17-11,0 0,0 0,0-1,0 1,0-1,0 1,0 0,1-1,-1 0,0 1,0-1,0 0,1 0,-1 1,0-1,0 0,1 0,-1 0,0-1,0 1,1 0,-1 0,0-1,0 1,0-1,1 1,-1-1,0 1,0-1,0 0,0 1,0-1,0-1,9-13</inkml:trace>
  <inkml:trace contextRef="#ctx0" brushRef="#br0" timeOffset="14468.213">20233 2565,'153'60,"-4"7,96 60,-221-114,0 1,-1 1,-1 1,0 2,-1-1,-1 2,-1 1,-1 1,0 0,-2 1,11 18,-24-33,0 1,-1-1,1 0,-1 1,-1 0,1-1,-1 1,-1 0,1 0,-1 0,-1 0,0 5,0-9,1-1,-1 1,0 0,0-1,-1 1,1-1,-1 0,1 1,-1-1,0 0,0 0,-1 0,1 0,0-1,-1 1,0-1,0 1,0-1,0 0,0 0,0 0,0-1,-1 1,1-1,0 1,-1-1,-3 0,5 0,0-1,-1 0,1 0,0 0,-1 0,1 0,0 0,0-1,-1 1,1-1,0 1,0-1,0 0,-1 0,1 0,0 0,0 0,1-1,-1 1,0 0,0-1,1 0,-1 1,1-1,-1 0,1 0,0 0,-1 0,1 0,0 0,0 0,1 0,-1 0,0 0,1-1,-1 1,1 0,0-2,-6-91,7 80,0 1,1-1,1 1,0-1,1 1,0 0,1 0,1 1,0 0,1 0,0 0,1 0,0 1,1 1,1-1,0 2,0-1,1 1,0 1,1 0,0 0,0 2,1-1,0 1,13-4,-2 5,1 2,0 1,0 0,0 2,0 1,0 1,0 1,-1 1,1 2,5 1,46 9</inkml:trace>
  <inkml:trace contextRef="#ctx0" brushRef="#br0" timeOffset="19846.628">193 5359,'27'1,"0"-2,0 0,0-2,0-1,-1-1,0-1,0-2,0 0,-1-2,-1-1,1 0,15-12,-14 12,-1-1,0-2,-1 0,-1-2,0 0,-1-2,-1 0,0-1,-1-2,-18 19,0 0,0 0,-1 0,1-1,0 1,-1 0,0-1,1 1,-1-1,0 0,-1 1,1-1,0 0,-1 1,1-1,-1 0,0 0,0 1,0-1,0 0,0 0,-1 0,1 1,-1-1,0 0,0 1,0-1,0 1,0-1,0 1,-1-1,1 1,-1 0,0 0,0-1,0 1,0 1,-1-2,-9-4,0 1,0 1,0 0,-1 0,0 2,0-1,0 2,0 0,0 0,0 1,-1 1,1 0,0 1,-1 0,-12 3,12-1,-1 0,1 0,0 2,0-1,0 2,1 0,0 0,0 2,0-1,-3 4,10-7,1 1,-1 0,1 0,-1 1,1-1,1 1,-1 0,1 0,0 1,1-1,-1 1,1 0,1 0,-1 0,1 0,0 0,1 0,0 1,0-1,0 1,1 0,1 1,0 0,0 0,1 0,0-1,1 1,0-1,0 0,0 0,1 0,1 0,-1 0,1-1,1 0,-1 0,1 0,0-1,1 0,-1 0,1 0,4 1,7 5,1 0,0-2,0 0,1-1,1-1,-1-1,19 4,114 8,-88-21</inkml:trace>
  <inkml:trace contextRef="#ctx0" brushRef="#br0" timeOffset="20048.549">996 4931,'4'16,"7"14,10 12,11 7,8 4,7 3,5-2,0 0,-2-6,-5-5,-8-7,-7-8,-10-10</inkml:trace>
  <inkml:trace contextRef="#ctx0" brushRef="#br0" timeOffset="20303.392">1423 4985,'-18'7,"-15"8,-12 12,-8 12,-8 11,-4 8,2 8,5 2,10-4,13-12</inkml:trace>
  <inkml:trace contextRef="#ctx0" brushRef="#br0" timeOffset="20617.922">1784 5305,'16'-5,"1"0,-2-1,1-1,-1-1,0 0,0-1,-1-1,0 0,-1-1,0 0,-1-1,0 0,-1-1,0 0,-1-1,-1 0,0-1,6-15,-13 28,-1-1,0 0,0 1,-1-1,1 0,0 1,-1-1,0 0,0 0,0 0,0 1,0-1,0 0,-1 0,1 1,-1-1,0 0,1 0,-1 1,-1-1,1 1,0-1,-1 1,1 0,-1-1,0 1,0 0,1 0,-2 0,1 0,0 0,0 1,0-1,-3 0,-1 0,-1 0,1 0,-1 1,1 0,-1 1,1-1,-1 1,1 0,-1 1,1 0,-1 0,1 0,-1 1,1 0,0 0,0 0,0 1,0 0,0 0,1 1,-5 3,-1 0,2 1,-1 0,1 1,0 0,1 0,0 1,0 0,1 0,0 1,1-1,0 4,2-9,1 1,0 0,1 0,0 1,0-1,0 0,1 1,-1 0,2-1,-1 1,1-1,0 1,0 0,1-1,0 1,0-1,0 1,1-1,0 1,0-1,1 0,0 0,0 0,0 0,1-1,0 1,0-1,10 5,1-1,0-1,0-1,1 0,0 0,0-2,1 0,0-1,-1-1,1 0,1-1,-1-1,0-1,0 0,8-2,69-2,-7-4</inkml:trace>
  <inkml:trace contextRef="#ctx0" brushRef="#br0" timeOffset="21548.409">2921 5024,'-17'-6,"0"1,-1 0,1 1,-1 1,0 1,0 0,0 2,-9 0,21 0,0 1,1-1,-1 1,0 0,0 1,1-1,-1 1,1 0,-1 0,1 1,0 0,0 0,0 0,0 1,1-1,-1 1,1 0,0 0,0 1,0-1,1 1,0 0,0 0,0 0,0 0,1 1,-2 2,3-3,0 1,0-1,0 1,0-1,1 1,0-1,0 1,0-1,1 1,0-1,0 0,0 1,1-1,-1 0,1 0,1 0,-1 0,1 0,0 0,0 0,0-1,2 3,3 2,1-1,-1 1,1-1,1-1,0 1,0-2,0 1,0-2,11 5,10 1,0-1,1-1,0-2,0-2,1-1,-1-1,1-2,0-1,-1-1,1-2,27-6,-44 7,-1 0,0-1,0-1,-1 0,1-1,-1-1,0 0,0-1,-1 0,0-1,0-1,-1 0,0 0,0-1,-1-1,-1 0,0 0,0-1,-1-1,-1 1,7-13,8-48,-23 112,-1-31,0 1,0-1,1 1,0-1,1 1,0-1,0 1,1-1,0 0,1 0,-1 0,2 0,-1 0,1 0,0-1,1 0,-1 0,2 0,-1 0,1-1,0 0,0 0,0 0,1-1,0 0,0 0,8 3,-2-6,0-1,0-1,0 0,0 0,1-1,-1-1,0 0,0-1,-1 0,1-1,-1-1,1 0,-1 0,-1-1,1-1,-1 0,0 0,-1-1,0-1,0 0,0 0,-1-1,-1 0,0 0,6-10,50-112,-64 131,-1 1,1 0,0-1,0 1,0-1,0 1,0 0,0-1,0 1,0-1,0 1,0 0,0-1,0 1,0-1,1 1,-1 0,0-1,0 1,0 0,0-1,1 1,-1 0,0-1,0 1,1 0,-1-1,0 1,1 0,-1 0,0-1,1 1,-1 0,0 0,1 0,-1 0,1-1,-1 1,0 0,1 0,-1 0,1 0,-1 0,0 0,1 0,-1 0,1 0,-1 0,0 0,1 0,-1 0,0 1,1-1,-1 0,1 0,-1 0,0 0,1 1,-1-1,0 0,1 0,-1 1,0-1,0 0,1 1,-1-1,0 0,0 1,7 30,-7-27,3 20,-1 2,1 0,2 0,1 0,0-1,4 5,-8-23,2 0,-1 0,1 0,-1-1,2 1,-1-1,1 0,0-1,0 1,1-1,-1 0,1 0,1 0,-1-1,0 0,1 0,0-1,0 0,0 0,2 0,9 0,-1-1,1 0,0-2,0 0,0-1,-1-1,1 0,-1-1,1-1,-1-1,0-1,0 0,-1-1,0 0,0-2,10-7,-9 7,-1-1,0-1,0 0,-1-1,0-1,-1 0,-1-1,0-1,-1 0,0 0,-2-2,0 1,0-1,-2 0,0-1,-1 0,0-1,0-6,0-19,-2-1,-2-1,-2 1,-2 0,-2-1,-2 1,-2 0,-2 1,-12-38,-4 0,18 81,6 19,33 217,-25-196,9 53,3-2,5 0,3-1,38 80,-60-156,2 0,0 0,0 0,1-1,0 0,2-1,-1 0,1 0,1-1,2 2,-12-11,0 0,0 0,0 0,0 0,0 0,0-1,0 1,0 0,0-1,0 1,0-1,0 1,1-1,-1 0,0 1,0-1,1 0,-1 0,0 0,0 0,1 0,-1 0,0 0,0 0,1-1,-1 1,0 0,0-1,0 1,1-1,-1 1,0-1,0 0,0 1,0-1,0 0,0 0,0 0,-1 0,1 0,0 0,0 0,-1 0,1 0,0 0,-1 0,1 0,-1 0,1-1,-1 1,0 0,0 0,1-1,-1 1,0 0,0 0,0-1,0 1,1-30</inkml:trace>
  <inkml:trace contextRef="#ctx0" brushRef="#br0" timeOffset="21735.269">4164 4637,'20'3,"26"4,29 4,29 3,25 2,17 7,7 3,-23-3</inkml:trace>
  <inkml:trace contextRef="#ctx0" brushRef="#br0" timeOffset="22525.063">5407 5024,'-51'-1,"30"0,0 0,0 2,0 0,0 1,1 1,-13 4,28-5,1 0,0 0,0 0,0 0,0 0,1 1,-1-1,1 1,-1 0,1 1,0-1,0 0,0 1,1 0,-1-1,1 1,0 0,0 0,0 0,1 1,-1-1,1 0,0 1,0-1,1 1,-1-1,1 1,0-1,0 1,1-1,-1 0,1 1,0-1,0 1,0-1,1 0,0 0,-1 0,2 0,-1 0,0 0,1 0,-1-1,1 1,0-1,1 0,-1 1,0-2,1 1,0 0,4 2,0 0,1-1,-1 0,0-1,1 0,0 0,0-1,0 0,0-1,0 0,0 0,0-1,1 0,-1-1,0 0,0 0,0-1,0 0,0 0,1-2,3 0,0-1,0-1,-1 0,1-1,-1 0,-1-1,1 0,-1-1,-1 0,0-1,0 0,8-11,-10 10,-1-1,0 0,-1-1,0 1,-1-1,0 0,-1 0,-1-1,0-1,-7 38,1-1,1 1,1 0,1 0,1 0,1-1,1 3,-2-18,0-1,0 1,1-1,0 1,0-1,0 0,1 0,0 0,0 0,0 0,1-1,0 1,0-1,0 0,1 0,0-1,0 1,0-1,0 0,1-1,-1 1,1-1,0 0,0 0,0-1,1 0,-1 0,0 0,7 0,0-2,-1-1,1 0,-1-1,1 0,-1-1,0-1,0 0,-1 0,1-1,-1-1,0 0,0 0,-1-1,0-1,0 1,0-2,-1 1,0-1,-1-1,0 1,-1-2,0 1,0-1,-1 0,-1 0,0 0,2-8,8-26,-3-1,-2 0,-2-1,-2 0,0-41,-4 74,16-391,-20 375,-3 26,-14 74,5 10,3 0,3 2,5-1,4 54,1-105,1 0,2 0,1 0,1-1,2 0,0 0,2-1,2 0,1 1,-8-18,0 0,1-1,0 0,0 0,1 0,1-1,0 0,0 0,0-1,1-1,1 1,-1-2,1 1,0-2,0 1,1-2,0 1,0-1,0-1,0 0,0-1,12 0,-13-1,-1-1,0-1,1 0,-1 0,0-1,0 0,1-1,-2 0,1-1,0 0,-1 0,0-1,0 0,0-1,0 0,-1 0,0-1,-1 0,1-1,-1 1,-1-1,1-1,-1 1,-1-1,0 0,0 0,-1-1,0 1,0-1,-1 0,-1 0,1 0,-2 0,1-1,-1 1,-1-1,0 1,-1 0,-1-10,1 13,-1-1,-1 1,1 0,-1 0,0 0,-1 0,1 0,-1 0,-1 1,0-1,4 5,-1 0,1 0,-1 1,1-1,-1 0,0 1,1-1,-1 1,0 0,0 0,0-1,0 1,0 1,0-1,0 0,-1 0,1 1,0-1,0 1,-1 0,1-1,0 1,-1 0,1 1,0-1,0 0,-1 1,1-1,0 1,0-1,0 1,-1 0,1 0,0 0,0 1,-3 3,0 0,1 1,0 0,0 0,1 0,-1 0,1 0,1 1,-1-1,1 1,0 0,1 0,-1 0,1 0,1 0,-1 0,1 0,1 0,-1 0,1 0,0 0,1 0,1 3,0 2,0 0,2 0,-1-1,1 0,1 0,0 0,1-1,0 0,0 0,1 0,0-1,1-1,0 1,0-1,1-1,0 0,0 0,4 1,4 2,1-1,-1-1,1-1,1-1,-1 0,1-1,0-1,0-1,0-1,16-1,-24-1,0 0,0-2,0 1,0-1,0-1,-1 0,1-1,-1 0,3-2,28-18</inkml:trace>
  <inkml:trace contextRef="#ctx0" brushRef="#br0" timeOffset="22712.561">5808 4691,'34'2,"39"1,38 0,37-1,30-2,18-2,9-1,-32 1</inkml:trace>
  <inkml:trace contextRef="#ctx0" brushRef="#br0" timeOffset="23462.193">8147 4972,'-11'47,"3"1,1 0,2 0,2 25,-1 3,-1-6,-4 91,-8 0,-36 152,6-170,19-102,28-41,-1 1,0 0,0-1,1 1,-1-1,0 1,0-1,0 1,0-1,0 1,0-1,0 0,0 0,0 1,0-1,0 0,0 0,1 0,-1 0,0 0,0 0,0 0,0-1,0 1,0 0,0 0,0-1,0 1,0-1,0 1,0-1,0 1,1-1,-1 1,0-1,0 0,1 1,-1-1,0 0,1 0,-1 1,1-1,-1 0,1-1,-36-93,4-50,8-1,2-31,9 70,5-2,6-81,1 181,0 0,1 0,1 0,-1 0,1 1,1-1,0 0,0 0,1 1,0-1,0 1,1 0,0 0,0 0,1 1,0 0,0 0,1 0,0 0,0 1,1 0,0 0,0 0,0 1,1 0,-1 1,4-2,12 2,0 1,0 1,0 2,-1 0,1 1,0 1,0 1,0 1,-1 1,0 1,0 1,0 1,-1 1,-1 1,17 10,-22-14,0 2,0-1,-1 2,0 0,-1 1,0 0,0 1,-1 0,-1 1,5 7,-14-17,-1 0,1 0,-1-1,0 2,0-1,1 0,-2 0,1 0,0 0,0 1,-1-1,1 0,-1 1,0-1,0 0,0 1,0-1,0 0,0 1,-1-1,1 0,-1 1,1-1,-1 0,0 0,0 1,0-1,0 0,0 0,-1 0,1 0,-1-1,1 1,-1 0,0 0,1-1,-1 1,0-1,0 0,0 0,-1 1,-14 6,1-2,-1 0,0 0,-1-2,1 0,-1-1,0-1,1 0,-1-2,0 0,0-1,-10-2,-29-10,56 13,1 0,-1-1,1 1,-1 0,1-1,0 1,-1 0,1-1,-1 1,1-1,0 1,0 0,-1-1,1 1,0-1,0 1,-1-1,1 1,0-1,0 1,0-1,0 1,0-1,0 1,-1-1,2 0,-1 1,0-1,0 1,0-1,0 1,0-1,0 1,0-1,1 1,-1-1,0 1,0-1,1 1,-1-1,0 1,1 0,-1-1,0 1,1-1,-1 1,1 0,-1 0,0-1,1 1,-1 0,1 0,-1-1,1 1,-1 0,1 0,0 0,106-43,-69 32,-19 5,30-8,-1-1,-1-2,0-3,-2-1,0-3,-1-1,39-31,-78 52,0 1,-1-1,1 0,-1 0,0 0,0-1,0 1,-1-1,1 0,-1 0,0-1,-1 1,0 0,1-1,-2 0,1 1,0-1,-1-1,-2 4,0 1,-1 0,1 0,-1 0,1 0,-1 0,1 0,-1 0,0 0,0 1,0-1,0 1,0 0,-1-1,1 1,0 0,-1 0,1 0,0 1,-1-1,1 0,-1 1,1 0,-1-1,1 1,-1 0,1 0,-1 1,0-1,1 1,-3 0,-4 0,-1 1,0 0,0 0,1 1,-1 1,1-1,0 2,0-1,0 1,1 0,0 1,0 0,0 1,1-1,0 1,0 1,0-1,1 1,1 0,-3 5,4-7,1-1,0 1,0 0,0 0,1 0,0 0,0 0,1 0,-1 1,1-1,1 1,-1-1,1 1,0-1,1 1,0-1,0 0,0 1,1-1,0 0,0 0,0 1,1-2,0 1,0 0,0-1,1 1,0-1,0 0,0 0,5 3,7 4,0 0,1-2,1 0,0-1,0 0,1-2,0 0,0-1,0-1,1-1,19 1,54 9</inkml:trace>
  <inkml:trace contextRef="#ctx0" brushRef="#br0" timeOffset="24115.341">9778 4691,'15'6,"-1"1,0 0,-1 2,0-1,0 1,-1 1,0 1,-1-1,0 2,-1-1,0 2,0-1,6 14,13 18,-3 0,-2 2,-1 1,1 11,-20-48,25 37,-27-47,-1 1,0-1,1 0,-1 0,1 0,-1 0,1 0,-1 0,1 0,-1 0,0 0,1-1,-1 1,1-1,-1 1,0-1,1 1,-1-1,0 0,1 0,-1 1,0-1,0 0,0 0,0 0,0 0,0-1,0 1,0 0,0-1,20-25,-1 0,-1-2,-2 0,-1-1,-1-1,3-11,-6 17,35-78,-47 103,0 0,0 0,-1 0,1 1,0-1,0 0,1 0,-1 1,0-1,0 0,0 0,0 0,0 1,0-1,0 0,0 0,0 0,0 1,0-1,1 0,-1 0,0 0,0 0,0 1,0-1,1 0,-1 0,0 0,0 0,0 0,0 0,1 0,-1 1,0-1,0 0,1 0,-1 0,0 0,0 0,0 0,1 0,-1 0,0 0,0 0,1 0,-1 0,0 0,0 0,0-1,1 1,-1 0,0 0,0 0,0 0,1 0,-1 0,0 0,1 25,-1-24,0 23,0 1,2-1,1 1,1-1,6 22,-7-37,0-1,0 0,1 0,0 0,0 0,1 0,0-1,0 0,1 0,0-1,0 1,0-1,1 0,0-1,0 0,1 0,-1 0,3 0,0-1,1 1,-1-2,1 1,-1-2,1 1,0-2,0 1,0-1,1-1,-1 0,0-1,0 0,0 0,0-1,0-1,-1 0,1 0,-1-1,1 0,-1-1,-1 0,1-1,-1 0,0-1,0 1,0-2,-1 1,-1-1,1 0,-1-1,0 0,1-3,4-12,0 0,-1-1,-1-1,-2 0,0 0,-2-1,2-16,-4 25,0 18,13 109,-14-85,1-1,1 1,1-1,1 0,1-1,0 1,2-2,1 1,1-1,1-1,2 2,44 21,-34-36</inkml:trace>
  <inkml:trace contextRef="#ctx0" brushRef="#br0" timeOffset="24364.72">10942 4370,'-16'0,"-8"2,1 5,6 7,11 5,13 1,5-2</inkml:trace>
  <inkml:trace contextRef="#ctx0" brushRef="#br0" timeOffset="24650.796">11236 4744,'39'61,"3"-2,3-2,2-2,27 23,-70-75,-3-1,-1 0,1-1,0 1,0-1,0 1,0-1,1 1,-1-1,0 0,0 1,1-1,-1 0,1 0,-1 0,1 0,0-1,-1 1,1 0,0 0,-1-1,1 0,0 1,0-1,0 0,-1 0,1 1,0-1,0-1,0 1,-1 0,1 0,0-1,0 1,-1-1,1 0,0 1,0-1,-1 0,1 0,-1 0,2-1,25-106,-21 66,44-146,-46 174,1 0,1 1,0 0,0 0,1 0,1 1,0 0,1 1,0 0,1 0,11-8,9-1</inkml:trace>
  <inkml:trace contextRef="#ctx0" brushRef="#br0" timeOffset="25245.883">11971 5011,'29'-11,"-1"-1,0-1,-1-2,0-1,-2-1,0-1,0-2,-15 13,0-1,-1 0,0 0,-1-1,0 0,0-1,-1 1,0-2,-1 1,0-1,0 0,-1 0,-1 0,0-1,0 1,-1-1,-1 0,0 0,-1 0,0-2,-1 11,-1-1,0 0,0 0,0 1,0-1,0 1,-1-1,1 1,-1 0,0-1,0 1,0 0,-1 0,1 0,-1 1,0-1,0 1,0-1,0 1,0 0,0 0,0 0,-1 0,1 1,-1 0,1-1,-1 1,0 0,1 1,-1-1,0 1,1-1,-1 1,0 0,0 1,0-1,1 1,-1-1,0 1,1 0,-1 1,1-1,-1 1,1-1,-1 1,1 0,-1 1,-4 2,0 0,1 0,0 1,0 0,0 1,1-1,-1 1,2 0,-1 1,1-1,0 1,1 0,0 1,0-1,1 1,0-1,0 1,1 0,0 0,1 0,0 0,0 1,1-1,0 0,1 0,0 0,0 0,1 0,0 0,1 0,0 0,0 0,1-1,0 0,0 0,1 0,0 0,0-1,1 0,0 0,1 0,-1-1,1 0,1 1,6 1,0 0,0-2,1 0,0 0,0-1,0-1,0 0,1-2,0 1,-1-2,1 0,0-1,6-1,15-2,0-2,-1-1,0-1,0-3,8-3,-5-1,0-1,-1-1,0-3,-2-1,0-1,-2-2,0-2,21-20,-38 29,-1 0,0-1,-1 0,-1-2,-1 0,0 0,-2-1,0 0,-1-1,-1-1,-1 1,-1-1,-1-1,-1 1,-1-1,0-8,-3 16,-1 0,0 0,-1 0,-1 1,0-1,-1 1,0-1,-1 1,-6-12,8 20,-1 0,0 0,0 0,-1 0,1 1,-1-1,-1 1,1 0,-1 1,1-1,-1 1,-1-1,1 2,0-1,-1 1,0-1,0 1,0 1,0-1,-1 1,1 1,-7-2,5 2,0 1,0 0,-1 0,1 1,0 0,0 0,0 1,0 0,0 0,0 1,0 0,1 1,-1 0,1 0,0 0,0 1,1 0,-1 0,1 1,-2 2,-6 6,1 1,1 0,0 1,1 0,1 1,0 0,2 1,-2 3,0 5,1 0,1 1,1 0,1 0,2 0,0 1,2 0,1 0,2-1,3 27,-2-36,1-1,1 1,0-1,2 0,0 0,1-1,0 0,1 0,1 0,1-1,0 0,1-1,0 0,1-1,1-1,0 1,7 3,3-1,-1-2,2-1,-1-1,2 0,-1-2,2-1,-1-1,1-1,0-2,0 0,0-2,0 0,1-2,-1-1,0-1,0-2,20-4,-40 7,1 0,0-1,0 0,-1 0,1 0,-1-1,0 0,0 0,0-1,0 0,-1 0,1 0,0-2,-5 6,0-1,-1 0,1 0,-1 0,1 0,-1 0,1-1,-1 1,0 0,1 0,-1 0,0 0,0 0,0 0,0-1,0 1,0 0,0 0,0 0,-1 0,1 0,0 0,-1 0,1-1,-1 1,1 0,-1 0,1 0,-1 1,0-1,1 0,-1 0,0 0,0 0,0 1,0-1,0 0,1 1,-2-1,0-2,-5-4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24.7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1 144,'10'-8,"0"1,1 1,0 0,0 0,0 1,1 1,-1 0,1 0,0 1,1 1,-1 0,0 1,1 0,-1 0,0 2,1-1,6 3,6-3,805-17,-629 5,556-23,-52 32,272-5,-809 2,744 0,-477 30,-427-25,-8 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26.9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0 218,'45'252,"-16"-68,-3 65,-7-55,-18-187,0 14,1 0,1 0,0 0,2 0,0-1,2 0,0 0,1 0,1-1,11 18,-14-32,0-1,-1 1,1-1,1 0,-1-1,1 1,-1-1,1-1,0 1,0-1,0 0,0-1,1 0,-1 0,0 0,0-1,1 0,-1 0,0-1,1 0,5-2,21 1,306 3,42 18,369 1,178-41,-492 8,-156 4,347-3,-488 25,-139-14,-1 1,1 0,0-1,-1 1,1-1,0 1,-1-1,1 0,-1 1,1-1,-1 1,0-1,1 0,-1 1,1-1,-1 0,0 0,0 1,1-1,-1 0,0 0,0 1,0-1,0 0,0 0,0 1,0-1,0 0,0 0,0 0,0 1,-1-1,1 0,0 0,-1 1,1-1,0 0,-1 1,1-1,-1 0,1 1,-1-1,1 1,-2-8,0-7,2-1,0 1,1-1,0 1,1-1,1 1,0 0,1 0,5-11,3-15,20-87,-6-1,-5-2,-1-67,-18 156,-1 0,-3 0,-1 0,-2 1,-8-28,10 52,-2 1,0 0,0 1,-2-1,0 1,-1 1,0-1,-1 1,0 1,-2-1,1 2,-2-1,1 2,-2-1,-8-5,12 11,0 1,-1-1,0 2,0-1,0 1,-1 1,1 0,-1 0,0 1,1 0,-1 1,0 1,0-1,0 2,-1 0,-161 36,87-13,-20-8,1-3,-2-6,1-4,-1-5,-57-10,-65 1,-300 9,-149 34,-473 64,846-78,292-18,21-3,10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29.3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67,'4'5,"1"0,-1 0,0 0,0 0,0 1,-1-1,0 1,0 0,-1 0,1 0,-1 0,-1 1,2 3,-1-4,9 46,-1 1,-3-1,-3 1,-1 1,-3-1,-3 3,-19 358,21-409,0 0,0 0,1 0,0 0,0 0,0 0,1 0,-1 0,1 0,1 0,-1 0,1 0,-1 0,1-1,1 1,-1-1,1 1,0-1,0 0,0 0,0 0,1-1,-1 1,1-1,0 0,0 0,0 0,1 0,-1-1,4 2,10-1,0-2,0 0,0-1,0-1,0 0,0-2,1 0,24-2,172-11,0 9,135 16,1000 30,-197-10,-752-14,454 26,-2 22,-690-48,-160-15,-1 0,1 0,0 0,0 0,-1-1,1 1,0-1,-1 0,1 0,-1 0,1 0,-1 0,1 0,-1-1,0 1,1-1,-1 0,0 1,0-1,0 0,-1 0,1-1,0 1,-1 0,0 0,1-1,-1 1,0-1,0 1,0-1,0 0,-1 1,1-1,-1 0,0 1,1-1,-1-1,18-184,-16 140,5-355,-7 365,-1 0,-2 0,-2 0,-1 1,-2 0,-2 0,-1 1,-2 0,-1 1,-2 0,-1 2,-4-4,20 34,0 0,0 0,-1 0,1 0,-1 1,1-1,-1 0,0 0,0 1,0-1,0 1,0 0,-1 0,1-1,-1 2,1-1,-1 0,0 0,0 1,0-1,0 1,0 0,0 0,0 0,0 1,0-1,-1 1,1-1,0 1,0 0,0 0,-1 1,1-1,0 1,0-1,-1 2,-111 75,76-61,0-2,0-2,-2-1,1-2,-1-2,-1-2,1-1,-1-3,1-1,-13-3,34 4,-734 3,-921-2,488-59,1081 51,-405-9,396 4,-302 9,386 1,0-1,1-2,-1-1,1-1,0-2,-21-8,19-5,32 21,-1-1,0 1,1 0,-1-1,1 1,-1-1,1 1,0 0,-1-1,1 1,-1-1,1 0,0 1,-1-1,1 1,0-1,0 1,-1-1,1 0,0 1,0-1,0 0,0 1,0-1,0 1,0-1,0 0,0 1,0-1,0 0,0 1,1-1,-1 0,0 1,0-1,1 1,-1-1,0 1,1-1,-1 1,0-1,1 1,-1-1,1 1,-1-1,1 1,-1 0,1-1,-1 1,1 0,0-1,-1 1,9-3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0.0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13 110,'0'-105,"-1"105,1 0,0 1,0-1,0 0,0 0,-1 0,1 1,0-1,0 0,-1 0,1 0,0 0,0 1,-1-1,1 0,0 0,-1 0,1 0,0 0,0 0,-1 0,1 0,0 0,-1 0,1 0,0 0,0 0,-1 0,1 0,0 0,-1 0,1 0,0-1,0 1,-1 0,1 0,0 0,0 0,-1-1,1 1,0 0,0 0,0 0,-1-1,1 1,0 0,0 0,0-1,0 1,0 0,0-1,-1 1,1 0,0 0,0-1,0 1,0 0,0-1,0 1,0 0,0-1,1 165,76 573,-76-630,6-122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0.3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251 75,'-1'-5,"0"1,0 0,-1 0,0 1,0-1,0 0,0 0,0 1,-1 0,0-1,1 1,-1 0,-1 0,1 0,0 1,-1-1,1 1,-1 0,0 0,1 0,-1 0,0 1,0 0,0-1,-3 1,-1 1,1 1,-1 0,0 0,0 1,1 0,-1 0,1 1,-1 0,1 0,0 1,0 0,1 0,-1 0,1 1,0 0,0 0,0 1,1 0,0 0,0 0,0 0,1 1,0 0,0 0,1 0,-2 5,4-11,1 0,-1 0,0 0,1 0,-1 0,1 0,-1 0,1 0,0 1,-1-1,1 0,0 0,0 1,0-1,0 0,0 0,0 0,0 1,0-1,1 0,-1 0,0 1,1-1,-1 0,1 0,-1 0,1 0,0 0,-1 0,1 0,0 0,0 0,0 0,0 0,-1 0,1-1,0 1,1 0,-1-1,0 1,0-1,0 1,0-1,0 1,1-1,-1 0,0 1,1-1,77-5,-32-6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0.7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 0,'-2'18,"-1"16,0 15,3 10,1 7,1 4,0-2,-1-4,0-10,0-11,-1-13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1.0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30 148,'-9'-20,"-11"-39,19 57,1 0,0 1,1-1,-1 0,0 0,1 0,-1 0,1 0,-1 0,1 0,0 1,0-1,0 0,0 0,0 1,0-1,0 1,1-1,-1 1,1 0,-1-1,1 1,-1 0,1 0,0 0,-1 0,1 0,0 0,0 1,0-1,16-5,0 1,-1 1,2 1,-1 1,0 0,1 1,-1 1,0 1,1 0,-1 2,12 2,-15-1,-1-1,0 2,0 0,-1 0,1 1,-1 1,0 0,-1 1,0 1,8 6,-14-10,-1 0,0 0,0 0,0 1,-1-1,0 1,0 0,0 1,-1-1,0 1,0-1,-1 1,1 0,-1 0,-1 0,0 0,0 0,0 0,-1 1,0-1,0 0,-1 5,-3 1,0-1,-1 1,-1-1,0 0,-1 0,0 0,-1-1,0 0,0-1,-1 0,-1 0,0-1,0 0,-1 0,0-2,0 1,-1-1,0-1,0 0,0-1,-1 0,-2 0,8-4,9-4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1.3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1,'-11'18,"-7"20,-1 19,-1 18,3 13,5 4,4 1,4-7,2-9,2-8,3-11,1-12,-1-10,0-12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1.5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5 119,'-4'-5,"5"-1,11-2,18-2,17-4,16-1,14-1,7 0,1 3,-7 3,-17 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2.0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0 389,'28'-341,"-28"339,-1 1,1-1,0 1,-1-1,1 1,0-1,0 0,0 1,0-1,1 1,-1-1,0 1,1-1,-1 1,1-1,-1 1,1-1,0 1,0 0,0-1,-1 1,1 0,0 0,1-1,-1 1,0 0,0 0,0 0,1 0,-1 1,0-1,1 0,-1 0,1 1,-1-1,1 1,-1-1,1 1,-1 0,1 0,-1 0,1 0,0 0,-1 0,165 21,-151-19,4-2,0 1,0 1,0 1,0 0,0 2,-1 0,0 1,0 0,0 2,-1 0,0 1,7 6,-20-12,0 1,-1 0,1 0,-1 0,0 0,0 0,-1 0,1 1,-1-1,0 1,0 0,0 0,-1 0,0 0,0 0,0 0,0 0,-1 0,0 0,0 0,0 0,-1 1,0-1,0 0,0 0,-1 2,-6 14,0 0,-1-1,-1 0,-1-1,-8 10,9-12,9-17,0 1,0-1,0 1,0 0,1 0,-1-1,0 1,0 0,1 0,-1 0,0 0,1 0,-1 0,1 0,-1 0,1 0,0 0,-1 1,1-1,0 0,0 0,0 0,0 0,0 0,0 1,0-1,0 0,0 0,0 0,1 0,-1 0,0 0,1 1,-1-1,1 0,0 0,-1 0,1 0,0-1,-1 1,1 0,0 0,0 0,0-1,0 1,-1 0,1-1,0 1,1 0,-1-1,0 0,0 1,0-1,0 0,0 1,0-1,0 0,1 0,-1 0,0 0,0 0,36 2,-1-2,1-2,-1-1,0-1,0-3,13-4,-22 6,60-13,-7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2.8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363 62,'-15'-7,"0"0,0 1,-1 1,0 1,0 0,0 1,0 1,0 0,0 1,-3 1,11 0,0 1,0 0,0 0,0 1,0 0,0 0,0 1,0 0,1 0,-1 1,1 0,0 0,0 0,1 1,-1 1,1-1,0 1,0 0,1 0,-4 5,6-6,-1-1,0 1,1 1,0-1,0 0,1 1,-1 0,1-1,0 1,1 0,0 0,0 0,0 0,0 0,1 1,0-1,0 0,1 0,0 0,0 0,0 0,1 0,0 0,0 0,0-1,1 1,0-1,0 1,0-1,1 0,0 0,-1-1,2 1,-1-1,1 0,-1 0,2 0,2 0,1 0,0-1,1 0,-1-1,1 0,-1 0,1-1,0 0,-1-1,1 0,0-1,-1 0,1 0,-1-1,1 0,-1-1,0 0,0 0,0-1,0 0,0 0,-1-1,0-1,0 1,0-1,-1-1,0 1,0-1,-1 0,1-1,-2 0,1 0,-1 0,0 0,-1-1,1-1,0-5,0-1,-1 0,-1 1,0-1,-1-1,-1 1,0 0,-1 0,-1-1,0 1,1 16,0 0,0-1,1 1,-1 0,0-1,0 1,0 0,1-1,-1 1,0 0,0-1,0 1,0 0,0-1,0 1,0-1,1 1,-1 0,0-1,0 1,-1 0,1-1,0 1,0-1,0 1,0 0,0-1,0 1,0 0,-1-1,1 1,0 0,0-1,0 1,-1 0,1-1,0 1,-1 0,1-1,0 1,-1 0,1 0,0 0,-1-1,1 1,0 0,-1 0,1 0,0 0,-1 0,1 0,-1 0,1 0,0 0,-1 0,1 0,-1 0,1 0,0 0,-1 0,1 0,0 0,-1 0,1 0,-1 1,-9 26,7-16,1 0,0 0,1-1,1 1,-1 0,2 0,-1 0,2 0,-1 0,2-1,-1 1,1-1,1 1,0-1,0 0,1-1,0 1,1-1,0 0,1 0,-1 0,2-1,5 5,34 14,1-7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3.5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366 938,'-21'-3,"0"2,0 0,0 1,0 2,0 0,0 1,0 1,-17 6,28-7,1 0,-1 1,1 1,0-1,1 1,-1 1,1 0,0 0,0 0,1 1,-1 0,2 1,-1 0,1 0,0 0,1 0,0 1,0 0,0 3,2-6,1-1,1 1,-1 0,1-1,0 1,0 0,1 0,-1-1,1 1,1 0,-1 0,1 0,0-1,0 1,1 0,-1-1,1 1,0-1,1 1,0-1,0 0,0 0,0 0,1-1,-1 1,1-1,0 0,1 0,-1 0,1-1,2 2,10 4,1-1,0 0,1-1,0-2,0 1,0-2,1-1,-1 0,1-2,0 0,-1-1,1-1,0-1,-1 0,1-2,-1 0,19-7,-16 5,1-1,-1-1,0-1,0 0,-1-2,-1-1,0 0,0-1,-2-1,1-1,-2-1,0-1,-1 0,-1-1,0 0,-1-1,-1-1,-1 0,-1-1,-1 0,-1-1,0-2,7-43,-3 0,-4 0,-2-1,-3 0,-3 0,-5-37,3 63,1 2,-1-55,-5 0,-6-22,4 81,8 37,-1-1,1 1,0-1,0 1,0-1,0 0,0 1,0-1,0 1,-1-1,1 0,0 1,0-1,-1 1,1-1,0 0,0 1,-1-1,1 0,-1 1,1-1,0 0,-1 0,1 0,0 1,-1-1,1 0,-1 0,1 0,-1 0,1 0,0 1,-1-1,1 0,-1 0,1 0,-1 0,1 0,-1-1,1 1,0 0,-1 0,1 0,-1 0,1 0,-1-1,1 1,0 0,-1 0,1 0,0-1,-1 1,1 0,0-1,-1 1,1 0,0-1,-1 1,1-1,-27 160,23-124,-14 195,10 126,6-301,3 0,3 0,2 0,2-1,3 0,7 19,-13-59,0 0,2-1,-1 0,2 0,0 0,0-1,1 0,0-1,1 0,1-1,0 0,-5-4,0-1,1 0,0 0,0-1,0 0,1-1,-1 1,1-1,0-1,0 1,0-1,0-1,0 0,0 0,1 0,-1-1,0 0,0-1,1 0,0 0,1-3,1-1,-1 1,1-2,-1 0,-1 0,1 0,-1-1,0-1,-1 0,0 0,0 0,0-1,-1 0,-1-1,0 0,0 0,-1 0,0 0,0-1,-1 0,-1 0,0 0,-1 0,1-5,9-21,-3 51,0 41,-9-43,1-1,0 0,0 0,1 0,1 0,0 0,0-1,1 1,0-1,1 0,0 0,1 0,0-1,1 0,-1 0,2-1,-1 1,1-1,3 1,-7-7,1 1,-1-2,1 1,0 0,-1-1,1 0,0 0,0 0,0-1,0 0,0 0,4 0,23-4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3.7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85 24,'-13'-3,"-10"-2,-3-3,4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4.0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47,'15'-4,"27"-4,30-3,31 0,25 2,18 6,6 7,1 7,-25 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4.3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 0,'-8'73,"4"-1,6 74,19-26,-19-114,0 0,0 0,1 0,0-1,0 0,0 1,0-1,1 0,0 0,0-1,0 1,1-1,-1 0,1 0,0-1,0 1,1-1,3 2,-5-4,0 0,0 0,0 0,0 0,0-1,0 1,0-1,0 0,0 0,0-1,0 1,-1-1,1 0,0 0,0 0,0-1,0 1,-1-1,1 0,-1 0,1 0,-1 0,0-1,0 0,3-2,58-84,-49 54,-2-2,-1 0,-2 0,-1-1,3-35,-7 43,0 20,-2 30,-3-3,1 0,0 0,1 0,2 0,-1-1,2 1,0-1,1 0,1-1,0 1,1-1,1 0,0-1,1 0,0-1,10 10,6-3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4.8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 0,'-6'44,"-2"105,8-143,1 1,0 0,1 0,-1-1,1 1,1-1,-1 1,1-1,0 0,0 0,1 0,0-1,0 1,0-1,1 0,0 0,0 0,0-1,0 0,1 0,2 1,0-1,0 1,1-2,0 0,0 0,0 0,0-1,0 0,0-1,1 0,-1 0,0-1,1-1,-1 1,0-2,1 1,-1-1,0 0,0-1,0 0,8-4,-5 1,0 0,-1 0,1-1,-1-1,-1 0,0 0,0-1,0 0,-1-1,0 0,-1 0,0-1,-1 0,0 0,1-5,21-66,-25 136,-4-39,2 0,0-1,0 1,1-1,1 0,1 1,5 12,-8-24,-1 0,1 1,0-1,0 0,0 0,0 0,1 0,-1-1,1 1,-1-1,1 1,0-1,0 0,0 0,1 0,-1 0,0-1,1 1,-1-1,1 0,-1 0,1 0,0-1,-1 1,1-1,0 0,-1 0,1 0,0 0,0-1,-1 1,1-1,3-1,6-4,1 0,-1-1,0-1,-1 0,0 0,0-1,-1-1,0 0,0 0,-1-1,-1-1,0 1,0-2,-1 1,0-3,-8 15,1-1,-1 1,0 0,1 0,-1 0,1 0,-1 0,0 0,1 0,-1 0,1 0,-1 0,1 0,-1 0,0 0,1 0,-1 0,1 0,-1 1,0-1,1 0,-1 0,0 0,1 1,-1-1,0 0,1 0,-1 1,0-1,0 0,1 1,-1-1,0 0,0 1,1-1,-1 1,0-1,0 0,0 1,0-1,0 0,0 1,0-1,1 1,-1-1,0 1,0-1,-1 0,1 1,0-1,0 1,0-1,0 0,0 1,0-1,0 1,-1-1,1 0,0 1,0-1,-1 0,1 1,0-1,0 0,-1 0,1 1,0-1,-1 0,1 4,1 15,2 0,-1 0,2 0,1 0,0-1,7 15,-10-25,2-1,-1 0,1 0,0-1,0 1,1-1,-1 0,2 0,-1 0,1-1,-1 1,1-2,1 1,-1-1,1 1,0-2,0 1,0-1,20 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5.1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59 9,'-16'-5,"-5"2,5 4,11 13,14 14,13 14,3 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5.5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0 838,'27'-31,"-2"-2,-1-1,-1-1,-2-1,-2-1,-1 0,-2-1,-1-1,-3-1,-1 0,-1 0,-3-1,-1-2,-1 3,-1 1,-3-1,-1 0,-5-37,5 72,0 0,-1 0,0 0,0 0,0 0,0 0,-1 0,0 0,0 0,0 1,-1-1,1 1,-1 0,0 0,-1-1,2 5,0-1,0 1,1 0,-1 0,0 0,0 0,1 0,-1 0,0 0,0 1,1-1,-1 1,0-1,1 1,-1 0,0 0,1 0,-1 0,1 0,0 0,-1 0,1 0,0 0,-1 1,1-1,0 0,0 1,0-1,0 1,0-1,1 1,-1 0,0-1,1 2,-18 31,2 1,2 0,1 2,1-1,2 1,2 1,2 0,-1 29,-1-6,3 0,2 0,3 0,8 54,-4-85,1 0,1-1,2 1,1-2,1 1,2-1,1 0,1-1,1-1,15 21,-21-34,0 1,1-2,1 1,0-1,0-1,1 0,1-1,0 0,0-1,1 0,0-1,0-1,1 0,0-1,0 0,4 0,-15-6,0 0,1 0,-1 0,0-1,1 0,-1 0,0 0,0 0,0 0,0-1,0 0,0 1,0-2,-1 1,1 0,0-1,-1 0,0 1,0-1,0-1,0 1,0 0,-1-1,2-1,42-97,-39 80,-1 0,-1-1,-1 1,-1-1,-1 0,-1 0,-1 0,-1 0,-1 0,-1 0,-1 0,-5-15,8 35,1 0,-1 1,0-1,0 0,0 1,0-1,-1 1,1-1,-1 1,1-1,-1 1,0 0,0 0,0 0,0 0,0 0,0 0,-1 1,1-1,-1 1,1-1,-1 1,0 0,1 0,-1 0,0 1,0-1,1 0,-1 1,0 0,0 0,0 0,0 0,1 0,-3 1,-3 4,0 0,0 1,0 0,1 1,0 0,0 0,0 0,1 1,0 0,1 0,0 0,0 1,1 0,0 0,0 0,1 0,0 1,1-1,-1 8,0-8,1 0,0 0,0 0,1 0,0 0,1 0,0 1,1-1,-1 0,2 0,-1 0,1 0,1 0,0 0,0 0,0-1,1 1,1-1,-1 0,1 0,1-1,-1 1,1-1,6 5,8 1,1-1,0-1,0-1,1-1,1-1,-1-1,1-1,0-1,1-1,-1-1,1-1,0-1,18-1,55 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6.2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6 279,'15'-3,"1"-1,-1-1,0 0,0-1,-1 0,1-1,-2-1,1 0,-1-1,0-1,-1 0,0 0,0-1,-1-1,-1 0,0 0,7-13,-15 22,0 1,-1-1,1 0,-1 0,0 0,0 0,0 0,-1 0,1 0,-1 0,1-1,-1 1,0 0,0 0,0 0,-1-1,1 1,-1 0,0 0,0 0,0 0,0 0,0 0,-1 0,1 1,-1-1,0 0,0 1,0-1,0 1,0 0,0-1,-1 1,1 0,-1 0,0 1,1-1,-1 1,0-1,0 1,0 0,0 0,-2 0,-2-1,0 1,-1 1,1-1,-1 1,1 0,0 1,-1 0,1 0,0 1,-1-1,1 2,0-1,0 1,1 0,-1 0,0 1,1 0,0 0,0 1,0-1,1 1,-1 0,0 3,2-4,0 0,0 1,1-1,-1 1,1 0,0 0,0 1,1-1,0 1,0-1,0 1,1-1,-1 1,1 0,1 0,-1 0,1 0,0-1,0 1,1 0,0 0,0 0,0 0,1-1,0 1,0-1,0 1,1-1,1 3,8 6,1-1,0 0,1-1,0 0,1-2,0 1,1-2,0 0,0-1,1-1,0 0,0-1,1-1,0-1,0 0,16 1,31 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6.5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0,'2'21,"13"15,14 9,19 6,16 0,14 0,5-4,0-6,-6-8,-10-8,-16-8,-15-6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6.72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611 1,'-16'0,"-12"0,-13 7,-10 8,-9 14,-4 14,-6 9,0 11,3 8,8 3,15-2,14-8,19-13,12-16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7.0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0 385,'32'-10,"-2"-1,1-1,-1-2,-1-1,-1-2,0 0,-1-2,-1-1,5-6,-22 18,-1-1,0 0,-1 0,0 0,0-1,-1 0,0 0,-1-1,0 0,-1 0,0 0,-1 0,0-1,0 0,-3 9,1 1,-1-1,0 1,0-1,0 1,0-1,0 1,-1 0,1-1,-1 1,1-1,-1 1,0 0,0-1,0 1,0 0,0 0,-1 0,1 0,-1 0,1 0,-1 0,0 0,0 1,0-1,0 0,0 1,0 0,0-1,0 1,-1 0,1 0,0 1,-1-1,1 0,0 1,-1-1,1 1,-1 0,1 0,-1 0,1 0,-1 0,0 1,-9 2,0 2,1-1,0 1,0 1,0 0,1 1,0 0,0 0,0 1,1 1,0-1,1 1,0 1,1 0,-1 0,2 0,0 1,0 0,1 0,-2 5,3-9,1 0,0 0,0 1,1-1,0 0,0 1,1 0,0 0,0-1,1 1,0 0,0 0,1-1,0 1,0 0,1-1,0 1,0-1,1 1,0-1,0 0,0 0,1 0,0-1,1 1,0-1,3 3,7 3,1-1,0-1,1-1,0 0,1-1,0-1,0 0,0-2,1 0,0-1,0-1,0-1,0 0,1-2,1 0,57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7.3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430 13,'-32'-5,"-1"1,0 1,0 2,0 2,-9 2,30-2,-1 0,1 2,0-1,0 2,0 0,0 0,1 1,-1 0,1 1,0 0,1 1,0 0,0 1,0 0,-1 2,7-5,0-1,0 1,0 0,1 0,-1 0,1 1,0-1,1 1,-1 0,1 0,1 0,-1 0,1 0,0 0,0 0,0 0,1 0,0 0,1 1,-1-1,1 0,0 0,1 0,-1 0,1 0,0 0,1 0,-1-1,1 1,1 0,11 12,1-1,1-1,0-1,1 0,0-2,1 0,1 0,0-2,0-1,1 0,0-2,1 0,0-1,1-2,16 3,133 21,-99-23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7.5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13,'2'0,"3"-2,3-3,0-1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8.2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121 126,'-13'97,"5"0,4 0,5 0,3 0,12 55,-4-11,-9-47,-3-94,-1-1,1 0,-1 1,1-1,-1 1,1-1,-1 1,1-1,-1 1,0 0,1-1,-1 1,1 0,-1-1,0 1,0 0,1 0,-1-1,0 1,1 0,-1 0,0 0,0 0,1 0,-1 0,0 0,0 1,1-1,-1 0,0 0,1 0,-1 1,0-1,1 0,-1 1,0-1,1 1,-1-1,1 1,-1-1,1 1,-1-1,1 1,-1-1,1 1,-1 0,1-1,0 1,-1-1,1 1,0 0,0 0,-1-1,1 1,0 0,0-1,0 1,0 0,0 0,0-1,0 1,0 0,0 0,1-1,-1 1,-9-14,0-2,1 0,1 0,0 0,1-1,1 1,0-2,1 0,-9-36,3-1,2 0,2-1,2 1,3-1,3 0,2-6,-4 44,1-1,1 0,1 1,1 0,0-1,1 1,0 1,2-1,0 1,1 0,0 1,1 0,1 0,1 1,3-4,-9 14,0 0,0 0,1 1,0-1,-1 1,1 1,0-1,1 1,-1 0,0 0,1 1,-1-1,1 1,-1 1,1 0,-1 0,1 0,-1 0,1 1,-1 0,1 1,-1-1,1 1,-1 1,2 0,11 5,1 2,-1 0,-1 1,0 1,0 1,-1 0,1 3,-8-8,0 0,-1 1,0 0,0 1,-1 0,-1 0,0 1,0 0,2 5,-9-14,1 0,0 0,-1 0,1 0,-1 0,1 1,-1-1,0 0,0 0,0 0,-1 1,1-1,0 0,-1 0,1 0,-1 0,0 0,0 0,0 0,0 0,0 0,0 0,0 0,-1 0,1-1,-1 1,1 0,-1-1,1 1,-1-1,0 0,0 0,0 0,0 0,0 0,0 0,0 0,0 0,-85 20,56-16,0-3,0 0,0-2,0-1,-2-2,24-2,24 0,154-32,-120 29,0-2,0-2,-1-2,-1-2,0-2,-2-2,40-24,-77 40,0-1,0 0,-1 0,0-1,0 0,0 0,-1 0,0-1,0 0,0 0,-1-1,0 0,-1 0,0 0,0 0,0 0,-1-1,-1 0,1 0,-1 0,-1 1,1-7,-3 11,0 0,0 1,0-1,-1 0,1 1,-1-1,0 1,0 0,0-1,0 1,-1 0,1 0,-1 1,0-1,0 0,0 1,0 0,0-1,0 1,-1 0,1 1,-1-1,0 1,1 0,-1-1,0 2,1-1,-1 0,0 1,0 0,-3-1,-1 1,0 0,-1 0,1 1,-1 0,1 0,0 1,0 0,0 0,0 1,0 0,0 0,1 1,0 0,-4 2,7-2,-1 0,1 0,-1 0,1 0,0 1,1-1,-1 1,1 0,0 1,0-1,0 0,1 1,0-1,0 1,0 0,1 0,0-1,0 1,0 0,1 0,0 0,0 0,1 0,-1 0,1 0,1 0,-1 0,1-1,0 1,0 0,0-1,3 3,2 3,1 0,0-1,1 0,0 0,0-1,1 0,0-1,1 0,0-1,0 0,1 0,6 1,149 54,-69-36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8.6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1,'-9'120,"5"110,4-142,3 375,-3-449,0 0,0 0,2-1,0 1,0 0,1-1,1 1,0-1,1 0,1 0,0-1,0 1,1-1,1-1,0 0,0 0,1 0,1-1,0 0,0-1,2 1,-2-4,0-1,0-1,0 0,1 0,-1-1,1 0,0-1,0 0,0-1,0 0,0-1,0 0,0 0,0-1,0-1,-1 0,1-1,0 0,-1 0,1-1,-1 0,0-1,0 0,27-20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8.8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48 29,'-13'-5,"-8"-1,8 0,16 1,27 2,31 1,31 1,27 3,17 1,8 2,-20 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49.2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0 496,'10'-25,"-1"0,-2 0,0 0,-2-1,0 0,-2 0,0-25,-3 49,1-9,2-7,-1-2,0 1,-2 0,0 0,-1 0,-1-1,-1 1,0 1,-2-1,0 0,-1 1,-4-8,59 42,252 52,-297-68,-1 0,0 1,1-1,-1 1,0 0,1 0,-1 0,0 0,0 0,0 1,0-1,0 1,0 0,0 0,0 0,-1 0,1 0,-1 1,0-1,0 1,1 0,-2 0,1-1,0 1,-1 0,1 1,-1-1,1 1,-7 76,3-75,0 0,0 1,1-1,0 0,0 0,1 1,-1-1,1 1,0-1,0 0,1 1,0-1,0 1,0-1,1 0,-1 0,1 0,0 0,1 0,-1 0,1-1,0 1,0-1,1 1,-1-1,1 0,0-1,0 1,3 2,7 0,1 0,-1-1,1 0,0-2,1 1,-1-2,1 0,14 0,25 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0.1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368 124,'-23'-10,"-1"2,0 0,0 2,-1 1,0 0,0 2,0 1,-1 1,-14 2,36-1,-1 0,1 0,0 1,-1-1,1 1,0 0,-1 0,1 1,0-1,0 1,0 0,0 0,0 0,1 1,-1-1,1 1,-1 0,1 0,0 0,0 0,0 1,1-1,-1 1,1 0,0 0,0 0,0 0,0 0,1 0,0 0,-1 0,2 1,-1-1,0 1,1-1,0 0,0 1,0-1,1 1,0 3,4 2,0-1,1 1,0-1,1 0,0 0,0-1,1 0,0 0,1-1,-1 0,1 0,1-1,-1-1,1 1,0-1,0-1,0 0,1 0,0-1,0-1,5 1,-9 0,0 0,0-1,0-1,1 1,-1-1,1 0,-1-1,0 0,1 0,-1 0,1-1,-1 0,0-1,1 0,-1 0,0 0,0-1,-1 0,1 0,0-1,-1 0,0 0,0 0,0-1,0 0,-1 0,0 0,0-1,0 0,-1 0,0 0,0-1,2-11,-1-1,-1 1,-1-1,-1 0,0 0,-2 0,0 0,-1 0,-3-16,6 75,1-28,1-1,0 1,1-1,1 0,0-1,0 1,1-1,0 0,0-1,1 0,1 0,0-1,0 0,0 0,1-1,-3-2,-1-1,1 0,-1 0,1-1,0 0,1 0,-1-1,0 0,1 0,-1 0,1-1,0 0,-1-1,1 0,0 0,-1-1,1 0,0 0,-1 0,1-1,-1 0,0-1,0 0,2-1,0-1,-1 0,-1 0,1-1,-1 0,0-1,0 1,-1-1,0-1,0 1,0-1,-1 0,-1 0,1-1,-1 1,-1-1,1 0,3-13,-1 0,0 0,-2-1,0 1,-2-1,0 0,-3 43,1-1,0 1,2 0,0 0,2-1,4 17,-6-29,-1-1,2 0,-1 1,1-1,0 0,0 0,0-1,1 1,0-1,0 0,1 0,-1 0,1 0,0-1,1 1,-1-2,1 1,-1 0,1-1,0 0,0 0,2-1,-3 0,0-1,0-1,1 1,-1-1,0 0,0 0,1 0,-1-1,0 0,0 0,0 0,0-1,0 1,0-1,0 0,0-1,-1 1,1-1,-1 0,1 0,-1-1,0 0,6-5,0-1,-1 1,0-2,-1 1,0-1,-1-1,0 1,0-3,36-105,-52 191,10-63,1 1,0 0,0-1,1 0,1 0,-1 0,1 0,1 0,-1-1,2 1,-1-1,1-1,0 1,1-1,-1 0,2 0,-1-1,1 0,-1 0,2-1,-1 0,1-1,-1 0,1 0,0 0,1-1,-1-1,0 0,1 0,4 0,33 2,-3-3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0.7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 0,'13'3,"-1"-1,0 2,0-1,0 2,0-1,-1 2,0-1,0 2,0-1,-1 2,0-1,0 1,-1 1,0 0,0 0,-1 1,-1 0,1 0,-2 1,1 0,-1 0,-1 0,0 1,-1 0,0 0,-1 0,0 0,0 6,-1 21,-1 1,-2-1,-1 1,-2-1,-2 0,-2 0,-1-1,-2 0,-2 0,-1-1,-6 7,0 11,4-12,3-13,2 0,1 1,2 1,1-1,1 1,0 24,5-51,1 0,0 0,0 0,1 0,-1 0,1 0,0-1,0 1,1 0,-1 0,1-1,0 1,1-1,-1 0,1 0,-1 0,1 0,1 0,-1 0,0-1,1 1,0-1,0 0,0 0,0-1,0 1,0-1,1 0,-1 0,1 0,0-1,-1 1,1-1,0 0,0-1,2 1,-2-1,0 0,0 0,0 0,0-1,0 1,0-1,-1-1,1 1,0-1,0 1,-1-1,1-1,-1 1,1-1,-1 1,0-1,0 0,-1-1,1 1,0-1,-1 0,0 0,0 0,0 0,-1 0,1 0,-1-1,0 0,0 1,0-2,3-9,-1-1,0 1,-1-1,-1 0,0 0,-1 0,-1 0,0 0,-2-1,-2-13,-1 0,-2 0,-1 0,-2 1,0 1,-2 0,-1 0,-1 1,-2 1,0 0,-2 1,-1 1,0 1,-2 1,-1 0,0 2,-4-2,-35-28,61 49,0 1,-1-1,1 1,0-1,0 1,0-1,0 1,0-1,0 1,0-1,0 1,0-1,0 0,0 1,0-1,0 1,0-1,0 1,1-1,-1 1,0-1,0 1,1-1,-1 1,0-1,1 1,-1 0,0-1,1 1,-1-1,1 1,-1 0,1-1,-1 1,1 0,-1 0,1-1,-1 1,1 0,-1 0,1 0,-1 0,1 0,-1-1,1 1,-1 0,1 0,0 0,-1 1,1-1,-1 0,1 0,-1 0,1 0,-1 0,1 1,-1-1,1 0,1 0,256-8,-245 7,48 1,0-4,-1-1,0-4,0-2,17-7,-70 15,-6 2,1 0,-1 1,0-1,0 0,0 1,0-1,0 1,1-1,-1 1,0 0,0-1,1 1,-1 0,0 0,1 0,-1 0,0 0,1 0,-1 0,0 0,0 1,1-1,-1 0,0 1,0-1,1 1,-1-1,0 1,0 0,0 0,0-1,0 1,0 0,0 0,0 0,0 0,4 83,-3-74,-1 0,1 0,1 0,0 0,0-1,1 1,0-1,1 0,0 0,1-1,-1 1,1-1,1 0,0-1,6 6,5 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1.0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 22,'-14'-10,"-4"-2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1.38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147 1,'-6'1,"0"0,0 0,1 1,-1 0,0 1,1-1,-1 1,1 0,0 0,0 1,0-1,1 1,-1 0,1 0,0 1,0-1,0 1,1 0,-1 0,1 1,1-1,-3 5,-2 8,0 0,1 0,1 1,1-1,1 1,-1 13,1 50,4 1,4 0,3-1,4 0,20 70,-8-31,6-1,11 17,-36-122,1 0,0 0,2 0,0 0,0-1,1-1,5 6,-12-16,1 0,0 1,1-1,-1 0,0 0,1-1,0 1,-1-1,1 0,0 0,0 0,0 0,1-1,-1 1,0-1,1 0,-1 0,0-1,1 0,-1 1,1-1,-1-1,1 1,-1-1,1 0,-1 0,0 0,0 0,1-1,11-6,-1-2,0 0,0 0,-1-2,0 0,-1 0,-1-1,0-1,0 0,-2 0,0-1,0-1,-2 0,0 0,3-8,13-29,-35 143,10-81,-1-1,1 1,1-1,0 1,0 0,1-1,0 1,0-1,1 1,0-1,1 0,-1 0,2 0,-1 0,1 0,0-1,1 1,0-1,0 0,0-1,1 1,0-1,0 0,1-1,-1 1,1-1,4 1,17 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1.6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41,'-16'-5,"-9"-3,-4-1,2-1,5 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1.8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14,'16'-4,"21"-2,25 2,24 5,23 4,16 5,4 7,-19-1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2.0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1 350,'10'6,"1"-2,-1 1,1-1,1-1,-1 0,0-1,1 0,-1-1,1 0,-1 0,1-1,0-1,-1 0,1-1,-1 0,0-1,1 0,-1-1,-1 0,1 0,0-1,-1-1,0 0,0 0,-1-1,0 0,0-1,-1 0,0 0,0-1,0 0,-2 0,1-1,-1 1,3-9,-3 6,-2-1,1 1,-2-1,0 0,0-1,-2 1,1-11,-1 19,-1 0,0 0,-1 0,1 0,-1 0,0 0,0 0,-1 0,1 0,-1 0,0 1,0-1,-1 1,1-1,-1 1,0 0,0 0,-1 0,1 0,-1 1,-3-3,3 4,0-1,0 1,0 1,-1-1,1 0,-1 1,1 0,-1 0,0 1,1-1,-1 1,0 0,1 0,-1 0,0 1,1 0,-1 0,1 0,-1 0,1 1,-1-1,1 1,0 1,0-1,0 1,-8 3,0 2,1 0,0 0,1 1,0 0,0 1,1 0,-1 2,2-3,0 1,1 0,0 1,1 0,0 0,1 0,0 1,0-1,2 1,-1 0,1 0,1 1,0-1,1 1,1-1,0 1,0-1,1 1,1-1,0 0,0 1,2-1,-1 0,1 0,1-1,0 1,1-1,0 0,5 5,1-4,0 0,0-1,1 0,1-1,0-1,0 0,1-1,0-1,1 0,-1-1,1 0,0-1,1-1,-1-1,8 0,35 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3.0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24,'16'0,"19"-2,20-1,17-2,14 0,8 0,1 2,-6 3,-14 6,-17 5,-19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3.3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0,'18'5,"20"3,21 1,19-2,12-2,7-1,0-2,-16-1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3.5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96 6,'-7'-1,"2"0,0 0,-1 0,1 0,0 0,-1 1,1 0,-1 0,1 1,-1 0,1 0,0 0,-1 0,0 1,6-1,-1-1,0 0,0 1,0 0,1-1,-1 1,0-1,1 1,-1 0,0 0,1-1,-1 1,1 0,-1 0,1 0,0-1,-1 1,1 0,0 0,-1 0,1 0,0 0,0 0,0 0,0 0,0 0,0 0,0-1,0 1,0 0,1 0,-1 0,0 0,1 0,-1 0,0 0,1-1,-1 1,1 0,-1 0,1 0,29 32,-2-12,2-1,0-1,1-2,1-1,9 3,-12-6,69 32,-24-13,-2 4,-1 3,9 9,-66-38,1 1,-2 0,1 1,-2 0,1 1,0 3,-9-11,-1-1,0 1,0-1,0 1,-1 0,1 0,-1 0,-1 0,1 1,-1-1,1 0,-2 1,1-1,0 1,-1-1,0 1,-1 0,1-1,-1 1,0-1,-1 2,-5 7,-1-1,-1 0,0 0,0 0,-2-1,1-1,-2 0,1 0,-2-1,1-1,-1 0,-1 0,1-2,-1 1,-7 1,-89 48,71-37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4.5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0,'25'25,"0"0,-2 2,-2 1,0 0,-2 2,-1 0,-1 1,-1 2,51 146,-65-174,-3-5,1 1,0 0,0 0,0 0,0 0,0 0,0-1,0 1,0 0,0 0,0 0,0 0,0 0,1-1,-1 1,0 0,1 0,-1 0,0-1,1 1,-1 0,1 0,-1-1,1 1,0 0,-1-1,1 1,0-1,-1 1,1-1,0 1,0-1,-1 0,1 1,0-1,0 0,0 1,-1-1,1 0,0 0,0 0,0 0,0 0,0 0,0 0,-1 0,1 0,0 0,0-1,12-13,-2 0,0-1,-1-1,0 1,-1-2,6-16,-15 33,17-38,-2 0,-1-2,-2 1,2-16,-14 52,0 3,0-1,-1 0,1 1,0-1,0 1,-1-1,1 1,0-1,0 1,0-1,0 0,0 1,0-1,0 1,0-1,0 0,0 1,0-1,0 1,0-1,1 0,-1 1,0-1,0 1,1-1,-1 1,0-1,1 1,-1-1,0 1,1-1,-1 1,1 0,-1-1,1 1,-1 0,1-1,-1 1,1 0,-1 0,1-1,-1 1,1 0,0 0,-1 0,1 0,-1 0,1 0,0-1,-1 2,1-1,-1 0,1 0,62 165,-57-154,0-1,1 1,0-1,1-1,0 0,1 0,0 0,0-1,1 0,7 4,-12-9,0 0,0-1,0 1,0-1,0 0,1 0,-1-1,1 1,-1-1,1 0,-1-1,1 0,0 1,-1-2,1 1,0-1,-1 0,1 0,-1 0,1-1,-1 0,0 0,1 0,0-2,8-6,-1-2,0 0,-1 0,0-1,-1-1,-1 0,0 0,-1-1,-1 0,0-1,-1 0,0 0,-2 0,0-1,0 0,-1-6,2-2,-9 37,0 0,1 0,0 0,1 0,1 0,0 0,0 0,1 1,1-1,0 0,1 0,0-1,1 1,0-1,0 1,2-1,-1 0,1-1,1 0,3 5,-3-10,0 1,0-1,1 0,0-1,-1 0,1 0,1-1,-1 0,0-1,1 1,0-1,-1-1,1 0,0 0,0-1,0 0,-1 0,1-1,0 0,0-1,-1 0,1 0,-1-1,0 0,1-1,-1 1,-1-2,1 1,-1-1,1 0,-1 0,-1-1,1 0,-1 0,0-1,0 0,-1 0,0 0,0-1,1-4,0-2,0-1,-1 0,-1 0,-1 0,0 0,-1 0,-1 0,0-1,-1 1,-1-5,-5-6,6 26,0 1,0-1,0 0,0 1,0-1,0 0,0 0,0 0,-1 1,1-1,0 0,0 0,0 1,0-1,-1 0,1 0,0 0,0 0,-1 0,1 1,0-1,0 0,-1 0,1 0,0 0,0 0,-1 0,1 0,0 0,0 0,-1 0,1 0,0 0,0 0,-1 0,1 0,0 0,0 0,-1 0,1 0,0 0,0 0,-1 0,1-1,0 1,0 0,-1 0,1 0,0 0,0-1,0 1,-1 0,1 0,0-1,0 1,0 0,-2 10,1 0,0 0,1 0,0 0,1 0,0 0,1 0,0 0,0-1,1 1,0-1,1 1,0-1,0 0,1 0,0-1,1 1,-1-1,2 0,0 0,6 6,1 0,1-1,0 0,1-1,0-1,1-1,0 0,1-1,0-1,0 0,1-2,10 3,35 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4.9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344 125,'-9'-12,"-1"0,0 0,0 1,-1 0,-1 0,0 2,0-1,-10-4,16 10,1 1,0 1,-1-1,1 1,-1 0,0 0,0 1,0 0,0 0,0 0,0 1,0-1,0 1,0 1,0-1,0 1,0 1,0-1,0 1,0 0,1 0,-1 0,-1 2,0 0,0 1,0 1,0-1,1 1,0 0,0 0,1 1,0 0,0 0,0 0,1 0,0 1,0 0,1 0,0 0,0 0,2-3,-1 0,1 0,0 0,0 0,1 0,-1 0,1 0,0 0,0 0,1 0,-1 0,1 0,0 0,1 0,-1 0,1 0,0-1,0 1,1-1,-1 1,1-1,0 0,0 0,0 0,1 0,-1-1,3 2,2 0,0 0,1 0,-1-1,1 0,0-1,0 1,1-2,-1 0,0 0,1 0,0-1,-1-1,1 0,0 0,-1 0,7-3,-9 3,0-1,0-1,-1 1,1-1,0 0,-1-1,0 1,0-1,0-1,0 1,0-1,0 0,-1 0,0-1,0 0,0 1,0-2,-1 1,0 0,0-1,-1 0,1 0,1-5,-2 1,1-1,-2 1,0-1,0 0,-1 0,0 0,-1 0,0 0,-1 0,0 0,0 1,-2-1,1 0,-1 1,-4-10,7 19,0 1,0-1,0 1,0 0,-1-1,1 1,0-1,0 1,0 0,0-1,0 1,0-1,-1 1,1 0,0-1,0 1,-1 0,1-1,0 1,-1 0,1-1,0 1,-1 0,1 0,0-1,-1 1,1 0,0 0,-1 0,1 0,-1 0,1-1,0 1,-1 0,1 0,-1 0,1 0,-1 0,1 0,0 0,-1 0,1 1,-1-1,1 0,0 0,-1 0,1 0,-1 0,1 1,0-1,-1 0,1 0,0 1,-9 22,9-12,0 0,0 0,1 0,0 1,1-1,0 0,1 0,1-1,-1 1,1-1,1 1,0-1,1-1,0 1,0-1,1 0,0 0,0-1,1 0,0 0,1-1,0 0,5 3,22 14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5.2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1,'27'54,"0"6,3-1,3-2,2-1,2-2,45 49,-27-57,-54-46,0 1,1 0,-1-1,0 1,1-1,-1 1,1-1,-1 0,0 1,1-1,-1 0,1 0,-1 0,1 0,-1 0,1-1,-1 1,0 0,1-1,-1 1,1-1,-1 1,0-1,0 0,1 1,-1-1,0 0,0 0,0 0,0 0,0 0,0 0,0 0,0 0,0-1,0 1,-1 0,1 0,0-1,-1 1,1 0,-1-1,0 1,1-1,-1 0,21-137,-16 87,-4 37,1-11,1 1,1 0,1 0,1 0,2 1,1-4,-8 26,0 0,0 0,-1 0,1 0,1 0,-1 0,0 0,0 0,1 0,-1 1,1-1,0 1,-1-1,1 1,0 0,0-1,0 1,0 0,0 0,0 0,0 1,0-1,0 0,1 1,-1 0,0-1,0 1,0 0,1 0,-1 0,2 1,19 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5.6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0 423,'31'-12,"-1"-2,-1-1,-1-1,0-1,-1-2,-1 0,0-2,-2-1,-1-1,20-24,-37 38,-1 1,0-1,0 0,-1 0,0 0,0 0,-1-1,-1 0,1 0,-1-3,-2 9,1 1,-1-1,0 1,0 0,0-1,-1 1,1 0,-1-1,0 1,0 0,0 0,0-1,-1 1,1 0,-1 0,1 0,-1 1,0-1,0 0,-1 1,1-1,-1 1,1 0,-1 0,0 0,1 0,-1 0,0 0,0 1,0 0,-3-2,-2 2,1-1,-1 1,1 1,-1-1,1 1,-1 0,1 1,-1 0,1 0,-1 1,1 0,0 0,0 0,0 1,0 0,0 1,0 0,1 0,0 0,0 0,0 1,0 0,1 1,0-1,0 1,0 0,1 0,0 0,0 1,0-1,1 1,0 0,1 0,-1 1,1-1,0 0,1 1,0-1,0 1,1-1,0 2,0 2,1 1,0-1,1 0,0 0,1 0,0 0,1 0,0-1,1 0,0 1,0-2,1 1,1-1,-1 0,2 0,-1 0,1-1,0-1,1 1,0-1,0-1,3 2,5 3,1 0,0-1,1-2,0 1,0-2,1-1,0 0,0-2,1 0,-1-1,18 0,24-6,-8-5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6.2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23,'0'33,"1"1,2-1,1 0,2-1,1 1,1-1,7 14,-14-41,0 0,1 0,0 0,0-1,0 1,0 0,1-1,-1 1,1-1,1 0,-1 0,0 0,1-1,0 1,0-1,0 0,0 0,0 0,1 0,-1-1,1 0,0 0,0 0,0 0,0-1,0 0,0 0,0 0,0-1,0 0,0 0,5 0,1-6,0 0,0-1,-1 0,0 0,0-1,-1 0,0-1,0 0,-1-1,0 0,-1 0,0-1,0 1,-1-2,-1 1,0 0,0-1,-2 0,1 0,1-12,0 8,-1-1,0-1,-1 1,-1-1,-1 1,-1-15,-6 39,3 10,2-1,0 0,0 1,2-1,0 1,1-1,0 0,2 0,0 0,0 0,2 0,0-1,1 0,5 9,-9-18,-1-1,1 0,1 0,-1 0,1 0,-1-1,1 1,1-1,-1 0,1 0,-1-1,1 1,0-1,0 0,1 0,-1-1,1 1,-1-1,1-1,0 1,-1-1,1 0,0 0,0 0,0-1,0 0,0 0,0-1,0 0,0 0,0 0,-1-1,5-1,1-6,0-1,-1 0,0-1,-1 0,0 0,-1-1,0 0,-1-1,0 0,-1 0,0 0,-1-1,-1 1,0-1,-1 0,1-14,-3 24,25-147,-34 185,6-21,1-1,1 1,0-1,0 1,1-1,1 0,0 1,1-1,0 0,1 0,0 0,1-1,0 1,1-1,0 0,0-1,2 1,-1-1,1-1,1 0,-1 0,2 0,0-1,6 3,1-2,0 0,1-1,0-1,0-1,0 0,1-1,0-2,0 1,0-2,0-1,0 0,1-1,-1-1,0-1,0-1,0-1,16-5,10-6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7.3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16,'15'4,"-1"1,0 0,0 1,-1 0,1 1,-1 1,-1 0,0 1,0 0,0 1,-1 0,-1 0,0 1,0 1,-1 0,-1 0,0 1,0 0,-1 0,-1 1,0 0,-1 0,-1 0,0 1,0 6,3 1,-6-22,0 1,0-1,0 0,0 0,1 0,-1 0,0 0,0 0,0 0,0 0,1 0,-1 0,0-1,0 1,0 0,0-1,0 1,0-1,0 1,0-1,0 0,0 1,0-1,0 0,0 0,-1 0,1 1,0-1,0 0,-1 0,1 0,-1 0,1 0,-1 0,1-1,-1 1,0 0,1 0,-1 0,2-2,139-188,-108 164,-34 56,-2-16,0-7,1 1,-1 0,1-1,0 1,1 0,0 0,0 0,0 0,1 0,0 0,1 0,-1 0,1 0,1 0,-1 0,1 0,0 0,1-1,0 1,0-1,0 0,1 0,-1 0,2 0,1 3,7-2,-1 0,1-1,1-1,-1 1,1-2,0 0,0-1,0 0,0-1,1-1,-1 0,0-1,1 0,-1-2,0 1,1-2,-1 0,0 0,10-5,-10 4,-1 1,0-2,0 0,0 0,-1-1,0-1,0 0,-1-1,1 0,-2 0,1-1,-1-1,-1 0,1 0,-2-1,0 0,0 0,-1-1,0 0,-1 0,0-1,1-5,-6 15,0 0,0 0,0-1,0 1,0 0,0-1,-1 1,0-1,0 1,0-1,0 1,0 0,-1-1,1 1,-1-1,0 1,0 0,0-1,-1 1,1 0,-1 0,0 0,1 0,-1 0,-1 1,1-1,0 1,-1-1,1 1,-1 0,0 0,0 0,1 0,-1 0,-1 1,1-1,-2 1,0-1,0 1,0 1,0-1,0 1,0 0,0 0,-1 0,1 1,0-1,0 1,0 1,0-1,1 1,-1 0,0 0,1 0,-1 0,1 1,0 0,-1 0,1 0,1 0,-1 1,0 0,1-1,0 1,0 1,0-1,0 0,1 1,0-1,0 1,0 0,0 0,1-1,-1 1,1 0,1 1,-1-1,1 0,0 0,0 0,0 0,1 0,0 4,6 1,-1 0,1 0,1-1,0 1,0-2,0 1,1-1,1-1,-1 0,1 0,1-1,-1 0,1-1,0 0,0 0,0-2,12 4,43 12,-4-5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7.60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66,'-1'16,"0"1,2 0,0 0,1-1,0 1,2-1,0 1,0-1,2 0,0-1,1 1,0-1,1-1,1 1,0-2,7 9,-10-15,0 0,0 0,1 0,0-1,0 0,1 0,0-1,-1 0,7 3,-12-7,1 0,0 0,-1 0,1 0,0 0,0 0,0-1,0 0,0 1,0-1,0 0,0 0,0-1,0 1,0 0,0-1,-1 0,1 0,0 0,0 0,0 0,-1-1,1 1,-1-1,1 1,-1-1,0 0,1 0,-1 0,0-1,1 0,6-11,-1-1,-1 1,0-1,-1 0,0-1,-1 1,-1-1,-1 0,0-1,0-8,4-15,-5 27,0 1,0 0,2 0,-1 0,1 0,1 1,0-1,1 1,0 0,0 1,1 0,2-3,11-3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7.9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18 123,'-2'10,"-4"120,7-125,-1 0,1 0,1 0,-1 0,1 0,-1 0,1 0,1-1,-1 1,1-1,0 0,0 1,0-1,0-1,1 1,0 0,-1-1,1 0,1 0,-1 0,0 0,1-1,3 2,0-1,0 0,1-1,-1 0,1 0,0-1,0 0,-1 0,1-1,0-1,0 1,0-1,-1-1,1 0,0 0,-1-1,0 0,1 0,-1-1,0 0,-1 0,1-1,-1 0,0 0,0-1,0 1,-1-2,0 1,0-1,-1 0,0 0,0 0,-1-1,1 0,-2 0,1 0,-1 0,0-1,-1 1,0-1,0 0,-1 1,0-1,-1 0,0 0,0 0,-1 1,0-1,0 0,-1 0,-1-2,-2 3,0 0,0 0,0 1,-1 0,0 0,-1 0,0 0,0 1,0 0,0 1,-1 0,0 0,0 0,-1 1,1 1,-1-1,0 1,0 1,0-1,0 2,0-1,-1 1,1 1,0 0,-1 0,1 0,0 1,-1 1,1 0,0 0,0 1,0 0,1 0,-1 1,1 0,0 1,-7 4,12-7,0 0,0 0,1 0,-1 0,1 1,0-1,-1 1,1-1,0 1,1 0,-1 0,0 0,1 0,0 0,-1 0,1 0,1 1,-1-1,0 0,1 1,-1-1,1 0,0 1,0-1,1 0,-1 1,1-1,-1 0,1 1,0-1,0 0,1 0,-1 0,1 0,-1 0,1 0,0 0,0-1,0 1,32 25,5-6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8.22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41 0,'-9'16,"-3"12,1 11,4 5,6 2,7 0,5-6,6-7,1-9,1-9,-3-7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8.3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0,'0'18,"6"11,3 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8.6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0 331,'14'-1,"0"0,0 0,0-2,-1 1,1-2,-1 0,0 0,0-2,0 1,-1-2,0 1,0-2,-1 1,1-2,-2 0,1 0,-1-1,-1 0,0 0,0-1,-1 0,4-8,-9 15,-1-1,1 1,-1 0,0-1,0 1,-1-1,1 0,-1 1,0-1,-1 0,1 0,-1 0,1 0,-2 1,1-1,0 0,-1 0,0 0,0 0,-1 1,1-1,-1 1,0-1,0 1,0-1,-1 1,1 0,-1 0,0 0,-1 1,1-1,0 1,-1-1,0 1,0 1,-1-2,-1 2,-1-1,0 1,0 0,0 0,0 1,-1 0,1 1,0-1,0 1,-1 1,1-1,0 1,0 0,0 1,0 0,0 0,0 1,0-1,1 1,-1 1,1-1,0 1,0 1,0-1,1 1,-1 0,1 0,0 0,1 1,-1-1,1 1,0 0,1 1,-1-1,1 1,0-1,1 1,0 0,0 0,0 0,1 0,0 1,0-1,1 0,0 0,1 3,0 0,2 0,-1-1,1 1,1-1,0 0,0 1,1-2,0 1,0-1,1 1,0-2,1 1,0-1,0 0,0 0,1-1,0 0,0 0,3 1,17 9,0 0,1-2,0-2,1 0,12 1,32 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3:59.3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403 570,'-12'-9,"-1"0,-1 1,1 0,-1 1,-1 1,1 0,-1 1,0 0,0 1,-1 1,1 1,-1 0,1 1,-1 0,0 1,1 1,-1 1,0 0,1 1,0 1,0 0,10-2,0 0,1 0,-1 1,1-1,0 1,0 0,0 0,0 1,0-1,1 1,-1-1,1 1,0 0,1 1,-1-1,0 0,1 1,0 0,0-1,1 1,-1 0,1 0,0 0,0 0,1 0,-1 0,1 0,0 0,1 0,-1 0,1 0,0 0,0 0,1 0,-1 0,1-1,0 1,0-1,1 1,-1-1,1 0,0 1,3 2,6 3,1 1,0-2,1 0,0-1,0 0,1-1,0 0,0-1,1-1,-1-1,1 0,0-1,0 0,13-1,-18 0,0-1,0 0,0 0,1-1,-1-1,0 0,0-1,0 0,0 0,0-1,0 0,-1-1,0-1,1 1,-1-2,-1 1,1-1,-1-1,0 0,-1 0,0-1,0 0,0 0,-1-1,3-5,3-14,-2-2,-2 1,0-1,-2-1,-1 1,-2-1,-1 0,-1-1,-2 1,-2-23,2 39,-5-208,5 216,0-1,-1 1,0-1,0 1,-1 0,0-1,0 1,-1 0,1 0,-2 0,4 6,-1 1,0-1,0 0,1 0,-1 0,0 1,0-1,0 1,0-1,1 0,-1 1,0 0,0-1,0 1,0-1,0 1,0 0,-1 0,1 0,0 0,0 0,0 0,0 0,0 0,0 0,0 0,0 0,0 1,0-1,0 0,0 1,0-1,0 1,0-1,0 1,0-1,1 1,-1 0,0 0,0-1,0 1,1 0,-1 0,0 0,-11 13,1 1,0 0,1 0,0 1,1 0,1 1,1-1,0 2,1-1,1 1,1 0,-2 14,1-10,1 1,1 0,1 0,1 0,1 0,1 0,1 0,1 0,1-1,1 1,1-1,1 0,1 0,1-1,0 0,2-1,1 0,0-1,1 0,1 0,1-2,4 4,-2-6,-1 0,2-1,0-1,0-1,1 0,1-2,0 0,0-1,1-1,0-1,0-1,1-1,0-1,0 0,0-2,0-1,5 0,-15-2,-1 0,0-1,0-1,0 1,0-2,0 1,-1-1,1-1,-1 0,0-1,-1 0,1 0,-1-1,-1 0,1 0,-1-1,0 0,-1-1,0 0,0 0,-1-1,0 1,-1-1,0 0,0-1,1-6,1-1,-1 0,-1-1,0 0,-2 0,0 0,-1 0,-1-1,-1 1,0 0,-2-1,-3-16,5 33,0 0,0 0,-1 0,0 0,1 0,-1 0,0 1,-1-1,1 0,0 0,-1 1,1-1,-1 1,0-1,0 1,0 0,0 0,0 0,-1 0,1 0,-1 0,1 0,-1 1,0 0,1-1,-1 1,0 0,0 0,0 0,0 1,0-1,0 1,0 0,0 0,0 0,0 0,0 0,0 0,0 1,0 0,0-1,0 1,1 0,-3 2,-3 3,1 1,1 0,-1 1,1-1,1 1,-1 0,1 1,1-1,0 1,0 0,0 0,1 1,1-1,-1 0,2 1,-1 0,1-1,1 1,0 0,0 0,1-1,0 1,1 0,0-1,0 1,1 1,3 5,-1-1,2 1,0-1,1-1,0 1,1-1,1-1,0 0,1 0,0-1,1 0,0-1,1 0,1-1,-1-1,1 0,1-1,10 5,11 3,0-2,2-1,-1-2,1-1,1-2,-1-2,16 0,20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4:00.4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0 356,'146'-311,"-144"306,-2 3,1 0,-1 0,1 0,0 0,-1 0,1 0,0 0,0 1,0-1,0 0,0 1,1-1,-1 1,0-1,1 1,-1 0,1-1,0 1,-1 0,1 0,0 0,0 0,0 1,-1-1,1 0,0 1,0-1,0 1,0 0,0-1,1 1,5 4,-1 0,0 0,0 1,0 0,-1 0,0 0,0 1,0 0,-1 0,1 1,3 5,-2-3,109 141,-115-149,0-1,0 1,0 0,0 0,-1 0,1 0,0 0,-1 0,1 0,0 0,-1 0,1 0,-1 0,0 0,1 1,-1-1,0 0,0 0,0 0,0 0,0 1,0-1,0 0,0 0,0 0,0 1,-1-1,1 0,0 0,-1 0,1 0,-1 0,0 0,1 0,-1 0,0 0,1 0,-1 0,0 0,0 0,0-1,0 1,0 0,0-1,0 1,0 0,0-1,0 1,0-1,0 0,0 1,-1-1,-4 0,1-1,-1 0,1-1,0 1,-1-1,1 0,0 0,0 0,0-1,1 0,-1 0,1 0,-1 0,1-1,0 0,0 0,1 0,-1 0,1 0,0-1,0 0,0 1,1-1,-1 0,1-2,1 6,1-1,-1 1,1 0,0-1,-1 1,1-1,0 1,0 0,0-1,0 1,0-1,1 1,-1 0,0-1,1 1,-1-1,1 1,-1 0,1 0,-1-1,1 1,0 0,0 0,0 0,0 0,0 0,0 0,0 0,0 0,0 0,0 0,0 0,0 1,1-1,-1 0,0 1,1-1,0 1,56-10,60 7,-79 5,-1-3,1-1,-1-2,1-2,16-5,-51 10,0 1,1-1,-1-1,0 1,0-1,0 1,0-1,0 0,0-1,0 1,-1 0,1-1,-1 0,0 0,0 0,0-1,0 1,0 0,-1-1,-2 2,0 0,-1 1,1-1,-1 1,0-1,1 1,-1-1,0 1,0 0,0-1,0 1,0 0,0 0,0-1,-1 1,1 0,0 0,-1 0,1 1,0-1,-1 0,1 0,-1 1,1-1,-1 1,0-1,1 1,-1 0,0 0,1 0,-1-1,1 2,-2-1,-62-4,63 4,0 0,-1 1,1-1,0 0,0 1,0-1,0 1,0-1,0 1,-1 0,2 0,-1 0,0 0,0 1,0-1,0 0,1 1,-1-1,1 1,-1-1,1 1,-1 0,1 0,0 0,0 0,0 0,0 1,1 0,1 1,0-1,0 1,0-1,0 0,0 1,1-1,0 0,-1 0,1 0,0 0,1-1,-1 1,0 0,1-1,-1 0,1 1,0-1,0 0,0 0,0-1,0 1,0-1,1 1,-1-1,1 0,21 9,1 0,0-2,0-1,1-1,0-1,14 0,31 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4:00.9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97 136,'-3'2,"1"0,-1 1,1 0,0-1,0 1,0 0,0 0,0 0,1 1,-1-1,1 0,0 0,0 1,0-1,1 1,-1-1,1 1,0 2,-1 2,-10 181,12-149,-2 1,-2 0,-1-1,-6 22,2-38,8-25,0 1,0 0,0 0,0-1,0 1,0 0,0-1,0 1,0 0,0-1,0 1,0 0,0 0,0-1,0 1,0 0,-1 0,1-1,0 1,0 0,0 0,0-1,-1 1,1 0,0 0,0-1,0 1,-1 0,1 0,0 0,0 0,-1-1,1 1,0 0,-1 0,1 0,0 0,0 0,-1 0,1 0,0 0,-1 0,1 0,0 0,0 0,-1 0,1 0,0 0,-1 0,1 0,0 0,0 0,-1 0,1 1,0-1,0 0,-1 0,1 0,0 0,0 1,-1-1,-5-184,-8-91,14 273,5-105,-4 103,0 1,0-1,0 1,0 0,1-1,0 1,-1 0,1 0,0 0,0 0,1 1,-1-1,1 1,-1-1,1 1,0 0,0 0,0 0,0 0,0 0,0 1,0-1,1 1,-1 0,0 0,1 0,-1 1,3-1,11 1,1 2,-1 0,0 1,0 0,0 1,0 1,-1 1,0 0,0 1,0 1,-1 1,0 0,-1 1,0 0,-1 1,0 1,10 11,27 42,-49-63,0 0,0-1,0 1,-1 0,1-1,0 1,-1 0,1 0,-1 0,0 0,1-1,-1 1,0 0,0 0,0 0,-1 0,1 0,0 0,-1-1,1 1,-1 0,0 0,1 0,-1-1,0 1,0 0,0-1,0 1,-1-1,1 1,0-1,0 0,-1 0,1 1,-1-1,1 0,-1 0,0 0,1-1,-2 2,-10 1,1 1,-1-2,0 0,-1 0,1-1,0-1,0 0,0-1,0 0,0-1,0-1,-11-3,-16-13,33 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4:02.4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370 106,'-15'-10,"-1"1,1 1,-2 0,1 1,-1 1,0 0,0 2,0 0,-1 0,1 2,-1 0,0 1,0 1,0 1,1 0,-1 1,0 1,-2 2,18-5,0 1,-1-1,1 1,0 0,0 0,0 0,0 0,0 0,0 0,1 1,-1-1,0 1,1-1,-1 1,1-1,-1 1,1 0,0 0,0 0,-1 0,2 0,-1 0,0 0,0 0,0 0,1 0,0 1,-1-1,1 0,0 0,0 1,0-1,0 0,0 0,1 0,-1 1,1-1,-1 0,1 0,0 0,0 0,0 0,0 0,1 2,6 3,0-1,0 1,0-1,1-1,0 0,0 0,0 0,1-1,0-1,0 0,0 0,0-1,0 0,0-1,3 0,8 3,0-2,0 0,0-1,0-1,0-2,0 0,0-1,0 0,-1-2,0-1,0 0,4-3,-23 8,0 1,0 0,0 0,0-1,0 1,0 0,0 0,0 0,0 0,0 0,0 0,0 0,0 1,0-1,0 0,0 0,0 1,0-1,-1 1,1-1,0 1,0-1,0 1,0-1,-1 1,1 0,0-1,0 1,-1 0,1 0,-1 0,1-1,-1 1,1 0,-1 0,1 0,-1 0,0 0,1 0,7 13,-5-11,0 0,0 1,1-1,-1 0,1 0,-1-1,1 1,0-1,0 0,0 0,1 0,-1 0,0-1,1 1,-1-1,0-1,1 1,0 0,-1-1,1 0,-1 0,1 0,-1-1,1 0,-1 0,1 0,-1 0,0-1,1 1,-1-1,0 0,0 0,0-1,0 1,-1-1,1 0,-1 0,1 0,-1-1,0 1,0-1,-1 1,1-1,-1 0,2-4,19-131,-22 138,-1-1,1 0,0 0,0 0,0 0,0 1,0-1,0 0,0 1,0-1,1 1,-1-1,0 1,1 0,0-1,-1 1,1 0,0 0,-1 0,1 0,0 0,0 1,0-1,0 1,0-1,0 1,-1-1,1 1,0 0,0 0,0 0,1 0,65 16,-55-12,21 7,-2 1,1 2,-1 1,24 15,-52-27,-1-1,1 0,-1 1,0 0,0 0,0 0,0 0,0 0,-1 0,0 1,1-1,-1 1,0 0,-1 0,1 0,-1 0,1 0,-1 0,-1 0,1 0,0 0,-1 0,0 1,0-1,0 0,-1 0,1 0,-1 1,0-1,0 0,0 0,-2 2,-2 10,4-14,-1 0,1 1,-1-1,1 0,0 1,0-1,0 1,1 0,-1-1,0 1,1-1,0 1,0 0,0 0,0-1,0 1,0 0,0-1,1 1,0-1,-1 1,1 0,0-1,0 1,1-1,-1 0,0 1,1-1,-1 0,1 0,0 0,0 0,0 0,0 0,0 0,0-1,0 1,1-1,16 5,0-2,1-1,-1 0,1-2,-1 0,1-1,0-1,5-1,5 0,0-2,0-1,-1-1,1-1,-2-1,1-2,-1-1,0-2,-1 0,-1-2,27-37,-51 50,-1 0,0 0,0 0,0 0,0 0,0-1,-1 1,1 0,-1 0,1 0,-1-1,0 1,0 0,0-1,0 1,0 0,-1 0,1-1,-1 1,1 0,-1 0,0 0,0-1,0 1,0 0,0 0,-1 0,1 1,0-1,-1 0,1 0,-6-3,0 0,-1 1,1 0,-1 0,1 0,-1 1,0 0,0 1,-1 0,1 0,0 0,-1 1,1 1,-1-1,1 2,-1-1,1 1,-1 0,1 1,-1 0,1 0,4-2,1 0,0 1,0-1,0 1,0 0,0 0,0 0,0 0,0 1,0-1,0 1,0 0,1-1,-1 1,1 0,-1 1,1-1,0 0,0 1,0-1,0 1,0 0,1 0,-1-1,1 1,0 0,0 0,0 0,0 0,0 1,1-1,-1 0,1 0,0 0,0 1,0-1,0 0,1 0,0 3,4 1,1-1,0 0,0 0,1 0,0-1,0 0,0 0,0-1,1 0,-1 0,1-1,0 0,1 0,-1-1,0 0,1 0,3 2,1-1,-1 0,1-1,0 0,0-1,0 0,0-1,0-1,0 0,0-1,4-1,-14 3,-1-1,1 1,-1 0,1 0,-1 0,0 0,1 0,-1 1,1-1,-1 1,0-1,1 1,-1 0,0 0,0 0,1 0,-1 0,0 1,0-1,0 1,1 1,19 10,-19-11,0 0,0 0,1 0,0 0,-1-1,1 1,0-1,-1 0,1 0,0 0,0 0,0-1,0 0,0 0,0 0,0 0,0 0,0-1,0 0,0 0,-1 0,1 0,0 0,0-1,-1 0,1 0,-1 0,0 0,1 0,-1-1,0 1,0-1,-1 0,1 0,-1 0,2-3,0-8,0 0,-2 0,0 0,0-1,-1 1,-1-1,-1 1,0-1,0 1,-2-1,-1-5,3 19,1 0,-1 0,0-1,1 1,-1 0,1 0,-1-1,1 1,0 0,-1-1,1 1,0 0,0-1,0 1,0-1,0 1,0 0,1-1,-1 1,0 0,1-1,-1 1,1 0,-1 0,1-1,0 1,-1 0,1 0,0 0,0 0,0 0,0 0,0 0,0 0,0 0,0 0,0 1,1-1,-1 0,0 1,0-1,1 1,-1 0,0-1,1 1,-1 0,0-1,1 1,-1 0,0 0,1 0,38 4,0 2,-1 2,34 10,-54-13,-5-1,0-1,1 0,-1 2,0-1,0 2,-1 0,1 1,-1 0,3 3,-14-8,0 0,0 0,-1 0,1 1,0-1,-1 1,0-1,0 1,1-1,-1 1,-1 0,1 0,0-1,-1 1,1 0,-1 0,0 0,0 0,0 0,0 0,-1-1,1 1,-1 0,0 0,0-1,0 1,0 0,0-1,0 1,-1-1,1 1,-1 0,0-1,1 0,-1 1,1-1,0 1,-1-1,1 1,0-1,1 1,-1 0,0-1,1 1,0 0,0 0,0-1,0 1,0 0,0 0,0 0,1-1,0 1,-1 0,1-1,0 1,0-1,1 1,-1-1,1 1,-1-1,1 0,-1 0,1 1,0-1,1 0,7 3,1 0,0-1,0 0,0-1,1 0,-1-1,1 0,0-1,-1 0,1-1,0-1,-1 1,1-2,0 1,-1-2,1 0,1-1,-2 3,-1-1,0 0,1-1,-1 0,0-1,-1 0,1 0,-1-1,0 0,0-1,0 0,-1 0,0-1,0 0,0-1,-1 1,0-1,-1-1,0 1,0-1,-1 0,0-1,-1 1,3-9,-1-70,-7 85,1 0,0-1,-1 1,0 0,0-1,0 1,0 0,0 0,-1 0,1-1,-1 2,0-1,0 0,0 0,0 1,0-1,-1 1,1-1,-1 1,0 0,1 0,-1 0,0 1,-1-1,1 1,0 1,1 0,-1 0,0 1,0-1,0 1,1-1,-1 1,0 0,0 0,1 0,-1 0,1 0,-1 1,1-1,0 1,-1 0,1-1,0 1,0 0,0 0,0 1,1-1,-1 0,1 1,-1-1,1 1,0-1,0 1,0-1,0 1,0 0,0 0,1-1,0 1,-1 0,1 0,0 0,0 0,1-1,-1 1,0 0,1 0,0 0,2 7,1 0,0 0,0 0,1-1,1 0,0 0,0 0,0 0,1-1,0 0,1-1,0 1,0-2,1 1,0-1,0 0,0-1,0 0,1 0,0-1,2 0,40 16,0-2,2-2,0-2,0-3,11-1,57 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7:07.6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 1003,'-12'-3,"0"1,0 1,-1 0,1 1,0 0,-1 1,1 0,0 1,0 0,0 1,-9 3,15-4,0 0,1 0,-1 1,0 0,1 0,0 0,0 0,0 1,0 0,0 0,1 0,0 1,0 0,0-1,0 1,1 1,0-1,0 0,0 1,1 0,0-1,0 1,0 0,0 1,2-5,-1 0,1 1,0-1,0 0,0 1,0-1,0 0,0 1,1-1,-1 0,1 0,0 1,-1-1,1 0,0 0,0 0,0 0,1 0,-1 0,0 0,1 0,-1 0,1-1,0 1,0-1,-1 1,1-1,0 0,0 0,0 1,0-1,1-1,-1 2,4-1,1 1,-1 0,0-1,1 0,-1-1,0 1,1-1,-1 0,1-1,-1 0,5-1,-3 0,0 0,-1-1,1 0,-1 0,1-1,-1 1,0-2,-1 1,1-1,-1 0,0 0,0-1,0 0,-1 0,0 0,0-1,-1 0,1 0,-2 0,1 0,-1 0,0-1,0 0,-1 1,0-1,-1 0,1-4,-11 34,7-15,1 1,0-1,0 1,1-1,0 1,0-1,1 1,0-1,0 1,1-1,0 0,0 1,1-1,0 0,0-1,0 1,1 0,0-1,0 0,1 0,0 0,0 0,0-1,1 0,0 0,0-1,0 1,0-1,1-1,-1 1,1-1,6 2,30 6,-2-6</inkml:trace>
  <inkml:trace contextRef="#ctx0" brushRef="#br0" timeOffset="641.795">832 923,'-12'3,"1"1,0 1,0 0,0 1,0-1,1 2,0 0,0 0,0 1,1 0,1 0,-1 1,1 1,1-1,0 1,0 0,1 1,0-1,1 1,0 1,-1 3,6-11,-1 0,1-1,-1 1,1 0,1 0,-1 0,0 0,1 0,0-1,0 1,0 0,0 0,1-1,-1 1,1-1,0 0,0 1,0-1,1 0,-1 0,1 0,0 0,-1-1,1 1,0-1,1 0,-1 0,0 0,1 0,-1 0,1-1,-1 1,2-1,9 4,1 0,0-1,1-1,-1 0,1-1,-1-1,13 0,-9-1,0-1,0-1,0 0,0-1,0-2,-1 1,0-2,0-1,0 0,-1-1,0-1,0 0,-1-1,-1-1,0-1,0 0,-1-1,0 0,-1-1,-1-1,2-4,10-25,-1-1,-3 0,-2-2,-2 0,-2-1,-2-1,-2 0,-3-1,0-15,4-8,-3-1,-3-1,-4 1,-7-63,6 128,-1-1,-1 1,0 0,0 0,-1 0,0 1,0-1,-1 1,0-1,0 1,-2-1,5 8,0-1,-1 1,1-1,0 1,-1 0,1-1,-1 1,1 0,-1 0,1 0,-1 0,0 0,1 1,-1-1,0 1,0-1,0 1,0-1,1 1,-1 0,0 0,0 0,0 0,0 0,0 0,0 1,0-1,1 0,-1 1,0 0,0-1,1 1,-1 0,0 0,1 0,-1 0,1 0,-1 0,1 1,-1-1,1 0,0 1,-1 0,-49 72,35-35,2 1,1 1,3 1,1-1,2 1,2 1,2-1,1 1,3 0,1 5,0 4,3 1,2-2,2 1,2-1,2 0,3-1,1-1,11 18,-19-51,0 0,0-1,1 1,1-2,1 0,0 0,1-1,10 8,-18-17,0 0,-1 0,2-1,-1 0,0 0,1 0,-1-1,1 1,0-2,0 1,0 0,0-1,0 0,0-1,0 1,0-1,0 0,0-1,0 0,0 1,0-2,0 1,0-1,0 0,0 0,-1-1,2 0,4-6,0 1,0-1,-1-1,-1 0,0 0,0-1,-1 0,0 0,-1-1,-1 0,0-1,0 1,-1-1,-1 0,0 0,-1-1,2-9,-26 155,20-128,0-1,0 0,1 0,-1 0,1 1,0-1,0 0,0 0,0 1,1-1,-1 0,1 0,0 0,0 0,0 1,0-1,1 0,-1-1,1 1,0 0,0 0,0-1,0 1,0-1,0 0,1 1,-1-1,1 0,1 1,21 2,-1-4</inkml:trace>
  <inkml:trace contextRef="#ctx0" brushRef="#br0" timeOffset="911.077">1795 843,'-18'-5,"-11"-1,-4-2,0-2,2-1,1-2,6 2</inkml:trace>
  <inkml:trace contextRef="#ctx0" brushRef="#br0" timeOffset="1176.366">1220 562,'21'-7,"20"-2,21 0,21 2,12 5,5 6,1 8,-7 8,-12 8,-20-1</inkml:trace>
  <inkml:trace contextRef="#ctx0" brushRef="#br0" timeOffset="1776.283">2089 923,'-1'55,"0"-28,0 1,2-1,1 1,2-1,3 16,-6-40,0-1,0 1,0-1,0 1,0 0,1-1,-1 0,1 1,-1-1,1 0,0 0,0 0,0 0,0 0,0 0,1-1,-1 1,0-1,1 1,-1-1,1 0,0 0,-1 0,1 0,0-1,-1 1,1-1,0 0,0 1,0-1,-1 0,1-1,0 1,0 0,0-1,-1 0,1 0,0 1,-1-1,1-1,-1 1,14-7,-1-1,-1-1,1 0,-2-1,1 0,-2-1,1 0,-2-1,0-1,0 0,-1 0,-1-1,-1 0,0-1,-1 0,0 0,1-7,-2 6,-18 38,9-13,0-1,0 1,1-1,0 1,0 0,1 0,0 0,0 0,1 0,0 0,1 0,-1 0,1 0,1 0,0 0,0-1,0 1,1 0,0-1,1 0,-1 0,1 0,1 0,-1 0,1-1,2 2,0-4,0 1,1-1,0 0,-1-1,1 0,0 0,1-1,-1 0,0 0,1-1,-1 0,1 0,-1-1,1 0,-1-1,1 0,-1 0,1-1,-1 0,0 0,0-1,0 0,0 0,0-1,-1 0,0-1,0 1,0-1,0-1,-1 1,1-1,-2 0,4-4,-2 0,-1-1,0 1,0-1,-1 0,-1 0,0-1,0 1,-1-1,-1 0,0 0,1-9,-5 30,1 1,0-1,1 0,0 0,0 0,1 1,0-1,1 0,0 0,1 0,-1-1,2 1,-1 0,1-1,0 0,1 0,0 0,0-1,1 1,0-1,0-1,1 1,6 4,-5-7,0-1,0 0,0 0,0-1,0 0,0-1,1 0,-1 0,1 0,-1-1,1-1,-1 1,0-2,1 1,-1-1,0 0,0 0,0-1,0-1,0 1,-1-1,1 0,-1-1,0 0,-1 0,1 0,-1-1,0 0,0 0,-1 0,0-1,0 0,1-3,61-114,-64 172,-2-41,-1 1,1-1,0 1,1-1,0 1,0-1,0 0,1 0,0 0,0 0,1-1,0 1,0-1,1 0,-1 0,1 0,1-1,-1 0,1 0,0 0,0-1,0 0,0 0,1 0,0-1,0 0,0 0,0-1,3 1,93 23,-88-22</inkml:trace>
  <inkml:trace contextRef="#ctx0" brushRef="#br0" timeOffset="2022.175">3052 535,'-13'11,"-13"7,-9-1,0-2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7:23.2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225 21,'-28'-15,"24"14,-1 0,1 0,-1 0,0 0,1 0,-1 1,0 0,0 0,1 1,-1-1,0 1,1 0,-1 0,0 0,1 1,-1 0,1 0,0 0,0 0,0 0,0 1,0 0,0 0,1 0,-1 0,0 2,-5 3,2 1,-1-1,1 1,0 1,1-1,0 1,1 0,0 1,0-1,-1 7,5-13,-1 0,1 0,0 1,0-1,1 0,-1 0,1 0,0 1,0-1,0 0,0 0,1 1,0-1,0 0,0 0,0 0,1 0,0 0,0 0,0 0,0-1,0 1,1-1,-1 1,1-1,0 0,0 0,0 0,1-1,-1 1,1-1,-1 0,1 0,0 0,0 0,0 0,0-1,1 1,24 2,-1-1,1-1,0-1,0-1,0-2,-1-1,1-1,-1-2,0-1,0-1,1-1,8-1,128-26,-161 35,0 0,0 0,-1-1,1 1,0-1,-1 0,1 0,-1 0,0-1,0 1,0-1,0 1,0-1,0 0,-1 0,1-1,-1 1,0 0,0-1,0 1,-1-1,1 0,-1 0,0 1,0-1,0-3,0 4,0 1,0-1,-1 1,1-1,-1 1,0-1,0 1,0-1,0 1,0-1,-1 0,1 1,-1-1,1 1,-1-1,0 1,0 0,0-1,0 1,-1 0,1 0,-1 0,1 0,-1 0,0 0,1 0,-1 0,0 1,0-1,-1 1,1-1,0 1,0 0,-1 0,1 0,0 0,-1 0,1 0,-1 1,-1-1,-2 2,0 0,1 1,-1-1,1 1,0 0,0 1,-1-1,1 1,1 0,-1 0,0 1,1 0,0-1,0 1,0 1,0-1,0 0,1 1,0 0,0 0,0 0,1 0,0 0,0 0,0 1,0-1,1 1,0 0,0-1,0 2,0 0,0-1,0 1,1 0,0-1,1 1,0 0,0 0,0-1,0 1,1-1,0 1,1-1,0 0,0 0,0 0,0 0,1-1,0 1,0-1,1 0,-1 0,1 0,0-1,0 0,1 0,-1 0,1 0,0-1,0 0,0 0,4 0,11 5,1-1,-1-1,1-1,0-1,0-1,0-1,0 0,10-3,35-1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9:16.9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150 178,'-5'-5,"4"2,-1 1,1-1,-1 1,0-1,0 1,0 0,0 0,0 0,-1 0,1 0,0 0,-1 0,0 1,1 0,-1-1,0 1,0 0,1 0,-1 0,0 1,0-1,0 1,0-1,0 1,0 0,0 0,0 1,0-1,0 1,0-1,0 1,0 0,0 0,1 0,-1 0,0 1,1-1,-3 3,-1 5,0 1,1 1,0-1,1 1,0-1,1 1,0 1,1-1,0 0,1 1,0-1,0 0,2 1,-1-1,2 6,-2-13,1 1,-1-1,1 1,0-1,0 0,0 1,1-1,0 0,-1 0,1 0,1 0,-1 0,1 0,-1-1,1 1,0-1,0 0,1 0,-1 0,1 0,-1 0,1-1,0 0,0 1,0-1,0-1,1 1,-1-1,0 0,1 0,-1 0,1 0,-1-1,1 0,-1 1,1-2,-1 1,2-1,8-1,-1-1,1-1,-1 0,1-1,-1 0,0-1,-1-1,0 0,0 0,0-2,-1 1,0-1,-1-1,0 0,0 0,-1-1,-1 0,0-1,0 0,-1 0,0 0,-1-1,-1 0,0 0,-1-1,0 1,-1-1,0-4,-1-24,12 93,-11-34,2 0,0-1,1 1,0-1,1 0,1-1,4 7,-9-18,0 0,0 0,0 0,0 0,0-1,1 1,-1-1,1 0,0 0,0 0,1 0,-1-1,0 1,1-1,-1-1,1 1,0 0,0-1,0 0,0 0,-1-1,1 1,0-1,0 0,0 0,0-1,0 0,1 0,-1 0,1-1,-1 0,-1 0,1-1,0 1,0-1,-1 0,0 0,1-1,-1 1,-1-1,1 0,0 0,-1-1,0 1,0 0,0-1,-1 0,1 0,-1 0,0 0,26-112,-28 114,2-12,0 1,-1 0,-1-1,-1 1,0-1,0 1,-2 0,-1-8,4 22,0-1,0 0,0 1,0-1,0 0,0 1,0-1,0 0,0 1,0-1,0 1,0-1,-1 0,1 1,0-1,0 1,-1-1,1 0,0 1,-1-1,1 1,-1-1,1 1,0-1,-1 1,1 0,-1-1,0 1,1-1,-1 1,1 0,-1 0,1-1,-1 1,0 0,1 0,-1 0,0 0,1 0,-1-1,1 1,-1 0,0 0,1 1,-1-1,0 0,1 0,-1 0,0 0,1 1,-1-1,1 0,-1 0,0 1,1-1,-1 0,1 1,-1-1,1 1,-2 7,1 0,0 0,1 0,0 0,0 0,1 0,0 0,0 0,1 0,-1 0,2 0,-1-1,1 1,1-1,3 6,-3-3,1-1,0 0,1 0,-1 0,2-1,-1 0,1 0,1-1,-1 0,1 0,0-1,1 0,0 0,0-1,0 0,0 0,1-1,-1-1,1 1,0-2,1 1,-1-1,0-1,0 0,1-1,-1 1,1-2,-1 0,0 0,1-1,-1 0,1-1,36-14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9:22.3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154 24,'-11'67,"4"0,3 1,2-1,5 31,10 164,16 37,-30-288,-6-34,5 17,-59-189,33 114,3-1,4-1,-9-74,33 45,-2 107,0 1,1 0,-1 0,0 0,1 0,0 1,0-1,0 0,1 1,-1-1,1 1,0 0,0 0,0 0,0 0,0 0,1 1,-1 0,1-1,0 1,-1 1,1-1,0 0,4 0,3 1,0 0,0 1,1 1,-1 0,0 0,-1 1,1 1,0 0,0 0,-1 1,0 0,0 1,0 0,0 1,-1 0,0 0,0 1,-1 0,1 0,-2 1,1 0,3 6,-8-12,-1 1,1-1,-1 1,1-1,-1 1,0 0,0 0,0 0,-1 0,1 1,-1-1,0 0,0 1,0-1,0 1,0-1,-1 1,1-1,-1 1,0-1,0 1,-1-1,1 1,-1-1,1 1,-1-1,0 1,0-1,-1 0,1 1,-1-1,0 0,0 0,0 0,0 0,0 0,0-1,-3 3,-4 0,1-1,-1 0,0 0,0-1,-1 0,1-1,-1 0,1 0,-1-1,0 0,1-1,-1 0,0-1,-3 0,13 1,0-1,0 1,0 0,1-1,-1 1,0-1,0 1,0 0,0-1,0 1,0-1,0 1,0 0,0-1,0 1,0-1,0 1,0 0,0-1,0 1,0-1,0 1,0 0,-1-1,1 1,0 0,0-1,0 1,-1 0,1-1,0 1,0 0,-1-1,1 1,0 0,-1 0,1-1,0 1,-1 0,1 0,0 0,-1 0,1-1,-1 1,1 0,0 0,-1 0,1 0,-1 0,1 0,0 0,-1 0,1 0,-1 0,1 0,0 0,-1 1,1-1,-1 0,1 0,0 0,-1 0,1 1,0-1,-1 0,1 1,141-35,-115 28,0-1,0-1,-1-1,0-2,-1 0,0-1,-1-2,0 0,-1-1,-1-2,0 0,-1-1,-1-1,14-18,-30 34,-1 0,0 0,1 0,-1 0,0 0,-1-1,1 1,0-1,-1 1,0-1,0 0,0 1,0-1,-1 0,1 0,-1 0,0 1,0-1,-1 0,1 0,-1 0,0 1,1-1,-2 0,1 1,0-1,-1 1,0-1,0 1,0 0,0 0,0-1,-2-1,-2 2,0 1,1-1,-1 1,0 0,0 1,0 0,0-1,0 2,0-1,-1 1,1 0,0 0,0 1,0-1,0 2,0-1,0 1,0-1,0 1,0 1,1-1,-1 1,1 0,0 1,0-1,0 1,0 0,1 0,-1 1,1-1,0 1,0 0,1 0,-1 0,1 0,0 1,-1 4,1-4,0 0,0 0,1 0,-1 0,1 0,1 0,0 1,-1-1,2 1,-1-1,1 1,0 0,0-1,1 1,0-1,0 0,1 1,-1-1,1 0,1 1,-1-1,1-1,0 1,1 0,-1-1,1 1,0-1,0 0,5 4,6 1,2-1,-1 0,1-1,0 0,1-2,0 0,0-1,0 0,0-2,1 0,0-1,-1-1,1-1,0 0,0-2,2-1,69-3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9:18.1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1139,'24'-18,"-1"0,-1-2,0-1,-2 0,0-2,12-19,-26 36,-1 0,0-1,-1 0,0 0,0 0,0 0,-1-1,0 1,0-1,-1 0,0 0,0 0,-1 0,0 0,0-4,-3 10,1-1,-1 1,1 0,-1 0,0 1,0-1,0 0,0 1,0-1,0 1,-1 0,1-1,0 1,-1 0,1 0,-1 1,1-1,-1 0,1 1,-1 0,1-1,-1 1,0 0,1 0,-1 1,1-1,-1 1,1-1,-1 1,1 0,-1-1,1 1,-1 1,1-1,0 0,0 1,0-1,-1 1,-2 3,1 0,0 0,0 0,0 1,0 0,1-1,0 1,0 0,1 1,-1-1,1 0,1 1,-1 0,1-1,0 1,1-1,0 1,0 0,0 0,1-1,0 1,0 0,0-1,1 1,0-1,1 0,1 3,0 1,0-1,1 0,1 0,-1 0,1 0,1-1,0 0,0-1,0 1,1-1,0-1,1 0,-1 0,1 0,0-1,0 0,1-1,0 0,0-1,0 0,0 0,0-1,0 0,6-1,23 1</inkml:trace>
  <inkml:trace contextRef="#ctx0" brushRef="#br0" timeOffset="257.384">402 751,'18'16,"13"12,11 8,4 5,1-1,0-1,-3-4,-6-5,-6-6,-8-6</inkml:trace>
  <inkml:trace contextRef="#ctx0" brushRef="#br0" timeOffset="428.924">709 684,'-16'16,"-9"14,-4 11,0 11,1 6,5 6,4 1,7-4,5-7,4-14</inkml:trace>
  <inkml:trace contextRef="#ctx0" brushRef="#br0" timeOffset="764.05">950 978,'33'-9,"0"-1,0-2,-1-2,-1-1,0-1,-1-1,1-3,-25 15,1 0,-1-1,0 0,-1 0,1 0,-1 0,-1-1,1 0,-1 0,0 0,-1-1,1 1,-1-1,-2 5,0 0,0 0,-1-1,1 1,-1 0,1 0,-1 0,0 0,0 0,-1-1,1 1,-1 0,1 0,-1 0,0 0,0 0,0 0,0 0,-1 0,1 0,-1 1,0-1,0 1,0-1,0 1,0-1,-1 1,1 0,0 0,-1 0,0 1,1-1,-1 1,-1-1,1 1,1-1,-1 1,0 0,0 0,0 0,0 1,-1-1,1 1,0-1,0 1,0 0,0 0,-1 1,1-1,0 1,0-1,0 1,0 0,0 0,0 1,0-1,1 0,-1 1,0 0,1 0,-1-1,1 2,-1-1,1 0,0 0,0 1,0-1,0 1,0 1,-5 6,1 0,1 0,0 0,0 1,1-1,0 1,1 0,0 1,1-1,0-5,1 1,0-1,0 0,1 1,0-1,0 0,0 1,1-1,0 0,0 0,1 1,0-1,0 0,0 0,1 0,-1-1,2 1,-1-1,0 1,1-1,0 0,0-1,1 1,-1-1,1 1,0-2,0 1,1 0,-1-1,1 0,-1 0,4 1,92 12,-52-19</inkml:trace>
  <inkml:trace contextRef="#ctx0" brushRef="#br0" timeOffset="1839.678">1739 657,'-6'-2,"-1"1,1 0,0 0,-1 1,1 0,-1 0,1 0,0 1,-1 0,1 0,0 0,0 1,-1 0,1 0,1 1,-1 0,0 0,1 0,-1 1,1-1,0 1,0 0,0 1,1-1,0 1,0 0,0 0,0 1,1-1,0 1,0 0,-2 4,4-4,0 1,0 0,1-1,-1 1,1 0,1 0,-1-1,1 1,0 0,1-1,0 1,0-1,0 0,1 1,0-1,0 0,0-1,1 1,0 0,0-1,0 0,1 0,0 0,0-1,0 1,1-1,-1-1,1 1,0-1,0 0,0 0,0 0,0-1,1 0,-1 0,1-1,0 0,-1 0,1 0,0-1,2 0,3-1,0 0,0-1,-1 0,1-1,0-1,-1 1,0-2,0 1,0-2,-1 1,0-2,0 1,0-1,-1-1,0 0,0 0,-1 0,0-1,0-1,-1 1,-1-1,1 0,-2-1,1 0,-2 1,1-2,-1 1,-1 0,0-1,-1 0,0 1,-1-1,0 0,-1 0,0-2,-1-3,-9 44,10 75,1-98,0-1,0 0,0 1,0-1,0 1,1-1,-1 0,1 0,0 0,0 0,0 0,0 0,0-1,1 1,-1-1,1 0,0 1,0-1,0 0,0-1,0 1,0 0,0-1,1 0,-1 0,0 0,3 1,1-1,1 0,0-1,0 0,0 0,0 0,0-1,0 0,0-1,0 0,0 0,-1 0,1-1,-1-1,0 1,0-1,0 0,0 0,-1-1,0 0,6-6,-3 3,0-1,-1 0,0-1,-1 0,0 0,0-1,-1 0,-1 0,1 0,-2-1,0 0,0 1,-1-3,3-29,-7 54,1 0,0 0,0 0,2 0,-1 0,1-1,1 1,-1-1,2 1,0-1,0 0,1 0,0 0,0-1,3 2,-2-5,1 0,0 0,0-1,0 0,1-1,-1 1,1-1,0-1,0 0,1 0,-1 0,1-1,0 0,-1-1,1 0,0 0,0-1,0 0,-1-1,1 0,0 0,0-1,-1 0,1 0,-1-1,0 0,0-1,0 0,0 0,0-1,-1 0,0 0,0 0,0-1,-1 0,0 0,0-1,5-7,-2 0,0 0,-1-1,0 0,-1 0,-1-1,0 0,-1 0,-1 0,0 0,-2-1,0 0,0 1,-2-1,0 0,-2-13,-4-21,-1 0,-4 1,-1 0,-11-24,-40-91,50 144,12 22,0-1,1 0,-1 0,0 0,1 0,-1 1,0-1,1 0,-1 1,0-1,1 0,-1 1,1-1,-1 1,1-1,-1 1,1-1,0 1,-1 0,1-1,-1 1,1-1,0 1,0 0,-1-1,1 1,0 0,0-1,0 1,0 0,0-1,0 1,0 0,0 0,0-1,0 1,0 0,0-1,0 1,0 0,1-1,-1 1,2 27,2-1,0 0,2 0,1-1,0 0,10 18,-12-28,33 89,4-2,5-2,7 4,-52-101,-1 1,1 0,0-1,0 0,1 1,0-1,-1 0,1 0,0 0,1-1,-1 1,1-1,0 1,0-1,0-1,0 1,0 0,0-1,1 0,-1 0,1 0,0-1,0 1,-1-1,1 0,0-1,0 1,4-1,2-5,0-1,-1 0,0 0,0-1,0-1,-1 1,0-1,-1-1,1 0,-2 0,1-1,5-9,-12 18,86-128,-87 129,0 0,0 1,0-1,-1 0,1 1,0-1,0 0,0 0,0 1,0-1,0 0,0 1,0-1,0 0,0 1,0-1,0 0,0 1,0-1,0 0,0 1,1-1,-1 0,0 0,0 1,0-1,0 0,1 0,-1 1,0-1,0 0,1 0,-1 0,0 1,0-1,1 0,-1 0,0 0,0 0,1 1,-1-1,0 0,1 0,-1 0,0 0,1 0,-1 0,0 0,0 0,1 0,-1 0,0 0,1 0,-1 0,0 0,1 0,-1-1,0 1,0 0,1 0,-1 0,0 0,1-1,-1 1,0 0,0 0,0 0,1-1,-1 1,1 34,-1-29,-1 1,0 0,1 0,0 0,0 0,0 0,0 0,1-1,0 1,1 0,-1 0,1-1,0 1,0-1,1 1,0-1,0 0,0 0,0 0,1 0,0-1,0 1,0-1,0 0,1 0,0-1,0 1,0-1,0 0,0-1,0 1,1-1,0 0,22-1,-2-3</inkml:trace>
  <inkml:trace contextRef="#ctx0" brushRef="#br0" timeOffset="2094.23">3102 256,'-13'-5,"-12"-1,-6 1,-2-2,0 1,0 1,5 1,6 0,5-2,3-3,2 1,0-1,3 1</inkml:trace>
  <inkml:trace contextRef="#ctx0" brushRef="#br0" timeOffset="2257.977">2568 122,'16'0,"14"0,16-2,13-1,14-2,6-3,5 1,1-2,-2-1,-16 2</inkml:trace>
  <inkml:trace contextRef="#ctx0" brushRef="#br0" timeOffset="2738.734">3410 577,'10'0,"0"0,0 0,-1-1,1-1,0 0,-1 0,0-1,1 0,-1 0,0-1,-1-1,1 1,-1-1,0-1,0 1,0-1,-1-1,0 0,0 0,0 0,-1-1,0 1,-1-1,0-1,0 1,-1-1,0 0,0 0,-1 0,1-6,-4 12,0 0,0 0,0 0,-1 0,1 0,-1 1,0-1,0 0,0 0,0 1,0-1,0 0,-1 1,1 0,-1-1,0 1,0 0,0 0,0 0,0 0,0 0,0 0,-1 0,1 1,-1-1,1 1,-1 0,0 0,1 0,-1 0,0 0,0 1,0-1,0 1,1-1,-1 1,0 0,0 1,0-1,0 0,0 1,0-1,1 1,-1 0,0 0,1 0,-1 0,0 1,1-1,-1 1,1 0,0-1,0 1,-1 0,1 0,0 0,1 1,-1-1,0 1,-2 2,0 1,0-1,1 1,-1 0,1 0,1 1,-1-1,1 1,0-1,1 1,-1 0,1 0,1-1,-1 1,1 0,1 0,-1 0,1 0,0-1,1 1,-1 0,1-1,1 1,-1-1,1 0,0 1,0-2,1 1,0 0,0-1,0 1,1-1,3 3,3-1,1-1,-1 0,1-1,0-1,0 1,0-2,1 0,0 0,-1-1,1-1,0 0,0-1,0 0,-1-1,1 0,0-1,0-1,45-7</inkml:trace>
  <inkml:trace contextRef="#ctx0" brushRef="#br0" timeOffset="4833.411">269 1833,'18'1,"-1"-1,1-1,0-1,0-1,-1 0,1-1,-1-1,0-1,0 0,-1-1,9-6,-1 3,0-1,0-2,-2 0,0-1,0-1,-1-1,-1-2,-1 1,0-2,-2-1,3-3,-18 20,0 1,0-1,0 0,-1 1,1-1,-1 0,1 0,-1 0,0 0,0 0,0-1,-1 1,1 0,-1 0,0 0,0-1,0 1,0 0,0 0,-1-1,0 1,1 0,-1 0,0 0,0 0,-1 0,1 0,-1 0,0 1,1-1,-1 0,0 1,0-1,-1 1,1 0,0 0,-1-1,-1 0,1 1,-1-1,0 1,0 0,0 0,0 0,0 0,0 1,-1-1,1 1,0 0,-1 1,1-1,-1 1,1 0,-1 0,1 0,-1 0,1 1,0 0,-1 0,1 0,0 1,0-1,-1 1,1 0,0 0,1 0,-1 1,0-1,1 1,-1 0,1 0,0 0,0 1,0-1,0 1,1-1,0 1,-1 0,1 0,0 0,1 0,-5 23,1-1,2 0,0 1,2 0,1-1,1 1,1 0,2-1,3 16,106 553,-86-400,-22-159</inkml:trace>
  <inkml:trace contextRef="#ctx0" brushRef="#br0" timeOffset="5101.492">389 2114,'20'-4,"19"-7,15-5,14-7,3-5,-4-1,-12 4</inkml:trace>
  <inkml:trace contextRef="#ctx0" brushRef="#br0" timeOffset="6383.555">857 2034,'6'-10,"0"0,0-1,-1 0,-1 0,0 0,0 0,-1-1,-1 0,0 1,0-1,-1 0,-1 0,0 0,-1 0,0 0,0 0,-1 0,-3-7,4 19,1-1,0 0,-1 1,1-1,0 0,0 0,0 1,-1-1,1 0,0 1,0-1,0 0,0 0,0 1,0-1,0 0,1 0,-1 1,0-1,0 0,0 1,1-1,-1 0,0 1,1-1,-1 0,1 1,-1-1,1 1,-1-1,1 1,-1-1,1 1,-1-1,1 1,0-1,-1 1,1 0,0-1,-1 1,1 0,0 0,-1 0,1-1,0 1,-1 0,1 0,0 0,0 0,-1 0,1 0,0 0,0 0,-1 1,1-1,0 0,-1 0,1 1,0-1,-1 0,1 1,0-1,-1 1,1-1,249 7,-246-7,-1-1,1 0,-1 0,0 1,0 0,0-1,0 1,1 0,-1 0,0 1,0-1,0 1,0 0,0-1,1 1,-1 1,-1-1,1 0,0 1,0-1,0 1,-1 0,1 0,-1 0,0 0,1 1,-1-1,0 1,0-1,0 1,-1-1,1 1,-1 0,0 0,1 0,-1 0,0 0,-1 0,-15 159,16-160,-1-1,0 1,0-1,1 1,-1-1,1 1,-1-1,1 0,0 1,0-1,-1 0,1 1,0-1,0 0,0 0,0 0,1 0,-1 0,0 0,0 0,1 0,-1-1,0 1,1 0,-1-1,0 1,1-1,-1 0,1 1,-1-1,1 0,-1 0,1 0,-1 0,1 0,-1 0,1 0,-1-1,1 1,-1 0,1-1,61-22,-32 4,-1-1,-1-1,-2-1,0-1,13-16,-40 39,0 1,0-1,0 1,0-1,0 0,0 1,0-1,0 1,0-1,0 0,0 1,0-1,0 0,1 1,-1-1,0 0,0 1,0-1,1 0,-1 1,0-1,0 0,1 1,-1-1,0 0,1 0,-1 1,0-1,1 0,-1 0,0 0,1 0,-1 1,0-1,1 0,-1 0,1 0,-1 0,0 0,1 0,-1 0,1 0,-1 0,0 0,1 0,-1 0,1 0,-1-1,0 1,1 0,-1 0,0 0,1 0,-1-1,0 1,1 0,-1 0,0-1,0 1,1 0,-1-1,0 1,1 7,0-2,0-1,0 0,1 0,-1 0,1 0,0 0,0 0,0 0,0-1,1 1,0-1,-1 1,1-1,1 0,-1 0,0-1,1 1,-1-1,1 1,0-1,0 0,0 0,0-1,0 1,0-1,0 0,0 0,1 0,-1-1,0 0,1 1,-1-2,5 1,-2 0,0-1,0 1,0-1,0-1,0 1,0-1,0-1,-1 1,1-1,-1 0,1-1,-1 1,0-1,-1 0,1-1,-1 1,1-1,-1 0,-1-1,1 1,-1-1,0 0,0 0,-1 0,1-1,-2 1,1-1,1-4,-4 7,1 0,-1 0,0 0,-1 0,1 0,-1 0,0 0,0 0,0 1,0-1,-1 0,1 1,-1-1,0 1,0-1,0 1,-1 0,1 0,-1 0,1 0,-1 0,0 1,0-1,-1 1,0-1,-91-41,92 43,0 0,0 0,0 0,1 0,-1 1,0-1,0 1,0 0,0-1,0 2,0-1,0 0,0 0,0 1,0-1,1 1,-1 0,0 0,0 0,1 1,-1-1,0 0,1 1,-2 1,4-2,1 0,-1 0,0 0,0 0,1 0,-1 0,1 0,-1 0,1 0,-1 0,1-1,-1 1,1 0,0 0,-1 0,1 0,0-1,0 1,0 0,0-1,0 1,-1-1,1 1,0-1,0 0,0 1,0-1,0 0,1 1,-1-1,0 0,0 0,0 0,0 0,0 0,0 0,16 1,0 0,-1-2,1 1,-1-2,1 0,-1-1,0-1,1-1,-2 0,4-2,30-7,-34 10,53-9,-66 13,1 0,-1 0,0 1,0-1,0 1,0-1,0 1,0-1,0 1,0 0,0 0,0 0,0 0,0 1,-1-1,1 0,0 1,-1-1,1 1,-1 0,0-1,1 1,-1 0,0 0,0 0,0 0,0 0,-1 0,1 1,8 38,10 30,-18-69,0 0,1-1,-1 1,0 0,1-1,-1 1,1-1,-1 0,1 1,0-1,0 0,-1 0,1 0,0 0,0 0,0-1,0 1,0-1,0 1,0-1,0 0,1 1,-1-1,0 0,0-1,0 1,0 0,0 0,0-1,0 0,0 1,2-2,9-4,1-1,-2-1,1 0,-1 0,0-2,-1 1,0-1,-1-1,0 0,0-1,-1 0,0-1,55-77,-64 91,0-1,0 1,1-1,-1 0,0 1,0-1,1 0,-1 1,0-1,1 0,-1 1,0-1,1 0,-1 0,1 1,-1-1,0 0,1 0,-1 0,1 1,-1-1,1 0,-1 0,1 0,-1 0,0 0,1 0,-1 0,1 0,-1 0,1 0,-1 0,1 0,-1-1,1 1,-1 0,0 0,1 0,-1-1,1 1,-1 0,0 0,1-1,-1 1,0 0,1-1,-1 1,0 0,0-1,1 1,-1-1,0 1,0 0,0-1,1 1,-1-1,0 1,0-1,0 1,0-1,0 1,0 0,0-1,0 1,0-1,0 1,0-1,0 1,0-1,-1 1,2 8,-1 0,0 0,1 0,0 0,0 0,0-1,1 1,0-1,1 1,-1-1,1 1,1-1,0 0,0-1,0 1,1-1,-1 0,2 0,-1 0,1 0,4 3,-5-6,0-1,1 1,-1-1,1 0,0 0,0-1,0 1,-1-1,1-1,0 1,0-1,0 0,0 0,0-1,0 0,0 0,0 0,0-1,-1 0,1 0,0 0,-1-1,5-2,2-2,0-1,0 0,0-1,-1-1,-1 1,1-2,-2 1,1-1,3-7,-2 1,-1-1,-1 0,-1-1,0 1,-1-2,-1 1,-1-1,-1 1,-1-1,0-1,-2 1,0 0,-1-4,-2-22,-2 1,-2-1,-2 0,-2 1,-5-9,-8-3,16 60,4 6,1 0,0 0,1 0,0 0,0 0,1 0,0 1,1-1,1 5,-1 4,-1 11,2-1,1 1,1-1,2 1,1-1,1-1,1 1,1-1,2-1,0 0,2-1,1 0,1-1,1-1,1 0,15 13,-27-30,1-1,0 1,0-1,0-1,0 1,1-1,0 0,0-1,0 0,0 0,1-1,-1 0,1-1,-1 1,1-2,-1 1,1-1,0-1,-1 1,1-1,1-1,11-8</inkml:trace>
  <inkml:trace contextRef="#ctx0" brushRef="#br0" timeOffset="6662.807">2528 1286,'16'-3,"19"0,21-2,20-7,15-6,10-7,-1-1,-8 1,-19 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9:53.6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7067 926,'0'18,"0"13,0 8,0 4,-2 0,-1-4,0-5,-2-10,-2-7,0-8</inkml:trace>
  <inkml:trace contextRef="#ctx0" brushRef="#br0" timeOffset="353.676">6826 739,'2'-2,"0"-1,0 1,1 0,-1-1,1 1,-1 1,1-1,0 0,0 1,0-1,0 1,0 0,0 0,0 0,1 0,2 0,8-3,18-6,-7 2,0 0,-1-2,0 0,-1-2,10-6,-29 16,-1 0,1-1,-1 1,0 0,0-1,-1 0,1 0,0 0,-1 0,0 0,1 0,-1-1,-1 1,1-1,0 0,-1 1,0-1,0 0,0 0,0 0,-1 1,1-1,-1 0,0 0,0 0,-1 0,1 0,-1 0,1 0,-1 0,-1 1,1-1,0 0,-1 1,0-1,0 1,0-1,0 1,-1 0,-1-3,3 6,0 0,1 0,-1 0,0-1,1 1,-1 0,0 0,0 0,1 0,-1 0,0 0,1 0,-1 1,0-1,0 0,1 0,-1 0,0 1,1-1,-1 0,1 1,-1-1,0 1,1-1,-1 0,1 1,-1-1,1 1,-1 0,1-1,-1 1,1-1,0 1,-1 0,1-1,0 1,0 0,-1-1,1 1,0 0,0-1,0 1,0 0,0 0,0-1,0 1,0 0,0-1,0 1,0 0,1 0,-1-1,0 1,0 0,1-1,-1 1,0-1,1 1,-1 0,1-1,-1 1,1-1,-1 1,1-1,4 22,0 0,2 0,0-1,2 0,7 13,-4-9,37 84,-27-62</inkml:trace>
  <inkml:trace contextRef="#ctx0" brushRef="#br0" timeOffset="1052.803">7467 967,'18'41,"58"136,-60-161,-1-38,2-15,-9 15,1 1,1 1,1-1,0 2,2 0,0 0,13-12,-26 30,0 1,0-1,1 1,-1-1,0 1,1-1,-1 1,0-1,1 1,-1 0,1-1,-1 1,1-1,-1 1,1 0,-1 0,1-1,-1 1,1 0,-1 0,1-1,0 1,-1 0,1 0,-1 0,1 0,0 0,-1 0,1 0,-1 0,1 0,0 0,-1 1,1-1,-1 0,1 0,-1 0,1 1,-1-1,1 0,-1 1,1-1,-1 0,1 1,-1-1,1 1,-1-1,0 1,1-1,-1 1,0-1,1 1,-1-1,0 1,0-1,1 1,-1 0,7 39,-6-29,-1-3,1 1,0-1,0 0,1 1,0-1,0 0,1 0,0-1,0 1,1-1,0 1,1-1,-1 0,1-1,1 1,-1-1,1 0,0 0,0-1,1 1,0-1,-1-1,7 3,-5-4,1 0,0-1,0 0,0-1,0 0,0 0,1-1,-1 0,0-1,0 0,0 0,0-1,0 0,0-1,0 0,-1 0,1-1,-1 0,0 0,0-1,-1 0,1-1,-1 1,0-1,-1-1,1 1,-1-1,0 0,-1-1,0 1,0-1,-1 0,0 0,0-1,1-3,5-24,-1-1,-1 0,-3 0,0 0,-3-1,-1 0,-4-33,3 27,-4-197,3 215,-6 38,-2 47,3-1,3 1,2 29,1-35,-3-10,2 0,2 0,2 0,1 0,3-1,1 1,2-2,2 1,12 24,25 4,-48-68,1 0,0 0,-1-1,1 1,0-1,0 1,0-1,0 0,0 0,0 0,0 0,0 0,0 0,0 0,1-1,-1 1,0-1,0 0,1 1,-1-1,0 0,1 0,-1-1,0 1,1 0,-1-1,0 1,0-1,1 0,-1 0,0 0,0 0,1-1,13-13</inkml:trace>
  <inkml:trace contextRef="#ctx0" brushRef="#br0" timeOffset="1335.047">7989 632,'2'-4,"13"0,19 3,22 5,20 3,12 3,4 5,-15-1</inkml:trace>
  <inkml:trace contextRef="#ctx0" brushRef="#br0" timeOffset="1881.119">8457 1314,'14'-16,"0"-1,0 0,-2-1,0-1,-1 0,-1 0,-1-1,0-1,-2 1,0-1,-2 0,0-1,-1 1,-2-1,0 0,-1-8,-6-2,5 31,0 1,0-1,0 1,0-1,0 1,0-1,-1 1,1-1,0 1,0-1,0 1,-1-1,1 1,0-1,-1 1,1-1,0 1,-1-1,1 1,-1 0,1-1,-1 1,1 0,-1-1,1 1,-1 0,1 0,-1-1,1 1,-1 0,1 0,-1 0,1 0,-1 0,0 0,1 0,-1 0,1 0,-1 0,1 0,-1 0,0 0,1 1,-1-1,1 0,-1 0,1 0,-1 1,0-1,1 1,0-1,-1 0,1 0,-1 1,1-1,0 0,-1 1,1-1,0 0,-1 1,1-1,0 1,0-1,-1 0,1 1,0-1,0 1,0-1,0 1,0-1,-1 1,1-1,0 1,0-1,0 1,0-1,0 1,1-1,-1 0,0 1,0-1,0 1,0-1,0 1,1-1,-1 1,0-1,0 0,1 1,-1-1,0 1,1-1,-1 0,0 1,1-1,-1 0,0 0,1 1,-1-1,1 0,-1 0,1 1,-1-1,0 0,1 0,28 12,72-2,-85-11,-1 2,1 0,-1 0,1 2,-1 0,0 0,0 2,0 0,-1 1,11 5,-20-6,1 1,-1-1,0 1,-1 0,1 1,-1-1,-1 1,1 0,-1 0,0 0,-1 0,0 1,0-1,0 0,-1 1,0 0,0-1,-1 1,0 0,-1-1,0 1,0 0,0-1,-1 3,0 44,2-52,0 0,0 0,0 0,1 0,-1 0,1 0,-1 0,1 0,0-1,0 1,0 0,0 0,0-1,0 1,0 0,1-1,-1 1,0-1,1 0,-1 0,1 1,0-1,-1 0,1 0,0 0,0 0,0-1,-1 1,1-1,0 1,0-1,0 1,0-1,0 0,0 0,2 0,73-12,-55 4,0 0,0-1,-1-2,0 0,0-1,-2-1,1-1,-2-1,0 0,-1-2,0 0,-2 0,0-2,-1 0,11-18,-24 36,0 0,0 0,0 0,0 0,0-1,0 1,0 0,0-1,-1 1,1-1,0 1,-1 0,1-1,-1 0,0 1,1-1,-1 1,0-1,0 1,0-1,0 0,0 1,0-1,0 1,-1-1,1 1,-1-1,1 1,-1-1,1 1,-1-1,0 1,0 0,0-1,0 1,0 0,0 0,0 0,0-1,0 1,-1 0,1 1,0-1,-1 0,1 0,0 0,-1 1,1-1,-1 1,1-1,-1 1,0 0,0-1,-5 3,0-1,1 1,0 0,-1 1,1 0,0 0,0 0,0 0,1 1,-1 0,1 0,0 1,0-1,0 1,1 0,0 0,0 1,0-1,0 1,1 0,0 0,0 0,1 1,0-1,0 1,0-1,1 1,0-1,0 6,1-9,0 1,1 0,-1-1,1 1,0-1,0 1,0-1,0 0,1 1,-1-1,1 0,0 0,0 0,0 0,0 0,0-1,1 1,-1 0,1-1,0 0,0 0,0 0,0 0,0 0,0-1,1 1,-1-1,2 1,102 16,-41-20,-3-2</inkml:trace>
  <inkml:trace contextRef="#ctx0" brushRef="#br0" timeOffset="-5235.033">449 578,'-37'-8,"-1"2,0 1,0 2,0 2,-18 2,48-1,0 1,0-1,0 2,0-1,0 1,1 1,-1-1,0 1,1 0,0 1,0 0,0 0,0 1,1-1,0 1,0 1,0-1,0 1,1 0,0 1,0-1,1 1,0 0,0 0,0 0,1 0,-2 8,2-8,1 0,-1 0,2 0,-1 0,1 1,0-1,0 1,1-1,0 1,0-1,1 1,0-1,0 1,1-1,0 0,0 0,1 1,0-2,0 1,1 0,-1-1,1 1,1-1,-1 0,1 0,0-1,1 0,5 5,12 4,0-2,2 0,-1-2,1-1,2 0,-6-3,0 1,-1 2,0-1,-1 2,0 1,0 0,15 14,-30-23,0 1,0 0,-1 0,0 1,1-1,-1 1,-1 0,1 0,0 0,-1 0,0 0,0 0,0 1,0-1,-1 1,0-1,0 1,0-1,0 1,-1 0,0-1,0 1,0 0,0 0,-1-1,0 1,0 0,0-1,-1 1,1-1,-1 0,0 1,0-1,-2 2,-9 5,0 0,0-1,-1 0,0-1,-1-1,0 0,-1-1,1-1,-1-1,-1 0,1-1,0 0,-1-1,0-1,-6-1,-154 10,174-13,21 2,5-1</inkml:trace>
  <inkml:trace contextRef="#ctx0" brushRef="#br0" timeOffset="-4340.447">771 1207,'1'-7,"1"0,0 0,0 0,1 1,0-1,0 1,1 0,0-1,0 2,0-1,1 0,-1 1,2 0,-1 0,4-3,-2 1,18-17,-14 14,1-1,-2 0,1-1,-2 0,1 0,6-14,-15 25,-1 0,1 0,0-1,-1 1,1 0,0-1,-1 1,1-1,-1 1,0 0,0-1,1 1,-1-1,0 1,0-1,0 1,-1-1,1 1,0-1,0 1,-1 0,1-1,-1 1,0-1,1 1,-1 0,0 0,1-1,-1 1,0 0,0 0,0 0,0 0,0 0,-1 0,1 0,0 0,0 0,-1 1,1-1,0 1,-1-1,1 1,0-1,-1 1,1-1,-1 1,1 0,-1 0,-76 4,71-1,-1 0,1 1,-1-1,1 2,0-1,1 1,-1 0,1 0,0 1,0 0,0 0,1 0,0 1,0 0,-2 5,4-8,1 1,0-1,0 0,1 1,-1-1,1 1,0-1,0 1,0-1,1 1,0 0,0-1,0 1,0 0,1-1,0 1,-1 0,2-1,-1 1,1-1,-1 0,1 1,0-1,1 0,-1 0,1 0,0 0,1 0,6 5,2-1,-1 0,1-1,0 0,1-1,0-1,0 0,0 0,0-2,1 1,-1-2,1 0,0 0,0-1,0-1,0-1,0 0,12 1,-1-1,1-1,-1-2,0 0,0-2,-1-1,1 0,-1-2,-1-1,0-1,0-1,-1-1,-1 0,0-2,-1-1,0 0,-1-2,-2 0,1-1,-2-1,-12 16,-1 0,1 0,-1 0,-1-1,1 1,-1-1,1 0,-1 0,-1 0,1 0,-1 0,0 0,0 0,0-1,-1 1,1 0,-2 0,1-1,0 1,-1 0,0 0,0-1,-1 1,1 0,-1 0,0 1,0-1,-1 0,-2-3,5 8,0-1,0 1,0 0,0-1,-1 1,1 0,0-1,0 1,-1 0,1-1,0 1,-1 0,1-1,0 1,-1 0,1 0,0 0,-1-1,1 1,0 0,-1 0,1 0,-1 0,1 0,0 0,-1 0,1-1,-1 1,1 0,0 1,-1-1,1 0,-1 0,1 0,0 0,-1 0,1 0,-1 0,1 1,0-1,-1 0,1 0,0 0,-1 1,1-1,0 0,-1 0,1 1,0-1,0 0,-1 1,1-1,0 0,0 1,0-1,0 1,-1-1,1 0,0 1,0-1,0 1,0-1,0 0,0 1,0 0,-2 30,50 219,-30-160,-4 0,-3 1,-5 1,-3-1,-5 1,-3-1,-12 55,2-98,8-54,-4-66,-5-488,16 247,10 268,-10 44,1 0,0 0,-1 0,1 0,0 0,0 1,0-1,0 0,0 0,0 1,-1-1,2 1,-1-1,0 1,0-1,0 1,0 0,0-1,0 1,0 0,0 0,1 0,-1 0,0 0,0 0,0 0,0 0,0 0,1 0,-1 1,0-1,0 0,0 1,0-1,1 1,14 7,0 0,0 1,-1 1,0 0,-1 1,0 1,-1 0,0 0,3 6,-13-16,0 0,-1 0,1 1,0-1,-1 1,1 0,-1 0,0 0,0 0,0 0,0 0,0 1,-1-1,1 1,-1-1,0 1,0-1,-1 1,1-1,-1 1,0 0,1 0,-2-1,1 1,0 0,-1-1,0 1,1 0,-1-1,-1 1,1-1,0 0,-1 1,0-1,0 0,-10 6,-1-1,1 0,-1-1,-1 0,0-1,0-1,0 0,0-1,-1 0,-2-1,-8 3,-5 2,6-2</inkml:trace>
  <inkml:trace contextRef="#ctx0" brushRef="#br0" timeOffset="-2340.094">2160 939,'-15'-4,"-1"0,1 1,-1 0,0 1,1 1,-1 1,0 0,-2 1,12 0,0 0,1 0,-1 0,0 1,1 0,-1 0,1 1,0-1,0 1,0 0,0 0,0 1,0 0,1-1,0 2,0-1,0 0,0 1,1 0,0-1,0 1,0 1,-1 1,3-4,-1 0,0 0,1 0,-1 0,1 1,0-1,0 0,0 1,1-1,-1 0,1 1,0-1,0 1,0-1,0 1,1-1,-1 0,1 1,0-1,0 1,0-1,0 0,1 0,-1 0,1 0,0 0,0 0,0 0,0-1,0 1,1-1,-1 1,1-1,0 0,-1 0,1 0,0 0,0-1,1 1,-1-1,0 1,1-1,4 1,0-1,-1 1,1-2,0 1,0-1,0 0,0-1,-1 1,1-2,0 1,-1-1,1 0,-1-1,1 0,-1 0,0 0,0-1,0 0,-1 0,0-1,1 0,-1 0,-1-1,1 1,-1-1,0 0,-1-1,1 1,-1-1,0 0,-1 0,0 0,0 0,0-1,-1 1,0-3,1-9,-1 6,4 29,36 110,-39-120,0 0,0-1,0 0,1 0,-1 0,1 0,1 0,-1-1,1 1,-1-1,1-1,0 1,1-1,-1 1,1-2,-1 1,1 0,0-1,0 0,2 0,-4-2,0 1,1-1,-1 0,1 0,-1 0,0-1,1 1,-1-1,0 0,0-1,0 1,0-1,0 1,0-1,0 0,0-1,-1 1,1-1,-1 1,1-1,-1 0,0 0,0-1,-1 1,1-1,0 0,3-5,-1 0,0-1,0 0,-1 1,0-2,-1 1,0 0,0-1,-1 1,0-3,-4-110,2 121,1-1,-1 1,1-1,0 1,0 0,0-1,0 1,0 0,1 0,-1 0,1 0,-1 0,1 0,0 0,-1 0,1 1,0-1,0 1,0-1,1 1,-1 0,0 0,0 0,1 0,-1 0,0 0,1 1,-1-1,1 1,-1 0,1 0,-1 0,1 0,-1 0,1 0,-1 1,1-1,-1 1,1 0,-1-1,0 1,2 1,-1-2,4 0,20 1,0 1,-1 2,1 0,-1 1,0 2,2 2,-25-8,-1 0,1 0,0 1,0 0,0-1,-1 1,1 0,-1 0,1 0,-1 1,0-1,0 1,0-1,0 1,0-1,-1 1,1 0,-1 0,0 0,0 0,0 0,0 0,0 0,-1 0,1 1,-1-1,0 0,0 0,0 1,-1-1,1 0,-1 0,1 0,-1 0,0 0,0 0,-1 0,-4 21,4-19,-1 1,1-1,1 0,-1 1,1-1,0 0,0 1,0 0,1-1,0 1,0-1,0 1,1 0,0-1,0 1,0-1,1 1,0-1,0 0,0 0,1 0,-1 0,1 0,1 0,-1-1,7 2,0 0,0-1,1 0,0 0,-1-1,2-1,-1 0,0 0,1-1,-1-1,1 0,-1 0,1-1,0-1,-1 0,1 0,-1-1,1-1,5-2,30-5,-7-1</inkml:trace>
  <inkml:trace contextRef="#ctx0" brushRef="#br0" timeOffset="-750.514">3471 953,'-13'-7,"-1"0,1 1,-1 0,0 1,0 1,-1 0,1 1,-1 0,0 1,0 1,1 1,-1 0,0 0,0 2,-2 0,11 0,1 0,0 0,0 0,0 1,0-1,1 1,-1 1,1-1,0 0,0 1,0 0,0 0,0 0,1 1,0-1,0 1,0 0,0-1,1 1,0 1,0-1,0 0,1 0,0 1,0-1,0 1,1-1,-1 1,1-1,1 1,-1-1,1 1,0-1,0 0,0 1,1-1,0 0,0 0,0 0,1 0,-1 0,1 0,1-1,-1 1,0-1,1 0,0 0,0-1,0 1,1-1,-1 1,1-1,0-1,-1 1,1-1,1 0,-1 0,3 1,-1-2,0-1,1 1,-1-1,0-1,1 1,-1-1,0 0,0-1,0 0,0 0,0-1,0 1,0-1,-1-1,1 1,-1-1,0-1,0 1,-1-1,1 0,-1 0,0 0,0-1,-1 0,0 0,0 0,0 0,-1-1,0 1,0-1,0 0,-1 0,0 0,-1 0,1 0,-1-1,-1 1,1-5,-9 32,7-14,0 1,1-1,-1 1,1-1,1 1,-1-1,1 0,0 1,0-1,1 1,0-1,0 0,1 0,0 0,0 0,0-1,0 1,1-1,0 0,0 0,1 0,-1 0,1-1,0 0,0 0,0 0,6 3,61 29,-70-35,0 0,1 0,-1-1,0 1,1-1,-1 1,0-1,1 0,-1 0,1 0,-1 0,0 0,1-1,-1 1,0-1,1 1,-1-1,0 0,0 0,1 0,-1 0,0 0,0-1,0 1,0-1,-1 1,1-1,0 1,-1-1,1 0,0-1,4-11,0 0,0 0,-1 0,-1-1,-1 0,2-12,-1 5,23-133,-27 153,0 1,0-1,1 0,-1 0,1 0,-1 1,1-1,0 0,0 1,-1-1,1 0,1 1,-1-1,0 1,0 0,0-1,1 1,-1 0,1 0,-1 0,1 0,-1 0,1 0,0 0,-1 0,1 1,0-1,0 1,-1-1,1 1,0 0,0-1,0 1,0 0,-1 0,1 0,0 1,1-1,13 2,-1 0,1 2,0 0,-1 0,0 1,0 1,1 1,-13-4,0 0,0 0,0 1,0-1,-1 1,1-1,-1 1,0 0,0 0,0 0,-1 0,1 0,-1 0,0 0,0 1,-1-1,1 0,-1 1,0-1,0 1,0-1,-1 0,1 1,-1-1,0 0,0 0,-1 1,-1 2,-1 18,4-21,-1 94,1-94,1-1,0 1,0-1,0 0,1 1,-1-1,1 0,0 0,0 0,0 0,0 0,0 0,1-1,-1 1,1-1,0 1,-1-1,1 0,0 0,1 0,-1-1,0 1,0-1,1 0,-1 0,1 0,14 2,0-2,0 0,0-1,0-1,0-1,0 0,0-2,0 0,-1 0,1-2,-1 0,-1-1,1-1,-1-1,0 0,7-6,-8 7,-1-1,0 0,0 0,-1-2,0 0,-1 0,0-1,-1-1,-1 1,1-2,-2 0,0-1,-7 13,-1-1,0 1,0-1,-1 0,1 0,0 1,-1-1,0 0,1 0,-1 0,0 0,-1 0,1 1,0-1,-1 0,1 0,-1 0,0 1,0-1,0 0,-1 1,1-1,0 1,-1 0,0-1,0 1,1 0,-1 0,0 0,-1 0,1 0,0 0,0 1,-1-1,1 1,-1 0,0 0,1 0,-1 0,0 0,1 0,-1 1,0-1,0 1,0 0,0 0,0 0,1 0,-1 0,0 1,0-1,0 0,-1 1,1 0,0-1,0 1,0 0,1 1,-1-1,0 1,0-1,1 1,-1 0,0 0,1 0,0 0,0 0,-1 0,1 1,1-1,-1 1,0 0,1-1,-1 1,1 0,0 0,0 0,0 0,0 0,0 0,1 0,-1 0,1 3,0 0,-1 1,2-1,-1 0,1 0,0 1,0-1,1 0,0 0,0 0,0-1,1 1,-1 0,2-1,-1 0,0 1,2 0,7 6,0 0,1-1,0-1,1 0,0-1,0 0,1-1,0-1,0 0,1-1,0-1,0 0,0-1,1-1,-1 0,1-2,4 0,20 1,0-3,-1-1,1-2,0-2,-1-2,21-7,-52 13,-3 2,0-1,0 0,0 0,0 0,0 0,0-1,-1 0,1-1,0 1,-1-1,0 0,0 0,1-1,-2 0,1 0,0 0,-1 0,0 0,0-1,0 0,-1 0,0 0,1 0,-2-1,1 1,-1-1,2-4,-3 8,0-1,-1 0,1 0,0 0,-1 0,0 0,1 0,-1 0,0 0,-1 0,1 0,-1 0,1 0,-1 0,0 0,0 0,0 1,0-1,-1 0,1 1,-1-1,1 1,-1-1,0 1,0 0,0-1,0 1,-1 0,1 1,0-1,-1 0,0 1,1-1,-2 1,-4-1,-1 1,0 0,1 0,-1 1,0 1,1-1,-1 1,1 1,-1-1,1 2,-1-1,1 1,0 0,0 1,-1 1,4-3,0 0,1 1,0 0,0 0,0 0,0 0,0 1,1-1,-1 1,1 0,0 0,0 0,0 1,1-1,0 1,-1 0,2-1,-1 1,0 0,1 0,0 0,0 0,1 0,-1 0,1 0,0 2,1-3,0 0,0 0,0 0,1 0,-1 0,1 0,0 0,0-1,0 1,1-1,-1 1,1-1,0 0,0 0,0 0,0-1,0 1,1-1,-1 1,1-1,0 0,-1-1,1 1,0 0,3 0,3 1,0 0,1-1,-1 1,1-2,-1 0,1 0,0-1,-1 0,8-1,-11 0,-1-1,0 1,1-1,-1 0,0-1,0 1,0-1,-1 0,1-1,-1 1,0-1,0 0,0-1,0 1,-1-1,1 0,-1 0,0 0,-1-1,0 1,1-1,-2 0,1 0,-1 0,0 0,0 0,0 0,-1-1,0-1,-2 14,1 0,0 0,0 0,1 0,0 0,0 0,0 0,1 0,-1 0,2-1,-1 1,0-1,1 0,0 1,0-1,1 0,-1-1,1 1,0-1,1 1,-1-1,1-1,4 4,6 1,0-2,1 0,0-1,0 0,1-1,-1-1,1-1,-1 0,1-1,0-1,0 0,-1-1,1-1,4-2,28-5</inkml:trace>
  <inkml:trace contextRef="#ctx0" brushRef="#br0" timeOffset="3419.556">10596 993,'-66'-72,"63"70,0 0,0 0,0 1,0-1,0 1,-1 0,1 0,0 0,-1 0,1 1,-1-1,1 1,-1 0,1 0,0 0,-1 1,1-1,-1 1,1 0,0 0,-1 0,1 0,0 0,0 1,0 0,-3 1,-2 2,1 1,0 0,0 0,0 0,1 1,0-1,0 2,1-1,0 1,0-1,1 1,0 1,0-1,1 1,0-1,0 1,1 0,0 0,1 0,0 0,0 0,1 7,1-14,-1 1,0-1,1 0,-1 1,1-1,0 0,0 0,0 0,0 1,0-1,0 0,1 0,-1-1,1 1,-1 0,1 0,0-1,0 1,0-1,0 1,0-1,0 0,0 0,0 0,0 0,0 0,1 0,-1-1,0 1,1-1,-1 0,0 1,1-1,-1 0,0 0,1-1,1 1,5-1,-1-1,1 1,-1-1,0-1,0 1,0-1,0-1,0 1,-1-2,1 1,-2 0,0-1,0 1,0-1,-1 0,0-1,0 1,0-1,-1 0,0 0,0 0,0-1,-1 1,0-1,0 0,-1 0,0 0,0 0,0-1,-1 1,0 0,-1-1,0 1,0-1,0 1,-1-4,6 25,0-1,2 0,-1 0,2 0,0-1,0 0,1 0,0-1,1-1,1 1,0-2,0 1,3 0,15 10</inkml:trace>
  <inkml:trace contextRef="#ctx0" brushRef="#br0" timeOffset="4131.17">11023 967,'-2'-3,"-1"1,1 0,-1 0,0 0,0 1,1-1,-1 1,-1 0,1-1,0 1,0 0,0 1,-1-1,1 1,0-1,0 1,-1 0,1 0,0 1,-1-1,1 1,0-1,0 1,-1 0,1 0,0 1,0-1,0 1,0-1,1 1,-1 0,0 0,1 0,-1 0,0 2,0 1,0 0,1 0,0 0,0 0,0 0,1 1,0-1,0 0,0 1,1-1,-1 1,1 0,1-1,-1 1,1-1,0 0,0 1,1-1,-1 0,1 1,0-1,1 0,-1 0,1-1,0 1,0 0,1-1,-1 0,1 0,0 0,0 0,0-1,1 1,-1-1,1 0,0 0,-1-1,1 0,1 1,-1-2,0 1,0-1,1 1,-1-1,1-1,-1 1,2-1,9-4,-1 0,-1-1,1 0,-1-1,0-1,0 0,-1-1,0-1,0 0,-1-1,0 0,-1-1,0 0,0 0,-1-1,-1-1,0 0,6-12,8-18,-2-1,-1-1,-3 0,-1-1,-3-1,-1 0,-3-1,-2 0,-2-1,-1-44,-1 64,-2 0,-1 0,-1 0,-2 0,0 0,-2 1,-2-1,0 1,-2 1,-3-6,12 32,0 0,0-1,0 1,-1-1,1 1,-1-1,1 1,-1-1,1 1,-1 0,0 0,0-1,0 1,0 0,0 0,0 0,0 0,0 0,0 0,0 0,-1 0,1 0,0 1,-1-1,1 0,0 1,-1-1,1 1,-1 0,1-1,-1 1,1 0,-1 0,1 0,-1 0,1 0,-1 0,1 0,-1 1,-14 63,15-12,3 0,2 0,2-1,4 14,-4-25,19 113,5-1,22 52,-46-185,0 0,1-1,1 0,1 0,8 12,-14-26,-1 0,1 0,0 0,0-1,0 0,0 1,0-1,1 0,-1-1,1 1,0-1,0 1,0-1,0 0,0-1,1 1,-1-1,1 0,-1 0,1 0,-1 0,1-1,-1 0,1 0,-1 0,1 0,1-1,8-4,-1-1,0 0,0-1,-1 0,0-1,0-1,-1 0,0 0,-1-1,0 0,0-1,-1 0,0 0,-1-1,-1-1,0 1,0-1,-1 0,3-11,14-62,-25 105,0 1,2-1,0 0,2 0,0 0,1 2,-2-16,0-1,0 1,1-1,-1 1,1-1,0 1,0-1,1 0,0 0,-1 0,1 0,0-1,1 1,-1-1,1 1,-1-1,1 0,0-1,0 1,0-1,1 0,-1 0,1 0,-1 0,1-1,-1 0,1 0,27 3,-2-5</inkml:trace>
  <inkml:trace contextRef="#ctx0" brushRef="#br0" timeOffset="4393.467">11933 672,'-16'-4,"-8"-5,-1-2,1 1,4-1,1-3,4 2</inkml:trace>
  <inkml:trace contextRef="#ctx0" brushRef="#br0" timeOffset="4576.972">11197 471,'5'-2,"15"-1,22 0,24 1,22 0,17-1,7 0,-14 0</inkml:trace>
  <inkml:trace contextRef="#ctx0" brushRef="#br0" timeOffset="5026.286">12321 780,'-5'25,"2"0,1 1,1 0,0 0,3-1,3 24,-4-43,0 1,1-1,0-1,0 1,1 0,-1-1,1 1,1-1,-1 0,1 0,-1 0,1 0,1 0,-1-1,1 0,0 0,0 0,0-1,0 0,0 0,1 0,0 0,-1-1,1 0,0 0,0-1,0 1,1-1,-1-1,0 1,0-1,0 0,0-1,1 1,-1-1,0 0,5-2,-4 0,0 1,0-1,0-1,0 1,0-1,-1-1,0 1,0-1,0 0,-1 0,1-1,-1 1,0-1,-1 0,0-1,0 1,0-1,-1 0,3-6,-1-2,0 1,-1-1,0-1,-1 1,-1 0,-1-1,0 1,-1-1,0-3,-4 66,3-38,1-1,0 1,0-1,1 1,0-1,1 1,-1-1,2 0,-1 1,1-1,1 0,-1-1,1 1,1-1,-1 0,1 0,0 0,1 0,0-1,0 0,0 0,1-1,0 0,0 0,1 0,26 8,-1-5</inkml:trace>
  <inkml:trace contextRef="#ctx0" brushRef="#br0" timeOffset="5649.884">12948 806,'-2'6,"1"0,-1 1,1-1,0 1,0-1,1 1,0-1,0 1,0-1,1 1,0-1,1 1,-1-1,1 1,0-1,1 0,-1 0,1 0,1-1,-1 1,1-1,0 1,0-1,0 0,1-1,-1 1,1-1,1 0,-1 0,0 0,1-1,0 0,0 0,0 0,0-1,0 0,0 0,5 0,-3-2,0 0,1-1,-1 1,0-2,0 1,0-2,0 1,0-1,-1 0,1 0,-1-1,0 0,1 0,-2-1,1 0,-1 0,1 0,-2-1,1 0,0 0,-1-1,-1 0,1 0,-1 0,0 0,0 0,-1-1,0 0,0 0,-1 1,0-1,-1-1,0 1,0 0,0-1,0-7,-1 17,-2 8,1-1,-1 0,2 1,-1-1,1 1,1-1,-1 1,1-1,1 0,0 1,0-1,0 0,1 0,0 0,1-1,0 1,0-1,1 0,-1 0,2 0,-1-1,1 1,0-1,0-1,0 1,1-1,0 0,4 2,0-4,1 0,0-1,-1 0,1-1,0 0,0-1,0-1,0 0,0 0,0-1,0 0,-1-1,1-1,-1 0,0 0,0-1,0 0,-1-1,0 0,0-1,0 0,-1-1,0 0,-1 0,1-1,0-2,24-71,-25 108,-7-14,16 90,-16-98,1 1,0-1,-1 0,1 0,1 0,-1 0,1 0,0 0,-1-1,2 1,-1-1,0 0,1 0,-1 0,1 0,0 0,0-1,0 0,0 0,5 2,6 0</inkml:trace>
  <inkml:trace contextRef="#ctx0" brushRef="#br0" timeOffset="5822.419">13684 458,'2'2,"1"1</inkml:trace>
  <inkml:trace contextRef="#ctx0" brushRef="#br0" timeOffset="8514.792">14994 980,'0'-8,"1"1,0 0,0 0,1 0,0 0,0 0,1 0,0 1,0-1,0 1,1 0,0 0,4-5,44-33,-47 41,1-1,-1 0,0 0,-1-1,1 1,-1-1,0 0,0 0,0-1,-1 1,0-1,0 0,0 0,-1 0,1 0,-2 0,1 0,-1-1,0 0,0 4,-1 0,0 1,0-1,0 0,0 0,-1 0,1 1,-1-1,1 0,-1 0,0 1,0-1,-1 1,1-1,0 1,-1-1,1 1,-1 0,0 0,0 0,0 0,0 0,0 0,0 0,-1 1,1-1,-1 1,1-1,-1 1,1 0,-1 0,0 0,1 1,-1-1,0 0,0 1,1 0,-1 0,0 0,-2 0,1 0,0-1,0 1,-1 1,1-1,0 0,0 1,0 0,0 0,0 0,0 1,0-1,0 1,1 0,-1 0,0 0,1 0,0 1,-1-1,1 1,0 0,0 0,1 0,-1 1,1-1,-1 0,1 1,-2 3,3 0,0 0,0 0,1-1,-1 1,1 0,1 0,-1 0,1-1,0 1,1 0,0-1,0 1,0-1,1 0,0 0,0 0,3 4,74 90,-70-89,0-1,0 0,1-1,0 0,1-1,0 0,0-1,1-1,-1 0,2 0,-1-1,14 3,-18-9,1-1,-1 0,0-1,1 0,-1 0,-1-1,1 0,0 0,-1-1,0 0,0-1,-1 0,1 0,-1 0,-1-1,1 0,4-6,1 0,0 0,-1-1,-1 0,0 0,0-1,-2-1,0 1,-1-1,0-1,-1 1,-1-1,-1 0,1-9,-5 24,0 0,0 0,0 0,0 1,0-1,1 0,-1 0,1 0,-1 0,1 1,0-1,-1 0,1 1,0-1,0 0,0 1,0-1,1 1,-1 0,0-1,1 1,-1 0,1 0,-1 0,1 0,-1 0,1 0,0 0,-1 0,1 1,0-1,0 1,0-1,0 1,-1 0,1 0,0 0,0 0,0 0,0 0,0 0,0 0,0 0,0-1,0 1,0 0,0 0,0 0,0 0,0 1,0-1,0 1,0-1,0 1,0 0,0-1,0 1,-1 0,1 0,0 0,-1 1,1-1,0 0,-1 0,0 1,1-1,-1 1,0 0,0-1,0 1,0 0,0 0,0-1,0 1,-1 0,1 0,0 0,-1 0,0 0,0 0,1 1,-1 5,1 0,-1-1,2 1,-1-1,1 1,0-1,1 0,0 0,0 0,1 0,0 1,11 13,1-1,0 0,2-1,0-1,4 2,9 9,-10-3,-20-25,-1 0,0-1,0 1,0-1,1 1,-1 0,0-1,0 1,0 0,0-1,0 1,-1 0,1-1,0 1,0-1,0 1,0 0,-1-1,1 1,0-1,-1 1,1-1,0 1,-1-1,1 1,0-1,-1 1,1-1,-1 1,1-1,-1 0,1 1,-1-1,0 0,1 1,-1-1,1 0,-1 0,0 0,1 0,-1 1,1-1,-1 0,0 0,1 0,-1 0,0 0,1 0,-1-1,-16 4,-1-1,0-1,0-1,0 0,1-1,-1-1,0-1,1-1,-6-1,22 5,0 0,1 0,-1 0,0-1,0 1,1 0,-1 0,0 0,0 0,1-1,-1 1,0 0,1-1,-1 1,0-1,1 1,-1 0,1-1,-1 0,0 1,1-1,0 1,-1-1,1 1,-1-1,1 0,0 1,-1-1,1 0,0 0,0 1,-1-1,1 0,0 1,0-1,0 0,0 0,0 0,0 1,0-1,0 0,0 0,1 1,-1-1,0 0,0 1,1-1,-1 0,0 1,1-1,-1 0,1 1,-1-1,0 1,1-1,36-25,6 5,-23 13,1-2,-2 0,1-1,-2-1,1-1,-2-1,0 0,3-4,-6 0,-1 1,0-2,-1 0,-1 0,-1-1,-1-1,-1 1,0-1,-2-1,0 1,-1-7,5-33,-2 0,-3-1,-3-26,-3 33,8 302,-6-235,-1 29,2 1,2-1,1 0,3 0,1-1,2 0,1 0,4 1,-15-36,1 0,-1 0,1-1,0 1,1-1,-1 1,1-1,0 0,0 0,0 0,0 0,1-1,0 1,-1-1,1 0,0 0,1 0,-1-1,0 1,1-1,0 0,-1-1,1 1,0-1,0 0,0 0,0 0,0-1,0 1,0-1,0 0,0-1,0 0,0 1,0-1,0-1,0 1,6-7,-1 0,-1-1,1 0,-1-1,-1 1,0-2,0 1,-1-1,-1 0,1-1,1-7,15-20,-19 88,-5-41,0-1,0 1,1-1,0 1,1 0,-1-1,1 1,1-1,0 0,0 1,0-1,1 0,0 0,0 0,1 0,-1-1,2 1,-1-1,1 0,0 0,0-1,0 0,7 5,-2-4,1-1,0 0,0 0,1-1,0-1,-1 0,1 0,0-1,0-1,0 0,0-1,11 0,12-3</inkml:trace>
  <inkml:trace contextRef="#ctx0" brushRef="#br0" timeOffset="8776.091">15877 538,'-20'-4,"-12"-2,-3-2,10 0,18 2,23 2,28 1,29 2,27 0,26 1,-9 0</inkml:trace>
  <inkml:trace contextRef="#ctx0" brushRef="#br0" timeOffset="9220.903">17601 712,'-2'2,"-1"0,1 1,0 0,0-1,0 1,0 0,0 0,1 0,-1 0,1 0,0 0,0 0,0 0,0 1,1-1,-1 0,1 1,0-1,0 0,0 1,0-1,1 0,-1 1,1-1,0 0,0 0,0 0,0 1,1-1,-1 0,1 0,0-1,0 1,0 0,0-1,0 1,0-1,1 0,1 2,1-2,1 0,-1 0,1 0,0-1,0 0,-1 0,1 0,0-1,0 0,0 0,0-1,0 1,0-1,0 0,-1-1,1 0,0 1,-1-2,1 1,-1-1,4-2,-5 3,-1 0,0 0,0 0,0 0,0-1,-1 1,1-1,-1 0,1 0,-1 0,0 0,0 0,0 0,0 0,-1-1,0 1,1-1,-1 1,0-1,-1 1,1-1,-1 0,1 0,-1 1,0-1,0 0,-1 1,1-1,-1 0,0 1,0-1,0 1,0-1,-1 1,1-1,-3-2,1 0,-1 1,-1-1,1 1,0-1,-1 1,0 1,-1-1,1 1,-1 0,1 0,-1 0,-1 1,1 0,0 0,-1 1,1-1,-1 1,0 1,0-1,1 1,-1 1,0-1,0 1,0 0,0 1,0 0,0 0,0 0,1 1,-1 0,0 0,1 1,0-1,-1 1,1 1,0-1,1 1,-1 0,1 1,-3 2,4-2,0 0,1 0,-1 0,1 1,1-1,-1 1,1 0,0-1,0 1,0 0,1 0,0 1,0-1,1 0,0 0,0 0,0 0,1 1,0-1,0 0,0 0,1 0,0 0,0 0,1-1,0 1,-1-1,2 1,-1-1,1 0,0 0,0-1,0 1,0-1,1 0,0 0,0 0,0-1,0 1,1-1,39 15,-2-6</inkml:trace>
  <inkml:trace contextRef="#ctx0" brushRef="#br0" timeOffset="10105.558">17949 164,'0'-67,"-1"183,0 47,7-1,7 6,-4-121,-8-46,-1-1,1 0,0 1,-1-1,1 0,-1 1,1-1,0 0,-1 0,1 0,-1 1,1-1,0 0,-1 0,1 0,0 0,-1 0,1 0,0 0,-1-1,1 1,0 0,-1 0,1 0,-1-1,1 1,-1 0,1-1,0 1,-1 0,1-1,-1 1,1-1,-1 1,0 0,1-1,-1 0,1 1,-1-1,0 1,1-1,-1 1,0-1,0 0,0 1,1-1,-1 0,3-3,3-2,1 0,-1 0,1 1,1-1,-1 1,1 1,0 0,0 0,0 0,0 1,1 0,-1 1,7-1,-11 2,1 0,-1 1,0 0,1 0,-1 0,1 0,-1 1,0 0,0 0,1 0,-1 0,0 1,0-1,0 1,0 0,0 0,-1 1,1-1,-1 1,1 0,-1 0,0 0,0 0,0 0,-1 1,1-1,-1 1,2 3,-2-3,0 0,0 0,0 1,0-1,-1 0,0 0,0 1,0-1,-1 1,1-1,-1 1,0-1,-1 1,1-1,-1 1,1-1,-1 0,-1 1,1-1,-1 0,1 0,-1 0,0 0,-1 0,1 0,-1 0,1-1,-1 1,0-1,-1 0,1 0,0 0,-1 0,0-1,0 1,1-1,-1 0,-1 0,1-1,-3 2,1 0,0 0,1-1,-1 1,0-1,0-1,0 1,0-1,0 0,-1 0,1-1,0 0,0 0,-1 0,1-1,0 0,0 0,0-1,0 1,0-1,0-1,0 1,1-1,-1 0,1 0,0-1,0 1,-4-5,7 6,1 0,0 0,0 0,0 0,1 0,-1-1,0 1,1 0,-1 0,1-1,0 1,0 0,0-1,0 1,0 0,1 0,-1-1,1 1,-1 0,1 0,0-1,0 1,0 0,0 0,0 0,0 0,0 0,1 1,-1-1,1 0,-1 1,1-1,0 1,1-1,70-47,-66 46,7-5,5 0,0-1,-1 0,0-1,0-1,-2-1,1 0,-1-1,-1-1,-1-1,0 0,0 0,-2-1,0-1,-1-1,8-16,-11 6,-2-1,0 1,-2-1,-2-1,0 1,-2 0,-1 0,-4-22,4 45,1-2,0-1,-1 1,1 0,-2 0,1-1,-1 1,-1 0,1 0,-2 1,1-1,-1 1,0-1,0 1,-1 0,-3-3,7 9,-1 1,0 0,1 0,-1 0,0 0,1 0,-1 0,0 0,0 0,1 0,-1 1,0-1,1 1,-1 0,1-1,-1 1,1 0,-1 0,1 0,-1 0,1 0,0 0,0 0,-1 0,1 1,0-1,0 0,0 1,0-1,0 1,1-1,-1 1,0-1,1 1,-1 0,1-1,0 1,-1 0,1-1,0 1,0 0,-8 27,1 1,1-1,2 1,1 0,1 0,2 0,1 1,1 0,0 3,1 0,2 0,2 0,1-1,1 0,2 0,1-1,1 0,2-1,2-1,12 19,-22-41,-1 1,1-1,1 0,0-1,0 0,0 0,1-1,5 4,-11-8,0-1,0 1,1-1,-1 0,0 1,0-1,1-1,-1 1,1 0,-1-1,1 0,-1 0,1 0,-1 0,1 0,-1-1,0 1,1-1,-1 0,0 0,1-1,-1 1,0-1,0 1,0-1,0 0,2-2,4-5,-1-1,0 0,-1 0,0 0,0-1,-1 0,-1 0,0-1,0 1,-1-1,0-4,15-34,-19 50,0-1,0 1,0 0,0-1,-1 1,1 0,0-1,0 1,0 0,0-1,0 1,0-1,0 1,0 0,0-1,0 1,0 0,0-1,0 1,1 0,-1-1,0 1,0 0,0-1,0 1,1 0,-1-1,0 1,0 0,0-1,1 1,-1 0,0 0,1-1,-1 1,0 0,1 0,-1 0,0 0,1-1,-1 1,0 0,1 0,-1 0,0 0,1 0,-1 0,0 0,1 0,-1 0,1 0,-1 0,0 0,1 0,-1 0,0 0,1 1,-1-1,0 0,1 0,-1 0,0 0,1 1,-1-1,0 0,0 0,1 1,3 27,-4 2,-1-23,0 1,0-1,1 1,0-1,1 1,-1-1,1 0,1 1,-1-1,1 0,1 0,-1 0,1 0,0 0,1-1,0 1,0-1,0 0,1 0,0-1,0 1,2 1,8 1</inkml:trace>
  <inkml:trace contextRef="#ctx0" brushRef="#br0" timeOffset="10379.824">18697 418,'-6'16,"6"9,12 6,5-2</inkml:trace>
  <inkml:trace contextRef="#ctx0" brushRef="#br0" timeOffset="11493.844">19192 726,'-2'-6,"0"0,1 0,-2 0,1 0,-1 1,0-1,0 1,0 0,-1 0,0 0,0 0,0 1,-1-1,1 1,-1 0,0 0,0 1,-1 0,1 0,-1 0,1 0,-1 1,0 0,0 0,0 0,0 1,0 0,0 0,-1 1,1 0,0 0,-1 0,1 2,0-1,1 1,-1 0,0 0,1 1,0-1,0 1,-1 1,2-1,-1 1,0-1,1 1,-1 1,1-1,1 1,-1-1,0 1,1 0,0 0,0 1,1-1,0 1,-1-1,2 1,-1 0,1 0,0 0,0 2,2-4,1-1,0 0,0 0,0 0,1 0,-1 0,1 0,0-1,-1 1,1-1,0 0,1 0,-1 0,0 0,1 0,-1-1,1 1,-1-1,1 0,-1 0,1 0,0-1,0 0,-1 1,1-1,0 0,0-1,-1 1,1-1,0 1,-1-1,1 0,1-1,7-1,0 0,-1 0,1-1,-1-1,0 0,0-1,0 0,-1 0,0-1,0 0,7-9,-16 15,0 0,0 0,-1 0,1 1,0-1,0 0,0 0,0 1,0-1,0 0,0 1,0-1,0 1,0-1,1 1,-1 0,0-1,0 1,0 0,1 0,-1 0,0 0,0 0,0 0,1 0,-1 0,0 0,0 1,0-1,0 1,1-1,-1 0,0 1,0 0,0-1,0 1,0 0,0-1,0 1,-1 0,1 0,0 0,0 0,-1 0,1 0,0 0,-1 0,1 0,-1 0,1 0,-1 0,0 1,1-1,-1 0,0 0,0 1,73 185,-55-136,-3 0,-1 1,-3 1,-3 0,0 12,-7-58,1 0,-2 0,1 0,-1 0,0 0,0 0,-1 0,0 0,0 0,-1 0,0 0,0 0,-1 0,0-1,0 0,0 1,-1-1,0 0,0 0,0-1,-1 0,0 1,0-1,0-1,-1 1,1-1,-1 0,0 0,-2 0,2-2,-1 0,1 0,0-1,-1 0,1 0,-1-1,1 0,-1 0,1 0,-1-1,1 0,-1 0,1-1,0 0,0 0,0 0,0-1,0 0,0 0,1 0,-1-1,1 0,0 0,0 0,0 0,1-1,0 0,-1 0,2 0,-1-1,1 1,-2-4,-1-4,0-1,1 1,1-1,0 0,1 0,1 0,0-1,1 1,0-1,1 1,1 0,0-1,1 1,1 0,0 0,1 0,0 0,1 0,0 1,2 0,-1 0,2 0,-1 1,2 0,-1 1,2 0,0 0,0 1,0 0,2 1,-1 0,8-3,11-5,1 2,0 2,1 0,29-6,-36 13,-1-2,0 0,0-2,0-1,-1-1,-1 0,0-2,-1-1,3-2,-20 13,1 0,0 0,-1-1,0 0,0 1,0-1,-1 0,1-1,-1 1,0-1,-1 1,0-1,1 0,-2 0,1 0,-1-2,-1 7,0-1,-1 1,1-1,0 1,-1-1,0 1,1 0,-1-1,0 1,0 0,0 0,0-1,0 1,0 0,0 0,0 0,0 0,-1 0,1 0,0 0,-1 1,1-1,0 0,-1 1,1-1,-1 1,1 0,-1-1,1 1,-1 0,1 0,-1 0,0 0,0 0,-54 8,49-5,-1 2,1-1,0 1,1 0,-1 0,1 1,0-1,1 2,-1-1,1 0,0 1,1 0,0 0,0 1,0-1,1 1,0 0,0 0,1 0,0 0,1 0,0 0,0 1,0-1,1 0,1 0,-1 1,3 7,-2-12,0 0,0-1,1 1,-1 0,1-1,0 0,0 1,0-1,1 0,-1 0,1 0,0 0,-1-1,1 1,1-1,-1 0,0 1,0-1,1-1,-1 1,1-1,0 1,-1-1,1 0,0 0,0 0,0-1,0 0,-1 1,1-1,0 0,0-1,0 1,0-1,0 0,-1 0,1 0,0 0,-1-1,1 1,-1-1,1 0,-1 0,0 0,0-1,0 1,0-1,0 0,2-2,47-84,-52 89,0-1,0 1,0-1,0 1,1-1,-1 1,0-1,0 1,1 0,-1-1,0 1,1-1,-1 1,0 0,1-1,-1 1,0 0,1-1,-1 1,1 0,-1 0,1 0,-1-1,0 1,1 0,-1 0,1 0,-1 0,1 0,-1 0,1 0,-1 0,1 0,-1 0,1 0,-1 0,1 0,-1 0,1 0,-1 0,1 1,-1-1,1 0,-1 0,0 1,1-1,-1 0,1 1,-1-1,0 0,1 1,-1-1,0 0,0 1,1 0,13 30,-9-20,-3-6,1 0,0 0,0 0,0 0,0-1,1 1,0-1,0 0,0 0,1 0,-1-1,1 1,0-1,0 0,0-1,0 1,0-1,1 0,-1 0,1-1,-1 1,1-1,0-1,-1 1,1-1,0 0,0 0,-1 0,1-1,0 0,-1 0,1-1,0 1,-1-1,0 0,1-1,-1 1,0-1,0 0,-1-1,2 0,7-12,-1-1,0 0,-2-1,0 0,0-1,-2 0,0 0,-2-1,0 0,-1 0,-1-1,-1 1,1-18,-3 32,13-108,-5 0,-4-1,-7-25,-6 56,8 84,0 1,0-1,0 1,0-1,0 0,0 1,0-1,0 1,0-1,0 1,0-1,0 1,-1-1,1 1,0-1,0 0,0 1,0-1,-1 1,1-1,0 0,-1 1,1-1,0 0,0 1,-1-1,1 0,-1 1,1-1,0 0,-1 0,1 1,-1-1,1 0,0 0,-1 0,1 0,-1 0,1 0,-1 0,1 0,-1 0,1 0,-1 0,1 0,0 0,-1 0,1 0,-1 0,1 0,-1 0,1-1,-1 1,1 0,0 0,-1 0,1-1,0 1,-1 0,1-1,0 1,-1 0,1-1,0 1,-1 0,1-1,0 0,-11 36,1 0,2 0,2 0,1 1,-1 32,6-65,-5 56,3-1,3 1,4 36,-2-72,0 0,2 0,0-1,2 1,0-1,2-1,0 1,1-1,1-1,9 12,43 33,-60-63,-1 0,1 0,-1-1,1 1,0 0,0-1,0 0,0 0,0 0,0 0,0 0,0 0,0-1,1 1,-1-1,0 0,0 0,1-1,-1 1,0 0,0-1,0 0,0 0,0 0,0 0,1 0,11-11</inkml:trace>
  <inkml:trace contextRef="#ctx0" brushRef="#br0" timeOffset="11738.197">19874 378,'13'-2,"19"-3,22-1,20 0,10 2,4 1,-6 4,-15 1</inkml:trace>
  <inkml:trace contextRef="#ctx0" brushRef="#br0" timeOffset="12002.53">20408 739,'0'6,"12"100,-12-103,1 0,0 0,1 0,-1-1,0 1,1-1,-1 1,1-1,0 1,0-1,0 0,0 0,0 0,1 0,-1 0,1 0,-1-1,1 1,-1-1,1 0,0 0,0 0,-1 0,1 0,0 0,0-1,0 0,0 1,0-1,0 0,0 0,0-1,3 0,0 0,-1 0,1-1,0 0,-1 0,1 0,-1-1,0 0,0 0,0 0,0-1,-1 0,1 0,-1 0,0 0,0 0,0-1,-1 0,0 0,1 0,-1-2,3-4,-1 1,0-1,-1 0,0 0,-1-1,0 1,-1-1,0 1,0-10,-18-43,15 62,0 1,0-1,0 1,0 0,0 0,0 0,0-1,-1 1,1 0,0 1,-1-1,1 0,-1 0,1 1,-1-1,0 0,1 1,-1 0,1-1,-1 1,0 0,1 0,-1 0,0 0,1 0,-1 0,0 0,1 1,-1-1,0 1,1-1,-1 1,1-1,-1 1,1 0,-1 0,1 0,0 0,-5 3,0 1,1 0,0 0,0 0,1 0,0 1,0 0,0 0,0 0,1 0,0 1,0-1,1 1,0 0,0 0,1 0,-1 0,1 0,1 0,-3 26</inkml:trace>
  <inkml:trace contextRef="#ctx0" brushRef="#br0" timeOffset="12422.404">20783 726,'1'-123,"-1"121,0 0,0 0,1 0,-1 0,1 0,-1 1,1-1,0 0,0 0,-1 0,1 0,1 1,-1-1,0 0,0 1,1-1,-1 1,0-1,1 1,0 0,-1 0,1 0,0-1,-1 2,1-1,0 0,0 0,0 1,0-1,0 1,0-1,0 1,0 0,0 0,0 0,0 0,0 0,0 0,0 0,0 1,1 0,15 1,0 1,0 1,-1 0,1 1,-1 1,-1 1,1 1,-1 0,0 1,-1 0,7 6,-18-10,1 0,-1 0,0 0,0 1,0-1,-1 1,0 0,0 0,-1 0,1 0,-1 0,-1 1,1-1,-1 1,0-1,0 1,-1-1,0 1,0-1,-1 1,0 4,1-11,-1 4,1-1,0 0,0 1,0-1,0 0,1 1,-1-1,1 0,0 0,0 1,0-1,1 0,-1 0,1 0,-1 0,1-1,0 1,0 0,0-1,1 1,-1-1,1 0,-1 1,1-1,0-1,-1 1,1 0,0-1,0 1,1-1,-1 0,0 0,1 0,5 1,-1-1,1-1,-1 1,1-1,0-1,-1 0,1 0,-1-1,1 1,-1-2,0 1,0-1,0-1,0 1,-1-2,1 1,-1-1,0 0,0 0,0-1,-1 1,0-2,0 1,-1-1,0 1,0-2,0 1,-1 0,0-1,0 0,-1 0,0 0,-1 0,0-1,0 1,0-7,-10 33,6-13,0 0,1 1,-1-1,1 1,1-1,-1 1,1 0,0-1,0 1,1 0,0-1,0 1,0-1,0 1,1-1,0 0,0 0,1 1,-1-1,1-1,0 1,0 0,1-1,-1 1,5 3,10 2</inkml:trace>
  <inkml:trace contextRef="#ctx0" brushRef="#br0" timeOffset="12671.739">21411 284,'-7'0,"5"5,7 6,3 0</inkml:trace>
  <inkml:trace contextRef="#ctx0" brushRef="#br0" timeOffset="12922.067">21585 806,'26'-8,"0"-1,0-1,-1-1,0-1,-1-1,11-9,-25 15,0 0,-1 0,1-1,-2-1,1 1,-1-1,-1-1,1 1,-2-1,1-1,-1 1,-1-1,0 0,-1 0,3-10,-6 19,0 0,0 0,-1 0,1 0,-1 0,1 0,-1 0,0 0,0 0,0 0,0 0,0 0,0 0,-1 0,1 0,-1 0,1 0,-1 0,0 0,0 0,1 0,-2 0,1 0,0 1,0-1,0 1,-1-1,1 1,-1-1,1 1,-1 0,0-1,1 1,-1 0,0 0,0 0,0 1,0-1,0 0,0 1,0-1,0 1,0 0,0-1,0 1,0 0,-1 0,-5 3,0 0,1 0,-1 0,1 1,-1 0,1 1,0 0,1 0,-1 0,1 1,0 0,0 0,1 0,0 1,0 0,0 0,1 0,0 0,0 1,1 0,0-1,-1 8,1-9,1 0,0 1,0 0,1-1,0 1,0 0,0-1,1 1,0 0,0 0,1-1,-1 1,2 0,-1 0,1-1,0 1,0-1,1 0,0 0,0 0,0 0,1 0,0 0,0-1,0 0,5 5,7 1,1-1,0 0,1-2,0 1,0-2,0-1,1 0,0-1,0-1,1-1,-1-1,1 0,12-2,46 5</inkml:trace>
  <inkml:trace contextRef="#ctx0" brushRef="#br0" timeOffset="14728.479">262 2343,'-12'1,"0"1,0 1,0 0,0 0,1 1,-1 0,1 1,0 1,0 0,1 0,0 1,0 0,0 1,1 0,0 1,1 0,0 0,0 0,1 1,0 0,1 1,0 0,1 0,0 0,1 0,0 1,0 0,1 0,1 1,1-9,1-1,0 0,-1 0,1 1,1-1,-1 0,0 0,1 1,0-1,0 0,0 0,0 0,0 0,1 0,-1 0,1-1,0 1,-1 0,1-1,1 1,-1-1,0 0,1 1,-1-1,1 0,-1-1,1 1,0 0,0-1,0 1,0-1,0 0,0 0,0 0,0-1,1 1,-1-1,0 0,0 0,0 0,1 0,-1 0,0-1,0 1,1-1,8-5,0 0,0 0,-1-1,1-1,-2 0,1-1,-1 0,0 0,-1-1,0 0,-1-1,0 0,-1 0,0-1,0 0,-2 0,4-10,3-4,-2 1,-1-2,-2 1,0-1,-2 0,-1-1,-1 1,-1-1,-1 0,-2 1,-1-1,-1 0,-1 1,-1 0,-2 0,-1 0,-1 0,-19-20,27 47,0 0,1-1,-1 1,0 0,1 0,-1 0,0 0,1 0,-1 0,0 0,0 0,1 1,-1-1,0 0,1 0,-1 0,0 1,1-1,-1 0,1 1,-1-1,1 1,-1-1,0 0,1 1,-1-1,1 1,0-1,-1 1,1 0,-1-1,1 1,0-1,0 1,-1 0,1-1,0 1,0 0,0-1,-1 1,1 0,0 0,0-1,0 1,0 0,1-1,-6 26,2 0,1 0,1 0,1 0,1-1,5 26,-6-44,3 27,0 0,2-1,2 0,1 0,1 0,2-1,2 0,0-1,2 0,-13-27,0 0,1 0,-1 0,1-1,-1 1,1-1,0 1,0-1,1 0,-1 0,1 0,-1-1,1 1,0-1,0 0,0 0,0 0,1-1,-1 0,0 1,1-1,-1-1,0 1,1-1,-1 1,1-1,-1-1,1 1,-1-1,1 1,-1-1,1 0,1-1,3-3,0 0,0-1,-1 0,0 0,0 0,0-1,-1-1,0 1,0-1,-1 0,5-8,12-14,-22 30,0 1,0-1,0 0,0 0,0 0,0 1,0-1,0 0,0 1,0-1,0 1,-1-1,1 1,0-1,0 1,-1 0,1-1,0 1,-1 0,1 0,-1-1,1 1,-1 0,1 0,-1 0,1 0,-1 0,0-1,0 1,1 0,-1 0,0 0,0 0,0 0,0 0,0 0,0 0,0 0,0 0,-1 0,5 10,-3-7,1 1,1 0,-1-1,0 1,1-1,0 0,0 0,0 0,1 0,-1 0,1-1,0 0,0 0,0 0,1 0,-1 0,1-1,-1 0,1 0,0 0,0-1,0 1,0-1,0 0,0-1,0 1,0-1,0 0,0 0,0 0,0-1,0 0,0 0,0 0,0-1,0 0,0 0,-1 0,1 0,-1-1,3-1,-3 1,0 0,0 0,-1-1,1 1,-1-1,0 0,0 0,0 0,-1 0,0-1,1 1,-1-1,-1 1,1-1,-1 0,0 1,0-1,0 0,0 0,-1 0,0 0,0 0,0 0,-1 1,0-1,0 0,0 0,0 0,-1 1,0-1,1 1,-2-1,1 1,-1 0,1 0,-1 0,0 0,-1 0,1 0,-1 1,1 0,-4-2,1 0,-1 1,1 0,-1 0,0 1,0 0,0 0,-1 0,1 1,-1 0,1 1,-1 0,0 0,-3 0,8 1,-1 0,1 0,-1 0,1 0,-1 1,1 0,-1-1,1 1,0 0,-1 1,1-1,0 1,0-1,0 1,0 0,0 0,0 0,1 1,-1-1,1 1,-1-1,1 1,0 0,0 0,0 0,0 0,1 0,-1 0,1 0,0 1,0 3,0 0,1-1,0 1,0 0,1-1,-1 1,2 0,-1-1,1 1,0-1,0 0,1 1,-1-1,1 0,1 0,-1-1,1 1,0-1,1 0,-1 0,1 0,0-1,2 3,28 23</inkml:trace>
  <inkml:trace contextRef="#ctx0" brushRef="#br0" timeOffset="15382.727">1224 2463,'-6'-9,"-1"0,-1 0,0 0,0 1,0 0,-1 1,0 0,-1 0,0 1,0 0,0 1,0 0,-1 1,0 0,0 0,-8-1,13 6,1 0,0 0,0 0,-1 1,1-1,0 1,0 1,1-1,-1 1,0-1,1 1,0 0,-1 1,1-1,1 1,-1 0,0 0,1 0,0 0,0 1,0 0,0-1,1 1,0 0,0 0,0 0,1 0,0 0,0 1,0-1,0 0,1 1,0-1,0 0,0 1,1-1,0 0,0 1,0-1,0 0,1 0,0 0,0 0,1 0,-1-1,1 1,0-1,0 1,1-1,-1 0,1 0,1 0,3 0,1 0,0-1,0-1,0 1,1-1,-1-1,1 0,-1 0,1-1,-1 0,1-1,-1 0,1 0,-1-1,0 0,0-1,0 0,0 0,0-1,0 0,-1-1,0 0,1-1,-8 6,-1-1,1 0,-1 0,1 1,-1-1,1 1,0-1,-1 0,1 1,0-1,-1 1,1-1,0 1,0 0,0-1,-1 1,1 0,0 0,0-1,0 1,0 0,-1 0,1 0,0 0,0 0,0 0,0 0,0 0,-1 0,1 1,0-1,0 0,0 1,-1-1,1 0,0 1,0-1,-1 1,1-1,0 1,-1-1,1 1,0 0,-1-1,1 1,-1 0,1-1,-1 1,0 0,1 0,-1-1,0 1,1 0,-1 0,0 0,0 0,0 0,0 3,0-1,0 1,0-1,0 1,0-1,0 1,1-1,0 1,0-1,0 0,0 1,0-1,1 0,-1 0,1 0,0 0,0 0,0 0,1 0,-1-1,0 1,1-1,0 0,0 1,-1-1,1-1,0 1,1 0,-1-1,0 1,0-1,1 0,-1 0,2 0,0-1,0 0,1 1,-1-2,0 1,0-1,0 1,0-1,0-1,0 1,0-1,-1 0,1 0,-1 0,1 0,-1-1,1 0,-1 0,0 0,-1-1,1 1,0-1,-1 0,0 0,0 0,2-4,4-7,0 0,-1-1,-1 0,-1-1,0 1,-1-1,0-4,-3 14,-3 3,1 1,0 0,1 0,-1 0,0 0,1-1,0 1,0 0,0 0,0 0,0 0,1 0,-1 1,1-1,0 0,0 1,0-1,0 1,0 0,0-1,1 1,-1 0,1 0,0 1,-1-1,1 0,0 1,0 0,0 0,0 0,0 0,0 0,0 0,0 1,1 0,0-1,3 2,0 0,0 1,0 0,0 0,0 1,0-1,0 1,-1 1,1-1,-1 1,0 0,0 1,-1 0,1 0,-1 0,0 0,-1 1,1-1,-1 1,0 1,0-1,-1 0,1 4,2 3,-1 0,0 0,-1 1,-1-1,0 1,-1 0,0 0,-1 0,-1 0,0 1,-3 9,2-11,0-10,0-1,0 0,0 1,1-1,-1 1,1-1,0 1,0-1,0 1,0-1,0 1,0-1,1 1,-1-1,1 0,0 1,-1-1,1 0,0 1,1-1,-1 0,0 0,1 0,-1 0,1 0,-1 0,1 0,0-1,0 1,0-1,0 1,8 1,0-1,1 0,-1-1,1 0,-1 0,1-1,-1-1,1 1,0-2,-1 0,0 0,0 0,8-4,-15 5,48-13</inkml:trace>
  <inkml:trace contextRef="#ctx0" brushRef="#br0" timeOffset="16331.19">3123 2330,'-8'16,"1"0,0 1,2 0,0 1,0-1,2 1,0 0,1 0,1 0,1 0,1 6,1 51,4 0,4 0,16 65,12 85,-39-191,1-34,0 1,0 0,0-1,0 1,0-1,0 1,-1-1,1 1,0-1,0 1,-1-1,1 1,0-1,-1 0,1 1,0-1,-1 1,1-1,-1 0,1 1,0-1,-1 0,1 0,-1 1,1-1,-1 0,1 0,-1 0,1 1,-1-1,1 0,-1 0,0 0,1 0,-1 0,1 0,-1 0,1 0,-1 0,1-1,-1 1,1 0,-1 0,1 0,-1 0,1-1,-1 1,1 0,-1-1,1 1,-1 0,1-1,0 1,-1-1,1 1,-8-7,1 0,0-1,0 0,0 0,1 0,1-1,-1 0,1 0,1 0,-3-8,1 5,-12-26,2-1,1-1,3 0,1-1,1 0,3-1,-1-26,7 55,0 0,1 1,1-1,0 0,1 1,0-1,3-7,-3 16,-1 0,0 0,1 0,0 1,0-1,0 1,0-1,1 1,-1 0,1 0,0 0,0 0,0 0,0 0,0 1,1 0,-1-1,1 2,0-1,-1 0,1 1,0-1,0 1,0 0,1 0,3 1,0 0,0 0,0 0,0 1,-1 1,1-1,0 1,-1 1,1-1,-1 1,0 1,0-1,0 1,0 0,-1 1,0-1,0 1,0 1,0-1,-1 1,0 0,0 0,0 0,-1 1,0 0,0 0,2 6,-6-10,1 1,-1-1,0 0,1 1,-2-1,1 0,0 0,-1 1,1-1,-1 0,0 0,0 0,0 0,0 0,-1 0,1 0,-1 0,0 0,0-1,0 1,0-1,0 1,0-1,-1 0,1 0,-1 0,0 0,0 0,1-1,-1 1,0-1,0 0,0 0,-1 0,1 0,0 0,0-1,-2 1,5-1,-1 1,0-1,1 0,-1 0,0 0,1 1,-1-1,0 0,0 0,1 0,-1 0,0 0,1 0,-1 0,0 0,0 0,1-1,-1 1,0 0,1 0,-1-1,0 1,1 0,-1-1,1 1,-1-1,0 1,1 0,-1-1,1 1,-1-1,1 0,0 1,-1-1,1 1,-1-1,1 0,0 1,0-1,-1 0,1 1,0-1,0 0,0 1,0-1,0-1,15-31,156-152,-159 170,-1 0,0 0,-1-1,-1-1,-1 1,0-1,-1-1,-1 0,0 1,-2-2,0 1,-1 0,-1-1,0 0,-2 1,0-1,-2-11,-2 4,0 1,-2 1,-1-1,-1 1,-1 0,-1 1,-6-9,-2 7,18 25,0-1,-1 1,1 0,-1 0,1-1,0 1,-1 0,1 0,0 0,-1-1,1 1,-1 0,1 0,-1 0,1 0,0 0,-1 0,1 0,-1 0,1 0,-1 0,1 0,0 0,-1 0,1 0,-1 0,1 0,-1 0,1 1,0-1,-1 0,1 0,-1 1,1-1,0 0,-1 0,1 1,0-1,0 0,-1 1,1-1,0 0,0 1,-1-1,1 1,0-1,0 0,0 1,0-1,-1 1,1-1,0 1,0-1,0 0,0 1,0-1,0 1,0-1,0 1,1-1,-1 1,0-1,3 109,1-75,39 447,-41-462,-1-6,0 1,1-1,0 0,1 0,1-1,0 1,0-1,4 7,-7-18,-1 1,1 0,0-1,0 1,0 0,1-1,-1 1,0-1,1 1,-1-1,0 0,1 0,0 0,-1 0,1 0,0 0,-1 0,1 0,0-1,0 1,0 0,0-1,-1 0,1 1,0-1,0 0,0 0,0 0,0 0,0-1,0 1,0 0,0-1,-1 1,3-2,14-8</inkml:trace>
  <inkml:trace contextRef="#ctx0" brushRef="#br0" timeOffset="16575.533">3056 2076,'-13'0,"-6"2,4 4,14 4,17 3,23 2,22 1,22-3,17-1,9 0,-2 2,-19-2</inkml:trace>
  <inkml:trace contextRef="#ctx0" brushRef="#br0" timeOffset="16966.49">3658 2718,'11'-15,"1"-1,-2 0,0-1,-1 0,-1-1,-1 1,0-2,-1 1,-1-1,-1 1,0-1,-2 0,0-1,-1 1,-1 0,-1-3,1 22,0 0,1 0,-1 1,0-1,0 0,1 0,-1 0,0 1,0-1,1 0,-1 0,0 0,0 0,1 0,-1 0,0 0,1 0,-1 0,0 0,0 0,1 0,-1 0,0 0,1 0,-1 0,0 0,1 0,-1 0,0 0,0 0,1 0,-1 0,0-1,0 1,1 0,-1 0,0 0,0 0,1-1,-1 1,0 0,0 0,0-1,0 1,1 0,-1 0,0-1,0 1,0 0,0 0,0-1,0 1,0 0,0-1,0 1,0 0,0-1,0 1,0 0,10 6,-1-1,0-1,1-1,0 0,0 0,0-1,0 0,0-1,7 1,-7-2,1 1,-1 1,0 0,-1 0,1 1,0 0,-1 1,6 2,-11-2,-1 1,1-1,-1 1,0-1,0 1,0 0,-1 0,1 1,-1-1,-1 0,1 1,-1-1,0 1,0 0,0-1,-1 1,0-1,0 1,-1 0,1-1,-1 1,-2 5,2 9,0 4,-1-18,1 1,0-1,0 1,0-1,1 1,0-1,1 1,-1-1,1 1,1-1,-1 1,1-1,0 0,0 0,1 0,0 0,0 0,0 0,1-1,0 1,0-1,0 0,2 1,8-1,0 0,0-1,1-1,-1 0,1-1,-1-1,1 0,0-1,0-1,-1 0,1-1,-1 0,1-2,-1 1,0-2,10-4,38-12,-7-1</inkml:trace>
  <inkml:trace contextRef="#ctx0" brushRef="#br0" timeOffset="17998.766">5958 2370,'-1'0,"-8"-5,0 0,-1 1,0 1,0-1,0 1,0 1,0 0,-1 0,1 1,0 1,-1-1,1 2,-1 0,1 0,0 0,-1 1,1 1,0 0,0 0,5 2,0 0,0 0,1 1,0-1,0 1,0 0,0 0,1 1,0-1,1 1,-1-1,1 1,0 0,1 0,0 0,0 0,0 0,1 0,0 0,0 0,1 0,0 0,0 0,1-1,0 1,0 0,0 0,1-1,0 0,0 1,2 0,-2-3,-1-2,1 1,0 0,0 0,0-1,1 0,-1 0,0 0,1 0,0 0,-1-1,1 1,0-1,0 0,0 0,0 0,0-1,0 1,0-1,0 0,0 0,0-1,-1 1,1-1,0 0,0 0,0 0,0-1,-1 1,4-2,4-3,0 1,0-1,-1-1,0 0,0 0,-1-1,0 0,0-1,5-6,-8 7,0 0,0 0,-1-1,0 1,0-1,-1 0,0-1,0 1,-1-1,-1 0,0 1,0-1,-1 0,0 0,0-9,-2 19,1 0,0 0,0 1,0-1,0 0,-1 0,1 0,0 0,0 0,0 0,-1 0,1 0,0 0,0 1,0-1,-1 0,1 0,0 0,0 0,-1 0,1 0,0 0,0 0,0-1,-1 1,1 0,0 0,0 0,0 0,-1 0,1 0,0 0,0 0,0-1,-1 1,1 0,0 0,0 0,0 0,0-1,0 1,0 0,-1 0,1 0,0 0,0-1,0 1,0 0,0 0,0-1,0 1,0 0,0 0,0 0,0-1,0 1,0 0,0 0,0-1,0 1,0 0,0 0,0 0,0-1,-8 19,7-11,-1 0,1 0,0 1,1-1,-1 1,1-1,1 0,0 1,0-1,0 1,1-1,0 0,0 0,1 0,0 0,0-1,1 1,-1-1,2 0,-1 0,1 0,-1 0,2-1,-1 0,0 0,1 0,0-1,0 1,1-2,-1 1,38 13,-2-5</inkml:trace>
  <inkml:trace contextRef="#ctx0" brushRef="#br0" timeOffset="18630.628">6546 2357,'-6'-2,"1"0,-1 0,0 1,0 0,0 0,1 0,-1 1,0 0,0 0,0 1,0-1,0 1,0 0,1 1,-1 0,0-1,1 2,0-1,-1 1,1 0,0 0,0 0,0 1,1-1,-1 1,1 0,0 1,0-1,0 1,-1 2,4-3,-1-1,1 0,0 0,0 1,0-1,1 1,-1-1,1 1,0-1,0 1,0-1,1 1,-1-1,1 1,-1-1,1 0,0 1,1-1,-1 0,1 0,-1 0,1 0,0 0,0 0,0 0,0 0,1-1,-1 1,3 1,1 1,1 0,1 0,-1-1,1 0,-1 0,1 0,0-1,1-1,-1 1,0-1,8 0,0 0,0-1,1-1,-1 0,0-1,1-1,-1-1,0 0,0-1,-1-1,1 0,-1-1,0-1,0-1,-1 0,0 0,-1-1,8-7,-4 2,-1 0,-1 0,-1-2,0 0,-1 0,0-2,-2 1,0-1,-1-1,0 0,-2 0,0-1,1-10,-1 0,-2-1,-1 0,-2 0,-1 0,-1 0,-2-1,-1 1,-1 0,-2 0,-1 1,-2-3,6 24,0 0,-1 1,0-1,-1 1,1-1,-2 1,1 1,-1-1,0 1,0-1,-1 1,-1 0,6 7,0-1,-1 1,1-1,0 1,-1-1,1 1,-1 0,1 0,0 0,-1 0,1 0,-1 0,1 0,0 0,-1 0,1 1,0-1,-1 1,1-1,0 1,0-1,-1 1,1 0,0 0,0-1,0 1,0 0,0 0,0 0,0 0,0 0,0 0,0 1,1-1,-1 0,0 0,1 1,-1-1,1 0,-1 1,1-1,0 0,0 1,0-1,-1 0,1 1,0-1,1 1,-8 32,2 1,1 0,2 0,2 1,1-1,2 0,1 0,3 7,0 15,2-1,3 0,2-1,3 0,2-2,17 33,17-13,-51-71,-1 0,1-1,0 1,0-1,0 1,0-1,0 0,0 0,0 0,0 0,1 0,-1 0,0-1,0 1,1-1,-1 1,1-1,-1 0,0 0,1 0,-1 0,0-1,1 1,-1-1,0 1,1-1,-1 0,0 0,0 0,0 0,0 0,0 0,0-1,0 1,1-2,5-5,0 0,-1-1,0 0,-1 0,0-1,-1 1,0-1,1-2,21-37,-27 48,0 1,0-1,0 1,0-1,1 1,-1 0,0-1,0 1,1-1,-1 1,0-1,0 1,1 0,-1-1,0 1,1 0,-1-1,1 1,-1 0,0-1,1 1,-1 0,1 0,-1 0,1-1,-1 1,1 0,-1 0,1 0,-1 0,1 0,-1 0,1 0,-1 0,1 0,-1 0,1 0,-1 0,0 0,1 1,-1-1,1 0,-1 0,1 0,-1 1,1-1,-1 0,0 0,1 1,-1-1,0 0,1 1,-1-1,0 1,1-1,-1 0,0 1,0-1,1 1,-1-1,0 1,0-1,0 1,0-1,0 1,10 36,-10-33,1 1,-1 3,0 0,1 0,0 0,0-1,1 1,0 0,0 0,1-1,0 0,0 1,1-1,0 0,0 0,0-1,1 0,0 1,1-1,-1-1,1 1,0-1,0 0,1-1,0 1,3 1,24-1,-3-6</inkml:trace>
  <inkml:trace contextRef="#ctx0" brushRef="#br0" timeOffset="18891.933">7134 2183,'-16'0,"-10"-2,0-1</inkml:trace>
  <inkml:trace contextRef="#ctx0" brushRef="#br0" timeOffset="19078.436">6532 2063,'18'-2,"20"-4,21-2,19-3,15 2,9 1,4 2,-3 3,-19 1</inkml:trace>
  <inkml:trace contextRef="#ctx0" brushRef="#br0" timeOffset="19448.444">7548 2343,'0'28,"-2"-15,1-1,0 0,1 0,1 1,0-1,0 0,1 0,1 0,0 0,0 0,1 0,1-1,0 0,1 0,0 0,0-1,4 4,-6-10,0-1,0 0,1 0,-1-1,1 1,0-1,-1 0,1 0,0-1,0 1,0-1,1 0,-1-1,0 1,0-1,0 0,1 0,-1-1,0 1,0-1,0 0,0-1,0 1,0-1,1-1,2 0,0-1,0 0,-1 0,1-1,-1 0,0 0,-1-1,0 0,1 0,-2 0,1-1,-1 0,0 0,4-7,-3-1,-1 0,0 0,-2 0,1 0,-2-1,0 0,0-8,-1 14,-3 18,0 0,1 1,0-1,0 0,1 0,0 1,1-1,0 0,0 0,1 1,0-1,0 0,1-1,0 1,0 0,1-1,0 0,0 0,1 0,0 0,0-1,0 1,1-1,0-1,0 1,1-1,0 0,0 0,6 2,15 2</inkml:trace>
  <inkml:trace contextRef="#ctx0" brushRef="#br0" timeOffset="20211.402">8149 2330,'0'22,"0"0,2 1,0-1,1 0,5 14,-7-31,1 0,0 0,0 0,0 0,0 0,1 0,0-1,0 0,0 1,1-1,-1 0,1 0,0-1,0 1,0-1,1 0,-1 0,1 0,0-1,-1 1,1-1,0 0,1-1,-1 1,5 0,-3-1,0-1,0 1,-1-2,1 1,0-1,0 0,0 0,-1 0,1-1,0 0,-1-1,0 1,1-1,-1-1,0 1,-1-1,1 0,-1 0,1 0,-1-1,-1 0,1 0,1-3,1-1,0 0,0 0,-1-1,0 0,-1-1,0 1,0-1,-1 0,-1 0,0 0,0-1,-1-5,-3 23,0 1,0-1,0 0,1 0,0 1,0-1,0 0,1 1,0-1,0 0,1 0,-1 0,1 0,1 0,-1 0,1 0,0-1,0 1,1-1,0 0,0 0,0 0,0-1,1 1,0-1,0 0,0 0,0-1,0 0,1 0,0 0,4 2,9-5,-1 0,1 0,0-2,-1 0,1-2,-1 0,0 0,0-2,-1 0,1-2,-2 1,1-2,-1 0,0-1,-1-1,0 0,10-11,-19 18,-1-1,1-1,-1 1,0-1,0 1,-1-1,1-1,-1 1,-1-1,1 1,-1-1,-1 0,1 0,-1-1,0 1,0-3,-1 32,1 0,1 0,1 0,1-1,8 21,-11-36,0 1,0-1,0 0,1 0,0 0,0 0,1 0,0-1,0 1,0-1,0 0,1-1,4 4,18-7,-15-9</inkml:trace>
  <inkml:trace contextRef="#ctx0" brushRef="#br0" timeOffset="20458.256">8952 2023,'-9'2,"-1"5,6 7,10 7,5 0</inkml:trace>
  <inkml:trace contextRef="#ctx0" brushRef="#br0" timeOffset="20880.155">9272 2411,'21'-31,"116"-196,-125 203,-1 0,-2-1,0 0,-2 0,0-1,-2 0,-1 0,0-24,-16-31,11 79,1 0,-1 0,0 0,1 1,-1-1,0 0,0 1,0-1,0 0,-1 1,1-1,0 1,-1-1,1 1,-1 0,1 0,-1 0,0 0,1 0,-1 0,0 0,0 0,0 1,1-1,-1 1,0-1,0 1,0 0,0 0,0-1,0 1,0 1,0-1,0 0,0 0,0 1,0-1,0 1,0 0,-5 4,0 1,0-1,0 1,1 1,-1-1,2 1,-1 0,1 1,0-1,0 1,1 0,0 0,1 0,0 1,0 0,0-1,1 1,1 0,-1 2,-4 12,0 0,2 1,0-1,2 1,1 0,0 0,2-1,1 1,1 0,0-1,2 1,1-1,1 0,1-1,1 0,0 0,2-1,3 4,-10-19,1 1,0-1,0-1,0 1,1-1,0 0,0 0,0 0,1-1,0 0,-1 0,1-1,1 0,-1 0,0-1,1 1,-1-2,1 1,0-1,-1 0,1-1,0 0,0 0,-1 0,1-1,0-1,0 1,-1-1,1 0,-1-1,0 0,0 0,7-4,-4 1,0-1,0 1,0-2,-1 1,0-2,-1 1,0-1,0 0,-1-1,0 1,0-2,-1 1,-1-1,0 0,0 0,-1 0,0 0,-1-1,-1 0,0 0,0-2,-1 11,-1 0,0 1,0-1,0 1,-1-1,1 1,0-1,-1 1,0-1,1 1,-1-1,0 1,0 0,-1-1,1 1,0 0,-1 0,0 0,1 0,-1 0,0 0,0 1,0-1,0 0,0 1,0 0,0-1,-1 1,1 0,0 0,-1 0,1 1,-1-1,1 0,-1 1,1 0,-1 0,1-1,-1 1,0 1,1-1,-1 0,1 1,-1-1,1 1,-1 0,1 0,0 0,-1 0,1 0,0 0,0 1,0-1,0 1,0 0,0-1,-1 2,-1 1,0 1,1-1,-1 1,1 0,0 1,0-1,0 0,1 1,0-1,0 1,1 0,-1 0,1 0,0 0,1 0,-1 0,1 0,1 0,-1 0,1 0,0 0,0-1,1 1,-1 0,1 0,1-1,-1 1,1-1,0 0,0 0,0 0,1 0,0 0,0-1,4 5,4-1,1-1,0 0,0 0,0-2,1 1,-1-2,1 0,0 0,1-1,-1-1,14 0,42 5</inkml:trace>
  <inkml:trace contextRef="#ctx0" brushRef="#br0" timeOffset="21587.127">11291 2237,'-7'-2,"-1"0,0 1,0 0,1 0,-1 1,0 0,0 1,0-1,1 2,-1-1,0 1,1 0,-1 0,1 1,0 0,0 1,0-1,0 1,0 1,1-1,0 1,0 0,0 1,1-1,-3 4,7-7,0 1,0-1,0 1,1 0,-1-1,1 1,0 0,-1-1,1 1,0 0,0 0,1-1,-1 1,1 0,-1 0,1-1,0 1,0-1,0 1,0-1,1 1,-1-1,0 0,1 1,0-1,0 0,-1 0,1 0,1-1,-1 1,0 0,0-1,0 1,3 0,88 37,-74-34,0-1,0 0,1-1,-1-1,1-1,-1-1,1 0,0-2,-1 0,0-1,1-1,-1-1,0-1,-1 0,0-2,0 0,0-1,-1 0,0-1,5-6,-17 11,0-1,0 0,-1-1,1 1,-1-1,-1 0,1 0,-1 0,0 0,-1 0,0-1,0 1,0-2,5 39,-6-20,2 1,-1-1,1 0,1 0,0-1,0 1,1-1,1 0,-1 0,4 4,-6-10,0 1,1-1,-1 1,1-1,-1 0,1-1,0 1,0 0,0-1,1 0,-1 0,0-1,1 1,-1-1,1 0,0 0,-1 0,1-1,0 1,-1-1,1 0,0-1,0 1,1-1,3-2,0 0,-1 0,1-1,-1 0,0-1,0 0,0 0,0-1,-1 0,0 0,-1 0,1-1,-1 0,0 0,-1-1,0 0,0 0,0 0,-1 0,-1-1,1 0,-1 0,-1 0,0 0,0 0,-1 0,0 0,0-1,-1-5,-1 48,-1-23,1 0,0 0,1 0,0 0,1-1,0 1,0 0,1 0,0-1,1 1,0-1,1 1,-1-1,2 0,-1-1,2 1,0 1,13 7</inkml:trace>
  <inkml:trace contextRef="#ctx0" brushRef="#br0" timeOffset="27478.189">22387 2437,'2'-5,"1"-3,-2-5,-2-1</inkml:trace>
  <inkml:trace contextRef="#ctx0" brushRef="#br0" timeOffset="26215.125">19927 2169,'8'34,"2"0,1 0,2-1,1-1,2 0,18 28,-33-58,0 0,0 0,0 0,0 0,1 0,-1 0,1 0,0-1,0 1,-1 0,1-1,0 0,0 1,0-1,0 0,1 0,-1 0,0 0,0-1,1 1,-1 0,0-1,1 0,-1 1,0-1,1 0,-1 0,1-1,-1 1,0 0,1-1,-1 0,0 1,0-1,1 0,-1 0,0 0,0 0,0-1,0 1,0 0,0-1,0 0,8-8,0 0,-1-1,0 0,0-1,-1 0,-1 0,0-1,0 0,-2 0,1-1,24-48,-30 62,0 1,0-1,1 0,-1 0,0 1,0-1,0 0,0 0,0 0,1 1,-1-1,0 0,0 0,0 0,1 1,-1-1,0 0,0 0,0 0,1 0,-1 0,0 0,0 0,1 1,-1-1,0 0,0 0,1 0,-1 0,0 0,0 0,1 0,-1 0,0 0,0 0,1 0,-1-1,0 1,0 0,1 0,-1 0,0 0,0 0,1 0,-1-1,0 1,-2 31,2-30,-2 4,1 0,-1 0,1 1,1-1,-1 0,1 1,0-1,0 0,0 1,1-1,-1 0,2 1,-1-1,0 0,1 0,0 0,0 0,1 0,-1-1,1 1,0-1,0 1,0-1,1 0,0 0,0-1,0 1,0-1,0 1,2-2,-1-1,1 1,-1-1,1 0,-1 0,1-1,0 0,-1 0,1 0,-1 0,1-1,0 0,-1 0,1-1,-1 1,0-1,0-1,1 1,-1-1,-1 1,1-1,0-1,-1 1,1-1,-1 1,0-1,1-2,11-13,0 1,-1-2,-1 0,-1-1,6-13,-5 24,-12 36,-4 18,1-32,0-1,0 0,1 0,1 0,0 0,0 0,1 0,0 0,1 0,2 4,5 1,0-5</inkml:trace>
  <inkml:trace contextRef="#ctx0" brushRef="#br0" timeOffset="26489.39">20462 1875,'20'7,"17"2,1 0</inkml:trace>
  <inkml:trace contextRef="#ctx0" brushRef="#br0" timeOffset="26784.434">20769 2196,'1'14,"0"1,1-1,1-1,0 1,1 0,0-1,1 0,1 0,0 0,1 0,4 4,-10-16,0 1,0-1,0 0,0 1,0-1,0 0,1 0,-1 0,0 0,1 0,-1 0,1-1,-1 1,1 0,0-1,-1 1,1-1,0 1,-1-1,1 0,0 0,-1 0,1 0,0 0,0 0,-1 0,1-1,0 1,-1-1,1 1,-1-1,1 1,-1-1,1 0,-1 0,1 0,-1 0,1 0,0-1,41-56,39-168,-82 224,0 0,1 1,-1-1,1 0,0 0,-1 0,1 1,0-1,0 0,0 1,0-1,0 1,1-1,-1 1,0-1,1 1,-1 0,1 0,-1 0,1 0,0 0,-1 0,1 0,1 0,5 4</inkml:trace>
  <inkml:trace contextRef="#ctx0" brushRef="#br0" timeOffset="27189.445">21077 2463,'25'-13,"-1"-2,0 0,-1-2,-1 0,-1-2,0 0,-2-1,0-1,0-3,-16 21,7-8,0 0,-1 0,0-1,-1 0,0 0,-1-1,0 0,-1 0,1-5,-7 17,0-1,0 1,0-1,0 1,0-1,0 0,-1 1,1-1,0 1,-1-1,1 1,-1-1,0 1,1-1,-1 1,0 0,0-1,0 1,0 0,0 0,0-1,0 1,0 0,-1 0,1 0,0 1,-1-1,1 0,-1 0,1 1,-1-1,1 1,-1-1,1 1,-1 0,1-1,-1 1,1 0,-1 0,0 0,1 0,-1 1,1-1,-1 0,1 1,-1-1,1 1,-1-1,1 1,-1 0,1-1,-1 1,1 0,0 0,0 0,-1 0,1 0,0 0,0 1,-4 2,0 0,0 0,1 0,-1 1,1 0,0 0,1 0,-1 1,1-1,0 1,0-1,1 1,-1 0,1 0,1 0,-1 1,1-1,0 0,0 1,1-1,0 0,0 1,1-1,0 0,0 1,0-1,0 0,1 0,0 0,1 0,-1 0,1 0,0-1,1 1,-1-1,1 0,0 0,1 0,1 1,5 2,1-1,0 0,0-1,0 0,1-1,0-1,0 0,0 0,1-1,-1-1,1 0,-1-1,1-1,0 0,-1-1,1 0,0-1,-1 0,0-1,1-1,-1 0,-1-1,1 0,-1-1,2-2,7-3,-1-2,0 0,-1-1,0-1,-1-1,-1 0,-1-1,0-1,-1-1,-1 0,-1-1,-1-1,5-9,7-20,-2-2,-2 0,-3-1,-2-1,0-9,-13 54,3-10,0 0,-2-1,0 1,-1-1,-1 0,-1 1,-1-1,-1-5,2 23,0-1,-1 1,1-1,-1 1,1-1,-1 1,0 0,0-1,0 1,0 0,-1 0,1 0,-1 0,1 0,-1 0,0 0,0 0,1 1,-1-1,0 1,0-1,-1 1,1 0,0 0,0 0,-1 0,1 0,-1 0,1 1,0-1,-1 1,1 0,-1-1,1 1,-1 0,1 1,-1-1,1 0,-1 1,1-1,-2 2,-10 4,1 1,-1 0,2 1,-1 1,1 0,1 0,-1 1,2 1,-1 0,2 0,-1 1,2 0,-1 1,2 0,0 0,0 2,-7 11,1 0,1 1,2 1,1 0,1 0,1 0,2 1,0 0,2 0,2 1,0-1,2 0,1 1,5 18,-4-35,1 1,0-1,1 0,0-1,1 1,0-1,1 0,1 0,0-1,0 0,1-1,1 0,-1 0,2-1,-1 0,1-1,1 0,-1-1,1 0,10 4,22 6</inkml:trace>
  <inkml:trace contextRef="#ctx0" brushRef="#br0" timeOffset="25143.557">18657 1995,'-7'23,"-2"26,1 22,1 18,4 13,8 7,7-1,6-4,0-9,-1-11,-3-18,-7-18,-6-16,-8-20,-3-10</inkml:trace>
  <inkml:trace contextRef="#ctx0" brushRef="#br0" timeOffset="25609.202">18510 2463,'-32'-194,"32"192,-1-1,0 0,0 1,0-1,1 0,-1 0,1 0,0-1,0 1,0 0,0 0,0 0,1 0,-1 0,1 0,0 0,0 1,0-1,0 0,1 0,-1 1,1-1,-1 0,1 1,0 0,0-1,0 1,2-1,3 0,0 2,1-1,-1 1,1 0,-1 1,1-1,-1 2,0-1,1 1,-1 0,1 0,-1 1,0 0,3 2,-3-3,13 3,0 1,0 1,0 0,-1 2,0 0,-1 1,0 1,0 1,-1 0,13 12,-29-23,0 1,-1 0,1 0,0-1,0 1,0 0,-1 0,1 0,0 0,-1 0,1 0,-1 0,1 0,-1 0,0 0,1 0,-1 0,0 0,0 0,0 0,0 0,1 1,-2-1,1 0,0 0,0 0,0 0,0 0,-1 0,1 0,-1 0,1 0,0 0,-1 0,0 0,1 0,-1 0,0 0,1 0,-1 0,0-1,0 1,-44 22,-123 5,228-35,1-3,-1-3,-1-2,52-22,-92 32,0-2,0 0,-1-1,0-1,-1 0,0-2,0 0,-1-1,13-12,-28 23,0 1,0-1,0 1,0-1,-1 0,1 0,0 1,0-1,-1 0,1 0,0 0,-1 0,1 0,-1 0,1 0,-1 0,0 0,1 0,-1 0,0 0,0 0,0 0,0 0,0 0,0 0,0-1,0 1,0 0,0 0,-1 0,1 0,0 0,-1 0,1 0,-1 0,1 0,-1 0,1 0,-1 1,0-1,1 0,-1 0,0 0,0 1,0-1,0 0,1 1,-1-1,0 1,0-1,0 1,0-1,0 1,0 0,-1-1,1 1,0 0,0 0,0 0,0 0,0 0,0 0,0 0,0 0,0 1,0-1,0 0,0 1,0-1,-1 1,-4-1,0 0,0 1,0 0,1 0,-1 1,0 0,1 0,-1 0,1 0,0 1,0 0,0 0,0 0,0 1,1-1,-1 1,1 0,0 1,0-1,1 1,-1 0,1 0,0 0,1 0,-1 0,1 0,0 1,0 0,0-1,1 1,0 0,0-1,1 1,-1 0,1 0,0 0,1 0,0 0,0-1,0 1,0 0,1-1,0 1,6 5,1 0,0-2,1 1,0-1,0 0,1-1,0 0,1-1,0 0,0-1,0 0,0-1,1-1,0 0,0 0,1-1,7 0,47 11</inkml:trace>
  <inkml:trace contextRef="#ctx0" brushRef="#br0" timeOffset="22148.628">13270 2463,'80'-31,"-44"18,0-1,-1-2,-1-1,20-15,-7-13,-46 44,0 0,0 0,0 0,0-1,-1 1,1 0,0 0,-1 0,1 0,-1-1,1 1,-1 0,0-1,0 1,1 0,-1 0,0-1,0 1,0 0,0-1,-1 1,1 0,0-1,0 1,-1 0,1 0,-1-1,1 1,-1 0,0 0,1 0,-1 0,0 0,0 0,0 0,0 0,0 0,0 0,0 0,0 0,0 1,0-1,0 0,0 1,-1-1,1 1,-3-2,0 0,0 0,0 0,0 1,0 0,0 0,-1 0,1 0,0 1,-1 0,1-1,0 2,-1-1,1 0,0 1,-1 0,1 0,0 0,0 1,0-1,0 1,0 0,0 0,0 0,1 1,-1-1,1 1,0 0,-1 0,1 0,1 0,-1 1,0-1,1 1,0 0,-1 0,2 0,-1 0,0 0,1 0,0 0,0 0,-1 3,2 2,1 0,0 0,0 0,1 0,0 0,0 0,1 0,0-1,1 1,0-1,0 0,0 0,1-1,1 1,-1-1,1 0,0-1,1 1,0-1,0 0,0-1,0 0,1 0,0 0,0-1,0 0,1-1,-1 0,1 0,0-1,3 1,27 5</inkml:trace>
  <inkml:trace contextRef="#ctx0" brushRef="#br0" timeOffset="22350.085">13738 2196,'9'14,"10"13,10 12,10 5,8 2,1-1,1-7,-4-8,-5-8,-10-9</inkml:trace>
  <inkml:trace contextRef="#ctx0" brushRef="#br0" timeOffset="22555.538">13991 2237,'-18'13,"-11"12,-6 11,-6 5,-1 6,1 1,4-3,5-5,8-6,11-10,7-8</inkml:trace>
  <inkml:trace contextRef="#ctx0" brushRef="#br0" timeOffset="22914.578">14232 2437,'28'-12,"0"-1,0-1,-2-1,0-2,0 0,-2-2,22-21,-41 34,1-1,-1 0,0 0,-1 0,0 0,0-1,0 0,-1 0,-1 0,2-3,-4 9,1 0,-1 0,1 0,-1 0,0 0,0 0,0-1,0 1,0 0,0 0,-1 0,1 0,-1 0,1 0,-1 0,0 0,0 0,0 0,0 0,0 1,0-1,0 0,-1 0,1 1,-1-1,1 1,-1 0,0-1,1 1,-1 0,0 0,0 0,0 0,0 0,0 1,0-1,0 0,0 1,0 0,0-1,0 1,-2 0,-1-1,-1 1,1-1,0 1,-1 1,1-1,0 1,-1 0,1 0,0 0,0 1,0 0,0 0,0 0,0 0,0 1,1 0,-1 0,1 0,0 0,0 1,0 0,1 0,-1 0,1 0,0 1,0-1,0 1,1-1,-1 1,1 0,0 1,-1 0,1 1,0 0,0 0,1 0,0 0,0 1,0-1,1 0,0 0,1 0,-1 1,2-1,-1 0,1 0,0 0,0 0,0-1,1 1,0 0,1-1,0 0,0 0,1 1,4 2,2-1,-1-1,1 0,0 0,1-1,0 0,0-1,0 0,0-1,1-1,-1 0,1 0,0-2,0 1,0-1,2-1,44 4</inkml:trace>
  <inkml:trace contextRef="#ctx0" brushRef="#br0" timeOffset="23933.89">14941 2196,'-8'-1,"-1"1,1 0,-1 0,1 1,-1 0,1 0,0 1,-1 0,1 0,0 1,0 0,0 1,1-1,-1 2,1-1,0 1,0 0,1 0,-1 1,1 0,0 0,1 0,-1 1,1 0,1 0,-1 0,1 1,-2 4,5-8,0 0,0-1,0 1,0 0,1 0,-1 0,1 0,0-1,0 1,1 0,-1 0,1 0,0 0,0-1,0 1,0 0,1-1,-1 1,1-1,0 0,0 1,0-1,1 0,-1 0,1 0,-1 0,1-1,0 1,0-1,1 0,-1 0,0 0,1 0,-1 0,1 0,15 4,-1-1,0-1,1 0,0-1,0-2,0 1,0-2,0-1,0 0,-1-1,1-1,0-1,-1-1,5-2,-13 5,0 0,-1-1,1 0,-1-1,0 0,0-1,0 0,-1 0,0 0,0-1,0-1,0 1,-1-1,-1-1,1 1,-1-1,0 0,-1 0,0-1,0 0,0 0,-2 0,1 0,-1-1,0 1,-1-1,1-6,-3 16,0 0,-1 0,1 0,0 0,0 0,0 0,0 0,-1 0,1 0,0 0,0 1,0-1,0 0,-1 0,1-1,0 1,0 0,0 0,0 0,0 0,-1 0,1 0,0 0,0 0,0 0,0 0,-1 0,1 0,0 0,0-1,0 1,0 0,0 0,0 0,0 0,0 0,-1 0,1-1,0 1,0 0,0 0,0 0,0 0,-6 17,4-12,0-1,1 1,-1 0,1 0,1 0,-1 0,1 1,-1-1,1 0,1 0,-1 0,1 0,0 0,0 0,1 0,-1 0,1 0,0-1,0 1,1-1,-1 1,1-1,0 0,0 0,0 0,1 0,0-1,-1 1,1-1,0 0,1 0,-1 0,0-1,1 0,2 0,0 0,1-1,-1 0,0 0,1-1,-1 0,0-1,1 1,-1-1,0-1,0 1,0-1,0-1,0 1,0-1,0 0,-1-1,6-3,1-1,1-2,-2 0,1 0,-1-1,-1-1,0 0,0-1,-1 0,33-58,-43 71,1 1,0-1,0 0,0 1,0-1,-1 1,1-1,0 1,0-1,-1 1,1-1,0 1,-1 0,1-1,-1 1,1 0,-1 0,1-1,-1 1,1 0,-1 0,0 0,1 0,-1 0,0-1,0 1,0 0,0 0,0 0,0 0,0 0,0 0,0 0,0 0,0-1,0 1,-1 0,1 0,-1 0,3 7,-1 1,1-1,0 0,0 0,0 0,1 0,1 0,-1-1,1 0,0 1,1-1,0-1,0 1,0-1,1 1,0-2,0 1,1-1,-1 0,1 0,0 0,0-1,1-1,-1 1,1-1,0 0,0-1,0 0,0 0,1 0,-1-1,0-1,1 1,-1-2,0 1,1-1,-1-1,0-1,-1 0,0 0,1-1,-1 0,0 0,-1-1,1 0,-1 0,0 0,0-1,-1 0,1 0,-1-1,-1 1,1-1,-1 0,0 0,-1-1,0 1,2-7,4-12,-2 0,-1-1,-1 0,-1 0,0-25,6-392,-10 362,0 83,0-1,0 0,-1 1,1-1,0 0,0 0,-1 0,1 1,0-1,0 0,-1 0,1 0,0 1,-1-1,1 0,0 0,-1 0,1 0,0 0,-1 0,1 0,0 0,-1 0,1 0,0 0,-1 0,1 0,0 0,-1 0,1 0,0 0,-1 0,1-1,0 1,-1 0,1 0,0 0,0-1,-1 1,1 0,0 0,0 0,-1-1,1 1,0 0,0-1,0 1,-1 0,1 0,0-1,0 1,0 0,0-1,0 1,0 0,0-1,0 1,0-1,-10 20,1-1,1 1,1 1,1-1,0 1,2 0,-2 17,-4 23,3 0,2 0,3 1,3-1,8 56,-6-94,1-1,0 0,2 0,1 0,0-1,9 17,-13-31,0 1,1-1,-1 0,2 0,-1 0,0-1,1 1,0-1,1 0,-1 0,1-1,0 0,0 0,0 0,0-1,1 0,0 0,-1 0,1-1,0 0,0 0,1-1,5-2,0-1,0 0,0-1,0-1,-1 0,1-1,-1 0,0 0,-1-1,1-1,-1 0,-1-1,1 0,-1-1,-1 0,3-3,4-1,-8 6,-6 5,-1 0,1 0,0 0,0 0,1 0,-1 0,0 1,1-1,-1 1,1-1,-1 1,1 0,0 0,-1 0,1 1,0-1,0 1,2-1,-4 2,0 1,0-1,0 1,0-1,0 1,0 0,-1-1,1 1,0 0,-1-1,1 1,-1 0,0 0,0-1,1 1,-1 0,0 0,-1 0,1-1,0 1,0 0,-1 0,1-1,-1 2,1 0,-4 19,3-18,-1 0,1 1,0-1,0 0,0 1,0-1,1 1,0-1,0 1,0-1,1 1,-1-1,1 0,0 1,0-1,1 0,-1 1,1-1,0 0,0 0,0 0,1-1,-1 1,1-1,0 1,3 2,15 2,1-3</inkml:trace>
  <inkml:trace contextRef="#ctx0" brushRef="#br0" timeOffset="24213.655">16505 2063,'-16'-5,"-7"-1,-1 0</inkml:trace>
  <inkml:trace contextRef="#ctx0" brushRef="#br0" timeOffset="24459.524">15916 1889,'16'-2,"17"-1,18-3,19 1,16 0,9 2,-12 1</inkml:trace>
  <inkml:trace contextRef="#ctx0" brushRef="#br0" timeOffset="24630.582">16693 2544,'14'-4,"1"0,-1-2,0 1,0-2,-1 0,0 0,0-1,0-1,-1 0,-1-1,0 0,0-1,-1 0,0-1,-1 0,0 0,-1-1,0 0,-1 0,-1-1,0 0,-1 0,0-1,2-13,-6 25,0-1,0 1,-1 0,1-1,-1 1,0-1,0 1,0-1,-1 1,1-1,-1 1,0 0,0-1,0 1,0 0,0 0,-1 0,1 0,-1 0,0 0,0 0,0 0,0 1,-1-1,1 1,-1-1,0 1,1 0,-1 0,0 0,0 1,0-1,0 1,-1-1,1 1,0 0,0 0,-1 1,1-1,-1 1,1 0,-1-1,1 2,0-1,-4 0,1 4,0-1,0 1,0 0,0 1,1 0,0-1,0 1,0 1,0-1,1 1,0 0,0 0,1 0,-1 1,1-1,1 1,-1-1,1 1,0 0,1 0,0 0,0 0,0 0,1 1,0-1,0 0,1 0,0 0,0 0,1 0,0 0,0 0,1 0,-1-1,1 1,1-1,-1 0,2 1,5 3,1-1,0-1,0 0,1-1,0 0,1 0,-1-1,1-1,0 0,1-1,-1 0,1-1,0-1,-1 0,1-1,5 0,49 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36:53.4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1885 1779,'0'1,"0"-1,0 1,0 0,0 0,0 0,0 0,0 0,0 0,0 0,1-1,-1 1,0 0,1 0,-1 0,1-1,-1 1,1 0,-1 0,1-1,-1 1,1 0,0-1,-1 1,1-1,0 1,0-1,-1 1,1-1,0 1,0-1,0 0,0 0,-1 1,1-1,0 0,0 0,0 0,0 0,0 0,0 0,16 2,-1 0,0-1,1-1,-1-1,1 0,-1-1,15-4,-8 3,164-28,-56 6,2 7,1 5,50 5,-152 8,-1 2,1 1,-1 1,1 2,-1 1,8 4,-20-3</inkml:trace>
  <inkml:trace contextRef="#ctx0" brushRef="#br0" timeOffset="419.876">3636 749,'-7'8,"1"0,0 0,1 0,-1 1,2 0,-1 0,1 0,0 1,1 0,0-1,-1 11,4-18,0-1,0 1,0-1,0 1,0 0,0-1,0 1,1-1,-1 1,0-1,1 1,-1-1,1 1,0-1,0 1,-1-1,1 0,0 1,0-1,0 0,1 0,-1 0,0 0,0 0,0 0,1 0,-1 0,1 0,-1 0,1-1,-1 1,1-1,-1 1,1-1,-1 0,1 1,-1-1,1 0,61-13,-22-28,-40 40,0 0,-1 0,1 0,-1 0,1 0,-1 0,1 0,-1-1,0 1,1 0,-1 0,0-1,0 1,0 0,0 0,0-1,0 1,-1 0,1 0,0 0,-1-1,1 1,0 0,-1 0,1 0,-1 0,0 0,1 0,-1 0,0 0,0 0,0 0,0 0,0 0,0 1,0-1,0 0,0 1,0-1,0 0,0 1,0 0,0-1,-1 1,-2-1,0 0,0 0,0 0,0 1,0-1,-1 1,1 0,0 0,0 1,0-1,0 1,0 0,0 0,0 1,1-1,-1 1,0-1,1 1,-1 1,1-1,-1 0,1 1,0-1,0 1,0 0,0 0,1 0,-1 1,1-1,-1 2,-11 19</inkml:trace>
  <inkml:trace contextRef="#ctx0" brushRef="#br0" timeOffset="671.588">3784 1364,'4'-16,"2"-9,0-6,-4 0,-4 4,-4 6,-6 7,-3 12,-1 13,2 15,4 9,5 5,11-1,15-8,14-11,0-9</inkml:trace>
  <inkml:trace contextRef="#ctx0" brushRef="#br0" timeOffset="-1216.786">1738 629,'-45'-96,"45"96,0-1,0 0,0 1,-1-1,1 1,0-1,0 1,-1-1,1 0,0 1,0-1,-1 1,1-1,-1 1,1 0,-1-1,1 1,0-1,-1 1,1 0,-1-1,0 1,1 0,-1 0,1-1,-1 1,1 0,-1 0,0 0,1 0,-1 0,1-1,-1 1,0 0,1 1,-1-1,1 0,-1 0,0 0,1 0,-1 1,-10 27,6 40,2 1,4 0,6 47,-5-71,2 0,2-1,1 0,3 0,2 0,6 14,19-2,-36-55,0 0,1 0,-1 0,1 0,-1 0,0 0,1 0,0 0,-1-1,1 1,0 0,-1-1,1 1,0-1,-1 0,1 0,0 0,0 0,-1 0,1 0,0 0,0 0,-1-1,1 1,0 0,-1-1,1 0,0 1,-1-1,1 0,-1 0,1 0,-1 0,2-1,4-6,1-1,-1 0,-1 0,0-1,0 1,0-1,-2-1,1 1,-1-1,-1 1,0-1,0-3,-1 10,11-39,-2-2,-2 1,-2-1,-2 0,-2 0,-2-1,-1 1,-3 0,-2 0,-4-11,8 45,-1 1,0 0,0 0,-1 0,-1 0,0 0,0 1,-1-1,0 1,-1 0,0 1,0-1,-1 1,-4-4,8 11,0 0,0 0,0 1,0 0,0-1,0 1,0 0,0 0,0 0,0 1,0-1,0 1,0 0,0 0,0 0,0 0,0 0,1 0,-1 1,0 0,1-1,-1 1,1 0,0 0,0 0,0 1,0-1,0 0,0 1,0-1,1 1,-1 0,1 0,0-1,0 1,0 0,0 0,0 1,-15 31,2 0,1 0,1 2,3-1,0 1,3 0,1 1,0 24,3-43,1 1,0-1,1 1,2-1,0 1,0-1,2 0,1 0,0 0,1 0,1-1,1 0,0 0,10 14,13 2</inkml:trace>
  <inkml:trace contextRef="#ctx0" brushRef="#br0" timeOffset="-707.635">2018 535,'-11'-16,"16"36,2 2,9 54,-4 1,-4 1,-2-1,-5 1,-2 3,1-59,0 61,0-83,0 0,1 0,-1 0,0 0,0 0,1 0,-1 0,0 0,0 1,0-1,1 0,-1 0,0 0,0 0,1 0,-1 0,0 0,0 1,0-1,0 0,1 0,-1 0,0 1,0-1,0 0,0 0,0 0,1 1,-1-1,0 0,0 0,0 1,0-1,0 0,0 0,0 1,0-1,0 0,0 0,0 1,0-1,8-23,2-20,-8 32,-1 0,2 1,-1-1,1 1,1-1,0 1,0 0,1 1,1-1,-1 1,2 0,-1 0,1 1,6-6,-11 13,0-1,0 1,1 0,-1 0,0 0,1 0,-1 0,0 1,1-1,-1 1,1-1,-1 1,1 0,-1 0,1 0,-1 0,1 1,-1-1,1 1,-1 0,1-1,-1 1,0 0,1 0,-1 0,0 1,0-1,0 1,0-1,0 1,0-1,0 1,-1 0,1 0,1 2,50 77,-46-68,0 1,-1 0,-1-1,0 2,-1-1,0 0,-1 1,1 14,-4-25,-1-1,1 1,-1-1,0 1,1-1,-2 1,1-1,0 0,-1 0,1 0,-1 0,0 0,0 0,0 0,0 0,-1-1,1 1,-1-1,0 0,0 0,1 0,-1 0,0 0,-1-1,1 1,0-1,0 0,-1 0,1 0,-1 0,-7 2,-1 0,0-1,0 0,0-1,0-1,0 0,0 0,-3-2,-18-5,46-1,4 3</inkml:trace>
  <inkml:trace contextRef="#ctx0" brushRef="#br0" timeOffset="-339.616">2754 923,'-2'-3,"1"0,-1 0,0 1,0-1,0 1,0-1,-1 1,1 0,-1 0,1 0,-1 0,0 1,1-1,-1 1,0-1,0 1,0 0,0 0,-1 0,1 1,0-1,0 1,0 0,-1-1,1 1,0 1,0-1,0 0,-1 1,1 0,0 0,0 0,0 0,0 0,0 1,0-1,1 1,-1 0,0 0,0 0,-3 2,1 0,-1 1,1-1,0 1,1 0,-1 1,1-1,0 1,0 0,1 0,-1 0,1 0,1 1,-1-1,1 1,0 0,1 0,0-1,0 1,0 0,1 0,0 0,0 1,3-2,1-1,0 1,0-1,0 0,0 0,1-1,0 1,0-1,0 0,0-1,1 1,-1-1,1 0,0 0,0-1,0 1,0-1,1-1,-1 1,6-1,-8 0,37 9,-33-9,1 0,0 1,-1 0,1 1,-1-1,0 2,0-1,0 1,0 0,-1 1,1 0,-1 0,0 0,3 5,-8-8,-1 0,0 1,0-1,1 0,-2 1,1-1,0 1,0 0,-1-1,0 1,1-1,-1 1,0 0,0-1,0 1,-1-1,1 1,-1 0,1-1,-1 1,0-1,0 1,0-1,0 0,0 1,-1-1,1 0,-1 0,0 0,1 0,-1 0,0 0,0-1,-2 3,-76 51,45-38</inkml:trace>
  <inkml:trace contextRef="#ctx0" brushRef="#br0" timeOffset="1910.993">5481 1043,'19'2,"16"1,15 0,11-1,13 0,3-1,0-1,-6 1,-8 1,-9 1,-12 0,-12-1,-7 0,-6-1,-4-3,-3-3,-5-1</inkml:trace>
  <inkml:trace contextRef="#ctx0" brushRef="#br0" timeOffset="2875.967">6978 882,'-13'698,"-1"-388,-2-245,15-64,1-1,-1 0,1 0,-1 1,1-1,-1 0,1 0,0 0,-1 1,1-1,-1 0,1 0,-1 0,1 0,-1 0,1 0,-1 0,1 0,-1-1,1 1,-1 0,1 0,-1 0,1 0,-1-1,1 1,-1 0,1 0,-1-1,1 1,0 0,-1-1,1 1,0 0,-1-1,1 1,0-1,0 1,-1-1,1 1,0 0,0-1,0 1,-1-1,1 1,0-1,0 1,0-1,0 1,0-1,0 1,0-1,0 1,0-1,0 1,0-1,1 1,-1-1,0 1,0-1,-20-169,-40-452,59 609,3-76,-2 86,1-1,-1 1,1 0,0 0,0 0,0 0,0 1,1-1,-1 0,1 0,0 1,0-1,0 1,0-1,0 1,0 0,0 0,1 0,-1 0,1 0,0 1,-1-1,1 1,0-1,2 1,2-1,1 1,-1 1,1 0,-1 0,1 0,-1 1,1 0,-1 0,0 1,1 0,-1 0,0 1,0 0,-1 0,1 1,0-1,-1 2,0-1,0 1,0-1,-1 2,0-1,0 0,0 1,0 0,-1 0,0 1,-1-1,1 1,-1 0,0 1,-2-3,0 0,-1-1,1 1,-1 0,0 0,-1-1,1 1,-1 0,0 0,0-1,0 1,-1-1,0 1,0-1,0 0,0 0,-1 0,1 0,-1 0,0 0,0-1,-1 1,1-1,-3 3,-98 58,187-87,-28 5,-1-3,-1-2,0-2,-2-2,21-17,-66 42,-1-1,1-1,-1 1,0-1,0 0,-1 0,1 0,-1-1,0 0,0 1,0-1,-1-1,0 1,0-1,0 1,-1-1,0 0,0 0,1-4,-3 9,-1-1,1 0,-1 0,1 0,-1 0,0 1,0-1,0 0,0 0,0 1,0-1,-1 1,1-1,0 1,-1 0,1-1,-1 1,1 0,-1 0,0 0,1 0,-1 0,0 1,0-1,0 0,1 1,-1-1,0 1,0 0,0 0,0 0,0 0,-1 0,-2 0,1 0,0 0,-1 1,1-1,0 1,0 0,0 0,0 1,-1-1,2 1,-1 0,0 0,0 0,1 1,-1-1,-1 3,1 0,0 0,0 1,0-1,0 1,1 0,0 0,0 0,1 0,-1 1,1-1,1 1,-1-1,1 1,1 0,-1-1,1 1,0 0,0-1,1 1,0 0,0-1,1 1,0-1,0 1,0-1,1 0,0 0,0 0,0 0,1 0,0-1,0 0,0 1,4 1,9 3,0-1,0-1,0-1,1 0,0-1,1-1,-1-1,1-1,0 0,0-2,0 0,0-1,0-1,0 0,3-2,70-3</inkml:trace>
  <inkml:trace contextRef="#ctx0" brushRef="#br0" timeOffset="5872.333">13289 429,'-6'1,"0"0,0 1,0 0,0 1,1-1,-1 1,1 0,0 1,0-1,0 1,0 0,1 0,-1 0,1 1,0 0,0 0,1 0,-1 0,-1 4,-2 4,1 1,0 0,0 1,2 0,0-1,0 1,1 7,1-5,1 1,0 0,2-1,0 1,1-1,0 1,2-1,0 0,1 0,0-1,2 1,0-1,1 0,0-1,3 4,23 30,2-1,1-2,36 34,-68-75,6 6,-5-6,-1 1,0-1,0 1,0 0,-1 0,0 1,0-1,0 1,-1 0,3 7,-7-12,1 0,-1 0,0 1,0-1,1 0,-1 0,-1 0,1 0,0 0,0 0,-1 0,1-1,-1 1,1 0,-1-1,0 1,0-1,0 0,0 1,0-1,0 0,0 0,0 0,0 0,0-1,-1 1,1-1,0 1,0-1,-1 0,1 0,0 0,-1 0,1 0,0 0,-1-1,1 1,0-1,-4 1,1 0,0 0,0-1,-1 1,1-1,0 0,0-1,0 1,0-1,0 0,0 0,1-1,-1 1,1-1,-1 0,1 0,0-1,0 1,1-1,-1 0,1 0,-1 0,1 0,1-1,-1 1,0-1,1 1,0-1,0 0,1 0,-1 0,1 0,0-1,1 1,-1 0,1 0,0-1,0-3,7-11,0 1,1-1,1 1,1 1,1 0,0 0,1 1,1 0,7-5,-1-3,25-31,-11 18,-1-2,-2-1,-2-1,-2-1,-1-2,-3 0,-1-1,-3-2,7-28,-22 21,-3 54,0 1,0-1,0 1,0 0,-1-1,1 1,0 0,0-1,0 1,-1 0,1-1,0 1,-1 0,1-1,0 1,-1 0,1 0,0 0,-1-1,1 1,0 0,-1 0,1 0,-1 0,1 0,0 0,-1 0,1-1,-1 1,1 0,-1 1,1-1,0 0,-1 0,1 0,-1 0,1 0,0 0,-1 0,1 1,0-1,-1 0,1 0,-1 0,1 1,0-1,0 0,-1 0,1 1,0-1,-1 0,1 1,0-1,0 1,0-1,-1 0,1 1,0-1,0 0,0 1,0-1,0 1,0-1,0 0,0 1,0-1,0 1,0-1,-8 15,1-1,1 1,0 0,1 1,1-1,0 1,0 8,-1-4,-7 32,2 2,2-1,2 1,3 0,2 0,2 0,3 0,2 0,3-1,2 0,14 42,-19-81,-1 4,1 0,1-1,0 0,1 0,1-1,1 0,1-1,9 12,-1-14,-4-10</inkml:trace>
  <inkml:trace contextRef="#ctx0" brushRef="#br0" timeOffset="6122.189">13355 723,'19'2,"21"1,24 0,25-1,19-3,12-1,-3 0,-21 0</inkml:trace>
  <inkml:trace contextRef="#ctx0" brushRef="#br0" timeOffset="6386.506">13944 1070,'27'-18,"0"0,2 2,0 1,1 1,0 2,1 1,31-7,-60 17,0 0,0 0,1 0,-1 0,0 0,0 1,1-1,-1 1,0-1,1 1,-1 0,0 0,1 0,-1 0,0 1,1-1,-1 0,0 1,1 0,-1 0,0-1,0 1,0 0,0 1,0-1,0 0,0 1,0-1,0 1,-1-1,1 1,0 0,-1 0,0 0,1 0,-1 0,0 0,0 0,0 0,0 0,0 0,-1 1,1-1,-1 0,0 1,1-1,-1 0,0 1,-5 14,0 0,-1 0,0 0,-2-1,0 0,-1-1,0 0,-1 0,-1-1,-4 5,8-11,-19 27,8-12,1 0,1 1,1 0,-9 22,22-44,1-1,0 1,0 0,1-1,-1 1,0 0,0-1,1 1,-1 0,1 0,0 0,-1 0,1-1,0 1,0 0,0 0,0 0,1 0,-1 0,0 0,1-1,-1 1,1 0,0 0,0-1,-1 1,1 0,0-1,0 1,1-1,-1 1,0-1,0 0,1 1,-1-1,1 0,-1 0,1 0,-1 0,1 0,0 0,0 0,15 3,1 0,-1-2,1 0,-1 0,1-2,0 0,-1-1,12-3,-17 3,168-19,-98 8</inkml:trace>
  <inkml:trace contextRef="#ctx0" brushRef="#br0" timeOffset="3679.846">8676 1230,'17'-12,"-1"-1,0-1,-1 0,-1-1,0-1,-1 0,0 0,-2-2,0 1,4-11,-14 27,-1-2,1 0,0 0,-1 0,1 1,0-1,0 0,0 1,1-1,-1 1,1-1,-1 1,1 0,0 0,0 0,0 0,0 0,0 0,0 0,1 1,-1-1,1 1,-1-1,1 1,-1 0,1 0,0 0,-1 0,1 1,0-1,0 1,0 0,-1 0,1 0,0 0,0 0,0 0,0 1,-1-1,1 1,0 0,5 6,0-1,-1 1,0 0,0 0,-1 1,0 0,-1 0,0 1,0 0,0 0,-1 0,-1 0,1 0,-1 1,-1-1,0 1,-1 0,1 7,-1-13,-1 0,0 1,0-1,0 0,-1 1,1-1,-1 0,0 0,0 1,0-1,-1 0,0 0,1 0,-1 0,-1-1,1 1,-1-1,1 1,-1-1,0 0,0 0,0 0,-1 0,1 0,-1-1,1 0,-1 0,0 0,0 0,-1 0,4-1,0-1,0 1,0-1,0 0,0 1,0-1,0 0,0 0,0 0,-1 0,1 0,0 0,0 0,0 0,0 0,0-1,0 1,0 0,0-1,0 1,0-1,0 1,0-1,0 1,0-1,0 0,1 1,-1-1,0 0,0 0,1 0,-1 1,0-1,1 0,-1 0,1 0,-1 0,1 0,0 0,-1 0,1 0,0 0,0 0,0-1,-1 1,1 0,0 0,1 0,7-55,5 26,2 1,1 0,1 1,10-13,32-52,-40 51,-2-1,-2-1,-2-1,-1 0,-3 0,-2-1,-2 0,-1 0,-3-1,-2 1,-2 0,-2 0,-3-9,-7-72,19 175,18 191,-9 162,-12-367,-1-23,-1 22,1-1,2 1,1-1,2 1,1-1,2 0,10 29,-16-57,-1 0,1 0,-1 0,1 0,0 0,1-1,-1 1,1-1,-1 1,1-1,0 0,0 0,1 0,-1 0,0-1,1 0,0 1,-1-1,1 0,0-1,0 1,0-1,1 0,-1 0,0 0,0 0,1-1,-1 1,0-1,0-1,2 1,22-14,-4-5</inkml:trace>
  <inkml:trace contextRef="#ctx0" brushRef="#br0" timeOffset="3946.133">8797 723,'-21'-3,"-11"0,7 0,19 0,28 4,32 1,28 1,27-1,16 0,-13-1</inkml:trace>
  <inkml:trace contextRef="#ctx0" brushRef="#br0" timeOffset="5144.505">9746 1097,'-15'-12,"-1"2,0 0,-1 2,1-1,-2 2,1 0,-1 1,0 1,0 1,0 0,-1 1,0 1,0 1,14 2,0 0,1 1,-1-1,1 1,-1 0,1 0,0 0,0 1,0 0,0 0,1 0,-1 0,1 0,-1 1,1-1,0 1,0 0,1 0,-1 0,1 0,0 0,0 1,1-1,-1 1,1-1,0 1,0 0,0 0,1-1,0 1,-1 0,2 0,-1-1,1 1,-1 0,1 0,1-1,-1 1,0-1,1 1,0-1,0 0,1 0,-1 0,1 0,0 0,0 0,0-1,0 1,1-1,0 0,2 2,0-1,0 0,-1 0,1-1,1 0,-1-1,0 1,1-1,-1 0,1-1,-1 1,1-1,0-1,0 1,-1-1,1 0,0-1,0 0,-1 0,1 0,0-1,-1 0,1 0,-1-1,0 1,0-1,0-1,0 1,-1-1,1 0,-1-1,0 1,0-1,0 0,-1 0,0 0,4-6,0-2,0 0,-1 0,-1-1,0 0,-1 0,0-1,0-4,-5 20,0-1,1 0,-1 0,0 0,0 0,1 0,-1 1,0-1,0 0,1 0,-1 0,0 0,0 0,1 0,-1 0,0 0,0 0,1 0,-1 0,0 0,0 0,1 0,-1 0,0-1,0 1,1 0,-1 0,0 0,0 0,0 0,1 0,-1-1,0 1,0 0,0 0,1 0,-1-1,0 1,0 0,0 0,0 0,0-1,0 1,1 0,-1 0,0-1,0 1,0 0,0 0,0-1,0 1,0 0,0 0,0-1,0 1,0 0,7 28,-4-15,-3-9,1 0,0 0,0-1,0 1,0 0,1-1,0 1,0-1,0 0,0 0,0 1,0-1,1-1,0 1,-1 0,1-1,0 1,0-1,0 0,1 0,-1 0,1 0,-1-1,1 1,-1-1,1 0,0 0,-1 0,1-1,0 1,0-1,0 0,0 0,-1 0,1-1,0 1,0-1,2-1,1-2,0-1,0-1,0 1,-1-1,0-1,0 1,0-1,-1 0,0 0,-1 0,1-1,-2 0,1 0,-1 0,0 0,0 0,-1-1,0 1,-1-1,0 1,0-1,-1 0,0-6,7-31,-5 43,0-1,0 1,1 0,-1 0,1 0,0 0,0 1,0-1,0 1,0 0,0 0,0 0,1 0,-1 0,1 1,0-1,-1 1,1 0,0 0,0 1,0-1,0 1,-1 0,1 0,0 0,0 0,0 1,0-1,0 1,-1 0,1 0,2 2,9-2,-9-1,0 0,0 0,0 1,0 0,0 0,0 1,0-1,0 1,0 1,0-1,-1 1,1 0,-1 0,0 1,0-1,0 1,0 0,-1 0,0 1,0 0,0-1,0 1,-1 0,1 1,-2-1,1 1,1 3,8 95,2 12,-12-111,0 0,0 0,0 0,1 0,-1 0,1-1,0 1,1-1,-1 0,1 0,0 0,0 0,0-1,0 1,1-1,-1 0,1-1,0 1,4 1,-2-1,-1-1,1-1,-1 1,1-1,0 0,0 0,0-1,-1 0,1 0,0-1,0 0,-1 0,1 0,0-1,-1 0,0 0,1-1,-1 0,0 0,0 0,0-1,-1 0,1 0,-1 0,0-1,0 0,2-3,4-4,1-2,-2 1,0-2,0 1,-1-1,-1-1,-1 0,0 0,-1 0,1-6,-6 18,1 0,-1-1,0 1,0 0,0 0,-1-1,0 1,1 0,-1-1,-1 1,1 0,-1-1,0 1,0 0,0-1,0 1,-2-4,2 8,1-1,-1 1,1-1,-1 1,1-1,-1 1,1-1,-1 1,0 0,1-1,-1 1,0 0,1-1,-1 1,0 0,1 0,-1 0,0 0,1-1,-1 1,0 0,0 0,1 1,-1-1,0 0,1 0,-1 0,0 0,0 0,1 1,-1-1,0 0,1 1,-1-1,1 0,-1 1,1-1,-1 1,0-1,1 1,-1-1,1 1,0 0,-1-1,1 1,0-1,-1 1,1 0,0-1,-1 1,1 0,0-1,0 1,0 0,-17 40,14-33,1 0,1 0,-1 0,1 1,1-1,0 0,0 1,0-1,1 0,0 1,1-1,0 0,0 0,1 0,0 0,0-1,1 1,0-1,0 0,1 0,-1 0,2 0,-1-1,1 0,0 0,0 0,1-1,-1 0,1 0,0-1,1 0,-1 0,5 1,6 1,1-1,1 0,-1-2,1 0,-1-1,1-1,0-1,-1-1,1 0,0-2,-1 0,0-1,1-1,-2-1,1-1,-1 0,0-1,0-1,-1-1,0-1,-1 0,0-1,-8 6,-1-1,0 0,0-1,-1 1,0-1,0 0,-1-1,0 0,2-4,-6 9,1 1,-1 0,0-1,0 1,0 0,0-1,-1 1,1-1,-1 0,0 1,0-1,-1 1,1-1,-1 1,1-1,-1 1,0-1,0 1,-1 0,1 0,-1-1,1 1,-1 0,0 0,0 0,-1 1,1-1,0 0,-2 0,0-1,0 1,0 0,0-1,-1 2,1-1,-1 1,0-1,0 1,0 0,0 1,0-1,0 1,0 0,0 1,0-1,-1 1,1 0,0 0,0 1,0-1,-1 1,1 0,0 1,0-1,0 1,0 0,1 0,-1 0,0 1,1 0,0 0,-1 0,1 0,0 1,1 0,-1-1,1 1,0 1,0-1,0 0,0 1,1-1,-1 1,0 2,3 0,-1-1,1 0,0 0,0 0,0 0,1 1,0-1,0 0,1 0,0 0,0-1,0 1,1 0,-1-1,1 1,1-1,-1 0,1 0,0 0,0-1,0 1,1-1,0 0,-1 0,1-1,1 1,-1-1,0 0,1-1,0 1,-1-1,1 0,0 0,0-1,0 0,1 0,-1 0,0-1,0 0,0 0,0-1,1 1,-1-1,0-1,0 1,0-1,-1 0,1 0,0-1,-1 0,1 0,1-1,54-73,-61 78,0-1,0 1,0-1,0 1,0-1,0 0,0 1,0-1,0 1,0-1,0 1,0-1,0 1,0-1,0 0,1 1,-1-1,0 1,0-1,1 0,-1 1,0-1,0 0,1 1,-1-1,0 0,1 1,-1-1,0 0,1 0,-1 1,1-1,-1 0,1 0,-1 0,0 0,1 1,-1-1,1 0,-1 0,1 0,-1 0,1 0,-1 0,0 0,1 0,-1 0,1-1,-1 1,1 0,-1 0,0 0,1 0,-1-1,1 1,-1 0,0 0,1-1,1 13,1-4,-1-1,2 0,-1 1,1-1,0 0,0-1,1 1,0-1,0 0,0 0,1-1,0 1,0-1,1 0,-1-1,1 0,0 0,0 0,2 0,12 5,1-1,1-1,-1 0,1-2,0-1,2 0,191 6,-108-13</inkml:trace>
  <inkml:trace contextRef="#ctx0" brushRef="#br0" timeOffset="7377.394">16163 736,'-21'0,"0"1,0 0,1 2,-1 1,1 0,0 1,-3 2,15-4,-1 1,1 0,1 0,-1 0,0 1,1 0,0 0,0 1,1 0,0 0,0 0,0 1,1 0,-1 0,2 1,-1-1,-2 8,5-10,0-1,0 0,1 1,0-1,0 1,0-1,0 1,1 0,0-1,0 1,0-1,0 1,1 0,0-1,0 1,0-1,0 1,1-1,0 0,-1 1,2-1,-1 0,0 0,1-1,0 1,0 0,0-1,0 0,1 1,-1-1,1-1,0 1,0 0,0-1,0 0,0 0,0 0,1-1,-1 1,2-1,2 2,0-1,1-1,-1 1,1-1,-1-1,1 0,0 0,-1-1,1 0,-1 0,1-1,-1 0,0 0,0-1,0 0,0-1,0 1,-1-2,1 1,-1-1,0 0,0 0,-1-1,0 0,0 0,0-1,-1 0,0 0,0 0,-1 0,1-1,-2 1,3-7,0-2,0 0,-1 0,-1-1,0 0,-1 0,-1 0,-1-3,-1 12,-2 15,-3 17,1-8,1 1,1 0,0 0,1 0,1 0,1 0,0 0,1 0,1 0,1 0,0-1,1 0,7 15,-10-27,0-1,1 0,-1 0,1 0,0 0,-1-1,1 1,1-1,-1 1,0-1,1 0,-1 0,1-1,-1 1,1-1,0 1,0-1,-1 0,1-1,0 1,0-1,3 0,23-1</inkml:trace>
  <inkml:trace contextRef="#ctx0" brushRef="#br0" timeOffset="7717.482">16483 736,'-2'9,"0"1,1 0,0 0,1 0,0-1,0 1,1 0,0 0,1 0,0-1,1 1,0-1,0 1,1-1,0 0,0-1,1 1,1-1,-1 0,1 0,1 0,-1-1,5 4,-3-5,0-1,0 1,0-1,0-1,1 1,0-1,-1-1,2 0,-1 0,0-1,1 0,-1 0,1-1,-1-1,1 1,-1-2,8 0,-13 0,1 0,-1-1,0 1,0-1,0 0,0 0,0 0,0-1,-1 1,1-1,-1 0,0 0,0 0,0 0,0-1,0 1,-1-1,1 0,-1 1,0-1,0 0,-1 0,1-1,-1 1,0 0,1-3,8-120,-10 117,-3-102,5 115,1 11</inkml:trace>
  <inkml:trace contextRef="#ctx0" brushRef="#br0" timeOffset="8024.175">17071 976,'17'-18,"-1"0,-1-1,-1-1,0-1,-2 0,0 0,-1-1,-2-1,0 0,2-13,-10 34,0 0,0 0,0 0,-1 0,1 0,-1 0,0-1,1 1,-1 0,0 0,0 0,-1 0,1-1,0 1,-1 0,1 0,-1 0,0 0,1 0,-1 0,0 0,0 0,0 0,-1 1,1-1,0 0,-1 1,1-1,-1 1,0-1,1 1,-1 0,0-1,0 1,0 0,0 0,0 0,0 1,0-1,0 0,0 1,0 0,0-1,0 1,0 0,-3 0,-3 4,-1-1,1 2,0-1,0 1,0 1,1-1,0 1,0 0,0 1,1 0,0 0,0 0,0 1,1 0,1 0,-1 0,1 1,1-1,-1 1,2 0,-1 0,1 1,-1-3,1 0,0 0,0 0,1 0,0 0,0 1,0-1,1 0,0 1,1-1,0 0,0 0,0 0,1 0,0 0,0 0,1 0,0 0,0-1,1 1,0-1,0 0,0 0,1-1,-1 1,1-1,5 4,-4-5,-1 0,1 0,1-1,-1 0,0 0,1 0,0-1,-1 0,1 0,0-1,0 0,0 0,0 0,0-1,0 0,0-1,0 1,0-1,0-1,0 1,0-1,0-1,-1 1,1-1,-1 0,0 0,0-1,0 0,0 0,0 0,-1-1,0 0,2-2,10-17</inkml:trace>
  <inkml:trace contextRef="#ctx0" brushRef="#br0" timeOffset="8585.214">17365 762,'-9'29,"-29"124,38-150,-1 1,1-1,0 1,0-1,0 1,0-1,1 1,0-1,-1 1,1-1,0 0,1 1,-1-1,1 0,-1 0,1 0,0 0,0 0,0 0,1 0,-1-1,1 1,-1-1,1 0,0 0,0 0,0 0,0 0,0 0,0-1,0 0,1 1,-1-1,1-1,-1 1,1 0,2-1,2 1,0-2,0 1,0-1,-1-1,1 1,0-1,-1-1,0 1,1-1,-1 0,0-1,-1 0,1 0,0 0,-1-1,0 0,0 0,-1-1,1 0,-1 0,0-1,3-3,0 0,-1-1,0-1,-1 1,0-1,0 0,-2-1,1 1,-2-1,0 0,0 0,-1-2,-7 1,-5 35,7-16,1 0,-1 0,1 0,1 1,-1-1,1 1,0-1,0 1,0-1,1 1,0-1,0 1,1-1,-1 1,1 0,0-1,1 0,-1 1,1-1,0 0,1 0,-1 0,1 0,0 0,0 0,0-1,1 0,0 1,-1-1,2-1,-1 1,0 0,1-1,0 0,7 0,1 0,0-1,-1-1,1 0,0 0,0-2,0 1,-1-2,1 0,0 0,-1-1,1-1,-1 0,0 0,0-2,-1 1,1-1,-1-1,-1 0,1-1,-1 0,-1 0,1-1,-1 0,-1-1,8-10,-10 12,-1-1,0 1,0-1,-1 0,0-1,-1 1,0-1,0 1,-1-1,-1 0,1-1,-14 54,10-37,1 1,0-1,0 0,0 0,1 1,0-1,0 1,1-1,-1 0,1 0,1 1,-1-1,1 0,0 0,1 0,-1 0,1-1,1 1,-1-1,1 0,-1 1,2-2,-1 1,0 0,1-1,0 0,0 0,0 0,1 0,5-1,-1 1,1-2,0 1,0-1,0-1,0 0,0-1,0 0,0 0,0-2,0 1,0-1,0-1,-1 1,1-2,-1 0,0 0,6-4,20-11</inkml:trace>
  <inkml:trace contextRef="#ctx0" brushRef="#br0" timeOffset="11777.717">21082 442,'20'15,"8"7</inkml:trace>
  <inkml:trace contextRef="#ctx0" brushRef="#br0" timeOffset="13449.399">21897 682,'9'3,"-1"0,-1 0,1 1,-1 0,1 0,-1 1,0 0,-1 0,1 1,-1 0,0 0,0 0,-1 1,0 0,0 0,-1 0,2 3,51 137,-48-118,-9-26,0 0,1 0,-1 0,1 0,-1 0,1-1,0 1,0 0,0 0,1 0,-1-1,0 1,1 0,0-1,0 0,0 1,0-1,0 0,0 0,1 0,-1 0,0 0,1-1,0 1,-1-1,1 0,0 1,0-1,0 0,0-1,0 1,0-1,0 1,0-1,0 0,0 0,2 0,6-7,0-1,-1 0,-1-1,1 0,-1 0,-1-1,0 0,0-1,-1 0,0 0,-1 0,0-1,-1 0,0 0,-1 0,0-4,23-71,-40 127,12-33,0-1,0 0,0 1,1-1,0 1,0-1,0 0,1 1,0-1,1 1,-1-1,1 0,0 0,0 0,1 0,0 0,0-1,1 1,-1-1,1 0,0 0,0 0,1 0,0-1,-1 0,1 0,1 0,-1 0,1-1,3 2,-2-2,1 0,-1-1,1 1,0-1,0-1,0 0,0 0,0 0,0-1,0 0,0-1,0 1,0-2,-1 1,1-1,0 0,0-1,-1 0,0 0,1-1,-1 1,0-2,-1 1,1-1,-1 0,0 0,0-1,-1 1,1-1,-1-1,0 1,-1-1,0 0,0 0,0 0,2-7,-4 6,0 0,0 0,0 0,-1 0,0-1,-1 1,0 0,0-1,0 1,-1 0,-2-6,2 14,0 1,0-1,0 1,0-1,0 1,0-1,0 1,0 0,1 0,-1-1,0 1,0 0,1 0,-1 0,0 0,1 0,-1 0,1 0,-1 0,1 0,-1 0,1 0,0 0,0 0,0 0,-1 0,1 0,0 1,0-1,1 1,-5 11,2 1,0 0,1 0,0-1,1 1,0 0,2 0,0 3,-1-12,0 0,0-1,0 1,1 0,-1-1,1 1,0-1,1 0,-1 0,1 0,0 0,0 0,0-1,0 1,1-1,-1 0,1 0,0 0,0 0,0-1,0 1,1-1,-1 0,1-1,2 2,2-2,1 1,0-2,-1 1,1-1,0-1,0 0,-1 0,1-1,0 0,-1 0,0-1,1-1,-1 0,-1 0,1 0,0-1,-1-1,0 1,-1-1,1-1,-1 1,0-1,0 0,-1-1,0 0,-1 0,1 0,-2-1,1 1,-1-1,0 0,-1-1,0 1,-1 0,0-1,1-9,-2 19,-1-1,0 1,1-1,-1 1,0 0,1-1,-1 1,0-1,0 1,1-1,-1 1,0-1,0 0,0 1,0-1,0 1,0-1,0 1,0-1,0 1,0-1,0 1,0-1,0 0,0 1,0-1,0 1,-1-1,1 1,0-1,0 1,-1-1,1 1,0 0,-1-1,1 1,-1-1,1 1,0 0,-1-1,1 1,-1 0,1-1,-1 1,1 0,-1 0,1 0,-1-1,1 1,-1 0,1 0,-1 0,1 0,-1 0,0 0,1 0,-1 0,1 0,-1 0,1 0,-1 1,-4 8,1 1,0-1,1 1,0 1,0-1,1 0,1 0,-1 1,2-1,0 1,0-1,0 1,2 0,-2-7,1 1,1 0,-1 0,1-1,0 1,0-1,0 1,0-1,1 0,0 0,0 0,0 0,0-1,0 1,1-1,0 0,0 0,0 0,0 0,0-1,0 1,1-1,-1 0,1 0,-1-1,1 0,0 0,0 0,-1 0,1 0,0-1,0 0,0 0,0-1,0 1,0-1,1-1,7-2,0 0,0-1,0-1,-1 0,0-1,0 0,-1-1,0 0,0-1,-1 0,0 0,0-1,-1-1,-1 0,0 0,0 0,-1-1,-1 0,0-1,0 1,-1-1,-1 0,0-1,-1 1,0 0,-1-1,0-8,-1 2,-1 20,0 0,0 0,0 0,0 0,0 0,-1 0,1 0,0 0,0 0,0 0,0 0,0 0,-1 1,1-1,0 0,0-1,0 1,0 0,-1 0,1 0,0 0,0 0,0 0,0 0,0 0,-1 0,1 0,0 0,0 0,0 0,0 0,0-1,0 1,-7 19,4-10,0 0,0-1,1 1,0 0,1 0,0 1,0-1,1 0,0 0,1 0,0 0,0 1,1-1,0 0,0-1,1 1,1 0,-1-1,1 0,1 0,0 0,0 0,0-1,1 1,0-1,0-1,1 1,0-1,0 0,5 2,9 0,0-1,0-1,1 0,0-2,0-1,1 0,-1-2,0-1,1 0,-1-2,1 0,-1-2,0 0,4-3,-11 4,0-1,0 0,-1-1,1 0,-1-2,-1 1,1-2,-1 0,-1 0,1-1,-1-1,-1 0,0 0,0-1,-1-1,-1 0,0 0,0-1,-1 0,-1 0,0-3,15-41,-3-2,-2 0,-4-1,-1-1,-4 0,-2 0,-2-16,-3 59,1 1,-1 0,0 0,-1 0,-1 0,-1 1,-1-1,0 0,-1 1,-2-7,5 21,1 0,-1 0,0 0,1 0,-1 1,0-1,0 0,0 0,0 1,-1-1,1 1,0-1,-1 1,1 0,-1-1,1 1,-1 0,1 0,-1 0,0 0,0 0,0 0,1 1,-1-1,0 1,0-1,0 1,0 0,0-1,0 1,0 0,0 0,0 1,0-1,0 0,0 1,0-1,0 1,0-1,1 1,-1 0,0 0,0 0,1 0,-1 0,0 0,1 1,-1-1,1 0,-1 2,-12 11,2 1,0 1,0 0,2 0,0 1,1 1,0-1,2 1,0 1,-2 10,-6 13,2 1,1 1,3 0,2 0,1 0,3 1,1 0,3 12,0-42,0 0,1 0,1 0,1 0,0 0,1 0,0-1,1 0,1 0,0 0,1-1,0 0,1-1,0 0,1 0,1-1,0 0,0-1,1 0,0-1,1 0,0-1,14 6,-16-8,1-1,0-1,0 0,0 0,0-1,1-1,-1 0,1-1,-1 0,1-1,0 0,-1-1,1 0,-1-1,1-1,-1 0,0-1,0 0,0 0,-1-1,1-1,-1 0,0-1,-1 0,0 0,0-1,8-9,1-10,-1-1,-1 0,-2-1,0-1,-2-1,-2 1,-1-2,-1 0,-1 0,-2-1,0-11,9-59,-5-1,-3-97,-6 182,0 6,-1 0,0 0,-1 0,0 0,-1 0,0 0,-1 0,-1 1,0-1,-3-7,6 19,0 0,0 0,0 0,0 0,0 1,0-1,0 0,0 0,0 1,0-1,0 0,-1 1,1-1,0 1,0 0,-1-1,1 1,0 0,-1 0,1 0,0 0,-1 0,1 0,0 0,-1 0,1 0,0 1,0-1,-1 1,1-1,0 1,0-1,0 1,-1-1,1 1,0 0,0 0,0 0,0 0,0 0,1 0,-1 0,0 0,0 0,1 0,-1 0,0 0,1 1,-1-1,1 0,0 0,-1 1,1-1,0 0,0 1,0 0,-14 31,3 0,0 1,2 0,2 1,1 0,2 0,0 23,0-2,1 1,4 0,2-1,5 26,-4-56,1-1,0-1,2 1,1-1,1 0,2-1,0 0,1 0,1-2,1 1,2 1,-11-16,0-1,0 1,0-1,1 0,0 0,0 0,0-1,1 0,0-1,0 1,0-1,1 0,-1-1,1 0,0 0,0-1,0 0,0 0,0 0,0-1,0-1,1 0,-1 0,0 0,1-1,-1 0,0-1,0 1,0-2,0 1,3-7,0 1,-1-2,0 1,-1-1,0-1,0 1,-1-2,-1 1,0-1,0 0,-1-1,-1 1,0-1,0 0,-2 0,0-1,0 1,-1-1,-1 0,0 1,-1-4,-1-5,1 22,0 0,-1-1,1 1,0 0,0 0,-1-1,1 1,0 0,-1 0,1 0,0 0,0-1,-1 1,1 0,0 0,-1 0,1 0,0 0,-1 0,1 0,0 0,-1 0,1 0,-1 0,1 0,0 0,-1 0,1 0,0 0,-1 0,1 0,0 0,0 1,-1-1,1 0,0 0,-1 0,1 0,0 1,0-1,-1 0,1 0,0 1,0-1,-1 0,1 1,0-1,0 0,0 1,0-1,0 0,-1 1,1-1,0 0,0 1,0-1,0 0,0 1,0-1,0 0,0 1,0-1,0 0,0 1,1-1,-6 14,0-1,1 1,1 0,1 0,-1 0,2 0,0 0,1 1,1-1,0 0,0 0,2 0,2 11,-2-17,-1 0,1 0,1 0,-1 0,1-1,1 0,-1 0,1 0,0 0,1-1,0 0,0 0,0 0,0-1,1 0,0 0,0 0,1-1,-1 0,1-1,0 0,0 0,0-1,0 1,0-2,0 1,1-1,7 0,13-8,-7-5</inkml:trace>
  <inkml:trace contextRef="#ctx0" brushRef="#br0" timeOffset="13715.687">24331 522,'13'-3,"19"0,20 0,18-1,19-1,14-1,10 0,-14 2</inkml:trace>
  <inkml:trace contextRef="#ctx0" brushRef="#br0" timeOffset="10921.464">19491 789,'11'11,"0"0,-2 0,1 1,-1 0,-1 1,0 0,-1 0,-1 0,0 1,0 0,-1 1,-1-1,-1 1,2 12,8 19,-13-43,0-1,0 0,0 0,1 1,-1-1,1 0,-1 0,1 0,0 0,0 0,0 0,0 0,0 0,0 0,1 0,-1-1,1 1,-1 0,1-1,0 1,-1-1,1 0,0 0,0 0,0 1,0-2,0 1,0 0,0 0,1-1,-1 1,0-1,1 1,3-5,0 0,0-1,-1 0,1 1,-1-2,0 1,-1-1,1 1,-1-1,-1 0,1-1,-1 1,0-1,2-5,28-109,-34 132,5 81,-4-90,1 1,-1-1,1 1,0-1,0 1,0-1,0 0,0 1,0-1,1 0,-1 0,1 0,-1 0,1 0,0 0,0-1,0 1,0-1,0 1,0-1,0 1,0-1,1 0,-1 0,1 0,-1-1,0 1,1-1,-1 1,1-1,0 0,-1 1,1-1,6-2,-1-1,1 1,-1-2,0 1,0-1,0 0,-1 0,1-1,-1 0,0-1,0 1,-1-1,1-1,-1 1,-1-1,1 0,-1 0,-1-1,3-4,1-2,0-1,-1 1,0-1,-1 0,-1-1,-1 1,1-7,-26 165,20-138,1 1,-1-1,1 1,1 0,-1-1,1 1,0-1,0 1,1-1,-1 1,1-1,0 0,1 0,-1 0,1 0,0 0,1-1,-1 1,1-1,-1 0,1 0,1 0,-1 0,0-1,1 0,0 0,0 0,0 0,1-1,17 3,1-1,0-1,0-2,0 0,0-1,-1-2,1 0,0-2,0 0,8-4,29-6,-8-1</inkml:trace>
  <inkml:trace contextRef="#ctx0" brushRef="#br0" timeOffset="11529.383">20668 936,'-13'-8,"0"1,-1 1,0 0,0 1,0 0,0 1,-1 1,0 0,1 1,-1 1,-11 0,19 1,0 0,0 0,0 1,0 0,0 1,0-1,0 1,1 1,-1-1,1 1,0 0,-1 1,1-1,1 1,-1 0,0 1,1-1,0 1,0 0,1 1,-1-1,1 1,0 0,1 0,-3 4,5-7,-1 0,1 0,0 1,0-1,0 0,0 0,1 1,-1-1,1 1,0-1,0 0,0 1,0-1,1 0,-1 1,1-1,0 0,0 1,0-1,0 0,1 0,0 0,-1 0,1 0,0 0,0-1,0 1,1-1,-1 1,1-1,-1 0,1 0,0 0,-1 0,1 0,0-1,0 1,1-1,-1 0,0 0,0 0,2 0,8 1,0 1,-1-2,1 0,0 0,0-2,0 1,-1-1,1-1,0-1,-1 0,1 0,-1-1,0 0,0-1,-1-1,1 0,-1-1,0 0,-1 0,0-1,0 0,-1-1,0 0,3-5,-8 9,0-1,-1 0,0 0,0 0,0-1,-1 1,0 0,0-1,-1 0,0 1,0-1,0 0,-1 0,0-6,3 49,-2-30,1-1,-1 1,1-1,1 1,-1-1,1 0,0 0,0 0,0 0,0-1,1 1,0-1,0 0,0 0,1 0,-1-1,1 1,0-1,0 0,0 0,0-1,1 0,-1 0,1 0,-1 0,1-1,0 0,-1 0,1-1,0 1,0-1,-1-1,6 0,1-1,-1-1,0 0,0-1,0 0,0-1,0-1,-1 1,0-1,-1-1,1 0,-1 0,0-1,-1 0,0-1,0 0,-1 0,0 0,-1-1,0 0,0-1,-1 1,0-1,-1 0,0-1,2-15,-5 19,-4 20,-2 7,0 1,1 1,1-1,2 1,-1-1,2 1,1-1,1 1,2 12,-3-30,0 1,1 0,-1 0,1-1,-1 1,1-1,0 1,1-1,-1 0,0 0,1 0,0 0,0 0,0-1,0 1,0-1,0 0,0 0,1 0,-1 0,1-1,0 1,-1-1,1 0,0 0,0 0,0-1,0 1,1-1,21-2</inkml:trace>
  <inkml:trace contextRef="#ctx0" brushRef="#br0" timeOffset="45292.429">21082 2313,'-20'-11,"-1"0,0 2,0 0,-1 1,0 2,0 0,0 1,-1 1,0 2,0 0,0 1,-4 1,19 0,1 1,-1 0,1 0,0 1,-1 0,1 0,0 0,0 1,0 0,1 1,-1-1,1 1,0 1,0-1,0 1,0 0,1 0,0 1,0-1,0 1,1 0,0 1,0-1,0 1,1-1,0 1,0 0,1 1,0-1,-1 7,3-11,-1 1,1-1,0 1,0-1,1 1,-1-1,1 1,0-1,-1 0,2 1,-1-1,0 0,1 0,-1 0,1 0,0 0,0 0,0 0,0 0,1-1,-1 1,1-1,-1 0,1 0,0 0,0 0,0 0,2 0,2 2,1-1,-1-1,1 0,0 0,0 0,0-1,0 0,0 0,0-1,0-1,0 1,1-1,3 0,0-1,0 0,0-1,0-1,0 0,-1 0,0-1,1 0,-2-1,1-1,-1 0,0 0,0 0,-1-2,0 1,-1-1,1 0,-2-1,1 0,-2 0,1 0,-1-1,-1 0,0 0,2-6,-7 16,1 1,-1-1,1 1,-1-1,1 1,-1-1,0 0,1 1,-1-1,0 1,0-1,1 0,-1 1,0-1,0 0,0 0,0 1,0-1,0 0,0 1,0-1,0 0,0 1,0-1,0 0,0 1,-1-1,1 0,0 1,0-1,-1 0,1 1,-1-1,1 1,0-1,-1 1,1-1,-1 1,1-1,-1 1,1-1,-1 1,0 0,1-1,-1 1,0 0,1 0,-1-1,1 1,-1 0,0 0,0 0,1 0,-1 0,0 0,-4 5,0 1,0 1,1-1,0 1,0-1,0 1,1 0,0 1,0-1,1 0,0 1,0 0,1-1,0 1,0 0,1 0,0-1,1 5,0-8,0 1,0-1,0 0,1 0,-1 1,1-1,0 0,1-1,-1 1,1 0,-1-1,1 1,0-1,0 0,1 0,-1 0,1 0,-1-1,1 1,0-1,0 0,0 0,0 0,0-1,5 2,3 0,1 0,0 0,0-1,0-1,0 0,0-1,0 0,6-2,-5 1,-1-1,0-1,1 0,-1 0,0-1,0-1,-1 0,0-1,0-1,0 1,0-2,-1 0,-1 0,1-1,-1 0,-1-1,0 0,0 0,-1-1,0 0,-1-1,0 0,3-8,16-48,-3-2,-3 0,-4-1,1-19,-7 40,30-180,-40 228,1-2,0 1,-1-1,1 1,-1-1,0 0,0 1,0-1,-1 0,1 1,-1-1,0 0,0 1,0-1,0 1,-1 0,1-1,-3-1,3 4,-1 0,0 1,0-1,1 1,-1 0,0-1,0 1,0 0,1 0,-1 0,0 0,0 1,0-1,0 0,1 1,-1-1,0 1,1 0,-1 0,0-1,1 1,-1 0,1 0,-1 1,1-1,-1 0,1 0,0 1,0-1,-1 1,-13 15,0 1,1 1,1 0,0 1,2 0,0 1,2 0,0 1,1 0,2 0,-3 12,2-11,0 1,2 0,0 0,2 0,0 1,2-1,1 1,1 0,0-1,2 1,1-1,2 0,0 0,1-1,1 1,1-2,1 1,2-1,0-1,1 0,1-1,0 0,14 13,-15-21,1 0,1 0,-1-2,2 0,-1 0,1-2,1 0,4 1,-16-7,0 1,1-2,-1 1,1 0,-1-1,1 0,0-1,0 1,-1-1,1 0,0-1,0 1,-1-1,1 0,0-1,-1 1,1-1,-1 0,0 0,1-1,-1 0,0 0,-1 0,1 0,0-1,-1 0,2-2,6-11,-1 0,-1-1,-1 0,-1 0,0-1,-1-1,-1 1,-1-1,-1 0,1-17,-1 20,116-580,-117 580,-10 29,-16 42,4 1,1 1,3 1,3 0,2 1,-2 41,9-75,2 0,0 1,1-1,1 0,1 0,2 0,0 0,2 0,0-1,2 0,0 0,2 0,7 12,34 19,-50-53,1 0,-1 0,0 0,0-1,1 1,-1 0,0-1,1 1,-1 0,1-1,-1 0,1 1,-1-1,1 0,-1 0,1 0,-1 0,1 0,-1 0,1 0,0 0,-1-1,0 1,1-1,-1 1,1-1,-1 0,1 1,-1-1,0 0,0 0,1 0,-1 0,0 0,0 0,0 0,0 0,0 0,0-1,0 1,-1 0,1-1,0 1,-1-1,9-19</inkml:trace>
  <inkml:trace contextRef="#ctx0" brushRef="#br0" timeOffset="45842.539">21644 1979,'47'13,"0"-2,1-2,21 0,-12 0,61 7,252 49,-314-46,-57-18,1 0,-1 0,0 0,1 0,-1 0,0 0,1 0,-1-1,0 1,0 0,0 0,0 0,0-1,0 1,0-1,0 1,0-1,0 1,0-1,0 1,0-1,0 0,-1 0,1 0,0 1,0-1,0 0,0 0,-1-1,1 1,0 0,-67 8,53-8,0 0,0 1,0 1,0 1,0 0,0 1,1 1,0 0,0 1,0 0,1 1,-1 1,2 0,-5 4,13-8,-1 1,1 0,0 0,1 0,-1 0,1 1,0 0,1-1,-1 1,1 0,0 0,0 0,1 1,0-1,0 0,1 0,-1 1,1-1,1 1,-1-1,1 0,0 0,1 1,-1-1,1 0,0 0,1 0,-1-1,1 1,1 0,-1-1,1 0,0 0,0 0,0 0,4 3,-2-4,0 0,1 0,-1-1,0 1,1-1,0-1,0 1,0-1,0-1,0 1,0-1,0 0,0-1,1 0,-1 0,0 0,0-1,0 0,1 0,-1-1,0 0,-1 0,1-1,0 0,-1 0,1-1,-1 1,0-1,0-1,-1 1,1-1,-1 0,0 0,0-1,0 1,-1-1,0 0,0 0,-1-1,0 1,0-1,0 0,-1 1,2-8,-3 11,0 0,-1-1,1 1,-1 0,0-1,0 1,0-1,0 1,0 0,-1-1,1 1,-1 0,0-1,0 1,-1 0,0-3,1 6,0 0,1-1,-1 1,0 0,0 0,1 0,-1 0,0-1,0 1,0 0,1 0,-1 0,0 1,0-1,1 0,-1 0,0 0,0 1,1-1,-1 0,0 0,1 1,-1-1,0 1,1-1,-1 1,0-1,1 1,-1-1,1 1,-1-1,1 1,-1 0,1-1,0 1,-1 0,1 0,0-1,-1 1,1 0,0 0,0-1,0 1,0 0,0 0,0-1,0 1,0 0,0 0,-1 5,0 0,0-1,1 1,0 0,0 0,0 0,1-1,0 1,0 0,1 0,-1-1,1 1,0-1,1 0,-1 1,1-1,0 0,0 0,1-1,-1 1,1-1,0 0,1 0,1 1,8 8,1-1,0-1,1-1,0 0,1-1,17 7,7-1,0-1,1-3,1-1,0-2,0-2,10-2,54 3</inkml:trace>
  <inkml:trace contextRef="#ctx0" brushRef="#br0" timeOffset="43201.889">17607 2339,'-17'-2,"0"0,1 0,-1 1,0 2,0-1,0 2,-12 3,23-4,1 0,0 0,-1 1,1 0,0 0,0 1,0 0,0-1,1 2,-1-1,1 0,0 1,0 0,0 0,0 0,1 0,-1 1,1-1,0 1,1 0,-1 0,1 0,0 0,0 1,1-1,0-1,0-1,1 1,-1-1,1 1,0 0,0-1,0 1,1 0,-1-1,1 1,0-1,0 1,0-1,1 1,-1-1,1 0,-1 0,1 0,0 0,1 0,-1 0,0 0,1 0,-1-1,1 0,0 1,0-1,0 0,0 0,0-1,1 1,-1-1,0 1,1-1,-1 0,1 0,0-1,-1 1,1-1,-1 1,1-1,3-1,4 1,0 0,-1-1,1 0,0-1,0 0,-1-1,1 0,-1-1,0 0,0-1,0 0,0 0,-1-1,0 0,0-1,-1 0,0 0,4-5,0 0,-1-2,0 1,-1-1,-1-1,0 1,-1-2,0 1,-1-1,-1 0,-1-1,2-8,-2-2,-1 0,-1-1,-1 1,-2-1,-1 1,-1 0,-1-1,-1 1,-2 0,-1 1,-3-9,-30-38,38 72,0 0,0 0,1 1,-1-1,0 1,0-1,0 1,1 0,-1-1,0 1,0 0,0 0,0 1,0-1,1 0,-1 0,0 1,0-1,0 1,1 0,-1 0,0-1,1 1,-1 0,0 0,1 0,-1 1,1-1,0 0,-1 1,1-1,0 0,0 1,0 0,0-1,0 1,0-1,1 1,-1 0,0 0,1 0,-1-1,1 1,0 0,-1 1,-9 25,1 1,1 0,1 0,1 0,2 1,1 0,2-1,0 1,2 0,4 25,-2-33,1 0,0-1,2 1,0-1,1 0,2-1,0 0,11 19,-14-30,0 1,1-1,0 0,0 0,1-1,0 0,1-1,0 1,0-1,0-1,1 0,0-1,0 1,0-2,1 1,0-2,0 1,2-1,-5-2,0 0,0-1,0 1,0-2,0 1,0-1,0 0,0-1,-1 0,1 0,0 0,-1-1,1-1,-1 1,0-1,0 0,0-1,-1 1,0-2,1 1,-2 0,1-1,-1 0,0-1,2-1,1-4,0 0,0 0,-1-1,-1 0,0 0,-1 0,0-1,-1 0,-1 0,0 0,-1 0,0 0,-1-14,-6 24,0 22,2-3,1 0,1 0,0 0,1 0,1 0,0 0,1 0,3 12,-3-22,-1 0,1 0,-1 0,1-1,1 1,-1-1,1 1,0-1,0 0,0 0,0 0,1 0,-1-1,1 0,0 1,0-1,0 0,1-1,-1 1,1-1,-1 0,1 0,0 0,0-1,0 0,0 0,4 1,-1-2,1 1,-1-1,0-1,1 0,-1 0,0 0,0-1,0 0,0-1,0 0,-1 0,1-1,-1 0,0 0,0 0,0-1,0 0,-1-1,0 1,0-1,1-2,1-1,0-1,0-1,-1 1,-1-1,0-1,0 1,-1-1,0 0,-1 0,-1 0,1-1,-2 0,0-2,-2 17,0 116,1-113,-1 0,1 0,0 0,1 1,-1-1,1 0,0-1,0 1,1 0,-1-1,1 1,0-1,0 0,1 1,-1-2,1 1,0 0,0-1,0 0,0 0,1 0,-1 0,1-1,4 2,2-1,0-1,-1-1,1 0,1-1,-1 0,0 0,0-1,0-1,-1 0,1 0,0-1,-1-1,1 1,8-6,12-5</inkml:trace>
  <inkml:trace contextRef="#ctx0" brushRef="#br0" timeOffset="44052.64">18837 2313,'-1'1,"0"-1,0 1,0 0,0-1,0 1,0 0,0 0,1 0,-1-1,0 1,1 0,-1 0,1 0,-1 0,1 0,-1 0,1 0,0 0,-1 1,1-1,0 0,0 0,0 0,0 0,0 0,0 0,0 0,0 1,0-1,-8 71,3 0,3 0,7 67,-2-56,16 336,-23-366,4-52,0-1,0 0,-1 0,1 1,0-1,-1 0,1 0,0 0,-1 0,1 0,0 1,-1-1,1 0,0 0,-1 0,1 0,0 0,-1 0,1 0,0 0,-1 0,1 0,0 0,-1 0,1-1,0 1,-1 0,1 0,0 0,-1 0,1 0,0-1,0 1,-1 0,1 0,0-1,0 1,-1 0,1 0,0-1,0 1,0 0,-1-1,1 1,0 0,0 0,0-1,0 1,0 0,0-1,0 1,0-1,0 1,0 0,0-1,0 1,0 0,0-1,0 1,0 0,0-1,0 1,0 0,0-1,-7-24,0 0,2 0,0-1,2 0,1 0,1-14,0 26,-5-70,3 0,4 0,4 0,3 1,9-28,-14 96,1 1,1-1,1 1,0 0,0 0,2 0,2-3,-8 14,0 0,0 0,0 0,0 1,0-1,1 0,-1 1,1 0,0-1,0 1,0 0,0 1,0-1,0 0,0 1,1 0,-1 0,1 0,-1 0,1 0,-1 1,1-1,-1 1,1 0,-1 0,1 0,-1 1,1-1,-1 1,1 0,-1 0,1 0,1 1,3 3,0-1,-1 1,0 1,0-1,0 1,0 0,-1 1,0 0,0 0,-1 0,0 0,0 1,-1 0,0 0,0 0,-1 1,0-1,-1 1,1 0,-2 0,1-1,-1 4,-1-8,-1 0,1 0,-1 0,0-1,0 1,0 0,0 0,-1-1,1 1,-1-1,0 1,0-1,0 0,-1 1,1-1,-1 0,0-1,0 1,0 0,0-1,0 0,0 0,-1 0,1 0,-1 0,0-1,1 1,-1-1,0 0,0 0,0 0,1-1,-1 0,0 1,0-1,-3-1,6 1,-1 0,1 0,0 0,-1-1,1 1,0 0,0-1,-1 1,1-1,0 0,0 1,0-1,0 0,0 0,0 0,0 1,0-1,0 0,0 0,0-1,0 1,1 0,-1 0,0 0,1 0,-1-1,1 1,-1 0,1 0,0-1,0 1,-1 0,1-1,0 1,0 0,0-1,0 1,1 0,-1-1,20-50,-13 43,0 1,1-1,0 1,1 1,0 0,0 0,0 1,1 0,0 0,0 1,1 0,-1 1,1 0,0 1,0 0,1 1,-1 0,4 1,-12 1,1 1,0 0,-1 0,1 0,-1 0,1 0,-1 1,0 0,0-1,0 1,0 0,0 1,0-1,0 0,0 1,-1 0,0 0,1-1,-1 1,0 1,0-1,-1 0,1 0,-1 1,1-1,-1 1,0-1,-1 1,1-1,0 1,-1 2,28 54,-26-57,1 0,-1 0,1-1,0 1,0-1,0 0,1 0,-1 0,0 0,1 0,-1-1,1 1,0-1,-1 0,1 0,0 0,0-1,-1 1,1-1,0 0,0 0,0-1,0 1,0-1,-1 1,1-1,0-1,-1 1,1 0,2-2,0 0,1-1,-1 0,0 0,0 0,-1-1,1 0,-1 0,0 0,0-1,-1 0,0 0,0 0,0 0,-1-1,3-5,-4 6,1 1,-1-1,-1 1,1-1,-1 0,0 0,0 0,-1 0,0 1,0-1,0 0,-1 0,1 0,-2 0,1 0,-1 1,1-1,-1 0,-1 1,1 0,-1-1,0 1,0 0,-1 1,1-1,-1 0,0 1,-1 0,1 0,-1 0,1 1,-1-1,0 1,0 0,-1 1,1-1,-1 1,1 0,-4 0,4 1,-1 0,0 0,1 1,-1 0,0 0,0 1,0 0,1 0,-1 0,1 0,-1 1,1 0,-1 0,1 1,0-1,0 1,0 0,0 1,1-1,-1 1,1 0,0 0,0 0,0 1,1-1,-3 4,2-1,-1-1,1 1,1 0,-1 0,1 1,0-1,1 1,-1-1,2 1,-1 0,1 0,0 0,1 0,-1 0,2 0,-1-1,1 1,0 0,2 3,-1-6,0-1,0 1,0-1,1 0,-1 1,1-1,0 0,1-1,-1 1,1-1,-1 1,1-1,0 0,0 0,1-1,-1 1,0-1,1 0,-1 0,1-1,0 1,0-1,0 0,0 0,-1-1,1 1,0-1,0 0,0 0,0-1,0 0,4-1,25-5</inkml:trace>
  <inkml:trace contextRef="#ctx0" brushRef="#br0" timeOffset="44331.92">19518 1872,'-21'-5,"-13"-1,-7 5,-5 9,4 8,7 9,7 5,9 6,9 3,8 4,10 4,8 1,1-8</inkml:trace>
  <inkml:trace contextRef="#ctx0" brushRef="#br0" timeOffset="44516.973">19397 2393,'7'14,"5"11,2 8,1 3,0 1,3-5,4-5,8-8,11-6,11-6,10-6,-4-3</inkml:trace>
  <inkml:trace contextRef="#ctx0" brushRef="#br0" timeOffset="41453.457">14438 2260,'0'252,"-1"-250,1 1,-1 0,1 0,-1 0,1 0,0-1,0 1,0 0,1 0,-1 0,1 0,0-1,-1 1,1 0,0 0,1-1,-1 1,0-1,1 1,-1-1,1 0,0 1,0-1,0 0,0 0,0 0,0 0,1-1,-1 1,1-1,-1 1,1-1,-1 0,1 0,0 0,-1 0,1-1,0 1,0-1,6-2,1-1,-1-1,0 1,0-2,-1 1,1-1,-1 0,0-1,0 0,-1 0,0-1,0 0,0 0,-1 0,0-1,0 0,2-5,0-1,0 0,0 0,-1-1,-1 0,0 0,-2-1,1 1,-2-1,0 0,-1 0,0-12,-5 7,3 21,0 1,0-1,0 0,0 0,0 1,0-1,0 0,0 0,0 1,0-1,0 0,0 0,0 1,0-1,0 0,0 0,-1 1,1-1,0 0,0 0,0 0,0 1,0-1,-1 0,1 0,0 0,0 0,0 1,-1-1,1 0,0 0,0 0,-1 0,1 0,0 0,0 0,-1 0,1 0,0 0,0 1,0-1,-1 0,1-1,0 1,0 0,-1 0,1 0,0 0,0 0,-1 0,1 0,0 0,0 0,-1 0,1 0,0-1,0 1,0 0,-1 0,1 0,0 0,0-1,0 1,0 0,-1-1,-2 11,0 1,0-1,1 0,0 1,1-1,0 1,1-1,0 1,1-1,0 1,1-1,-1 1,2-1,3 9,-4-13,1-1,0 1,1-1,-1 0,1 0,0 0,0-1,1 1,-1-1,1 0,0 0,0-1,0 0,1 0,-1 0,1 0,-1-1,1 0,0 0,0 0,0-1,0 0,0 0,1 0,-1-1,0 0,5-1,19-3</inkml:trace>
  <inkml:trace contextRef="#ctx0" brushRef="#br0" timeOffset="42214.967">14959 2300,'0'28,"10"102,-9-125,0 0,1 0,-1 0,1 0,1-1,-1 1,1 0,0-1,0 0,0 0,0 0,1 0,-1 0,1-1,0 1,0-1,1 0,-1 0,1-1,-1 1,1-1,0 0,0 0,2-1,0 1,-1-1,1-1,0 1,0-1,-1 0,1-1,0 1,-1-2,1 1,0 0,-1-1,0-1,1 1,-1-1,0 0,0 0,0-1,-1 1,1-1,-1-1,0 1,0-1,-1 0,1 0,-1 0,0-1,0 1,-1-1,0 0,0 0,0 0,0-1,-1 1,0 0,0-6,3-4,-1 0,0 0,-2-1,0 1,0-1,-2 1,0-1,-2-11,-11 54,10-10,0 1,1-1,1 0,0 0,1 1,1-1,2 14,-1-24,-1 1,1 0,0-1,0 1,1-1,0 1,0-1,0 0,1 0,0-1,0 1,0-1,1 0,0 0,0 0,0-1,1 0,-1 0,7 3,6 1,1-2,0-1,0 0,0-1,1-1,0-1,-1-1,1 0,0-2,0 0,-1-1,1-1,-1-1,4-2,-5 4,0-1,0-1,-1-1,0 0,0-1,0-1,0 0,-1-2,-1 0,1 0,-1-1,12-12,-25 20,0-1,0 1,-1 0,1-1,-1 1,0-1,0 1,0-1,0 1,0-1,0 0,0 0,-1 1,0-1,1 0,-1 0,0 0,-1 0,1 1,0-1,-1 0,1 0,-1 1,0-1,0 0,0 1,0-1,-1 1,1-1,-1 1,1-1,-1 1,0 0,0 0,0 0,0 0,0 0,0 1,-1-1,1 1,-1-1,1 1,-1 0,-1-1,-2-1,-1 0,0 0,0 0,0 1,0 0,0 0,-1 1,1-1,0 2,-1-1,1 1,-1 0,1 1,-1 0,1 0,0 1,-1 0,1 0,0 0,0 1,1 0,-1 0,0 1,1 0,0 0,0 1,0-1,1 1,-1 1,1-1,0 1,1 0,-1 0,1 0,0 0,1 1,0 0,0-1,0 1,1 0,0 1,0-1,1 0,0 1,0 6,1-11,0 1,1 0,0 0,0-1,0 1,0 0,0-1,1 1,0-1,0 1,0-1,0 0,0 0,0 0,1 0,0 0,-1-1,1 1,0-1,0 0,1 1,-1-1,0-1,1 1,-1 0,1-1,0 0,-1 0,1 0,0 0,6 1,-1-1,1 1,-1-2,1 1,0-2,-1 1,1-1,-1 0,1-1,-1 0,7-3,-7 2,0 0,-1-1,1 0,-1 0,0-1,0 0,-1 0,1-1,-1 0,0 0,-1 0,1-1,-2 0,1-1,-1 1,0-1,0 0,-1 0,0-1,0 1,0-5,-3 12,-1 0,1 0,-1 1,0-1,1 0,-1 0,0 0,0 0,1 0,-1 0,0 0,0 0,0 0,0 0,0 0,0 0,-1 0,1 0,0 0,0 0,-1 0,1 0,-1 1,1-1,-1 0,1 0,-1 0,1 0,-1 1,0-1,1 0,-1 1,0-1,0 0,1 1,-1-1,0 1,0-1,0 1,0 0,0-1,0 1,0 0,0 0,0-1,0 1,0 0,1 0,-1 0,0 0,0 0,0 0,0 1,0-1,0 0,0 0,0 1,0-1,0 1,0-1,0 1,1-1,-1 1,0-1,0 1,1 0,-1-1,0 1,0 1,-2 1,0 0,0 1,1 0,0-1,-1 1,1 0,0 0,1 0,-1 1,1-1,0 0,0 1,0-1,1 0,-1 1,1-1,0 1,0-1,1 1,-1-1,1 0,0 1,0-1,1 0,-1 1,1-1,0 0,0 0,0-1,1 1,-1 0,1-1,0 1,0-1,0 0,1 0,0 1,10 2,1 1,0-2,0 0,0-1,1-1,0 0,-1-1,1 0,0-2,13 0,-29 0,91 0,-3-5</inkml:trace>
  <inkml:trace contextRef="#ctx0" brushRef="#br0" timeOffset="34590.082">7125 2420,'7'-2,"5"1,-1 4,2 2,-3 7,-3 2,-2 3,-2 2,-2 0,0-2,1-3,2-6,2-5</inkml:trace>
  <inkml:trace contextRef="#ctx0" brushRef="#br0" timeOffset="36944.323">6737 2995,'13'-90,"3"0,23-70,-38 160,3-20,1 1,1-1,1 1,1 1,0-1,2 2,0-1,1 1,9-12,-18 28,-1-1,0 1,1 0,-1-1,1 1,0 0,-1 0,1 0,0 0,-1 0,1 0,0 0,0 1,0-1,0 1,0 0,0-1,0 1,0 0,0 0,0 0,0 0,0 0,0 1,0-1,0 1,-1-1,1 1,0 0,0-1,0 1,-1 0,1 0,0 0,-1 1,1-1,-1 0,1 1,-1-1,0 1,1-1,-1 1,0-1,0 1,0 0,15 23,-1 0,-1 1,-2 1,0 0,-2 0,-1 1,0 5,-4-18,-1 2,-1-1,0 0,-1 1,-1-1,0 1,-1 0,-2 11,1-27,1 0,0 1,0-1,0 1,-1-1,1 1,-1-1,1 0,-1 1,1-1,-1 0,0 0,0 1,0-1,0 0,0 0,0 0,0 0,0 0,0 0,0 0,0-1,-1 1,1 0,0-1,0 1,-1-1,1 1,-1-1,1 1,0-1,-1 0,1 0,-1 0,1 0,-1 0,1 0,-1 0,1 0,0-1,-1 1,1 0,-1-1,1 1,0-1,0 0,-1 1,1-1,0 0,0 0,0 0,0 0,-1 0,1 0,1 0,-1 0,0 0,0 0,0-1,0 1,-2-4,0 1,-1-1,1 0,1 0,-1 0,1 0,0-1,0 1,0-1,1 1,0-1,0 0,0 1,1-1,0 0,0 1,1-6,1 8,0 0,1 0,-1 1,1-1,-1 1,1 0,0 0,0 0,0 0,0 0,0 1,0-1,0 1,1 0,-1 0,0 0,1 0,0 0,6-2,55-18,-1-3,-1-2,-1-4,12-9,-16-7,-57 45,0-1,0 1,0 0,0-1,0 1,0 0,0-1,0 1,0-1,-1 1,1-1,-1 1,1-1,-1 0,0 1,1-1,-1 0,0 1,0-1,0 0,0 1,-1-1,1 0,0 1,-1-1,1 1,-1-1,0 0,1 1,-1-1,0 1,0 0,0-1,0 1,0 0,0-1,0 1,0 0,-1 0,1 0,-1 0,-3-2,0 0,0 0,0 0,0 1,-1 0,1 0,-1 1,1-1,-1 1,0 0,0 1,1-1,-1 1,0 0,0 1,1 0,-1-1,0 2,1-1,-1 1,0 0,1 0,0 0,0 1,0 0,0 0,0 0,0 0,1 1,-1 0,1 0,0 0,0 0,1 1,-1 0,-1 1,1 0,-1 0,1 0,1 0,-1 1,1-1,0 1,0 0,1 0,0 1,0-1,1 0,0 0,0 1,1-1,0 1,0-1,0 1,1-1,1 0,-1 1,1-1,0 0,1 0,-1 0,1 0,1-1,-1 1,1-1,1 0,-1 0,1 0,0 0,0-1,0 0,1 0,0-1,0 1,2 0,11 1,0-1,1 0,0-1,0-2,1 0,-1-1,0 0,0-2,1-1,-1 0,0-2,0 0,-1-1,1-1,3-2,39-12</inkml:trace>
  <inkml:trace contextRef="#ctx0" brushRef="#br0" timeOffset="39441.219">8971 2541,'-10'-5,"1"2,-1-1,0 1,1 1,-1 0,0 0,-1 1,1 0,0 1,0 0,0 1,-1 0,1 0,0 1,0 0,0 1,1 0,-1 1,1 0,0 0,0 1,0 0,-8 7,11-7,0 0,1 1,-1 0,1 0,1 0,-1 0,1 1,0 0,0 0,1 0,0 0,0 1,1-1,0 1,0 0,1-1,0 1,0 0,1 0,0 7,1-14,-1 1,1 0,-1 0,1-1,0 1,0 0,0-1,0 1,0 0,0-1,0 1,0-1,1 0,-1 0,0 1,1-1,-1 0,1 0,0 0,-1 0,1 0,0-1,-1 1,1-1,0 1,0-1,0 1,-1-1,1 0,0 0,0 0,0 0,0 0,0 0,-1-1,2 1,63-27,-46 9,0-1,-1 0,-1-2,-1 0,-1-1,-1 0,-1-1,-1-1,-1 0,-1-1,-1-1,-1 1,-1-1,-2-1,0 1,1-28,-3 31,-2-1,0 0,-2 1,0-1,-2 0,0 1,-3-9,-9-4,14 35,-1 0,1 1,0-1,-1 1,1-1,-1 0,1 1,-1-1,1 1,-1-1,1 1,-1-1,1 1,-1 0,0-1,1 1,-1 0,0-1,1 1,-1 0,0 0,1 0,-1-1,0 1,0 0,1 0,-1 0,0 0,1 0,-1 0,0 1,0-1,1 0,-1 0,0 0,1 1,-1-1,0 0,1 1,-1-1,1 0,-1 1,0-1,1 1,-1-1,1 1,-1 0,-3 5,0 0,0 0,1 0,0 1,0-1,0 1,1 0,0-1,0 1,1 0,0 1,0 1,-1 1,-8 57,3 1,3-1,3 1,4 13,-2-56,1 0,1-1,1 1,1-1,1 0,4 8,-8-26,1 0,-1 0,1 0,0-1,0 1,1-1,0 1,0-1,0-1,0 1,1 0,0-1,0 0,0 0,0-1,0 1,1-1,0 0,0-1,0 1,0-1,0 0,0-1,0 1,1-1,3 0,-1-1,1 0,-1-1,0 0,0 0,1-1,-1-1,-1 1,1-1,0-1,-1 1,1-1,-1-1,0 0,0 0,-1 0,0-1,0 0,0-1,0 0,-1 0,4-6,-1 1,-1-1,0 0,0-1,-2 1,1-1,-2-1,0 1,-1-1,0 0,-1 0,-1 0,1-13,-10-20,6 47,1 1,-1 0,0-1,0 1,0-1,0 1,1 0,-1 0,0 0,0-1,0 1,0 0,0 0,0 0,0 0,0 0,0 1,1-1,-1 0,0 0,0 1,0-1,0 0,0 1,1-1,-1 1,0-1,0 1,1-1,-1 1,0 0,1-1,-1 1,1 0,-1-1,1 1,-1 0,1 0,-1 0,1-1,0 1,-1 0,1 0,0 0,0 0,-1 0,1 0,0-1,0 2,-5 9,0 1,1 0,0 0,1 1,0-1,1 0,1 1,0 0,0-1,1 1,1 0,0-1,1 1,0-1,1 1,4 10,-5-18,1 0,0 0,0 0,0-1,1 1,-1-1,1 0,0 0,0 0,1 0,-1-1,1 0,0 0,0 0,0 0,0-1,0 0,0 0,1 0,-1-1,1 1,0-1,-1-1,1 1,-1-1,1 0,0 0,2-1,2 0,0-1,0 1,0-2,0 1,-1-1,1-1,-1 0,0 0,0-1,0 0,-1 0,1-1,-2-1,1 1,5-6,-7 4,0-1,-1 1,0-1,-1 0,0 0,0 0,-1 0,0-1,0 1,-1-1,-1 0,1 0,-2 0,1 0,-2 1,1-1,-1 0,0 0,-1 0,-1 0,1 1,-1-1,-1 1,0 0,0 0,-3-4,7 13,1 1,-1-1,1 0,-1 0,0 0,1 0,-1 1,1-1,-1 0,1 0,-1 0,1 0,-1 0,1 0,-1 0,0 0,1 0,-1 0,1 0,-1-1,1 1,-1 0,1 0,-1 0,0-1,1 1,-1 0,1 0,-1-1,0 1,1 0,-1-1,0 1,1 0,-1-1,0 1,0-1,1 1,-1 0,0-1,0 1,0-1,0 1,0-1,1 1,-1-1,0 1,0 0,0-1,0 1,0-1,0 1,-1-1,1 1,0-1,0 1,0-1,4 2,30 7,-14-5,1 2,-1 0,-1 1,1 1,-1 1,0 0,-1 1,0 2,0 0,-13-5,0 0,-1 0,0 1,0 0,0 0,-1 0,0 0,0 1,-1-1,0 1,0 0,-1-1,0 1,0 0,-1 0,0 0,0 0,-1 0,0-1,0 1,-1 0,0-1,-2 7,-4 44,8-57,0 1,-1-1,1 1,0-1,0 1,0-1,0 1,0-1,0 1,1-1,-1 1,0-1,1 1,0-1,-1 1,1-1,0 0,-1 1,1-1,0 0,0 1,0-1,0 0,0 0,0 0,1 0,-1 0,0 0,0 0,1-1,-1 1,0 0,1-1,-1 1,1-1,-1 0,1 1,-1-1,1 0,-1 0,1 0,-1 0,1 0,0 0,-1 0,1-1,15-3,0-1,-1-1,0-1,0 0,0-1,-1-1,0-1,-1 0,0 0,-1-1,11-12,-13 13,-1 0,-1 0,0-1,0 0,-1-1,-1 0,0 0,0-1,-1 1,-1-1,0-1,-1 1,2-11,-8 42,1 0,1-1,1 1,0 0,1-1,1 1,5 16,-8-30,1 1,0-1,0 0,0 1,0-1,1 0,0 1,0-1,0 0,0 0,1-1,-1 1,1 0,0-1,0 0,0 1,0-1,1 0,0-1,-1 1,1-1,0 1,0-1,0 0,0-1,1 1,-1-1,0 0,1 0,-1 0,1 0,-1-1,4 0,0-1,0-1,-1 0,1-1,0 1,-1-1,0-1,0 0,0 0,0 0,-1-1,1 1,-1-2,0 1,-1-1,1 0,-1 0,0 0,-1-1,3-4,7-14,0 0,-2-1,-1-1,5-20,-14 92,-3-40,1 0,-1 0,1 0,-1 0,2 0,-1 0,0 0,1 0,0 0,0 0,1 0,-1 0,1 0,0 0,1-1,-1 1,1-1,-1 0,2 0,-1 0,0 0,1 0,-1-1,1 1,0-1,1 1,7 0,-1 1,1-2,1 0,-1 0,0-1,1 0,-1-1,1-1,-1 0,1 0,-1-2,1 1,-1-1,0-1,0-1,0 1,0-2,3-1,-1-1,1-1,-2 0,1-1,-1 0,-1-1,1-1,-2 0,0-1,0 0,-1 0,0-1,-1 0,-1-1,7-14,-1-3,-1 0,-1 0,-2-1,-2 0,0-1,-2 0,-1-6,0 5,-1 0,-2 0,-1 0,-2 0,-1 0,-1 0,-9-33,12 65,0 0,0 0,-1 0,1 0,-1 0,1 0,-1 0,0 1,0-1,0 0,0 0,0 0,0 1,0-1,-1 1,1-1,-1 1,1-1,-1 1,1 0,-1-1,0 1,0 0,1 0,-1 1,0-1,0 0,0 0,0 1,0 0,0-1,0 1,0 0,0 0,0 0,0 0,0 0,0 0,0 1,0-1,0 1,0-1,0 1,0 0,0 0,0 0,0 0,1 0,-1 0,-1 1,-6 9,1-1,0 1,0 1,1 0,1 0,0 0,0 1,2-1,-1 1,2 0,-1 1,2-1,0 1,1 0,-7 22,3 1,1 0,2 0,1 0,2 0,2 0,1 0,2 0,1-1,2 0,7 14,-10-36,0-1,2 1,-1-1,2-1,0 1,0-1,1-1,1 0,-1 0,2-1,0-1,4 4,-9-8,1-1,-1 0,1 0,0 0,0-1,0 0,0 0,1-1,-1 0,1-1,-1 0,1 0,0-1,-1 0,1 0,0-1,-1 0,1-1,-1 1,1-2,-1 1,2-2,1-3,-1 1,1-2,-1 0,0 0,-1-1,0 0,0 0,-1-1,0 0,-1-1,0 0,-1 0,0 0,-1-1,0 0,-1 0,0 0,-1-1,0 1,-1-1,0 1,-1-1,-1-3,0 16,1-5,0 1,-1 0,1 0,-1 0,0 0,0 0,-1-1,1 1,-1 0,0 0,0 0,-1 0,1 0,-1 0,1 1,-1-1,-2-2,2 6,0 0,0 0,0 0,0 1,0-1,1 0,-1 1,0 0,0-1,0 1,1 0,-1 0,0 0,1 0,-1 0,1 0,-1 1,1-1,0 0,-1 1,1-1,0 1,0 0,0-1,0 1,0 0,0-1,1 1,-1 1,-4 4,0-1,1 1,0 0,1 0,0 1,0-1,0 1,1-1,0 1,0 0,1 0,0-1,0 1,1 0,0 0,1 0,-1 0,2 0,-1 0,1 0,0-1,1 1,-1-1,2 1,-1-1,1 0,0 0,0-1,1 1,1 0,6 1,1-1,0 0,0-1,1-1,-1 0,1-1,0 0,1-1,-1-1,0 0,1-1,-1-1,1 0,7-2,40 1</inkml:trace>
  <inkml:trace contextRef="#ctx0" brushRef="#br0" timeOffset="40624.581">12098 2513,'-10'-7,"0"-1,0 1,-1 1,0 0,0 0,-1 1,0 1,0 0,0 1,0 0,-9-1,16 3,0 1,-1-1,1 1,0 0,0 0,-1 1,1-1,0 1,0 1,0-1,0 1,0-1,0 1,0 1,1-1,-1 1,1 0,0 0,-1 0,1 0,1 1,-1 0,0-1,1 1,0 1,0-1,0 0,-1 4,2-5,0 0,0 0,1 0,-1 0,1 0,0 1,0-1,0 0,0 1,0-1,1 0,0 1,0-1,0 1,0-1,0 1,0-1,1 0,0 1,0-1,0 0,0 1,0-1,1 0,-1 0,1 0,0 0,0 0,0-1,0 1,1 0,-1-1,1 0,-1 1,1-1,0 0,0-1,1 2,7 0,0 0,0 0,0-1,0-1,1 0,-1 0,0-1,1-1,-1 0,0 0,1-1,-1 0,0-1,0-1,-1 0,1 0,-1-1,0 0,0-1,7-5,-10 7,-1-1,1 1,-1-1,-1-1,1 1,-1-1,0 0,0 0,-1 0,1-1,-2 0,1 0,-1 0,0 0,0 0,-1-1,0 1,0-1,0 0,-3-5,-4 20,-6 20,7-11,1 0,1 1,0-1,1 1,0-1,2 8,-1-19,0-1,1 1,-1 0,1-1,0 1,0-1,1 1,-1-1,1 0,0 1,0-1,1 0,-1 0,1-1,0 1,0 0,0-1,0 0,1 1,-1-1,1-1,0 1,0 0,0-1,0 0,-1-1,-1 0,1 0,0 0,-1-1,1 1,0-1,0 0,-1 1,1-1,0-1,0 1,-1 0,1-1,0 1,0-1,-1 0,1 0,0 0,-1 0,1 0,-1-1,0 1,1-1,-1 0,0 1,0-1,0 0,0 0,0 0,-1-1,1 1,-1 0,1-1,33-90,-25 20,-9 58,0 0,1 0,0-1,1 2,1-1,0 0,1 1,1 0,0 0,1 0,5-7,-9 18,-1 0,1 0,0 0,-1 0,1 0,1 1,-1 0,0 0,1-1,-1 2,1-1,-1 0,1 1,0 0,0 0,-1 0,1 0,0 0,0 1,0 0,0 0,0 0,0 0,0 1,0-1,0 1,0 0,0 0,2 2,3 1,0 0,-1 0,1 1,-1 0,-1 1,1 0,-1 0,0 1,0 0,-1 0,6 8,3 12,-2 1,-1 0,-1 1,-1 1,-2-1,-1 1,-1 1,-2-1,-1 1,-1 0,-2 0,-2 24,2-42,0 118,-2-63,2-1,4 1,2-1,3 0,3-1,7 13,-16-67,0-1,2 1,-1-1,1 0,1-1,0 1,0-1,1 0,7 8,-13-18,0 1,-1-1,1 1,0-1,0 1,0-1,0 1,-1-1,1 0,0 1,0-1,0 0,0 0,0 0,0 0,0 0,0 0,0 0,0 0,-1 0,1 0,0 0,0-1,0 1,0 0,0-1,0 1,0 0,-1-1,1 1,0-1,0 0,-1 1,1-1,0 1,-1-1,1 0,-1 0,1 1,0-1,-1 0,0 0,1 0,-1 0,0 1,1-1,-1 0,0 0,0 0,0 0,0 0,0 0,0 0,0 0,0 0,0 0,0 0,0 0,0 1,-1-1,1 0,-1-1,3-36,-1 0,-2 0,-2 0,-1 0,-3 0,0 0,-3 1,-3-6,-2-8,-3 1,-1 1,-3 1,-2 0,-2 2,-1 1,-3 1,-2 2,-1 1,-18-15,14 13,37 42,1 0,-1 0,0 0,0 0,1 1,-1-1,1 0,-1 0,0 0,1 1,-1-1,1 0,0 1,-1-1,1 0,0 1,-1-1,1 1,0-1,0 1,-1-1,1 1,0 0,0-1,0 1,-1 0,1 0,0 0,0-1,0 1,0 0,0 0,0 0,-1 0,1 1,0-1,0 0,1 0,244-13,-193 13,-45 0,-5-1,0 0,0 0,0 1,0-1,1 1,-1 0,0 0,0 0,0 0,0 0,0 1,0-1,0 1,0 0,0 0,0 0,0 0,0 1,-1-1,1 1,0 0,-1 0,1 0,-1 0,0 0,0 0,0 0,0 1,0-1,0 1,-1 0,1-1,-1 1,0 0,1 2,-2 29,-1-31,0 0,1 1,-1-1,1 1,0-1,0 1,0-1,0 1,1-1,-1 0,1 1,0-1,0 1,0-1,0 0,1 0,-1 0,1 0,0 0,0 0,0 0,0-1,1 1,-1 0,1-1,-1 0,1 1,5-1,-1 0,0-1,0 0,0 0,1 0,-1-1,0 0,1-1,-1 1,0-2,0 1,1-1,-1 0,0 0,0-1,-1 1,1-2,-1 1,1-1,-1 0,0 0,0-1,-1 0,0 0,1-1,-2 1,0 0,-1 0,1-1,-1 1,0-1,-1 0,0 0,0 0,0 0,0 0,-1-1,0 1,-1 0,1-1,-1 1,0-1,-1 1,1 0,-2-1,1 1,0 0,-1 0,0 0,-1 0,1 0,-1 0,0 1,-1-1,1 1,-1 0,0 0,0 0,-1 1,1-1,-1 1,0 0,0 0,-1 1,1-1,-1 1,0 1,-2-2,5 3,0 0,0 1,-1-1,1 0,0 1,0 0,-1 0,1 0,0 0,0 1,-1-1,1 1,0 0,0 0,0 0,0 0,0 0,0 1,0 0,0-1,0 1,1 0,-1 0,1 0,-1 1,1-1,0 1,0-1,0 1,0 0,0 0,-4 8,0-1,0 2,1-1,0 1,1 0,1 0,-2 7,2-8,1 0,1 0,0 1,0-1,1 0,0 0,1 1,1 0,-2-9,1 0,-1 0,1 0,0 0,0 0,1 0,-1 0,0 0,1-1,0 1,0 0,-1-1,2 0,-1 1,0-1,0 0,1 0,-1 0,1 0,-1-1,1 1,0-1,0 1,0-1,0 0,0 0,0 0,0-1,0 1,2-1,29-1,-3-6</inkml:trace>
  <inkml:trace contextRef="#ctx0" brushRef="#br0" timeOffset="40874.426">13115 1992,'-18'-2,"-13"1,-8 6,-2 8,3 10,10 6,8 7,8 3,8 2,9 0,4-6</inkml:trace>
  <inkml:trace contextRef="#ctx0" brushRef="#br0" timeOffset="41057.981">13141 2594,'12'18,"7"11,6 2,6-3,3-8,4-6,3-6,8-9,-6-4</inkml:trace>
  <inkml:trace contextRef="#ctx0" brushRef="#br0" timeOffset="75169.461">9010 3917,'18'122,"-5"1,-5 1,-6 28,-1-60,0-69,-2-13,1 0,0 0,1 0,0 0,0 0,1 0,1-1,0 1,2 4,-5-13,1 0,0 0,-1 0,1 0,-1 0,1 0,0-1,0 1,0 0,-1-1,1 1,0 0,0-1,0 1,0-1,0 0,0 1,0-1,0 0,0 1,0-1,0 0,0 0,0 0,0 0,1 0,-1 0,0 0,0 0,0-1,0 1,0 0,0-1,0 1,0 0,0-1,0 1,0-1,-1 0,1 1,0-1,0 0,0 1,-1-1,1 0,0 0,37-40,-14 1,-2 0,-2-2,-1 0,-2-2,-3 0,-1 0,-2-1,-2-1,-2 0,-2 0,-2 0,-2 0,-5-47,-3 30,3 64,-1 112,6-89,4 81,5-1,4-1,19 66,-30-156,0 1,1-1,1 0,-1-1,2 1,0-1,1 0,0 0,0-1,10 7</inkml:trace>
  <inkml:trace contextRef="#ctx0" brushRef="#br0" timeOffset="77326.252">9505 4359,'94'282,"-93"-279,-1-1,1 0,0 1,0-1,0 1,0-1,0 0,1 0,-1 0,1 1,-1-1,1-1,0 1,0 0,0 0,0-1,0 1,0-1,0 1,1-1,-1 0,0 0,1 0,-1 0,1-1,-1 1,1-1,-1 1,1-1,-1 0,1 0,0 0,-1 0,1-1,-1 1,1-1,-1 1,1-1,-1 0,1 0,0-1,7-6,-1-2,0 1,0-2,-1 1,0-1,-1 0,0 0,-1-1,-1 0,1 0,-2-1,0 1,1-8,17-115,-23 160,-1 3,1 1,1-1,1 0,2 1,4 15,-7-41,1 1,1-1,-1 0,0 0,1 0,0 0,-1 0,1 0,0-1,0 1,1 0,-1-1,1 0,-1 1,1-1,0 0,0-1,0 1,0 0,0-1,0 1,0-1,0 0,0 0,1-1,-1 1,0 0,1-1,-1 0,1 0,-1 0,0 0,1-1,-1 1,1-1,-1 0,0 0,0 0,0 0,3-2,8-5,0 0,0-1,-1-1,-1 0,1 0,-2-2,1 1,-1-1,-1-1,-1 0,0-1,0 1,-1-2,-1 1,0-1,0-4,16-89,-26 134,2 1,1-1,0 1,2-1,2 2,-3-20,0-1,1 0,-1 1,2-1,-1 0,1 0,0 0,0-1,1 1,0-1,0 0,1 0,-1 0,1-1,1 1,-1-1,1 0,0-1,0 1,3 1,-2-3,0-1,0 1,0-1,1-1,-1 1,0-1,1 0,-1-1,0 0,1 0,-1-1,1 0,-1 0,0 0,0-1,1 0,-1-1,-1 1,2-2,7-3,0 0,0-2,-1 0,0 0,0-2,-1 1,10-12,-10 8,0-1,-1 0,-1-1,-1 0,0-1,-1 1,-1-2,-1 1,0-1,-1-1,0-2,6-15,-6 38,12 97,16 427,-2-233,-32-268,-14-62,-5-66,5-2,5 1,3-49,4 124,2-1,0 1,2-1,1 1,2 0,0 0,2 0,2 1,1-4,-8 27,0 0,0 0,1 0,-1 0,1 1,0-1,1 0,-1 1,1 0,-1 0,1 0,1 1,-1-1,0 1,1 0,0 0,-1 0,1 1,0 0,0 0,1 0,-1 0,0 1,1 0,-1 0,1 1,-1-1,1 1,-1 0,1 1,-1-1,0 1,4 1,-2 1,0 1,0 0,-1 0,0 1,0-1,0 1,0 1,-1-1,0 1,0 0,0 0,-1 0,0 1,0 0,-1-1,1 2,-2-1,1 0,-1 0,1 5,-2-7,1 0,-1 0,0 0,-1 0,1 1,-1-1,0 0,0 0,-1 1,0-1,0 0,0 0,0 0,-1 0,0 0,0 0,0-1,0 1,-1 0,0-1,0 0,0 0,-1 0,1 0,-1 0,0-1,0 1,0-1,0 0,-2 0,4-1,0-1,0 0,-1 1,1-1,0 0,0-1,-1 1,1 0,0-1,-1 1,1-1,-1 0,1 1,-1-1,1 0,-1-1,1 1,-1 0,1-1,0 0,-1 1,1-1,0 0,-1 0,1 0,0 0,0-1,0 1,0-1,0 1,0-1,1 1,-1-1,0 0,1 0,-1 0,1 0,0 0,0 0,-1-1,2 1,-1 0,0-1,0 1,1 0,-1-1,1 1,0-1,0 1,0-1,0-1,3-3,0 0,0 1,1 0,0-1,1 1,-1 0,1 1,0-1,1 1,-1 0,1 0,6-3,3-5,15-14,-1-1,-1-1,-2-1,-1-1,-1-2,-2-1,-1 0,-2-1,-1-1,-2-1,-2-1,-1 0,-2-1,5-31,-12 53,-1 0,0 0,-1 0,-1 0,-1 0,0 0,-2 0,1-1,-2 1,0 1,-2-1,-3-12,6 26,0 0,1 0,-1 0,0 1,0-1,0 0,-1 1,1 0,-1-1,1 1,-1 0,0 0,0 0,0 1,0-1,0 1,0-1,0 1,-1 0,1 1,0-1,-1 0,1 1,-1 0,1 0,0 0,-1 0,1 0,-1 1,1-1,0 1,0 0,-1 0,1 0,0 1,0-1,0 1,0 0,0-1,0 1,1 1,-1-1,1 0,-1 1,1-1,-2 3,-6 11,1 1,1 0,0 0,1 1,1 0,1 1,0-1,1 1,2 0,-1 0,2 0,1 14,-2 7,2 0,1 0,3 0,1-1,1 1,3-1,1-1,2 1,1-2,2 0,2 0,1-2,2 0,19 24,-36-52,1-1,0 0,0-1,1 1,0-1,0 0,0 0,1 0,-1-1,1 1,0-1,0-1,1 1,-1-1,1 0,0-1,0 0,0 0,0 0,0-1,0 0,0 0,0-1,0 0,1 0,-1-1,0 1,0-2,0 1,0-1,0 0,0 0,1-2,7-8,-1-1,-1-1,0 0,0 0,-2-2,0 1,0-2,-2 1,0-1,-1-1,0 1,3-17,-2 14,-2-1,-1 0,0 0,-1 0,-2-1,0 1,0-18,-3 38,0 0,-1 0,1 0,0 1,0-1,0 0,-1 0,1 0,0 1,-1-1,1 0,-1 1,1-1,-1 0,1 1,-1-1,1 0,-1 1,0-1,1 1,-1-1,0 1,1 0,-1-1,0 1,0 0,1-1,-1 1,0 0,0 0,0 0,1-1,-1 1,0 0,0 0,0 0,0 0,1 1,-1-1,0 0,0 0,0 0,1 1,-1-1,0 0,0 1,1-1,-1 1,0-1,1 1,-1-1,0 1,1-1,-1 1,1 0,-1-1,1 1,-1 0,1-1,0 1,-1 0,1 0,0-1,-1 1,1 0,0 0,0 0,0 0,-9 9,1 1,0 0,1 0,0 0,1 1,1 0,-1 1,2-1,0 1,0 0,1 0,1 0,0 1,1-1,0 0,2 10,-1-15,1 0,-1 1,2-1,-1 0,1 0,1 0,-1 0,2 0,-1-1,1 1,0-1,0 0,1 0,0 0,0-1,0 1,1-1,0-1,0 1,1-1,0 0,0-1,0 1,0-1,0-1,1 1,2-1,-2 1,0-1,0-1,0 1,0-1,0-1,0 0,0 0,1 0,-1-1,1 0,-1-1,0 0,0 0,1-1,-1 0,0 0,0-1,-1 0,1-1,-1 1,1-1,-1-1,0 1,-1-1,1-1,-1 1,0-1,0 0,-1 0,4-5,-2-5,-1 0,0-1,-1 1,-1-1,0 0,-1 0,-1-1,-1 1,-1 0,0-1,-2-6,2-1,0 24,-1 0,1 0,0 0,-1 0,1 0,0 0,-1-1,1 1,0 0,0 0,0 0,0 0,0 0,0 0,1-1,-1 1,0 0,1 0,-1 0,0 0,1 0,-1 0,1 0,-1 0,1 0,0 0,0 0,-1 1,1-1,0 0,0 0,0 1,0-1,0 0,0 1,0-1,0 1,0-1,0 1,0-1,0 1,0 0,0 0,0 0,0-1,0 1,1 0,-1 0,0 1,0-1,0 0,0 0,1 0,138 38,-130-36,-4-2,0 1,0 0,0 0,0 0,0 1,0 0,0 0,0 0,0 1,-1 0,1 0,-1 0,0 1,0 0,0 0,-1 0,1 0,-1 1,0 0,-1 0,1 0,-1 0,1 2,-2 7,0 0,-2 0,0 0,0-1,-1 1,-1 0,-1 7,-3 21,5-37,-1 0,1 0,0 0,0 0,1 0,0 1,0-1,0 0,0 0,1 0,0 0,0 1,0-1,1 0,-1-1,1 1,0 0,1 0,-1-1,1 1,0-1,0 0,0 0,1 0,-1 0,1-1,0 1,0-1,1 0,-1 0,0-1,4 2,4-1,1-1,0-1,0 0,0 0,0-1,0-1,0 0,0-1,0 0,0-1,-1-1,1 0,-1 0,0-1,0-1,-1 0,0-1,0 0,0 0,-1-1,0-1,0 0,-1 0,0-1,-1 0,0 0,-1-1,0 0,-1 0,0-1,0 0,-1 0,-1 0,0-1,-1 1,2-12,-19-43,13 65,0 1,0-1,1 1,-1-1,0 1,0-1,0 1,0 0,-1-1,1 1,0 0,-1 0,1 0,0 0,-1 0,1 0,-1 0,1 1,-1-1,0 1,1-1,-1 1,0-1,1 1,-1 0,0 0,0 0,1 0,-1 0,0 0,0 0,1 1,-1-1,0 0,1 1,-1 0,-1 0,-3 3,1 1,0 0,0 0,0 1,0-1,1 1,0 0,0 0,0 0,1 1,0-1,0 1,1 0,0-1,0 1,0 0,1 3,-2-2,1-1,0 1,0 0,1 0,0-1,1 1,0 0,0 0,0 0,1 0,0 0,1 0,0 0,0-1,0 1,1-1,1 0,-1 1,1-1,0-1,0 1,1-1,0 1,0-1,1-1,-1 1,1-1,2 1,10 3,1 0,0-2,1 0,0-2,0 0,0-1,0 0,1-2,-1-1,1 0,0-2,-1 0,20-4,10-2</inkml:trace>
  <inkml:trace contextRef="#ctx0" brushRef="#br0" timeOffset="79166.176">9064 5668,'0'21,"0"20,-3 17,-2 9,-1 6,-1 1,-2-5,0-7,2-13,0-14,1-13</inkml:trace>
  <inkml:trace contextRef="#ctx0" brushRef="#br0" timeOffset="79396.559">8663 5668,'6'-2,"13"-1,15 2,19 2,15 3,13 0,8 0,1 2,-6 4,-11 4,-13 6,-17-2</inkml:trace>
  <inkml:trace contextRef="#ctx0" brushRef="#br0" timeOffset="81160.741">9317 6204,'14'-4,"0"-1,-1-1,0 1,0-2,-1 0,0-1,0 0,0 0,-1-2,0 1,-1-1,0-1,-1 0,0 0,-1-1,0 0,-1 0,4-9,-9 18,-1 1,1-1,-1 0,1 0,-1 0,0 0,0-1,0 1,-1 0,1 0,-1 0,1-1,-1 1,0 0,-1 0,1-1,0 1,-1 0,0 0,0 0,0 0,0-1,0 2,-1-1,1 0,-1 0,0 0,0 1,0-1,0 1,0-1,0 1,-1 0,1 0,-1 0,0 0,0 0,1 1,-1-1,-3 0,1 3,-1 0,1 1,-1 0,1 0,0 0,0 0,0 1,0 0,0 0,0 0,1 1,0 0,-1 0,1 0,1 0,-1 0,1 1,0-1,0 1,0 0,0 0,1 1,0-1,0 0,0 1,1-1,0 1,0-1,0 1,-1 2,-1 0,1-1,1 1,-1 0,2 0,-1 0,1 0,0 0,0 0,1 0,0 0,1 0,0 0,0 0,0-1,1 1,0-1,1 0,0 0,0 0,0 0,1-1,0 1,0-1,1 0,0-1,0 1,0-1,0-1,1 1,0-1,0 0,0 0,6 1,-3-4,1 0,0 0,0-1,0-1,0 0,0-1,-1 0,1 0,-1-1,1 0,-1-1,0-1,0 1,-1-1,1-1,-1 0,0 0,-1-1,1 0,-1-1,-1 1,1-1,-2-1,1 0,-1 0,0 0,-1 0,0-1,0 0,-1 0,-1 0,1-1,-2 1,2-12,2-58,-6 80,0 1,-1-1,1 0,0 0,0 0,0 0,0 1,0-1,0 0,0 0,-1 0,1 0,0 0,0 0,0 0,0 1,0-1,-1 0,1 0,0 0,0 0,0 0,0 0,-1 0,1 0,0 0,0 0,0 0,0 0,-1 0,1 0,0 0,0 0,0 0,0 0,-1 0,1 0,0 0,0 0,0 0,0-1,-1 1,1 0,-5 21,-2 128,7-145,0 0,0 0,0 0,1 0,-1-1,1 1,0 0,0 0,0-1,1 1,-1 0,1-1,0 1,0-1,0 0,0 0,1 0,-1 0,1 0,0 0,0-1,0 1,0-1,0 0,1 0,-1 0,1 0,-1-1,1 1,0-1,-1 0,1 0,0 0,0-1,0 1,-1-1,1 0,3 0,8-3,-1 0,1-1,-1-1,0 0,0-1,0 0,-1-2,1 1,-2-1,1-1,-1 0,-1-1,0 0,0-1,-1 0,0-1,-1 0,0 0,0-3,-4 7,0 0,0-1,-1 1,0-1,0 0,-1 0,0 0,-1-1,0 1,-1 0,1-1,-2 0,1 1,-2-1,0-6,1 17,0-1,0 0,0 1,0-1,-1 0,1 0,0 1,0-1,0 0,-1 0,1 1,0-1,0 0,-1 0,1 0,0 0,-1 1,1-1,0 0,0 0,-1 0,1 0,0 0,-1 0,1 0,0 0,-1 0,1 0,0 0,-1 0,1 0,0 0,0 0,-1 0,1 0,0 0,-1-1,1 1,0 0,0 0,-1 0,1 0,0-1,0 1,-1 0,1 0,0-1,0 1,-1 0,1 0,0-1,0 1,0 0,0 0,0-1,0 1,-1 0,1-1,0 1,0 0,-9 27,5-7,1-1,1 0,1 1,1-1,0 1,2-1,1 11,-2-26,0-1,0 1,0 0,1-1,-1 1,1-1,0 1,0-1,0 0,0 0,1 0,-1 0,1 0,0 0,0-1,0 0,0 1,0-1,0 0,1 0,-1-1,1 1,-1-1,1 1,-1-1,1 0,0-1,0 1,0-1,-1 1,1-1,0 0,0-1,0 1,0-1,-1 1,2-2,12-2,-1-1,0 0,0-2,-1 0,1 0,-2-2,1 1,-1-2,0 0,-1-1,-1 0,1-1,-2-1,0 1,0-2,-1 0,-1 0,3-5,13-48,-40 148,14-74,1-1,0 1,0-1,0 1,1-1,0 0,0 1,1-1,0 0,0 1,0-1,1 0,0-1,0 1,0 0,1-1,0 0,0 0,0 0,1 0,0 0,-1-1,2 0,-1 0,0-1,1 1,0-1,-1 0,1-1,0 1,1-1,-1-1,0 1,1-1,-1 0,3 0,4-1,1 0,-1-1,0 0,0-1,-1-1,1 0,0 0,-1-2,0 1,0-2,0 1,0-2,-1 1,0-2,-1 1,1-2,-1 1,-1-1,0-1,0 0,-1 0,0 0,-1-1,0 0,-1-1,0 0,-1 0,0 0,-1 0,0-1,-1 0,0 1,-1-2,3-44,28 307,-15-136,-5 0,-5 0,-6 1,-9 94,6-202,0 9,0 0,-1 0,0 0,-2 0,0 0,0-1,-1 0,-1 0,0 0,-6 7,12-20,-1 1,0-1,0 0,0 0,0 0,0 0,0-1,0 1,-1 0,1 0,0-1,0 1,-1 0,1-1,0 1,-1-1,1 0,0 1,-1-1,1 0,-1 0,1 0,0 0,-1 0,1 0,-1 0,1-1,0 1,-1-1,1 1,0 0,-1-1,1 0,0 1,0-1,-1 0,1 0,0 0,0 0,0 0,0 0,0 0,0 0,1 0,-1 0,0 0,0-1,1 1,-1 0,1 0,-1-1,1 1,0-1,-1 1,1 0,0-1,0 1,0-1,-8-21,2 0,1-1,0 1,2-1,1 0,0-21,1 30,-5-98,5-1,5 1,4-1,7-5,-12 95,2-1,1 1,0 0,2 0,1 1,6-10,-15 30,1 1,0 0,0-1,0 1,0 0,0 0,1 0,-1 0,0 0,1 0,0 0,-1 0,1 1,0-1,0 1,0-1,0 1,0 0,0 0,1 0,-1 0,0 0,0 0,1 0,-1 1,1 0,-1-1,0 1,1 0,-1 0,1 0,-1 0,1 1,-1-1,0 1,1-1,-1 1,2 0,9 9,0 0,-1 1,0 0,-1 1,0 0,-1 1,0 0,-1 1,1 2,24 72,-34-85,1 0,-1 0,0 0,0 0,0 0,0 0,-1 0,1 1,-1-1,0-1,0 1,0 0,0 0,0 0,0 0,-1-1,0 1,1-1,-1 1,0-1,0 0,0 1,-1-1,1 0,-1 0,1-1,-1 1,1-1,-2 1,0 0,-1 0,0 0,0 0,1-1,-1 0,0 0,0 0,0-1,0 0,-1 0,1 0,0 0,0-1,0 0,0 0,1 0,-1-1,0 0,0 1,1-2,-1 1,1 0,0-1,-1 0,1 0,0 0,1-1,-1 1,1-1,-1 0,1 0,0 0,-1-2,4 4,-1 1,0 0,0-1,1 1,-1 0,1-1,-1 1,1 0,0-1,-1 1,1-1,0 1,0-1,0 1,0-1,0 1,1-1,-1 1,0-1,1 1,-1 0,1-1,-1 1,1 0,-1-1,1 1,0 0,0 0,0-1,0 1,0 0,0 0,0 0,0 0,0 0,0 0,1 1,-1-1,0 0,1 1,-1-1,1 0,63-4,52 46,-97-31,0-2,1-1,0 0,1-1,-1-2,14 2,-32-5,1 0,0 0,-1 0,1-1,0 0,-1 1,1-1,0 0,-1-1,1 1,0-1,-1 0,1 0,0 0,-1 0,1 0,-1-1,0 0,1 1,-1-1,0-1,0 1,0 0,-1-1,1 1,-1-1,1 0,-1 0,0 0,0 0,1-2,-1-1,0-1,0 1,-1-1,0 0,0 0,0 0,-1 1,0-1,-1 0,1 0,-1 0,0 0,-1 1,0-1,0 1,-1-1,1 1,-1 0,-1-1,2 3,0 1,0 0,0 0,-1-1,1 1,-1 1,0-1,0 0,0 1,0-1,0 1,-1 0,1 0,-1 1,1-1,-1 0,0 1,1 0,-1 0,0 0,0 1,0-1,0 1,0 0,0 0,0 0,0 1,1-1,-1 1,0 0,0 0,0 0,-1 1,-2 1,0 0,0 0,1 1,-1 0,1 0,0 1,0 0,0 0,1 0,-1 0,1 1,1 0,-1 0,1 0,0 1,0 0,1 0,0-1,0 2,1-1,0 0,0 0,0 1,1-1,0 1,1 6,0-11,1 1,0-1,0 0,0 1,1-1,-1 0,1 1,0-1,-1 0,1 0,1-1,-1 1,0 0,1-1,0 1,-1-1,1 0,0 0,0 0,0 0,0 0,1-1,-1 1,0-1,2 0,28 10</inkml:trace>
  <inkml:trace contextRef="#ctx0" brushRef="#br0" timeOffset="81838.465">11564 6204,'1'-1,"1"0,0 1,0-1,0 0,0-1,0 1,0 0,0 0,-1-1,1 1,0-1,-1 0,1 1,-1-1,0 0,1 0,-1 0,0 0,0 0,0 0,-1 0,1-2,12-173,-14 173,1 1,0-1,0 0,0 1,1-1,-1 0,1 1,0-1,0 0,0 1,0 0,0-1,1 1,0 0,0-1,0 1,0 0,0 0,0 1,1-1,-1 0,1 1,0 0,0-1,0 1,0 0,0 1,1-1,-1 0,0 1,1 0,-1 0,1 0,-1 0,1 0,0 1,-1 0,4-1,7 4,-1 1,1 0,-1 1,0 1,0 0,-1 0,0 1,0 1,0 0,-1 0,0 1,6 7,-10-9,-1 1,0-1,0 1,-1 0,0 0,-1 1,1-1,-1 1,-1 0,0 0,0 0,-1 1,0-1,-1 0,0 1,0 0,-1-1,0 1,-1-1,0 1,0-1,-3 8,3-7,-1 38,3-46,-1-1,1 0,-1 0,1 0,0 0,0 1,-1-1,1 0,0 0,0-1,0 1,0 0,0 0,0 0,0-1,0 1,0 0,1-1,-1 1,0-1,0 1,0-1,1 0,-1 1,0-1,1 0,-1 0,0 0,0 0,1 0,-1 0,0-1,1 1,-1 0,1-1,13-3,-1 0,0-1,0-1,-1 0,1-1,-1 0,-1-1,0-1,0 0,0-1,-1 0,4-5,72-95,-86 110,-1-1,1 1,-1 0,1 0,-1 0,1 0,-1 0,1 0,-1 1,1-1,0 0,-1 0,1 0,-1 0,0 1,1-1,-1 0,1 0,-1 1,1-1,-1 0,0 1,1-1,-1 0,1 1,-1-1,0 1,0-1,1 1,-1-1,0 0,0 1,1-1,-1 1,0-1,0 1,0 0,0-1,0 1,0-1,0 1,0-1,0 1,0-1,0 1,0-1,0 1,0-1,-1 1,1-1,0 1,0-1,-1 1,1-1,0 0,0 1,-1-1,1 1,0-1,-1 0,1 1,0 1,9 107,-9-105,1 0,0 0,0 0,1 0,-1 0,1 0,0-1,0 1,0-1,1 1,-1-1,1 0,0 0,-1 0,1 0,1 0,-1-1,0 1,1-1,-1 0,1 0,0-1,-1 1,1-1,2 1,37-8,-23-6</inkml:trace>
  <inkml:trace contextRef="#ctx0" brushRef="#br0" timeOffset="82085.802">12299 5602,'-18'-3,"-11"0,-2 0,3 6,5 6,6 6,9 6,7 3,4-3</inkml:trace>
  <inkml:trace contextRef="#ctx0" brushRef="#br0" timeOffset="83432.274">12433 5869,'18'-7,"1"1,1 0,-1 2,1 0,0 1,-1 1,1 1,0 0,0 2,0 0,0 2,12 2,-26-3,0 1,0 0,0 0,-1 0,1 0,-1 1,0 0,0 0,0 1,0-1,-1 1,0 0,0 0,0 1,0-1,-1 1,0 0,0 0,-1 0,0 0,0 0,0 0,-1 1,1 0,2 18,-1 0,-1 0,-1 1,-2-1,-2 16,-18 128,12-113,2 0,3 0,2 0,2 7,2-49,-1 0,2 0,0 0,1-1,0 1,1-1,5 10,-8-18,1 0,-1 0,1 0,0 0,1-1,-1 0,1 1,0-2,0 1,0 0,1-1,-1 1,1-1,0-1,0 1,0-1,0 1,0-1,0-1,5 2,-7-3,0 1,-1-1,1 0,0 0,0 0,-1-1,1 1,0 0,-1-1,1 0,-1 0,1 0,-1 0,1 0,-1 0,0-1,1 1,-1-1,0 1,0-1,0 0,0 0,0 0,-1 0,1 0,0 0,-1-1,0 1,0 0,1-1,-1 1,-1-1,1 1,0-1,0 0,9-97,-13 73,-1-1,-2 1,-1 1,0-1,-2 1,-1 1,-2-1,0 2,-1 0,-2 0,0 1,-1 1,-19-19,21 27,-1 0,-1 0,-1 1,0 1,0 1,-1 0,0 2,-1 0,0 1,-1 1,-8-2,68 7,33-2,-1-3,0-3,0-4,-1-2,14-8,-53 15,-5 2,83-31,-110 38,1 0,0 0,0 0,-1 0,1-1,0 1,-1 0,1 0,0-1,-1 1,1-1,-1 1,1 0,-1-1,1 1,-1-1,1 0,-1 1,1-1,-1 1,1-1,-1 0,0 1,0-1,1 0,-1 1,0-1,0 0,0 1,0-1,1 0,-1 0,0 1,0-1,0 0,-1 1,1-1,0 0,0 0,0 1,0-1,-1 0,1 1,0-1,-1 1,1-1,-1 0,1 1,0-1,-1 0,-34-15,25 13,0 1,0 0,0 0,0 1,-1 1,1 0,0 0,0 1,-1 0,1 1,0 0,0 0,-2 2,7 1,0 0,1 1,0 0,0-1,0 1,1 1,0-1,0 0,1 1,-1 0,1-1,1 1,-1 0,1 0,1 0,-1 0,1 0,0 0,1 0,0 0,0 0,1 5,-2-10,0 1,0 1,0-1,0 0,0 1,0-1,1 1,-1-1,1 0,0 1,0-1,0 0,0 0,1 0,-1 0,1 0,0 0,0 0,0 0,0-1,1 1,-1-1,0 0,1 0,0 1,0-2,-1 1,1 0,0 0,1-1,-1 0,0 0,0 0,0 0,1 0,-1 0,0-1,1 0,-1 0,1 0,-1 0,2 0,8-5,0 0,0-1,-1 0,1-1,-1-1,-1 1,0-2,0 0,0 0,-1-1,0 0,-1-1,0-1,17-15,-26 27,0-1,0 1,0 0,0-1,1 1,-1-1,0 1,0 0,0 0,1-1,-1 1,0 0,0-1,1 1,-1 0,0 0,1-1,-1 1,0 0,1 0,-1 0,1 0,-1 0,0-1,1 1,-1 0,0 0,1 0,-1 0,1 0,-1 0,0 0,1 0,-1 0,1 0,-1 1,0-1,1 0,-1 0,0 0,1 0,-1 1,0-1,1 0,-1 0,0 0,1 1,-1-1,0 0,0 1,1-1,-1 0,0 1,0-1,0 0,1 1,3 25,-3-17,29 98,-29-103,1-1,0 1,0-1,0 0,0 0,1 0,-1 0,1 0,0 0,-1-1,1 1,1-1,-1 0,0 0,0 0,1 0,-1-1,1 1,0-1,-1 0,1 0,0 0,0-1,-1 1,1-1,0 0,3 0,-2-1,-1 1,1-1,-1-1,0 1,0-1,1 0,-1 0,0 0,0 0,-1 0,1-1,-1 0,1 0,-1 0,0 0,0-1,0 1,0-1,-1 1,1-1,-1 0,0 0,0 0,-1-1,1 1,0-4,3-10,-1 0,-1 0,0 0,-1-1,-1 1,-1 0,-1-3,1 14,-1 0,1-1,0 1,0 0,1 0,0 0,0 0,1 0,-1 0,2 1,-1-1,1 0,0 1,0 0,2-2,-2 6,1 0,0 0,0 1,1-1,-1 1,0 0,0 0,1 0,-1 1,0-1,1 1,-1 0,0 1,1-1,-1 1,0-1,0 1,1 1,-1-1,0 1,0-1,0 1,0 0,-1 1,1-1,0 1,-1-1,0 1,0 0,1 0,-1 1,4 5,0 0,0 0,-1 0,0 1,0 0,-2 0,1 1,-1-1,0 1,-1 0,-1 0,0 0,0 1,-1-1,0 0,-1 1,0-1,-1 0,-2 10,3 18,-1-35,1 1,-1-1,1 0,0 0,1 0,-1 0,1 0,0 0,0 0,0 0,0 0,1 0,-1 0,1-1,0 1,0 0,1-1,-1 0,1 1,0-1,-1 0,1-1,1 1,-1 0,0-1,1 0,-1 0,1 0,0 0,10 2,1-2,0 0,0 0,1-2,-1 0,0 0,0-1,0-1,0-1,0 0,-1-1,1-1,-1 0,13-7,-12 5,0 0,-1-1,0-1,-1 0,0-1,0 0,-1-1,0-1,8-11,-15 18,0-1,-1 0,0 0,0-1,0 1,-1-1,0 0,-1 1,1-1,-1-1,0 1,-1 0,0 0,0-1,-1 1,1-1,-2 1,1 0,-1-1,0 1,-1 0,-1-5,3 9,-1 0,0-1,0 1,0 0,0 0,0 0,-1 0,0 0,1 0,-1 0,0 1,0-1,-1 1,1-1,0 1,-1 0,1 0,-1 0,0 0,0 0,0 1,0-1,0 1,0 0,0 0,0 0,-1 0,1 0,0 1,-1-1,1 1,0 0,-1 0,1 1,0-1,-1 0,1 1,0 0,0 0,0 0,-1 0,1 1,0-1,0 1,1 0,-1-1,0 1,1 1,-1-1,0 1,-2 6,0 0,1 1,0 0,1 0,0 0,0 0,1 0,0 1,1-1,0 1,1-1,0 1,1-1,0 1,0-1,1 1,1-1,2 9,-2-12,1 1,-1-1,1 0,1 0,-1 0,1 0,0-1,1 0,0 0,0 0,0-1,0 0,1 0,0-1,0 0,0 0,1 0,-1-1,1 0,0 0,-1-1,1 0,0-1,2 1,14 1,0-1,0-1,0-2,0 0,0-1,-1-1,19-5,36-13,-9-2</inkml:trace>
  <inkml:trace contextRef="#ctx0" brushRef="#br0" timeOffset="85390.698">9345 7367,'-3'16,"-2"19,-1 14,-2 13,1 10,0 4,0-3,-1-6,2-10,-1-14,0-16</inkml:trace>
  <inkml:trace contextRef="#ctx0" brushRef="#br0" timeOffset="85714.824">9291 7421,'33'48,"-6"3,-7-11,1-1,2 0,2-2,1-1,2-1,30 29,-15-33,-42-30,0-1,0 1,0-1,0 1,0-1,1 1,-1-1,0 0,0 0,1 0,-1 1,0-1,1 0,-1 0,0-1,0 1,1 0,-1 0,0-1,0 1,1 0,-1-1,0 0,0 1,0-1,0 1,0-1,0 0,0 0,0 0,0 0,0 0,0 0,-1 0,1 0,0 0,0 0,2-8,1 0,-2 0,1 0,-1 0,-1 0,0 0,0-1,0 1,-2-10,2 2,-28-412,30 404,-3 25,0 0,1-1,-1 1,1 0,-1-1,0 1,1 0,-1 0,1-1,-1 1,1 0,-1 0,1 0,-1 0,1 0,-1 0,1 0,-1 0,1 0,-1 0,1 0,-1 0,1 0,-1 0,1 0,-1 0,1 1,-1-1,1 0,-1 0,0 1,1-1,-1 0,1 1,-1-1,0 0,1 1,-1-1,0 0,1 1,-1-1,0 1,0-1,1 1,-1-1,0 0,0 1,0-1,0 1,1-1,-1 1,0-1,0 1,0-1,0 1,0 0,15 28,0 5</inkml:trace>
  <inkml:trace contextRef="#ctx0" brushRef="#br0" timeOffset="88201.699">9999 7593,'-13'248,"13"-245,0-1,0 0,0 1,0-1,0 0,0 1,1-1,-1 0,1 1,-1-1,1 0,0 0,0 0,0 0,0 0,1 0,-1 0,0 0,1 0,-1 0,1-1,0 1,0 0,-1-1,1 0,0 1,0-1,1 0,-1 0,0 0,0 0,0-1,1 1,-1 0,0-1,0 0,1 1,-1-1,0 0,1 0,-1-1,1 1,8-4,0 0,-1 0,0-1,0 0,-1-1,1 0,-1-1,0 0,-1 0,0-1,0 0,0 0,-1-1,-1 0,1 0,0-4,7-9,-1-1,-1 0,-1-1,-1 0,-1 0,-2-1,0-2,-2 17,-4 27,-2 13,-1-17,0 0,2 1,-1-1,2 0,0 1,0-1,1 0,1 0,0 0,1 0,1-1,0 1,0-1,1 0,6 8,32 7,-22-24</inkml:trace>
  <inkml:trace contextRef="#ctx0" brushRef="#br0" timeOffset="88885.38">10601 7621,'14'32,"0"0,-3 1,0 1,-2 0,0 9,10 36,-19-78,0 0,0 0,0 0,0 0,0 0,1 0,-1 0,0 0,0 0,1 0,-1 0,1 0,-1 0,1 0,-1-1,1 1,-1 0,1 0,0-1,-1 1,1 0,0-1,0 1,0 0,0-1,-1 1,1-1,0 0,0 1,0-1,0 0,0 1,0-1,0 0,0 0,0 0,0 0,0 0,0 0,0 0,0 0,0 0,0-1,0 1,0 0,0-1,0 1,0 0,-1-1,1 1,0-1,0 0,0 1,-1-1,1 0,0 1,0-1,-1 0,1 0,0 0,11-15,-1 0,0-1,-1 0,-1 0,-1-1,0 0,-1-1,-1 0,-1 0,-1 0,0 0,-1-4,-3 22,0 1,1 0,-1 0,0 1,1-1,-1 0,0 0,1 0,-1 0,0 1,1-1,-1 0,1 0,-1 0,0 0,1 0,-1 0,1 0,-1 0,0 0,1 0,-1 0,1 0,-1 0,0 0,1-1,-1 1,1 0,-1 0,0 0,1-1,-1 1,0 0,1 0,-1-1,0 1,0 0,1-1,-1 1,0 0,0-1,1 1,-1 0,0-1,0 1,0 0,0-1,0 1,1-1,-1 1,0 0,0-1,0 1,0-1,0 1,0 0,0-1,-1 1,1-1,0 1,0 0,0-1,0 1,0-1,-1 1,1 0,0-1,0 1,0 0,-1-1,1 1,34 101,-32-94,0 1,1-1,0 1,1-1,-1 0,1-1,1 1,-1-1,1 1,0-1,1-1,-1 1,1-1,0 0,1 0,-1-1,1 1,7 2,-10-8,0 1,0-1,0 0,-1-1,1 1,0-1,0 1,-1-1,1 0,-1 0,0-1,0 1,1-1,-2 1,1-1,0 0,0 0,-1-1,0 1,1 0,-1-1,-1 1,1-1,0 0,-1 1,0-1,0 0,0 0,0 0,0-4,44-179,-38 185,-5 19,-1-14,2 28,-3-13,2 0,0 0,1 0,1 0,0 0,2-1,0 0,6 13,-8-25,0 0,0 0,0-1,0 1,1-1,-1 0,1 0,0 0,0-1,1 0,-1 0,1 0,0-1,-1 0,1 0,0 0,0-1,0 0,2 1,9 0,0-1,0 0,0-1,0-1,1 0,6-3,68-21,-55 11</inkml:trace>
  <inkml:trace contextRef="#ctx0" brushRef="#br0" timeOffset="89274.988">11604 7754,'-1'4,"0"0,0 0,0 0,1 0,-1 0,1 0,0 0,0 0,0 0,1 0,0 0,0 0,0 0,0 0,0 0,1-1,-1 1,1 0,0-1,0 1,1-1,-1 0,1 0,-1 0,1 0,0 0,0-1,0 1,1-1,-1 1,1-1,-1-1,1 1,0 0,-1-1,1 0,0 1,0-2,0 1,0 0,0-1,0 0,2 0,-1-1,0 0,0 0,0-1,0 1,0-1,0 0,0 0,0-1,-1 0,1 1,-1-2,0 1,0 0,0-1,0 0,-1 0,1 0,-1 0,0 0,0-1,-1 1,1-1,-1 0,0 0,0 0,-1 0,0 0,1 0,-2-1,1 1,-1 0,1 0,-1-1,-1 1,1 0,-1 0,0-1,0 1,-1 0,1 0,-2-2,1 2,0 0,-1 0,1 1,-1-1,0 0,-1 1,1 0,-1 0,0 0,0 0,0 1,0-1,0 1,-1 0,0 0,1 1,-1 0,0-1,-1 1,1 1,0-1,0 1,-1 0,1 0,0 1,-1 0,1 0,-1 0,1 0,-1 1,1 0,0 0,-1 0,1 1,0 0,0 0,0 0,0 0,0 1,1 0,-3 2,0 2,0 0,0 1,0 0,1 0,0 0,1 1,0 0,0 0,1 0,0 1,1-1,0 1,-1 7,3-13,0 1,0 0,0 0,0-1,1 1,0 0,0 0,0 0,1 0,0 0,0-1,0 1,0 0,1 0,-1-1,1 1,1-1,-1 0,0 0,1 0,0 0,0 0,0 0,1-1,-1 1,1-1,0 0,0 0,1 1,65 11,-34-17</inkml:trace>
  <inkml:trace contextRef="#ctx0" brushRef="#br0" timeOffset="90844.831">11884 7273,'-4'-1,"-1"1,1-1,-1 1,1 0,-1 0,1 1,0-1,-1 1,1 0,0 0,-1 1,1-1,0 1,0 0,0 0,0 0,0 1,1-1,-1 1,1 0,0 0,0 0,0 0,0 1,0-1,0 1,1 0,0 0,0 0,0 0,0 0,-1 5,0 0,0 0,1 1,0-1,1 1,0-1,0 1,1-1,0 1,1-1,0 1,1-1,0 0,1 4,9 17,1 0,1-1,2-1,1 0,1-1,12 14,19 29,84 132,-133-200,1 0,0 1,0-1,0 0,0 0,1 0,-1 0,0 0,1 0,-1 0,1-1,0 1,0 0,0-1,0 0,0 1,0-1,0 0,0 0,0 0,0 0,1 0,-1-1,0 1,1-1,-1 1,1-1,-1 0,0 0,1 0,-1 0,1-1,-1 1,0 0,1-1,-1 0,0 0,0 1,1-1,-1-1,0 1,0 0,9-13,-1-1,-1 0,0 0,-1 0,-1-1,0-1,-1 1,-1-1,-1 0,2-12,13-166,-18 163,32 60,42 14,-68-39,1 0,0 0,-1 1,1 0,-1 0,0 1,0 0,-1 0,1 0,-1 1,0 0,-1 0,0 1,3 4,-6-4,0 1,-1-1,0 1,-1-1,0 1,0 0,0-1,-1 1,0-1,0 1,-1-1,0 0,-1 1,1-1,-1 0,-1-1,1 1,-5 5,3-2,-6 13,-23 71,35-92,0 0,0 1,0-1,0 0,0 0,0 0,0 0,1 0,-1 0,1-1,0 1,-1 0,1-1,0 1,0-1,0 0,0 0,0 1,0-1,0-1,0 1,1 0,-1 0,0-1,0 1,1-1,-1 0,0 0,1 0,-1 0,0 0,1 0,-1-1,0 1,1-1,-1 1,0-1,0 0,0 0,1 0,-3 1,269-54,-161 29,203-33,-241 39,-69 18,-1-1,0 1,1 0,-1-1,0 1,0 0,0-1,0 1,0-1,0 1,-1 0,1-1,0 1,-1 0,1-1,-1 1,1 0,-1 0,0 0,1-1,-1 1,0 0,0 0,0 0,0 0,0 0,0 0,0 1,0-1,0 0,-1 0,1 1,0-1,0 1,-1-1,1 1,0-1,-1 1,1 0,-1 0,-1-2,-23-13,-1 1,0 1,-1 2,-1 0,-4 1,31 9,1 0,-1 1,0-1,1 1,-1-1,0 1,0 0,0-1,1 1,-1 0,0 0,0 0,0 1,1-1,-1 0,0 1,0-1,1 1,-1-1,0 1,1 0,-1 0,0 0,1 0,-1 0,1 0,0 0,-1 0,1 1,0-1,0 0,0 1,0-1,0 1,0-1,0 1,0 0,0 0,-2 9,1 0,0-1,0 1,1 0,0 0,1 0,0-1,1 1,0 0,1 0,0 0,1-1,1 3,-4-11,1 0,0 0,0 0,0 0,0 0,0 0,0 0,0 0,1-1,-1 1,1 0,0-1,-1 1,1-1,0 0,0 1,0-1,-1 0,1 0,1 0,-1 0,0-1,0 1,0 0,0-1,0 0,1 1,-1-1,0 0,0 0,1 0,-1-1,0 1,0 0,0-1,1 0,73-39,8-38,-84 78,0 0,0-1,1 1,-1-1,0 1,1 0,-1-1,0 1,1 0,-1-1,0 1,1 0,-1 0,1-1,-1 1,0 0,1 0,-1 0,1 0,-1 0,1-1,-1 1,1 0,-1 0,1 0,-1 0,1 0,-1 0,1 1,-1-1,0 0,1 0,-1 0,1 0,-1 0,1 1,-1-1,0 0,1 0,-1 1,1-1,-1 0,0 1,1-1,-1 0,0 1,0-1,1 1,-1-1,0 0,0 1,1-1,-1 1,0-1,0 1,0-1,0 1,0-1,0 1,0-1,0 1,3 36,-3-30,18 62,-18-67,1-1,0 1,0 0,0-1,0 1,1-1,-1 0,0 1,0-1,1 0,-1 0,1 0,-1 0,1 0,-1 0,1 0,0-1,0 1,-1 0,1-1,0 1,0-1,-1 0,1 0,0 0,0 0,0 0,0 0,-1 0,1 0,0-1,0 1,-1-1,1 1,0-1,0 0,1 0,5-6,0 0,-1 0,0 0,0-1,0 0,-1 0,0 0,0-1,-1 0,-1 0,1-1,-2 1,1-1,-1 0,0 0,-1 0,-1 0,1-1,-2 1,1 0,-1-1,-1-2,9-93,-6 104,1-1,1 1,-1 0,0 0,0 0,1 0,0 0,-1 1,1-1,0 1,-1 0,1 0,0 0,0 1,0 0,0-1,0 1,0 1,-1-1,1 0,0 1,0 0,0 0,0 0,-1 0,4 2,0-1,-1-2,1 2,-1-1,1 0,-1 1,1 1,-1-1,0 1,0 0,0 0,0 0,-1 1,0 0,1 0,-1 1,0-1,-1 1,1 0,-1 1,0-1,-1 0,1 1,-1 0,0 0,0 0,-1 0,0 1,0-1,-1 1,1-1,-1 1,0 3,-27 172,27-178,1-1,0 0,-1 0,1 0,0 0,0 0,1 0,-1 0,1-1,-1 1,1-1,0 0,0 0,0 0,0 0,0 0,0-1,1 1,-1-1,1 0,-1 0,1 0,-1 0,1-1,-1 0,1 1,-1-1,1 0,0-1,-1 1,1-1,-1 0,3 0,1 1,34-1,0-2,1-2,-1-2,-1-1,1-2,-2-2,1-2,12-7,-36 14,-1 0,1-2,-2 1,1-2,-2 0,1-1,10-11,-19 17,0 0,-1 0,0 0,0-1,0 0,0 0,-1 0,0 0,-1 0,1-1,-1 1,0-1,-1 0,1 0,-2 1,1-1,-1 0,0 0,0 0,-1-5,-1 6,1 0,-1-1,-1 1,1 1,-1-1,0 0,0 1,-1-1,0 1,0 0,0 0,0 1,-5-4,7 6,0 0,0 0,0 0,-1 0,1 1,-1-1,0 1,1-1,-1 1,0 0,0 0,1 0,-1 0,0 1,0-1,0 1,0 0,0 0,0 0,0 0,0 0,0 1,0-1,0 1,0 0,1 0,-1 0,0 0,0 1,0-1,-2 6,-1-1,1 1,0 0,1 0,0 1,0-1,1 1,-1 0,2 0,-1 0,1 1,0-1,1 0,0 1,1-1,-1 1,1-1,1 1,-3 3,1 0,1 0,-1 0,2 0,0 0,0 0,1 0,1 0,0-1,0 1,1-1,1 1,0-1,0-1,1 1,1-1,0 0,0 0,1-1,0 0,0-1,1 1,0-1,3 0,1-1,1 0,0-1,0-1,1-1,-1 0,1-1,0 0,0-1,0-1,0 0,1-1,-1-1,4-1,31-4,-1-3,-1-1,17-8,72-23</inkml:trace>
  <inkml:trace contextRef="#ctx0" brushRef="#br0" timeOffset="84897.014">7392 7728,'4'16,"-4"-16,0 0,0 0,0 0,0-1,0 1,0 0,0 0,1 0,-1 0,0 0,0-1,0 1,0 0,0 0,0 0,0 0,0 0,1-1,-1 1,0 0,0 0,0 0,0 0,1 0,-1 0,0 0,0 0,0 0,0 0,1 0,-1 0,0 0,0-1,0 1,0 0,1 1,-1-1,0 0,0 0,0 0,1 0,-1 0,0 0,0 0,0 0,0 0,1 0,-1 0,0 0,0 0,0 1,0-1,1-3,-1 0,1 0,-1 0,0 0,0 0,-1 0,1 0,-1 0,1 0,-1 0,0 1,0-1,0 0,0 0,0 1,-1-1,1 0,-1 1,0 0,0-1,0 1,0 0,0 0,0 0,-1 0,1 1,-1-1,1 0,-1 1,0 0,1 0,-1-1,-2 1,0-1,0 0,0 1,0 0,0 0,-1 0,1 0,0 1,0 0,-1 0,1 0,0 1,-1 0,1 0,0 0,0 0,0 1,0 0,-5 2,2 4,0-1,0 1,1 1,0-1,0 1,1 1,0-1,1 1,0 0,0 0,1 1,0-1,1 1,0 0,1 0,1 0,-1 0,1 6,0-11,0 0,1 0,0-1,0 1,0 0,0 0,1 0,0 0,0 0,1-1,0 1,0-1,0 1,0-1,1 0,0 1,0-1,0-1,1 1,0 0,0-1,0 0,0 0,1 0,-1 0,1-1,3 2,5-2,0-1,-1 0,1-1,0 0,0-1,0 0,0-1,0-1,0 0,-1-1,1 0,-1-1,0 0,0-1,0-1,0 1,-1-2,0 0,23-10,-2-2,0 0,-1-3,-2 0,0-2,-1-1,3-6,-20 19,0-1,0 0,-2 0,0-1,0-1,-1 1,-1-1,0 0,-2-1,1 1,-2-1,0-1,-1 1,-1 0,0-1,-1 1,-1-7,-2 2,0 1,-2-1,0 0,-2 1,0 0,-1 0,-1 0,-2 2,10 18,-1 0,1 0,-1 1,1-1,-1 0,1 0,-1 0,1 1,-1-1,1 0,-1 0,1 1,0-1,-1 0,1 1,0-1,-1 1,1-1,0 0,-1 1,1-1,0 1,0-1,0 1,-1-1,1 1,0-1,0 1,0-1,0 1,0-1,0 1,0-1,0 1,0-1,0 1,0-1,0 1,0-1,0 1,1-1,-1 1,0-1,0 0,1 1,-1-1,0 1,0-1,1 1,-1-1,0 0,1 1,30 340,-32-231,-5 1,-5-2,-5 1,-22 77,0-38</inkml:trace>
  <inkml:trace contextRef="#ctx0" brushRef="#br0" timeOffset="73773.56">7420 4305,'-8'-3,"1"1,-1 0,1 0,-1 1,1 0,-1 0,0 1,0 0,1 0,-1 1,0 0,1 1,-1-1,1 1,-1 1,1-1,0 1,0 1,0-1,0 1,1 0,0 1,-1-1,1 2,-3 4,0 0,1 1,0 0,0 0,1 1,1-1,0 2,1-1,0 1,1 0,0 0,1 0,1 0,0 0,0 1,2-11,-1 0,0 0,1 0,-1 0,1 0,0 0,0 0,0 0,0 1,1-1,-1 0,1 0,0-1,0 1,0 0,0 0,0 0,1 0,-1-1,1 1,-1-1,1 1,0-1,0 0,1 0,-1 0,0 0,1 0,-1 0,1 0,-1-1,1 1,0-1,0 0,-1 0,1 0,0 0,0-1,0 1,0-1,0 1,0-1,2 0,6-4,0 0,-1-1,1 0,-1 0,0-1,-1 0,1-1,-1 0,-1-1,1 1,-1-2,-1 1,1-1,-1-1,6-6,-1 0,0-1,-1 0,-1-1,-1 0,-1 0,0-1,-1 0,-1-1,-1 1,1-15,-7 55,0-1,1 1,1-1,1 0,1 1,1-1,1-1,0 1,2-1,0 1,1-2,4 6,-10-19,1 0,-1 0,2-1,-1 1,0-1,1 0,0 0,0 0,0 0,0-1,0 0,1 0,0 0,-1 0,1-1,0 0,0 0,1 0,-1 0,0-1,1 0,-1 0,1 0,-1-1,4 0,10-6</inkml:trace>
  <inkml:trace contextRef="#ctx0" brushRef="#br0" timeOffset="74035.885">7793 3944,'-6'-16,"-3"-9,0-4,0 2,3 9,10 15,9 20,8 20,8 22,4 19,-2 19,-6 16,-7 9,-12 4,-13 1,-14-2,-14-7,1-24</inkml:trace>
  <inkml:trace contextRef="#ctx0" brushRef="#br0" timeOffset="78409.834">7139 5509,'-6'-3,"4"19,6 234,-8 147,5-360,-1-38,0 1,1 0,-1 0,0-1,0 1,1 0,-1 0,0 0,1-1,-1 1,0 0,1 0,-1 0,0 0,1 0,-1-1,1 1,-1 0,0 0,1 0,-1 0,0 0,1 0,-1 0,1 0,-1 1,0-1,1 0,-1 0,0 0,1 0,-1 0,0 1,1-1,-1 0,0 0,1 0,-1 1,0-1,0 0,1 1,-1-1,0 0,0 0,0 1,1-1,-1 0,0 1,0-1,0 1,0-1,0 0,0 1,0-1,0 0,0 1,0-1,0 0,0 1,0-1,0 1,0-1,0 0,0 1,0-1,0 0,0 1,-1-1,1 1,16-26,13-34,34-54,-62 111,0 1,0-1,0 1,0-1,1 1,-1-1,1 1,-1 0,1 0,-1 0,1 0,0 0,-1 0,1 0,0 0,0 1,0-1,0 1,-1-1,1 1,0 0,0 0,0 0,0 0,0 0,0 0,0 0,0 1,0-1,-1 1,1-1,0 1,0 0,0 0,-1 0,1 0,0 0,-1 0,1 0,-1 0,1 1,-1-1,0 0,0 1,0 0,1-1,3 8,0 1,0-1,-1 1,0 0,0 0,-1 0,-1 1,0-1,0 1,-1-1,0 1,-1 0,0-1,-1 1,0 0,-1 4,-1-6,0 1,0-1,0 0,-1 0,-1-1,0 1,0-1,0 0,-1-1,0 1,0-1,-1 0,0 0,-1-1,1 0,-1-1,0 1,0-1,-1-1,0 0,0 0,0 0,0-1,0-1,-1 0,1 0,-6 0,13-1,0-1,0 1,0-1,0 1,0-1,0 0,0 0,0 0,-1 0,1 0,0 0,0 0,0-1,0 1,0-1,0 0,0 0,0 1,0-1,0 0,1-1,-1 1,0 0,1 0,-1-1,0 1,1-1,0 1,-1-1,1 0,0 0,0 1,0-1,0 0,0 0,0 0,1 0,-1 0,1 0,-1 0,1-2,28-53,-5 28</inkml:trace>
  <inkml:trace contextRef="#ctx0" brushRef="#br0" timeOffset="78656.995">7607 5548,'4'16,"5"17,-1 18,2 14,1 13,-1 6,-3 5,-5 0,-6 2,-10 1,-14-2,-14-2,1-16</inkml:trace>
  <inkml:trace contextRef="#ctx0" brushRef="#br0" timeOffset="93800.25">6364 3917,'-5'-2,"0"0,0 1,1-1,-1 1,0 0,0 1,0-1,0 1,0 0,0 0,0 1,0-1,0 1,0 0,0 1,0-1,0 1,1 0,-1 0,-4 3,-78 64,74-56,0 2,1 0,1 0,0 1,2 0,-1 1,2 0,0 1,1-1,1 2,1-1,1 0,0 1,1 0,1 0,1 0,0 0,2 0,0 0,1 0,1 0,1 0,0-1,2 1,4 9,41 93,-30-79,-2 2,-3 0,-1 1,-2 0,6 45,-16-75,-1 0,-1 1,0-1,-1 0,-1 0,0 1,-1-1,-1 0,0 0,-1-1,-1 1,0-1,-1 0,0 0,-1 0,-4 3,0-1,-2 0,0-1,-1-1,-1 0,0-1,0-1,-2 0,1-1,-1-1,-13 5,9-7,21-8,0 0,0 0,1 0,-1 0,0 0,0 0,1 0,-1 0,0 0,0 0,1-1,-1 1,0 0,0 0,0 0,1 0,-1-1,0 1,0 0,0 0,0-1,1 1,-1 0,0 0,0-1,0 1,0 0,0 0,0-1,0 1,0 0,0 0,0-1,0 1,0 0,0 0,0-1,0 1,0 0,0-1,0 1,0 0,0 0,0-1,0 1,-1 0,1 0,0-1,0 1,0 0,0 0,-1 0,1-1,12-8,1 1,0 0,0 1,0 0,1 1,0 1,1 0,-1 1,1 0,-1 1,1 1,0 0,0 1,5 1,-15 1,1 0,0 1,-1 0,0 0,1 0,-1 1,0 0,0 0,0 0,-1 0,1 1,-1 0,0 0,0 0,0 1,0-1,-1 1,0 0,0 0,0 0,2 5,36 119,-28-41,-4 1,-3 0,-5 0,-4 16,2-16,0-1,-3-21,4 1,3-1,3 1,2-1,11 32,-19-92,1 0,1 0,-1 0,1-1,0 1,0 0,1-1,0 0,0 1,1-1,-1-1,1 1,1 0,-1-1,1 0,0 0,0 0,0-1,1 1,0-1,-1-1,1 1,1-1,-1 0,0 0,1-1,0 0,-1 0,7 1,2-5,-1 1,1-2,0 0,-1 0,1-2,-1 0,0 0,4-4,11-2,-11 4,123-35,-139 41,0 1,0 0,0-1,0 1,0 0,0 0,0 0,0 0,0 0,0 1,0-1,-1 0,1 1,0 0,0-1,0 1,0 0,-1 0,1 0,0 0,-1 0,1 0,-1 1,1-1,-1 0,0 1,1-1,-1 1,0 0,0 0,3 15</inkml:trace>
  <inkml:trace contextRef="#ctx0" brushRef="#br0" timeOffset="123100.923">508 5187,'-1'-2,"1"-1,0 0,0 1,-1-1,1 1,-1-1,0 1,0-1,0 1,0 0,0-1,-1 1,1 0,-1 0,1 0,-1 0,0 0,0 0,0 0,0 1,0-1,0 1,0-1,-1 1,1 0,0 0,-1 0,1 0,-1 0,1 1,-1-1,1 1,-1 0,0-1,1 1,-1 0,1 1,-1-1,-1 1,-5 4,0 1,1 0,0 0,1 1,-1 0,1 0,1 1,-1 0,1 0,1 1,-1 0,1 0,1 0,0 0,0 1,1 0,0 0,-16 84,19-91,0 0,0 0,1 0,-1 0,1 0,-1 0,1 0,0 0,0 0,0 0,0-1,1 1,-1 0,1-1,0 1,-1-1,1 1,0-1,1 0,-1 0,0 0,1 0,-1 0,1-1,-1 1,1-1,0 1,0-1,1 1,1-1,0 0,0-1,0 1,1-1,-1 0,0 0,0 0,0-1,0 1,0-1,0-1,0 1,0-1,0 0,-1 0,1 0,-1-1,1 1,-1-1,0 0,0 0,0-1,2-1,2-4,1 1,-1-2,-1 1,0-1,0 0,-1 0,0-1,-1 0,3-7,-3 5,-1-1,-1 1,0-1,0 0,-1 0,-1 0,-1-1,0 1,0 0,-2 0,0 0,-1-3,-3 0,5 17,1 0,0 0,-1-1,1 1,0 0,-1 0,1 0,-1 0,1 0,0 0,-1 0,1 0,-1 0,1 0,0 0,-1 0,1 1,0-1,-1 0,1 0,0 0,-1 0,1 1,0-1,-1 0,1 0,0 1,0-1,-1 0,1 0,0 1,0-1,-1 0,1 1,0-1,0 0,0 1,0-1,-1 0,1 1,0-1,0 1,0-1,0 0,0 1,0-1,0 0,0 1,0-1,0 1,0-1,1 0,-1 1,0-1,0 0,0 1,0-1,1 1,-4 17,1 0,0 0,2 0,0 0,1 0,1 0,0 1,2-2,0 1,1 0,1-1,2 4,-7-17,1 0,0 0,0 0,0 0,1-1,-1 1,1-1,0 1,0-1,0 0,1 0,-1 0,1-1,-1 1,1-1,0 0,0 0,0 0,0 0,0-1,1 1,-1-1,0 0,1-1,-1 1,0-1,1 0,-1 0,1 0,-1-1,0 1,1-1,-1 0,0 0,1-1,-1 1,0-1,0 0,0 0,2-2,4-4,-1 0,1-1,-1 0,-1-1,0 0,0 0,-1-1,0 0,-1 0,0 0,-1-1,0 0,-1 0,0-1,-1 1,0-1,-1 1,-1-1,0 0,0 0,-2 0,0-3,10 101,-6-76,0 1,0-2,1 1,0 0,1-1,0 1,0-1,0 0,1-1,6 7,-9-12,0 1,0 0,0-1,0 0,0 0,1 0,-1 0,1 0,0-1,-1 1,1-1,0 0,0 0,0 0,-1-1,1 1,0-1,0 0,0 0,0-1,0 1,0-1,0 0,0 0,-1 0,1 0,2-2,4-3,-1-1,1-1,-2 0,1 0,-1-1,0 0,-1 0,0-1,0 1,-1-2,0 1,-1-1,0 0,-1 0,0 0,-1-1,0 1,-1-1,0 0,-1 1,0-1,-1-9,3-26,-3 47,0 0,1 0,-1 0,0 1,0-1,0 0,0 0,1 0,-1 0,0 1,0-1,0 0,0 0,1 0,-1 0,0 0,0 0,1 0,-1 0,0 0,0 0,0 0,1 0,-1 0,0 0,0 0,1 0,-1 0,0 0,0 0,0 0,1 0,-1 0,0 0,0 0,0 0,1-1,-1 1,0 0,0 0,0 0,1 0,-1 0,0-1,0 1,0 0,0 0,0 0,0-1,1 1,-1 0,0 0,0 0,0-1,0 1,0 0,0 0,0-1,0 1,11 23,-9-19,7 18,52 88,-58-106,1 0,-1 0,1 0,0-1,1 1,-1-1,1 0,-1-1,1 1,0-1,0 0,0 0,0 0,0-1,0 1,0-1,1-1,-1 1,0-1,1 0,-1 0,3-1,10-3,-1 0,0-1,0-2,0 1,-1-2,0 0,0-1,-1-1,-1 0,8-6,21-17</inkml:trace>
  <inkml:trace contextRef="#ctx0" brushRef="#br0" timeOffset="124064.356">361 6204,'0'45,"1"-45,-1 0,1 1,-1-1,1 0,0 1,-1-1,1 0,-1 0,1 0,0 1,-1-1,1 0,0 0,-1 0,1 0,0 0,-1 0,1 0,0 0,-1-1,1 1,-1 0,1 0,0 0,-1-1,1 1,-1 0,1-1,-1 1,1-1,-1 1,1 0,-1-1,1 1,-1-1,1 1,-1-1,0 1,1-1,18-19,-1 0,-1-1,-1 0,-1-1,0-1,-2-1,4-11,-10 23,0 0,-1 0,-1-1,0 1,-1-1,0-1,-1 1,0 0,-1-1,0-3,-2 16,0 0,0 0,0 0,0 0,0 0,0 0,-1 0,1 0,0 0,0 0,-1 0,1 0,-1 0,1 0,-1 0,1 0,-1 1,1-1,-1 0,0 0,1 0,-1 1,0-1,0 0,0 1,0-1,1 1,-1-1,0 1,0-1,0 1,0 0,0-1,0 1,0 0,0 0,0 0,0 0,0 0,0 0,-1 0,1 0,0 0,0 0,0 1,0-1,0 0,0 1,1-1,-1 1,-1-1,-44 32,40-25,0 1,0-1,1 1,0 0,0 0,1 0,0 1,1-1,0 1,0 0,1 0,0 0,0 0,1 1,0-1,1 0,0 1,0-1,1 0,1 1,-1-1,1 0,1 0,0 0,0 0,1-1,0 1,0-1,1 0,0 0,0-1,1 1,0-1,1 0,-1-1,1 1,0-1,1-1,3 2,-1-1,1 0,1-2,-1 1,1-1,-1-1,1 0,0-1,0 0,1-1,-1 0,0-1,0 0,0-1,1 0,-1-1,0-1,4-1,15-9</inkml:trace>
  <inkml:trace contextRef="#ctx0" brushRef="#br0" timeOffset="124324.655">735 5936,'14'16,"13"10,12 2,10 0,6-4,2-3,-1-5,-5-4,-8 0,-11-3</inkml:trace>
  <inkml:trace contextRef="#ctx0" brushRef="#br0" timeOffset="124584.958">1069 5882,'-9'19,"-7"14,-4 14,-3 9,-1 7,-3 3,3-3,2-3,5-11,6-13</inkml:trace>
  <inkml:trace contextRef="#ctx0" brushRef="#br0" timeOffset="124864.215">1323 6110,'15'-5,"-1"-1,0 0,0-1,-1 0,0-1,0-1,-1 0,0 0,0-2,-6 7,-1-2,0 1,-1 0,1-1,-1 0,0 0,-1 0,1 0,-1-1,0 0,-1 1,0-1,0 0,0 0,-1 0,0 0,0 0,-1-1,0 1,0-1,-1 5,1-1,-1 1,0 0,0 0,0 0,0-1,0 1,-1 0,1 1,-1-1,0 0,0 0,0 1,0-1,-1 1,1 0,-1 0,1-1,-1 2,0-1,0 0,0 0,1 1,-2 0,1 0,0 0,0 0,0 0,0 0,-1 1,1-1,0 1,-1 0,1 0,0 1,-1-1,1 0,0 1,0 0,-1 0,1 0,0 0,0 1,0-1,0 1,1 0,-1-1,0 1,1 0,-1 1,1-1,-1 0,1 1,0 0,0-1,0 1,1 0,-2 1,0 3,0 0,1-1,-1 1,1 0,0 0,1 1,0-1,0 0,0 0,1 1,0-1,1 0,-1 0,2 1,-1-1,1 0,0 0,0 0,1 0,0-1,0 1,0-1,1 1,0-1,0 0,1-1,0 1,0-1,0 0,0 0,1 0,0-1,0 0,0 0,1 0,-1-1,1 0,0-1,-1 1,1-1,1 0,0-1,90-10,-52-4</inkml:trace>
  <inkml:trace contextRef="#ctx0" brushRef="#br0" timeOffset="125845.958">1912 5749,'-7'0,"-1"0,1 1,0 0,0 0,-1 1,1 0,0 0,0 0,1 1,-1 0,0 1,1-1,0 1,0 1,0-1,0 1,1 0,0 0,0 0,0 1,0 0,1 0,0 0,1 0,-1 1,1 0,0-1,1 1,0 0,0 1,0-1,1 0,0 0,0 1,1-1,0 6,1-9,0 0,0 0,1 0,-1 0,1 0,0 0,0-1,1 1,-1-1,1 0,-1 1,1-1,0 0,0 0,0-1,1 1,-1-1,1 0,-1 0,1 0,0 0,0 0,0-1,0 0,0 0,0 0,3 0,5 1,0-1,0 0,0-1,-1 0,1-1,0 0,0-1,-1-1,6-1,1-2,0 0,0-2,-1 0,1-1,-2-1,1 0,-2-1,1-1,-1 0,-1-1,-1-1,0 0,0-1,-1-1,-1 1,-1-2,0 0,-2 0,1 0,3-15,-10 27,0-1,-1 0,1 0,-1 0,0 0,-1 0,0 0,0 0,0 0,0 0,-2-2,-7 31,7-17,1-1,-1 1,2 0,-1 0,1 0,-1 0,1 0,1 0,-1 0,1 0,1-1,-1 1,1 0,-1 0,2-1,-1 1,1-1,-1 0,2 0,-1 0,0 0,1 0,0-1,0 0,0 1,1-1,-1-1,1 1,0-1,0 0,1 0,-1 0,3 0,3 0,0-2,0 0,0 0,-1-1,1 0,0 0,0-2,0 1,-1-1,1-1,-1 0,1 0,-1-1,0-1,0 1,-1-1,0-1,0 0,0-1,0 1,-1-1,0-1,-1 0,1 0,-2 0,1-1,-1 0,0 0,-1-1,0 0,-1 0,0 0,2-8,0 3,-2 0,1 0,-2 0,0-1,-1 1,0-1,-1 1,-1-1,-1 0,0-2,1 19,-1-1,1 0,0 0,-1 0,1 0,0 0,0 0,-1 0,1 0,0 0,0 0,-1 0,1 0,0 0,-1-1,1 1,0 0,0 0,-1 0,1 0,0 0,0-1,0 1,-1 0,1 0,0 0,0 0,0-1,-1 1,1 0,0 0,0-1,0 1,0 0,0 0,0-1,0 1,-1 0,1-1,-4 30,2-21,1 1,0 0,1-1,-1 1,2 0,-1 0,1-1,1 1,0-1,0 1,0-1,1 1,0-1,1 0,0 0,0-1,1 1,0-1,0 0,1 0,-1-1,1 0,1 0,-1 0,1 0,0-1,6 3,-4-5,1 0,0-1,-1 1,1-2,0 0,0 0,0 0,0-1,0-1,-1 0,1 0,0-1,0 0,-1-1,1 0,-1 0,0-1,0 0,0-1,-1 0,3-2,2-2,-1 0,1-1,-2-1,1 0,-2-1,1 0,-1-1,-1 0,-1 0,0-1,0 0,4-14,0-14,-3 0,-1-1,-2 0,-2 0,-2-1,-2 1,-2-1,-2 1,-1 0,-3 0,-11-38,15 63,-8-41,-2 0,-3 0,-3-1,21 60,-1-1,0 1,0 0,0-1,0 1,1 0,-1-1,0 1,0-1,0 1,0-1,0 1,0 0,0-1,0 1,0-1,0 1,0 0,-1-1,1 1,0-1,0 1,0 0,0-1,-1 1,1 0,0-1,0 1,-1 0,1-1,0 1,0 0,-1-1,1 1,0 0,-1 0,1-1,-1 1,1 0,0 0,-1 0,1 0,0 0,-1-1,1 1,-1 0,1 0,-1 0,1 0,0 0,-1 0,1 0,-1 0,1 1,0-1,-1 0,1 0,-1 0,1 0,0 0,-1 1,1-1,0 0,-1 0,1 1,0-1,-1 0,1 1,0-1,-6 31,3 29,2 1,3-1,3 0,3 0,2 0,2-1,3 0,19 44,31 21,-60-117,-1-1,1 0,0-1,1 1,-1-1,1 0,0 0,1-1,-1 0,1 0,-1 0,1-1,0 0,1 0,-1-1,8 2,-10-4,0 0,0 0,1 0,-1 0,0-1,0 0,0 0,0-1,0 1,0-1,0 0,0-1,-1 1,1-1,-1 0,0 0,1 0,-2 0,1-1,2-2,60-86,-25 6,-41 87,0-1,0 0,0 0,0 1,1-1,-1 0,0 1,0-1,0 0,1 0,-1 1,0-1,0 0,1 0,-1 1,0-1,0 0,1 0,-1 0,0 0,1 1,-1-1,0 0,1 0,-1 0,0 0,1 0,-1 0,0 0,1 0,-1 0,0 0,1 0,-1 0,0 0,1 0,-1 0,0 0,1-1,-1 1,0 0,0 0,1 0,-1 0,0-1,1 1,-1 0,0 0,0-1,0 1,1 0,-1 0,0-1,0 1,0 0,1-1,-1 1,0 0,0-1,0 1,0 0,0-1,0 1,0 0,0-1,0 1,6 32,-5-25,30 108,-29-111,0 0,1 0,-1 0,1 0,0-1,0 1,0-1,0 0,1 0,-1 0,1 0,0-1,-1 1,1-1,0 0,1 0,-1 0,0-1,1 0,-1 1,0-2,1 1,0 0,-1-1,1 0,63-17,-38-1</inkml:trace>
  <inkml:trace contextRef="#ctx0" brushRef="#br0" timeOffset="126110.828">3503 4960,'-14'2,"-7"4,-1 2,0 0,-1-1,4-2</inkml:trace>
  <inkml:trace contextRef="#ctx0" brushRef="#br0" timeOffset="126376.694">2994 5054,'19'-7,"18"-9,21-6,12-7,12 0,2 3,-13 5</inkml:trace>
  <inkml:trace contextRef="#ctx0" brushRef="#br0" timeOffset="126610.068">3784 5468,'25'-22,"-1"-2,0 0,-2-2,-1 0,-1-1,-2-2,0 0,-2 0,-1-2,-2 0,1-5,-3-21,-11 56,0 0,1-1,-1 1,0 0,0-1,-1 1,1 0,0-1,0 1,-1 0,1-1,-1 1,1 0,-1 0,1-1,-1 1,0 0,1 0,-1 0,0 0,0 0,0 0,0 0,0 0,0 0,0 0,0 1,-1-1,1 0,0 1,0-1,0 1,-1 0,1-1,0 1,-1 0,1-1,-1 1,-5 2,1 0,-1 0,1 1,0-1,-1 2,1-1,1 0,-1 1,0 0,1 1,0-1,0 1,0 0,1 0,0 0,0 1,0 0,0 0,1 0,0 0,0 0,1 0,0 1,0 0,0 1,-1-3,1 0,0 0,0 0,1 0,-1 0,1 0,0 1,1-1,-1 0,1 0,0 1,0-1,1 0,-1 1,1-1,0 0,1 0,-1 0,1 0,0 0,0 0,1 0,-1-1,1 1,0-1,1 1,-1-1,1 0,-1-1,1 1,3 1,7 0,0-1,0-1,0-1,1 0,-1 0,1-2,-1 0,1 0,-1-1,1-1,-1-1,0 0,1 0,-2-2,1 0,0 0,-1-1,0-1,1-1,14-7,0-2,-1-1,-1-1,-1-1,0-1,-2-2,-1 0,0-1,-2-1,7-12,-24 32,0 3,-2-1,1 1,0-1,0 1,-1-1,1 0,-1 0,0 1,0-1,0 0,0 0,0 0,-1 0,1 0,-1 0,0-3,-4-1</inkml:trace>
  <inkml:trace contextRef="#ctx0" brushRef="#br0" timeOffset="127309.197">4973 4519,'-2'30,"1"27,6 25,4 19,5 13,2 5,-1 3,-4-4,-3-6,-5-8,-6-13,-7-17,-3-21,-1-20</inkml:trace>
  <inkml:trace contextRef="#ctx0" brushRef="#br0" timeOffset="127854.245">4960 5054,'-53'-239,"22"117,30 120,0 1,1 0,-1 0,1 0,-1-1,1 1,-1 0,1 0,0-1,0 1,0 0,0-1,0 1,0 0,0-1,0 1,0 0,1-1,-1 1,0 0,1 0,-1-1,1 1,0 0,-1 0,1 0,0 0,0 0,0 0,-1 0,1 0,0 0,0 0,0 0,1 0,-1 1,0-1,0 0,0 1,0-1,1 1,-1 0,0-1,1 1,-1 0,1 0,15-2,0 2,0 0,1 1,-1 1,0 0,0 1,0 1,-1 1,1 0,-1 1,0 1,10 6,-21-11,-1-1,0 0,0 1,0 0,0 0,0 0,-1 1,1-1,-1 1,1 0,-1 0,0 0,0 0,-1 1,1-1,0 1,-1 0,0 0,0 0,0 0,-1 0,1 0,-1 0,0 0,0 1,0-1,-1 0,1 1,-1-1,0 0,-1 1,1-1,-1 0,1 1,-1-1,-1 0,1 0,-1 1,1-1,-2 2,-6 3,-1 0,0 0,0-1,-1 0,0-1,0 0,0-1,-1 0,0-1,-1 0,1-1,-1 0,1-1,-1 0,-2-1,-17-4,62-16,54-7,-63 21,0-1,-1-1,1-1,-1 0,-1-2,0 0,0-1,0-1,-2-1,1-1,-1 0,-1-1,1-3,-11 9,-1-1,0 0,0 0,-1 0,-1 0,1-1,-1 0,-1 0,0 0,0 0,-1 0,-1 0,1 0,-2 0,1 0,-1 0,-1 0,0 0,-2-6,4 14,0 1,0-1,0 0,0 1,-1-1,1 0,-1 1,1-1,-1 1,1-1,-1 1,0-1,0 1,0-1,0 1,0 0,0 0,0-1,0 1,-1 0,1 0,0 0,-1 0,1 0,0 1,-1-1,1 0,-1 1,0-1,1 1,-1-1,1 1,-1 0,0-1,1 1,-1 0,0 0,1 0,-1 1,0-1,1 0,-1 1,1-1,-1 1,0-1,1 1,-2 0,-5 9,-1 0,1 0,1 0,0 1,0 0,1 1,1 0,0-1,0 2,1-1,1 0,0 1,0 7,0-12,1 1,0-1,0 1,1 0,0 0,0-1,1 1,1 0,-1 0,1 0,1 0,0-1,0 1,0-1,1 1,1-1,-1 0,1 0,1 0,-1-1,1 0,1 1,-1-2,1 1,4 3,5-2,0-1,1-1,-1 0,1-1,0-1,1 0,-1-1,1-1,0 0,0-2,-1 0,1 0,0-2,0 0,-1-1,0 0,1-2,56-12</inkml:trace>
  <inkml:trace contextRef="#ctx0" brushRef="#br0" timeOffset="129140.07">1565 6899,'7'-4,"2"1,-1 0,0 1,1 0,-1 0,1 0,-1 1,1 1,0-1,0 2,-1-1,1 1,0 0,-1 1,1 0,-1 0,1 1,-1 0,0 0,0 1,-1 0,1 1,-1-1,0 2,0-1,0 1,-1 0,0 0,0 0,0 1,-1 0,0 0,-1 1,1-1,-1 1,-1 0,2 4,1 5,-1 0,-1 1,0-1,-1 1,-1 0,0-1,-2 1,0 0,-1 4,0-15,0-13,1-15,10-56,4 1,2 0,4 1,-16 61,34-79,-38 93,0-1,0 1,1 0,-1-1,0 1,0-1,1 1,-1 0,0-1,1 1,-1-1,1 1,-1 0,0 0,1-1,-1 1,1 0,-1 0,1-1,-1 1,1 0,-1 0,1 0,-1 0,1 0,-1 0,1 0,-1 0,1 0,-1 0,1 0,-1 0,1 0,-1 0,0 0,1 0,-1 1,1-1,-1 0,1 0,-1 1,1-1,-1 0,0 1,1-1,-1 0,0 1,1-1,-1 0,0 1,1-1,-1 1,0-1,0 1,0-1,1 1,-1-1,0 1,0-1,0 1,0-1,0 1,0-1,0 1,0-1,0 1,8 41,-8-36,5 54,-5-45,1 1,0-1,1 1,1-1,0 0,1 0,1 0,0 0,6 10,-9-22,-1-1,1 1,0-1,0 1,0-1,0 0,0 1,1-1,-1-1,1 1,-1 0,1 0,0-1,-1 0,1 1,0-1,0 0,0 0,0-1,0 1,0-1,0 1,0-1,0 0,1 0,-1 0,0-1,0 1,0-1,0 0,0 1,0-1,0-1,0 1,-1 0,3-2,6-3,0-1,0 0,-1 0,0-1,0-1,-1 0,0 0,3-4,-1-1,-1 0,-1-1,0 0,-1-1,-1 0,0 0,-1-1,0 1,-2-1,0-1,-1 1,-1 0,0-2,6-21,-7 40,-1 0,1 0,-1-1,1 1,-1 0,1 0,-1 0,1 0,0 0,-1 0,1 0,-1 0,1 0,-1 0,1 0,-1 0,1 0,-1 0,1 1,-1-1,1 0,-1 0,1 0,-1 1,1-1,-1 0,1 1,-1-1,1 1,-1-1,0 0,1 1,-1-1,0 1,0-1,1 1,-1-1,0 1,0-1,1 1,0 0,75 127,-24-34,-23-61,-18-25</inkml:trace>
  <inkml:trace contextRef="#ctx0" brushRef="#br0" timeOffset="129388.405">2340 6378,'-14'-3,"-7"0,1 2,3 4,7 6,10 6,11 5,12 1,0-3</inkml:trace>
  <inkml:trace contextRef="#ctx0" brushRef="#br0" timeOffset="129619.924">2621 6605,'183'195,"-180"-192,-2-2,-1 1,1-1,0 0,0 1,0-1,-1 0,1 0,0 0,1 0,-1 0,0 0,0 0,0 0,0 0,1 0,-1-1,0 1,1 0,-1-1,1 0,-1 1,1-1,-1 0,1 1,-1-1,1 0,-1 0,1 0,-1 0,1-1,-1 1,1 0,-1-1,0 1,1 0,-1-1,1 0,1-6,-1 1,0-1,0 0,-1 1,0-1,0 0,-1 0,0 0,0 0,-1-4,1-7,-1-196,0 213,1-1,0 1,-1 0,1-1,0 1,0 0,0-1,0 1,1 0,-1 0,0-1,0 1,1 0,-1-1,1 1,-1 0,1 0,0 0,-1 0,1 0,0 0,0-1,0 2,-1-1,1 0,0 0,1 0,-1 0,0 1,0-1,0 0,0 1,0-1,1 1,-1-1,0 1,0 0,1-1,-1 1,0 0,1 0,-1 0,0 0,1 0,-1 0,0 1,1-1,-1 0,0 1,0-1,2 1,15 14,-1 3</inkml:trace>
  <inkml:trace contextRef="#ctx0" brushRef="#br0" timeOffset="130157.485">3074 6818,'24'-23,"-1"-1,-1-1,-2-1,0-1,-2-1,-1 0,-1-1,8-22,-13-30,-11 79,0 0,0 0,-1 1,1-1,0 0,-1 0,0 0,1 0,-1 1,0-1,0 0,1 1,-2-1,1 1,0-1,0 1,0-1,-1 1,1 0,0-1,-1 1,1 0,-1 0,0 0,1 0,-1 0,0 1,0-1,1 1,-1-1,0 1,0-1,0 1,0 0,0 0,1 0,-1 0,0 0,0 0,0 1,0-1,-4 3,0 0,0 0,1 0,-1 1,1-1,0 1,0 1,0-1,1 1,0 0,0 0,0 0,0 0,1 1,0-1,0 1,0 0,1 0,0 0,0 1,0-1,1 0,0 1,0 0,-1 2,1 0,1 0,-1 0,2 1,-1-1,1 0,0 0,1-1,0 1,0 0,1 0,0-1,1 0,0 1,0-1,1-1,0 1,0-1,1 0,-1 0,2 0,-1-1,1 0,0 0,0-1,1 1,-1-2,1 1,0-1,0 0,1-1,-1 0,4 0,-2 0,0-1,0 0,0 0,1-2,-1 1,0-1,1 0,-1-1,0-1,0 1,0-2,0 1,0-1,0-1,-1 0,1 0,-1-1,0 0,-1 0,1-1,-1-1,0 1,-1-1,1 0,-1-1,1-2,6-8,0-1,-2 0,0-1,-1-1,-1 0,-1 0,-1-1,-1 0,-1 0,-1-1,2-15,-1-10,-2-1,-3 1,-1-1,-2 0,-3-2,2 21,0-1,-2 1,-2 0,0 0,-2 0,-1 1,-2 1,-3-7,14 34,1-1,-1 0,1 0,-1 0,0 0,0 0,0 1,0-1,0 0,0 1,0-1,0 1,-1-1,1 1,-1 0,1-1,-1 1,1 0,-1 0,0 0,1 0,-1 0,0 1,0-1,0 0,0 1,1 0,-1-1,0 1,0 0,0 0,0 0,0 0,0 0,0 0,0 1,0-1,0 1,0-1,0 1,0 0,-2 5,0 0,1 0,0 0,1 0,-1 1,1-1,0 1,1-1,0 1,0 0,0 3,-3 14,1-1,1 1,0 0,2 0,1 0,1 0,2 0,0-1,1 0,1 1,1-2,1 1,1-1,1 0,1-1,1 0,1-1,1 0,0-1,2-1,0 0,1-1,0-1,2-1,0 0,94 36,-68-39</inkml:trace>
  <inkml:trace contextRef="#ctx0" brushRef="#br0" timeOffset="131470">1056 6537,'0'5,"0"6,5 5,5 5,4 3,7 3,3 0,1-1,0-1,-2-2,-2-6,-5-5</inkml:trace>
  <inkml:trace contextRef="#ctx0" brushRef="#br0" timeOffset="131726.322">1230 6484,'-2'4,"3"9,7 12,8 9,9 9,6 4,3 0,-4-7</inkml:trace>
  <inkml:trace contextRef="#ctx0" brushRef="#br0" timeOffset="132573.572">3904 5709,'2'0,"3"4,6 7,2 8,2 7,1 4,-1 4,0 3,2-1,0-3,-3-8</inkml:trace>
  <inkml:trace contextRef="#ctx0" brushRef="#br0" timeOffset="132776.546">4117 5682,'3'19,"4"14,9 15,10 10,8 5,3 2,-6-11</inkml:trace>
  <inkml:trace contextRef="#ctx0" brushRef="#br0" timeOffset="140842.879">4612 9065,'59'-36,"161"-68,187-59,-372 150,824-288,-557 203,-277 88,-107 33,-34 5,96-28</inkml:trace>
  <inkml:trace contextRef="#ctx0" brushRef="#br0" timeOffset="141106.095">5855 8262,'16'3,"17"2,16 1,15 1,12 0,5 1,-1 4,-10 6,-17 11,-20 16,-26 14,-34 17,-31 15,-30 15,-24 10,-16 6,14-19</inkml:trace>
  <inkml:trace contextRef="#ctx0" brushRef="#br0" timeOffset="153721.479">6924 7125,'-100'74,"86"-57,2 2,0-1,1 1,0 1,2 0,1 0,0 1,1 0,2 1,0-1,1 1,1 0,1 0,1 0,2 5,-14 81,11-94,-2 6,0 0,1 0,1 1,2-1,0 1,0 0,2-1,1 1,4 14,-6-31,0-2,0 0,0 1,0-1,0 0,0 1,0-1,-1 1,1-1,-1 1,0 0,0-1,0 1,0-1,0 1,-1-1,1 1,-1-1,1 1,-1-1,0 1,0-1,0 0,0 1,-1-1,1 0,-2 2,-56 39,50-38,0 0,1 1,0 0,0 0,0 1,1 0,0 0,-4 6,10-12,1 0,-1 0,0 0,1 1,-1-1,0 0,1 0,0 1,-1-1,1 0,0 1,-1-1,1 0,0 1,0-1,0 0,0 1,1-1,-1 0,0 1,0-1,1 0,-1 1,1-1,-1 0,1 0,0 0,-1 1,1-1,0 0,0 0,0 0,0 0,0 0,0 0,0-1,0 1,0 0,0 0,0-1,1 1,57 24,-48-22,-1-1,0 1,0 0,0 0,-1 1,1 1,-1 0,0 0,0 0,-1 1,0 1,0-1,0 1,-1 1,0-1,0 1,-1 1,0-1,0 1,-1 0,0 0,-1 0,0 1,0 0,3 26,-2 0,-1 0,-2 0,-2 0,-1 1,-2-1,-5 25,-4 31,1-8,3-1,3 43,20-59,-14-66,0 1,0 0,0-1,0 1,1-1,-1 1,1-1,-1 0,1 0,-1 1,1-1,0 0,0 0,0-1,-1 1,1 0,0-1,0 1,0-1,0 1,0-1,0 0,0 0,0 0,0 0,0 0,0 0,0-1,0 1,0-1,0 1,0-1,3-1,0 1,0-1,0 0,0-1,-1 1,1-1,-1 0,1 0,-1 0,0-1,0 0,1-2,5-6</inkml:trace>
  <inkml:trace contextRef="#ctx0" brushRef="#br0" timeOffset="168739.135">0 335,'0'0</inkml:trace>
  <inkml:trace contextRef="#ctx0" brushRef="#br1" timeOffset="211394.224">9345 3423,'-22'-5,"1"1,-1 2,0 0,1 1,-1 1,0 1,0 1,1 1,-1 1,1 1,0 1,-19 8,-18 16,1 3,3 3,0 2,3 2,-38 38,63-54,0 1,2 1,1 1,2 1,0 1,2 1,1 1,2 0,-11 29,-1 30,4 1,4 2,3 5,4-27,-9 46,-9 35,7 2,6 0,4 101,18-178,3 0,4 0,3-1,3-1,27 72,25 39,69 127,-130-295,0 0,1-1,1 0,1-1,0 0,1-1,1 0,1-1,0 0,0-1,1-1,1 0,9 5,256 124,-221-102,-34-20,1-2,0-1,1-2,21 8,29 0,2-3,0-4,0-4,1-3,0-3,7-5,96 10,135 18,227 11,-118-39,294 14,-664-10,121 8,164-9,588-87,-740 67,0-8,14-12,691-169,-890 205,69-13,-2-4,0-2,-1-3,-1-4,7-7,-61 26,-1-2,0 0,-1-1,0 0,-1-1,0-1,-1 0,-1-1,0 0,0-1,-2 0,0-1,0 0,-2 0,0-1,-1-1,-1 1,2-8,1-13,-2 0,-1-1,-2 0,-2 0,-1 0,-2 1,-2-1,-2 0,-1 0,-11-49,-5 1,-3 0,-15-29,-2 2,-5 3,-5 1,-4 3,-5 2,-5 3,-4 3,-4 3,-4 3,-5 4,-3 4,-4 3,-3 5,-44-26,19 29,-3 5,-3 5,-3 6,-2 6,-2 5,-116-24,-456-102,84 11,555 148,-52-13,-1 5,-92-4,72 26,-1 6,0 7,2 5,-74 22,12-4,-126 3,-37-31,211-9,0 6,-83 17,179-12,1 2,0 3,1 2,-39 20,48-19</inkml:trace>
  <inkml:trace contextRef="#ctx0" brushRef="#br1" timeOffset="-212255.513">16150 4359,'-5'0,"3"0,7 2,11 3,15 1,13-1,12-1,14-2,5 0,4 1,0 1,-4 1,-11 0,-12-1,-11-1,-14 2,-13-1,-10-1</inkml:trace>
  <inkml:trace contextRef="#ctx0" brushRef="#br1" timeOffset="-211543.566">16403 4091,'-361'176,"301"-145,59-29,1-1,-1 1,1-1,0 1,-1-1,1 1,0-1,0 1,0-1,0 1,0-1,1 1,-1-1,0 1,1-1,-1 1,1-1,-1 1,1-1,0 0,0 1,0-1,-1 0,1 0,0 1,1-1,-1 0,0 0,0 0,0 0,1-1,-1 1,0 0,1 0,-1-1,0 1,1-1,-1 1,1-1,-1 0,1 1,0-1,-1 0,1 0,0 0,4 3,14 7,0 1,-1 1,0 0,-1 2,-1 0,0 1,-1 1,-1 0,0 1,0 2,81 129,-96-146,1-1,-1 0,1 0,-1 0,0 0,1 0,0 0,-1 0,1 0,0 0,-1 0,1 0,0 0,0 0,0-1,0 1,0 0,0-1,0 1,0 0,0-1,0 1,0-1,0 0,0 1,0-1,1 0,-1 0,0 0,0 0,0 0,1 0,-1 0,0 0,0 0,0 0,0-1,0 1,1 0,-1-1,0 1,0-1,0 1,0-1,0 0,0 1,0-1,0 0,-1 0,1 0,0 0,7-11,-1-1,0 0,-1 0,0-1,-1 1,-1-1,0 0,-1 0,-1-1,0 1,-1-1,0-8,1-6,-1 0,-1 1,-2-1,-1 0,-1 0,-1 1,-2 0,-1 0,-1 0,-11-21,-10 7,19 37</inkml:trace>
  <inkml:trace contextRef="#ctx0" brushRef="#br1" timeOffset="-207628.58">18275 4011,'-2'64,"-2"0,-4 0,-12 54,3-54,8-30,0 1,3 0,1 0,0 17,4-48,1 1,0-1,1 0,-1 0,1 1,-1-1,1 0,0 0,1 0,-1 0,1 0,0 0,0 0,0 0,0-1,1 1,-1-1,1 0,0 1,0-1,0-1,0 1,1 0,-1-1,1 0,0 1,-1-1,1-1,0 1,0-1,0 1,1-1,-1 0,0-1,1 1,25 2,0-1,0-2,0-1,0-1,0-2,-1-1,1-1,-1-2,12-5,-19 7</inkml:trace>
  <inkml:trace contextRef="#ctx0" brushRef="#br1" timeOffset="-207226.62">18609 4559,'8'0,"1"0,-1 0,0 0,0-1,0 0,0-1,0 0,0 0,0-1,-1 0,1 0,-1-1,0 0,0 0,0 0,-1-1,1 0,-1-1,0 1,-1-1,1 0,-1-1,0 1,-1-1,1 0,-1 0,-1-1,0 1,0-1,0 1,-1-1,0 0,0 0,-1 0,0 0,0-2,-2 7,1 1,0-1,-1 1,1-1,-1 1,0 0,0-1,0 1,0 0,0 0,0-1,-1 1,1 0,-1 0,1 0,-1 1,0-1,0 0,0 1,0-1,0 1,0-1,0 1,0 0,-1 0,1 0,-1 0,1 1,0-1,-1 1,1-1,-1 1,1 0,-1 0,1 0,-1 0,1 0,-1 1,1-1,-1 1,1-1,0 1,-1 0,1 0,0 0,-1 0,1 1,0-1,0 1,0-1,0 1,-1 1,-5 4,1 0,-1 0,1 1,1 0,0 0,0 0,0 1,1 0,0 0,1 1,0-1,1 1,0 0,0 0,1 0,0 0,1 0,0 1,1-1,0 0,0 1,1-1,1 0,0 0,0 0,1 0,0 1,1-4,1-1,0 0,0 0,0-1,1 0,0 0,0 0,0 0,1-1,-1 0,1 0,0-1,0 0,0 0,1-1,-1 0,0 0,1 0,0-1,-1 0,1-1,0 0,0 0,-1-1,1 1,1-2,32-3</inkml:trace>
  <inkml:trace contextRef="#ctx0" brushRef="#br1" timeOffset="-206883.535">19037 4372,'1'24,"2"0,1 1,1-1,0-1,2 1,1-1,1 0,9 16,28 30,-44-67,-1 0,1 0,0-1,0 1,0-1,0 1,0-1,0 0,0 0,0 0,1 0,-1 0,0 0,0 0,1-1,-1 1,1-1,-1 0,1 0,-1 0,0 0,1 0,-1 0,1-1,-1 1,0-1,1 0,-1 0,0 0,1 0,-1 0,0 0,7-7,-1 0,-1-1,0 0,0 0,-1-1,0 1,0-1,-1-1,0 1,-1-1,0 0,-1 0,0 0,-1 0,0-7,29-144,-32 161,1 0,0 0,0 0,0 0,0 0,0 0,1 0,-1 0,0 0,0 0,1 0,-1 0,0 0,1 0,-1 0,1 1,0-1,-1 0,1 0,-1 0,1 1,0-1,0 0,0 1,-1-1,1 0,0 1,0-1,0 1,0 0,0-1,0 1,0 0,0-1,0 1,0 0,0 0,0 0,0 0,0 0,0 0,6 9</inkml:trace>
  <inkml:trace contextRef="#ctx0" brushRef="#br1" timeOffset="-206337.998">19478 4639,'32'-15,"-1"-2,0-2,-2 0,0-2,-1-2,12-12,-34 31,-1-1,1 1,-1-1,0 0,0 0,-1-1,1 1,-1-1,0 0,-1 0,0 0,0-1,0 1,0-1,-1 0,0 0,-1 1,0-1,0 0,0 0,-1-1,0 1,0 5,-1 0,0 1,1-1,-1 0,0 0,0 1,-1-1,1 1,0-1,0 1,-1-1,1 1,-1 0,1-1,-1 1,1 0,-1 0,0 0,0 1,1-1,-1 0,0 1,0-1,0 1,0-1,0 1,0 0,0 0,0 0,0 0,1 0,-1 0,0 1,0-1,0 1,0-1,0 1,-4 1,0 0,0 0,0 0,1 1,-1 0,1 0,0 0,0 1,0 0,0 0,-1 1,1 1,0 0,1 0,0 0,0 0,0 1,0 0,1 0,1 0,-1 0,1 0,0 0,0 1,1-1,0 1,1-1,0 1,0-1,0 1,1-1,0 1,0-1,1 0,0 1,0-1,1 0,0 0,0 0,1-1,0 1,0-1,0 0,1 0,0 0,0-1,0 1,1-1,0-1,0 1,0-1,6 4,1-4,0 0,0 0,0-1,0-1,0 0,1-1,-1 0,1-1,-1-1,0 0,1-1,-1 0,0-1,0 0,0-1,-1-1,1 0,-1-1,0 0,0-1,-1 0,0-1,0 0,-1 0,0-1,-1-1,0 0,0 0,3-7,13-19,-2-1,-1-1,-2-1,-2-1,-2 0,-2-1,-1-1,-2 0,-2-1,-2 0,-1-1,-2-29,-2 58,-1 8,0 1,0 0,-1-1,1 1,-1 0,-1-1,1 1,-1 0,0-1,0 1,-1 0,0 0,0 0,0 0,-1 0,-3-5,3 10,1 0,-1 0,0 0,1 0,-1 0,0 0,0 1,0-1,0 1,1 0,-1 0,0 0,0 0,0 1,0-1,0 1,0-1,1 1,-1 0,0 0,1 0,-1 1,1-1,-1 1,1-1,-1 1,1 0,0 0,0 0,0 0,0 0,0 0,0 1,-14 16,1 1,0 0,2 0,0 2,2-1,0 2,1-1,2 2,0-1,1 1,2 0,0 0,-1 25,3-29,0-1,1 1,1 0,1 0,0 0,2 0,0 0,2-1,0 1,1-1,1 0,0 0,2 0,0-1,1 0,1-1,0 0,2-1,0 0,5 6,68 41,-49-44</inkml:trace>
  <inkml:trace contextRef="#ctx0" brushRef="#br1" timeOffset="-206018.851">20747 4279,'14'4,"11"2,13 2,11 0,9-2,1-2,-2-1,-9 0,-13 1</inkml:trace>
  <inkml:trace contextRef="#ctx0" brushRef="#br1" timeOffset="-205743.587">20747 4492,'21'7,"18"2,15 0,16-2,9-5,4-4,0-4,-14-2</inkml:trace>
  <inkml:trace contextRef="#ctx0" brushRef="#br1" timeOffset="-205528.165">21590 4453,'6'11,"1"0,0 0,0-1,1 0,1 0,0 0,0-1,0-1,1 0,1 0,-1 0,1-2,0 1,1-2,0 1,0-1,0-1,0 0,12 1,-10-5,0-2,-1 1,1-2,-1 0,0-1,0 0,0-1,0 0,-1-1,0 0,0-1,0-1,-1 0,0 0,-1-1,0 0,0-1,-1 0,0-1,-1 0,0 0,0-1,-2 0,1 0,-2-1,0 1,0-1,-1 0,0-1,-2 1,1-1,-2 1,1-13,-2 17,0 0,0 1,-1-1,0 0,-1 0,0 1,0-1,-1 1,0 0,0 0,-1 0,0 0,0 0,-1 1,0 0,-1 0,1 0,-1 0,0 1,-1 0,0 1,0-1,0 1,0 1,-1-1,0 1,0 1,0-1,0 1,-1 1,1-1,-1 1,0 1,1 0,-1 0,-8 1,3 1,0 2,1-1,0 2,-1 0,1 0,0 1,1 1,-1 0,1 1,1 0,-1 1,-2 2,-120 115,88-75</inkml:trace>
  <inkml:trace contextRef="#ctx0" brushRef="#br1" timeOffset="-202677.817">17673 3717,'1'-1,"-1"0,1 0,-1 1,1-1,0 0,-1 0,1 1,0-1,0 0,-1 1,1-1,0 1,0-1,0 1,0 0,-1-1,1 1,0 0,0-1,0 1,0 0,0 0,0 0,0 0,0 0,0 0,0 0,0 0,0 0,0 0,0 1,0-1,-1 0,1 1,0-1,0 1,0-1,0 1,-1-1,1 1,0-1,0 1,-1 0,1-1,0 1,-1 0,1 0,-1 0,1-1,-1 1,1 0,-1 0,0 0,0 0,1 0,-1 0,0 0,4 18,0 0,-1 0,-1 1,-1-1,-2 20,1-2,-1 1306,0-1315,0-17,1 0,0 0,0 0,1 0,1 1,-1-1,2-1,0 1,0 0,2 2,-3-11,1 0,-1 0,1 0,-1 0,1-1,0 1,0-1,0 0,0 0,0 0,0 0,0 0,0-1,0 1,0-1,1 0,-1 0,0 0,0-1,0 1,0-1,0 1,0-1,0 0,0 0,0-1,0 1,0 0,0-1,-1 0,1 0,-1 0,1 0,0 0,15-7,24-4,0 2,1 2,1 2,-1 2,1 2,0 1,0 3,-1 1,40 8,-28-6,34 2,301 19,29-16,-6-33,110-32,326-20,-449 70,231-13,-381 0,-227 20,0-1,-1-1,1-1,0-1,-1-1,0-1,0-1,0-1,-1-1,0-1,-1 0,4-4,-8 3,-11 9,-1-1,0 0,1-1,-1 1,0-1,0 0,0 0,-1 0,1-1,-1 1,0-1,0 0,0 0,0 0,-1 0,1 0,-1-1,0 1,0-1,0-2,-1-211,6-14,10-3,7-156,-22 361,0-1,-3 1,0-1,-2 1,-1 0,-2 0,0 0,-3 1,0 0,-1 0,-2 1,-8-12,17 36,1 0,-1 0,0 0,0 1,0-1,0 1,-1 0,0 0,1 0,-1 1,0-1,0 1,0 0,-1 0,1 0,0 1,-1 0,1 0,-1 0,0 0,1 0,-1 1,1 0,-1 0,-3 1,-194 15,-58-18,-218-29,225 10,-1615-43,895 78,912-11,-1 3,2 2,-10 5,-63 8,-73 26,95-36,32-8,69-2,-34 13,66 10,20 13,-32-22</inkml:trace>
  <inkml:trace contextRef="#ctx0" brushRef="#br1" timeOffset="-201768.251">16844 4399,'2'0,"4"0,9 2,9 1,12 0,11-1,9 2,7 0,0 2,-2 2,-5-1,-10 2,-11-2,-13 1,-15-1,-15 0,-7 0</inkml:trace>
  <inkml:trace contextRef="#ctx0" brushRef="#br1" timeOffset="-198639.798">16056 6190,'906'-12,"-710"15,0 8,32 13,-221-22,-9-2</inkml:trace>
  <inkml:trace contextRef="#ctx0" brushRef="#br1" timeOffset="-197880.798">16523 6030,'-15'-2,"-1"1,1 0,-1 1,1 1,-1 1,1 0,-1 1,1 0,0 1,0 1,0 1,1 0,0 1,0 0,0 2,-12 2,-261 120,271-124,56 2,-14-3,0 0,-1 2,0 0,0 2,-1 1,17 10,72 29,-78-38,0-2,0-2,1-1,0-1,7-2,-41-3,0-1,0 1,0-1,0 1,0-1,0 0,0 0,0 0,0 0,0 0,0 0,0-1,0 1,0-1,0 1,0-1,0 0,0 0,-1 0,1 0,0 0,-1 0,1 0,0-1,-1 1,1 0,-1-1,0 0,0 1,1-1,-1 0,0 1,0-1,-1 0,1 0,0 0,0-2,-2-7,0-1,-1 1,0 0,-1-1,0 1,-1 0,0 1,-1-1,0 1,-1 0,0 0,0 0,-3-2,2 1,-75-105,70 103</inkml:trace>
  <inkml:trace contextRef="#ctx0" brushRef="#br1" timeOffset="-195758.132">18649 6110,'0'528,"0"-519,0 5,0 0,1 0,0 0,1 0,0 0,2 0,-1-1,5 10,-4-20,-1-1,0 0,1 1,0-1,-1-1,1 1,0-1,0 1,0-1,0 0,0 0,0-1,0 1,1-1,-1 0,0 0,0-1,0 1,0-1,0 0,0 0,0 0,0 0,0-1,0 0,2-1,7 0,91-19,0 4,19 4,-86 10</inkml:trace>
  <inkml:trace contextRef="#ctx0" brushRef="#br1" timeOffset="-195368.657">19210 6685,'19'-11,"5"-3,0 0,-1-1,-1-1,-1-2,0 0,-1-1,1-3,-17 17,0 0,-1-1,1 1,-1-1,0 0,-1 0,0 0,1 0,-2-1,1 1,-1-2,0 6,-1-1,0 1,0 0,0 0,-1 0,1 0,0-1,-1 1,1 0,-1 0,0 0,0 0,0 0,0 0,0 0,0 1,0-1,-1 0,1 1,-1-1,1 0,-1 1,0 0,1-1,-1 1,0 0,0 0,0 0,0 0,0 0,0 1,0-1,0 0,-2 1,-2-2,0 1,-1 0,1 0,-1 1,1 0,-1 0,1 1,0-1,-1 1,1 1,0-1,0 1,-1 0,1 1,1-1,-1 1,0 0,1 1,-1-1,1 1,0 0,0 0,1 1,-1 0,1-1,-3 5,1-1,1 0,-1 1,1-1,0 1,1 0,0 0,1 1,0-1,0 1,1 0,0 0,1 0,0 0,1 0,0 0,1 9,0-12,1 0,0-1,0 1,0-1,1 0,0 0,0 0,0 0,1 0,0 0,0-1,1 0,0 0,-1 0,1-1,1 1,-1-1,1-1,0 1,0-1,0 0,0 0,0 0,1-1,-1 0,1 0,-1-1,1 0,0 0,0-1,4 1,98-15,-59-1</inkml:trace>
  <inkml:trace contextRef="#ctx0" brushRef="#br1" timeOffset="-195014.531">19665 6417,'-7'-2,"12"16,128 171,-132-183,10 13,0-1,0-1,2 0,-1 0,2-2,5 5,-17-15,-1 0,0-1,0 1,0 0,1-1,-1 1,0-1,1 0,-1 1,0-1,1 0,-1 0,1 0,-1 0,0 0,1 0,-1 0,1 0,-1-1,0 1,1-1,-1 1,0-1,0 1,1-1,-1 0,0 1,0-1,0 0,0 0,0 0,0 0,0 0,0 0,0 0,0 0,-1 0,1-1,0 1,-1 0,1-1,21-56,-22 57,50-286,-36 268,-8 22</inkml:trace>
  <inkml:trace contextRef="#ctx0" brushRef="#br1" timeOffset="-194454.516">20133 6658,'35'-12,"-1"-1,0-1,-1-2,7-6,-29 16,-1 0,0-1,-1 0,1-1,-1 0,-1-1,0 0,0 0,0-1,-1 1,-1-2,0 1,0-1,2-7,-7 16,0 0,1-1,-1 1,0 0,-1-1,1 1,0-1,-1 1,1-1,-1 1,0-1,0 0,0 1,0-1,0 1,-1-1,1 1,-1-1,1 1,-1-1,0 1,0-1,0 1,-1 0,1 0,0 0,-1-1,0 1,1 0,-1 1,0-1,0 0,0 0,0 1,0 0,0-1,0 1,-1 0,1 0,-1 0,1 0,0 0,-1 1,0-1,1 1,-1-1,1 1,-1 0,-3 1,-1 0,1 0,0 1,0 0,0 0,1 0,-1 1,0-1,1 1,0 1,-1-1,1 1,1 0,-1 0,1 0,-1 1,1 0,0 0,1 0,-1 0,1 0,0 1,-1 3,0-1,0 1,1-1,-1 1,2 0,-1 0,1 1,1-1,0 0,0 1,1-1,0 0,0 1,1-1,1 1,0 3,0-7,0 0,0 0,1-1,-1 1,1-1,1 1,-1-1,1 0,-1-1,1 1,1-1,-1 1,1-1,-1 0,1-1,0 1,1-1,-1 0,1 0,-1-1,1 0,0 0,0 0,-1-1,1 1,1-1,-1-1,3 1,7-1,-1 0,0-1,1 0,-1-2,0 1,0-2,-1 0,1-1,-1 0,0-2,1 0,7-4,-1-2,0-1,-1-1,0 0,-2-2,0 0,0-1,-2 0,0-2,-1 0,-2-1,0 0,-1-1,-1 0,0-1,-2 0,-1 0,-1-1,-1 0,-1-1,-1 0,0 2,-1-1,-1 0,-1 0,0-1,-2 1,-1 0,-1 0,-5-16,8 38,0 1,0-1,0 1,0-1,0 1,-1-1,1 1,0-1,-1 1,1-1,-1 1,0-1,0 1,1 0,-1-1,0 1,0 0,0 0,0-1,0 1,0 0,-1 0,1 0,0 0,0 1,-1-1,1 0,-1 1,1-1,0 0,-1 1,1 0,-1-1,0 1,1 0,-1 0,1 0,-1 0,1 0,-1 0,0 0,-1 3,-1 1,1 0,0-1,0 1,0 0,0 1,1-1,-1 0,1 1,0-1,1 1,-2 3,-12 44,3 0,1 0,3 2,2-1,2 34,1-56,2 1,2-1,1 1,1-1,6 23,-7-45,0 1,1-1,0 0,1 0,-1 0,2 0,0-1,0 0,0 0,1 0,0 0,1-1,-1 0,1 0,1-1,-1 0,1 0,0-1,1 0,4 2,-3-3,-1-1,1 0,0 0,-1-1,1 0,0-1,0 0,1-1,-1 0,0 0,0-1,0-1,0 0,3-1,34-11</inkml:trace>
  <inkml:trace contextRef="#ctx0" brushRef="#br1" timeOffset="-194204.184">21202 6404,'23'2,"16"1,16 0,9 2,4 2,-4 0,-10 1,-14-1</inkml:trace>
  <inkml:trace contextRef="#ctx0" brushRef="#br1" timeOffset="-193947.868">21269 6618,'18'11,"18"5,16-2,10-5,9-6,6-6,5-3,-10 1</inkml:trace>
  <inkml:trace contextRef="#ctx0" brushRef="#br1" timeOffset="-193756.624">22286 6685,'82'-233,"-9"33,-47 111,-32 136,-12 69,5-1,5 2,5 74,2-67,-5-96</inkml:trace>
  <inkml:trace contextRef="#ctx0" brushRef="#br1" timeOffset="-193523.25">22232 6938,'14'3,"13"0,11 0,13-1,10-1,9-2,14-3,11-2,9-1,-13 0</inkml:trace>
  <inkml:trace contextRef="#ctx0" brushRef="#br1" timeOffset="-191710.966">23502 5856,'-16'66,"3"1,3 1,3 0,3 0,3 10,5 101,24 155,3 73,-30-377,-1 1,-1 0,-2-1,-1 0,-2 4,4-26,0 0,0 0,-1-1,0 1,0-1,-1 1,0-1,0 0,-1-1,0 1,0-1,0 0,-1 0,0 0,0-1,-1 0,1 0,-1 0,0-1,0 0,-4 1,-12 1,0 0,0-2,0 0,0-1,-1-2,1 0,-1-2,-4-1,3 1,-1046 8,916 2,-1112 47,-259-41,1285-5,-391 2,250-37,380 25,-2 1,0 0,0-1,0 1,0-1,0 0,0-1,0 1,0 0,0-1,0 0,0 0,0 0,0-1,0 1,1-1,-1 0,1 0,-1 0,1-1,0 1,0-1,0 0,0 1,0-1,1 0,-1-1,1 1,0 0,0-1,0 0,1 1,-1-1,1 0,-1-2,3-242,-35-899,31 1091,2 1,2 0,3 0,10-47,-11 83,-3 13,1-1,0 1,0 0,1 0,0 0,0 0,0 0,1 0,0 0,0 1,1-3,0 6,0 0,-1 0,1 1,0 0,0-1,0 1,0 1,0-1,0 0,0 1,0 0,0 0,0 0,0 1,0-1,2 2,11-1,1020 2,53-19,-951 11,2124-23,-2062 37,147 28,-232-44,-66 0,222-4,-246 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28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0 112,'72'-3,"-1"-4,64-13,-63 8,88-16,1 7,1 7,0 7,0 7,139 20,-258-14,-1 2,-1 1,0 3,0 1,2 3,-43-18,-9-3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28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0,'-2'14,"-1"6,2 0,4-3,4-5,2-6,3-9,1-7,-2-3,-2-2,-3 0,-7 1,-6 7,-3 5,-1 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29.2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60 161,'11'-16,"4"-8,-1-3,-4-1,-7 3,-9 6,-7 5,-4 6,-3 9,-2 10,5 9,4 5,8 3,13-1,14-5,12-7,1-5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27.4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121 244,'-2'-16,"0"0,-1 1,0-1,-1 0,-1 1,-1 0,0 0,-1 1,-6-11,13 24,0 1,-1-1,1 1,0-1,-1 0,1 1,0-1,-1 1,1-1,0 1,-1-1,1 1,-1-1,1 1,-1-1,1 1,-1 0,0-1,1 1,-1 0,1-1,-1 1,0 0,1 0,-1 0,0-1,1 1,-1 0,0 0,1 0,-1 0,0 0,1 0,-1 0,0 1,1-1,-1 0,1 0,-1 0,0 1,1-1,-1 0,1 1,-1-1,0 0,1 1,-1-1,1 1,-1-1,1 1,0-1,-1 1,1-1,0 1,-1 0,1-1,0 1,-1-1,1 1,0 0,-15 44,15-43,-9 39,3 1,1 0,2-1,2 2,1-1,3 0,1-1,2 1,3 3,-6-29,1 1,1-1,0 0,2-1,-1 0,2 0,0 0,1-1,0 0,1 0,5 3,-14-15,0-1,0 1,0-1,0 0,1 1,-1-1,1 0,-1 1,1-1,-1 0,1 0,0-1,-1 1,1 0,0 0,0-1,0 1,0-1,-1 0,1 1,0-1,0 0,0 0,0 0,0 0,0-1,0 1,0 0,-1-1,1 1,0-1,0 0,0 0,0 0,1-4,1-1,-1 1,0-1,0 0,-1 0,0-1,0 1,0 0,-1-1,0 1,0-1,-1 0,1-5,-1 3,4-55,-2 0,-4 0,-2 0,-3 0,-3 1,-9-26,-14-3,33 91,0 0,-1-1,0 1,1 0,-1 0,0 0,1 0,-1 0,0 1,0-1,0 0,0 0,0 0,0 1,0-1,0 1,0-1,0 1,0-1,0 1,0-1,0 1,-1 0,1 0,0-1,0 1,0 0,-1 0,1 0,0 1,0-1,0 0,-1 0,1 1,0-1,0 0,0 1,0-1,0 1,0 0,0-1,0 1,0 0,0-1,0 1,0 0,0 0,1 0,-1 0,0 0,0 0,1 0,-1 0,1 0,-1 0,1 0,0 1,-1-1,1 0,0 0,0 0,0 1,0-1,0 0,0 1,-8 27,2 1,1-1,2 1,0 0,3 0,0 1,4 20,1 16</inkml:trace>
  <inkml:trace contextRef="#ctx0" brushRef="#br0" timeOffset="480.745">388 56,'-21'-55,"21"55,0 0,1 1,-1-1,0 0,0 1,0-1,0 0,0 1,0-1,0 0,0 1,0-1,0 1,0-1,0 0,0 1,0-1,0 0,0 1,0-1,-1 0,1 1,0-1,0 0,0 1,0-1,-1 0,1 0,0 1,0-1,-1 0,1 0,0 1,-1-1,1 0,0 0,0 0,-1 1,1-1,0 0,-1 0,1 0,-1 0,1 0,0 0,-1 0,1 0,0 0,-1 0,1 0,0 0,-1 0,1 0,0 0,-1 0,1 0,0 0,-1-1,1 1,0 0,-1 0,1 0,0-1,-1 1,1 0,0 0,-8 173,8-106,-10 263,13-301,-3-28,0-1,0 0,0 1,0-1,0 1,0-1,0 0,0 1,0-1,1 0,-1 1,0-1,0 0,0 1,1-1,-1 0,0 1,0-1,1 0,-1 1,0-1,1 0,-1 0,0 0,1 1,-1-1,0 0,1 0,-1 0,0 0,1 0,-1 1,1-1,-1 0,0 0,1 0,-1 0,0 0,1 0,-1 0,1 0,-1-1,0 1,1 0,-1 0,0 0,1 0,-1 0,0-1,1 1,-1 0,0 0,1-1,-1 1,0 0,1 0,-1-1,0 1,0 0,0-1,1 1,-1 0,0-1,0 1,0 0,110-140,-107 137,-1 0,1 0,0 0,0 0,0 1,0-1,0 1,1 0,-1 0,1 0,0 0,-1 0,1 1,0 0,0 0,0 0,0 0,0 0,0 1,0 0,0 0,0 0,0 0,0 1,0-1,0 1,0 0,0 0,0 1,0-1,-1 1,1 0,0 0,-1 0,0 0,1 1,-1-1,1 2,1 3,-1-1,1 1,-2 0,1 0,-1 1,0-1,0 1,-1-1,0 1,-1 0,0 0,0 0,0 0,-1 0,0 0,-1-1,0 1,0 0,0 0,-1 0,0-1,-1 1,0-1,0 1,-1-1,0 0,0 0,0-1,-1 1,0-1,0 0,-3 2,-4 2,0 0,0-1,-1-1,0 0,-1 0,0-2,0 0,0 0,-1-1,0-1,0-1,0 0,0 0,-7-1,21-2,0 0,1 1,-1-1,0 0,1 1,-1-1,0 0,0 0,0 1,1-1,-1 0,0 0,0 0,1 0,-1 0,0 0,0 0,0-1,1 1,-1 0,0 0,0 0,1-1,-1 1,0-1,1 1,-1 0,0-1,1 1,-1-1,1 1,-1-1,0 0,1 1,-1-1,1 1,0-1,-1 0,1 0,0 1,-1-1,1 0,0 1,0-1,-1 0,1 0,0 0,0 1,0-1,0 0,0 0,0 0,1 0,13-13,5 0</inkml:trace>
  <inkml:trace contextRef="#ctx0" brushRef="#br0" timeOffset="832.834">1097 364,'-12'0,"0"0,0 1,1 0,-1 0,0 2,1-1,-1 1,1 1,0 0,0 1,0 0,1 0,-1 1,1 1,1 0,-1 0,-3 5,10-11,1 0,-1 1,0-1,1 1,-1 0,1 0,0 0,0 0,0 1,0-1,0 0,0 1,0-1,1 1,-1 0,1 0,0-1,0 1,0 0,0 0,1 0,-1 0,1 0,-1 0,1 0,0 0,0 1,1-1,-1 0,1 0,-1 0,1 0,0 0,0-1,0 1,1 0,-1 0,1-1,-1 1,1 0,1 0,12 6,0 0,1-1,1-1,-1 0,1-2,0 1,0-2,1-1,11 2,5 1,-22-3,77 24,-87-27,0 1,0 0,0 1,1-1,-1 0,0 0,-1 1,1 0,0-1,0 1,-1 0,1 0,-1-1,1 1,-1 0,0 1,0-1,0 0,0 0,0 0,-1 1,1-1,0 0,-1 1,0-1,0 0,0 1,0-1,0 1,0-1,0 0,-1 1,1-1,-1 0,0 1,-6 10,-1 0,0 0,-1-1,-1 0,0 0,-1-1,0-1,0 0,-1 0,0-1,-1-1,-13 8,-28 17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32.6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322 465,'-11'-3,"-1"2,0-1,0 2,0-1,0 2,0 0,1 0,-1 1,0 0,1 1,-1 0,1 1,0 1,0-1,1 2,-1-1,1 2,0-1,1 1,-1 1,2 0,-1 0,1 1,0 0,1 0,0 1,0-1,1 2,0-1,1 1,-4 10,8-18,0 0,0-1,0 1,0 0,0 1,0-1,1 0,-1 0,1 0,0 0,0 0,0 0,1 1,-1-1,1 0,0 0,-1 0,1 0,1 0,-1 0,0 0,1-1,-1 1,1 0,0-1,0 1,0-1,0 0,1 1,-1-1,0 0,1 0,-1-1,1 1,0-1,3 2,3-2,0-1,-1 0,1 0,0-1,0 0,0 0,0-1,-1-1,1 1,-1-1,1-1,-1 1,0-2,0 1,-1-1,0 0,1 0,-2-1,1 0,-1 0,0-1,0 0,0 0,2-5,11-14,-1-1,-2-1,0 0,-2-1,-2-1,0 0,-2-1,-1 0,-1 0,-2-1,-2 0,0 0,-2-1,-2 1,-1 0,-1 0,-6-27,-11-4,19 63,0-1,-1 1,1-1,-1 1,1 0,-1-1,1 1,-1 0,1-1,-1 1,1 0,-1-1,1 1,-1 0,1 0,-1 0,0 0,1 0,-1-1,1 1,-1 0,1 0,-1 0,0 1,1-1,-1 0,1 0,-1 0,0 0,1 0,-1 1,1-1,-1 0,1 1,-1-1,1 0,-1 1,1-1,-1 0,1 1,0-1,-1 1,1-1,0 1,-1-1,1 1,0-1,0 1,-1-1,1 1,0 0,0-1,0 1,0-1,0 1,0 0,0-1,0 1,-8 17,1 1,1 0,1 1,0-1,2 1,-1 8,1-5,-9 56,4 2,3-1,5 28,0-90,1 0,1 0,1 0,1 0,0 0,4 9,-6-22,0 0,1 0,-1 0,1 0,0 0,0 0,0-1,1 1,-1-1,1 0,0 0,1-1,-1 1,1-1,-1 0,1 0,0 0,0-1,0 1,1-1,-1-1,0 1,2-1,5 0,0-2,0 1,0-2,0 1,0-2,-1 0,1 0,-1-1,1 0,-1-1,0 0,-1-1,1 0,-1-1,-1 0,1-1,-1 0,0 0,-1-1,0 0,0 0,-1-1,0 0,-1 0,1-3,0 0,1 0,-2-1,0 0,-1 0,0-1,-1 1,-1-1,0 0,-1 0,0 0,-1-13,-15-14,13 41,1 0,-1 1,0-1,1 0,-1 1,0-1,0 1,0-1,1 1,-1-1,0 1,0-1,0 1,0 0,0 0,0-1,0 1,0 0,0 0,0 0,0 0,0 0,0 0,0 1,0-1,0 0,1 0,-1 1,0-1,0 0,0 1,0-1,0 1,0-1,1 1,-1 0,0-1,1 1,-1 0,0-1,1 1,-1 1,-6 6,1 0,0 1,1 0,0 0,1 0,-1 1,2 0,0-1,0 1,0 1,1-1,1 0,0 0,0 1,1 3,0-8,0 1,0-1,1 0,-1 1,1-1,1 0,-1 1,1-1,0 0,1 0,0 0,-1-1,2 1,-1-1,1 1,0-1,0 0,0 0,1-1,-1 1,1-1,0 0,0-1,1 1,-1-1,1 0,0 0,0-1,0 1,1-1,10 2,1 0,-1-1,1 0,0-2,-1 0,17-2,38-3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31.3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 2,'-21'224,"14"-158,-17 247,37-232,-12-79,0 0,-1 0,1-1,0 1,0 0,0-1,0 1,1 0,-1-1,0 0,1 1,-1-1,1 0,-1 0,1 1,-1-1,1 0,0-1,-1 1,1 0,0 0,0-1,0 1,0-1,0 0,0 1,-1-1,1 0,0 0,0 0,0-1,0 1,0 0,0-1,0 1,0-1,-1 1,1-1,2-1,6-5,0 0,0-1,-1 0,0 0,0-1,-1 0,0-1,0 0,-1 0,-1-1,1 0,-2 0,0 0,3-10,16-44,-2-1,-3-1,-4-1,-2 0,2-52,-1 21,-12 92,-1 25,-1-17,-1 167,-2-74,5 0,3-1,7 20,-12-106,1 1,0-1,1 0,-1 0,1 0,1 1,-1-2,1 1,0 0,1-1,0 1,0-1,0 0,1 0,-1 0,2-1,-1 0,1 1,20 6</inkml:trace>
  <inkml:trace contextRef="#ctx0" brushRef="#br0" timeOffset="388.984">588 363,'-1'25,"0"1,2-1,1 1,1-1,2 0,0 0,1-1,2 0,0 0,2 0,1 0,-10-21,0 0,0-1,1 1,-1 0,1-1,0 1,0-1,0 0,0 1,0-1,0 0,1 0,-1 0,1-1,-1 1,1-1,-1 1,1-1,0 0,0 0,0 0,0 0,0-1,0 1,0-1,0 1,0-1,0 0,0-1,0 1,0 0,0-1,0 0,0 1,0-1,0 0,0-1,7-6,-1 0,0-1,-1 0,1-1,-2 1,1-2,-1 1,-1-1,0 0,-1 0,0-1,0 0,-2 0,1 0,-1 0,1-12,7-68,-12 106,-1 2,1 1,1 0,0 0,1 0,1 0,1-1,0 1,1-1,1 0,0 0,1 0,1-1,0 0,4 5,38 23,-26-31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30.4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1 633,'2'-46,"3"0,2 0,12-43,-3 15,9-54,-19 114,-5 34,5 523,-2-441,-3-68</inkml:trace>
  <inkml:trace contextRef="#ctx0" brushRef="#br0" timeOffset="273.385">254 5,'9'-5,"8"11,10 17,4 21,5 23,-5 23,-7 19,-14 14,-18 8,-20 6,-15-4,-15-5,3-25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41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41 335,'16'5,"17"1,16 2,16 0,12-2,8 1,-1-1,-4-2,-12 1,-24 2,-31 0,-17-2</inkml:trace>
  <inkml:trace contextRef="#ctx0" brushRef="#br0" timeOffset="249.333">1 550,'16'4,"17"2,16 0,13-2,13 0,9-2,6-4,-1-2,-4-2,-10-2,-17 1</inkml:trace>
  <inkml:trace contextRef="#ctx0" brushRef="#br0" timeOffset="497.707">657 1,'-1'1,"1"0,0-1,0 1,-1 0,1 0,0 0,0 0,0 0,0-1,0 1,0 0,0 0,0 0,0 0,1 0,-1-1,0 1,0 0,1 0,-1 0,1-1,-1 1,1 0,-1 0,1-1,-1 1,1 0,-1-1,1 1,0-1,0 1,-1-1,1 1,0-1,0 1,0-1,24 19,1-1,0-1,1-1,1-2,0-1,29 10,-48-20,103 41,-47-21,-1 4,47 27,-104-51,0 1,0-1,0 1,-1 0,1 1,-1-1,0 1,0 1,-1-1,0 1,0 0,0 0,-1 0,1 1,-2 0,1-1,-1 2,0-1,0 0,-1 0,0 1,1 3,-5 0,-1-1,0 1,0-1,-1 0,0 0,-1 0,0-1,-1 1,0-1,0 0,-1-1,0 0,0 0,-1 0,0-1,-1 0,-7 5,-336 249,317-228,13-8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37.5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105 404,'0'21,"-2"19,-3 18,-3 12,-1 8,0 2,-1-1,-2-8,0-13,-1-14,2-22,3-23,3-12</inkml:trace>
  <inkml:trace contextRef="#ctx0" brushRef="#br0" timeOffset="358.041">39 645,'26'-344,"-26"340,0 1,-1-1,2 0,-1 1,0-1,1 1,-1 0,1-1,0 1,0-1,0 1,1 0,-1 0,1 0,0 0,0 0,0 0,0 0,0 0,1 1,-1-1,1 1,0 0,0 0,-1 0,1 0,1 0,-1 1,0-1,0 1,4-1,5 3,0 1,0 0,-1 1,1 1,-1 0,0 0,1 1,-2 0,1 1,-1 0,0 1,0 0,-1 1,0-1,0 2,6 6,-10-10,1 0,-1 0,0 1,-1-1,1 1,-1 0,0 1,-1-1,0 0,0 1,0 0,0 0,-1 0,0 0,-1 0,0 0,0 0,0 1,-1-1,0 0,0 1,-1-1,0 0,-1 3,-8 8,0 0,-2-1,0-1,-1 0,0 0,-1-1,-1-1,0-1,-1 0,0-1,-1 0,-1-1,-4 1,0 1,15-10,1 0,0 0,-1 1,2 0,-1 0,0 0,1 1,0 0,0 0,0 0,0 1,1 0,0-1,0 2,1-1,-2 3,6-3,0 0,0 0,1 0,0-1,0 1,0-1,1 1,-1-1,1 0,0 0,1 0,-1 0,1 0,0-1,1 0,-1 1,1-2,-1 1,1 0,0-1,2 1,11 11,0 0,1-2,0 0,1-1,1-1,0 0,0-2,1-1,0 0,0-2,1 0,0-2,0-1,0 0,0-2,12 0,-13-5</inkml:trace>
  <inkml:trace contextRef="#ctx0" brushRef="#br0" timeOffset="746.102">787 404,'-3'18,"0"16,1 14,-1 12,2 6,0 4,2-2,5-2,6-7,7-8,5-10,4-10,5-11,6-8,0-11,-5-6</inkml:trace>
  <inkml:trace contextRef="#ctx0" brushRef="#br0" timeOffset="1007.4">707 698,'16'11,"14"5,16-2,14-5,9-6,6-8,-4-8,-7-4,-12-4,-15 2</inkml:trace>
  <inkml:trace contextRef="#ctx0" brushRef="#br0" timeOffset="1488.117">827 364,'299'-12,"71"-20,-191 15,-112 8,-69 5,-12 2,-1 1,1 0,0 1,-1 1,1 0,-1 1,1 1,-8 2,16-4,-10 2,0 1,1 0,0 1,-1 1,2 1,-1 0,1 0,0 2,-2 1,10-6,1 1,-1 0,1 0,0 0,0 0,1 1,-1 0,1 0,0 0,1 0,0 0,0 1,0 0,1 0,0-1,0 1,0 1,1-1,0 0,1 0,0 5,1-2,0-1,0 0,2 1,-1-1,1 0,0 0,1-1,0 1,0-1,1 1,0-1,0-1,1 1,0-1,0 0,2 1,122 96,-111-91,178 129,-196-141,1 0,-1 0,1 0,0 0,-1 1,0-1,1 0,-1 1,0-1,0 1,0-1,0 1,0 0,0-1,0 1,0 0,-1 0,1-1,-1 1,1 0,-1 0,0 0,1 0,-1 0,0 0,0 0,-1-1,1 1,0 0,-1 0,1 0,-1 0,0 1,-5 3,-1-1,1 0,-1 0,0 0,-1-1,1 0,-1 0,0-1,0 0,0-1,0 1,0-2,-3 1,6 0,-31 7,1-2,-1-1,0-2,0-1,0-2,-11-2,3-6,13-5</inkml:trace>
  <inkml:trace contextRef="#ctx0" brushRef="#br0" timeOffset="1796.829">2097 430,'-17'25,"1"-1,1 2,1 0,1 1,2 0,1 1,1 1,1-1,1 1,2 0,1 1,1-1,2 1,1 19,-1-40,1-1,0 0,1 1,0-1,0 0,1 1,0-1,0 0,1 0,0 0,0-1,1 1,0-1,0 0,1 0,0 0,0-1,1 1,-1-1,1 0,1-1,-1 0,1 0,0 0,0-1,6 3,-1-2,-1-1,1-1,0 0,0-1,1 0,-1-1,0 0,1-1,-1 0,0-1,1 0,-1-1,0-1,0 1,0-2,-1 0,1-1,-1 0,0 0,0-1,0 0,-1-1,0-1,-1 1,1-2,5-6,-12 12,0-1,-1 0,1 0,-1-1,0 1,0 0,0-1,-1 1,1-1,-1 0,0 1,-1-1,1 0,-1 0,0 0,0 1,0-1,-1 0,0 0,0 1,0-1,0 0,-1 1,0-1,1 1,-2 0,1-1,0 1,-1 0,0 0,0 0,-23-26</inkml:trace>
  <inkml:trace contextRef="#ctx0" brushRef="#br0" timeOffset="2042.168">1896 739,'14'6,"18"3,17 0,14-5,10-4,4-5,-2-4,-8-5,-9-4,-15 0</inkml:trace>
  <inkml:trace contextRef="#ctx0" brushRef="#br0" timeOffset="2307.031">2084 404,'149'-28,"2"7,107-1,-254 22,43-4,1 2,-1 2,1 2,-1 2,8 3,-49-6,-1-1,1 1,-1 0,1 1,-1-1,1 1,-1 0,0 0,0 1,0 0,0-1,-1 2,1-1,-1 0,1 1,-1 0,0 0,-1 0,1 1,-1-1,0 1,0 0,0 0,-1 0,2 4,-3 4,-1 1,0 0,-1-1,0 1,-2 0,1-1,-2 0,1 1,-2-2,0 1,-5 9,-5 18,-1 9,1 1,3 0,2 1,3 0,1 0,2 16,2-27,-2-42,-3-15,0-6</inkml:trace>
  <inkml:trace contextRef="#ctx0" brushRef="#br0" timeOffset="2493.532">2685 364,'-9'-14,"-1"-4,6 1,13 3,16 2,18 0,21 1,21-1,16 2,12 0,2 3,-19 1</inkml:trace>
  <inkml:trace contextRef="#ctx0" brushRef="#br0" timeOffset="3215.6">3554 70,'15'-10,"1"1,-1 1,1 0,1 1,-1 1,1 1,0 0,0 1,1 1,-1 1,1 0,0 1,-1 1,1 1,0 0,-1 1,11 4,-23-5,0 0,0 1,0-1,-1 1,1 0,0 1,-1-1,0 1,0 0,0 0,0 0,0 1,0-1,-1 1,0 0,0 0,0 0,0 0,0 1,-1-1,0 1,0-1,0 1,-1 0,1 0,-1 0,0 0,-1 0,1 0,-1 0,0 0,0 0,-1 2,-4 16,-1 1,-1-1,-2 0,0 0,-1-1,-1 0,-1-1,-2 0,1-1,-2-1,-5 4,-25 41,36-54,2 2,-1-1,1 1,1 0,0 0,0 1,1 0,1 0,0 0,1 0,1 1,0-1,1 1,0 0,1-1,0 1,1 0,1-1,0 1,1-1,2 6,11 20,1-5</inkml:trace>
  <inkml:trace contextRef="#ctx0" brushRef="#br0" timeOffset="3460.943">3821 1206,'-2'16,"-1"12,0 8,1 3,0-2,1-3,1-7,2-7,3-11,8-13,6-11,0-5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35.2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0 908,'9'-33,"3"-9,-2 0,-2-1,-1 0,-3-1,-1 1,-3-37,0 76,0 1,0-1,0 1,0 0,-1-1,1 1,-1 0,0-1,0 1,-1 0,1 0,0 0,-1 0,0 0,0 0,0 0,0 0,0 1,0-1,-1 1,1 0,-1 0,-1-1,3 3,1 0,-1 0,0 0,1 0,-1 0,1 0,-1 0,1 1,-1-1,1 0,-1 0,0 1,1-1,0 0,-1 1,1-1,-1 1,1-1,-1 1,1-1,0 0,-1 1,1-1,0 1,0 0,-1-1,1 1,0-1,0 1,0-1,0 1,-1-1,1 1,0 0,0-1,0 1,0-1,0 1,1 0,-1-1,0 1,0-1,0 1,0-1,1 1,-1 0,0-1,1 1,-1-1,0 0,1 1,-1-1,0 1,1-1,-1 1,1-1,-1 0,1 1,-1-1,1 0,-1 0,1 1,-1-1,1 0,0 0,10 4,-1-1,1 0,1-1,-1 0,0-1,0 0,0-1,11 0,-1 0,103 15,-119-13,0-1,0 1,0 1,0-1,-1 1,1-1,-1 1,0 1,0-1,0 0,0 1,-1 0,1 0,-1 0,0 0,0 1,-1-1,1 1,-1 0,0 0,0-1,0 6,1 7,0 0,-2 0,0 0,-1 0,-1 0,0 0,-2 0,-2 11,-5 71,10-96,-1-1,1 1,0 0,0 0,1 0,-1 0,1 0,-1 0,1 0,0 0,0-1,0 1,0 0,1-1,-1 1,1 0,0-1,-1 0,1 1,0-1,0 0,1 0,-1 0,0 0,1-1,-1 1,1-1,-1 1,1-1,0 0,0 0,-1 0,1 0,0-1,0 1,0-1,0 0,0 1,0-2,0 1,0 0,8-3,-1 0,0 0,1-1,-1-1,-1 0,1 0,-1-1,0 0,0 0,-1-1,1 0,-2-1,1 0,-1 0,0-1,-1 1,0-2,0 1,-1-1,3-7,-3 8,-1-1,-1 1,1-1,-1 0,-1 0,0-1,0 1,-1 0,0-1,-1 1,-1-9,1 20,0-1,-1 1,1 0,0 0,0 0,-1-1,1 1,0 0,-1-1,1 1,-1 0,1-1,-1 1,0 0,1-1,-1 1,1-1,-1 1,0-1,1 0,-1 1,0-1,0 1,1-1,-1 0,0 0,0 0,0 1,1-1,-1 0,0 0,0 0,0 0,1 0,-1 0,0 0,0-1,0 1,1 0,-1 0,0-1,0 1,1 0,-1-1,0 1,0-1,1 1,-1-1,1 1,-1-1,0 1,1-1,-1 0,1 1,-1-1,1 0,0 1,-1-1,1 0,0 0,-1 0,1 0,-2 6,0 1,0-1,0 0,1 0,0 1,0-1,0 0,1 1,0-1,0 1,0-1,0 1,1-1,0 1,0-1,1 0,0 0,0 1,0-1,0 0,1-1,-1 1,1 0,0-1,1 0,-1 1,1-1,0-1,0 1,0 0,1-1,-1 0,1 0,0 0,-1-1,1 0,3 1,14 3,1-1,0-1,0-1,0-1,0-1,0-1,1-1,-1-2,0 0,0-1,-1-1,1-1,-1-1,6-4,72-43,-97 52,0 0,0 0,0-1,0 0,-1 0,1 0,-1 0,0 0,0 0,0 0,0-1,0 1,-1-1,0 1,1-1,-1 0,-1 1,1-1,0 0,-1 0,0 0,0 0,0 1,0-1,-1 0,0 0,0-2,0 3,0 0,0 1,0-1,0 0,-1 1,1-1,-1 1,0 0,0-1,0 1,0 0,0 0,0 0,-1 0,1 0,0 1,-1-1,0 1,1 0,-1 0,0-1,0 2,1-1,-1 0,0 1,0-1,0 1,0 0,0 0,0 0,-4 0,0 1,0 0,1 0,-1 0,1 1,-1 0,1 0,0 1,0 0,0 0,0 0,-5 4,3-1,1 0,-1 0,1 1,0 0,1 0,0 1,0-1,0 1,1 1,1-1,-1 1,1 0,1 0,-1 0,2 0,-1 0,0 7,3-13,0-1,0 0,0 0,0 0,1 0,-1 0,1-1,-1 1,1 0,0 0,0 0,0 0,0 0,0-1,0 1,0-1,0 1,1 0,-1-1,1 0,-1 1,1-1,-1 0,1 0,0 0,0 0,-1 0,1 0,0-1,0 1,0 0,0-1,0 0,0 1,0-1,0 0,0 0,0 0,0 0,0-1,1 1,83-20,-73 13,1 0,-1-1,-1-1,1 0,-1-1,-1 0,0 0,-1-2,0 1,3-5,-15 19,0 1,0 0,0 0,1 0,-1 0,1 1,0-1,0 0,1 0,-1 1,1-1,0 0,0 1,0-1,1 0,-1 1,1-1,0 0,1 0,-1 0,1 0,-1 0,1 0,1 0,-1 0,0-1,1 1,0-1,-1 0,1 0,1 0,-1 0,0 0,1-1,-1 1,1-1,0 0,0 0,2 1,2-2,0 1,0-1,0-1,0 1,0-2,0 1,0-1,0 0,0 0,0-1,0 0,-1-1,1 0,-1 0,1 0,-1-1,1-1,109-85,-91 62,-2 0,-1-2,-1-1,-2-1,-1 0,-1-1,-2-1,-1-1,-2 0,-2-1,-1-1,-1 1,-2-1,-1-18,-3 39,0 0,-2-1,0 0,-1 1,-1-1,0 1,-1-1,-1 1,-1-1,-4-12,7 27,0-1,0 1,0-1,0 1,-1-1,1 1,-1 0,1-1,-1 1,0 0,0 0,0 0,0 1,0-1,-1 0,1 1,0 0,-1-1,1 1,-1 0,1 0,-1 0,0 0,1 1,-1-1,0 1,1 0,-1 0,0 0,0 0,1 0,-1 0,0 1,0-1,1 1,-1 0,-1 1,-7 5,0 2,1-1,1 2,0-1,0 1,0 1,2-1,-1 1,1 1,1-1,0 1,1 0,0 1,0-1,2 1,-1 0,2 0,0 2,-10 30,2 2,3-1,1 1,3 0,1 1,3-1,2 0,6 31,-9-67,1 0,1 0,0-1,1 1,-1-1,2 0,0 0,0 0,1 0,0-1,0 1,1-1,1-1,-1 1,1-1,1 0,-1-1,2 1,-1-2,1 1,0-1,0 0,0-1,1 0,0-1,0 0,0 0,8 1,-7-5,-1-1,1 0,-1 0,0-1,0 0,1-1,-1 0,-1 0,1-1,-1 0,1-1,-1 0,0-1,-1 0,0 0,0-1,0 0,0 0,-1-1,-1 0,1 0,-1-1,-1 1,1-2,-1 1,-1 0,0-1,0 0,-1-1,4-8,-1 46,-5 9,-1-23,1 1,-1 0,2 0,0 0,1-1,0 1,1-1,5 12,27 9,-17-28</inkml:trace>
  <inkml:trace contextRef="#ctx0" brushRef="#br0" timeOffset="247.037">2046 253,'-16'-5,"-8"0,-1-1,3 6,5 7,8 7,12 9,13 3,3-1</inkml:trace>
  <inkml:trace contextRef="#ctx0" brushRef="#br0" timeOffset="991.671">2233 627,'0'-4,"0"1,0-1,1 0,0 1,-1-1,1 1,1-1,-1 1,0-1,1 1,0 0,0 0,0 0,0 0,0 0,0 0,1 0,-1 1,1-1,0 1,0 0,0 0,0 0,0 0,1 0,-1 1,0 0,1-1,-1 1,1 0,-1 1,1-1,0 1,-1-1,1 1,0 0,-1 1,1-1,0 0,-1 1,1 0,-1 0,1 0,-1 0,1 1,-1 0,2 0,4 6,0 0,-1 0,0 1,0 0,0 1,-1 0,-1 0,0 0,0 1,-1 0,-1 0,1 0,-2 1,0-1,0 1,-1 0,0 0,-1 6,6 52,-2 1,-4-1,-6 51,1-41,3 0,8 55,-6-120,1-1,0 1,0-1,2 0,0 0,0 0,1-1,1 1,0-1,1-1,1 1,0-1,0 0,1 0,-7-11,-1 1,1 0,-1-1,1 1,-1-1,1 0,0 0,0 1,0-1,0 0,0 0,0-1,0 1,0 0,0-1,0 1,1-1,-1 0,0 1,0-1,0 0,1-1,-1 1,0 0,0 0,0-1,0 0,0 1,0-1,0 0,0 0,0 0,0 0,0 0,0 0,0-1,-1 1,1-1,-1 1,1-1,-1 0,1 1,-1-1,0 0,0 0,0 0,0 0,0 0,0 0,0-2,5-16,-1 0,-1 0,0-1,-2 1,0-1,-2 0,0 0,-1 1,-1-1,-3-12,0-2,-1-1,-2 1,-2 0,-1 0,-1 1,-2 1,-2 0,0 1,-3 0,0 2,-2 0,-8-7,18 26,1 0,-1 0,-1 1,0 1,0 0,-1 1,0 0,0 1,-1 0,-5-1,54 8,71 2,102-11,-145 5,-59 3,-2 1,0-1,-1 0,1 1,0 0,0-1,0 1,0 0,0 0,0 0,0 0,0 0,0 0,0 1,-1-1,1 0,0 1,0 0,0-1,0 1,-1 0,1 0,0 0,-1 0,1 0,-1 1,1-1,-1 0,0 1,1-1,-1 1,0-1,0 1,0 0,0-1,0 1,-1 0,1 1,0 35,-2-34,1 0,-1 0,1 0,0 0,0 1,0-1,1 0,0 0,-1 0,1 0,1 0,-1 0,0 0,1-1,0 1,0 0,0-1,0 1,1-1,-1 0,1 0,0 0,0 0,0 0,1 0,3 0,0 0,0 0,0 0,1-1,0 0,-1 0,1-1,0 0,0 0,-1-1,1 0,0 0,0-1,0 0,-1 0,1-1,0 0,-1-1,0 1,1-2,-1 1,0-1,-1 1,1-2,-1 1,1-1,-1 0,-1-1,1 1,3-5,-7 6,0 0,0 1,0-1,-1 0,1 0,-1-1,0 1,0 0,-1 0,1 0,-1-1,0 1,0 0,0-1,0 1,-1 0,0 0,0 0,0-1,0 1,-1 0,0 0,0 1,0-1,0 0,0 0,-1 1,1 0,-2-1,-2-4,-1 1,0 0,-1 0,1 1,-1 0,0 0,-1 1,1 0,-1 0,0 1,0 1,-3-1,8 2,-1 0,1 0,-1 1,0 0,0 0,0 0,0 1,0-1,0 1,0 0,0 1,0-1,1 1,-1 0,0 0,0 1,0-1,1 1,-1 0,1 0,0 1,-1-1,1 1,0 0,0 0,1 1,-1-1,1 1,-1-1,1 1,1 0,-1 1,0-1,1 0,-1 2,0 0,0 0,0 0,1 0,0 0,0 1,1-1,-1 1,1-1,1 1,-1 0,1-1,1 1,-1-1,1 1,0-1,0 1,1-1,0 1,0-1,0 0,1 0,0 0,0 0,1 0,-1-1,1 0,1 0,-1 0,1 0,-1 0,1-1,1 0,4 3,26 4,0-5</inkml:trace>
  <inkml:trace contextRef="#ctx0" brushRef="#br0" timeOffset="1855.441">3048 159,'-12'-5,"-1"1,0 1,0 0,-1 1,1 0,0 1,-1 0,1 1,-1 1,-3 0,12 0,-1 0,1 0,0 0,0 1,0 0,-1 0,2 0,-1 1,0-1,0 1,1 0,0 1,-1-1,1 1,1 0,-1 0,0 0,1 0,0 0,0 1,0 0,1 0,-1-1,1 2,0-1,0 2,0 0,1 1,0-1,0 1,1 0,0-1,0 1,1 0,0-1,0 1,1-1,0 1,0-1,1 0,0 0,0 0,1 0,-1 0,2-1,-1 1,2 0,111 116,-104-111,2 1,13 11,0 1,-1 2,-2 0,-1 2,-1 1,-1 0,3 10,46 130,-70-167,0 0,0 0,1 0,-1 0,1 0,0 0,0 0,0-1,0 1,0-1,0 1,1-1,-1 0,1 0,0 0,-1 0,1 0,0-1,0 1,0-1,0 0,0 0,1 0,-1 0,0 0,1-1,-1 0,0 1,0-1,1-1,-1 1,0 0,1-1,-1 1,0-1,0 0,1 0,1-2,11-7,0 0,-1-2,0 0,-1-1,-1 0,0-1,-1 0,0-1,-1 0,-1-1,0-1,-1 1,-1-1,3-10,24-70,-39 122,1 0,1 1,2-1,0 0,3 21,-2-42,0 1,0-1,1 0,0 0,-1 1,1-1,1 0,-1-1,0 1,1 0,0-1,0 1,0-1,0 0,1 0,-1 0,1 0,-1-1,1 1,0-1,0 0,0 0,1-1,-1 1,0-1,1 0,-1 0,1 0,-1-1,6 1,0-1,-1 0,1 0,0-1,-1 0,1-1,-1 0,1 0,-1-1,0-1,0 1,0-1,1-2,2-2,-1-1,0 0,-1 0,0-1,-1 0,0-1,0 0,-1 0,0-1,-1 0,-1-1,0 1,-1-1,0-1,-1 1,0 0,-1-1,-1 0,1-13,-15 192,11-161,0 0,1 1,-1-1,1 1,0-1,1 1,-1-1,1 0,0 1,0-1,0 0,0 1,1-1,0 0,0 0,0 0,0-1,1 1,-1 0,1-1,0 1,0-1,0 0,0 0,1 0,0-1,-1 1,1-1,0 0,0 0,0 0,0 0,0-1,1 0,-1 0,0 0,4 0,3-2,0-1,-1-1,1 1,0-2,-1 0,0 0,1-1,-2 0,1 0,-1-1,0-1,0 0,0 0,-1 0,0-1,-1 0,0-1,0 0,0 0,-2 0,1-1,0-2,2 0,-1-1,0-1,-1 1,0-1,-2 0,1-1,-2 1,0-1,0 1,-1-2,-2 16,0-1,0 1,1-1,-1 0,0 1,0-1,0 1,1-1,-1 0,0 1,0-1,0 0,0 1,0-1,-1 0,1 1,0-1,0 1,0-1,0 0,-1 1,1-1,0 1,-1-1,1 1,0-1,-1 1,1-1,-1 1,1-1,0 1,-1-1,1 1,-1 0,0-1,1 1,-1 0,1-1,-1 1,1 0,-1 0,0 0,1-1,-1 1,0 0,1 0,-1 0,0 0,1 0,-1 0,1 0,-2 1,-24 25,21-16,0 0,0 0,1 1,0 0,1 0,0 0,1 0,1 1,-1-1,2 0,0 1,0-1,1 1,0-1,1 0,2 9,-1-14,0 0,1 1,0-1,0-1,0 1,1-1,0 1,0-1,0-1,1 1,0-1,-1 0,1 0,1 0,-1-1,1 0,-1 0,1-1,5 1,137 23,-56-22,-5-4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42.8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351 3,'-16'-1,"1"0,0 1,-1 0,1 1,0 1,0 1,0 0,0 0,0 2,1 0,-1 1,1 0,1 1,-3 2,6-4,1 1,0 0,1 1,0 0,0 0,0 1,1 0,0 0,1 0,-1 1,2 0,-1 1,1-1,1 1,0 0,0 0,1 0,0 1,1-1,-1 6,3 0,0 0,1 0,0 0,1 0,1-1,1 1,0-1,1 0,0 0,2 0,-1-1,2 0,7 11,18 24,1-2,3-1,4 0,-37-41,24 26,68 93,-94-121,0 0,0 0,-1 1,1-1,-1 0,0 0,0 1,0-1,0 1,0-1,-1 1,0 0,1-1,-1 1,-1-1,1 1,0-1,-1 1,0-1,0 1,0-1,0 1,0-1,-1 0,0 1,1-1,-1 0,0 0,0-1,-1 1,1 0,-1-1,1 1,-1-1,0 0,0 0,0 0,0 0,-3 1,-3 1,0 0,-1 0,0-1,0 0,0-1,0 0,0-1,0 0,-8 0,15-1,0 0,0 0,0 0,0 0,1-1,-1 1,0-1,0 0,0 0,1 0,-1 0,0 0,1 0,-1-1,1 1,-1-1,1 0,0 0,0 0,0 0,0 0,0 0,0 0,0-1,1 1,-1-1,1 1,0-1,0 0,0 1,0-1,0 0,1 0,-1 0,1 0,0 0,0-10,2 0,0 0,0 0,1 0,1 1,0-1,1 1,0 0,1 0,0 1,1-1,7-8,111-167,-87 136,-2-1,-2-2,-3-1,-2-2,-2-1,15-52,-27 31,-15 79,-1 0,1 1,-1-1,1 0,-1 0,1 0,-1 1,1-1,-1 0,1 0,-1 0,1 0,-1 0,1 0,-1 0,1 0,-1 0,1 0,-1 0,1 0,-1 0,1 0,-1 0,1 0,-1 0,1-1,0 1,-1 0,1 0,-1-1,1 1,-1 0,1-1,0 1,-1 0,1-1,0 1,-1-1,1 1,0-1,0 1,-1-1,-8 30,1 0,1 1,2 0,0 0,2 0,2 20,0-40,-3 43,2 1,3-1,2 1,2-1,2 0,3-1,2 1,3-2,1 0,3-1,8 13,-15-42</inkml:trace>
  <inkml:trace contextRef="#ctx0" brushRef="#br0" timeOffset="424.375">364 271,'100'32,"314"34,-328-34,-83-30,0 0,0-1,0 1,-1 0,1 1,-1-1,1 0,-1 1,0 0,0-1,0 1,0 0,-1 0,1 0,-1 0,0 0,0 0,0 1,0-1,0 0,-1 0,1 1,-1-1,0 0,0 2,-31 94,18-66,12-31,-6 12,1 0,0 0,1 0,1 1,0 0,1 0,1 0,0 0,1 0,1 1,0-1,1 0,3 15,-3-26,1 0,-1-1,1 0,0 1,0-1,0 0,1 0,-1 0,1 0,-1-1,1 1,0-1,0 1,0-1,1 0,-1 0,0-1,1 1,-1-1,1 1,0-1,-1 0,1 0,0-1,0 1,-1-1,1 0,0 0,0 0,0 0,-1-1,1 0,1 0,5-1,-1 0,1-1,-1 0,1 0,-1-1,0 0,-1-1,1 0,-1-1,0 1,0-2,3-2,-4 1,0 0,-1 0,0-1,0 0,-1 0,0-1,0 1,-1-1,-1 0,0 0,0-1,0 1,-2-1,1 1,-1-1,-1 1,0-1,0 0,-2-4,1 7,0 0,0 1,-1-1,0 1,-1-1,0 1,0 0,0 0,-1 0,0 1,0-1,-1 1,0 0,0 0,0 0,-1 1,0 0,0 0,0 0,0 1,-1 0,0 0,0 1,0 0,0 0,-7-1,5 1,-1 2,1-1,-1 1,0 1,0 0,0 0,1 1,-1 0,0 1,1 0,-1 1,1 0,0 0,0 1,0 0,0 0,1 1,-1 0,1 1,-4 4,-1 0,0 2,1-1,1 2,0 0,0 0,2 0,0 1,0 1,1 0,1 0,-4 11,-7 41,9-9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54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271 160,'20'103,"-20"-103,1 0,-1 0,1 1,-1-1,1 0,-1 0,1 0,-1 0,1 0,-1 1,1-1,0 0,-1 0,1 0,-1 0,1 0,-1-1,1 1,-1 0,1 0,-1 0,1 0,-1-1,1 1,-1 0,1 0,-1-1,1 1,-1 0,0-1,1 1,-1 0,1-1,-1 1,0-1,0 1,1-1,-1 1,0-1,0 1,1-1,-1 1,0-1,0 1,0-1,0 1,0-1,0 1,0-1,0 1,0-1,0 0,0 1,0-1,0 1,0-1,0 1,-1-1,1 1,0-1,0 1,-1-1,1 1,-1-1,3-12,-1-1,-1 1,0-1,-1 0,-1 1,0-1,-1 1,0 0,-4-9,5 16,0 0,0 1,-1-1,0 0,0 1,0-1,-1 1,1 0,-1 0,-1 1,1-1,-1 1,1 0,-1 0,0 0,-1 1,1-1,-1 1,1 1,-1-1,-5-1,6 4,0-1,0 0,0 1,0 0,1 0,-1 1,0-1,0 1,0 0,0 1,1-1,-1 1,0-1,1 2,-1-1,1 0,0 1,0 0,0 0,0 0,1 0,-1 1,1-1,-1 1,1 0,1 0,-1 1,-6 8,1 0,0 1,1 0,0 0,2 1,0-1,0 1,1 1,-1 6,0 0,1 1,2-1,0 1,2 0,0 0,1 0,2-1,0 1,1-1,2 1,0-1,1-1,1 1,1-1,1-1,1 0,1 0,1-1,3 3,-10-15,1 0,0 0,0-1,0 0,1 0,0-1,0 0,0 0,1-1,0 0,0 0,0-1,0-1,0 1,1-1,-1-1,1 0,-1 0,1-1,-1 0,1-1,0 0,-1 0,1-1,4-1,6-6,0-1,0-1,-1-1,-1 0,0-1,-1-1,0-1,-1 0,0-1,-2-1,0 0,-1-1,0-1,1-5,-7 12,0 1,-1-1,-1 0,0-1,0 1,-1-1,-1 0,0 0,-1 0,0-1,-2 13,0 0,0 0,1 0,-1 0,0 0,0 1,0-1,0 0,0 0,0 0,0 0,0 0,-1 0,1 0,0 0,-1 0,1 0,0 1,-1-1,1 0,-1 0,1 0,-1 1,1-1,-1 0,0 1,0-1,1 0,-1 1,0-1,0 1,1-1,-1 1,0-1,0 1,0 0,0 0,0-1,0 1,1 0,-1 0,0 0,0 0,0 0,0 0,0 0,0 0,0 0,0 0,0 1,0-1,0 0,1 1,-1-1,0 0,0 1,0-1,1 1,-1 0,0-1,0 1,1-1,-1 1,0 0,1 0,-1-1,1 1,-1 0,1 0,-8 8,0 0,1 0,0 1,1-1,0 1,1 1,-1-1,2 1,0 0,0 0,1 0,1 1,-1-1,2 1,0-1,0 1,1 0,0-1,1 1,1 0,0-1,0 1,2-4,1 0,0 0,0 0,0 0,1-1,0 0,1 0,0 0,0-1,0 0,0 0,1-1,0 0,0-1,1 1,-1-2,1 1,0-1,0 0,0-1,0 0,1-1,-1 0,0 0,1-1,-1 0,1 0,47 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55.2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2 747,'0'-41,"-2"-3,3 0,2 0,1 0,8-26,12 14,-23 54,0 1,0 0,0 0,1-1,-1 1,0 0,1 0,-1 1,1-1,-1 0,1 0,-1 1,1-1,0 1,-1-1,1 1,0 0,-1-1,1 1,0 0,-1 0,1 0,0 0,-1 1,1-1,0 0,-1 1,1-1,0 1,-1 0,1-1,-1 1,2 1,6 3,1 1,-1 1,-1 0,1 0,-1 0,0 1,-1 1,0-1,0 1,-1 0,0 0,0 1,-1 0,-1 0,1 0,-2 1,1-1,-2 1,1 0,0 9,-3-15,0 1,0-1,0 0,-1 0,1 0,-1 0,-1 1,1-1,-1 0,0-1,0 1,0 0,0-1,-1 1,0-1,0 1,0-1,-1 0,1-1,-1 1,0-1,0 1,0-1,0 0,-1-1,0 1,1-1,-1 0,0 0,0 0,0 0,-4 0,8-2,-1 0,1 0,-1 1,1-1,-1 0,0 0,1-1,-1 1,1 0,-1 0,1-1,-1 1,1-1,-1 1,1-1,-1 0,1 0,0 1,-1-1,1 0,0 0,0 0,0 0,-1-1,1 1,0 0,1 0,-1-1,0 1,0-1,1 1,-1 0,0-1,1 1,-1-1,1 1,0-1,0 0,0 1,-1-1,1-2,0 0,1 0,-1 0,0 0,1-1,0 1,0 1,1-1,-1 0,1 0,-1 0,1 1,0-1,1 1,-1-1,5-3,1 0,0 1,-1 0,2 1,-1 0,1 0,0 0,0 1,0 1,0-1,1 2,-1-1,1 1,0 1,-1 0,1 0,0 1,0 0,0 1,9 1,-5-1,0-1,0 0,1-1,-1-1,0 0,0-1,-1 0,1-1,0-1,0-1,-10 5,-1-1,0 0,1 0,-1 0,0 0,0-1,0 1,0-1,-1 0,1 0,-1 0,0 0,1 0,-1 0,-1-1,1 1,0-1,-1 1,0-1,0 0,0 1,0-1,-1 0,1 0,-1 0,0 1,0-1,0 0,-1 0,1 0,-1 0,0 1,0-1,0 0,-1 0,0 2,-1 0,1 1,-1-1,0 1,1 0,-1-1,0 1,0 0,0 1,0-1,0 0,0 1,0 0,0 0,0 0,0 0,0 0,0 0,0 1,0 0,0-1,1 1,-1 0,0 0,0 1,1-1,-1 1,0-1,1 1,-1 0,1 0,0 0,0 0,0 0,0 0,0 1,0-1,1 1,-1-1,0 3,-1-1,0 1,1-1,0 0,0 1,0 0,0-1,1 1,-1 0,1 0,1 0,-1 0,1 0,-1 0,1 0,1 0,-1 0,1 0,0 0,0-1,0 1,1 0,0 0,0-1,0 1,0-1,1 0,0 1,-1-1,2 0,-1-1,0 1,1-1,0 1,-1-1,1 0,4 2,8 0,-1-1,1 0,-1-2,1 0,0 0,0-1,0-1,0-1,0-1,-1 0,1 0,0-2,-1 0,0-1,0 0,0-1,-1-1,5-3,27-11</inkml:trace>
  <inkml:trace contextRef="#ctx0" brushRef="#br0" timeOffset="551.47">871 386,'-1'0,"1"0,-1 0,0 0,1 1,-1-1,1 0,-1 0,1 0,-1 1,1-1,-1 0,1 1,-1-1,1 0,0 1,-1-1,1 1,-1-1,1 1,0-1,-1 1,1-1,0 1,0-1,-1 1,1-1,0 1,0 0,0-1,0 1,0-1,0 1,0-1,0 1,0 0,0-1,0 1,0-1,0 1,0-1,1 1,-1 0,0-1,0 12,0-1,1 0,0 0,1 0,0 0,1-1,0 1,0-1,1 1,1-1,0 0,0 0,1-1,0 0,1 0,0 0,0-1,4 3,-8-8,-1-1,1 1,1-1,-1 0,0-1,0 1,1 0,-1-1,1 0,-1 1,1-2,0 1,0 0,-1-1,1 1,0-1,0 0,-1 0,1-1,0 1,-1-1,1 0,0 0,-1 0,1 0,-1-1,1 0,-1 1,0-1,0 0,1 0,-2-1,1 1,2-2,5-5,0-1,-1 1,0-2,-1 1,0-1,0 0,-1-1,-1 0,0 0,0 0,-2-1,1 0,-2 0,1 0,-2 0,0-1,0-1,-3 2,-3 18,-3 23,8 84,0-109,0 1,0-1,0 1,0-1,0 1,1-1,0 0,0 1,0-1,0 0,0 0,0 0,1-1,-1 1,1-1,0 1,0-1,0 0,0 0,0 0,1 0,-1-1,0 1,1-1,-1 0,1 0,0 0,2 0,5-1,-1-1,0 0,0-1,0 0,0 0,0-1,0 0,-1-1,1 0,-1 0,0-1,-1 0,1-1,-1 0,0-1,0 1,-1-1,1-1,-2 1,1-1,-1-1,0 1,-1-1,3-7,-4 7,0 0,-1 0,-1 0,1-1,-2 1,1-1,-1 1,0-9,-1 40,1 1,1 0,1-1,1 1,1-1,2 2,-5-16,1 0,-1-1,2 1,-1-1,1 0,0 0,0 0,1 0,0-1,0 1,1-1,0-1,0 1,0-1,0 0,1 0,0-1,0 0,0 0,4 1,19 3</inkml:trace>
  <inkml:trace contextRef="#ctx0" brushRef="#br0" timeOffset="1553.303">1846 373,'0'4,"-1"22,2 1,1-1,1 0,1 0,1 2,-3-22,-1-1,1 1,0 0,0-1,0 0,1 0,0 1,0-2,0 1,1 0,-1-1,1 1,0-1,1 0,-1 0,1-1,-1 1,1-1,0 0,0 0,1-1,-1 0,1 1,-1-2,5 2,-5-3,1 1,-1-1,1 0,0 0,-1-1,1 0,-1 0,1 0,-1-1,0 1,1-1,-1 0,0-1,0 0,0 1,-1-1,1-1,-1 1,0-1,1 0,-2 0,1 0,7-7,-2 0,0-1,0 0,-1-1,-1 0,0 0,4-11,11-55,-43 168,19-83,1-1,-1 1,1-1,0 1,1 0,-1-1,1 1,0 0,1 0,-1-1,1 1,0-1,0 1,1 0,0-1,0 0,0 0,1 1,-1-1,1 0,1-1,-1 1,1-1,-1 1,1-1,0 0,1 0,1 1,6-1,1-1,0 1,-1-2,1 0,0 0,0-2,0 1,0-2,0 1,0-2,0 0,0 0,1-2,-9 3,87-17,0-4,82-32,-161 49,-6 3,1 0,-1-1,0 1,0-2,0 1,0-1,-1 0,1 0,-1-1,1-1,-6 5,-1 1,1-1,-1 1,1-1,-1 1,0-1,1 0,-1 1,0-1,1 0,-1 1,0-1,0 0,1 0,-1 1,0-1,0 0,0 1,0-1,0 0,0 0,0 1,0-1,-1 0,1 0,0 1,0-1,-1 0,1 1,0-1,-1 0,1 1,0-1,-1 1,1-1,-1 0,1 1,-1-1,1 1,-1-1,0 1,1 0,-1-1,0 1,1 0,-1-1,0 1,-36-14,31 12,0 0,-1 1,1-1,-1 1,1 0,-1 1,1-1,-1 1,1 1,-1-1,0 1,1 0,0 1,-1 0,1 0,0 0,0 0,0 1,0 0,0 1,1-1,-1 1,1 0,0 0,0 1,1-1,-1 1,1 0,0 0,-3 6,5-8,0 0,1 1,-1-1,1 1,0-1,0 1,0-1,0 1,1 0,-1 0,1-1,0 1,0 0,0 0,1-1,-1 1,1 0,0-1,0 1,0-1,1 1,-1-1,1 1,0-1,0 0,0 0,0 0,0 0,1 0,0 0,-1-1,1 1,0-1,0 0,0 0,0 0,1 0,-1 0,1-1,0 1,6-1,0 0,0-1,-1-1,1 1,0-2,-1 1,1-1,-1-1,1 0,-1 0,0 0,0-1,0-1,-1 0,1 0,-1 0,-1-1,1-1,-1 1,0-1,0 0,-1 0,2-3,17-40,-25 59,-1 0,2 0,-1 0,1-1,0 1,1 0,0-1,0 1,3 4,-4-9,0 0,1-1,-1 1,1-1,0 0,0 1,0-1,1 0,-1 0,1 0,0-1,-1 1,1-1,0 1,1-1,-1 0,0 0,1 0,-1-1,1 1,-1-1,1 0,0 0,0 0,-1 0,1-1,0 1,0-1,0 0,0 0,0-1,-1 1,1-1,0 0,0 0,0 0,9-6,0 0,0 0,-1-1,0-1,0 0,-1-1,-1 0,1 0,-2-1,1-1,-2 1,8-13,4-4,-2 0,0-2,-2 0,-2 0,0-2,-2 0,-2 0,0-1,-3 0,0 0,-3-1,0-2,-3 29,-1 0,0 0,0 0,0-1,-1 1,0 0,0 1,-1-1,0 0,0 0,0 1,-1-1,0 1,-1 0,1 0,-1 0,-2-2,4 7,0 0,-1 0,1 0,-1 0,1 0,-1 1,1-1,-1 1,1 0,-1 0,0 0,1 0,-1 0,1 0,-1 1,1-1,-1 1,1 0,-1 0,1 0,-1 0,1 0,0 0,0 1,-1-1,1 1,0-1,0 1,1 0,-1 0,0 0,1 0,-1 0,1 0,-1 0,1 1,0-1,0 2,-12 17,2 0,1 1,0 1,2-1,0 1,2 1,0-1,2 1,0 0,2 0,1 15,-1-25,1-1,0 2,1-1,1 0,1 0,0-1,0 1,1 0,1-1,0 1,1-1,1 0,0-1,0 1,1-1,1 0,0-1,1 0,0 0,1-1,5 5,1-5,1 0,0-1,0 0,1-2,1 0,-1-1,1-1,0 0,0-2,0 0,0-1,11-1,56 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53.1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89 338,'-1'-3,"-1"0,1-1,-1 1,1-1,0 1,1-1,-1 0,1 1,-1-1,1 0,0 1,0-1,1 0,-1 1,1-1,0 1,-1-1,2 1,-1-1,0 1,1-1,0 1,-1 0,1 0,0 0,1 0,-1 0,1 0,-1 1,1-1,0 1,0 0,0 0,2-1,1-1,0 0,0 1,0 0,1 0,-1 0,1 1,0 0,-1 0,1 1,0 0,0 0,0 1,0 0,1 0,-1 0,0 1,6 1,-10-1,0 0,0 0,0 1,-1-1,1 1,0-1,0 1,-1 0,1 0,-1 0,0 0,0 0,1 1,-2-1,1 1,0-1,0 1,-1 0,1 0,-1-1,0 1,0 0,0 0,0 0,-1 1,1-1,-1 0,0 0,1 0,-1 0,-1 0,1 1,0-1,-2 2,-34 106,1-47,-3-2,-3-2,-3-1,-40 41,80-96,3-3,0-1,0 0,0 1,0 0,0-1,0 1,0 0,0-1,0 1,1 0,-1 0,0 0,0 0,1-1,-1 1,0 0,1 0,-1 0,1 1,0-1,-1 0,1 0,0 0,-1 0,1 0,0 0,0 1,0-1,0 0,0 0,0 0,1 0,-1 0,0 1,0-1,1 0,-1 0,1 0,-1 0,1 0,0 0,-1 0,8 0,0-1,0 0,0 0,0 0,0-1,-1 0,1-1,0 0,-1 0,1-1,10-1,351-109,-343 105</inkml:trace>
  <inkml:trace contextRef="#ctx0" brushRef="#br0" timeOffset="247.849">691 98,'-5'-14,"-5"-9,-5-2,0 2,1 10,4 16,7 19,9 22,11 22,9 17,6 15,1 12,-5 7,-11 7,-14 2,-16 1,-7-22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57.4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106 372,'-8'4,"0"1,0 0,1 0,0 0,-1 1,2 0,-1 0,1 1,0-1,0 2,1-1,-2 3,5-7,0 0,0 0,1 0,-1 0,1 0,0 0,0 0,0 1,0-1,0 0,1 0,-1 1,1-1,0 1,0-1,0 0,0 1,1-1,0 0,-1 1,1-1,0 0,1 0,-1 1,0-1,1 0,0-1,0 1,0 0,0 0,0-1,0 1,3 1,2 0,1 0,-1-1,1 0,0-1,0 1,0-1,1-1,-1 0,0 0,1 0,-1-1,0-1,1 1,-1-1,0-1,1 1,-1-1,0-1,0 0,-1 0,1 0,0-1,-1 0,0-1,0 1,0-1,-1-1,3-2,1 0,0-1,0-1,0 0,-2 0,1-1,-1 0,-1-1,0 0,0 0,-1 0,-1-1,0 1,-1-1,0-1,-1 1,1-13,-1 4,-2 0,0-1,-2 1,0 0,-1-1,-2 1,0 0,-1 1,-2-1,0 1,6 17,0-1,0 0,-1 0,0 0,0 1,0-1,0 0,-1 1,1 0,-1-1,0 1,-1 0,1 1,-1-1,1 0,-1 1,-3-2,4 5,1 1,0 0,-1 0,1 0,0 0,0 0,0 0,0 1,0-1,0 1,1-1,-1 1,0 0,1 0,-1-1,1 1,0 0,-1 0,1 1,0-1,0 0,0 0,1 0,-1 1,1-1,-1 0,1 1,0-1,0 1,0 1,-8 44,2 1,2-1,3 1,2 14,-1-58,0 32,2 0,2 0,1 0,2 3,-5-29,1 1,1-1,-1 0,2 0,0 0,0-1,1 0,0 0,0 0,1-1,1 1,-1-2,2 1,7 6,-10-11,0 0,0-1,0 0,0 0,1 0,-1-1,1 0,-1 0,1-1,0 0,0 0,-1 0,1-1,0 0,0 0,0-1,0 0,-1 0,1-1,0 0,-1 0,1 0,-1-1,0 0,0 0,0 0,0-1,0 0,-1 0,0-1,0 1,0-1,0 0,-1-1,0 1,3-4,-1 0,0 0,0-1,-1 1,0-1,0 0,-1 0,0-1,-1 1,-1-1,1 0,-2 0,1 1,-1-1,-1 0,0 0,-1 0,0 0,-1 0,0 0,0 0,-1 1,-1-1,-1-3,4 12,1 1,-1-1,0 0,0 1,0-1,0 0,0 1,0-1,0 1,-1 0,1-1,0 1,-1 0,1 0,-1 0,0 0,1 0,-1 0,0 1,1-1,-1 0,0 1,0-1,1 1,-1 0,0-1,0 1,0 0,0 0,0 0,1 1,-1-1,0 0,0 1,0-1,1 1,-1 0,0-1,0 1,1 0,-1 0,1 0,-1 0,1 0,-1 0,1 1,0-1,-1 0,1 1,0-1,-1 2,-2 4,0 1,0-1,1 0,0 1,1 0,-1 0,1-1,1 1,0 1,0-1,0 0,1 0,0 0,1 0,0 0,0 0,0 0,1 0,1 0,-1 0,1 0,0-1,1 0,0 1,0-2,1 1,0 0,0-1,0 0,1 0,0 0,5 3,7 2,1-1,0-1,0 0,1-2,0 0,0-2,1 0,0-1,0-1,0-1,0-1,0 0,7-2,54-2</inkml:trace>
  <inkml:trace contextRef="#ctx0" brushRef="#br0" timeOffset="1867.555">387 278,'-18'0,"-13"3,-10 6,-8 8,-6 7,-3 6,2 5,9-3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05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228 584,'0'16,"0"15,0 8,0 7,0 2,0 1,-2-3,-1-5,-2-11,0-10</inkml:trace>
  <inkml:trace contextRef="#ctx0" brushRef="#br0" timeOffset="682.692">1 397,'35'-11,"1"2,1 1,0 2,0 1,0 2,0 1,0 3,37 4,-66-4,0 0,0 0,0 1,-1 1,1-1,0 1,-1 1,0-1,0 1,0 0,0 1,0 0,-1 0,0 0,0 1,-1 0,1 0,-1 0,0 1,-1-1,0 1,0 1,0-1,-1 0,0 1,0 0,-1 1,1 15,-1 1,-1-1,-1 1,-1 0,-2-1,0 1,-1-1,-2 0,-3 8,-10 58,16-45,3-44,0-1,-1 1,1 0,0 0,1 0,-1-1,0 1,0 0,0 0,0 0,1-1,-1 1,0 0,1 0,-1-1,0 1,1 0,-1-1,1 1,-1 0,1-1,-1 1,1-1,0 1,-1-1,1 1,0-1,-1 0,1 1,0-1,0 0,-1 1,1-1,0 0,0 0,0 0,-1 0,1 0,0 0,0 0,0 0,-1 0,1 0,0 0,0 0,-1 0,1-1,0 1,0 0,9-6,-1 0,1 0,-1 0,-1-1,1-1,-1 0,0 0,-1 0,0-1,0 0,1-3,-1 2,62-86,-68 94,-1 1,0 1,0-1,0 1,0-1,0 1,0-1,0 0,0 1,0-1,0 1,1-1,-1 1,0-1,0 1,1-1,-1 1,0-1,1 1,-1-1,0 1,1 0,-1-1,1 1,-1 0,1-1,-1 1,0 0,1-1,-1 1,1 0,0 0,-1 0,1-1,-1 1,1 0,-1 0,1 0,-1 0,1 0,0 0,-1 0,1 0,-1 0,1 0,-1 0,1 1,-1-1,1 0,-1 0,1 1,-1-1,1 0,-1 0,1 1,-1-1,1 1,-1-1,0 0,1 1,-1-1,0 1,1 0,7 24,-4-12,-1 0,2-1,0 0,0 0,1 0,1 0,0-1,1 0,-5-7,-1 0,1 0,0 0,1 0,-1-1,1 1,-1-1,1 0,0 0,0 0,1-1,-1 1,0-1,1 0,-1-1,1 1,0-1,0 1,-1-2,1 1,0 0,0-1,0 0,0 0,0 0,0-1,0 0,-1 0,1 0,0 0,-1-1,1 0,0 0,-1 0,0 0,0-1,4-2,1-7,0 1,-1-1,-1 0,0-1,-1 0,0 0,-1 0,-1-1,0 1,0-1,-2 0,1 0,-2-1,0-1,42-384,-10 151,-29 235,-2 25,-12 236,7-152,3 0,5 0,4 0,5 2,-11-79,1 0,1 0,1 0,0-1,2 0,0 0,0-1,2 0,2 3,12 10</inkml:trace>
  <inkml:trace contextRef="#ctx0" brushRef="#br0" timeOffset="947.981">736 410,'25'0,"24"-2,23-3,16-5,12-1,2 1,-5 3,-18 2</inkml:trace>
  <inkml:trace contextRef="#ctx0" brushRef="#br0" timeOffset="2232.627">1458 892,'8'-33,"-1"-1,-1 0,-2 0,-1 0,-2-1,-2-11,2-32,-2 77,1 0,0 0,0 0,-1 0,1 0,0 0,0 0,0 0,0 0,0 0,0 0,0 0,1 0,-1 0,0 0,0 0,1 0,-1 0,1 0,-1 0,1 0,-1 0,1 0,-1 1,1-1,0 0,0 0,-1 1,1-1,0 0,0 1,0-1,0 1,-1-1,1 1,0-1,0 1,0 0,0 0,0-1,0 1,0 0,0 0,0 0,1 0,124 31,-104-27,81 22,-99-24,0 0,0 0,-1 0,1 0,-1 0,1 1,-1 0,0 0,0 0,0 0,0 0,-1 0,0 1,1 0,-1-1,0 1,0 0,-1 0,1 0,-1 0,0 0,0 0,0 2,-12 164,10-167,1-1,0 1,0 0,1-1,-1 1,0 0,1-1,0 1,-1-1,1 1,0-1,0 1,1-1,-1 0,0 0,1 1,-1-1,1 0,0 0,0 0,0-1,0 1,0 0,0-1,0 1,0-1,1 0,-1 0,1 0,-1 0,1 0,-1 0,1-1,-1 1,1-1,0 0,-1 0,1 0,20 1,0-2,1-1,-2 0,1-2,0-1,-1 0,3-3,0 2,291-77,-298 78,-10 5,-1-2,0 1,1-1,-1 0,0-1,0 1,-1-1,1-1,0 1,-1-1,0 0,0-1,5-4,-10 5,-1 0,1 0,-1 0,0 1,-1-1,1 0,-1 0,1 1,-1-1,0 0,0 1,-1-1,1 1,-1-1,0 1,0-1,0 1,0 0,-1 0,1 0,-1 1,0-1,1 0,-1 1,0 0,-1 0,1 0,0 0,-2 0,1-2,0 0,-1 1,0-1,1 1,-1 0,0 1,-1-1,1 1,0 0,-1 0,1 1,-1 0,0 0,1 0,-1 0,0 1,1 0,-1 0,0 1,0 0,1 0,-1 0,1 0,-1 1,1 0,-1 0,1 1,0-1,0 1,0 0,1 1,-1-1,1 1,0 0,-1 0,2 0,-1 0,0 1,-2 4,4-6,0 1,0 0,0 0,0 0,0-1,1 1,0 1,0-1,0 0,0 0,0 0,1 1,0-1,0 0,0 0,1 1,-1-1,1 0,0 0,0 0,1 0,-1 0,1 0,0 0,0 0,0-1,0 1,1-1,-1 1,1-1,0 0,0 0,0 0,0 0,1-1,-1 1,1-1,2 1,6-2,0 0,-1-1,1-1,0 0,-1-1,0 0,1 0,-1-2,0 1,0-1,0-1,-1 0,0 0,0-1,0-1,0 1,-1-1,6-7,49-44,-63 58,0 0,0 0,1 0,-1 0,0 1,0-1,1 0,-1 1,0-1,0 0,0 1,0 0,0-1,0 1,0 0,0-1,0 1,0 0,0 0,0 0,0 0,-1 0,1 0,0 0,-1 0,1 0,-1 0,1 0,-1 0,1 1,-1-1,0 0,0 0,1 0,-1 1,0-1,0 0,0 0,-1 1,1-1,0 0,0 0,-1 0,1 1,0-1,2 11,1-4,0-1,0 1,1 0,0-1,0 1,1-1,0-1,0 1,1-1,1 2,-5-6,0 0,0 0,0-1,0 1,0 0,0-1,0 0,0 0,1 0,-1 0,0 0,1 0,-1 0,1-1,-1 1,1-1,-1 0,1 1,-1-1,1-1,-1 1,1 0,-1 0,1-1,-1 0,1 1,-1-1,1 0,-1 0,0 0,0-1,0 1,1 0,-1-1,1-1,5-6,-1 0,0 0,-1-1,0 0,0 0,-1 0,-1-1,1 0,-2 0,0 0,0 0,-1 0,0-1,-1 1,0-1,-1-10,7-37,-7 57,1-1,-1 1,0 0,1 0,-1 0,1 0,0 0,-1 0,1 0,0 0,0 0,1 0,-1 0,0 0,1 1,-1-1,1 1,-1-1,1 1,0-1,-1 1,1 0,0 0,0 0,0 0,0 0,0 0,0 1,0-1,0 1,1-1,-1 1,0 0,0 0,0 0,3 0,4 0,1 0,0 1,-1 1,1-1,-1 1,0 1,1 0,-1 0,0 1,-1 0,1 1,-1-1,0 2,0-1,0 1,-1 0,0 1,0 0,0 0,-1 0,0 1,-1 0,0 0,0 0,0 1,-1 0,-1 0,1 2,15 89,-17-80,1 0,1 0,0 0,2 0,6 14,-11-31,0-1,1 1,0 0,-1 0,1-1,0 1,0-1,1 1,-1-1,0 0,1 0,-1 0,1 0,0 0,0-1,0 1,-1-1,1 0,1 0,-1 0,0 0,0 0,0-1,0 0,1 1,-1-1,0 0,0-1,0 1,1 0,-1-1,0 0,0 0,0 0,1 0,18-7,-1-1,0-1,-1-1,-1-1,1 0,-2-2,0 0,0-1,9-11,-19 19,-1 0,0-1,0 0,0 0,-1 0,-1-1,1 0,-1 0,-1-1,0 1,0-1,-1 0,0 0,0 0,-1-4,-2 10,-1 1,0 0,0-1,0 1,0 0,0 0,-1 0,1 0,-1 0,0 0,0 1,0-1,0 1,-1-1,1 1,-1 0,1 0,-1 0,0 0,0 0,0 0,0 1,0 0,0-1,0 1,0 0,-1 1,1-1,0 1,-1-1,1 1,0 0,-1 0,1 0,0 1,-1-1,1 1,0 0,-1 0,1 0,0 0,0 0,0 1,0-1,0 1,1 0,-1 0,0 0,1 0,-1 1,1-1,0 1,-2 1,0 4,-1 1,2-1,-1 1,1-1,0 1,1 0,0 0,0 0,1 1,0-1,1 0,0 0,0 1,1-1,0 0,1 0,0 0,1 0,-1 0,2 0,-1 0,1-1,1 0,-1 0,1 0,1 0,-1-1,1 0,1 0,-1-1,4 3,3 0,1-1,1-1,-1 0,1-1,0 0,1-1,-1-1,1 0,0-1,0-1,0-1,0 0,0-1,1 0,-1-2,0 0,3-1,42-6</inkml:trace>
  <inkml:trace contextRef="#ctx0" brushRef="#br0" timeOffset="2621.586">4065 691,'-7'-4,"0"0,-1 1,1-1,-1 2,0-1,1 1,-1 0,-1 0,1 1,0 0,0 1,0 0,0 0,-1 1,1 0,0 0,0 1,0 0,0 0,0 1,1 0,-5 2,5 0,1 0,0 0,0 0,1 0,-1 1,1 0,0 0,1 1,0-1,0 1,0 0,1 0,0 0,0 1,1-1,0 1,0-1,1 1,0 0,0-1,1 1,0 0,0 0,1 6,0-11,1 0,-1 0,0-1,1 1,0 0,-1-1,1 1,0-1,0 0,0 0,1 1,-1-1,1-1,-1 1,1 0,-1-1,1 1,0-1,0 0,0 0,0 0,0 0,0 0,0-1,0 1,0-1,0 0,0 0,0 0,1 0,6-1,-1 0,0 0,0-1,0 0,0-1,0 0,-1 0,1-1,5-3,-7 3,1 0,-1-1,0 0,0 0,-1 0,1-1,-1 0,0-1,-1 1,0-1,0 0,0 0,-1-1,0 1,0-1,-1 0,0 0,0 0,-1-1,0 1,-1-1,1-5,-2 14,0-1,1 0,-1 1,0-1,1 0,-1 0,0 1,0-1,0 0,0 0,0 1,0-1,0 0,0 0,0 1,0-1,0 0,0 0,0 1,-1-1,1 0,0 1,-1-1,1 0,0 1,-1-1,1 0,-1 1,1-1,-1 1,1-1,-1 1,1-1,-1 1,0-1,1 1,-1-1,0 1,1 0,-1 0,0-1,0 1,1 0,-1 0,0 0,0 0,1-1,-1 1,0 0,0 1,1-1,-1 0,0 0,0 0,1 0,-1 1,0-1,1 0,-1 0,0 1,1-1,-1 1,0-1,1 1,-1-1,1 1,-1-1,1 1,-1-1,1 1,-4 6,1 0,-1 0,2 0,-1 1,1-1,0 1,1-1,0 1,0 0,0-1,1 1,1 0,-1 0,1-1,0 1,1 0,0-1,0 1,1 2,3-2,-1 0,1-1,0 1,1-1,-1 0,1-1,1 0,-1 0,1 0,0-1,1-1,-1 1,1-1,0 0,0-1,0 0,0-1,1 0,-1 0,1-1,50 12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04.3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216 352,'-7'21,"-2"22,0 20,2 20,4 13,5 12,7 7,2 3,1-3,-2-10,-2-13,-2-23</inkml:trace>
  <inkml:trace contextRef="#ctx0" brushRef="#br0" timeOffset="561.746">81 1235,'-70'-414,"68"395,-1 6,1 0,0 0,1 0,1 0,0 0,1 0,0 0,1 0,0 1,1-1,0 0,1 1,1 0,2-4,-4 11,1 1,0 0,0 0,0 1,0-1,1 1,-1 0,1 0,0 0,0 1,0 0,0 0,0 0,1 1,-1-1,0 1,1 0,-1 1,1 0,-1-1,1 2,2-1,5 1,0 0,0 1,0 1,0 0,-1 1,1 0,-1 1,11 5,-15-5,0 0,0 0,0 1,0 0,-1 1,0-1,0 1,-1 0,0 1,0 0,4 8,-8-13,-1 0,1 0,-1 0,0 0,0 0,0 1,0-1,0 0,-1 0,1 1,-1-1,0 1,0-1,0 0,-1 1,1-1,-1 0,0 0,0 1,0-1,0 0,0 0,-1 0,0 0,1 0,-1 0,0-1,0 1,-1-1,1 1,0-1,-1 0,1 1,-1-2,-1 2,-1 0,0 0,0 0,0-1,0 1,-1-1,0 0,1-1,-1 1,0-1,0 0,1-1,-1 1,0-1,-3 0,7 0,-1-1,1 1,0 0,-1-1,1 1,0-1,-1 0,1 0,0 0,0 0,0 0,0 0,0-1,0 1,0 0,0-1,0 0,1 0,-1 1,1-1,-1 0,1 0,0 0,-1 0,1-1,0 1,1 0,-1 0,0-1,1 1,-1 0,1-1,0 1,-1 0,1-3,2-7,0 1,1 0,0 0,1 0,0 0,1 1,0 0,0 0,1 0,0 0,1 1,0 0,5-4,7-13,2-2,-1 0,-2-2,-1 0,-1-1,-2-1,0 0,-3-1,-1 0,-1 0,2-25,-7 36,-2 0,-1 0,-1 0,-1 0,0 0,-2 1,-2-8,5 28,1 1,-1-1,0 0,0 0,0 1,1-1,-1 0,0 0,0 0,0 1,0-1,0 0,-1 0,1 1,0-1,0 0,0 0,-1 1,1-1,0 0,-1 0,1 1,-1-1,1 1,0-1,-1 0,0 1,1-1,-1 1,1-1,-1 1,0-1,1 1,-1 0,0-1,1 1,-1 0,0-1,0 1,1 0,-1 0,0 0,0 0,1 0,-1 0,0 0,0 0,1 0,-1 0,0 0,0 0,0 0,1 1,-1-1,0 0,1 0,-1 1,0-1,1 1,-1-1,0 1,1-1,-1 1,1-1,-1 1,1-1,-1 1,0 0,-4 12,1-1,0 1,1 0,0 0,1 1,0-1,1 1,0 2,0-1,-3 35,1 1,3-1,2 1,2-1,3 0,1-1,3 1,15 41,-21-78,1 1,1-1,0 1,1-2,0 1,1-1,0-1,9 9,-14-16,0 0,0 0,1-1,-1 0,1 1,0-2,0 1,0-1,0 1,1-1,-1-1,0 1,1-1,-1 0,1 0,-1-1,1 1,0-1,-1 0,1-1,0 0,-1 0,1 0,0-1,26-10</inkml:trace>
  <inkml:trace contextRef="#ctx0" brushRef="#br0" timeOffset="849.05">255 245,'27'12,"23"-2,19-6,13-11,7-6,-1-1,-15 1</inkml:trace>
  <inkml:trace contextRef="#ctx0" brushRef="#br0" timeOffset="1224.61">897 861,'-4'-33,"3"0,0 0,3 0,0 0,3-2,1-35,-4 46,0 16,-1-1,0 1,-1 0,0 0,0-1,-1 1,0 0,0 0,-1 0,-2-5,4 12,-1 1,0-1,1 1,-1 0,0-1,1 1,-1 0,0-1,0 1,1 0,-1 0,0 0,0 0,1-1,-1 1,0 0,0 0,0 1,1-1,-1 0,0 0,0 0,1 0,-1 1,0-1,1 0,-1 1,0-1,1 1,-1-1,0 0,1 1,-1-1,1 1,-1 0,1-1,-1 1,1-1,-1 1,1 0,-1 0,1-1,0 1,0 0,-1-1,1 1,0 0,0 0,0-1,0 1,0 0,0 0,0 0,0-1,0 1,0 0,0 0,0-1,1 1,-1 1,-1 0,1 0,-1 1,1 0,-1-1,1 1,0-1,0 1,0-1,0 1,0 0,1-1,-1 1,1-1,0 1,-1-1,1 0,0 1,0-1,1 0,-1 1,1-1,-1 0,1 0,-1 0,1 0,0-1,0 1,0 0,0-1,0 1,0-1,1 0,-1 0,0 0,1 0,-1 0,1 0,-1 0,1-1,1 1,140 10,-47-8,-92-3,0 1,0-1,-1 1,1 0,0 0,-1 0,1 1,0-1,-1 1,0 1,1-1,-1 0,0 1,0 0,-1 0,1 0,-1 0,1 1,-1-1,0 1,0 0,0 0,-1 0,0 0,1 1,-2-1,1 1,0-1,0 5,0 6,-1-1,-1 1,0-1,-1 1,-1-1,0 1,-1-1,-1 1,-7 51,11-64,-1 0,1 1,-1-1,1 0,0 0,0 1,0-1,0 0,1 1,-1-1,1 0,-1 0,1 1,0-1,0 0,0 0,0 0,0 0,0 0,0 0,1 0,-1 0,1-1,0 1,-1 0,1-1,0 0,0 1,0-1,0 0,0 0,0 0,1 1,7-1,0 0,0-1,0 0,0 0,0-1,0 0,-1-1,1 0,0-1,-1 0,1 0,7-5,-3 3,48-18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14.1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8 297,'-2'-10,"0"0,1 0,0 0,0 0,1-1,0 1,1 0,0 0,0-1,2 1,-1 0,1 1,0-1,1 0,0 1,1 0,0 0,0 0,1 1,0-1,0 1,1 1,0-1,1 1,0 0,0 1,0 0,0 0,1 1,0 0,5-2,-2 3,0 0,1 1,-1 0,1 0,-1 1,1 1,11 0,-21 1,1 0,-1 0,0 0,1 1,-1-1,0 1,0-1,1 1,-1 0,0 1,0-1,0 0,0 1,0 0,-1-1,1 1,0 0,-1 0,1 1,-1-1,0 1,0-1,0 1,0-1,0 1,-1 0,1 0,-1 0,0 0,1 0,-2 1,2 0,-2 9,0 0,-1 0,0 0,-1-1,0 1,-1 0,0-1,-1 0,-1 0,0 0,-5 9,0 2,-21 54,4 1,4 0,-8 50,-8 88,34-196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14.4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0,'0'18,"0"11,0 5,0-2,2-3,3-5,6-6,4-8,3-14,3-11,-3-5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1:58.5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227 380,'-6'-3,"-1"0,0 0,0 1,0 0,0 0,0 1,-1 0,1 0,0 1,-1 0,1 0,-1 1,1-1,0 2,0-1,0 1,-1 0,2 0,-1 1,0 0,0 1,1-1,0 1,0 0,0 1,0-1,0 1,0 2,2-1,0 0,1 0,0 1,0-1,1 1,0-1,0 1,0 0,1 0,0 0,0 0,1 0,0 0,0 0,1 0,0 0,0 0,0 0,1 0,0-1,0 1,1 0,0-1,0 0,1 0,-1 0,1 0,1 0,-1-1,1 0,0 0,0 0,0 0,1-1,3 2,8 2,1 0,0-1,0-1,1-1,0 0,0-2,0 0,0-1,1-1,-1-1,0 0,1-2,-1 0,0-1,0-1,14-5,-10 4,1-2,-1 0,0-1,0-1,-1-1,0-1,-1-1,-1-1,1-1,-2-1,0-1,-1 0,14-17,-28 28,-1-1,1 0,-1 1,0-2,-1 1,1 0,-1 0,0-1,-1 1,0-1,0 1,0-5,-1 8,0 0,0 1,0-1,-1 0,1 1,-1-1,1 1,-1-1,0 0,0 1,0 0,-1-1,1 1,0 0,-1-1,0 1,1 0,-1 0,0 0,0 1,0-1,0 0,-1 1,1-1,0 1,-1 0,1 0,-1 0,1 0,-1 0,1 0,-2 1,-2-1,0 1,0 0,0 0,0 0,0 1,1 0,-1 0,0 0,0 1,0 0,1 0,-1 1,1 0,0-1,0 2,0-1,0 1,0-1,1 1,-1 0,1 1,0-1,0 1,1 0,0 0,0 0,0 0,0 1,1-1,-1 1,2 0,-1-1,1 1,-1 0,2 0,-1 0,1 0,-1 0,2 0,-1 0,1 0,0 0,0 0,0 0,3 5,3-1,1-1,0 0,0 0,1-1,0 0,1 0,-1-1,1 0,1-1,-1 0,1-1,0 0,1-1,-1 0,1 0,-1-2,1 1,0-1,6-1,17 6,1-1,-1-3,1 0,-1-3,1 0,-1-3,1-1,-1-1,0-2,0-2,-1-1,11-6,32-36,-75 50,0-1,0 1,0-1,0 1,-1-1,1 0,-1 1,1-1,-1 0,0 0,0 0,-1 0,1 0,0 0,-1 0,0-1,0 1,0 0,0 0,0 0,-1 0,1 0,-1 0,0 0,0 0,0 0,-1-2,-1-1,0 1,-1 0,0 0,0 0,0 0,0 0,-1 1,0 0,1 0,-2 0,1 1,0 0,-1 0,1 0,-1 1,0-1,0 1,0 1,0-1,0 1,-1 0,1 1,0-1,0 1,-1 0,1 1,0 0,0 0,-1 0,1 0,0 1,0 0,0 1,1-1,-2 1,-1 6,-1-1,1 1,1 0,-1 1,2 0,-1 0,1 1,1-1,0 1,0 1,2-1,-1 0,1 1,1 0,0 0,0 2,1-9,-1-1,2 0,-1 0,0 0,1 1,0-1,-1 0,2 1,-1-1,1 0,-1 1,1-1,0 0,1 0,-1 0,1 0,-1 0,1 0,0 0,1-1,-1 1,1-1,0 1,-1-1,2 0,-1 0,0 0,0-1,1 1,0-1,-1 0,1 1,0-2,0 1,0 0,0-1,0 0,1 0,-1 0,0-1,3 1,7-4,1-1,-1-1,-1 0,1 0,-1-1,0-1,0-1,-1 0,0 0,0-1,-1 0,0-1,-1-1,0 0,-1 0,0 0,7-13,32-33,-47 57,0 0,0 0,0 0,0 0,0 0,0 0,0 0,0 0,0 1,0-1,0 0,-1 1,1-1,0 1,0-1,0 1,-1-1,1 1,0 0,-1-1,1 1,0 0,-1-1,1 1,-1 0,1 0,-1 0,1 0,-1-1,0 1,1 0,-1 0,0 0,0 0,0 0,1 0,-1 0,0 0,0 0,-1 1,2 1,8 25,-8-20,0 0,1 0,0 0,1 0,-1 0,2-1,-1 1,1-1,0 0,0 0,1 0,0-1,0 1,1-1,0 0,0-1,0 0,1 0,-1 0,1 0,0-1,2 0,-3-2,1 0,-1-1,1 0,-1 0,1-1,0 0,-1 0,1 0,-1-1,1 0,0-1,-1 1,0-1,1 0,-1-1,0 1,0-1,-1 0,1-1,0 1,-1-1,0-1,0 1,0 0,-1-1,2-1,13-18,0 1,-1-2,-2 0,-1-2,1-3,-11 21,3-4,-4 3,0 1,0 0,1 0,1 0,-1 1,1 0,1 0,-1 1,2-1,-1 1,1 1,0-1,0 2,0-1,1 1,4-2,-5 7,1 1,-1-1,0 2,0-1,-1 1,1 0,0 1,0 0,-1 0,0 0,0 1,0 1,0-1,0 1,-1 0,0 0,0 1,0 0,-1 0,1 1,3 2,-1 0,0 1,0 0,-1 0,0 0,-1 1,0 0,-1 1,1 4,-4-11,0 0,-1 0,0 1,0-1,0 0,-1 1,0-1,0 1,0-1,0 0,-1 1,0-1,0 0,-1 1,0-1,1 0,-2 0,1 0,0 0,-1-1,0 1,-3 2,-1 2,-1-1,-1-1,1 0,-1 0,-1 0,1-1,-1 0,-9 3,-34 15</inkml:trace>
  <inkml:trace contextRef="#ctx0" brushRef="#br0" timeOffset="2255.933">3382 527,'0'0,"0"0,-1 1,1-1,0 1,0-1,-1 1,1-1,0 1,0-1,0 0,0 1,0-1,0 1,0-1,0 1,0-1,0 1,0-1,0 1,0-1,0 1,0-1,0 1,0-1,1 1,-1-1,0 1,0-1,0 0,1 1,-1-1,0 1,1-1,-1 0,0 1,1-1,-1 0,1 0,-1 1,0-1,1 0,-1 0,1 1,-1-1,1 0,-1 0,1 0,-1 0,1 0,-1 0,1 0,-1 0,1 0,-1 0,1 0,-1 0,1 0,-1 0,1 0,-1-1,0 1,1 0,-1 0,1 0,-1-1,1 1,-1-1,13-3,0-1,-1 0,0-1,0 0,-1-1,0 0,0-1,8-7,-5 4,31-22,-2-2,-1-3,-2-1,-2-1,-1-2,5-13,-33 44,-1 0,0-1,-1 0,-1-1,0 1,0-1,-1 0,-1-1,0 1,-1-1,-1 0,1-5,-3 19,0-1,0 1,0 0,0-1,0 1,1-1,-1 1,0-1,0 1,0 0,0-1,0 1,0-1,0 1,0-1,-1 1,1 0,0-1,0 1,0-1,0 1,-1-1,1 1,0 0,0-1,-1 1,1 0,0-1,0 1,-1 0,1-1,-1 1,1 0,0 0,-1 0,1-1,0 1,-1 0,1 0,-1 0,1 0,-1 0,1-1,0 1,-1 0,1 0,-1 0,1 0,-1 0,1 1,-18 16,8 4,2 1,0-1,1 1,2 0,0 1,1 0,1-1,1 1,2 15,-1-28,-4 173,16 149,0 99,-29-261,4-110</inkml:trace>
  <inkml:trace contextRef="#ctx0" brushRef="#br0" timeOffset="2761.605">3449 715,'0'-1,"0"-1,0 1,0 0,1 0,-1 0,0 0,1 0,-1 0,1 0,-1 0,1 0,-1 0,1 0,0 0,0 0,-1 0,1 1,0-1,0 0,0 1,0-1,0 0,0 1,0-1,0 1,0-1,0 1,0 0,0-1,0 1,0 0,0 0,0 0,1 0,-1 0,70-18,1 3,56-3,-73 11,-21 2,1-1,1 2,0 1,0 2,0 1,1 2,-35-2,1 0,0 0,-1 0,1 1,-1-1,1 1,0-1,-1 1,0 0,1 0,-1 0,1 1,-1-1,0 1,0-1,0 1,0-1,0 1,0 0,-1 0,1 0,0 0,-1 1,0-1,1 0,-1 0,0 1,0-1,0 1,-1-1,1 1,0-1,-1 1,0 0,0 0,-1 40,0-39,-1 0,1-1,0 1,1 0,-1 0,1 0,0-1,-1 1,2 0,-1 0,0 0,1 0,0 0,0-1,0 1,0 0,1-1,-1 1,1-1,0 1,0-1,0 0,0 0,1 0,-1 0,1 0,0-1,0 1,0-1,0 1,0-1,1 0,-1 0,2 0,-2-1,1-1,-1 1,0-1,0 1,0-1,1 0,-1-1,0 1,0-1,0 1,0-1,0 0,1 0,-1 0,-1 0,1-1,0 1,0-1,0 0,-1 0,1 0,-1 0,0 0,1 0,-1-1,0 1,0-1,-1 0,2 0,0-3,0 1,0-1,-1 0,1 0,-1 0,-1 0,1-1,-1 1,0 0,0-1,-1 1,0 0,0-1,-1-2,-1 0,-1 0,-1 1,1-1,-1 1,-1 0,1 0,-1 0,-1 0,0 1,0 0,0 0,-1 1,0 0,0 0,0 0,-1 1,0 0,0 1,0 0,0 0,-1 0,0 1,0 1,0-1,0 2,0-1,0 1,-4 0,-37 11,49-10,-1 1,1-1,0 0,0 1,-1-1,1 1,0-1,0 1,0 0,0-1,0 1,0 0,0 0,0 0,0 0,0 0,0 0,1 0,-1 0,0 0,1 0,-1 0,1 0,-1 1,1-1,0 0,-1 0,1 1,0-1,0 0,0 1,0-1,0 0,0 0,0 1,0-1,6 9</inkml:trace>
  <inkml:trace contextRef="#ctx0" brushRef="#br0" timeOffset="3533.537">4464 661,'26'-36,"-2"-2,-2-1,-2 0,-1-2,-3 0,-1-1,-1 0,-3-1,4-35,-13 69,0-1,-1 1,-1-1,1 1,-2-1,1 1,-1-1,-1 1,0 0,0 0,-1-1,0 1,0 1,-1-1,0 0,-1 1,-2-3,5 9,0 0,0 1,0-1,0 1,0-1,-1 1,1 0,0 0,-1 0,1 0,-1 1,1-1,-1 0,0 1,1 0,-1 0,0 0,1 0,-1 0,1 0,-1 1,0-1,1 1,-1 0,1-1,-1 1,1 1,0-1,-1 0,1 0,0 1,0-1,0 1,0 0,0 0,0 0,0 0,1 0,-1 0,1 0,-1 0,1 1,0-1,0 0,-1 3,-9 19,1 0,1 0,1 1,1 0,1 0,2 1,0 0,2 0,0 16,-1-9,1 1,2 0,1 0,2 0,1 0,1-1,2 0,2 0,9 23,-17-51,1 0,0 0,0 0,0 0,1-1,0 1,0-1,0 1,0-1,1 0,0 0,0-1,0 1,0-1,0 0,1 0,-1 0,1 0,0-1,0 0,0 0,0 0,0-1,0 0,0 0,1 0,-1 0,0-1,1 0,-1 0,0 0,4-1,0-3,1-1,-2 1,1-1,0-1,-1 0,0 0,0 0,-1-1,0 0,0-1,-1 0,0 0,4-6,21-24,-31 37,1 0,0 0,-1 0,1 0,0 1,-1-1,1 0,0 0,0 1,0-1,-1 1,1-1,0 0,0 1,0 0,0-1,0 1,0 0,0-1,0 1,0 0,0 0,0 0,1 0,-1 0,0 0,0 0,0 0,0 0,0 1,0-1,0 0,0 1,0-1,0 1,0-1,0 1,-1-1,1 1,0 0,0-1,0 1,-1 0,1 0,0-1,-1 1,1 0,0 0,-1 0,1 0,-1 0,0 0,1 0,-1 0,0 0,0 0,55 72,-52-70,-1-1,1 0,0 0,0 0,0 0,0 0,0-1,0 1,1-1,-1 0,0 0,1 0,-1-1,1 1,-1-1,1 0,-1 0,1 0,-1 0,1 0,-1-1,1 0,-1 0,1 0,0 0,2-1,0-1,0 1,-1-1,1 0,-1-1,0 1,0-1,0 0,0 0,0-1,-1 1,0-1,0 0,0 0,-1-1,0 1,0-1,0 1,0-1,-1 0,0 0,0 0,-1 0,0-1,0 1,0 0,-1 0,0-1,0 1,0-1,-1 1,0 0,-1 0,1 0,-3-6,3 9,-1 0,0 0,0 0,-1 1,1-1,-1 1,1-1,-1 1,0 0,0 0,1 0,-2 0,1 0,0 1,0-1,0 1,-1 0,1 0,-1 0,1 1,-1-1,1 1,-1 0,1 0,-1 0,1 0,-1 0,1 1,-1 0,1 0,0 0,-2 0,-2 2,-1-1,1 2,0-1,0 1,0 0,0 0,0 1,1-1,0 2,0-1,1 1,-1 0,-3 6,6-9,1 1,-1-1,1 1,0 0,0 0,1 0,-1 0,1 0,0 1,0-1,0 0,1 1,-1-1,1 0,0 1,0-1,1 1,-1-1,1 0,0 0,1 4,10 15</inkml:trace>
  <inkml:trace contextRef="#ctx0" brushRef="#br0" timeOffset="4139.996">5601 380,'-14'-4,"0"0,-1 0,0 2,0 0,0 0,0 2,0 0,0 0,0 1,0 1,-10 3,23-4,0-1,-1 1,1 0,1 0,-1 0,0 0,0 0,0 0,0 0,1 1,-1-1,1 0,-1 1,1 0,-1-1,1 1,0 0,0 0,0-1,0 1,0 0,0 0,1 0,-1 0,0 0,1 1,0-1,-1 0,1 0,0 0,0 0,0 0,1 0,-1 1,1 0,36 67,152 116,-187-185,0 1,0 0,0 0,0 0,0 0,0 0,-1 0,1 0,-1 1,0-1,0 0,0 1,0-1,0 1,0-1,0 1,-1 0,1-1,-1 1,0 0,0-1,0 1,0 0,-1-1,1 1,-1-1,1 1,-1 0,0-1,0 1,0-1,0 0,0 1,-1-1,1 0,-1 0,0 0,1 0,-1 0,0 0,-3 1,-1-1,1 1,0-1,-1-1,1 1,-1-1,1 0,-1 0,0-1,1 0,-1 0,0 0,0 0,1-1,-1 0,1 0,-1-1,1 1,-1-1,1-1,0 1,0-1,0 0,0 0,0 0,1 0,0-1,-1 0,1 0,0 0,4 2,-1 1,0-1,1 0,-1 1,1-1,0 0,0 1,0-1,0 0,0 0,0 1,0-1,0 0,1 1,-1-1,0 0,1 1,0-1,-1 1,1-1,0 1,0-1,0 1,0 0,0-1,0 1,0 0,0 0,1-1,-1 1,0 0,1 0,0 0,52-28,-50 28,242-91,-239 89,-1 1,1-1,-1 0,0-1,0 0,-1 0,1 0,-1-1,0 1,0-1,0-1,-1 1,1 0,-1-1,-1 0,1 0,-1 0,0-1,0 1,-1-1,2-6,-4 11,0 1,0-1,0 0,-1 0,1 0,0 1,-1-1,1 0,-1 0,0 1,1-1,-1 0,0 1,0-1,0 1,0-1,0 1,-1 0,1-1,0 1,-1 0,1 0,0 0,-1 0,1 0,-1 0,0 0,1 1,-1-1,0 0,0 1,1-1,-1 1,0 0,0 0,1 0,-1 0,0 0,0 0,0 0,1 0,-1 1,0-1,0 1,1-1,-1 1,0 0,1 0,-1-1,1 1,-1 0,1 1,-1-1,1 0,0 0,-1 1,-4 5,1 1,-1 0,2 0,-1 1,1-1,0 1,1 0,0 0,0 0,1 1,1-1,-1 0,1 1,1-1,0 1,0-1,1 1,1 4,-1-8,0 1,1 0,0 0,0 0,0-1,1 1,0-1,0 0,1 0,0 0,0 0,0-1,1 1,0-1,0 0,0 0,0-1,1 0,0 0,0 0,0-1,0 1,1-2,-1 1,1-1,0 0,-1 0,1 0,6-1,39 7,-3-5</inkml:trace>
  <inkml:trace contextRef="#ctx0" brushRef="#br0" timeOffset="4507.639">6404 500,'-6'-4,"0"-1,-1 1,1 0,-1 0,1 1,-1 0,0 0,-1 0,1 1,0 0,-1 1,1 0,-1 0,1 0,-1 1,1 0,-1 1,1-1,-1 2,1-1,-1 1,1 0,0 0,0 1,0 0,0 0,0 1,1 0,-1 0,1 0,0 1,1 0,-1 0,-1 3,6-6,-1 0,1 0,0 0,0 0,0 0,0 1,0-1,0 0,1 1,-1-1,1 1,0-1,-1 1,1-1,0 1,0-1,1 0,-1 1,1-1,-1 1,1-1,0 0,-1 1,1-1,1 0,-1 0,0 1,0-1,1 0,-1 0,1-1,0 1,-1 0,1 0,0-1,0 1,0-1,0 0,1 1,1-1,15 9,1-1,0 0,0-2,1-1,0 0,0-2,6 1,96 26,-121-30,0-1,0 0,0 1,0-1,0 1,0-1,0 1,0 0,0 0,0 0,-1 0,1 0,0 0,-1 1,1-1,0 0,-1 1,0 0,1-1,-1 1,0 0,0-1,0 1,0 0,0 0,0 0,-1 0,1 0,-1 0,1 0,-1 0,0 0,1 0,-1 0,0 0,-1 1,1-1,0 0,0 0,-1 0,0 0,1 0,-1 0,0 0,0 0,0-1,0 1,0 0,0 0,-2 1,-10 7,0 1,-1-2,0 0,0 0,-1-2,0 1,-1-2,0 0,0-1,-16 3,-71 7,87-16</inkml:trace>
  <inkml:trace contextRef="#ctx0" brushRef="#br0" timeOffset="4816.35">7018 594,'-7'-6,"0"0,-1 1,1 0,-1 0,-1 1,1 0,0 0,-1 0,0 1,0 1,0 0,0 0,0 1,0 0,-1 0,1 1,-2 0,5 3,1 1,0-1,-1 1,1 0,1 0,-1 1,1 0,-1-1,1 1,0 1,1-1,0 1,-1-1,2 1,-1 0,1 0,0 0,0 0,0 1,1 1,-4 8,0 1,1 0,1 0,0 0,2 0,0 0,1 0,0 0,2 1,2 11,-3-24,1 0,0 0,0 0,0-1,0 1,1-1,0 0,0 0,0 0,0 0,1 0,-1 0,1-1,0 0,0 0,0 0,1 0,-1-1,1 1,-1-1,1 0,0-1,0 1,0-1,1 0,8 2,1-1,-1-1,1 0,0-1,-1-1,1 0,-1-1,4-1,134-42,-86 18</inkml:trace>
  <inkml:trace contextRef="#ctx0" brushRef="#br0" timeOffset="12071.48">3181 1236,'-16'2,"-5"6,1 5,9 10,10 8,10 8,10 8,3-3</inkml:trace>
  <inkml:trace contextRef="#ctx0" brushRef="#br0" timeOffset="10885.08">642 1610,'15'32,"1"1,-1 0,-2 1,-2 0,7 33,-17-63,-1-2,-1 0,1 0,0 0,0 0,0-1,0 1,1 0,-1 0,0 0,1 0,-1 0,1-1,0 1,-1 0,1 0,0-1,0 1,0 0,1-1,-1 1,0-1,0 0,1 1,-1-1,1 0,-1 0,1 0,0 0,-1 0,1 0,0-1,0 1,-1 0,1-1,0 1,0-1,0 0,0 0,0 1,0-1,-1-1,1 1,2 0,7-8,-1-1,0 0,-1 0,0-1,0 0,-1 0,0-1,0 0,-2-1,1 1,-2-1,1-1,-2 1,1-1,-2 0,0 0,1-10,-2-4,-7 41,4-7,0 0,0 1,1-1,0 0,0 1,1-1,0 0,0 0,0 0,1 1,1-1,-1-1,1 1,0 0,0-1,1 1,0-1,0 0,0 0,1-1,0 1,0-1,1 0,-1 0,1-1,0 0,0 0,0 0,1-1,0 1,3 0,-3-2,0 1,0-1,1-1,-1 1,1-1,-1 0,1-1,0 0,-1 0,1-1,-1 0,1 0,-1-1,0 0,1 0,-1 0,0-1,0 0,0-1,-1 1,1-1,-1-1,0 1,0-1,-1 0,1-1,-1 1,0-1,0 0,-1 0,0 0,0-1,0 0,-1 0,2-5,6-64,-9 88,1 0,0-1,1 1,0-1,1 0,0 0,0-1,2 1,-1-1,1 0,1-1,-1 0,2 0,-1-1,1 0,1 0,-1-1,5 3,-10-9,1 0,-1 1,0-1,1-1,-1 1,0-1,1 1,-1-1,1-1,-1 1,1-1,-1 1,0-1,1 0,-1-1,0 1,0-1,0 0,0 0,0 0,0 0,-1-1,1 0,-1 0,1 0,-1 0,1-1,5-5,-1-1,1 0,-1 0,-1-1,0 0,-1-1,0 1,4-11,14-118,-16 168,-4-1,30 110,-32-131,1 0,-1 0,2 0,-1 0,1 0,0-1,0 1,0-1,1 0,0 0,0-1,0 1,0-1,1-1,-1 1,1-1,0 0,1 0,0 0,20 5</inkml:trace>
  <inkml:trace contextRef="#ctx0" brushRef="#br0" timeOffset="11795.664">1992 1623,'5'21,"1"1,1-2,1 1,1-1,1 0,2 0,-8-12,0-1,1 0,0-1,1 1,0-1,-1 0,2-1,-1 1,1-1,0 0,0-1,0 0,1 0,-1 0,1-1,0 0,3 0,-5-2,0 0,0 0,0-1,0 0,0 0,0 0,0-1,0 0,0 0,-1-1,1 0,0 0,0 0,-1 0,1-1,-1 0,0 0,0-1,0 1,-1-1,1 0,-1 0,0-1,0 1,0-1,0 0,-1 0,2-3,2-4,0-1,-1 0,0 0,0-1,-2 1,0-1,0 0,-2-1,1 1,-2 0,0-7,-11 83,9-57,0 0,0 0,1 0,-1 0,1 0,0 0,1 0,-1 0,1 0,0 0,1 0,-1 0,1 0,0 0,0 0,0-1,0 1,1-1,0 0,0 0,0 0,1 0,-1 0,1-1,0 1,0-1,0 0,0 0,1-1,-1 1,1-1,0 0,2 1,3-3,0 1,0-2,1 0,-1 0,0-1,0 0,0 0,-1-1,1-1,0 1,-1-2,0 1,0-1,-1-1,1 1,-1-2,0 1,0-1,-1 0,0 0,-1-1,1 0,-1-1,-1 1,0-1,4-9,-8 19,-1 0,0-1,0 1,0-1,1 1,-1-1,0 1,1-1,-1 1,0-1,1 1,-1-1,1 1,-1-1,1 0,-1 1,1-1,-1 0,1 1,-1-1,1 0,-1 0,1 1,0-1,-1 0,1 0,-1 0,1 0,0 0,-1 0,1 0,-1 0,1 0,0 0,-1 0,1 0,-1-1,1 1,0 0,-1 0,1-1,-1 1,1 0,-1-1,1 1,-1 0,1-1,-1 1,0-1,1 1,-1 0,1-1,-1 1,0-1,0 0,1 1,-1-1,0 1,0-1,11 45,19 49,-29-90,1 0,0 0,1-1,-1 1,0 0,1-1,-1 1,1-1,0 0,0 0,0 0,0-1,0 1,0-1,0 1,0-1,1 0,-1 0,1 0,-1-1,1 1,-1-1,0 0,1 0,-1 0,2-1,11-2,-1 0,0-2,0 0,0-1,0 0,-1-1,0-1,0 0,-1-1,0 0,-1-1,11-10,-11 9,-12 11,1-1,-1 0,0 1,1-1,-1 0,1 1,-1-1,1 1,-1-1,1 0,-1 1,1-1,-1 1,1-1,0 1,-1 0,1-1,0 1,-1 0,1-1,0 1,0 0,-1 0,1 0,0 0,0 0,-1-1,1 1,0 0,0 1,-1-1,1 0,0 0,0 0,-1 0,1 1,0-1,0 0,-1 1,1-1,0 0,-1 1,1-1,-1 1,1-1,-1 1,1-1,-1 1,1 0,-1-1,1 1,-1 0,1-1,-1 1,0 0,0-1,1 1,-1 0,0 0,0-1,0 1,0 0,0 0,0 0,1 7,0 0,1-1,-1 1,2-1,-1 1,1-1,0 0,0 0,1 0,0 0,0 0,1-1,0 0,0 0,0 0,1-1,0 0,0 0,0 0,0-1,1 1,0-2,1-1,-1 0,1 0,-1 0,1-1,0 0,0 0,-1-1,1 0,0 0,0-1,-1 0,1-1,0 1,-1-2,0 1,1-1,-1 0,1-1,-4 2,0 0,1 0,-2-1,1 0,0 1,0-1,-1-1,0 1,1-1,-1 1,0-1,-1 0,1 0,-1 0,0 0,0 0,0-1,0 1,-1-1,0 1,0-1,0 0,0 1,-1-1,0 0,0 1,0-1,0 0,-1 1,0-1,-1-4,0 3,0 0,-1 1,1-1,-1 1,0 0,-1 0,1 0,-1 0,0 0,0 1,-1 0,1 0,-1 0,0 0,0 1,0 0,-1 0,1 0,-1 0,1 1,-1 0,0 1,0-1,0 1,0 0,0 0,0 1,0 0,0 0,-1 0,1 1,0 0,0 0,0 0,1 1,-1 0,0 0,1 1,-1-1,1 1,-1 0,1 1,0-1,1 1,-1 0,-1 2,-1 2,1 0,-1 0,2 1,-1 0,1 0,0 0,1 1,0 0,1 0,0 1,1-6,1 0,-1 0,2 0,-1 0,0 0,1 0,0 0,0 1,1-1,-1 0,1 0,0 0,0 0,1 0,-1-1,1 1,0 0,1-1,-1 1,1-1,2 3,-3-5,1 1,0-1,0 1,0-1,0 0,0 0,0 0,1-1,-1 1,1-1,-1 0,1 0,0 0,-1 0,2 0,23 0</inkml:trace>
  <inkml:trace contextRef="#ctx0" brushRef="#br0" timeOffset="12751.705">3355 1824,'42'64,"-41"-62,1 0,0 0,-1-1,1 1,0-1,0 1,0-1,0 0,0 0,1 0,-1 0,0 0,0-1,1 1,-1 0,0-1,1 0,-1 0,1 0,-1 0,1 0,-1 0,0 0,1-1,-1 1,0-1,1 0,-1 0,0 0,0 0,9-7,0-1,0-1,-1 0,-1-1,0 0,0 0,-1-1,-1 0,0 0,0 0,-1-1,-1 0,0-1,1-6,49-194,-55 213,0 1,0-1,1 0,-1 0,0 0,0 1,1-1,-1 0,1 0,-1 1,1-1,-1 1,1-1,-1 0,1 1,0-1,-1 1,1-1,0 1,0-1,-1 1,1 0,0-1,0 1,-1 0,1 0,0-1,0 1,0 0,0 0,-1 0,1 0,0 0,0 0,0 0,0 0,-1 1,1-1,0 0,0 0,0 1,-1-1,1 1,0-1,-1 0,1 1,0-1,-1 1,1 0,0-1,-1 1,1-1,-1 1,1 0,-1-1,1 1,-1 0,1 0,7 5,266 117,-269-120,0 1,0-1,0 1,-1-1,0 1,0 0,0 1,0-1,0 1,-1 0,0 0,0 0,0 0,-1 0,0 1,0-1,0 1,-1-1,1 1,-1 0,-1 0,1 0,-1-1,0 1,0 0,-1 5,-9 77,10-87,0 1,0 0,0 0,0-1,1 1,-1 0,0-1,1 1,-1 0,1-1,0 1,-1 0,1-1,0 1,0-1,0 0,0 1,0-1,0 0,1 1,-1-1,0 0,1 0,-1 0,1 0,-1 0,1 0,-1-1,1 1,-1 0,1-1,0 1,0-1,-1 0,1 0,0 1,67-5,-20-7,0-2,-1-3,0-2,-2-2,29-16,-20 9,-29 19,-23 27,-5-16,0 0,1 0,0 1,-1-1,1 1,1-1,-1 1,0-1,1 1,0 0,0-1,0 1,0 0,0-1,1 1,0 0,0-1,0 1,0-1,0 0,1 1,-1-1,1 0,0 0,0 0,0 0,0 0,1 0,-1 0,1-1,0 0,0 1,0-1,1 0,0 0,0-1,1 1,-1-1,0 0,0-1,1 1,-1-1,0 0,1 0,-1 0,0 0,1-1,-1 0,0 0,0 0,0 0,0-1,0 0,0 1,0-2,0 1,-1 0,1-1,-1 1,1-1,-1 0,0 0,0 0,0-1,-1 1,1-1,-1 1,0-1,0 0,0 0,-1 0,1 0,-1 0,0-1,0 1,0 0,-1 0,1-1,-1 1,0 0,-1-1,1 1,-1 0,1-1,-1 1,-2-4,0 1,0 1,0-1,-1 1,0 0,-1-1,1 2,-1-1,0 1,0-1,-1 1,0 1,0-1,0 1,0 0,-1 0,1 1,-1 0,0 0,3 2,1-1,-1 1,0 0,0 0,1 0,-1 1,0 0,0-1,0 1,0 0,1 1,-1-1,0 1,0-1,0 1,1 1,-1-1,1 0,-1 1,1 0,-1-1,1 1,0 1,0-1,0 0,0 1,0 0,0-1,1 1,-1 0,1 1,0-1,0 0,-1 3,0-1,1-1,-1 1,1 0,0-1,0 1,1 0,-1 0,1 0,0 0,1 0,-1 1,1-1,0 0,0 0,1 0,0 0,-1 0,2 1,-1-1,1-1,-1 1,1 0,1 0,-1-1,1 1,-1-1,1 0,0 0,1 0,-1 0,1 0,0-1,0 1,0-1,3 2,20 5,-1-5</inkml:trace>
  <inkml:trace contextRef="#ctx0" brushRef="#br0" timeOffset="13007.022">4826 1369,'-9'-18,"-8"-13,-7-3,-3 3,0 8,-1 10,2 12,4 12,5 12,6 12,4 11,6 8,3-5</inkml:trace>
  <inkml:trace contextRef="#ctx0" brushRef="#br0" timeOffset="13260.342">4799 1771,'28'17,"1"-2,0 0,1-2,0-1,1-1,9 0,-34-10,0-1,0 1,0-1,0 0,-1-1,1 1,0-1,0-1,0 1,0-1,-1 0,1 0,-1 0,1-1,-1 0,0 0,0 0,0-1,-1 1,1-1,-1-1,0 1,0 0,0-1,-1 0,0 0,0 0,0 0,0 0,-1-1,0 1,2-6,12-37,-2-1,-2-1,-2-1,3-43,-5 37,45-224,-43 248,-9 33,-1 0,0 1,0-1,0 0,1 0,-1 0,0 0,1 1,-1-1,0 0,0 0,1 0,-1 0,0 0,1 0,-1 0,0 0,1 0,-1 0,0 0,1 0,-1 0,0 0,0 0,1 0,-1 0,0 0,1 0,-1 0,0 0,0-1,1 1,-1 0,0 0,1 0,-1 0,0-1,0 1,0 0,1 0,-1-1,0 1,0 0,0-1,3 32,-2-1,-2 0,0 0,-5 20,0 11,5-38,-8 89,4 1,6-1,5 1,-5-99,0 0,1 0,1 0,0-1,1 1,1-1,0 1,1-1,0 0,-6-13,0 1,0 0,0 0,1 0,-1 0,0 0,0 0,1-1,-1 1,0 0,1 0,-1-1,1 1,-1 0,1 0,0-1,-1 1,1-1,0 1,-1 0,1-1,0 1,0-1,-1 0,1 1,0-1,0 0,0 1,0-1,-1 0,1 0,0 0,0 0,0 0,0 0,0 0,0 0,-1 0,1 0,0 0,0 0,0-1,0 1,0 0,-1-1,1 1,0 0,0-1,-1 1,1-1,0 0,-1 1,1-1,0 1,-1-1,1 0,-1 0,1 1,-1-1,1 0,-1 0,0 0,1 0,6-20</inkml:trace>
  <inkml:trace contextRef="#ctx0" brushRef="#br0" timeOffset="13657.287">4947 1383,'100'1,"1"5,97 18,-192-23,112 27,-112-26,1 1,-1-1,0 1,0 1,0-1,0 1,-1 0,0 0,1 0,-1 1,-1 0,1 0,-1 0,0 0,0 1,1 1,-3 2,0-1,-1 1,0 0,-1-1,1 1,-2 0,1 0,-1-1,0 1,-1 0,0-1,-1 0,0 1,0-1,0 0,-1 0,0-1,-2 2,-5 17,6-14,-3 4,1 0,1 1,1 0,0 0,1 0,1 0,0 1,1 0,1 0,2-14,0 1,0-1,0 0,1 0,0 0,0 0,0 0,0 0,0 0,1 0,-1-1,1 1,0-1,0 0,1 0,-1 0,0 0,1-1,0 1,0-1,0 0,0 0,0-1,0 1,0-1,0 1,1-1,-1-1,1 1,-1-1,0 1,1-1,-1-1,1 1,-1-1,0 1,1-1,-1 0,0-1,1 1,-1-1,0 0,0 0,-1 0,1 0,0-1,-1 0,1 1,-1-1,1-1,1-2,0 0,0 0,0-1,-1 1,0-1,0 0,-1-1,0 1,0 0,0-1,-1 0,0 1,-1-1,0 0,0 0,-1 0,0 0,0 0,-1 0,0 0,0 0,-1 0,0 1,0-1,-1 0,0 1,0 0,-1 0,0 0,0 0,0 0,-1 1,0 0,-1 0,1 0,-1 1,0 0,0 0,-1 0,0 1,0 0,5 2,-1 1,0-1,1 1,-1 0,0 0,1 0,-1 1,0-1,0 1,0-1,0 1,0 0,0 0,0 0,0 1,1-1,-1 1,0-1,0 1,0 0,1 0,-1 0,0 0,1 1,-1-1,1 1,-1 0,1 0,0-1,0 1,0 1,0-1,0 0,0 0,1 1,-1-1,1 1,-1-1,1 1,0 0,0 0,0 4,0 0,1 0,-1 0,2 0,-1 0,1 0,0 0,0-1,1 1,0 0,0 0,0-1,1 1,0-1,1 0,-1 0,1 0,0 0,0-1,1 0,0 0,0 0,0 0,1 0,32 28</inkml:trace>
  <inkml:trace contextRef="#ctx0" brushRef="#br0" timeOffset="14985.632">6016 1891,'-14'-39,"1"0,3-1,1 0,2 0,1-1,1-26,5 62,-1 0,1 0,0 0,0 0,0 0,1 0,-1 0,1 0,1 1,-1-1,1 0,-1 0,1 1,1-1,-1 1,1 0,-1 0,1 0,0 0,1 0,-1 0,1 1,0 0,-1 0,1 0,1 0,-1 0,0 1,1 0,3-2,-2 3,1 0,-1 1,0-1,1 1,-1 1,0-1,1 1,-1 0,0 0,0 1,0 0,0 0,0 0,0 1,-1 0,1 0,-1 1,0-1,1 1,-2 0,1 0,0 1,5 5,-1 0,0 1,0 0,-1 0,-1 1,0 0,-1 0,0 0,3 10,41 215,-50-235,1 0,-1 1,1-1,-1 0,1 0,0 0,0 0,0 0,0 0,0 0,0-1,0 1,1 0,-1 0,1-1,-1 1,1-1,0 0,-1 1,1-1,0 0,0 0,0 0,0 0,0 0,0-1,0 1,0-1,0 1,1-1,-1 0,0 1,0-1,0 0,0-1,1 1,-1 0,0-1,0 1,0-1,0 0,0 1,0-1,0 0,1-1,12-9,0-1,-1-1,-1 0,0-1,-1-1,0 1,-1-2,-1 0,0 0,-1-1,37-71,-45 88,0 0,-1 0,1 0,-1 0,1 0,-1 1,1-1,-1 0,1 0,-1 0,1 0,0 1,-1-1,1 0,-1 1,0-1,1 0,-1 1,1-1,-1 0,1 1,-1-1,0 1,1-1,-1 1,0-1,0 1,1-1,-1 1,0-1,0 1,0-1,0 1,1-1,-1 1,0-1,0 1,0 0,0-1,0 1,0-1,0 1,-1-1,1 1,0-1,0 1,0-1,-1 1,1-1,0 1,0-1,-1 1,1-1,0 1,-1-1,1 1,-1-1,1 0,0 2,-2 39,1-31,0-1,0 1,1 0,0 0,1 0,0-1,0 1,1 0,1-1,-1 0,1 1,1-1,1 2,-4-9,1 0,0 0,0 0,0 0,0 0,0-1,0 1,0-1,0 1,0-1,1 0,-1 0,1 0,-1 0,1 0,-1-1,1 1,-1-1,1 1,0-1,-1 0,1 0,0 0,-1-1,1 1,-1 0,1-1,0 0,-1 0,1 0,-1 0,2 0,73-47,21-50,-97 97,-1 0,0 1,0-1,1 0,-1 1,0-1,1 0,-1 1,0-1,1 0,-1 1,0-1,1 0,-1 1,1-1,-1 1,1-1,0 1,-1 0,1-1,-1 1,1-1,0 1,-1 0,1 0,0-1,0 1,-1 0,1 0,0 0,-1 0,1 0,0 0,0 0,-1 0,1 0,0 0,0 0,-1 0,1 0,0 1,-1-1,1 0,0 1,-1-1,1 0,0 1,-1-1,1 1,-1-1,1 1,-1-1,1 1,-1-1,1 1,-6 106,5-102,0 0,0 0,1 0,0 0,0 0,0 0,0 0,1 0,0 0,0-1,0 1,0-1,1 1,0-1,0 0,0 0,0 0,1 0,-1-1,1 0,0 1,0-1,0 0,1-1,-1 1,1-1,-1 0,1 0,0 0,2 0,9 0,0 0,-1-1,1-1,0 0,0-1,0-1,-1-1,1 0,-1 0,1-2,-1 0,-1-1,1 0,-1-1,0-1,0 0,-1-1,0-1,-1 0,0 0,-1-1,8-9,-8 6,-2 0,1 0,-2-1,0 0,0 0,-2-1,0 0,0 0,-2-1,0 0,-1 1,1-11,-1-15,-1 0,-2 0,-2 0,-4-23,4 39,-1 0,-1 1,-2-1,0 1,-1 1,-2-1,-1 1,0 1,-2 0,0 0,-4-2,14 22,0 0,0 0,0 1,-1-1,1 1,0 0,-1-1,0 1,0 0,1 1,-1-1,0 0,0 1,-1 0,1 0,0 0,0 0,-1 0,1 0,0 1,-1 0,1 0,0 0,-1 0,1 0,-1 1,1-1,0 1,0 0,-1 0,1 0,0 0,0 1,0-1,0 1,0 0,0 0,-7 8,0 0,0 1,1 0,1 0,0 1,0 0,1 1,1-1,0 1,1 1,0-1,1 1,-1 8,-4 11,1 1,2 0,1 0,2 1,1-1,2 1,1 0,2-1,5 21,-5-36,1 0,2-1,-1 1,2-1,0 0,2-1,0 0,0 0,2-1,0 0,1-1,0 0,1-1,1 0,0-2,1 1,15 9,-22-17,-1 0,1 0,0 0,0-1,0-1,1 0,-1 0,1 0,0-1,0 0,0-1,0 0,0 0,0-1,0 0,0-1,0 0,0 0,0-1,-1 0,1 0,0-1,-1-1,0 1,1-1,4-4,2-6,0 0,-2-1,1-1,-2 0,0-1,-1 0,-1-1,0 0,-1 0,-1-1,-1-1,-1 1,3-15,1 4,-3 10,-6 20,-1 0,1 0,0 0,-1 1,1-1,-1 0,1 0,-1 0,1 1,-1-1,1 0,-1 0,1 1,-1-1,1 0,-1 1,0-1,1 1,-1-1,0 1,1-1,-1 0,0 1,1-1,-1 1,0 0,0-1,0 1,0-1,1 1,-1-1,0 1,0-1,0 1,0-1,0 1,0 0,0-1,0 1,-1-1,1 1,0-1,0 1,0-1,-1 1,1-1,0 1,0-1,-1 1,1-1,-1 1,1-1,0 0,0 19,1 0,1-1,0 1,2-1,0 0,5 13,-7-25,1 0,0 0,0 0,0 0,0 0,1-1,0 0,1 0,-1 0,1 0,-1-1,2 1,-1-1,0 0,1-1,-1 0,1 1,0-2,0 1,6 1,-3-2,1 0,-1-1,1 0,-1-1,1 1,0-2,-1 0,1 0,0 0,-1-1,0-1,1 0,-1 0,0 0,8-6,1 0,1-2,-2 0,1-1,-2-1,1-1,12-13,-19 18,-1-1,1-1,-1 1,-1-1,0-1,-1 1,0-2,0 1,-2 0,1-1,-2 0,-14 37,5-5,1 1,0 0,2 0,0 0,2 0,0 0,1 0,1 0,1 0,1 0,1 3,31 36,-35-58,0 0,0 1,0-1,0 0,0 0,1 0,-1-1,0 1,1 0,-1 0,0-1,1 1,-1-1,1 1,-1-1,1 0,-1 1,1-1,0 0,-1 0,1 0,-1 0,1 0,-1-1,1 1,-1 0,1-1,-1 1,1-1,-1 0,1 1,-1-1,0 0,1 0,-1 0,0 0,0 0,0 0,1 0,-1-1,11-12</inkml:trace>
  <inkml:trace contextRef="#ctx0" brushRef="#br0" timeOffset="15253.428">8262 1168,'-18'-4,"-13"-2,-6 0,1 4,7 6,11 6,12 2,8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0.5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0,'3'0,"4"0,9 3,8 0,9 2,11 0,8-1,8 0,4-2,6-1,-1 0,-3-1,-5 0,-9-1,-11 1,-13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2.7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1,'0'2,"0"3,0 3,0 3,0-1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3.0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1,'9'16,"5"10,3 2,-1 2,-5 2,-2 3,-4 1,-10 3,-14 2,-17 3,-15-3,-10-6,5-8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4.0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315 50,'-16'-1,"0"0,0 1,0 1,0 0,1 1,-1 1,0 1,1 0,-1 1,1 0,1 1,-1 1,1 0,0 1,0 1,1 0,1 1,-5 4,14-10,0-1,0 1,0 0,1 0,0 0,-1 0,2 0,-1 1,0-1,1 1,0-1,0 1,0-1,1 1,-1 0,1-1,0 1,1 0,-1-1,1 1,0-1,0 1,0-1,0 1,1-1,0 0,0 1,0-1,1 0,-1 0,1 0,12 13,1-1,1 0,0-1,1 0,1-2,0 0,0-1,4 0,7 6,-13-7,1-2,-1 1,0 0,0 2,-1 0,-1 0,0 2,-1 0,0 0,-1 1,-1 1,0 0,6 12,-17-23,0 0,0 0,-1 1,1-1,-1 0,0 0,-1 0,1 0,-1 1,0-1,0 0,0 0,-1 0,0-1,0 1,0 0,-1-1,1 1,-1-1,0 0,0 0,-1 0,1 0,-1 0,0-1,0 0,0 0,0 0,-1 0,1 0,-1-1,0 0,1 0,-1 0,0-1,0 0,0 0,-1 0,1 0,0-1,0 0,-5 0,8 0,0 0,1 0,-1 0,0 0,0-1,0 1,0-1,0 1,0-1,0 0,1 1,-1-1,0 0,0 0,1 0,-1-1,1 1,-1 0,1-1,0 1,-1-1,1 1,0-1,0 1,0-1,0 0,0 0,0 1,1-1,-1 0,1 0,-1 0,1 0,-1 0,1 0,0-2,14-72,15 15,2 0,2 2,28-34,-21 31,135-227,-161 266,-14 23,0 0,0 1,0-1,0 0,0 0,0 0,0 1,1-1,-1 0,0 0,0 0,0 1,0-1,1 0,-1 0,0 0,0 0,0 1,1-1,-1 0,0 0,0 0,0 0,1 0,-1 0,0 0,0 0,1 0,-1 0,-52 305,51-293,-6 34,3 0,1 0,2 1,3-1,1 0,3 0,1-1,4 6,-9-42,1 0,0-1,1 1,0-1,0 0,1 0,0 0,0-1,1 0,3 4,5 0</inkml:trace>
  <inkml:trace contextRef="#ctx0" brushRef="#br0" timeOffset="185.548">409 358,'0'-5,"12"-1,19 1,25-2,21-2,16 1,6-1,-15 2</inkml:trace>
  <inkml:trace contextRef="#ctx0" brushRef="#br0" timeOffset="650.819">984 424,'124'-11,"-34"17,-88-5,1-1,-1 1,0-1,1 1,-1 0,0 0,1 0,-1 0,0 0,0 1,0-1,0 1,0-1,0 1,0 0,0 0,-1-1,1 1,-1 0,0 1,1-1,-1 0,0 0,0 1,0-1,0 0,-1 1,1-1,-1 1,1-1,-1 1,0-1,0 3,-3 5,0 0,-1-1,0 1,-1-1,0 0,0 0,-1-1,0 1,-1-1,1-1,-1 1,-1-1,0 0,0-1,0 0,-5 3,-3 4,15-13,0 0,0 0,0 0,1 1,-1-1,0 0,0 1,0-1,1 1,-1-1,0 1,1-1,-1 1,0-1,1 1,-1 0,1-1,-1 1,1 0,-1 0,1-1,-1 1,1 0,0 0,-1 0,1 0,0-1,0 1,0 0,0 0,0 0,0 0,0 0,0 0,0-1,0 1,0 0,0 0,1 0,-1 0,0-1,1 1,-1 0,0 0,1 0,-1-1,1 1,-1 0,1-1,0 1,-1 0,1-1,0 1,-1-1,1 1,1-1,138 50,-131-46,-1-1,0 1,0 1,-1-1,1 2,-1-1,0 1,0 0,-1 0,1 0,-1 1,-1 0,1 1,-1-1,-1 1,0 0,0 0,0 0,-1 1,2 6,-7-8,0 0,0-1,-1 0,0 1,-1-1,1 0,-1 0,0-1,0 1,-1-1,0 0,0 0,0 0,0-1,-1 0,0 0,0 0,0-1,0 0,0 0,-1 0,-4 0,-8 8,-2-1,0-1,0-2,0 0,-1 0,0-2,0-1,0-1,-1-1,0-1,21 0,1-1,0 0,0 0,0 0,0 0,-1 0,1-1,0 1,0 0,0 0,-1-1,1 1,0-1,0 1,0-1,0 1,0-1,0 0,0 1,0-1,0 0,1 0,-1 0,0 0,0 0,1 0,-1 0,0 0,1-11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1.6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261 0,'-17'4,"0"0,0 1,1 1,-1 0,2 1,-1 1,1 0,0 1,0 1,1 1,1 0,0 0,0 1,1 1,-7 9,17-18,0 0,-1 0,2 1,-1-1,0 0,1 1,0-1,0 1,0 0,1-1,-1 1,1 0,0-1,1 1,-1 0,1-1,0 1,0-1,0 1,0-1,1 1,0-1,0 0,0 0,1 0,-1 0,1 0,0 0,0-1,2 3,17 13,0 0,1-1,1-2,1 0,0-2,1 0,25 8,13 9,-52-25,0-1,0 0,-1 1,1 0,-1 1,-1 0,1 1,-1 0,0 0,-1 1,0 1,0-1,-1 1,-1 1,2 2,-8-10,0 0,0 0,0 1,-1-1,0 0,1 0,-1 0,0 1,0-1,-1 0,1 0,-1 1,0-1,1 0,-2 0,1 0,0 0,0 0,-1 0,0-1,1 1,-1 0,0-1,0 1,-1-1,1 0,-3 3,-76 44,70-46,1 1,-1-2,1 1,-1-1,0-1,0 0,0 0,0-1,0-1,8 1,0 0,0 0,1-1,-1 1,0-1,0 0,1 1,-1-1,1 0,-1-1,1 1,-1 0,1-1,0 1,-1-1,1 0,0 0,0 0,0 0,1 0,-1 0,0-1,1 1,0 0,-1-1,1 1,0-1,0 0,0 1,1-1,-1 0,1 1,-1-1,1 0,0 0,0 1,0-3,4-11,0-1,1 1,0 1,1-1,1 1,1 0,0 0,1 1,0 0,1 1,1 0,4-4,-7 6,60-73,-34 45,-1-2,-2-1,-2-2,-2 0,-2-2,17-44,-37 82,-9 30,2-11,-12 90,5 1,5 0,4 9,-2-95,1 0,1 0,1 0,0 1,1-1,1 0,1 0,0-1,1 1,0-1,1 0,1 0,1-1,6 10,33 4,-24-25</inkml:trace>
  <inkml:trace contextRef="#ctx0" brushRef="#br0" timeOffset="276.252">422 281,'-19'0,"-11"0,-5 0,12 0,18 2,24 1,24 0,26-5,21-7,16-4,8-5,-1 2,-21 2</inkml:trace>
  <inkml:trace contextRef="#ctx0" brushRef="#br0" timeOffset="755.516">1170 348,'232'-8,"-229"8,-1 0,0 0,0 0,0 0,0 0,1 0,-1 1,0-1,0 1,0-1,0 1,0 0,0 0,0 0,0 0,0 0,0 0,-1 1,1-1,0 1,-1-1,1 1,-1-1,0 1,1 0,-1 0,0 0,0 0,0 0,0 0,-1 0,1 0,-1 0,1 0,-1 0,1 0,-1 2,-2 6,-1 1,0 0,-1-1,0 0,0 0,-1 0,-1-1,0 1,0-1,0 0,-1-1,-1 0,0 1,0 1,-98 107,62-71,2 1,-27 42,67-86,-1-1,1 1,0-1,0 1,0 0,0 0,0 0,0 0,1 0,-1 0,1 1,0-1,0 0,1 1,-1-1,0 1,1-1,0 1,0-1,0 1,0-1,1 0,-1 1,1-1,0 1,0-1,0 0,1 1,-1-1,1 0,0 1,3 0,1-1,-1 0,0-1,1 1,0-1,0 0,-1 0,1-1,0 0,0 0,0 0,1-1,-1 0,2 0,34-3,-1-2,0-1,0-2,0-3,-1 0,-1-3,33-16,25-10,-12 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5.9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4,'-9'-3,"-3"3,5 2,6 4,3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6.2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1,'9'16,"5"7,1 5,0-1,-3-2,-1-3,-3-1,-7 2,-14 5,-22 9,-5-2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7.4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0,'21'3,"17"0,17-1,12 1,9-2,2 0,0 0,-7 1,-16 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37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 68,'-1'131,"-7"1,-6-1,-7 11,-14 109,34-247,1-1,0 1,0-1,0 1,1-1,-1 1,1-1,-1 1,1-1,1 0,-1 1,0-1,1 0,-1 0,1 0,0 0,0 0,0 0,0 0,1-1,-1 1,1-1,0 0,0 0,-1 0,1 0,0 0,1-1,-1 1,0-1,0 0,1 0,-1 0,1 0,0 0,16 0,0 0,0-2,1 0,-1-1,0-1,0-1,-1-1,1-1,9-4,-20 8,163-58,-133 46</inkml:trace>
  <inkml:trace contextRef="#ctx0" brushRef="#br0" timeOffset="329.148">496 830,'29'-11,"-1"0,0-2,0-1,-2-1,0-2,0 0,17-17,-33 27,-1 0,0-1,-1 0,1-1,-2 1,1-2,-1 1,-1-1,1 0,-2 0,0-1,0 1,1-6,-5 14,-1-1,0 1,0-1,0 1,0 0,0-1,-1 1,1-1,-1 1,0 0,1 0,-1-1,0 1,0 0,0 0,-1 0,1 0,0 0,-1 0,0 0,1 0,-1 1,0-1,0 1,0-1,0 1,0 0,0-1,0 1,0 0,0 1,-1-1,1 0,0 1,-1-1,1 1,-1-1,1 1,0 0,-1 0,1 0,-1 1,1-1,0 1,-1-1,1 1,0 0,-1 0,1-1,0 2,-8 3,0 0,1 1,-1 0,1 1,0 0,1 0,0 1,0 0,1 0,0 1,0 0,1 1,0-1,0 1,2 0,-1 0,1 1,0 0,1-1,0 1,1 0,1 0,-1 1,2-1,-1 0,2 0,0 4,0-8,1-1,0 1,0-1,1 1,-1-1,1 0,1 0,-1 0,1 0,0-1,1 0,-1 1,1-2,0 1,0 0,1-1,-1 0,1 0,0-1,0 0,0 0,0 0,1 0,-1-1,1 0,0-1,-1 0,1 0,0 0,0 0,0-1,5-1,37 0</inkml:trace>
  <inkml:trace contextRef="#ctx0" brushRef="#br0" timeOffset="654.348">1084 549,'10'24,"155"167,-149-170,50 45,-64-66,1 1,-1-1,0 0,1 0,-1 0,1 0,-1-1,0 1,1-1,-1 0,0 1,1-1,-1 0,0 0,0 0,0-1,0 1,0 0,0-1,0 1,0-1,-1 0,1 0,-1 0,1 1,-1-1,0-1,1 1,-1 0,0 0,-1 0,1-1,0 0,16-29,-1-2,-2 1,-2-2,1-5,29-76,-22 73,-2 8</inkml:trace>
  <inkml:trace contextRef="#ctx0" brushRef="#br0" timeOffset="1214.849">1645 815,'46'-28,"-1"-1,-1-3,-2-2,15-16,-50 44,-1 0,1 0,-1 0,-1-1,1 0,-1 0,-1 0,1-1,-1 1,0-1,-1 0,0 0,0-1,-1 1,0 0,1-6,-4 12,1-1,0 1,0 0,-1-1,1 1,-1 0,0 0,0-1,0 1,0 0,0 0,0 0,0 0,-1 0,1 0,-1 1,1-1,-1 0,0 1,0-1,0 1,0-1,0 1,0 0,0 0,0 0,0 0,-1 0,1 1,0-1,0 1,-1-1,1 1,0 0,-1 0,1 0,-5 0,1 0,0 0,-1 1,1 0,0 0,-1 0,1 1,0 0,0 0,0 0,0 1,-5 3,5-2,0 1,0 0,0 0,0 1,1 0,0 0,0 0,1 0,-1 1,1-1,1 1,-1 0,1 1,1-1,-1 0,1 1,0-1,1 1,0 0,0 0,1 0,0-1,0 1,1 0,0 0,0-1,0 1,1 0,1-1,-1 0,1 1,1-1,-1 0,1 0,0-1,1 1,-1-1,1 0,3 3,6 0,-1-1,1 0,1-1,0-1,0 0,0-1,0 0,1-1,-1-1,1-1,0 0,0-1,0 0,16-3,-18 2,0-1,0-1,0-1,0 0,0 0,0-2,-1 1,0-2,0 0,0 0,-1-2,0 1,0-1,-1-1,0 0,0-1,3-4,2-4,-1-1,0 0,-1-2,-1 1,-2-1,0-1,-1 0,-1-1,5-19,-1-3,-2 1,-2-2,-3 1,-1-1,-2-1,-2-4,-1 41,0-1,0 1,-1-1,0 1,0 0,-1-1,-1 1,0 0,0 0,-1 0,-1 1,1-1,-1 1,-2-1,5 8,0 1,0-1,0 1,0 0,0 0,0 0,-1 0,1 0,0 1,-1-1,1 1,0-1,-1 1,1 0,-1 0,1 0,0 0,-1 0,1 1,-1-1,1 1,0 0,-1-1,1 1,0 0,0 0,0 1,-1-1,1 0,1 1,-1-1,0 1,0 0,0-1,1 1,-1 0,1 0,0 0,-1 0,1 0,0 0,0 1,-13 21,2-1,0 2,1 0,2 0,0 1,2 0,1 0,1 1,1-1,2 1,0 3,0-2,1-1,1 1,1 0,1 0,2 0,2 8,-3-25,0 1,0-1,1 0,0-1,1 1,1-1,-1 0,2 0,-1-1,1 1,1-1,0-1,0 0,0 0,1 0,5 2,0-2,0 0,0-2,1 0,0 0,0-1,0-1,1-1,-1 0,1-1,0 0,0-1,4-2,41-1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40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1,'2'2,"3"6,1 3,-1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2:40.6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1,'11'13,"7"10,-1 5,-3 5,-8 7,-14 12,-19 12,-24 14,-3-7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01.3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511 155,'0'16,"-2"16,-1 17,-2 13,-3 11,1 5,0 2,3-5,1-7,1-9,1-12,1-14</inkml:trace>
  <inkml:trace contextRef="#ctx0" brushRef="#br0" timeOffset="252.882">57 74,'-14'-9,"-6"-3,2 1,13 2,19 4,23 4,26 2,24 0,21-1,15-4,6-3,-3-1,-8 1,-21 5,-26 2</inkml:trace>
  <inkml:trace contextRef="#ctx0" brushRef="#br0" timeOffset="4016.765">1407 127,'-46'84,"-4"-2,-16 17,-89 151,154-248,0 0,-1-1,1 1,0-1,-1 1,1-1,0 1,0 0,0 0,0 0,0-1,1 1,-1 0,0 0,1 0,0 0,-1 0,1 0,0 1,0-1,0 0,0 0,1 0,-1 0,0 0,1 0,-1 0,1 0,0 0,0-1,0 1,0 0,0 0,0-1,0 1,1 0,-1-1,0 1,1-1,-1 0,8 0,-1-1,0 0,0-1,1 0,-1 0,0-1,0 0,0 0,-1-1,1 0,-1 0,5-3,5-1,230-87,-220 85,-6 2</inkml:trace>
  <inkml:trace contextRef="#ctx0" brushRef="#br0" timeOffset="4271.634">1501 395,'-9'16,"-6"14,1 16,2 14,3 10,3 4,3 4,1-2,2-4,0-6,1-15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13.7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228 106,'3'-16,"0"-10,0-5,-1 8,-1 14,0 22,0 25,-5 27,-7 24,-8 21,-7 15,-7 9,-2-2,1-5,3-12,8-14,7-16,6-22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14.0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136 126,'-7'16,"-2"14,0 11,2 11,2 7,2 5,-1 3,-4 1,-3-1,-4-6,-5-8,0-12,3-11</inkml:trace>
  <inkml:trace contextRef="#ctx0" brushRef="#br0" timeOffset="388.029">83 86,'40'11,"-13"8,0 2,-2 1,0 1,-2 1,0 1,-2 1,10 15,-3-5,-2 1,-2 1,-1 0,-2 2,-1 1,-3 0,12 42,-27-79,0 1,0 0,-1-1,0 1,0 0,0-1,-1 1,1 0,-1 0,0 0,0 0,-1 0,0-1,0 1,0 0,0 0,-1-1,1 1,-1-1,0 1,-1-1,1 0,-1 0,0 0,0 0,0 0,0-1,-3 2,-11 4,-1 0,0-2,-1 0,1-1,-1-1,-1-1,1 0,-1-1,1-2,-1 0,0-1,-9-1,12 1,-184-2,189 1,25 0</inkml:trace>
  <inkml:trace contextRef="#ctx0" brushRef="#br0" timeOffset="652.749">845 246,'0'23,"0"16,-3 13,-4 10,-7 4,-4 4,-3-4,-1-4,0-8,7-14,5-12</inkml:trace>
  <inkml:trace contextRef="#ctx0" brushRef="#br0" timeOffset="995.795">804 299,'5'33,"1"-1,1 0,2-1,1 0,2 0,1-1,1-1,1 0,2-1,1-1,1 0,1-2,20 19,12-2,-50-41,0 0,0 0,-1 0,1-1,0 1,0-1,0 1,0-1,0 1,0-1,0 0,0 0,0 0,0 0,0-1,0 1,0 0,0-1,-1 1,1-1,0 0,0 0,0 1,-1-1,1 0,0-1,-1 1,1 0,-1 0,1-1,-1 1,1-1,8-15,0 0,-1 0,0-1,-2 0,0-1,-1 0,-1 0,0 0,0-11,-5 27,27-138,-7-1,-3-43,-16 109,-4 57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06.3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36 575,'5'9,"3"-1,3-7,0-8,0-10,-2-7,-5 0,-5 0,-7 5,-7 6,-3 9,0 12,2 10,4 6,6 1,5-4</inkml:trace>
  <inkml:trace contextRef="#ctx0" brushRef="#br0" timeOffset="-273.33">63 134,'-13'9,"-6"5,4-2,7-7,6-7,4-8,2-4,-1-3,1 0,-2 5,-3 9,-1 12,-3 11,0 3</inkml:trace>
  <inkml:trace contextRef="#ctx0" brushRef="#br0" timeOffset="679.693">77 0,'-6'11,"1"-1,0 1,1 0,1 0,-1 0,2 0,-1 1,1 7,2-20,0 0,1 0,-1 1,0-1,1 1,-1-1,0 0,1 1,-1-1,1 1,-1-1,1 1,-1-1,1 1,-1-1,1 1,0-1,-1 1,1 0,0-1,-1 1,1 0,0 0,-1 0,1-1,0 1,0 0,-1 0,1 0,0 0,0 0,-1 0,1 0,0 0,-1 1,1-1,0 0,-1 0,1 1,0-1,-1 0,1 1,0-1,-1 1,1-1,-1 0,1 1,-1-1,1 1,-1 0,1-1,-1 1,1-1,-1 1,0 0,1-1,-1 1,0 0,0-1,0 1,1 0,-1 0,0-1,0 1,0 0,0 0,1-3,0 0,1 0,-1 0,0 0,0 0,0 0,0 0,-1 0,1 0,-1-1,1 1,-1 0,0 0,0-1,0 1,0 0,0-1,0 1,-1 0,1 0,-1-1,1 1,-1 0,0 0,0 0,0 0,0 0,0 0,-1 0,1 0,-1 0,1 1,-1-1,0 1,1-1,-1 1,0-1,0 1,0 0,0 0,0 0,-1 0,1 0,1 1,0 0,0 0,-1 0,1 0,0 0,0 0,-1 0,1 0,0 1,0-1,0 0,-1 1,1-1,0 1,0 0,0-1,0 1,0 0,0-1,0 1,0 0,0 0,0 0,1 0,-1 0,0 0,0 0,1 0,-1 0,1 0,-1 0,1 1,0-1,-1 0,1 0,0 0,0 1,0-1,0 0,0 0,0 1,8 51,2-33</inkml:trace>
  <inkml:trace contextRef="#ctx0" brushRef="#br0" timeOffset="7087.8">558 147,'-5'-6,"0"1,0 0,0 0,1-1,0 0,0 0,0 0,1 0,0-1,0 1,0-1,1 0,0 0,-1-6,5 10,-1 0,1 0,0 1,0-1,0 1,1-1,-1 1,0 0,1 0,-1 0,1 0,0 1,0-1,0 1,0 0,0-1,0 1,0 1,0-1,0 0,0 1,1-1,-1 1,0 0,0 0,1 0,-1 1,0-1,2 1,7 0,1 0,-1 0,1 1,-1 1,0 0,0 1,0 0,-1 1,1 0,-1 1,0 0,3 3,-9-6,-1 0,1 0,-1 1,1 0,-1 0,0 0,0 1,-1-1,1 1,-1 0,0 0,0 0,-1 0,0 1,0-1,0 1,0-1,-1 1,0 0,0-1,-1 1,1 0,-1 0,0 0,-1-1,1 1,-2 2,-4 8,0-1,-2 0,0-1,0 0,-1 0,-1-1,0 0,-1 0,-1-1,0-1,0 0,-11 7,19-15,-81 69,-74 73,156-144,1 1,0-1,-1 1,1 0,0 0,0 0,0 0,0 1,1-1,-1 0,1 1,-1-1,1 1,0 0,0-1,0 1,0 0,0 0,1-1,-1 1,1 0,0 0,0 0,0 0,0 0,0 0,1-1,-1 1,1 0,0 0,0 0,0-1,0 1,0-1,2 3,3-2,0 0,1-1,-1 1,1-1,0-1,0 1,0-1,0 0,0-1,0 0,-1 0,1 0,0-1,0 0,0 0,-3 0,75-9,-1-5,71-22,-10 2,-76 21,-12 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24.7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 0,'-7'5,"1"3,3 1,4 1,2-2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24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 0,'5'14,"1"9,0 7,-1 5,-2 5,-8 5,-14 7,-23 11,-3-5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26.9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163 241,'-1'1,"-23"13,24-14,-1 0,1 0,0 0,-1 1,1-1,0 0,-1 0,1 0,0 1,-1-1,1 0,0 0,0 1,-1-1,1 0,0 0,0 1,-1-1,1 0,0 1,0-1,0 0,0 1,0-1,0 1,-1-1,1 0,0 1,0-1,0 0,0 1,0-1,0 1,1-1,-1 0,0 1,0-1,0 0,0 1,0-1,0 0,1 1,-1-1,0 0,0 1,0-1,1 0,-1 0,0 1,1-1,-1 0,0 0,0 1,1-1,-1 0,0 0,1 0,-1 0,0 1,1-1,99 11,-60-11,-34-1,-1 1,0 0,0 0,1 0,-1 0,0 1,0 0,1 0,-1 0,0 1,0 0,-1 0,1 0,0 0,-1 1,1 0,-1 0,0 0,1 0,-2 1,1-1,0 1,-1 0,0 1,0-1,0 0,0 1,-1-1,1 1,-1 0,-1 0,1 0,0 1,-2 1,-1 1,1-1,-1 1,0-1,-1 0,0 0,0 1,0-1,-1 0,0-1,-1 1,1-1,-1 1,-1-1,1 0,-1 0,0-1,-97 84,24-42,78-47,0 1,0-1,0 0,0 1,0-1,-1 0,1 1,0-1,0 0,0 1,0-1,0 0,0 1,0-1,0 0,1 1,-1-1,0 0,0 1,0-1,0 0,0 1,1-1,-1 0,0 1,0-1,0 0,1 0,-1 1,0-1,0 0,1 0,-1 1,0-1,1 0,-1 0,0 0,1 0,-1 0,0 1,1-1,-1 0,0 0,1 0,-1 0,0 0,1 0,-1 0,0 0,1 0,-1 0,0 0,1 0,-1-1,0 1,1 0,-1 0,1 0,0 0,52 8,-35-7,-1 1,1 1,-1 1,1 0,-1 1,0 1,-1 0,0 1,0 1,0 1,-1 0,1 2,-13-9,0 1,-1 0,1-1,-1 1,0 0,1 0,-1 0,-1 1,1-1,0 1,-1-1,0 1,1-1,-2 1,1 0,0-1,-1 1,1 0,-1-1,0 1,0 0,-1 0,1-1,-1 1,0 0,0-1,0 1,0 0,-1-1,1 0,-1 1,0-1,0 0,-2 2,-12 14,-2-1,-1 0,0-1,-1-2,0 0,-1-1,-1 0,-1-2,0-1,0-1,-17 5,-123 39,162-53,-1 0,1-1,-1 1,0 0,1-1,-1 1,0-1,1 0,-1 1,0-1,1 0,-1 0,0 0,0 0,1 0,-1 0,0-1,1 1,-1-1,0 1,1-1,-1 1,1-1,-1 0,1 0,-1 0,1 0,-1 0,1 0,0 0,0-1,-1 1,1 0,0-1,0 1,0 0,0-2,2-14</inkml:trace>
  <inkml:trace contextRef="#ctx0" brushRef="#br0" timeOffset="255.401">537 1,'22'9,"18"17,10 17,3 20,-2 17,-8 15,-11 15,-15 11,-21 8,-20 4,-19 3,-17-1,-9-6,7-25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32.4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290 94,'-16'-15,"-2"1,0 1,0 1,-1 1,-1 0,-6-1,23 11,0 0,-1 0,1 0,0 0,-1 1,1-1,0 1,-1 0,1 0,-1 0,1 1,0-1,-1 1,1 0,0 0,-1 0,1 0,0 0,0 1,0 0,0-1,0 1,0 0,1 0,-1 1,1-1,-1 0,1 1,0 0,0-1,0 1,0 0,0 0,1 0,-1 2,-6 10,0 0,1 1,1-1,1 2,0-1,1 0,1 1,0 0,2 0,0 0,0 7,1-19,0 1,1 0,-1 0,1-1,0 1,0-1,1 1,0-1,0 1,0-1,0 0,1 0,0 0,0 0,1 0,-1-1,1 0,0 1,0-1,0-1,1 1,-1 0,1-1,0 0,0 0,13 3,0-1,1 0,0-1,0-1,0-1,0-1,0 0,0-1,1-1,-1-1,0-1,0-1,-1 0,1-2,-1 0,0 0,11-7,33-18,-13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30.0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0 609,'4'4,"0"0,0 0,0 0,1 0,0-1,0 0,0 0,0 0,0 0,0-1,1 0,-1 0,1 0,0-1,-1 0,1 0,0 0,0-1,0 0,-1 0,1 0,0-1,2 0,9-2,-1-1,0-1,0 0,0-1,0-1,-1 0,7-6,4-1,-1-1,-1-2,-1 0,-1-1,0-2,-1 0,-1-1,-1-1,-1-1,-1 0,-1-2,-1 0,-2 0,11-26,-22 45,1 1,-1-1,0 1,0-1,-1 0,1 1,-1-1,-1 0,1 0,-1 0,0 0,0 0,-1 0,0 0,0 0,0 1,-1-1,0 0,0 1,0-1,0 1,-1 0,0 0,0 0,-1 0,0 0,1 1,-1-1,-1 1,1 0,-1 0,1 1,-1-1,0 1,-2-1,1 2,1 1,-1 0,0 0,1 0,-1 0,0 1,0 0,1 0,-1 1,0-1,1 1,-1 0,0 1,1 0,0-1,-1 2,1-1,0 1,0-1,0 1,0 1,1-1,-1 1,1 0,-4 3,-1 3,1 0,0 0,0 1,1 0,0 1,1-1,0 1,1 0,0 1,-2 11,-1 27,3 0,2 1,2-1,3 0,2 1,1-1,4 0,1-1,3 0,9 22,4 24,9 27,-6 2,6 76,-28-127</inkml:trace>
  <inkml:trace contextRef="#ctx0" brushRef="#br0" timeOffset="1093.607">54 956,'3'-5,"1"0,0 0,1 0,-1 0,1 1,0-1,0 1,1 0,-1 1,1 0,0 0,0 0,0 0,0 1,0 0,0 0,3 0,0-1,59-20,0 4,1 3,1 2,0 4,8 2,-8 10,-68-1,0-1,0 0,0 1,0 0,0-1,0 1,0 0,-1 0,1 0,0 0,0 1,-1-1,1 0,-1 1,1-1,-1 1,1-1,-1 1,0 0,0 0,0-1,0 1,0 0,0 0,-1 0,1 0,-1 0,1 0,-1 0,0 2,1 14,-2-16,1 0,-1 1,1-1,0 0,0 1,0-1,0 1,1-1,-1 1,0-1,1 0,0 1,0-1,-1 0,1 0,1 0,-1 0,0 1,0-1,1-1,-1 1,1 0,0 0,-1 0,1-1,0 1,0-1,0 0,0 1,1-1,4 1,-1 0,1-1,0 0,-1 0,1 0,0-1,-1 0,1 0,0-1,0 0,-1 0,1-1,-5 0,0 0,0 0,0-1,-1 1,1-1,0 1,-1-1,0 1,0-1,1 0,-2 0,1 0,0 1,-1-1,1 0,-1 0,0 0,0 0,0 0,0 0,0 0,-1 0,1 0,-1 0,0 0,0 0,0 1,0-1,-1 0,1 1,-1-1,-1-1,-1-5,0 1,0 0,-1 1,0-1,-1 1,0 0,0 0,0 1,-1-1,0 2,0-1,0 1,-1 0,0 0,0 1,0 0,0 0,-1 1,1 0,-1 1,0 0,0 0,0 1,0 0,0 1,0-1,7 1,0 0,1 0,-1 0,1 0,-1 0,0 0,1 0,-1 1,1-1,-1 0,0 1,1 0,-1-1,1 1,0 0,-1-1,1 1,0 0,-1 0,1 0,0 0,0 1,0-1,0 0,0 0,0 1,0-1,0 0,0 1,1-1,-1 1,1-1,-1 1,1 0,-1-1,1 1,0-1,0 1,0 0,0-1,0 1,0-1,0 1,0 0,1-1,-1 1,1-1,-1 1,1-1,0 1,-1-1,1 1,0-1,0 0,0 1,0-1,0 0,0 0,1 0,-1 0,0 0,2 1,9 3,0 0,0-1,1 0,-1-1,1 0,0-1,0-1,0 0,0-1,0 0,0-1,0 0,0-1,0 0,2-2,8-1,-1-1,1 0,-1-2,0-1,0-1,-1 0,-1-2,1 0,-2-2,0 0,-1-1,0 0,-1-2,-1 0,-1-1,0 0,-1-1,-1-1,-1-1,-1 1,-1-2,-1 1,0-1,-2-1,0 1,-2-1,-1-1,0 1,-1-19,-3 18,-1 0,-2 0,0 0,-2 1,-1-1,0 1,-2 0,0 1,-2 0,-2-3,12 23,-1 0,1 1,-1-1,1 1,-1-1,0 1,0-1,1 1,-1 0,0-1,0 1,0 0,-1-1,1 1,0 0,0 0,-1 0,1 0,0 0,-1 1,1-1,-1 0,1 1,-1-1,1 1,-1-1,0 1,1 0,-1-1,0 1,1 0,-1 0,1 0,-1 1,0-1,-1 0,0 4,1 0,-1 0,1 0,-1 0,1 1,0-1,0 0,1 1,0-1,-1 1,2 0,-1-1,0 3,-7 54,3 0,2 1,4-1,1 1,4-1,2 3,-2-11,2-1,3 0,1-1,3 0,2-1,18 37,16-19,-48-67,-1 1,0-1,0 1,1-1,-1 0,1 1,-1-1,1 0,-1-1,1 1,0 0,-1-1,1 0,0 1,0-1,-1 0,1-1,0 1,-1 0,1-1,0 1,-1-1,1 0,0 0,-1 0,1 0,-1 0,0-1,2 0,15-13,0 0,-1-2,-1 0,-1-1,0 0,6-12,-15 21,58-73,-64 82,0 0,-1 0,1 0,0 1,0-1,-1 0,1 1,0-1,0 0,-1 1,1-1,0 1,-1-1,1 1,-1 0,1-1,-1 1,1-1,-1 1,1 0,-1 0,0-1,1 1,-1 0,0 0,1-1,-1 1,0 0,0 0,0-1,0 1,0 0,0 0,0 0,0 0,0-1,0 1,0 0,-1 0,1-1,0 1,0 0,-1 0,1 0,0 0,-1 4,0-1,1 1,-1 0,1-1,1 1,-1 0,1-1,-1 1,1 0,1-1,-1 1,0-1,1 0,0 1,0-1,1 0,-1 0,1 0,0-1,0 1,0-1,0 1,0-1,1 0,0 0,-1-1,1 1,0-1,1 1,-1-1,0-1,5 2,-3-2,0 0,1-1,-1 0,0 0,0-1,1 0,-1 0,0 0,0-1,0 0,0 0,0 0,0-1,-1 0,1 0,-1 0,0-1,0 0,0 0,0 0,-1-1,0 1,0-1,0 0,0 0,-1-1,0 1,0-1,0 1,-1-1,1 0,-1 0,-1 0,1 0,-1-1,-1 1,1 0,-1-1,0 1,0 0,-1 0,1-1,-2 1,1 0,-1 0,1 0,-2 0,-1-4,-1 3,1 1,-2 0,1 0,-1 1,1 0,-1 0,-1 0,1 1,-1-1,0 2,0-1,0 1,0 0,-1 0,1 1,-1 0,1 0,-1 1,0 0,-1 1,4-1,0 0,0 1,-1 0,1 0,0 1,-1-1,1 1,0 0,0 0,0 1,-1 0,2 0,-1 0,0 0,0 1,1 0,-1 0,1 0,0 0,0 1,0 0,0-1,1 1,0 1,0-1,0 0,0 1,0 0,0 3,2-3,0-1,0 1,1 0,0-1,0 1,0 0,1-1,0 1,0 0,0-1,0 1,1-1,-1 0,1 1,0-1,1 0,-1 0,1 0,-1 0,1-1,0 1,1-1,-1 1,1-1,-1 0,1-1,0 1,0-1,0 1,0-1,1 0,-1-1,0 1,1-1,3 1,40 15</inkml:trace>
  <inkml:trace contextRef="#ctx0" brushRef="#br0" timeOffset="1701.984">2219 422,'-15'-1,"-1"2,0 0,1 1,0 0,-1 2,-8 2,21-5,-1 0,1 0,0 1,0-1,0 1,-1 0,1-1,1 2,-1-1,0 0,0 0,1 1,0-1,-1 1,1 0,0 0,0 0,0 0,1 0,-1 0,1 1,0-1,0 0,0 1,0-1,0 1,1-1,0 1,-1-1,1 1,1 2,3 6,0 0,1 0,0-1,1 0,1 0,0 0,0 0,1-1,0-1,1 1,0-1,0-1,1 0,0 0,0-1,10 5,25 20,-27-21,-1 2,0 0,0 1,-1 0,-1 1,10 14,-23-27,-1-1,0 1,1 0,-1-1,0 1,0 0,0 0,0 0,0 0,-1 0,1 0,-1 0,1 0,-1 0,0 0,0 1,0-1,0 0,0 0,0 0,0 0,-1 0,1 0,-1 0,0 0,0 0,1 0,-1 0,0 0,-1 0,1 0,0-1,0 1,-1 0,1-1,-1 1,1-1,-1 0,0 1,0-1,1 0,-1 0,-2 1,-6 3,0-1,-1 0,1 0,-1-1,0 0,0-1,-1 0,1-1,0 0,0-1,-1 0,1-1,-2-1,11 2,1 0,-1-1,0 1,0-1,0 0,1 0,-1 0,0 1,1-1,-1-1,1 1,-1 0,1 0,-1-1,1 1,0 0,0-1,0 0,0 1,0-1,0 1,0-1,0 0,1 0,-1 0,1 1,-1-1,1 0,0 0,0 0,0 0,0 0,0 0,0 1,0-1,0 0,1 0,-1 0,1 0,0 0,-1 1,1-1,0 0,0 1,0-1,0 1,0-1,0 1,1-1,-1 1,0 0,1-1,0 1,9-7,0 1,1 0,0 1,0 0,1 1,-1 0,1 1,0 0,0 1,0 1,1 0,3 1,33-8,-34 6,-1-1,0 0,-1-1,1-1,-1 0,0-1,0 0,-1-2,0 1,-1-1,0-1,0 0,-1-1,0 0,-1-1,0 0,-1 0,0-1,-1-1,-1 1,0-1,0 0,-2-1,3-9,-7 23,0 0,-1-1,1 1,-1 0,1 0,-1 0,1-1,-1 1,0 0,1-1,-1 1,0 0,0-1,0 1,0 0,0-1,-1 1,1 0,0 0,0-1,-1 1,1 0,-1 0,1-1,-1 1,0 0,1 0,-1 0,0 0,0 0,0 0,0 0,0 0,0 0,0 0,0 1,0-1,0 0,0 1,-1-1,1 1,0-1,0 1,-1-1,1 1,0 0,0 0,-1 0,1 0,0 0,-1 0,1 0,0 0,-1 0,1 1,-5 3,1 0,0 1,0 0,1 0,-1 0,1 0,0 1,1 0,-1-1,1 1,0 1,1-1,-1 0,1 1,1-1,-1 1,1 0,0-1,0 7,0-4,-1 0,1 0,1 0,0 0,0 0,1 0,0 0,0 0,1-1,0 1,1 0,0-1,0 1,1-1,0 0,0 0,1-1,0 1,0-1,1 0,0 0,0-1,1 0,0 0,0 0,2 1,5 1,0-1,1 0,0-1,0 0,0-1,1-1,0 0,-1-1,17 0,24 1</inkml:trace>
  <inkml:trace contextRef="#ctx0" brushRef="#br0" timeOffset="2070.503">3342 475,'-19'-2,"1"1,-1 0,0 1,1 1,-1 1,-17 4,30-5,0 1,1 0,-1-1,0 2,1-1,0 1,0 0,0 0,0 0,0 1,0 0,1 0,0 0,0 0,0 1,0-1,1 1,-1 0,1 0,1 0,-1 1,1-1,-2 5,3-7,0 0,1 0,-1 0,1 1,-1-1,1 0,0 0,0 0,0 1,1-1,-1 0,1 0,-1 0,1 0,0 0,1 0,-1 0,0 0,1 0,0 0,-1-1,1 1,0-1,0 1,1-1,-1 0,0 0,1 0,-1 0,1 0,0 0,0-1,99 36,-28-24,-46-9,1 1,0 2,-1 0,0 2,2 3,-28-12,0 0,0 1,0-1,0 1,0 0,0 0,0 0,-1 0,1 0,0 0,0 0,-1 1,1-1,-1 0,1 1,-1 0,0-1,1 1,-1 0,0 0,0-1,0 1,0 0,-1 0,1 0,0 0,-1 0,1 0,-1 0,0 0,0 1,0-1,0 0,0 1,-5 2,1-1,-1 1,0-1,0 0,-1-1,1 1,-1-1,0 0,0 0,0-1,0 0,0 0,-2 0,-4 3,-224 55,54-17,165-37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28.4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4 203,'-2'30,"1"1,1 0,2 0,1 0,4 13,-1-7,7 53,4-1,28 85,-43-168,0 4,2 1,-1-1,1 0,1 0,0-1,0 1,1-1,3 3,-9-11,1 0,0 0,0 0,-1 0,1 0,0-1,0 1,0 0,0 0,0-1,0 1,0-1,1 1,-1-1,0 1,0-1,0 0,0 0,1 1,-1-1,0 0,0 0,0 0,1 0,-1 0,0-1,0 1,0 0,1-1,-1 1,0 0,0-1,0 1,0-1,0 0,0 1,0-1,0 0,0 0,0 1,0-1,-1 0,1 0,0 0,0 0,-1 0,1 0,0-1,27-56,-14 0,-1-1,-4 0,-2-1,0-58,-5 73,15-259,-17 295,1 16,-1 2,7 90,4 0,5 0,3-2,15 34,-28-109,1 0,1 0,1-1,1 0,1-1,10 14,1-5</inkml:trace>
  <inkml:trace contextRef="#ctx0" brushRef="#br0" timeOffset="368.474">606 523,'4'22,"1"-1,1 0,0 0,2-1,1 0,0 0,1-1,1 0,1-1,2 2,-12-16,1-1,-1 0,0 0,1 1,0-1,0-1,0 1,0 0,0-1,1 0,-1 0,1 0,-1 0,1 0,0-1,0 1,0-1,0 0,0 0,0-1,0 1,0-1,0 0,0 0,0 0,0 0,0-1,0 0,0 0,0 0,0 0,0-1,0 1,-1-1,1 0,-1 0,1 0,2-3,5-6,-2 0,1 0,-1-1,-1 0,0 0,-1-1,0 0,-1 0,-1-1,0 0,0 0,-2 0,0 0,0 0,-1-1,-1 0,-1 1,0-4,-9 54,8-25,1 0,0 0,0-1,1 1,1 0,0-1,0 1,1-1,0 1,1-1,0 0,1 0,0-1,0 1,1-1,0-1,1 1,0-1,0 0,1 0,0-1,0 0,1 0,0-1,0-1,2 2,8 1,1 0,1-1,-1-1,1-1,14 2,34 3</inkml:trace>
  <inkml:trace contextRef="#ctx0" brushRef="#br0" timeOffset="981.899">1729 590,'-22'-8,"1"1,-1 1,-1 2,1 0,-1 1,1 1,-6 1,23 0,0 0,0 1,0-1,0 1,0 0,0 0,0 1,0 0,-1 0,1 0,1 0,-1 1,0 0,0 0,1 0,-1 0,1 1,-1 0,1 0,0 0,0 0,1 1,-1 0,1 0,-1 0,1 0,0 0,1 0,-1 1,1-1,0 1,0 0,0 0,0 3,1-2,1 1,0-1,1 1,-1 0,1-1,0 1,1-1,-1 0,1 1,1-1,-1 0,1 0,0 0,1-1,-1 1,1-1,0 0,0 0,1 0,-1 0,1-1,0 1,1-1,-1-1,1 1,-1-1,1 0,0 0,0-1,1 1,-1-1,0-1,1 1,-1-1,1-1,-1 1,1-1,0 0,-1 0,1-1,-1 0,1 0,-1 0,0-1,1 0,4-2,-1-2,-1 1,0-1,0 0,-1-1,0 0,0 0,0-1,-1 0,0-1,-1 1,0-1,0 0,-1-1,0 1,1-5,4-10,-2-1,0 0,-2 0,0 0,1-25,-3 9,-1 0,-2 0,-2 0,-1 0,-3 0,-1 0,-2 1,-1 0,-3 1,-2-3,14 41,-1-2,1 1,-1-1,0 1,0-1,0 1,0-1,0 1,-1 0,1 0,-1 0,1 0,-1 0,0 0,0 0,0 0,0 1,0-1,0 1,0-1,-1 1,-1-1,2 3,0 1,0-1,0 1,0-1,0 1,0 0,1 0,-1 0,1 0,-1 0,1 0,0 0,0 0,0 0,0 1,0-1,0 0,1 1,-1-1,1 1,-1-1,1 1,0 1,0-3,-7 46,2-1,2 1,2 0,2 0,2 0,2-1,12 46,-14-68,1 0,1-1,2 0,0 0,1 0,2-1,0 0,1-1,1 0,1-1,1 0,1-1,0-1,14 12,-25-26,1 0,0 0,0 0,0-1,0 0,0 0,1-1,-1 1,1-1,0 0,0-1,-1 1,1-1,0 0,0-1,0 1,1-1,-1-1,0 1,0-1,0 0,0 0,-1-1,1 1,0-1,0-1,-1 1,0-1,1 0,-1 0,0 0,0-1,-1 0,1 0,0-1,3-7,1 0,-2 0,0-1,-1 0,0-1,0 1,-2-1,0 0,0 0,-1 0,-1-1,-1 1,0-1,0 0,-2 1,0-1,0 1,-2-1,-2-8,5 21,0 1,0 0,0-1,0 1,0 0,0-1,0 1,-1 0,1-1,0 1,-1 0,1 0,-1-1,0 1,1 0,-1 0,0 0,0 0,1 0,-1 0,0 0,0 0,0 0,0 0,-1 0,1 1,0-1,0 1,0-1,-1 0,1 1,0 0,0-1,-1 1,1 0,0 0,-1 0,1 0,0 0,-1 0,1 0,0 0,-1 0,1 1,-2 3,0 0,0 0,1 0,0 1,0-1,0 1,0 0,1-1,0 1,0 0,0 0,1 0,-1 0,1 0,0 0,1 0,-1 0,1-1,1 4,-1 2,1-1,1 1,0-1,0 0,0 0,1 0,1 0,0-1,0 0,0 0,1 0,0 0,1-1,0 0,0-1,0 1,1-1,0-1,0 1,1-1,-1-1,1 0,16 7,1-1,-1-1,2-1,-1-1,1-2,0-1,4 0,75 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39.8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64,'16'-9,"-1"0,1 1,0 1,1 1,0 0,0 1,0 1,1 1,-1 0,1 1,0 1,13 1,-26 0,0-1,-1 1,1 0,0 1,0-1,0 1,0 0,-1 0,1 0,0 0,-1 1,1 0,-1 0,0 0,1 1,-1-1,0 1,0 0,-1 0,1 1,-1-1,0 1,1 0,-1-1,-1 1,1 1,-1-1,0 0,1 1,-2-1,1 1,-1-1,1 1,-1 0,-1 0,1-1,0 5,-5 9,1 0,-2-1,-1 0,0 0,-1-1,0 0,-2 0,0 0,0-1,-2-1,0 1,0-2,-3 2,-159 195,170-207,1-1,-1 1,1 0,-1-1,1 1,0 0,0 0,0 1,1-1,-1 0,1 1,0-1,0 1,0-1,0 1,0-1,1 1,0 0,-1-1,1 1,1 0,-1-1,1 1,-1 0,1-1,0 1,0-1,0 1,1-1,0 0,-1 0,1 1,0-1,0 0,1 0,-1 0,9 2,1 0,0-1,-1 0,1-1,1 0,-1-1,0-1,0 0,1 0,-1-1,1 0,1-2,60-2,-1-4,46-11,-34 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40.2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302 1,'-7'27,"-4"28,-3 24,-3 20,-2 15,-1 9,-3 2,-1-7,1-10,0-11,3-17,4-16,4-17,4-17</inkml:trace>
  <inkml:trace contextRef="#ctx0" brushRef="#br0" timeOffset="343.085">649 295,'-4'23,"-4"21,-1 19,2 14,-1 11,1 1,2-2,1-11,2-10,-1-14,0-15,0-14,1-12</inkml:trace>
  <inkml:trace contextRef="#ctx0" brushRef="#br0" timeOffset="652.284">596 309,'148'161,"-85"-96,-3 1,-3 4,2 10,-1 31,-56-107,-1 1,1 0,-1 0,0 0,0 0,-1 0,1 0,-1 0,0 0,-1 1,1-1,-1 0,0 0,0 0,-1-1,1 1,-1 0,0 0,0-1,-1 1,0-1,1 0,-2 1,-9 7,-1-1,-1-1,1 0,-2-1,1-1,-1 0,-1-1,1 0,-1-2,0 0,0-1,-8 1,18-3,-16 4,-1 0,1-2,-1-1,1 0,-1-2,0-1,23 0,0 1,-1-1,1 0,0 0,0 0,-1 0,1 0,0 0,0 0,-1-1,1 1,0 0,0-1,0 1,0-1,0 1,-1-1,1 0,0 1,0-1,0 0,0 0,1 0,-1 1,0-1,0 0,0 0,1 0,-1 0,1-1,-1 1,1 0,-1 0,1 0,-1-1,7-14</inkml:trace>
  <inkml:trace contextRef="#ctx0" brushRef="#br0" timeOffset="900.135">1332 402,'2'23,"1"21,-3 16,0 13,-4 6,-2 2,-1-4,-1-6,0-10,2-12,0-11,0-10,2-10</inkml:trace>
  <inkml:trace contextRef="#ctx0" brushRef="#br0" timeOffset="1258.178">1359 429,'111'166,"-81"-115,-20-34,43 71,3-2,54 62,-67-108,-41-39,-1 0,0 0,1 0,-1 0,1 0,-1-1,1 1,0-1,-1 1,1-1,0 0,-1 1,1-1,0 0,-1 0,1 0,0 0,-1 0,1-1,0 1,-1-1,1 1,0-1,-1 1,1-1,-1 0,1 0,-1 1,0-1,1 0,-1 0,1-1,5-7,-1 1,-1-1,0 0,0 0,0-1,-1 0,-1 1,0-1,0-1,-1 1,1-8,0 7,23-134,-6-1,-6 0,-6-28,-7 149,1-1,-1 0,-2 0,0 0,-1 0,-2 0,-6-24,-5 11</inkml:trace>
  <inkml:trace contextRef="#ctx0" brushRef="#br0" timeOffset="1963.986">102 1151,'-7'-2,"-2"3,-2 7,-1 8,-2 13,1 11,1 12,4 6,2 5,1 1,0-11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38.2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387 148,'-7'-8,"0"1,0 1,-1-1,0 1,0 1,0-1,-1 1,0 1,0 0,0 0,0 1,-1 0,1 0,-1 1,0 0,0 1,1 0,-1 1,0 0,0 0,0 1,0 0,0 1,1 0,-1 1,1 0,0 0,-1 1,1 0,1 1,-1 0,1 0,0 1,-6 5,5 2,0 1,2 0,-1 1,2-1,0 1,1 1,0-1,2 1,-1-1,2 1,0 0,1 0,1 1,0-1,1 0,1 0,0 0,1-1,1 1,4 10,-2-10,1-1,0 0,1 0,0-1,1 0,1 0,0-1,1 0,0-1,1 0,0-1,1-1,1 1,-1-2,1 0,1-1,0 0,0-1,0-1,1-1,0 0,0-1,0 0,1-1,-1-1,1-1,0 0,-1-2,1 1,0-2,-1 0,0-1,1-1,104-41,-74 20</inkml:trace>
  <inkml:trace contextRef="#ctx0" brushRef="#br0" timeOffset="253.322">869 41,'0'0</inkml:trace>
  <inkml:trace contextRef="#ctx0" brushRef="#br0" timeOffset="458.772">869 41,'6'0,"6"0,2 0,5-3,10 0,7-2,11 0,5-2,3 0,-1 2,-4 2,-12 0</inkml:trace>
  <inkml:trace contextRef="#ctx0" brushRef="#br0" timeOffset="801.378">802 120,'3'205,"-4"-202,1 0,0 1,0-1,0 0,1 0,-1 1,1-1,0 0,0 0,0 1,0-1,0 0,1 0,-1 0,1-1,0 1,0 0,0-1,0 1,0-1,1 1,-1-1,1 0,0 0,-1 0,1-1,0 1,0 0,0-1,2 1,80-16,-55 9,0 1,1 2,0 0,-1 3,1 0,6 3,-26-3,1 1,-1 0,0 1,0 0,0 1,0 0,0 1,-1 0,0 0,0 1,-1 1,1 0,-1 0,-1 1,1 0,-1 0,-1 1,1 0,-5-4,0 0,0 0,0 1,-1 0,1-1,-1 1,-1 0,1 0,-1 0,0 0,0 0,-1 0,0 0,0 0,0 0,-1 0,0 1,0-1,0 0,-1-1,0 1,0 0,-1 0,1-1,-1 0,0 1,-1-1,1 0,-1-1,0 1,-3 2,-11 9,0-1,-1 0,-1-1,-1-1,0-2,0 1,-1-2,0-1,-22 6,-17-4,50-18,9-4</inkml:trace>
  <inkml:trace contextRef="#ctx0" brushRef="#br0" timeOffset="1092.116">1644 214,'-7'-9,"-2"-1,2 4,8 7,8 8,1 3</inkml:trace>
  <inkml:trace contextRef="#ctx0" brushRef="#br0" timeOffset="1327.007">1791 736,'-9'4,"2"4,6 1,8-2,2-1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36.3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2 253,'-2'169,"4"318,0-495,-1 0,1 0,0 0,1 1,-1-1,2 1,-1-1,1 1,0 0,0 0,1 1,0-1,1 0,-1 3,-1-1,1 1,0 1,0-1,0 1,1 0,-1 0,1 1,-1-1,1 1,0 0,0 1,0-1,0 1,0 1,0-1,1 1,-1 0,0 0,0 1,0 0,0 0,0 0,6 3,-2-1,0 0,-1 1,1 1,-1-1,0 2,0-1,0 1,-1 1,0-1,0 1,0 1,-1-1,-1 2,3 2,-6-8,-1 0,0 1,0-1,0 0,0 1,-1-1,1 1,-1-1,0 1,0 0,0 0,-1-1,0 1,1 0,-1 0,0 0,-1-1,1 1,-1 0,1 0,-1 0,0-1,-1 1,1-1,0 1,-1-1,0 1,0-1,0 0,0 0,-1 0,1 0,-1 0,0 0,0-1,0 0,0 1,-3 1,-4 2,0 0,0-1,-1 0,0-1,0 0,0 0,0-1,-1-1,1 0,-1-1,0 0,1 0,-1-1,0-1,1 0,-6-1,15 1,0 1,0 0,0-1,0 1,0-1,-1 0,1 1,0-1,0 0,1 0,-1-1,0 1,0 0,0-1,1 1,-1-1,1 1,-1-1,1 0,0 1,0-1,-1 0,1 0,0 0,1 0,-1 0,0 0,1 0,-1 0,1-1,-1 1,1 0,0 0,0 0,0-1,0 1,1 0,-1 0,0 0,1 0,0 0,-1 0,1 0,0 0,0 0,1-1,8-11,2 1,0 0,0 1,1 0,1 1,0 1,0 0,1 0,0 2,1 0,0 1,0 0,0 1,7-1,1-1,1 0,-1 1,1 2,1 0,-1 2,20 0,-42 3,1 0,-1 0,0 0,0 1,0 0,0-1,0 1,0 0,0 0,0 1,0-1,-1 1,1-1,0 1,-1 0,1 0,-1 0,0 0,1 1,-1-1,0 1,-1-1,1 1,0 0,-1-1,1 1,-1 0,0 0,0 0,0 0,0 0,-1 0,1 0,-1 1,0-1,0 0,0 3,-1 36,6 33,9-59,-7-18</inkml:trace>
  <inkml:trace contextRef="#ctx0" brushRef="#br0" timeOffset="246.341">417 373,'13'-6,"17"-4,2 2</inkml:trace>
  <inkml:trace contextRef="#ctx0" brushRef="#br0" timeOffset="1010.403">844 172,'25'89,"-3"1,-5 0,-4 1,-3 1,-5 8,-12 132,7-228,-1-3,1 0,-1 0,1 1,0-1,-1 0,1 1,0-1,0 0,0 1,0-1,0 0,0 1,0-1,0 0,1 1,-1-1,1 0,-1 0,0 1,1-1,0 0,-1 0,1 0,0 1,0-1,0 0,-1 0,1 0,0-1,0 1,1 0,-1 0,0 0,0-1,0 1,0-1,1 1,-1-1,0 1,1-1,0 1,4-4,1 0,-1 0,1 0,-1-1,0 0,0 0,0-1,-1 0,0 0,0 0,0 0,3-6,-3 6,119-171,-124 177,0-1,0 0,0 0,1 1,-1-1,0 0,0 0,0 1,0-1,1 0,-1 0,0 0,0 0,1 1,-1-1,0 0,0 0,1 0,-1 0,0 0,0 0,1 0,-1 0,0 1,1-1,-1 0,0 0,0 0,1 0,-1-1,0 1,0 0,1 0,-1 0,0 0,1 0,-1 0,0 0,0 0,1-1,-1 1,0 0,0 0,0 0,1 0,-1-1,0 1,0 0,0 0,0-1,1 1,-1 0,0 0,0-1,0 1,0 0,0-1,0 31,0-25,-1 8,0-9,0 0,0 1,1-1,-1 1,1-1,0 1,0-1,0 0,1 1,0-1,0 1,0-1,0 0,0 0,1 0,0 1,0-2,0 1,0 0,1 0,0-1,-1 1,1-1,0 0,1 0,-1 0,1 0,-1 0,1-1,0 1,4-2,1 0,-1-1,0 0,0 0,1-1,-1 0,0 0,0-1,0 0,0 0,0-1,-1 0,1-1,-1 1,0-1,0-1,0 0,0 1,-1-2,0 1,0-1,0 0,-1 0,0-1,0 0,0 0,8-12,-10 13,1 1,-1 0,1 0,-1 1,1-1,1 1,-1 0,0 0,1 0,0 1,3-2,-6 5,0 0,0 1,0 0,0-1,0 1,0 0,0 0,0 0,-1 0,1 0,0 0,-1 1,1-1,-1 1,1-1,-1 1,0-1,1 1,-1 0,0 0,0-1,0 1,-1 0,1 0,0 0,-1 0,1 0,-1 0,0 0,1 0,-1 2,3 5,-2-7,52 106,-49-103,-1 0,1 0,-1-1,1 0,1 0,-1 0,0 0,1-1,0 0,0 1,0-2,0 1,0-1,1 1,-1-2,1 1,-1 0,1-1,4 0,4-2,0-1,0-1,0 0,-1-1,1 0,-1-1,0-1,0 0,-1-1,0 0,0-1,-1 0,1-1,-2 0,1-1,-2 0,1 0,-1-1,-1-1,0 1,1-3,10-18,-1-1,-1-1,-1 0,-3-1,0-1,-3 0,-1 0,-1-1,-2 0,-2-1,-1 1,-2-22,0 32,-1-1,-2 0,0 1,-2-1,-1 1,-1 0,-1 0,-2 1,-9-20,17 43,0-1,0 1,0 0,0 0,0 0,-1 0,0 0,0 1,1-1,-1 0,-1 1,1 0,0-1,-1 1,1 0,-1 0,0 0,1 0,-1 1,0-1,0 1,0 0,0 0,0 0,-1 0,1 0,0 1,0-1,-1 1,1 0,0 0,-1 0,1 0,0 1,-3 3,1-1,0 2,0-1,1 1,-1-1,1 1,0 1,0-1,1 0,0 1,-1 0,2 0,-1 0,1 0,0 1,-15 48,2 1,3 1,2 0,3 1,2 0,3 22,-2-44,2 0,2 0,1 0,2 0,1 0,2 0,1-1,2 0,2-1,1 1,13 24,34 8,-35-52</inkml:trace>
  <inkml:trace contextRef="#ctx0" brushRef="#br0" timeOffset="1263.725">871 440,'-18'0,"-8"0,2 2,17 1,23 0,32 0,34-2,34-4,26-5,14-5,3-3,-25 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43.5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12 160,'-2'-3,"1"1,0-1,-1 1,1-1,0 1,0-1,0 0,1 0,-1 1,1-1,0 0,-1 0,1 0,0 0,1 1,-1-1,0 0,1 0,0 0,-1 1,1-1,0 0,1 1,-1-1,0 1,1-1,-1 1,1 0,0 0,0-1,0 1,0 0,0 1,0-1,1-1,13-6,0 0,0 1,0 0,1 2,0 0,0 1,1 0,0 2,-1 0,1 1,0 0,4 2,-9-1,1 1,-1 0,1 1,-1 0,1 1,-1 1,0 0,0 1,0 1,4 1,-12-4,0 1,-1-1,1 1,0 0,-1 1,0-1,0 0,0 1,0 0,-1 0,0 0,1 1,-1-1,-1 1,1 0,-1-1,0 1,0 0,0 0,-1 1,1-1,-1 0,0 0,-1 1,0-1,1 1,-2 0,-2 13,-1 0,-1 0,-1-1,0 0,-2 0,0-1,-1 0,0 0,-2-1,0 0,-4 4,13-17,-68 92,48-69,1 1,1 1,2 1,1 1,1 0,1 1,2 1,-5 20,12 33,10-52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43.8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0,'-2'16,"-1"12,-2 6,-1 3,2 1,1-4,1-6,0-5,2-4,2-6,3-5,3-5,3-9,-1-3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44.1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14 267,'23'7,"21"2,19 0,14-2,11-2,3-2,-6-1,-16-2,-19 3,-26-1,-16 1</inkml:trace>
  <inkml:trace contextRef="#ctx0" brushRef="#br0" timeOffset="262.782">1 522,'16'7,"16"4,17 0,16-1,15-3,12-2,6-3,0-1,-7-5,-19-2</inkml:trace>
  <inkml:trace contextRef="#ctx0" brushRef="#br0" timeOffset="452.274">670 0,'37'29,"2"-2,0-2,2-2,12 4,-4-1,4 2,-7-5,-2 2,0 1,-2 3,36 31,-73-56,1 0,-1 1,-1 0,1 0,0 0,-1 0,0 1,-1-1,1 1,-1 0,0 1,0-1,-1 0,0 1,0-1,-1 1,0 0,0 0,0-1,-1 1,0 0,0 0,0 0,-1 0,-3 3,1-1,-1 1,-1-1,0 0,0 0,0-1,-1 1,-1-1,1-1,-1 1,-1-1,1 0,-5 2,-115 75,121-80,-166 89,97-54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45.7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553 152,'0'14,"2"16,4 16,0 16,-1 14,-1 8,-1 2,-4 1,-3-5,-7-8,-2-7,-5-11,-1-12,3-14</inkml:trace>
  <inkml:trace contextRef="#ctx0" brushRef="#br0" timeOffset="248.372">99 19,'-14'-4,"-11"-2,-3 0,4 4,17 6,22 7,29 5,33-2,29-2,25-4,15-2,3-6,-12-2,-23 0,-31-3,-29-1</inkml:trace>
  <inkml:trace contextRef="#ctx0" brushRef="#br0" timeOffset="10878.012">1569 46,'-24'12,"0"1,1 0,1 2,0 0,1 2,0 0,2 2,0 0,1 1,1 0,-12 19,1 1,1 1,3 0,1 2,2 1,1 1,3 1,2 0,-7 39,19-69,0-1,1 0,1 1,0-1,1 1,1 0,2 9,-2-20,0 1,0-1,1 0,0 1,0-1,0 0,1 0,-1 0,1-1,0 1,1 0,-1-1,1 0,0 0,0 0,0-1,1 1,-1-1,1 0,0 0,0 0,3 1,2-1,1 1,-1-1,1-1,0 0,0 0,0-1,0 0,0-1,0-1,1 1,-1-2,0 1,-1-2,1 0,0 0,-1 0,1-2,-1 1,0-1,-1-1,1 1,-1-2,0 1,-1-1,1-1,-2 0,1 0,-1 0,0-1,0 0,-1 0,-1-1,1 1,-2-1,1-1,-1 1,-1-1,0 1,0-1,-1 0,-1 0,0 0,0 0,-1 0,-1-9,-1 11,0 1,-1 0,0 0,0-1,-1 2,0-1,0 0,-1 1,0 0,0 0,-1 0,0 1,0 0,0 0,-1 0,0 1,0 0,0 0,-1 1,0 0,0 0,0 1,0 0,0 0,-1 1,1 0,-1 0,1 1,-1 0,0 1,1 0,-1 0,0 1,1 0,-9 3,0 1,0 1,0 0,1 2,0 0,0 1,1 0,0 1,1 1,0 1,1 0,0 0,1 1,0 1,1 0,1 1,0 0,1 0,-5 12,-23 47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59.4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0,'-3'7,"2"7,1 5,3 7,1 3,-1-3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59.6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1,'-7'9,"-4"6,-5 2,-5 0,0 0,3-3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59.9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69,'15'-9,"-1"0,2 1,-1 1,1 0,0 1,0 0,0 2,1 0,0 1,0 0,0 2,0 0,0 1,0 0,0 1,0 1,0 1,16 5,-27-7,0 1,0-1,0 1,-1 1,1-1,-1 1,1 0,-1 0,0 0,0 1,0 0,-1 0,1 0,-1 0,0 1,0 0,-1 0,1 0,-1 0,0 0,-1 1,1-1,-1 1,0 0,-1 0,1 0,-1 0,0 0,0 0,-1 0,0 0,-5 12,-1 0,0-1,-1 1,-1-1,-1-1,0 0,-1 0,-1 0,-1-2,0 1,0-2,-2 1,-2 0,2 1,-214 222,223-232,-1 2,0-1,0 1,1-1,0 2,0-1,1 0,0 1,0 0,0 0,1 0,1 1,-1-1,1 3,3-8,0 0,0 0,0-1,0 1,0 0,1 0,-1 0,1-1,0 1,0-1,0 0,0 1,0-1,1 0,-1 0,1 0,-1-1,1 1,0-1,0 1,-1-1,1 0,0 0,0 0,0 0,0-1,0 1,0-1,1 0,1 0,37 6,0-3,0-1,0-2,0-2,-1-2,12-3,38-6,-10-1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00.3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281 1,'-7'20,"-9"23,-6 23,-4 19,0 17,0 11,0 5,2 0,0-4,3-6,2-6,2-13,4-14,4-18,4-18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03.3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0,'-1'1,"0"0,0-1,1 1,-1 0,0 0,1 0,-1 0,1 0,-1 0,1 0,-1 0,1 0,0 0,0 0,-1 0,1 0,0 0,0 0,0 0,0 1,0-1,1 0,-1 0,0 0,0 0,1 0,-1 0,0 0,1 0,-1 0,1 0,0 0,-1 0,1 0,0-1,-1 1,1 0,0 0,0-1,0 1,40 24,-15-17,1-1,-1-2,1-1,1-1,-1-1,0-1,2-2,2 2,675-22,-520 11,2943-51,-1065 128,-1882-56,138 5,-123 21,-31-10,122 2,-207-7,-81-22,0 0,-1 0,1 0,0 0,0 0,-1 0,1 0,0 0,0 1,0-1,0 0,-1 0,1 0,0 0,0 1,0-1,0 0,0 0,-1 0,1 1,0-1,0 0,0 0,0 0,0 1,0-1,0 0,0 0,0 1,0-1,0 0,0 0,0 0,0 1,0-1,0 0,0 0,0 1,0-1,0 0,1 0,-1 0,0 1,0-1,0 0,0 0,0 0,0 0,1 1,-12-2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04.8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549 190,'-4'23,"-5"21,1 19,-2 14,1 11,0 6,2 0,-1-1,-3-9,-5-8,-1-13,-3-13,0-13,1-12,2-12,3-10</inkml:trace>
  <inkml:trace contextRef="#ctx0" brushRef="#br0" timeOffset="199.464">1 57,'29'-9,"33"-4,33 2,30 2,21 2,11 3,-1 2,-12 1,-29 1</inkml:trace>
  <inkml:trace contextRef="#ctx0" brushRef="#br0" timeOffset="719.145">1071 511,'-10'46,"-1"-1,-2-1,-3 0,-1-1,-2-1,-17 27,-40 96,76-165,-4 5,1 0,1 1,-1-1,1 0,0 1,0-1,0 1,1 0,0-1,0 1,0 0,1 0,0 0,0 0,0 0,1-1,0 1,0 0,0 0,1-1,0 1,0-1,1 1,-1-1,1 0,3 4,4-3,0-1,0-1,0 0,0 0,1-1,0 0,0-1,0 0,0 0,0-2,0 1,0-1,1-1,-3 1,55 0,-1-3,0-3,0-3,-1-2,0-3,46-18,-62 16</inkml:trace>
  <inkml:trace contextRef="#ctx0" brushRef="#br0" timeOffset="996.401">1325 778,'-5'18,"-5"23,-5 21,-3 24,-1 19,-2 16,0 9,2 5,2 0,-2-2,4-24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04.0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1 376,'20'0,"19"0,16-3,14 0,12-2,8-1,0 2,-6 1,-13 0,-15 4,-18 2</inkml:trace>
  <inkml:trace contextRef="#ctx0" brushRef="#br0" timeOffset="266.802">67 602,'21'7,"20"4,21 1,19-2,16-3,9-4,5-6,-5-6,-21-2</inkml:trace>
  <inkml:trace contextRef="#ctx0" brushRef="#br0" timeOffset="534.079">736 1,'48'28,"0"-3,2-1,0-3,32 9,-15-6,-33-11,56 21,-2 3,24 18,-96-46,0 1,0 0,-1 1,0 1,-1 1,0 0,0 2,-9-10,-1 0,0 0,-1 0,1 1,-1-1,0 1,0 0,-1 0,0 0,0 0,0 1,-1-1,0 0,0 1,-1-1,1 1,-1-1,-1 1,1-1,-1 0,0 1,-1-1,-5 10,0-1,-1 1,-1-2,0 1,-1-1,0-1,-2 0,1 0,-1-1,-1-1,0 0,-1-1,-9 6,-268 186,261-171,16-8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00.6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130 74,'-9'27,"-8"25,-5 20,-1 13,0 6,6-1,4-7,7-10,7-12,6-15,5-16,4-16,4-16,-3-8</inkml:trace>
  <inkml:trace contextRef="#ctx0" brushRef="#br0" timeOffset="302.282">50 87,'-23'-80,"23"79,1 1,-1-1,0 1,0 0,1 0,-1-1,0 1,1 0,-1-1,0 1,1 0,-1 0,1 0,-1-1,0 1,1 0,-1 0,1 0,-1 0,1 0,-1 0,0 0,1 0,-1 0,1 0,-1 0,1 0,-1 0,0 0,1 0,-1 0,1 0,-1 1,0-1,1 0,-1 0,1 0,-1 1,0-1,1 0,-1 1,0-1,0 0,1 1,-1-1,0 0,0 1,1-1,-1 0,0 1,0-1,0 1,0-1,0 1,1-1,-1 0,0 1,192 175,-138-126,17 14,-3 3,-3 2,3 11,-6 26,-61-102,1 1,-1-1,0 1,0-1,0 1,-1 0,1 0,-1-1,-1 1,1 0,-1 0,1-1,-1 1,0 0,-1-1,1 1,-1-1,0 0,0 1,-1-1,1 0,-1 0,0-1,-1 3,-14 8,-1 0,0-2,0 0,-1-1,-1-1,0-1,0-1,-1 0,0-2,0-1,0 0,-1-2,-1 0,-1 2,0-1,0-1,0-1,0-1,-1-1,-1-2,24 2,0 0,0 0,1-1,-1 1,0-1,0 0,1 0,-1 0,0 0,1 0,-1 0,1-1,-1 1,1-1,0 0,0 0,0 0,0 0,0 0,-5-15</inkml:trace>
  <inkml:trace contextRef="#ctx0" brushRef="#br0" timeOffset="555.605">1039 194,'-6'25,"-6"22,-2 19,-3 12,-4 3,-2 3,-3-3,0-5,1-11,3-13,5-14</inkml:trace>
  <inkml:trace contextRef="#ctx0" brushRef="#br0" timeOffset="916.197">1025 248,'15'47,"2"-1,1 0,3-1,2-1,1-1,2-2,3 0,1-2,1-1,2-1,10 6,24 3,-65-44,1-1,0 0,-1 0,1 0,0 0,0 0,0-1,-1 1,1-1,0 0,0 0,0 0,0 0,0 0,0-1,0 1,-1-1,1 0,0 0,0 0,-1 0,1-1,0 1,-1 0,1-1,0 0,6-10,1 0,-2-1,1 0,-2 0,0-1,0 1,-2-2,1 1,-2 0,0-1,-1 0,1-5,13-76,-3-1,0-83,-5 54,-3 33,-10 75,-3 13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3:58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674 139,'-12'-13,"0"1,0 0,-1 1,-1 0,0 1,0 1,-1 0,0 1,-1 0,0 1,0 1,0 1,0 0,-1 1,0 1,0 1,0 0,0 1,-1 1,1 0,0 2,-15 2,17 1,1 0,0 1,0 0,1 1,0 1,0 0,1 1,0 0,0 1,1 0,1 1,0 0,0 1,1 0,0 0,1 1,-3 7,-4 8,2 2,0-1,3 2,0 0,2 0,1 0,-2 24,5-20,1-1,2 1,1-1,1 1,2-1,2 1,2 6,-4-28,0 0,1 0,1-1,0 1,0-1,1 0,1-1,0 1,0-1,1 0,1-1,0 0,0-1,1 1,0-2,1 1,0-2,0 1,0-1,1-1,15 3,1-2,-1 0,1-2,1-1,-1-1,0-1,1-2,-1-1,1-1,-1-2,0 0,0-2,0-1,-1-1,25-12,14-5</inkml:trace>
  <inkml:trace contextRef="#ctx0" brushRef="#br0" timeOffset="328.222">1075 246,'-7'6,"0"0,1 1,0 0,0 0,1 1,0-1,0 1,1 0,0 0,0 1,1-1,0 1,1 0,0 0,0 0,1 0,0 0,0 0,1 0,0 1,1-1,0 0,0 0,1 0,0 0,1 0,0-1,1 1,-1-1,1 0,3 3,18 40,3-2,2-1,2-1,18 18,43 64,-88-121,-2-6,0 1,-1 0,1 0,-1 0,0 0,0 0,0 0,0 0,0 1,-1-1,0 1,0-1,0 1,0 0,0-1,-1 1,1 0,-1 0,0-1,0 1,0 0,-1 0,0-1,1 1,-1 0,0-1,-2 3,-4-2,0 1,0-1,-1-1,0 1,0-1,0-1,0 1,0-2,-1 1,1-1,-1 0,1-1,-7 0,6 1,-15 0,-1 0,0-2,0-1,0-1,1-1,0-1,-8-3,-26-12</inkml:trace>
  <inkml:trace contextRef="#ctx0" brushRef="#br0" timeOffset="618.444">1101 152,'12'-9,"16"-6,21 1,19 0,17-1,12 4,5 0,-1 0,-17 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13.8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0 398,'4'-3,"0"0,0 0,0 0,1 1,-1 0,1 0,0 0,-1 0,1 1,0-1,0 1,0 1,0-1,0 1,0 0,0 0,0 0,0 0,0 1,0 0,0 0,0 1,-1-1,1 1,0 0,-1 0,1 1,-1-1,0 1,0 0,0 0,0 1,0-1,-1 1,3 3,2 10,-1 0,0 0,-2 1,0 0,-1 0,-1 1,-1-1,0 0,-1 1,-1 0,-2 12,2 2,11 128,-11-160,-1 0,1 0,0-1,0 1,0 0,0 0,0 0,0 0,0 0,0 0,1 0,-1-1,0 1,0 0,1 0,-1 0,0 0,1-1,-1 1,1 0,-1 0,1-1,-1 1,1 0,0-1,-1 1,1-1,0 1,0-1,-1 1,1-1,0 1,0-1,0 0,0 1,-1-1,1 0,0 0,0 0,0 0,0 1,0-1,0 0,0-1,-1 1,1 0,0 0,0 0,0 0,0-1,0 1,-1 0,1-1,0 1,0-1,0 1,-1-1,1 1,0-1,-1 0,1 1,0-1,6-10,-1 0,1-1,-2 1,0-1,0 0,-1-1,0 1,-1-1,-1 0,0 0,0-7,20-80,-22 99,0 0,0 0,0 0,1 0,-1 0,0 0,1 0,-1 0,0 0,1 0,-1 0,1 1,-1-1,1 0,0 0,-1 0,1 1,0-1,-1 0,1 1,0-1,0 1,0-1,0 1,0-1,-1 1,1-1,0 1,0 0,0-1,0 1,0 0,0 0,0 0,0 0,0 0,0 0,0 0,0 0,0 0,0 1,0-1,0 0,0 1,0-1,0 1,0-1,0 1,0-1,-1 1,1-1,0 1,0 0,-1-1,1 1,0 0,-1 0,1 0,-1-1,1 1,-1 0,1 0,-1 0,1 0,42 91,-40-81,1 0,0 0,1 0,0-1,1 1,0-1,0-1,1 1,1-1,0 0,0 0,7 4,-13-11,0-1,1 1,-1-1,0 0,1 0,0 0,-1 0,1 0,0-1,-1 1,1-1,0 0,-1 1,1-1,0-1,0 1,-1 0,1-1,0 1,-1-1,1 0,0 0,-1 0,1 0,-1 0,0-1,1 1,-1-1,0 1,0-1,0 0,0 0,0 0,0 0,0 0,50-86,-43 62,-1 1,-1-2,-1 1,-2-1,0 0,-2 0,0-6,-6 191,6-149,0 0,1 0,-1-1,2 1,-1-1,1 1,1-1,0 0,0 0,0-1,1 0,0 0,0 0,1-1,0 1,0-2,0 1,1-1,0 0,0-1,0 1,1-2,-1 1,1-1,6 1,32 8,1-3,0-2,0-2,0-2,41-2,44-14,-127 12,0-1,0 1,-1-1,1 0,-1-1,1 1,-1-1,0 0,0 0,0-1,0 0,0 0,-1 0,0 0,0 0,0-1,0 0,-1 0,0 0,2-4,-3 5,-1 0,1 0,-1 0,0 0,-1 0,1 0,-1 0,1-1,-1 1,-1 0,1 0,0 0,-1 0,0 0,0-1,0 1,-1 1,1-1,-1 0,0 0,0 1,0-1,-1 1,1-1,-1 1,0 0,0 0,0 0,0 0,0 1,-1-1,1 1,-1 0,-8-5,1 1,-1 0,1 0,-1 2,-1-1,1 2,-1-1,0 2,1 0,-5 0,12 1,0 0,0 0,-1 1,1 0,0 0,-1 0,1 0,0 1,0 0,-1 0,1 1,0-1,0 1,0 0,1 0,-1 1,0-1,1 1,-1 0,1 1,0-1,0 1,0-1,1 1,-1 0,1 1,0-1,0 0,1 1,-1 0,1 0,0-1,0 1,1 1,-1-1,1 0,0 3,1-4,0 1,0-1,1 1,-1-1,1 1,0-1,0 1,1-1,0 0,-1 1,1-1,1 0,-1-1,0 1,1 0,0 0,0-1,0 0,0 0,1 0,-1 0,1 0,0-1,0 1,0-1,0 0,0 0,0 0,4 0,3 2,1-1,0 0,0 0,0-1,0-1,0 0,0-1,0 0,0-1,9-1,-12 0,-1 1,1-1,-1 0,0-1,1 0,-2 0,1-1,0 0,-1 0,1 0,-1-1,0-1,-1 1,1-1,-1 0,-1 0,1-1,-1 0,0 0,0 0,-1 0,0-1,0 0,-1 0,0 0,0 0,-1 0,0-1,-1 1,0-1,-1-30,-6 76,5-29,1 0,0 0,0 0,0 0,1 0,0-1,1 1,-1 0,2 0,-1-1,1 1,0-1,1 0,-1 0,1 0,1-1,-1 1,1-1,1 0,-1 0,1-1,0 1,0-1,0-1,1 1,-1-1,4 1,-1-2,0 0,0-1,1 0,-1-1,0 0,1 0,-1-1,1 0,-1-1,1 0,-1-1,1 0,-1 0,0-1,0 0,0 0,-1-1,1 0,-1-1,0 0,0 0,0-1,-1 0,0 0,0-1,0 0,-1 0,0 0,0-1,-1 0,0 0,-1-1,0 1,0-1,3-8,-1 0,-1 0,-1 0,0 0,-2-1,0 0,0 1,-2-9,4 180,-4-145,1 0,0 0,0 0,1 0,1 0,-1-1,1 1,1-1,-1 0,2 1,-1-2,1 1,0-1,0 1,1-1,0-1,1 1,-1-1,7 4,9 0</inkml:trace>
  <inkml:trace contextRef="#ctx0" brushRef="#br0" timeOffset="276.257">2005 157,'-14'-7,"-6"-2,4 3,12 9,16 8,17 8,4-1</inkml:trace>
  <inkml:trace contextRef="#ctx0" brushRef="#br0" timeOffset="1666.808">2848 424,'2'219,"14"67,-4-187,7 168,-19-264,1 0,-1 1,0 0,0-1,0 1,0 0,0-1,-1 1,0-1,1 1,-1-1,-1 1,1-1,0 1,-1-1,0 0,1 0,-1 0,-1 0,1 0,0 0,-1 0,0 0,1-3,1 0,-1 0,0-1,1 1,-1 0,1-1,-1 1,1-1,0 0,-1 1,1-1,0 0,-1 0,1 0,0 0,0 0,0 0,-1 0,1 0,0 0,1-1,-1 1,0 0,0-1,1 1,-2-2,-10-22,1-1,1-1,2 1,0-1,2-1,1 1,-2-22,7 47,-15-110,5-1,4-94,6 206,10-93,-10 90,1 0,0 0,1 0,-1 0,1 0,0 1,0-1,0 1,0-1,0 1,1 0,0 0,-1 0,1 0,0 0,1 1,-1-1,0 1,1 0,-1 0,3-1,7 1,0 0,-1 1,1 0,0 1,0 0,0 1,0 1,0 0,0 1,-1 0,1 1,-1 0,0 1,9 5,-4-4,0 0,0 2,-1 0,0 0,0 2,-1 0,-1 1,0 0,0 1,-1 1,1 2,-12-14,0 2,-1-1,1 0,-1 0,1 0,-1 1,0-1,0 0,0 1,0-1,0 1,-1 0,1-1,-1 1,0-1,0 1,0 0,0-1,0 1,0 0,-1-1,1 1,-1-1,0 1,1-1,-1 1,-1-1,1 1,0-1,0 0,-1 0,0 1,1-1,-1 0,0 0,-7 4,0 0,-1 0,0-1,0 0,0-1,0 0,-1 0,1-1,-1-1,0 0,0 0,0-1,-8 0,17 0,1-1,-1 1,0 0,0-1,0 0,0 1,1-1,-1 0,0 0,0 0,0 0,0 0,0-1,0 1,0-1,1 1,-1-1,0 1,0-1,1 0,-1 0,0 0,1 0,-1 0,1 0,-1-1,1 1,0 0,-1-1,1 1,0-1,0 1,0-1,0 0,0 1,1-1,-1 0,0 0,1 0,-1 1,1-1,0 0,-1 0,1 0,0 0,0 0,0 0,1 0,-1 1,0-1,1 0,-1 0,1 0,0 0,9-9,0-1,1 1,1 1,0 0,0 1,1 0,0 1,1 0,-1 1,2 0,-1 1,1 1,0 0,11-4,-1 0,1 2,0 1,1 1,-1 1,25 0,-48 4,-1 0,1 0,0 0,-1 0,1 0,0 1,-1-1,1 1,-1 0,1 0,-1 0,1 0,-1 0,1 0,-1 1,0-1,0 1,0 0,0 0,0 0,0 0,0 0,-1 0,1 0,-1 0,1 1,-1-1,0 0,0 1,0-1,0 1,0-1,-1 1,1 0,-1-1,0 1,0 2,2 160,-1-163,-1 1,1 0,0 0,0 0,0 0,1-1,-1 1,0-1,1 1,0-1,0 1,0-1,0 0,0 0,0 0,0 0,1 0,-1 0,1-1,-1 1,1-1,-1 0,1 0,0 0,0 0,0 0,0 0,0-1,0 0,-1 1,1-1,0 0,0 0,0-1,1 1,5-2,0 1,0-1,-1-1,1 1,-1-1,0-1,0 0,0 0,0 0,-1-1,3-3,1-2,-1 0,0-2,-1 1,0-1,-1 0,0-1,-1 0,-1 0,0 0,0-1,-2 0,0 0,0-1,-1 1,-1-1,0-1,-5 41,2 1,1-1,1 0,1 1,2 0,-3-21,0 0,1 1,0-1,0 0,0 0,0-1,1 1,0 0,0-1,0 1,1-1,-1 0,1 0,0-1,0 1,0-1,1 0,-1 0,1 0,0-1,0 1,0-1,0 0,0-1,0 1,0-1,1 0,-1 0,3-1,10 3,-1-2,0 0,0-1,0-1,1 0,-1-2,10-2,-19 3,-1 0,0 0,0 0,0-1,0-1,0 1,-1-1,1 0,-1 0,0-1,0 0,0 0,-1 0,0-1,0 0,0 0,-1 0,2-4,4-9,10-16,-3 0,-1-1,-1 0,2-14,-4-7,-2 0,-3 0,-3-1,-2 0,-2-1,-3 1,-3 0,-2-5,2 35,5 28,-1 0,1 0,0 0,0 1,0-1,-1 0,1 0,0 0,0 0,-1 0,1 0,0 1,0-1,-1 0,1 0,0 0,0 0,-1 0,1 0,0 0,0 0,-1 0,1 0,0 0,-1 0,-1 321,2-250,-1-7,2 1,11 63,-10-114,1 0,0 0,2 0,-1-1,2 1,-1-1,2 0,4 6,-9-15,1 0,0-1,0 1,0 0,1-1,-1 1,1-1,0 0,-1-1,1 1,1 0,-1-1,0 0,1 0,-1 0,1-1,-1 0,1 0,0 0,-1 0,1-1,0 1,0-1,0 0,-1-1,5 0,2-3,-1 0,1-1,0 0,-1-1,0 0,-1-1,1 0,-1-1,-1 1,1-2,-1 1,-1-1,0 0,0-1,-1 0,0 0,3-7,22-27,-30 43,-1 0,0 0,0 1,0-1,0 0,0 1,0-1,0 0,1 1,-1-1,0 1,0-1,1 0,-1 1,0-1,1 1,-1-1,1 1,-1-1,1 1,-1-1,1 1,-1 0,1-1,-1 1,1 0,0-1,-1 1,1 0,-1 0,1-1,0 1,-1 0,1 0,0 0,-1 0,1 0,0 0,-1 0,1 0,0 0,-1 0,1 0,0 1,-1-1,1 0,-1 0,1 1,0-1,-1 0,1 1,-1-1,1 1,-1-1,1 0,-1 1,1 0,3 60,-5-56,0-1,1 1,-1-1,1 1,0-1,0 1,1-1,-1 1,1-1,0 1,0-1,1 0,-1 1,1-1,0 0,0 0,0 0,0 0,1-1,0 1,0-1,0 1,0-1,0 0,2 1,61 14,-31-16</inkml:trace>
  <inkml:trace contextRef="#ctx0" brushRef="#br0" timeOffset="1945.065">4879 465,'-14'-7,"-8"-5,-6 1,-2-2,1 3,2 3,5 2</inkml:trace>
  <inkml:trace contextRef="#ctx0" brushRef="#br0" timeOffset="2334.733">4131 224,'58'-10,"0"3,0 2,47 3,-92 2,51-2,1 3,0 3,-1 3,1 3,-2 3,0 2,0 3,27 13,-71-23,0 1,-1 1,0 1,-1 0,0 1,-1 1,-1 0,5 6,-13-11,0 0,0 0,-1 1,-1 0,1 0,-1 0,-1 0,0 1,0 0,-1 0,0 0,-1 0,0 0,-1 1,0-1,0 1,-1 1,-33 177,32-188,1 0,-1 0,1 0,0 0,-1 0,1 0,0-1,-1 1,1 0,0 0,0 0,0 0,0 0,0 0,0 0,0 0,0 0,0 0,1 0,-1 0,0 0,1 0,-1 0,0 0,1 0,-1 0,1-1,0 1,-1 0,1 0,0-1,-1 1,1 0,0-1,0 1,-1 0,1-1,0 1,0-1,0 0,0 1,0-1,0 0,0 1,0-1,0 0,0 0,0 0,0 0,0 0,0 0,0 0,0 0,0 0,0-1,0 1,0-1,10-5,0-1,-1-1,0 0,0-1,-1 1,0-2,-1 1,0-1,6-10,-7 11,140-186,-147 195,0-1,0 1,0-1,0 0,0 0,1 0,-1 0,0 1,1-1,-1 0,0 0,1 1,-1-1,1 0,-1 1,1-1,0 0,-1 1,1-1,-1 1,1-1,0 1,0-1,-1 1,1-1,0 1,0 0,-1 0,1-1,0 1,0 0,0 0,0 0,-1 0,1 0,0 0,0 0,0 0,0 0,-1 0,1 0,0 1,0-1,0 0,-1 1,1-1,0 0,0 1,-1-1,1 1,0-1,-1 1,1-1,0 1,-1 0,1-1,-1 1,1 0,-1 0,-2 102,-2-70,2-16,0 75,3-88,-1-1,1 1,0-1,0 1,0-1,0 1,1-1,0 0,-1 0,1 0,0 0,0 0,1 0,-1 0,0-1,1 1,0-1,0 1,-1-1,1 0,1-1,-1 1,2 1,5 0,1 0,0-1,-1 0,1-1,0 0,0-1,0 0,0-1,-1 0,1 0,9-3,13-3</inkml:trace>
  <inkml:trace contextRef="#ctx0" brushRef="#br0" timeOffset="2665.847">5868 692,'101'-58,"-93"55,0 0,-1-1,1 0,-1 0,0-1,0 0,-1 0,0-1,0 0,0 0,0 0,-1-1,0 0,0 0,-1 0,0-1,0 1,-1-1,0 0,0 0,-1 0,0 0,-1 0,1-1,-1 1,-1-4,-1 9,1 0,-1 0,0 0,-1 0,1 0,-1 0,1 0,-1 1,0-1,0 0,0 1,0 0,0-1,-1 1,1 0,0 0,-1 0,0 1,0-1,1 1,-1-1,0 1,0 0,0 0,0 0,-1 1,1-1,0 1,0-1,0 1,0 0,-1 0,1 1,0-1,0 1,0-1,0 1,0 0,0 0,0 0,0 1,0-1,0 1,1 0,-1-1,0 1,0 1,-3 3,-1 1,1-1,1 1,-1 0,1 1,0-1,1 1,0 0,0 0,1 0,0 1,0-1,1 1,0 0,0 0,1 0,0-1,1 1,0 0,0 0,1 0,0 0,1 0,0 0,0-1,1 1,0-1,1 1,0-1,0 0,0-1,1 1,0-1,5 5,6 1,1-2,1 0,0-1,0-1,0 0,1-1,1-2,-1 0,1-1,0 0,0-2,1-1,-1 0,1-1,13-2,36 3</inkml:trace>
  <inkml:trace contextRef="#ctx0" brushRef="#br0" timeOffset="3405.663">548 1494,'-5'16,"-1"21,1 20,2 19,8 12,4 10,5 3,3 1,-1-3,-5-5,-2-10,-4-18</inkml:trace>
  <inkml:trace contextRef="#ctx0" brushRef="#br0" timeOffset="3935.245">454 2149,'-23'-308,"23"300,-2 2,1 0,1-1,-1 1,1 0,0-1,0 1,0 0,1-1,0 1,1 0,-1 0,1 0,0 0,1 0,-1 0,1 1,1-1,-1 1,1-1,-1 1,1 1,1-1,-1 0,5-3,3 5,0 1,1 0,-1 0,0 1,0 1,1 0,-1 1,0 0,1 1,-1 0,0 1,0 0,-1 1,1 1,-1-1,2 2,2 0,1 0,-1 0,0 2,-1 0,1 0,-2 1,1 1,-1 0,-1 1,0 1,9 11,-19-21,-1-1,1 1,-1 0,0 0,0 0,0 1,0-1,-1 0,1 0,0 0,-1 1,0-1,1 0,-1 1,0-1,0 0,0 1,-1-1,1 0,-1 0,1 1,-1-1,0 0,1 0,-1 0,0 0,-1 0,1 0,0 0,0 0,-1 0,1 0,-1-1,0 1,1 0,-1-1,-2 1,-9 6,0-1,0-1,0-1,-1 0,0 0,0-1,-1-1,1-1,-1 0,1 0,-1-2,1 0,-10-1,-32-12,55 12,1 1,-1-1,1 0,-1 1,1-1,0 0,-1 0,1 1,0-1,-1 0,1 0,0 0,0 0,0 1,0-1,0 0,0 0,0 0,0 0,0 1,0-1,0 0,0 0,1 0,-1 0,0 1,1-1,-1 0,0 0,1 1,-1-1,1 0,-1 1,1-1,0 0,-1 1,1-1,0 1,-1-1,1 1,0-1,0 1,-1 0,1-1,0 1,0 0,0 0,-1-1,1 1,0 0,0 0,0 0,0 0,-1 0,1 0,1 0,253-86,-78-9,-174 94,-3 0,1 0,-1 1,0-1,1 0,-1 1,1-1,-1 1,1-1,0 1,-1-1,1 1,0-1,-1 1,1 0,0-1,-1 1,1 0,0 0,-1-1,1 1,0 0,0 0,-1 0,1 0,0 0,0 0,-1 0,1 0,0 0,0 1,-1-1,1 0,0 0,0 1,-1-1,1 0,0 1,-1-1,1 0,-1 1,1-1,0 1,-1-1,1 1,-1 0,1-1,-1 1,0 0,1-1,-1 1,1 0,17 119,-14-108,0 1,0-1,1 1,1-2,0 1,1 0,0-1,1-1,0 1,0-1,1 0,7 5,29 3,-26-20</inkml:trace>
  <inkml:trace contextRef="#ctx0" brushRef="#br0" timeOffset="4184.576">1110 1254,'-7'16,"4"14,13 11,15 8,13 7,0-7</inkml:trace>
  <inkml:trace contextRef="#ctx0" brushRef="#br0" timeOffset="4427.936">1443 1975,'37'-25,"-4"2,0-1,-2-1,0-2,11-13,-9-11,-32 50,-1-1,1 1,-1 0,1 0,-1-1,0 1,1 0,-1 0,0-1,0 1,0 0,0-1,0 1,0 0,-1-1,1 1,0 0,-1 0,1-1,0 1,-1 0,0 0,1 0,-1-1,0 1,0 0,1 0,-1 0,0 0,0 0,0 1,0-1,0 0,0 0,0 1,-1-1,1 0,0 1,0-1,-1 1,1 0,-1-1,-7 0,0 1,-1-1,1 2,0-1,-1 1,1 0,0 1,0 0,0 1,0 0,1 0,-1 1,1 0,0 1,0 0,0 0,-4 4,7-7,0 1,0 0,0 1,1-1,0 1,-1 0,1 0,1 0,-1 0,0 1,1 0,0-1,0 1,1 0,-1 1,1-1,0 0,0 1,1-1,0 1,0 0,0-1,1 1,-1 0,1-1,1 1,-1 0,1-1,0 1,0 0,1-1,0 1,-1-1,2 0,0 2,2-1,1 0,0 0,0 0,0-1,1 0,0 0,0-1,0 0,0 0,1 0,-1-1,1 0,0-1,0 0,8 1,125 12,-135-15,56 2</inkml:trace>
  <inkml:trace contextRef="#ctx0" brushRef="#br0" timeOffset="5064.784">2192 1628,'-12'-5,"1"1,-1 0,0 1,0 1,0 0,0 0,-1 1,1 1,-5 0,13 0,0 0,0 1,0-1,0 1,0-1,1 1,-1 0,0 1,0-1,1 1,-1 0,1-1,-1 2,1-1,0 0,0 1,0-1,0 1,0 0,1 0,-1 0,1 0,0 0,0 1,0-1,0 1,0-1,1 1,0 0,-1 2,1-1,1 0,0 1,0-1,0 0,0 1,1-1,0 0,0 0,0 0,1 0,0 0,0 0,0 0,0 0,1-1,0 1,0-1,0 0,3 3,75 68,-11-27,59 51,-127-98,0 0,-1 0,1 1,0-1,-1 0,1 1,-1-1,0 1,1-1,-1 1,0 0,0-1,0 1,0 0,0 0,0 0,-1 0,1 0,0 0,-1 0,0 0,1 0,-1 0,0 0,0 0,0 0,-1 0,1 0,0 0,-1 0,1 0,-1 0,0 0,1 0,-1 0,0 0,-1 0,-4 1,0 0,0-1,-1 1,1-1,-1-1,0 0,1 1,-1-2,0 1,0-1,1 0,-1-1,0 1,0-1,1-1,-1 1,1-1,-1 0,-1-2,6 4,0-1,-1 0,1 0,0 0,-1 0,1 0,0-1,0 1,0 0,0-1,1 0,-1 1,0-1,1 0,-1 0,1 0,-1 0,1 0,0-1,0 1,0 0,0 0,0-1,1 1,-1-1,1 1,-1-1,1 1,0 0,0-1,0 1,0-1,1 1,-1-1,1 1,-1-1,1 1,0 0,0 0,0-1,0 1,0 0,2-2,7-3,0-1,1 2,0-1,1 2,-1-1,1 1,0 1,0 0,1 1,-1 1,6-1,106-18,-83 17,-1-3,0-1,-1-2,0-1,23-12,-57 22,0-1,0 0,0-1,0 1,0-1,-1 0,1 0,-1-1,0 1,0-1,0 0,0 0,-1-1,0 1,0 0,0-1,0 0,-1 0,1 0,-1 0,0 0,-1 0,0-1,1 1,-2-1,1 1,-1-1,1 1,-1 0,-1-1,1 1,-1-1,0 1,0-1,-1 1,0-1,-1 2,1 0,-1-1,-1 1,1 1,0-1,-1 0,0 1,0 0,0 0,0 0,-1 0,1 1,-1-1,1 1,-1 0,0 1,0-1,0 1,0 0,0 0,0 1,0-1,0 1,-1 0,1 0,0 1,0 0,0 0,0 0,0 0,0 1,1 0,-1 0,0 0,1 0,-1 1,1 0,0 0,0 0,0 1,0-1,1 1,-1 0,1 0,-3 6,1 0,0 0,0 1,1 0,1 0,-1 0,2 0,0 1,0-1,1 1,0-1,1 1,1-1,0 1,0-1,1 1,0-1,1 0,1 0,0 0,0 0,1-1,0 0,1 1,0-2,0 1,1-1,1 0,6 6,0-4,1-1,0-1,0 0,1-1,0-1,1 0,0-1,0-1,0-1,1 0,-1-1,1-1,0-1,-1 0,1-1,0-1,0-1,-1-1,1 0,-1-1,13-5,20-4</inkml:trace>
  <inkml:trace contextRef="#ctx0" brushRef="#br0" timeOffset="5272.229">3422 1948,'4'0,"7"0,3 0,0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22.6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3119 26,'-16'-5,"0"0,0 0,-1 2,1 0,-1 1,0 0,0 1,0 2,0-1,0 2,1 0,-1 1,-7 3,-91 27,-93 42,144-50,-409 150,-448 174,888-335,-98 37,2 6,3 6,-61 43,165-92,2 1,-1 1,2 1,0 0,1 1,1 2,1-1,1 2,-10 17,22-34,3-2,0-1,-1 0,1 1,-1-1,1 0,-1 1,1-1,-1 0,0 0,1 0,-1 0,0 0,0 0,0 0,0 0,0 0,0 0,0 0,0 0,-1-1,1 1,0 0,0-1,0 1,-1-1,1 0,0 1,-1-1,1 0,0 0,-2 0,-2-5</inkml:trace>
  <inkml:trace contextRef="#ctx0" brushRef="#br0" timeOffset="1427.473">339 762,'-19'59,"-26"90,-6-2,-62 120,104-248,43-106,142-287,-123 230,-53 143,0 0,0 1,0-1,0 0,1 0,-1 0,0 1,0-1,1 0,-1 0,1 1,-1-1,0 0,1 0,-1 1,1-1,-1 1,1-1,0 1,-1-1,1 0,0 1,-1 0,1-1,0 1,0-1,-1 1,1 0,0 0,0-1,-1 1,1 0,0 0,0 0,0 0,0 0,-1 0,1 0,0 0,0 0,0 1,-1-1,1 0,0 0,0 1,-1-1,1 0,34 28,-28-22,21 17,1-1,0-2,2-1,12 4,49 31,-61-28,-31-26,1 1,-1-1,0 1,1 0,-1-1,0 1,1 0,-1-1,0 1,1 0,-1 0,0-1,0 1,0 0,0 0,0-1,0 1,0 0,0 0,0-1,0 1,0 0,-1 0,1-1,0 1,0 0,-1-1,1 1,-1 0,1-1,0 1,-1-1,1 1,-1 0,1-1,-1 1,0-1,1 1,-1-1,1 0,-1 1,0-1,1 0,-1 1,0-1,0 0,0 0,-136 66,15 9,44-25,-2-4,-83 35,157-80,13-6,12-7,-11 8,0 0,-1-1,1 0,-1-1,0 0,0 0,-1 0,0-1,0 0,-1 0,1 0,2-6,-9 13,1-1,-1 1,1-1,-1 1,1 0,-1 0,1-1,-1 1,1 0,-1 0,1-1,-1 1,0 0,1 0,-1 0,1 0,-1 0,0 0,1 0,-1 0,1 0,-1 0,0 1,1-1,-1 0,1 0,-1 0,1 1,-1-1,1 0,-1 1,1-1,-1 0,1 1,-1-1,1 1,0-1,-1 0,1 1,0-1,-1 1,1-1,0 1,0 0,-1-1,-126 102,114-84,26-14,4-11,-1 0,0-1,0-2,-1 1,0-2,6-5,-4 3,60-57,-77 70,-1 0,1 0,0 0,0 0,-1 0,1 0,0 0,-1 0,1 0,0 0,-1 0,1 0,0 0,0 0,-1 0,1 0,0 0,-1 0,1-1,0 1,0 0,-1 0,1 0,0 0,0-1,-1 1,1 0,0 0,0 0,0-1,-1 1,1 0,0 0,0-1,0 1,0 0,0-1,0 1,0 0,-1 0,1-1,0 1,0 0,0-1,0 1,0 0,0-1,0 1,1 0,-1-1,0 1,0 0,0-1,-20 12,1 1,1 1,0 0,1 2,0 0,1 0,-4 7,-19 20,5-3</inkml:trace>
  <inkml:trace contextRef="#ctx0" brushRef="#br0" timeOffset="2263.237">151 1323,'-15'14,"-18"13,-18 16,-1 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25T16:44:27.3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348 2198,'0'-94,"0"91,-1-1,0 1,0 0,0 0,-1 0,1 0,-1 0,0 0,1 0,-2 0,1 1,0-1,0 1,-1-1,1 1,-1 0,0 0,1 0,-1 0,0 1,0-1,-1 1,1 0,0 0,0 0,-2 0,-5 0,-1 1,0 1,0 0,1 0,-1 1,1 0,-1 1,1 1,0-1,0 1,0 1,1 0,0 0,-1 1,2 1,-1-1,1 1,0 0,0 1,1 0,0 0,1 1,0 0,0 0,0 2,-2 0,2 0,-1 0,1 1,1 0,0 0,1 1,0-1,1 1,1 0,0 0,0 0,1 0,1 0,0 1,1-11,-1 0,1 1,0-1,-1 0,2 0,-1 0,0 0,0 0,1 0,0-1,-1 1,1 0,0-1,0 1,1-1,-1 0,0 1,1-1,0-1,-1 1,1 0,0 0,0-1,0 0,0 0,0 1,0-2,0 1,0 0,1-1,0 1,3-1,1 1,-1-2,1 1,-1-1,1 0,-1 0,1-1,-1 0,0-1,0 1,0-1,0-1,0 0,5-3,-1-1,1-1,-2 0,1-1,-2 0,1 0,-1-1,-1 0,0-1,0 0,-1 0,-1 0,0-1,-1 0,0 0,0-2,2-12,-1 1,-1-1,-1 0,-1 0,-2 0,0 0,-4-24,-5 75,4 9,1 0,1 1,2-1,2 1,1 6,-3-36,0 0,0 0,1 1,-1-1,1 0,0 0,0 0,1 0,-1 0,1 0,0-1,0 1,0 0,0-1,1 0,-1 1,1-1,0 0,0 0,0 0,0-1,1 1,-1-1,1 0,-1 0,1 0,0 0,0-1,0 1,0-1,0 0,0 0,1-1,5-2,0-1,-1 0,1 0,-1-1,0-1,0 0,0 0,0 0,-1-1,0-1,-1 1,1-1,-1 0,0-1,-1 0,0 0,0 0,-1-1,0 0,0 0,2-9,1-2,0-1,-2 0,0 0,-2 0,0-1,-1 0,-2 0,0 1,-1-7,-1 150,0-117,1 1,1-1,-1 1,1-1,0 0,0 1,0-1,1 0,0 0,0 1,0-2,1 1,0 0,0 0,0-1,0 0,1 1,-1-1,1 0,0-1,0 1,1-1,-1 0,1 0,0 0,-1-1,1 1,1-1,-1 0,0-1,0 1,0-1,1 0,-1 0,1-1,-1 0,1 0,0 0,1-2,1-1,-1 0,1 0,-1 0,0-1,-1 0,1 0,0-1,-1 0,0 0,0-1,-1 1,0-1,0-1,0 1,0 0,0-3,6-9,-2 0,0 0,0-1,-2-1,0 1,-1-3,11-90,-17 99,-3 20,-3 25,4-17,1 0,1 0,0 0,1 0,0 0,2 0,0 3,-2-14,0 1,0-1,1 1,-1-1,1 0,0 0,0 1,1-1,-1-1,1 1,0 0,0-1,0 1,0-1,1 0,-1 0,1 0,0-1,0 1,0-1,0 0,0 0,1 0,-1-1,3 1,0-2,1-1,0 1,0-2,0 1,-1-1,1-1,-1 1,0-1,1-1,-1 1,-1-1,1 0,0-1,-1 1,0-1,0-1,-1 1,1-1,-1 0,0 0,-1-1,0 1,0-1,2-5,6-8,-2-1,-1 0,0 0,-1-1,-2 0,0-1,-1 0,-2 1,0-1,-1-1,-2-21,-1 25,1 20,-1 0,1 0,0 0,0 0,0 0,0 0,-1 0,1 0,0 0,0 0,0 0,0 0,-1 0,1 0,0 0,0 0,0 0,0 0,-1 0,1 0,0 0,0 0,0 0,0 0,-1 0,1 0,0-1,0 1,0 0,0 0,0 0,0 0,-1 0,1 0,0-1,0 1,0 0,0 0,0 0,0 0,0 0,0-1,0 1,0 0,0 0,0 0,0 0,0-1,-5 16,1-1,1 1,0 0,1-1,1 1,1 0,0 0,0 0,2 0,0 0,1 2,-1-9,0 0,1-1,0 1,0-1,1 1,0-1,0 0,1-1,-1 1,2-1,-1 0,1 0,0 0,0-1,0 0,1 0,0 0,0-1,0 0,6 2,1-1,0 0,-1 0,2-2,-1 0,0 0,0-1,1-1,0-1,-1 0,1-1,3 0,28-7</inkml:trace>
  <inkml:trace contextRef="#ctx0" brushRef="#br0" timeOffset="5560.452">13 3307,'1'-5,"1"-1,0 0,-1 1,2 0,-1-1,1 1,0 0,0 0,0 0,0 1,1-1,0 1,0 0,0 0,1 0,-1 0,1 1,0 0,4-3,3-1,0-1,0 1,0 1,1 0,0 1,0 1,1-1,-1 2,4 0,-12 2,0 0,0 0,0 1,0 0,-1 0,1 0,0 0,0 1,0 0,0 0,0 0,0 1,-1 0,1 0,-1 0,1 0,-1 1,0-1,0 1,0 0,0 1,0-1,-1 0,0 1,1 0,-1 0,0 1,4 12,0 0,-2 0,0 0,-1 1,-1 0,0-1,-1 1,-1 1,-1-1,-1 0,0 0,-1 1,0 18,2-36,1 24,-1-25,0-1,0 1,0 0,1 0,-1 0,0-1,0 1,0 0,1 0,-1 0,0 0,0 0,0-1,1 1,-1 0,0 0,0 0,1 0,-1 0,0 0,0 0,1 0,-1 0,0 0,1 0,-1 0,0 0,0 0,1 0,-1 0,0 0,0 0,1 0,-1 1,0-1,0 0,0 0,1 0,-1 0,0 0,0 1,0-1,1 0,-1 0,0 0,0 1,0-1,0 0,0 0,0 1,1-1,-1 0,0 0,0 1,0-1,0 0,0 0,0 1,0-1,0 0,0 0,0 1,0-1,0 0,0 0,0 1,-1-1,1 0,9-14,-1 0,0-1,-1-1,-1 1,0-1,-1 0,1-9,-6 23,35-166,-31 146,-4 22,1 0,0 0,-1 0,1 0,-1 0,1 0,-1 0,1 0,0 0,-1 1,1-1,-1 0,1 0,-1 0,1 1,-1-1,1 0,-1 0,1 1,-1-1,1 1,-1-1,0 0,1 1,-1-1,1 1,-1-1,0 1,0-1,1 1,-1-1,0 1,0-1,0 1,1 0,-1-1,0 1,0-1,0 1,0-1,0 1,0 0,0-1,0 1,0-1,-1 1,1-1,0 1,0-1,0 1,-1-1,1 1,0 0,0 0,6 23,2-1,0 0,1 0,1-1,7 9,-12-23,0 0,0 0,1-1,0 0,0 0,1 0,-1-1,2 0,-1 0,1-1,0 0,0 0,0-1,0 0,9 3,-12-6,-1 0,1 0,0 0,0 0,0-1,0 0,0 0,0-1,0 1,0-1,0 0,-1 0,1-1,0 1,-1-1,1 0,-1 0,1-1,-1 0,0 1,0-1,0 0,-1-1,1 1,-1-1,1 0,0-2,4-4,-1-1,0 0,0 0,-1-1,-1 0,0 0,-1 0,0-1,0 1,-2-2,2-6,-2 0,0 0,-1-1,-1 1,-1-1,-1 1,-1 0,0-1,-2 1,0 1,-2-1,-2-4,5 15,3 8,1 0,-1 1,0-1,0 0,0 0,1 0,-1 0,1 0,-1 0,0 0,1 0,0-1,-1 1,1 0,0 0,-1 0,1 0,0-1,0 1,0 0,0 0,0 0,0 0,1-1,-1 1,0 0,1 0,-1 0,0 0,1 0,-1 0,1 0,0 0,-1 0,1 0,0 0,0 0,0 0,-1 0,1 0,0 1,0-1,0 0,0 1,0-1,0 1,0-1,2 0,111-3,104-11,-215 14,0 1,0-1,0 1,0-1,0 1,-1 0,1 0,0 0,0 0,0 0,0 1,0-1,0 1,0 0,-1 0,1 0,0 0,-1 1,1-1,-1 1,1-1,-1 1,0 0,1 0,-1 0,0 0,0 0,-1 1,1-1,0 1,-1-1,1 1,-1-1,0 1,0 0,0 0,0 1,-2 6,0 0,-1 1,-1-1,0-1,0 1,0 0,-2-1,1 1,-5 6,-8 20,-9 50,25-83,1 0,0-1,0 1,0 0,0-1,1 1,-1 0,1 0,-1-1,1 1,0-1,0 1,0-1,1 1,-1-1,0 0,1 1,0-1,-1 0,1 0,0 0,0 0,0 0,0-1,1 1,-1-1,0 1,1-1,-1 0,1 0,0 0,8 3,2-1,-1-1,0 0,0-1,1 0,-1-1,0 0,1-1,-1 0,0-1,1 0,-1-1,0-1,-1 0,5-2,18-9</inkml:trace>
  <inkml:trace contextRef="#ctx0" brushRef="#br0" timeOffset="5754.929">1858 3120,'-2'0,"1"0,1 0</inkml:trace>
  <inkml:trace contextRef="#ctx0" brushRef="#br0" timeOffset="2596.267">2713 1329,'-2'-4,"-1"0,1 1,-1 0,0 0,0-1,0 2,-1-1,1 0,-1 1,1-1,-1 1,0 0,0 0,0 1,0-1,0 1,0 0,0 0,-1 0,1 1,0-1,-1 1,1 0,0 0,-1 1,-1 0,-8 1,-1 1,1 0,0 1,0 1,1 0,-1 1,-2 2,-3 2,1 0,0 1,1 1,0 1,1 0,1 1,0 1,1 0,0 1,1 0,-4 9,16-24,-1 0,1 1,0-1,0 1,0-1,0 1,0-1,0 1,0 0,0 0,1-1,-1 1,0 0,1 0,0 0,-1-1,1 1,0 0,0 0,0 0,0 0,1 0,-1 0,0-1,1 1,-1 0,1 0,0 0,-1-1,1 1,0 0,0-1,0 1,0-1,1 2,3-2,1 1,-1-1,0 0,1-1,-1 1,1-1,-1 0,0 0,1-1,-1 0,1 0,-1 0,0 0,0-1,0 0,0 0,5-3,16-5,0-2,0-1,-1-1,-1-1,-1-1,0-1,7-9,24-52,-49 67,-1 24,46 204,-24-112,-4 2,-2 21,-17-104,-1 0,-2 0,0 0,-2 0,-1 0,0-1,-2 1,-1 0,3-14,0 0,-1 1,-1-2,0 1,0 0,-1-1,0 0,0 0,-1-1,0 0,-1 0,1-1,-2 0,1 0,-1 0,0-1,0-1,-8 4,13-7,0 1,0-1,-1 0,1 0,-1 0,0-1,1 0,-1 0,0 0,0 0,0-1,1 0,-1 0,0 0,0 0,0-1,0 0,1 0,-1 0,0-1,1 1,-1-1,1 0,0-1,-1 1,1-1,0 1,1-1,-1-1,0 1,1 0,0-1,-2-2,-1-8,1 1,1-1,1 0,0-1,1 1,0 0,1-1,1 1,0-1,1 0,0 1,1 0,1-1,1 1,0 0,4-9,21-66,4 2,4 1,4 2,3 2,46-63,-81 131,-2 0,1 0,0 0,2 1,-1 0,1 1,1 0,0 1,1 0,0 1,0 0,1 1,1 0,3 0,-16 8,1 0,-1 1,1-1,0 1,-1 0,1-1,0 1,0 0,-1 0,1 0,0 0,-1 0,1 1,0-1,0 0,-1 1,1-1,-1 1,1 0,0 0,-1-1,1 1,-1 0,0 0,1 0,-1 1,0-1,0 0,1 0,-1 1,0-1,0 1,0-1,-1 1,1-1,0 1,-1-1,1 1,-1 0,1-1,-1 3,9 76,-9-73,-1 17,0-19,0 1,1-1,-1 1,1-1,1 1,-1-1,1 1,0-1,0 1,1-1,-1 0,1 1,0-1,1 0,0 1,0-5,-1 1,1-1,0 0,0 0,0 0,0 0,0-1,0 1,0-1,0 1,0-1,0 0,0-1,0 1,0 0,0-1,0 0,0 1,0-1,0 0,0-1,-1 1,1 0,0-1,-1 0,1 1,1-3,8-4,0 0,-1-1,0 0,0-1,-1 0,0-1,-1 0,0 0,-1-1,0 0,-1-1,0 0,-1 0,-1 0,0-1,-1 1,0-1,-1 0,-1-1,0 1,-1 0,0-1,-2-13,2 26,-1-1,0 0,-1 0,1 1,0-1,-1 0,1 0,-1 1,0-1,0 1,0-1,0 1,-1-1,1 1,-1-1,1 1,-1 0,0 0,0 0,0 0,0 0,0 0,0 1,-1-1,1 1,0-1,-1 1,1 0,-1 0,0 0,1 0,-1 1,0-1,1 1,-1-1,0 1,0 0,1 0,-3 0,0 2,-1 0,1 0,0 0,0 1,0 0,0 0,0 0,1 0,-1 1,1 0,0-1,0 2,1-1,-1 0,1 1,0 0,0-1,0 1,1 1,-1 0,-30 110,31-110,1 0,0 1,1-1,-1 0,1 1,0-1,1 0,0 0,0 1,0-1,1 0,0 0,0 1,8 7</inkml:trace>
  <inkml:trace contextRef="#ctx0" brushRef="#br0" timeOffset="2957.456">3301 727,'-7'-4,"-1"-1,0 1,0 0,0 1,0 0,-1 0,0 1,1 0,-1 1,0 0,0 0,0 0,0 1,1 1,-1 0,0 0,0 0,0 1,1 1,-1 0,1 0,0 0,0 1,0 0,0 0,1 1,-1 0,1 1,0 0,1 0,0 0,0 1,0-1,1 2,-1-1,2 0,-3 5,4-3,0 0,1 0,0 0,1 0,0 0,0 1,1-1,0 0,0 1,1-1,0 0,1 1,0-1,1 0,0 0,0-1,4 9,10 16,1-1,1-1,23 28,-31-43,-11-16,29 39,-2 0,-2 2,-2 1,5 15,-28-54,1-1,0 1,0-1,0 0,0 0,0 1,0-1,0 0,1 0,-1 0,1 0,-1 0,1 0,0-1,0 1,0 0,0-1,0 0,0 1,0-1,0 0,1 0,-1 0,0 0,1-1,-1 1,1-1,-1 1,1-1,1 0,5-1,0-1,-1 0,0-1,1 0,-1 0,0 0,0-1,-1-1,1 1,1-3,-5 5,32-21</inkml:trace>
  <inkml:trace contextRef="#ctx0" brushRef="#br0" timeOffset="3513.058">3730 981,'-31'-63,"30"62,1-1,-2 1,1 0,0-1,0 1,0 0,0 0,-1 0,1 0,-1 0,1 0,-1 0,1 0,-1 1,1-1,-1 0,0 1,1 0,-1-1,0 1,1 0,-1 0,0 0,0 0,1 0,-1 0,0 0,1 1,-1-1,0 1,1-1,-1 1,1-1,-1 1,0 0,1 0,0 0,-1 1,-2 2,0 1,1-1,0 1,0 0,0 0,0 1,1-1,0 0,0 1,1 0,-1-1,1 1,0 0,1 0,0-1,0 1,0 0,0 0,1 0,1 4,1 2,1 0,1 0,0 0,1 0,0-1,1 0,0 0,0-1,1 1,1-2,0 1,0-1,1-1,0 0,0 0,1-1,0 0,2 0,53 43,-65-50,0 1,0-1,0 0,0 1,0-1,0 1,0 0,0-1,0 1,0 0,0-1,0 1,-1 0,1 0,0 0,0 0,-1 0,1 0,-1 0,1 0,-1 0,1 0,-1 0,1 0,-1 0,0 0,0 0,0 0,0 1,0-1,0 0,0 0,0 0,0 0,0 0,0 1,-1-1,1 0,0 0,-1 0,1 0,-1 0,0 0,1 0,-1 0,0 0,1 0,-1-1,0 1,0 0,0 0,0-1,0 1,0 0,0 0,-9 2,0 0,0-1,0 0,0 0,0-1,-1 0,1-1,0 0,0-1,-1 0,1 0,0-1,0-1,-6-2,14 5,0-1,0 1,0-1,0 0,0 0,0 0,0 0,0 0,0 0,1-1,-1 1,1-1,-1 1,1-1,-1 1,1-1,0 0,-1 0,1 0,0 0,1 0,-1 0,0 0,0 0,1 0,-1 0,1 0,0 0,0 0,-1-1,1 1,1 0,-1 0,0 0,0 0,1 0,0-1,-1 1,1 0,0 0,0 0,0 0,0 1,0-1,1 0,10-15,1 2,0 0,1 0,1 1,0 1,1 1,13-8,-11 6,29-21,13-8,-1-4,-3-1,6-12,-62 60,0-1,0 1,0-1,0 1,1-1,-1 1,0 0,0-1,0 1,0-1,0 1,1-1,-1 1,0 0,1-1,-1 1,0 0,0-1,1 1,-1 0,1-1,-1 1,0 0,1 0,-1-1,1 1,-1 0,0 0,1 0,-1-1,1 1,-1 0,1 0,-1 0,1 0,-1 0,1 0,-1 0,0 0,1 0,-1 0,1 1,-1-1,1 0,-1 0,1 0,-1 0,0 1,1-1,-1 0,1 0,-1 1,0-1,1 0,-1 1,0-1,1 0,-1 1,0-1,0 1,1-1,-2 32,0-26,-3 27,0-14,1-1,1 1,1 0,1 0,0 0,1 0,1 0,1 0,1 0,0-1,1 1,2 1,-6-18,0 0,0 0,0 0,0 0,0 0,0 0,1 0,-1 0,1 0,-1-1,1 1,0 0,-1-1,1 0,0 1,0-1,0 0,0 0,0 0,0 0,0 0,1-1,-1 1,0-1,0 1,2-1,10-4</inkml:trace>
  <inkml:trace contextRef="#ctx0" brushRef="#br0" timeOffset="3763.388">4184 487,'-12'0,"-3"2,3 1,4 0</inkml:trace>
  <inkml:trace contextRef="#ctx0" brushRef="#br0" timeOffset="4010.241">4411 59,'-29'-58,"29"58,0 0,-1 1,1-1,0 0,0 1,0-1,0 0,0 0,0 1,0-1,-1 0,1 0,0 1,0-1,0 0,-1 0,1 1,0-1,0 0,-1 0,1 0,0 0,0 1,-1-1,1 0,0 0,-1 0,1 0,0 0,0 0,-1 0,1 0,0 0,-1 0,1 0,0 0,-1 0,1 0,0 0,0 0,-1 0,1 0,0-1,-1 1,1 0,0 0,0 0,-1 0,1-1,0 1,0 0,0 0,-1 0,1-1,0 1,0 0,0 0,0-1,-1 1,1 0,0 0,0-1,0 32,0-31,11 317,-18 129,-9-86,14-345,-1-9</inkml:trace>
  <inkml:trace contextRef="#ctx0" brushRef="#br0" timeOffset="4264.56">4251 420,'3'-14,"6"-6,15-5,17-2,22 0,19 1,15 1,6-1,-3 2,-9 3,-15 5,-26 5,-21 5</inkml:trace>
  <inkml:trace contextRef="#ctx0" brushRef="#br0" timeOffset="6488.965">2928 2519,'-15'0,"0"1,0 1,1 0,-1 1,1 1,-1 0,1 1,0 0,1 2,0-1,0 1,-1 2,6-4,1 0,0 0,0 1,1 0,-1 0,1 1,1 0,-1 0,1 0,0 0,1 1,0 0,0 0,1 0,0 1,0-1,1 1,0-1,0 1,1 6,0-12,1 0,0 1,0-1,0 1,1-1,-1 0,1 1,0-1,0 0,0 1,0-1,0 0,1 0,0 0,-1 0,1 0,0-1,0 1,1 0,-1-1,0 0,1 1,0-1,-1 0,1 0,0-1,0 1,0 0,0-1,0 0,1 0,-1 0,0 0,1 0,-1-1,0 1,1-1,-1 0,1 0,-1-1,0 1,1 0,0-1,6-1,-1-1,1 1,-1-2,1 1,-1-1,-1-1,1 0,0 0,-1 0,0-1,0 0,-1-1,0 0,0 0,-1-1,1 1,-2-1,1-1,2-4,5-11,-1-1,-1 0,-1-1,-2 0,0-1,1-13,7-35,-3 0,-4-1,-1-27,-8 99,1-1,-1 0,1 0,-1 0,0 0,0 0,-1 0,1 0,-1 1,-1-1,1 0,0 0,-1 1,0-1,0 1,-1-1,1 1,-1 0,-1-2,1 6,1 0,-1 0,1 0,0 0,-1 0,1 1,0 0,-1-1,1 1,0 0,0 0,-1 0,1 0,0 1,0-1,0 0,0 1,1-1,-1 1,0 0,1 0,-1 0,1 0,0 0,-1 0,1 0,0 0,0 0,0 1,0 0,-11 20,2-1,0 1,1 1,1-1,1 2,2-1,0 1,2-1,0 1,2 0,1 2,-1-16,1 0,1 0,0 0,0 0,1-1,1 1,0-1,0 1,1-1,0 0,1 0,0-1,1 1,-1-1,2 0,-1-1,2 0,-1 0,1 0,0-1,0 0,1 0,0-1,0 0,1-1,-1 0,1-1,0 1,8 0,-8-2,1-1,0 0,-1-1,1 0,0-1,0 0,0-1,-1 0,1-1,0 0,-1-1,1 0,-1 0,0-1,0-1,-1 1,1-2,-1 1,0-1,0-1,-1 1,0-2,0 1,0-1,-1 0,-1-1,1 1,-1-1,-1-1,1 1,-2-1,2-3,1-3,-1 0,-1 0,-1 0,0-1,-1 1,0-1,-2 0,0 0,-1-15,-1 33,1-1,0 1,-1-1,1 0,0 1,-1-1,1 0,-1 1,1-1,-1 0,1 1,-1-1,1 0,-1 0,1 1,-1-1,0 0,1 0,-1 0,1 0,-1 0,1 0,-1 0,0 0,1 0,-1 0,1 0,-1 0,1-1,-1 1,1 0,-1 0,1-1,-1 1,1 0,-1 0,1-1,-1 1,1-1,-1 1,1 0,0-1,-1 1,1-1,0 1,-1-1,1 1,0-1,-3 10,0 0,1 0,0 0,1 0,0 0,1 1,0-1,0 0,1 1,0-1,0 0,1 0,0 0,1 0,0 0,1 0,0-1,0 1,0-1,1 0,0-1,1 1,0-1,0 0,1 0,6 5,23 12</inkml:trace>
  <inkml:trace contextRef="#ctx0" brushRef="#br0" timeOffset="6750.306">4291 1957,'-2'23,"1"21,3 19,4 14,3 11,0 6,-2 3,-6-2,-8-5,-8-9,-7-12,-3-14,1-18,4-14</inkml:trace>
  <inkml:trace contextRef="#ctx0" brushRef="#br0" timeOffset="7248.965">4237 2211,'-53'-155,"53"153,-1 1,1-1,0 1,0-1,0 1,0 0,0-1,0 1,0-1,0 1,1-1,-1 1,1-1,-1 1,1 0,-1-1,1 1,0 0,0 0,-1-1,1 1,0 0,0 0,0 0,0 0,1 0,-1 0,0 0,0 1,1-1,-1 0,0 1,1-1,-1 1,2-1,56-7,-52 7,20 0,0 0,0 2,-1 0,1 2,0 1,-1 2,0 0,0 2,0 0,-1 2,6 4,-28-13,1 0,-1 0,0 1,0-1,0 1,0 0,0-1,0 1,-1 1,1-1,-1 0,1 1,-1-1,0 1,0 0,0 0,0-1,0 1,-1 0,0 1,1-1,-1 0,0 0,0 1,-1-1,1 0,-1 1,1-1,-1 1,0-1,-1 0,1 1,-1-1,1 1,-1-1,0 0,0 0,0 1,-1-1,1 0,-2 2,-6 3,0 0,-1-1,0 0,0-1,0 0,-1-1,0 0,0-1,0 0,-1 0,1-1,-1-1,0 0,1-1,-1 0,0 0,-1-1,12 0,-1 0,0 1,1-1,-1 0,0 1,1-1,-1 0,0 0,1-1,-1 1,0 0,1 0,-1-1,0 1,1-1,-1 0,1 1,-1-1,1 0,-1 0,1 0,-1 0,1 0,0 0,0 0,0 0,-1-1,1 1,0 0,1-1,-1 1,0-1,0 1,0-1,1 0,-1 1,1-1,0 1,-1-2,4-4,-1 0,2-1,-1 2,1-1,0 0,0 1,1-1,-1 1,2 1,-1-1,1 1,2-2,3-4,48-46,3 3,2 3,11-3,-71 51,32-17,-35 20,0-1,0 1,0 0,0 0,0 0,0 0,0 0,-1 0,1 0,0 1,0-1,0 0,0 0,0 1,0-1,-1 1,1-1,0 0,0 1,-1 0,1-1,0 1,0-1,-1 1,1 0,-1-1,1 1,-1 0,1 0,-1-1,1 1,-1 0,0 0,1 0,-1 0,0 0,0 0,1-1,-1 1,0 0,0 0,20 132,-19-126,0 1,1-1,0 0,0 0,1 0,0 0,0 0,0-1,1 1,0-1,0 0,1 0,0-1,0 1,0-1,1 0,3 3,19-14,-16-6</inkml:trace>
  <inkml:trace contextRef="#ctx0" brushRef="#br0" timeOffset="7513.817">4946 1476,'-16'-9,"-7"-3,-3 3,2 5,4 7,8 11,13 10,13 7,11 8,8 3,-1-4</inkml:trace>
  <inkml:trace contextRef="#ctx0" brushRef="#br0" timeOffset="7699.881">5067 2011,'15'-15,"-1"1,0-2,-1 0,0-1,-2 0,0-1,-1 0,-1 0,0-1,-1-1,-2 1,3-11,-8-21,-1 50,0 0,-1 0,1 0,0 0,0 0,-1 0,1 0,0-1,-1 1,1 0,-1 1,0-1,1 0,-1 0,0 0,1 0,-1 0,0 1,0-1,0 0,0 1,0-1,0 0,0 1,0-1,0 1,0 0,0-1,0 1,0 0,0 0,0-1,0 1,0 0,0 0,-1 0,1 0,0 1,0-1,0 0,0 0,-1 1,-4 3,0 0,0 0,0 1,1 0,0 1,0-1,0 1,0 0,1 0,0 0,0 0,1 1,0 0,0-1,0 1,1 1,0-1,0 0,1 0,0 1,-2 1,0-1,1 1,0-1,1 1,0 0,0 0,1 0,0-1,1 1,0 0,0 0,1-1,0 1,0-1,1 1,0-1,1 0,-1 0,2 0,-1-1,1 1,0-1,1 0,-1 0,1-1,1 0,-1 0,1-1,0 1,5 1,-4-3,0-1,1 0,-1 0,1-1,-1-1,1 1,0-1,0-1,2 1,32-3</inkml:trace>
  <inkml:trace contextRef="#ctx0" brushRef="#br0" timeOffset="8282.564">5641 1530,'-4'-2,"0"0,-1 1,1 0,0 0,-1 0,1 0,-1 1,1 0,-1 0,1 0,-1 0,1 1,0 0,-1-1,1 2,0-1,-1 0,1 1,0 0,0 0,0 0,0 1,1-1,-1 1,1 0,-1 0,1 0,0 0,0 0,1 1,-1 0,1-1,-1 1,1 0,0 0,1 0,-1 1,1-1,-1 2,2 8,1-1,1 0,0 0,1-1,0 1,1 0,0-1,1 0,0 0,1 0,1-1,0 0,0 0,1-1,0 1,1-2,7 7,-2 3,1-1,-2-3,-1 0,0 1,-2 0,0 1,0 1,-1 1,-9-17,1 0,0 0,-1 0,1 0,-1 0,0 0,0 1,0-1,0 0,0 0,0 0,0 0,-1 1,1-1,-1 0,0 0,1 0,-1 0,0 0,0 0,-1 0,1-1,0 1,0 0,-1-1,1 1,-1-1,0 1,1-1,-1 1,0-1,0 0,0 0,0 0,0 0,0 0,0-1,0 1,0-1,0 1,0-1,0 0,-1 0,1 0,0 0,0 0,0 0,-2 1,1 0,0 0,0-1,-1 0,1 1,0-1,-1 0,1 0,0-1,0 1,-1-1,1 1,0-1,0 0,0 0,0-1,0 1,0-1,0 1,0-1,0 0,1 0,-1 0,1 0,0-1,-1 1,1-1,0 1,0-1,1 0,-1 0,0 0,1 0,0 0,0 0,0 0,0 0,0 0,1-1,-1 1,1 0,0-3,3-1,0 1,1 0,0-1,1 1,-1 1,1-1,0 1,0 0,1 0,-1 0,1 1,0-1,1 2,-1-1,1 1,-1 0,1 0,0 1,0-1,0 2,0-1,3 1,16-9,5-2,-1-1,0-2,-1-1,-1-1,0-1,-2-2,2-3,-14 12,-2-1,0 0,0-1,-1-1,-1 0,0 0,-1-1,0 0,-1-1,-1 0,-1 0,0 0,-1-1,0-4,-7-31,1 51,1 0,-1 0,1 0,-1 0,1 0,-1 0,0 0,1 0,-1 1,0-1,0 0,0 0,0 1,0-1,1 0,-1 1,0-1,0 1,-1-1,1 1,0 0,0-1,0 1,0 0,0 0,0 0,0 0,0 0,-1 0,1 0,0 0,0 0,0 0,0 1,0-1,0 0,0 1,0-1,0 1,0-1,0 1,0 0,-1 0,-4 5,-1 1,1 0,1 0,-1 0,1 1,1 0,-1 0,1 0,1 0,-1 1,1-1,1 1,0 0,0 0,1 0,0 0,0 0,1 0,0 0,1 4,-2-1,1 0,0 0,1 0,0 0,0 0,2 0,-1 0,2 0,-1-1,1 0,1 0,0 0,1 0,0-1,1 1,0-2,0 1,1-1,0 0,1-1,0 0,0 0,1-1,0 0,0 0,0-2,1 1,0-1,0-1,1 1,-1-2,1 0,0 0,0-1,1-1,25-3,-5-4</inkml:trace>
  <inkml:trace contextRef="#ctx0" brushRef="#br0" timeOffset="10473.874">2032 3910,'-16'-2,"1"2,-1 0,0 1,0 0,0 1,1 1,-1 1,1 0,0 1,0 1,0 0,1 1,0 0,-6 5,11-6,-1 0,1 0,0 1,1 1,0-1,0 1,1 1,0-1,0 1,1 1,0-1,0 1,1 0,1 0,-1 1,2-1,0 1,0 0,1 0,-1 7,2-16,1 1,-1 0,1 0,-1 0,1 0,0-1,0 1,0 0,1 0,-1 0,1 0,-1-1,1 1,0 0,0-1,1 1,-1 0,0-1,1 0,-1 1,1-1,0 0,0 0,0 1,0-2,0 1,0 0,1 0,-1-1,0 1,1-1,-1 0,1 0,0 0,-1 0,1 0,0 0,0-1,0 1,-1-1,1 0,0 0,0 0,0 0,0 0,0-1,-1 1,1-1,0 0,0 0,12-9,0 0,0 0,-1-2,-1 0,0 0,-1-1,0-1,-1 0,0 0,-1-1,2-6,14-23,-2-1,-2 0,-1-2,-3-1,-2 0,-2-1,-2-1,-3 0,-1 0,-3-1,-2-11,-9-21,6 82,0 0,0 0,-1 0,1 0,0 0,-1 0,1 0,-1 0,1 0,-1 1,0-1,1 0,-1 0,0 0,0 1,1-1,-1 1,0-1,0 0,0 1,0 0,0-1,0 1,0-1,0 1,0 0,0 0,0 0,0-1,0 1,0 0,0 0,0 0,0 0,0 1,0-1,0 0,0 0,0 1,0-1,0 0,0 1,1-1,-1 1,0 0,0-1,0 1,0-1,1 1,-1 0,0 0,1-1,-1 1,1 0,-1 0,0 0,1 0,0 0,-1 0,1 0,0 0,-1 0,1 0,0 0,-13 22,2 1,0 1,1 0,2 0,1 0,1 1,0 0,2 1,2-1,0 15,0-18,1-1,1 1,0 0,2-1,1 1,1-1,1 0,1 0,7 19,-11-37,0 1,0-1,1 0,0 1,-1-1,1 0,1 0,-1-1,0 1,1-1,0 1,0-1,0-1,0 1,0 0,1-1,-1 0,1 0,0 0,-1-1,1 1,0-1,0 0,0-1,0 1,0-1,0 0,0 0,0 0,0-1,0 0,0 0,-1 0,1-1,0 1,-1-1,1 0,-1 0,1-1,2-2,6-4,0-1,-1-1,0 0,-1 0,0-1,8-13,5-3,-24 28,0-1,0 1,0 0,0-1,0 1,0-1,0 1,0 0,1-1,-1 1,0 0,0-1,0 1,1 0,-1 0,0-1,0 1,1 0,-1 0,0-1,1 1,-1 0,0 0,1 0,-1 0,0-1,1 1,-1 0,0 0,1 0,-1 0,0 0,1 0,-1 0,1 0,-1 0,0 0,1 0,-1 0,0 0,1 0,-1 0,0 1,1-1,-1 0,0 0,1 0,-1 1,0-1,1 0,-1 0,0 0,0 1,1-1,-1 0,0 1,0-1,0 0,1 1,-1-1,3 27,-2-14,-1-11,0 1,1 0,0-1,-1 1,1-1,0 1,0-1,0 0,1 1,-1-1,1 0,-1 0,1 0,0 0,0 0,0 0,0 0,0-1,0 1,0-1,0 1,1-1,-1 0,1 0,-1 0,1 0,-1 0,1-1,-1 1,1-1,0 0,-1 1,3-1,1-1,0 1,0-1,0 0,0 0,0 0,0-1,0 0,0 0,-1-1,1 1,-1-1,1-1,-1 1,2-3,1 0,-1-1,-1 0,1 0,-1 0,0-1,-1 0,0 0,0-1,-1 1,0-1,0 0,-1 0,0-1,-1 1,0-1,0 1,-1-1,0 1,-1-1,0 0,-1 1,0-1,0 0,-1 1,0 0,-3-7,3 12,0 1,0 0,0 1,0-1,0 0,-1 0,1 1,-1 0,0-1,0 1,0 0,0 0,0 1,0-1,0 1,-1-1,1 1,-1 0,1 0,-1 1,1-1,-1 1,1-1,-1 1,1 0,-1 1,0-1,1 1,-1-1,1 1,-1 0,1 0,0 1,-1-1,1 1,0-1,0 1,0 0,0 0,0 1,1-1,-1 0,1 1,-1 0,1 0,0-1,0 1,-1 1,0 2,0-1,0 1,0 0,0-1,1 1,0 0,0 1,1-1,0 0,0 0,0 1,1-1,0 0,0 1,0-1,1 0,0 1,1-1,-1 0,1 0,0 0,3 6,12 18</inkml:trace>
  <inkml:trace contextRef="#ctx0" brushRef="#br0" timeOffset="11020.414">2674 3842,'-9'-19,"0"0,2-1,0 0,1 0,2 0,0-1,1 0,0 0,2 0,1-15,1 32,-1 1,1-1,0 1,1-1,-1 1,0-1,1 1,0 0,0 0,0 0,0 0,0 0,1 0,0 0,-1 1,1-1,0 1,0 0,0 0,0 0,0 0,1 1,-1-1,1 1,-1 0,1 0,-1 0,1 0,-1 0,3 1,5-1,0 0,0 0,0 1,1 1,-1 0,0 0,0 1,0 1,7 2,-14-4,-1 1,1-1,0 1,-1 0,1 1,-1-1,0 0,0 1,0 0,0 0,0 0,-1 0,1 0,-1 0,0 1,0-1,0 1,0 0,-1-1,1 1,-1 0,0 0,0 0,0 0,-1 0,0 0,1 0,-1 0,-1 0,1 0,0 0,-1 0,0 0,-1 4,-22 93,25-100,0 1,0-1,0 0,0 0,0 0,0 0,0 0,1 0,-1 0,0 0,0 0,1-1,-1 1,1 0,-1-1,0 1,1-1,-1 0,1 1,-1-1,1 0,-1 0,1 0,0 0,-1 0,1 0,-1-1,1 1,-1 0,1-1,-1 1,0-1,1 1,-1-1,1 0,-1 0,0 0,0 1,1-2,17-9,-1-1,0-1,-1-1,0-1,-1 0,-1-1,-1 0,0-2,-1 1,4-9,38-57,-43 76,-12 30,-1-19,0 2,-1 0,1 0,0 0,0 0,0 0,1 0,0 0,0 0,1 1,0-1,0 0,0 0,1 0,0 0,0-1,0 1,1 0,0-1,0 1,0-1,1 0,0 0,0-1,0 1,0-1,1 0,-1 0,1 0,0 0,1-1,0 1,52-3,-31-9</inkml:trace>
  <inkml:trace contextRef="#ctx0" brushRef="#br0" timeOffset="11282.716">3262 3107,'-16'-2,"-5"3,1 5,3 5,10 5,15 3,13-3,2-3</inkml:trace>
  <inkml:trace contextRef="#ctx0" brushRef="#br0" timeOffset="11534.6">3556 2933,'-21'204,"-10"145,29-342,2-1,-1 0,1 1,0-1,0 0,0 1,1-1,0 0,0 1,1-1,0 0,0 0,0 0,1 0,0-1,0 1,0-1,1 1,0-1,0 0,0-1,1 1,-1-1,4 3,2-4,0-1,0 0,1 0,-1-1,0 0,0-1,1 0,-1-1,0 0,1-1,-1 0,0 0,0-1,-1 0,1-1,-1 0,1-1,-1 0,0 0,-1-1,1 0,-1-1,65-64,-49 36</inkml:trace>
  <inkml:trace contextRef="#ctx0" brushRef="#br0" timeOffset="11736.059">3382 3281,'27'-2,"30"-8,27-7,30-9,20-10,10-9,-8-12,-27 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7:38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12449 1190,'25'47,"-2"0,-2 1,-2 1,-3 1,-1 1,-3 0,3 35,-10-58,-2-1,-1 1,-1 0,-2 0,0 0,-2-1,-1 1,-2-1,0 0,-2 0,-1 0,-1-1,-1-1,-1 0,-9 13,11-27,0 0,-1 0,0-1,-1-1,0 0,0-1,-1 0,0-1,0 0,-1-1,0 0,-14 3,-14 2,-2-1,0-2,-32 1,-86 1,-117-10,0 0,4 20,-177 39,443-58,-684 112,349-87,-2-14,-3-16,68 2,-1786 1,778-47,-1187-86,2091 96,-430-31,790 67,-127-6,-75-16,27-2,107 16,1-3,1-5,-58-19,123 27,2 0,-1-2,1-1,1-1,1 0,0-2,1-1,0 0,1-2,-14-17,-21-31,2-2,-29-54,82 123,-21-31,2-1,1 0,2-1,1-1,2 0,1-1,2-1,1 1,2-2,2 1,1-1,1 0,3 0,1 1,4-32,0 48,0 0,0 0,2 1,1 0,0 0,1 1,1 0,1 0,1 2,0-1,14-14,20-16,3 2,1 2,5-1,25-21,-35 26,2 1,2 2,1 2,1 3,2 2,2 2,28-9,31 1,2 5,1 5,87-6,361-15,742 10,1684 36,-1824-28,-372 16,208 43,10 21,-374-9,-327-25,57 21,-46 23,-270-49,-1 1,0 3,-1 2,-1 3,-1 1,32 22,-64-35,-1 0,-1 1,1 1,-2 1,0 0,0 1,-1 0,-1 1,-1 0,0 1,-1 1,0-1,-2 2,6 14,94 332,-96-336,-4-12,0 0,-1 0,-1 0,-1 1,0 0,-1 0,0 1,-2-1,0 1,-1-1,-1 1,0 0,-2-1,0 1,-1-1,-1 2,-66 111,44-92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8:03.3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97 377,'0'22,"-2"25,-3 19,-4 12,-1 7,-2 0,-1-6,-1-8,2-13,1-16,2-15</inkml:trace>
  <inkml:trace contextRef="#ctx0" brushRef="#br0" timeOffset="199.439">30 578,'0'18,"5"17,8 15,8 7,11 1,6-2,3-7,0-9,-3-11,-6-11,-8-8</inkml:trace>
  <inkml:trace contextRef="#ctx0" brushRef="#br0" timeOffset="410.873">391 350,'-4'-13,"-2"-3,0 11,1 19,2 22,1 22,1 18,1 11,2 5,1 1,2-8,1-10,1-11,-1-17</inkml:trace>
  <inkml:trace contextRef="#ctx0" brushRef="#br0" timeOffset="1530.467">632 831,'-7'18,"1"0,1 1,0-1,2 1,0 0,1 0,1 0,1 0,0 0,3 11,-3-26,1-1,0 0,0 1,0-1,0 0,1 0,-1 1,1-1,0 0,0 0,0-1,0 1,0 0,1-1,-1 1,1-1,0 0,0 0,-1 0,1 0,1-1,-1 1,0-1,0 1,0-1,1 0,-1-1,1 1,-1 0,1-1,-1 0,1 0,-1 0,1 0,-1-1,0 1,1-1,0 0,4-1,-1-1,1 0,0 0,-1-1,0 0,0 0,0-1,0 0,-1 0,0-1,0 1,0-1,0-1,-1 1,0-1,-1 0,4-6,51-129,-61 149,1 0,0 1,0-1,1 0,0 1,1-1,-1 1,1-1,1 0,-1 0,1 0,0 0,1 0,0 0,0 0,0-1,1 1,0-1,0 0,1 0,0-1,0 1,0-1,5 3,-6-5,1-1,-1 0,1 0,0-1,0 1,0-1,0 0,0 0,0-1,0 0,0 1,0-2,0 1,0 0,0-1,0 0,0-1,-1 1,1-1,0 1,-1-2,1 1,-1 0,1-1,-1 0,3-2,1-2,0 0,0-1,-1 0,0-1,0 1,-1-1,0 0,-1-1,1 1,-2-1,4-10,8-41,-23 85,6-21,0 0,0 0,0 0,1 0,0 0,-1 0,1 0,0 0,1 1,-1-1,0 0,1 0,0 0,0 0,0 0,0-1,0 1,0 0,1 0,-1-1,1 1,0-1,0 1,0-1,0 0,0 1,1-1,-1 0,0-1,1 1,0 0,-1-1,1 1,0-1,0 0,0 0,0 0,0 0,0-1,0 1,2-1,4 0,0-1,0 0,1 0,-1-1,-1 0,1 0,0-1,0 0,-1-1,0 0,0 0,0-1,0 0,-1-1,1 1,-1-1,-1-1,1 1,-1-1,0 0,-1-1,0 1,0-1,-1 0,2-4,-5 12,-1-1,1 1,0 0,-1-1,1 1,-1-1,0 1,1-1,-1 1,1-1,-1 1,0-1,1 0,-1 1,0-1,0 1,1-1,-1 0,0 1,0-1,0 0,0 1,0-1,0 0,0 1,0-1,0 0,0 1,0-1,0 0,-1 1,1-1,0 0,0 1,-1-1,1 1,0-1,-1 1,1-1,0 1,-1-1,1 1,-1-1,1 1,-1-1,1 1,-1 0,0-1,1 1,-1 0,1-1,-1 1,0 0,1 0,-1 0,0-1,1 1,-1 0,0 0,1 0,-1 0,0 0,1 0,-1 1,0-1,1 0,-1 0,0 0,-1 2,0-1,0 1,0 0,0-1,0 1,1 0,-1 0,1 0,-1 0,1 0,0 0,0 1,0-1,0 0,0 1,0-1,1 0,-1 1,1-1,-1 1,1-1,0 1,0-1,0 1,1 0,-1-1,0 0,1 1,0-1,-1 1,1-1,0 0,0 1,1-1,-1 0,0 0,1 0,-1 0,1 0,0 0,0 0,-1-1,1 1,0-1,0 1,1-1,-1 0,1 1,7 1,0 0,1-1,-1 0,0 0,1-1,0-1,-1 0,1 0,-1-1,1 0,-1-1,0 0,1-1,-1 0,0 0,-1-1,1-1,1-1,18-15,-30 23,0 1,0-1,0 1,0 0,0-1,0 1,1 0,-1 0,1 0,0-1,0 1,0 0,0 0,0 0,1 0,-1-1,1 1,0 0,0 0,0-1,0 1,0-1,1 1,-1-1,1 1,-1-1,1 0,0 0,0 0,0 0,0 0,1 0,-1 0,0-1,1 1,-1-1,1 0,3 2,0-1,0 0,1 0,-1-1,0 0,1 0,-1-1,1 0,-1 0,0 0,1-1,-1 1,1-2,-1 1,0-1,0 0,0 0,0-1,0 1,0-1,-1-1,0 1,1-1,-1 0,0 0,-1 0,1-1,-1 0,0 0,0 0,0 0,-1-1,0 1,0-1,0 0,-1 0,1-2,-2 6,0 0,0 0,0 0,-1 0,1 0,0 0,-1 0,0 0,0 0,1 0,-1 0,0 0,-1 0,1 0,0 0,-1 0,1 0,-1 0,1 0,-1 0,0 0,0 0,0 0,0 0,0 1,0-1,-1 0,1 1,0-1,-1 1,0-1,1 1,-1 0,0 0,1 0,-1 0,0 0,0 0,0 0,-1 0,-7 3,0 1,0-1,0 2,1-1,-1 1,1 1,0 0,0 0,0 0,1 1,0 1,0 0,0 0,1 0,-3 5,5-8,1 1,0 0,0 0,0 0,1 0,0 1,0-1,0 1,0 0,1 0,0 1,0 7</inkml:trace>
  <inkml:trace contextRef="#ctx0" brushRef="#br0" timeOffset="1746.942">1889 443,'-14'-6,"-9"-3,-2 0,0 5,4 6,6 8,6 10,6 7,11 9,10 5,10 4,6 2,5-1,-5-8</inkml:trace>
  <inkml:trace contextRef="#ctx0" brushRef="#br0" timeOffset="2449.265">2035 898,'50'115,"-50"-114,1 0,0 0,0 0,0 0,0 0,0 0,0 0,0 0,1 0,-1 0,0-1,0 1,1 0,-1-1,0 1,1-1,-1 0,1 1,-1-1,0 0,1 0,-1 0,1 0,-1 0,1 0,-1 0,0 0,1-1,-1 1,1-1,-1 1,0-1,1 1,-1-1,0 0,0 0,0 1,1-1,-1 0,0-1,42-44,-31 25,-2 0,0-1,-1-1,-2 1,0-1,-2-1,0 1,-1-1,-2 0,0-17,0 21,-2 19,0 0,0-1,-1 1,1 0,1-1,-1 1,0 0,0-1,0 1,1 0,-1 0,1-1,-1 1,1 0,-1 0,1 0,0-1,0 1,0 0,-1 0,1 0,0 0,0 0,0 1,0-1,1 0,-1 0,0 1,0-1,0 1,1-1,-1 1,0-1,0 1,1 0,-1-1,0 1,1 0,-1 0,0 0,1 0,-1 0,0 1,1-1,-1 0,0 0,1 1,-1-1,0 1,0 0,0-1,1 1,-1 0,1 0,5 2,1 1,-1-1,0 1,0 1,0-1,0 1,-1 0,0 1,0 0,0 0,-1 0,0 0,0 1,-1 0,1 0,-1 0,-1 0,0 1,0 0,0-1,-1 1,0 0,-1 0,1 0,-2 1,1-1,-1 8,-6 9,5-23,0 1,0 0,-1-1,2 1,-1 0,0-1,0 1,1 0,0 0,-1 0,1 0,0 0,0-1,1 1,-1 0,1 0,-1 0,1 0,0-1,0 1,0 0,0-1,1 1,-1-1,1 1,-1-1,1 0,0 0,0 1,0-1,2 1,10 2,0-2,0 0,0 0,1-1,-1-1,1 0,-1-1,1-1,-1 0,4-1,-11 1,-1 1,0-1,0 0,0-1,0 0,-1 0,1 0,0 0,-1-1,1 0,-1 0,0 0,0-1,4-3,-10 8,1 1,-1 0,1-1,-1 1,1 0,0 0,-1-1,1 1,0 0,0 0,1-1,-1 1,0 0,0 0,1-1,-1 1,1 0,0-1,-1 1,1-1,0 1,0-1,0 1,0-1,0 1,0-1,1 0,-1 0,0 1,1-1,-1 0,1 0,-1 0,1-1,-1 1,1 0,-1-1,1 1,0-1,0 1,-1-1,1 0,0 1,0-1,4 2,0-1,0 0,0 0,0 0,0 0,0-1,0 0,1 0,-1-1,0 0,0 0,0 0,0-1,0 0,-1 0,1 0,0-1,-1 0,1 0,-1 0,0-1,0 0,-1 0,1 0,-1 0,0-1,0 0,0 1,0-2,-1 1,0 0,0-1,-1 1,1-1,0-3,-1-1,0 0,0 1,-1-1,0 0,-1 0,0 0,-1 0,0 1,0-1,-1 0,-3-8,5 16,-1 1,0-1,0 0,0 0,0 1,0-1,-1 1,1-1,0 1,-1-1,1 1,-1 0,1 0,-1 0,0 0,0 0,1 0,-1 0,0 0,0 1,0-1,0 1,0-1,0 1,0 0,0 0,0 0,0 0,0 0,0 0,0 1,1-1,-2 1,-59 29,56-26,0 0,0 1,1-1,0 1,0 1,0-1,1 1,0 0,0 0,0 0,1 0,0 1,0-1,0 1,1 0,0 0,1 0,-1 0,1 0,1 0,-1 0,1 0,1 1,-1-1,1 0,0 0,1 0,0 1,0-5,1 1,0-1,0-1,0 1,0 0,0-1,1 1,-1-1,1 0,0 0,-1 0,1-1,0 0,0 1,0-1,0 0,0-1,0 1,1-1,2 0,24 1</inkml:trace>
  <inkml:trace contextRef="#ctx0" brushRef="#br0" timeOffset="2690.091">2958 430,'-16'-2,"-8"3,-1 5,3 5,5 8,10 7,12 9,8 4,9 6,1-6</inkml:trace>
  <inkml:trace contextRef="#ctx0" brushRef="#br0" timeOffset="2962.909">3065 938,'10'0,"-1"-1,1 0,-1 0,1-1,-1-1,0 0,0 0,0 0,0-1,-1-1,1 0,-1 0,0 0,-1-1,1 0,-1 0,0-1,-1 0,6-8,5-8,-1-2,0 0,-2 0,-1-2,9-26,7-25,-3-1,-4 0,-3-2,-4 0,-3-1,-3-9,-9 87,1-3,0-1,-1 1,0-1,0 1,-1-1,0 1,0 0,-1-1,0 1,0-1,1 7,-1-1,1 1,-1 0,1 0,-1 0,0 0,1 0,-1 0,0 0,0 1,0-1,0 0,1 1,-1 0,0-1,0 1,0 0,0 0,0 0,0 0,0 0,0 1,0-1,0 1,0-1,1 1,-1-1,0 1,0 0,0 0,1 0,-1 0,1 0,-1 1,1-1,-1 0,1 1,0-1,-1 1,1-1,0 1,0 0,0 1,-19 19,2 1,1 1,1 1,1 0,1 1,1 1,1 0,2 1,1 0,1 0,1 1,-1 11,2-9,2-1,0 1,2 0,2 1,0-1,2 0,2 0,0-1,3 1,0-1,2 0,1 0,1-1,1-1,2 0,1-1,5 5,34 23,-34-43</inkml:trace>
  <inkml:trace contextRef="#ctx0" brushRef="#br0" timeOffset="3145.259">3172 443,'18'3,"18"4,16 7,12 5,5 3,-2 6,-8 4,-15 2,-14-6</inkml:trace>
  <inkml:trace contextRef="#ctx0" brushRef="#br0" timeOffset="3426.482">3466 872,'0'1,"-23"70,22-70,1 1,0 0,-1 0,1 0,0 0,0 0,0 0,0 0,1 0,-1 0,0 0,1 0,0 0,-1 0,1 0,0 0,0-1,0 1,0 0,0-1,0 1,1-1,-1 1,0-1,1 1,-1-1,1 0,0 0,-1 0,1 0,0 0,0 0,-1 0,3 0,3 0,-1 0,1-1,0 0,0 0,-1 0,1-1,0 0,-1 0,1-1,-1 0,1 0,-1-1,0 1,0-1,0-1,0 1,0-1,-1 0,0 0,0-1,0 1,0-1,-1 0,0-1,0 1,0-1,0 0,-1 1,0-2,1-2,-3 5,-1 1,0-1,0 0,0 1,0-1,0 1,-1-1,1 1,-1-1,0 1,0 0,0-1,-1 1,1 0,-1 0,0 0,0 0,0 0,0 0,0 0,0 1,-1-1,0 1,1-1,-1 1,0 0,0 0,0 1,0-1,-1 1,1-1,0 1,-1 0,1 0,-1 0,1 1,-1-1,1 1,-1 0,1 0,-1 0,1 0,-1 1,1 0,-1-1,1 1,-1 0,1 1,0-1,0 1,0-1,-2 2,2-2,1 0,-1 1,0-1,1 1,-1 0,1 0,0 0,-1 0,1 0,0 0,0 1,1-1,-1 1,0-1,1 1,-1 0,1-1,0 1,0 0,0 0,0 0,1 0,-1 0,1 0,0 0,0 0,0 0,0 0,0 0,1 0,-1 0,1 0,0 0,0 0,0 0,0 0,0-1,1 1,-1 0,1-1,0 1,0-1,1 1,3 3,0 0,1-1,0 0,0 0,1-1,-1 0,1 0,0-1,0 1,0-2,1 1,23 5</inkml:trace>
  <inkml:trace contextRef="#ctx0" brushRef="#br0" timeOffset="3734.659">3720 952,'-12'-190,"12"189,0 0,-1 0,1 0,0 0,0-1,-1 1,1 0,0 0,0 0,0 0,0 0,1 0,-1 0,0 0,0 0,1-1,-1 1,0 0,1 0,-1 0,1 1,0-1,-1 0,1 0,0 0,-1 0,1 0,0 1,0-1,0 0,0 1,-1-1,1 1,0-1,0 1,0-1,0 1,1-1,-1 1,0 0,0 0,0 0,0-1,0 1,0 0,0 0,0 1,0-1,0 0,1 0,-1 0,1 1,5 3,1 0,-1 1,0-1,0 1,-1 1,1-1,-1 1,0 0,-1 1,1 0,-1-1,-1 2,1-1,-1 0,-1 1,1 0,-1 0,0 0,-1 0,0 0,0 1,0 7,-3-7,1-1,-2 1,1-1,-1 0,0 1,-1-1,0 0,0 0,-1 0,0-1,0 1,0-1,-1 0,-1 0,1-1,-3 3,-42 71,49-78,1 0,-1 0,0 0,1 0,-1 0,1 1,0-1,0 0,0 0,0 1,0-1,0 0,0 0,1 1,-1-1,1 0,0 0,0 0,-1 0,1 0,1 0,-1 0,0 0,0 0,1-1,-1 1,1 0,-1-1,1 1,0-1,0 0,0 1,-1-1,1 0,0 0,1 0,-1 0,1 0,84 18,-42-16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7:58.0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3362 3813,'-11'3,"-1"1,0-1,0 1,0-2,0 0,0 0,0-1,-1-1,1 0,0 0,-1-1,1-1,0 0,-1-1,-12-7,-1 2,0 1,-1 1,1 1,-1 1,0 2,-12 0,-489-35,271 9,-107-37,53 16,215 31,-1 4,-53 2,-258 12,367 1,0 3,0 1,0 2,0 1,1 3,1 1,-19 9,35-11,1 1,0 0,1 2,1 1,0 0,1 2,0 0,1 1,1 1,1 0,-1 3,-1-1,1 0,1 1,1 1,1 0,0 1,2 1,1 0,1 0,1 1,1 0,1 1,1-1,2 2,0 0,2-7,0 0,1 0,2 0,0 0,1 0,1 0,0 0,2-1,0 1,1-1,1-1,1 1,1-1,6 9,-3-13,0-1,1 0,1 0,0-1,1-1,0 0,1-2,0 1,1-2,0 0,0-1,0-1,1 0,0-2,4 1,52 13,-1 4,-1 3,6 6,-36-16,1-2,1-1,0-3,0-2,0-1,28-1,63 9,123-2,-132-11,126 14,132-27,68 9,-399 3,16 2,1-4,-1-2,0-4,34-9,-4-6,-1-5,47-21,-135 45,-1-1,0 0,-1-1,0 1,1-2,-2 1,1-1,-1 0,0-1,0 0,-1 0,0 0,-1-1,0 0,0 0,-1 0,0-1,1-4,-3 10,14-32,-1-1,-1-1,-3-1,0 1,-3-2,-2 1,2-39,-7 31,0 21,0 0,-2-1,-2 1,0 0,-2-4,3 22,0 0,-1 0,0 1,0-1,-1 1,0 0,0 0,0 0,-1 0,0 1,0 0,-1 0,0 0,0 1,0 0,-1 0,0 0,0 1,0 0,0 0,-1 1,1 0,-1 0,0 1,0 0,0 1,0-1,0 1,-33 4,30 0</inkml:trace>
  <inkml:trace contextRef="#ctx0" brushRef="#br0" timeOffset="1033.617">3148 3853,'157'-265,"88"-135,-106 201,9 6,9 6,7 8,8 7,26-9,-24 37,6 7,6 8,5 9,6 8,4 9,4 8,38-3,-79 40,2 6,2 8,2 8,44 1,-120 29,-76 20,-16-4</inkml:trace>
  <inkml:trace contextRef="#ctx0" brushRef="#br0" timeOffset="2509.972">3843 2477,'-21'33,"1"1,2 1,-12 33,11-25,-157 334,174-373,1-3,0 0,0 0,0 0,0 0,0 0,1 0,-1 1,0-1,0 0,1 1,-1-1,1 0,0 1,-1-1,1 1,0-1,0 0,0 1,-1-1,2 1,-1-1,0 1,0-1,0 1,1-1,-1 0,1 1,-1-1,1 1,-1-1,1 0,0 0,0 1,0-1,0 0,0 0,0 0,0 0,0 0,6-1,-1-1,1-1,-1 1,0-1,1 0,-1-1,0 0,-1 0,1 0,0 0,4-5,11-4,9-5,47-27,3 3,1 4,5 2,-32 22,-54 13,0 1,-1-1,1 0,0 0,0 1,0-1,0 0,0 0,0 1,0-1,0 0,0 0,0 0,0 1,0-1,0 0,0 0,0 1,0-1,0 0,0 0,0 1,1-1,-1 0,0 0,0 0,0 1,0-1,0 0,1 0,-1 0,0 0,0 1,0-1,1 0,-1 0,0 0,0 0,0 0,1 0,-1 1,0-1,0 0,1 0,-1 0,0 0,0 0,0 0,1 0,-1 0,0 0,0 0,1 0,-1 0,0-1,0 1,1 0,-1 0,0 0,0 0,-18 10,15-9,0-1,-1 1,1-1,-1 0,1 0,0 0,-1 0,1-1,-1 1,1-1,0 0,0 0,-1 0,1 0,0-1,0 1,0-1,0 0,0 0,1 0,-1 0,0 0,1 0,0-1,-52-69,50 66,-148-303,137 282,15 27,0 1,0-1,0 0,0 1,0-1,0 0,-1 1,1-1,0 0,0 1,0-1,0 0,0 1,-1-1,1 0,0 1,0-1,-1 0,1 0,0 1,0-1,-1 0,1 0,0 0,-1 0,1 1,0-1,-1 0,1 0,0 0,-1 0,1 0,0 0,-1 0,1 0,0 0,-1 0,1 0,-1 0,1 0,0 0,-1 0,1 0,0 0,-1 0,1-1,0 1,-1 0,1 0,0 0,0-1,-1 1,1 0,0 0,0-1,-1 1,1 0,0 0,0-1,0 1,10 66,2-27</inkml:trace>
  <inkml:trace contextRef="#ctx0" brushRef="#br0" timeOffset="3713.365">7640 685,'11'159,"-8"98,-3-182,-3-10,-2-58,2-28,0-474,8 331,-4 160,-1 1,1-1,0 1,0 0,0-1,1 1,-1 0,1 0,0 0,-1 0,1 0,1 0,-1 0,0 1,1-1,-1 1,1-1,0 1,0 0,0 0,0 1,0-1,0 0,0 1,1 0,-1 0,0 0,1 0,14-2,1 1,0 0,0 2,-1 0,1 1,0 1,-1 1,1 1,-1 0,0 1,0 1,0 1,-1 0,12 8,-22-12,-1 0,1 0,-1 1,1 0,-1 0,0 1,-1-1,1 1,-1 1,0-1,0 1,-1 0,0 0,0 0,0 0,-1 1,1 0,-2 0,1 0,-1 0,0 0,0 0,-1 0,0 1,-1-1,1 0,-1 1,-1 6,-6 1,0 0,0 0,-2-1,0-1,0 1,-1-1,-1-1,0 0,-1-1,0 0,0 0,-2-2,1 1,-1-2,0 0,-3 1,-205 97,220-106,0 0,1 0,-1 1,1-1,-1 0,1 1,-1-1,1 1,0 0,-1 0,1-1,0 1,-1 0,1 0,0 0,0 0,0 1,0-1,0 0,0 0,0 1,0-1,0 0,1 1,-1-1,0 1,1-1,0 1,-1-1,1 1,0-1,0 1,-1-1,1 1,0 0,1-1,-1 1,0-1,0 1,1 0,4 4,1-1,0 1,0-2,0 1,1-1,0 0,-1 0,1-1,0 0,1 0,-1 0,4 0,0 1,30 10,0-1,1-3,0-1,1-2,28 1,-47-7,0 0,0-2,0 0,0-2,0-1,-1 0,1-2,-1-1,-1-1,22-9,-38 13,1 1,-1-1,1 0,-1 0,0 0,-1-1,1 0,-1 0,0-1,0 1,-1-1,1 0,-1 0,-1-1,1 1,-1-1,0 0,-1 0,1 0,-2 0,1 0,-1 0,0-1,0 1,-1 0,0-1,0 1,-1-1,1 1,-2 0,1 0,-1-1,0 4,1 0,-1 0,0 1,0-1,-1 1,1-1,-1 1,0 0,1 0,-1 0,-1 0,1 0,0 1,-1 0,1-1,-1 1,0 1,0-1,1 0,-1 1,0 0,0 0,-1 0,1 0,0 1,0-1,0 1,0 0,-1 1,1-1,0 1,0 0,0 0,0 0,0 0,0 1,0-1,0 1,1 0,-1 0,1 0,-1 1,0 1,-2 1,1 0,1 0,-1 1,1 0,0 0,0 0,0 0,1 1,0 0,1-1,-1 1,1 0,0 0,1 0,0 1,0-1,1 0,-1 0,1 1,1-1,0 0,0 0,0 0,1 0,0 0,0 0,1 0,0 0,0-1,0 1,1-1,0 0,0 0,1-1,0 1,0-1,0 0,0 0,3 1,4 2,0-2,0 0,0 0,0-1,1 0,0-1,0-1,0 0,0-1,1 0,6-1,33 2</inkml:trace>
  <inkml:trace contextRef="#ctx0" brushRef="#br0" timeOffset="4574.982">8977 818,'-16'-5,"-1"0,0 1,0 1,0 1,0 0,0 1,0 1,0 0,0 1,0 1,0 1,-8 3,22-6,1 1,0-1,-1 1,1 0,0 0,0 0,-1 0,1 0,0 1,0-1,0 1,0-1,1 1,-1 0,0 0,1 0,-1 0,1 0,0 0,-1 0,1 0,0 0,0 1,1-1,-1 0,0 1,1-1,-1 0,1 1,0-1,0 1,0-1,0 1,0-1,1 1,-1-1,1 0,-1 1,1 0,8 8,0 0,0 0,1-1,0 0,1 0,0-1,0-1,1 0,0-1,0 0,1-1,1 0,169 91,-181-97,-1 1,1-1,0 1,-1-1,1 1,-1-1,1 1,-1 0,1 0,-1 0,0-1,1 2,-1-1,0 0,0 0,0 0,0 0,0 1,0-1,0 0,0 1,0-1,-1 1,1-1,0 1,-1-1,0 1,1 0,-1-1,0 1,0 0,0-1,0 1,0 0,0-1,0 1,0-1,-1 1,1 0,-1-1,1 1,-1-1,0 1,1-1,-1 1,0-1,0 0,0 1,0-1,0 0,0 0,-1 1,-12 5,0 0,0-1,-1-1,1 0,-1-1,0 0,-1-2,1 1,0-2,-2 0,17-1,-1 1,0-1,0 1,0-1,0 0,0 0,0 1,0-1,0 0,0 0,0 0,0 0,0 0,0 0,0-1,0 1,0 0,0 0,0-1,0 1,0 0,0-1,0 1,1-1,-1 0,0 1,0-1,0 1,1-1,-1 0,0 0,1 1,-1-1,1 0,-1 0,1 0,-1 0,1 0,-1 0,1 0,0 0,0 0,-1 0,1 0,0 0,4-4,0 0,1 0,-1 1,1-1,0 1,0 0,0 1,1-1,-1 1,1 0,0 0,0 1,1-1,4-1,156-66,-96 42,-1-2,28-19,-90 45,0 0,0-1,0 0,0 0,-1-1,0 0,0 0,0-1,-1 1,0-2,-1 1,1-1,-1 1,-1-1,2-3,-6 10,1 0,-1 0,1 0,-1-1,0 1,1 0,-1 0,0 0,0 0,0 0,0-1,0 1,0 0,0 0,0 0,0 0,-1-1,1 1,0 0,-1 0,1 0,-1 0,1 0,-1 0,1 0,-1 0,0 0,0 0,1 0,-1 1,0-1,0 0,0 0,0 1,0-1,0 1,0-1,0 1,0-1,0 1,-1-1,1 1,0 0,-1 0,-52 7,46-4,1 1,-1 0,1 0,0 1,1 0,-1 0,1 0,0 1,0 0,1 0,0 1,0-1,0 1,-1 4,4-7,-1 0,2 1,-1-1,0 0,1 1,0-1,0 1,0 0,0-1,1 1,0-1,0 1,0 0,0-1,1 1,0 0,0-1,0 1,1-1,-1 1,1-1,0 0,0 0,0 0,1 0,1 2,6 2,-1 0,2 0,-1-1,1 0,0-1,0 0,1-1,0 0,0 0,0-2,1 0,-1 0,1-1,-1 0,1-1,0-1,7 0,-6 0,0 0,-1 0,1-1,-1-1,1 0,-1-1,0 0,0-2,0 1,0-1,-1-1,0 0,0-1,-1 0,1-1,-1 0,-1-1,0 0,0-1,7-9,10-22,-1-1,-2-2,-2-1,-2 0,-2-1,9-40,2-1,-4-2,-4 0,-3-1,-5-1,-2-12,-17 25,6 77,-1 0,0 0,0 0,0 1,0-1,0 0,0 0,-1 1,1-1,0 1,0-1,0 1,-1 0,1-1,0 1,0 0,-1 0,1 0,0 0,-1 0,1 0,0 0,0 0,-1 0,1 1,0-1,0 0,-1 1,1-1,0 1,0 0,0-1,0 1,0 0,0 0,0 0,0-1,0 1,0 0,0 0,1 0,-1 1,0-1,1 0,-1 0,1 0,-1 0,1 1,-1-1,1 0,0 0,0 1,-16 25,2 0,1 0,1 1,2 1,1 0,1 1,1-1,2 1,-1 13,2-16,2 1,0-1,2 1,1-1,1 1,1-1,2 0,1 0,1 0,1-1,1 0,1 0,1-1,2-1,1 0,0-1,2 0,0-1,2-1,2 2,-5-8,1 0,0-1,1-1,1 0,0-1,1-1,0-1,1 0,0-2,8 2,-27-9,1 0,0-1,0 1,0-1,0 1,0-1,0 0,0 0,0 0,0 0,0 0,0-1,0 1,-1 0,1-1,0 0,0 1,0-1,0 0,-1 0,1 0,1-1,5-10</inkml:trace>
  <inkml:trace contextRef="#ctx0" brushRef="#br0" timeOffset="4836.822">9872 364,'5'-14,"12"-6,25-5,27 0,29 4,26 5,18 6,-14 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8:11.1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0 335,'475'635,"-456"-610,1-1,2-1,0-1,1 0,1-2,10 6,-31-24,-1 0,0 0,1 0,-1 0,1 0,0 0,-1-1,1 0,0 1,0-1,0 0,0 0,0-1,0 1,0-1,0 1,0-1,0 0,1 0,-1 0,0-1,0 1,0-1,0 1,0-1,0 0,0-1,0 1,0 0,-1-1,1 1,0-1,-1 0,3-2,1-5,-1-1,1 0,-2 0,1-1,-1 1,-1-1,0 0,1-9,-4 20,33-167,5-93,26-139,-12 214,-41 163,-11 22,-1 0,1 1,0-1,0 0,0 1,0-1,0 0,0 0,0 1,0-1,0 0,0 0,0 1,0-1,0 0,0 0,0 1,1-1,-1 0,0 0,0 1,0-1,0 0,0 0,1 1,-1-1,0 0,0 0,0 0,0 0,1 1,-1-1,0 0,0 0,1 0,-1 0,0 0,0 0,1 1,-1-1,0 0,0 0,1 0,-1 0,0 0,0 0,1 0,-1 0,0 0,1 0,-1 0,0 0,0-1,1 1,-1 0,0 0,0 0,1 0,-1 0,0 0,0-1,0 1,1 0,-1 0,0 0,0-1,0 1,0 0,1 0,-1-1,2 24,-2-23,6 163,-5-135,-3-12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8:13.9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501 1,'-19'11,"-11"14,-12 10,-8 12,-6 6,-4 4,-2 1,6-3,8-8,9-10,14-13,11-12</inkml:trace>
  <inkml:trace contextRef="#ctx0" brushRef="#br0" timeOffset="250.34">180 189,'-4'-7,"-2"0,4 6,10 10,13 12,14 12,14 9,13 12,7 9,1 9,-11-9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8:13.0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344 1,'-7'18,"-11"17,-9 14,-10 13,-7 7,-3 0,-1-4,7-8,6-13,11-17,8-14</inkml:trace>
  <inkml:trace contextRef="#ctx0" brushRef="#br0" timeOffset="279.637">117 134,'-5'4,"4"9,10 9,16 9,14 7,17 6,15 4,11 1,5 4,-1 1,-15-7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8:12.1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388 1,'-16'15,"-12"16,-10 12,-8 9,-3 7,0 2,6 0,8-4,8-8,8-12,8-11</inkml:trace>
  <inkml:trace contextRef="#ctx0" brushRef="#br0" timeOffset="256.314">0 121,'16'18,"17"13,18 6,17 3,15 1,8 2,4 1,-4 4,-10 3,-14 6,-19-7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9:37.38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0 641,'16'3,"-1"-1,1-1,0 0,-1-1,1-1,0 0,-1-2,1 1,-1-2,0 0,0-1,0 0,-1-1,0-1,0 0,0-1,-1 0,0-1,-1-1,0 0,2-3,-6 6,0 0,0-1,0 0,-1-1,-1 1,1-1,-1-1,-1 1,0-1,0 0,-1 0,0 0,1-8,-4 17,-1 0,1 1,-1-1,0 0,1 0,-1 0,0 0,1 0,-1 0,0 0,0 0,0 0,0 0,0 0,0 0,0 0,-1 0,1 0,0 0,0 0,-1 0,1 0,-1 0,1 0,-1 0,1 0,-1 1,1-1,-1 0,0 0,1 1,-1-1,0 0,0 1,0-1,1 1,-1-1,0 1,0-1,0 1,0-1,0 1,0 0,0 0,0 0,0-1,0 1,0 0,0 0,0 0,0 0,0 1,0-1,0 0,0 0,0 1,0-1,0 0,0 1,0-1,0 1,-5 5,0 1,0-1,1 1,-1 0,1 1,1 0,-1-1,2 1,-1 1,1-1,0 0,1 1,-1 0,1 2,-1 1,0 0,1 0,0 1,1-1,1 0,0 0,0 1,2 2,-2-11,1 1,0-1,0 1,0-1,1 0,0 0,0 0,0 0,0 0,0 0,1 0,0-1,0 1,0-1,0 0,0 0,1 0,-1 0,1-1,0 1,-1-1,1 0,1 0,-1 0,3 0,1 0,0 0,-1-1,1 0,0 0,0-1,0 0,-1 0,1-1,0 0,0-1,-1 1,1-1,-1-1,0 1,1-1,-1-1,0 1,-1-1,5-3,6-4,-1-2,0 1,-1-2,0 0,-1-1,0 0,3-7,68-88,-80 108,-1 1,1 0,-1-1,1 2,0-1,0 0,-1 1,1 0,0 0,0 1,-1-1,1 1,0 0,0 0,-1 1,1-1,-1 1,0 0,1 0,-1 0,0 1,0 0,0 0,-1 0,1 0,-1 0,1 1,-1-1,2 3,18 14,0 1,-1 1,-1 1,-1 1,14 22,-17-7,-17-38,0-1,-1 1,1-1,0 0,0 1,-1-1,1 0,0 1,-1-1,1 0,0 1,-1-1,1 0,0 1,-1-1,1 0,-1 0,1 0,0 0,-1 1,1-1,-1 0,1 0,-1 0,1 0,-1 0,1 0,-1 0,1 0,0 0,-1 0,1 0,-1-1,1 1,-1 0,1 0,0 0,-1 0,1-1,-1 1,1 0,0 0,-1-1,1 1,0 0,-1-1,1 1,0-1,-1 1,1 0,0-1,0 1,0-1,-1 1,1 0,0-1,0 1,0-1,0 1,0-1,0 1,0-1,0 1,0 0,0-1,0 1,0-1,-5-11,0 0,1 0,0-1,1 1,0-1,1 0,0 0,1 0,1 0,0 0,1 0,0 0,1 0,1 0,0 0,0 1,3-5,147-391,-143 377,-10 31,0 0,0 0,0 0,1 1,-1-1,0 0,0 0,0 0,1 1,-1-1,0 0,0 0,1 0,-1 0,0 0,0 0,1 0,-1 0,0 0,1 0,-1 0,0 0,0 0,1 0,-1 0,0 0,-2 188,-2-128,3 1,3-1,2 0,3 0,7 22,-13-72,1 0,1-1,0 1,0-1,1 0,0 0,0 0,1-1,0 1,1-1,-1 0,2-1,-1 1,1-1,0-1,1 1,-1-1,1 0,0-1,1 0,0 0,-1-1,1 0,1-1,-1 0,0 0,3 0,-2-2,1 0,-1 0,1-1,0 0,-1 0,1-1,-1-1,1 0,-1 0,0-1,0-1,0 0,0 0,0 0,-1-1,0-1,0 0,0 0,-1-1,0 0,0 0,-1-1,0 1,0-2,-1 1,0-1,0 0,-1 0,0-1,-1 0,0 0,-1 0,0 0,0 0,-1-1,-1 8,-1-1,1 0,-1 0,0 0,-1 1,1-1,-1 0,1 0,-1 1,0-1,-1 0,1 1,0-1,-1 1,0 0,0-1,0 1,0 0,-1 0,1 0,-1 1,1-1,-1 1,0-1,0 1,0 0,-3-1,4 3,0 0,-1 1,1-1,0 1,0 0,-1-1,1 1,0 0,0 0,0 1,0-1,0 0,1 1,-1-1,0 1,1 0,-1-1,1 1,-1 0,1 0,0 0,0 0,0 0,0 0,0 0,0 1,0-1,1 0,-1 0,1 1,0-1,0 0,0 1,0-1,0 0,0 1,0-1,1 1,-1 3,1 0,0 0,0 1,1-1,0 0,0 0,0-1,1 1,-1 0,1-1,1 1,-1-1,1 0,0 0,0-1,0 1,1-1,0 0,0 0,0 0,0-1,0 1,1-1,1 0,10 5,0-1,0 0,1-1,0-1,0-1,0 0,11 0,16 0</inkml:trace>
  <inkml:trace contextRef="#ctx0" brushRef="#br0" timeOffset="232.626">1056 120,'-15'-5,"-2"-1,14 1,22 0,25 4,28 2,26 1,23 0,14 2,-15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8:52.60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165 2663,'29'20,"139"-2,-121-16,509 52,-325-28,505 42,-383-42,406 15,377-28,81-50,-121-16,136 21,289 33,-1516-2,0 0,-1 0,1 1,0 0,0 0,0 0,0 1,0-1,-1 1,1 0,0 1,-1-1,1 1,-1 0,1 0,-1 0,0 1,0-1,0 1,0 0,0 0,-1 1,1-1,-1 1,0-1,0 1,0 0,-1 0,1 1,-1-1,0 0,0 1,-1-1,1 3,-2 5,0 1,-1 0,0 0,-1 0,0 0,-1-1,-1 0,0 1,-3 5,-4 12,2-1,1 2,1-1,2 1,1 0,1 0,2 0,2 19,23 816,-5-442,-19 31,-1-217,-46 954,37-1021,5 106,12 0,16 47,48 888,-17-431,-41-424,12-69,-23 56,-1-333,-1 1,0-1,-1 0,0 1,-1-1,0 0,-1 0,0 0,0 0,-1-1,-6 10,8-15,-4 6,0-1,0 1,-1-1,0-1,-1 1,0-1,0-1,-1 1,-6 3,8-9,-1 0,1-1,-1 0,0 0,1-1,-1 0,0 0,0-1,0 0,0-1,-6-1,-13 1,-314-30,284 24,-635-104,-193-32,395 62,-735-110,-89-10,928 133,-152-22,-56 17,-10-19,371 70,-1 11,-182 16,-154 9,415-5,28-1,-114-7,238-1,1 0,-1 0,0 0,0 0,1 0,-1-1,0 1,0-1,1 0,-1 0,0 0,1 0,-1 0,1 0,-1-1,1 1,0-1,0 0,0 1,0-1,0 0,0 0,0-1,0 1,1 0,-1-1,1 1,0 0,0-1,0 0,0 1,0-1,0 0,1 0,-10-66,4-1,3 0,5-43,-2 34,17-547,-14-573,-9 979,10 0,10 1,18-67,12-11,-7-77,-20 17,19-246,-15 466,29-105,-22 123,-5-1,2-69,15-299,-27 336,-6 1,-10-66,2 185,-1-1,-2 1,-1-1,-2 1,-1 1,-1-1,-2 1,-1 1,-15-27,-30-28,57 85,0-1,0 0,0 1,0-1,0 1,0-1,0 1,0-1,0 1,0-1,1 1,-1-1,0 0,0 1,1-1,-1 1,0 0,1-1,-1 1,0-1,1 1,-1-1,0 1,1 0,-1-1,1 1,-1 0,1 0,-1-1,1 1,-1 0,1 0,-1 0,1-1,0 1,-1 0,1 0,-1 0,1 0,-1 0,1 0,0 0,-1 0,1 1,-1-1,1 0,-1 0,1 0,-1 1,1-1,-1 0,1 0,-1 1,1-1,-1 0,0 1,1-1,-1 1,1-1,-1 0,0 1,1-1,-1 1,0-1,0 1,3 0,13 4</inkml:trace>
  <inkml:trace contextRef="#ctx0" brushRef="#br0" timeOffset="1079.93">10018 3372,'0'16,"-2"16,-1 15,-3 10,-1 7,-3 2,-2-4,0-8,-2-8,0-10,1-11,1-10</inkml:trace>
  <inkml:trace contextRef="#ctx0" brushRef="#br0" timeOffset="1290.494">9750 3237,'5'-9,"12"-2,20-1,21 1,20 1,12 3,4 2,-14 3</inkml:trace>
  <inkml:trace contextRef="#ctx0" brushRef="#br0" timeOffset="1483.971">10192 3719,'-3'14,"0"11,1 8,-1 5,4 1,1-1,2-6,1-5,2-8,-1-6</inkml:trace>
  <inkml:trace contextRef="#ctx0" brushRef="#br0" timeOffset="2760.221">10192 3411,'26'3,"0"1,-1 1,1 1,-1 2,0 0,-1 1,0 2,0 1,21 14,-36-20,-1 1,0 1,-1 0,0 0,0 0,0 1,-1 0,-1 0,1 0,-1 1,-1 0,0 0,0 0,-1 0,-1 1,1-1,-2 1,1 0,-2-1,1 1,-2 0,1 0,-1 0,-1-1,0 1,-3 8,-10 57,15-75,1 1,0-1,0 1,1-1,-1 1,0-1,0 1,1-1,-1 0,0 0,1 0,0 0,-1 0,1 0,-1 0,1 0,0-1,0 1,-1-1,1 1,0-1,0 1,0-1,0 0,-1 0,1 0,0 0,0-1,0 1,0 0,0-1,-1 1,1-1,0 0,-1 1,1-1,0 0,0-1,10-2,0 0,-1-1,0-1,0 0,0 0,-1-1,0 0,0-1,0 0,-1-1,-1 0,0 0,0-1,0 0,-1-1,-1 1,0-1,3-7,-11 5,-15 30,13-12,1 0,-1-1,1 1,0 0,0 1,1-1,-1 1,1-1,0 1,1 0,-1-1,1 1,1 0,-1 0,1 0,0 0,0 5,4-8,-1 0,1 0,0 0,-1 0,1-1,1 1,-1-1,0 0,1-1,-1 1,1-1,-1 1,1-1,-1-1,1 1,0-1,0 1,-1-2,1 1,0 0,0-1,-1 0,1 0,0 0,2 0,0 0,0-1,-1 0,1 0,0-1,-1 1,1-1,-1-1,0 1,0-1,-1 0,1-1,-1 1,1-1,-2 0,1 0,0-1,-1 1,0-2,-6 9,1 1,-1-1,0 1,1 0,-1-1,1 1,0 0,0 0,0 0,0 0,1 0,-1 0,1 0,0 0,-1 0,1 0,1 0,-1 0,0 0,1 0,0 0,-1 0,1 0,0-1,1 1,-1 0,0 0,1-1,0 1,-1-1,1 1,0-1,0 0,0 0,1 0,-1 0,0 0,1 0,-1-1,1 1,112 6,-96 6,-19-13,0 0,1 0,-1-1,1 1,-1 0,1-1,-1 1,1 0,-1-1,1 1,0-1,-1 1,1-1,0 1,-1-1,1 0,0 1,0-1,-1 0,1 0,0 1,0-1,0 0,-1 0,1 0,0 0,0 0,0 0,-1 0,1 0,0 0,0-1,0 1,-1 0,1 0,0-1,0 1,-1 0,1-1,0 1,-1-1,1 0,7-7,-2-1,1 0,-1-1,-1 0,0 0,0 0,-1-1,0 1,-1-1,0 0,-1 0,0 0,0 0,-1-11,2-24,14 73,-9-21,-1-1,1 1,0-1,0-1,0 1,0-1,1-1,0 1,0-1,0-1,0 0,0 0,1-1,5 0,-13-1,-1 0,1 1,-1-1,0 0,1 0,-1 1,0-1,0 1,1 0,-1-1,0 1,0 0,0-1,1 1,-1 0,0 0,0 0,0 0,-1 0,1 0,0 0,0 1,-1-1,1 0,0 0,-1 1,1-1,-1 0,0 1,1-1,-1 0,0 1,0-1,0 1,0-1,0 0,0 1,0-1,0 0,-1 1,1-1,-1 0,1 1,-1-1,1 0,-1 0,0 1,1-1,-1 0,0 0,0 0,0 0,-6 14,2-8,1 0,0 0,1 1,-1-1,1 1,1-1,0 1,0 0,0 0,1 0,0 0,1 0,0 0,0 0,0 0,2 5,-1-10,1-1,-1 1,1-1,-1 0,1 0,0 0,0 0,0 0,0 0,0 0,0-1,1 1,-1-1,0 1,1-1,-1 0,1 0,-1 0,1 0,0-1,-1 1,1-1,0 0,0 1,-1-1,3 0,71-15,-67 11,0 0,0-1,-1-1,1 1,-1-1,0-1,-1 0,0 0,0 0,0-1,-1 1,0-2,0 1,-1-1,0 0,-1 0,0 0,0-1,-1 1,0-1,-1 0,0 0,-1 0,0 0,0-7,0 15,-1 0,0 1,1-1,-1 0,0 0,0 1,0-1,-1 0,1 0,0 1,-1-1,1 0,-1 1,1-1,-1 0,0 1,1-1,-1 1,0-1,0 1,0-1,-1 1,1 0,0-1,0 1,-1 0,1 0,-1 0,1 0,-1 0,1 0,-1 1,0-1,1 0,-1 1,0-1,1 1,-1 0,0 0,0-1,1 1,-1 0,0 0,0 1,1-1,-1 0,-1 1,-7 4,1 2,0-1,0 1,0 0,1 1,0 0,0 0,1 0,0 1,1 1,0-1,0 1,1 0,1 0,-1 0,1 1,0 4,-11 32,5-2</inkml:trace>
  <inkml:trace contextRef="#ctx0" brushRef="#br0" timeOffset="3073.385">10526 4280,'-9'18,"-5"14,-1 9,3 7,3 3,6-1,2-4,3-6,0-7,0-9</inkml:trace>
  <inkml:trace contextRef="#ctx0" brushRef="#br0" timeOffset="3336.316">10299 4468,'15'-7,"18"-2,14 0,14 2,14 2,7 2,-1 2,-15 0</inkml:trace>
  <inkml:trace contextRef="#ctx0" brushRef="#br0" timeOffset="4932.804">9683 5336,'-10'-6,"0"1,-1 0,0 0,0 1,0 0,0 1,-1 1,1-1,-1 2,0 0,1 0,-1 1,0 0,0 1,1 1,-1 0,1 0,-1 1,1 1,0 0,0 0,0 1,1 0,-1 1,2 0,-1 1,0 0,1 0,1 1,-1 1,1-1,1 1,-2 2,3-2,0 0,1 0,0 0,0 1,1 0,0 0,1 0,0 0,1 1,0-1,1 1,0-1,0 1,1 0,0-1,1 1,1 0,-1-1,2 1,-1-1,2 0,-1 0,1 0,1 0,-1-1,2 1,-1-1,2-1,-1 1,1-1,0 0,6 5,3-1,0 0,1-1,0-1,1-1,0 0,0-1,1-1,0-1,0-1,1 0,-1-2,1 0,0-1,9-1,60-16,-87 14,1 0,-1 0,0 0,0 0,0 0,0-1,0 1,0-1,0 1,-1-1,1 0,0 1,-1-1,1 0,-1 0,0 0,0 0,0 0,0-1,0 1,0 0,0 0,-1-1,1 1,-1 0,0-1,0 1,0 0,0-1,0 1,0-1,0 1,-1 0,1-1,-1 1,0 0,1 0,0 0,-1 1,1-1,-1 0,0 1,1-1,-1 1,0-1,0 1,0-1,0 1,0-1,0 1,0 0,-1 0,1 0,0-1,-1 1,1 0,-1 1,1-1,-1 0,1 0,-1 1,0-1,1 1,-1-1,0 1,1 0,-1-1,0 1,1 0,-1 0,0 0,0 1,1-1,-1 0,0 1,1-1,-1 1,0-1,1 1,-1 0,1 0,-1 0,1 0,-1 0,1 0,0 0,-1 0,1 0,0 1,0-1,0 0,0 1,0-1,0 1,0 0,0 2,0-1,0 0,0 1,1-1,0 1,-1-1,1 1,0-1,1 1,-1-1,0 1,1-1,0 1,0-1,0 1,0-1,1 0,-1 0,1 0,0 0,0 0,0 0,0 0,1 0,-1-1,1 1,-1-1,1 0,0 0,0 0,2 1,3 2,1 0,0-1,-1 0,1 0,1-1,-1 0,0-1,1 0,-1 0,1-1,2-1,-9 1,0-1,0 0,0 0,0 0,-1 0,1 0,0-1,0 1,0-1,0 0,0 0,0 0,-1 0,1-1,0 1,-1-1,1 1,-1-1,0 0,0 0,1 0,-1 0,0 0,-1-1,1 1,0-1,-1 1,1-1,-1 0,0 1,0-1,0 0,0 0,0 0,-1 0,1 1,-1-1,0 0,0 0,0 0,0 0,-1-1,-2-6,0 0,-1 1,0-1,-1 1,0 0,-1 0,0 0,0 1,-1 0,0 0,0 0,-1 1,0 0,0 1,0 0,-1 0,0 1,-3-2,-2-3,15 9,0 0,1 0,-1 0,0 0,1 1,-1-1,1 0,-1 0,1 1,-1-1,1 1,0 0,-1-1,1 1,0 0,-1 0,1 0,0 0,-1 0,1 0,0 0,-1 1,2 0,-3-1,26-1,1 1,0 2,-1 1,0 1,0 1,0 1,0 1,-1 2,0 1,-20-8,-1 1,0-1,0 1,-1 0,1 1,-1-1,1 1,-1-1,0 1,0 0,-1 0,1 0,-1 1,0-1,0 1,0-1,-1 1,1 0,-1-1,0 1,-1 0,1 0,-1 0,0 0,0 0,0-1,-1 1,0 0,0 0,-1 2,2-6,0 0,-1 0,1 0,0 0,0 1,-1-1,1 0,0 0,0 0,0 1,0-1,1 0,-1 0,0 0,1 1,-1-1,0 0,1 0,-1 0,1 0,0 0,-1 0,1 0,0 0,-1 0,1 0,0 0,0 0,0-1,0 1,0 0,0-1,0 1,0-1,0 1,0-1,1 1,-1-1,0 0,0 1,0-1,1 0,-1 0,0 0,0 0,0 0,1 0,10-3,-1 0,1 0,-1-1,0 0,0-1,0-1,-1 1,1-2,-2 1,1-1,-1-1,8-7,-13 11,1 0,-1 1,0-1,-1-1,1 1,-1-1,0 1,0-1,0 0,0 0,-1 0,1-2,-3 6,-1 1,1-1,0 1,0-1,0 1,0-1,-1 1,1-1,0 1,-1-1,1 1,0-1,-1 1,1 0,0-1,-1 1,1 0,-1-1,1 1,-1 0,1-1,-1 1,1 0,-1 0,1 0,-1-1,1 1,-1 0,1 0,-1 0,1 0,-1 0,0 0,1 0,-1 0,1 0,-1 0,1 1,-1-1,1 0,-1 0,1 0,-1 1,1-1,-1 0,1 0,-1 1,1-1,0 0,-1 1,1-1,-1 1,1-1,0 1,-1-1,1 1,0-1,0 0,-1 1,1 0,0-1,0 1,0-1,0 1,0-1,0 1,0-1,0 1,-2 0,0 1,1 0,0 0,-1-1,1 1,0 0,0 0,0 0,0 0,0 0,1 0,-1 0,1 1,-1-1,1 0,0 0,-1 0,1 1,1-1,-1 0,0 0,0 0,1 1,-1-1,1 0,0 0,-1 0,1 0,0 0,0 0,1 0,-1 0,0-1,1 1,-1 0,1-1,-1 1,1-1,0 1,-1-1,1 0,0 0,0 0,0 0,0 0,0 0,1 0,3 1,0 1,1-1,-1-1,1 1,-1-1,1 0,-1-1,1 0,0 0,-1 0,1 0,0-1,-1-1,1 1,-1-1,0 0,1 0,-1-1,0 0,0 0,-1 0,1-1,-1 1,1-2,-1 1,0-1,16-22,-21 60,-1-31,0 1,0-1,0 0,1 1,-1-1,1 1,0-1,0 1,0-1,0 1,0 0,0-1,0 1,1-1,0 0,-1 1,1-1,0 1,0-1,0 0,0 0,1 1,-1-1,1 0,-1 0,1 0,0 0,-1-1,1 1,0 0,0-1,0 0,1 1,-1-1,0 0,0 0,1 0,-1 0,1 0,-1-1,1 1,-1-1,1 0,-1 0,1 1,-1-2,1 1,0 0,6-5,0 1,-1-2,1 1,-1-1,-1-1,1 1,-1-1,0 0,-1-1,1 0,-2 0,1 0,-1-1,0 0,-1 0,0 0,0 0,-1-1,0 1,-1-1,0 0,0-1,11-61,-3 0,-3-1,-3 1,-5-52,1 118,1-20,-11-74,10 101,0-1,0 0,0 1,0-1,0 0,-1 1,1-1,0 0,0 0,0 1,0-1,0 0,-1 1,1-1,0 0,0 0,-1 1,1-1,0 0,0 0,-1 0,1 1,0-1,0 0,-1 0,1 0,0 0,-1 0,1 0,0 0,-1 0,1 0,0 1,-1-1,1 0,0-1,-1 1,1 0,0 0,-1 0,1 0,0 0,0 0,-1 0,1 0,0 0,-1-1,1 1,0 0,0 0,-1 0,1-1,0 1,0 0,-1 0,1-1,0 1,0 0,0 0,0-1,-6 23,1-1,2 2,0-1,1 0,2 0,0 1,2 7,-2-29,3 76,3 1,4-1,3 0,5 5,16 5,-33-84,0-1,1 1,-1-1,1 0,0 0,-1 0,1 0,0 0,0 0,0 0,1 0,-1-1,0 1,1-1,-1 0,0 0,1 0,0 0,-1 0,1 0,0-1,-1 1,1-1,0 0,0 0,-1 0,1 0,0 0,0 0,-1-1,3 0,3-4,0 0,0-1,-1 0,0 0,0 0,-1-1,1 0,-2-1,1 1,-1-1,0 0,0 0,-1-1,-1 1,1-1,-1 0,-1 0,1 0,-1 0,-1 0,0-1,0 1,-1-9,-1 19,1-1,-1 0,1 0,-1 1,1-1,0 0,-1 0,1 0,-1 0,1 0,-1 0,1 0,-1 0,1 0,-1 0,1 0,-1 0,1 0,-1 0,1 0,-1 0,1 0,-1-1,1 1,0 0,-1 0,1-1,-1 1,1 0,0 0,-1-1,1 1,0-1,-1 1,1 0,0-1,-1 1,1-1,0 1,0 0,0-1,-1 1,1-1,0 1,0-1,0 1,0-1,0 1,0-1,0 1,0-1,0 1,0-1,0 1,0-1,0 1,1-1,-1 1,0-1,0 1,0 0,1-1,-1 1,0-1,1 1,-7 10,1 1,0-1,1 1,1 0,-1 0,2 1,-1-1,2 1,-1-1,2 1,0 8,0-16,0-1,0 1,1-1,0 0,0 1,0-1,0 0,0 1,1-1,-1 0,1 0,0 0,0 0,0 0,0-1,0 1,1-1,-1 1,1-1,0 0,-1 0,1 0,0 0,0 0,1-1,-1 0,0 1,0-1,1 0,-1-1,0 1,1 0,-1-1,1 0,-1 0,1 0,-1 0,2-1,20-4</inkml:trace>
  <inkml:trace contextRef="#ctx0" brushRef="#br0" timeOffset="5196.698">10713 5216,'-14'-2,"-8"-1,1 0,11 3,18 4,25 3,24 3,19 4,9 5,3 3,-15-2</inkml:trace>
  <inkml:trace contextRef="#ctx0" brushRef="#br0" timeOffset="5726.248">11140 5791,'6'-3,"-1"-1,0 0,-1 0,1 0,-1 0,0-1,0 0,0 1,0-2,-1 1,0 0,0-1,0 1,-1-1,0 0,0 0,0 0,-1 0,1-6,1 1,0-1,-1 0,0 0,0 0,-2 0,1 0,-1 0,-1 0,-1-1,1 1,-4-8,5 19,-1-1,1 1,-1-1,0 0,0 1,0-1,1 1,-2 0,1-1,0 1,0 0,0 0,-1-1,1 1,0 0,-1 0,1 0,-1 1,1-1,-1 0,0 1,1-1,-1 1,0-1,1 1,-1 0,0-1,0 1,12 7,39 9,-37-14,-1 1,1 0,-1 1,0 0,0 0,0 2,-1-1,1 1,-1 1,-1 0,1 0,-1 1,-1 0,6 6,-12-9,0 0,0 1,0-1,-1 1,0-1,0 1,0-1,-1 1,0 0,0-1,0 1,-1 0,0-1,0 1,0-1,-1 1,0-1,0 1,0-1,0 0,-4 4,-3 15,8-22,1-1,-1 1,1-1,0 1,-1-1,1 1,0-1,0 1,0-1,0 1,0-1,0 1,0-1,0 1,1-1,-1 0,1 1,-1-1,1 1,-1-1,1 0,0 1,0-1,0 0,0 0,0 0,0 1,0-1,0 0,0 0,0-1,0 1,1 0,-1 0,0 0,1-1,-1 1,1-1,-1 1,0-1,1 0,-1 1,1-1,-1 0,1 0,0 0,74-4,-66 3,-1-1,0 0,0-1,0 0,-1 0,1-1,-1 0,1-1,-1 1,-1-2,1 1,-1-1,0 0,0-1,0 1,-1-1,0-1,-1 1,0-1,0 0,0 0,0-3,-4 9,-1 1,1-1,-1 1,0-1,1 1,-1-1,0 1,0-1,0 1,0-1,0 1,0-1,-1 1,1-1,-1 1,1-1,-1 1,1-1,-1 1,0-1,1 1,-1 0,0 0,0-1,0 1,0 0,0 0,0 0,0 0,-1 0,1 0,0 0,-1 1,1-1,0 0,-1 1,1-1,-1 1,1-1,-1 1,1 0,-2-1,-1 1,0-1,0 1,0 0,0 0,0 1,0-1,0 1,0 0,0 0,0 0,0 0,0 1,1 0,-1 0,1 0,-1 0,2-1,0 1,0-1,0 0,1 1,-1 0,0-1,1 1,-1 0,1 0,0-1,0 1,0 0,0 0,0 1,0-1,0 0,1 0,-1 0,1 1,-1-1,1 0,0 0,0 1,0-1,0 0,0 0,1 1,-1-1,1 0,0 0,-1 0,1 1,0-1,0 0,0 0,1 0,2 4,0 0,1-1,0 1,0-1,0 0,0-1,1 1,0-1,-1 0,2-1,2 2,47 17,0-5</inkml:trace>
  <inkml:trace contextRef="#ctx0" brushRef="#br0" timeOffset="16568.956">4376 1794,'-7'1,"0"-1,0 1,0 1,0-1,0 1,1 0,-1 1,1 0,-1 0,1 0,0 1,0-1,1 1,-1 1,1-1,0 1,0 0,0 0,-2 5,-6 7,1 1,0 0,2 1,0 0,-6 18,-60 167,-9 64,70-217,1 1,3 0,2 0,-2 52,10-101,1 1,-1-1,1 1,0-1,0 1,0-1,0 1,1-1,-1 1,1-1,0 1,0-1,0 0,1 1,-1-1,1 0,0 0,-1 0,1 0,1 0,-1-1,0 1,1-1,1 2,7-2</inkml:trace>
  <inkml:trace contextRef="#ctx0" brushRef="#br0" timeOffset="16844.103">3869 2475,'0'14,"2"11,5 8,7 4,2 1,1 2,3-2,-3-2,-2-6,0-5,-4-5,-1-8,-3-10,-2-11,-2-3</inkml:trace>
  <inkml:trace contextRef="#ctx0" brushRef="#br0" timeOffset="17110.148">3855 2516,'-26'-5,"59"-4,15 3,164-8,-209 13,1 1,0-1,-1 1,1 1,0-1,-1 0,1 1,-1 0,1-1,0 1,-1 1,0-1,1 1,-1-1,0 1,0 0,0 0,0 0,0 0,0 1,0-1,-1 1,1 0,-1 0,0 0,0 0,0 0,0 0,-1 1,1-1,-1 0,0 1,1 2,-3 6,-1 0,0-1,-1 1,0 0,-1-1,0 0,-1 0,0 0,-1-1,0 1,-1-1,-3 4,-12 21,16-25,3-6,1-1,-1 1,1-1,-1 1,1 0,0 0,1 0,-1 0,1 1,-1-1,1 0,1 1,-1-1,0 0,1 1,0-1,0 1,1-1,-1 0,2 5,7 0</inkml:trace>
  <inkml:trace contextRef="#ctx0" brushRef="#br0" timeOffset="18891.756">5018 1273,'-6'-3,"0"0,0 1,0-1,0 2,0-1,0 0,-1 1,1 0,0 1,-1 0,1 0,-1 0,1 0,0 1,-1 0,1 1,0-1,0 1,0 0,0 1,0-1,0 1,1 1,-1-1,1 1,-5 4,5-2,0 0,1 1,0 0,0 0,0 0,1 0,0 0,0 1,1 0,0 0,0-1,1 1,0 0,0 0,1 0,0 0,1 0,-1 0,1 0,1 0,0 0,0 0,0-1,1 1,0-1,1 0,3 6,-5-11,1 0,0 0,-1 0,1-1,0 1,0-1,0 0,1 1,-1-1,0-1,0 1,1 0,-1-1,0 0,1 1,-1-1,0-1,1 1,-1 0,0-1,0 0,1 0,-1 0,0 0,0 0,0-1,0 1,0-1,0 0,-1 0,1 0,0 0,-1 0,0 0,1-1,-1 1,0-1,0 0,0 0,-1 0,1 0,-1 0,0 0,1 0,-2 0,1 0,0-1,9-26,-2-1,-1 1,-2-1,0 0,-3-1,0 1,-2-1,-1 1,-2 0,-1-3,-27-172,23 182,8 24,-1 0,1 0,0-1,-1 1,1 0,0 0,-1 0,1 0,-1 0,1 0,0 0,-1 0,1 0,0 0,-1 0,1 0,-1 0,1 0,0 0,-1 0,1 1,0-1,-1 0,1 0,0 0,0 0,-1 1,1-1,0 0,-1 0,1 1,0-1,0 0,-1 1,1-1,0 0,0 1,0-1,0 0,-1 1,1-1,0 0,0 1,0-1,0 0,0 1,0-1,0 0,0 1,0-1,0 1,0-1,0 0,0 1,0-1,1 0,-1 1,0-1,0 0,0 1,0-1,1 0,-1 1,0-1,0 0,1 0,-1 1,-2 42,1 0,3 0,1 0,3 0,1-1,12 40,-17-69,1 0,0 0,0-1,2 0,-1 0,1 0,1 0,0-1,1 0,0 0,1 0,0-1,1 0,0-1,7 6,-13-13,0-1,1 1,-1-1,0 0,1 0,-1 0,1 0,-1-1,1 0,0 1,-1-1,1 0,-1-1,1 1,-1-1,1 1,-1-1,1 0,-1 0,1-1,-1 1,0-1,0 0,0 1,0-1,0-1,0 1,0 0,-1-1,1 1,1-4,5-4,-1 0,0-1,-1 0,0 0,0 0,-1-1,-1 0,1-3,23-96,-28 179,0-64,-1 0,1-1,-1 1,1-1,0 1,0-1,1 1,-1-1,1 0,0 0,0 0,0 0,0 0,0 0,1 0,-1-1,1 1,-1-1,1 1,0-1,0 0,0-1,1 1,-1 0,0-1,1 1,-1-1,1 0,-1-1,2 1,1 1,1-2,-1 1,1 0,-1-1,1-1,-1 1,1-1,0 0,-1 0,0-1,1 0,-1 0,0 0,0-1,0 0,2-2,-2 0,0 0,-1 0,0 0,0-1,-1 0,1 0,-1 0,-1-1,1 1,-1-1,0 0,-1 0,1 0,-1 0,-1-1,1 1,-1 0,-1-1,1 1,-1-1,-1 1,1-1,-2-2,2 10,0 0,0 0,-1 0,1 0,0 0,0 0,0 0,-1 0,1 0,0 0,0 0,0 0,-1 0,1 0,0-1,0 1,0 0,-1 0,1 0,0 0,0 0,0 0,0-1,-1 1,1 0,0 0,0 0,0-1,0 1,0 0,0 0,0 0,0-1,-1 1,-4 23,5-18,0 1,0 0,1 0,0-1,0 1,0 0,1-1,0 1,0-1,0 0,1 1,0-1,0 0,0-1,0 1,1-1,0 1,0-1,0 0,0 0,1-1,-1 1,1-1,0 0,0 0,0-1,0 1,1-1,-1 0,1-1,-1 1,1-1,0 0,-1-1,1 1,0-1,0 0,0-1,1 0,4 0,0-1,0 0,0-1,0-1,-1 0,0 0,0-1,0 0,0 0,10-7</inkml:trace>
  <inkml:trace contextRef="#ctx0" brushRef="#br0" timeOffset="19713.233">5874 1112,'2'88,"4"0,12 52,43 130,-52-246,-9-24,0 0,0 0,1 0,-1-1,0 1,0 0,0 0,0 0,1 0,-1 0,0 0,0 0,0 0,1 0,-1 0,0 0,0 0,0 0,0 0,1 0,-1 0,0 0,0 0,0 0,1 0,-1 0,0 0,0 0,0 1,0-1,1 0,-1 0,0 0,0 0,0 0,0 0,0 1,1-1,-1 0,0 0,0 0,0 0,0 1,0-1,0 0,0-22,0 21,-58-517,58 517,-1-1,0 0,1 0,-1 1,1-1,-1 0,1 0,-1 0,1 1,0-1,0 0,0 0,0 0,0 0,0 0,1 1,-1-1,1 0,-1 0,1 0,0 1,-1-1,1 0,0 1,0-1,0 1,1-1,-1 1,0-1,0 1,1 0,-1-1,1 1,-1 0,1 0,-1 0,1 0,0 1,0-1,1 0,10 1,-1 1,1 0,-1 1,1 0,-1 1,0 0,0 1,0 1,-1-1,0 2,0 0,0 0,6 5,-16-10,1-1,0 1,-1 0,1 0,-1 0,1 0,-1 0,0 0,1 0,-1 0,0 1,0-1,0 0,0 1,0-1,0 1,0-1,0 1,-1-1,1 1,0 0,-1-1,0 1,1 0,-1 0,0-1,0 1,0 0,0 0,0-1,0 1,0 0,-1-1,1 1,-1 0,1 0,-1-1,0 1,1-1,-1 1,0-1,0 1,0-1,0 0,-1 1,1-1,-8 5,0 0,0-1,-1 0,0-1,1 1,-2-2,1 0,0 0,-1-1,1 0,-1-1,0 0,-10-1,-14-3,35 3,-1 0,1 0,-1 0,1 0,-1 0,1-1,-1 1,1 0,-1 0,1 0,-1 0,1-1,-1 1,1 0,-1-1,1 1,0 0,-1-1,1 1,-1 0,1-1,0 1,0-1,-1 1,1-1,0 1,-1 0,1-1,0 1,0-1,0 1,0-1,0 0,0 1,-1-1,1 1,0-1,0 1,1-1,-1 1,0-1,0 1,0-1,0 1,0-1,0 1,1-1,-1 1,0-1,0 1,1 0,-1-1,0 1,1-1,-1 1,1 0,-1-1,0 1,1-1,7-5,0 1,0 0,1 0,-1 0,1 1,0 0,1 1,-1 0,1 0,7 0,-8 1,123-20,-130 22,0 0,0 0,0 0,-1 0,1 0,0 0,0 1,0-1,-1 1,1-1,0 1,-1 0,1-1,0 1,-1 0,1 0,-1 0,1 0,-1 0,0 1,1-1,-1 0,0 1,0-1,0 1,0-1,0 1,0 0,0 0,3 3,1-1,-1 0,1-1,0 1,0-1,0 0,0 0,1-1,-1 0,1 0,-1 0,1 0,0-1,0 0,0 0,0-1,0 1,0-1,0-1,0 1,0-1,-1 0,1 0,0-1,0 0,-1 0,1 0,0-1,3 0,0 0,0-1,0 0,0 0,-1-1,1 0,-1-1,0 0,-1 0,2-2,-7 6,0 0,0 0,0 0,0-1,0 1,-1-1,1 1,-1-1,0 0,0 1,0-1,0 0,0 0,0 0,-1 0,1 0,-1 0,0 0,0 0,0 0,0 0,-1 0,1 0,-1 0,0 1,0-1,0 0,0 0,0 0,0 1,-1-1,0 1,1-1,-2 0,-1-2,1 0,-1 1,0 0,-1 0,1 0,-1 0,1 1,-1 0,0 0,-1 0,1 0,0 1,-1 0,1 0,-1 1,0-1,1 1,-1 0,0 1,0-1,0 1,0 1,0-1,1 1,-1 0,0 0,0 0,1 1,-1 0,1 0,-1 1,1-1,0 1,0 0,0 0,1 1,-1 0,1 0,-1 0,1 0,1 0,-1 1,1 0,-1 1,1-2,0 0,1 1,0-1,0 1,0-1,1 1,0 0,0 0,0 0,0-1,1 1,-1 0,1 0,1 0,-1 0,1 0,0 0,0 0,0-1,0 1,1 0,0-1,0 1,0-1,1 0,-1 0,1 0,0 0,0 0,1 0,-1-1,1 1,0-1,0 0,0 0,0-1,0 1,4 1,27 5,-2-5</inkml:trace>
  <inkml:trace contextRef="#ctx0" brushRef="#br0" timeOffset="19965.184">6556 738,'-16'-7,"-15"-4,-8-1,-2 5,3 5,8 7,10 8,10 7,11 3,15 3,4-3</inkml:trace>
  <inkml:trace contextRef="#ctx0" brushRef="#br0" timeOffset="20232.095">6609 1153,'18'6,"15"-1,2-3</inkml:trace>
  <inkml:trace contextRef="#ctx0" brushRef="#br0" timeOffset="20516.804">7210 792,'42'258,"-42"-256,-1 0,1-1,1 1,-1 0,0 0,0 0,1 0,-1 0,1-1,-1 1,1 0,0 0,0-1,0 1,0 0,0-1,0 1,0-1,0 0,1 1,-1-1,0 0,1 0,-1 0,1 1,0-2,-1 1,1 0,0 0,0 0,-1-1,1 1,0-1,0 0,0 1,0-1,-1 0,1 0,0 0,0 0,0-1,0 1,0 0,0-1,-1 1,1-1,0 0,0 0,-1 1,1-1,1-1,9-10,-1-1,0 1,-1-2,0 0,-1 0,-1-1,0 0,-1 0,0 0,-2-1,0 0,0-1,-2 1,0-1,-1 0,0-10,-6 0,-9 41,11-8,1 0,-1 0,1 1,0-1,0 0,1 0,-1 1,1-1,1 0,-1 1,1-1,1 0,-1 0,1 0,0 0,0 0,0 0,1 0,0-1,0 1,1-1,0 0,0 0,0 0,0-1,1 1,-1-1,1 0,0 0,0-1,1 1,-1-1,4 1,24 5,-2-3</inkml:trace>
  <inkml:trace contextRef="#ctx0" brushRef="#br0" timeOffset="22568.969">7705 778,'-4'5,"2"0,-1 1,0-1,1 1,0 0,1-1,-1 1,1 0,0 0,0 0,1 0,0 0,0 0,0 1,1-1,0 0,0 0,0-1,1 1,0 0,0 0,1-1,-1 1,1-1,0 0,1 0,-1 0,1 0,0-1,0 1,4 2,-4-4,1 0,-1-1,0 0,1 0,-1 0,1 0,-1-1,1 1,0-1,0 0,0-1,-1 1,1-1,0 0,0 0,0-1,0 1,0-1,-1 0,1-1,0 1,-1-1,1 0,-1 0,1 0,-1 0,0-1,0 0,0 0,0 0,-1 0,1-1,-1 1,0-1,0 0,0 0,-1 0,1 0,0-3,1-5,-1 1,-1-1,0 0,-1 0,0 0,-1 0,0 0,0 0,-2 1,1-1,-2 0,0-2,-8-8,11 22,-1-1,1 1,0 0,-1 0,1-1,0 1,-1 0,1 0,0 0,-1 0,1 0,-1 0,1-1,0 1,-1 0,1 0,-1 0,1 0,0 0,-1 0,1 1,-1-1,1 0,0 0,-1 0,1 0,0 0,-1 1,1-1,0 0,-1 0,1 0,0 1,-1-1,1 0,0 1,-1-1,1 0,0 1,0-1,0 0,-1 1,1-1,0 0,0 1,0-1,0 0,0 1,0-1,0 1,0-1,0 0,0 1,0-1,0 1,0-1,-3 5,1 0,0 0,0 0,0 1,0-1,1 0,0 1,0-1,1 1,0-1,-1 1,2-1,-1 1,1-1,0 0,0 1,0-1,1 0,0 1,0-1,0 0,0 0,1-1,0 1,0 0,0-1,1 0,0 0,-1 0,1 0,1 0,-1-1,0 0,1 0,0 0,0 0,0-1,5 2,-3-4,1 0,0 0,0-1,0 0,0 0,-1-1,1 0,0 0,-1-1,0 0,0 0,0-1,0 0,0 0,-1 0,1-1,-1 0,-1-1,1 1,-1-1,0 0,0 0,0-1,-1 1,0-1,0 0,-1 0,0-1,0 1,-1 0,0-1,0 0,-1 1,0-1,0 0,-1 0,0 0,0-2,2 50,2-33,0 0,1 0,0-1,0 1,0-1,1 0,-1-1,1 1,1-1,-1 0,1-1,0 0,0 0,0 0,1-1,-1 0,1 0,0-1,0 0,0 0,0-1,0 0,0-1,0 1,0-1,0-1,0 0,0 0,0-1,0 1,0-2,-1 1,1-1,-1 0,1-1,-1 0,5-4,-3 0,0 0,0-1,-1-1,0 1,-1-1,0 0,0-1,-1 0,-1 0,0 0,0-1,-1 0,-1 0,0 0,-1 0,0 0,0 0,-1-1,-1 1,-1-10,1 22,1-1,-1 0,0 0,1 0,-1 0,0 0,0 0,0 0,1 1,-1-1,0 0,0 0,0 0,-1 0,1 0,0 0,0 0,0 0,-1 1,1-1,0 0,-1 0,1 0,-1 0,1 1,-1-1,0 0,1 1,-1-1,1 0,-1 1,0-1,0 1,1-1,-1 1,0-1,0 1,0-1,0 1,1 0,-1 0,0-1,0 1,0 0,0 0,0 0,0 0,0 0,0 0,0 0,0 0,1 1,-1-1,0 0,0 0,0 1,0-1,0 0,1 1,-1-1,0 1,0 0,1-1,-1 1,-7 9,1 0,1 1,0 0,0 0,1 0,0 1,1-1,1 1,0 0,0 0,1 1,1 1,-1 20,1 0,2 1,1-1,2 0,2 0,0-1,3 0,0 0,3-1,0 0,2 0,15 23,35 98,-47-87,-17-66,-1-1,1 0,0 1,0-1,-1 1,1-1,0 0,-1 1,1-1,0 1,-1-1,1 1,-1-1,1 1,-1-1,1 1,-1 0,1-1,-1 1,0-1,1 1,-1 0,1 0,-1-1,0 1,1 0,-1 0,0 0,1 0,-1 0,0 0,1 0,-1 0,0 0,1 0,-1 0,0 0,1 1,-1-1,0 0,1 0,-1 1,1-1,-1 0,0 1,1-1,-1 1,1-1,-1 0,1 1,-1-1,1 1,0 0,-1-1,1 1,0-1,-1 1,1 0,0-1,0 1,-1-1,1 1,0 0,0-1,0 1,0 0,0-1,0 1,0 0,-12-19,1-1,1 0,0 0,1-1,2 0,0-1,1 1,1-1,0-1,2 1,0-10,-3-6,1-1,1 0,3 0,1 0,1 0,3 0,1 0,1 1,3 0,1 0,1 1,9-18,-18 48,1 0,-1 1,1-1,0 1,0 0,0 0,1 0,0 0,0 1,0-1,0 1,1 0,0 0,0 1,0-1,0 1,0 0,1 1,-1-1,5 0,-7 4,0 1,1-1,-1 1,0 0,-1 0,1 0,0 0,0 0,-1 1,1 0,-1-1,0 1,0 0,0 0,0 0,-1 0,1 0,-1 0,0 1,0-1,0 0,0 1,0-1,-1 1,1-1,-1 1,0 0,2 3,-1 0,0 1,0-1,0 1,-1-1,0 1,0-1,-1 1,0-1,0 0,-1 1,0-1,0 0,-1 0,0 0,0 0,-1-1,0 1,0-1,0 0,-1 0,0 0,0-1,0 0,-1 0,1 0,-1 0,-1-1,1 0,0-1,-8 4,13-7,1 1,-1-1,0 1,0-1,0 0,0 1,0-1,0 0,0 0,0 0,0 1,0-1,0 0,0 0,0-1,0 1,1 0,-1 0,0 0,0-1,0 1,0 0,0-1,0 1,0-1,1 1,-1-1,0 1,0-1,1 0,-1 1,0-1,1 0,-1 0,0 1,1-1,-1 0,1 0,0 0,-1 0,1 0,0 1,-1-2,9-43,75-63,-31 48,-31 29,-1-1,-2 0,-1-2,-1 0,-2 0,-2-2,-1 1,-2-2,-1 1,2-30,3-97,-13 161,1 1,-1 0,0-1,1 1,-1-1,0 1,0-1,0 1,0 0,-1-1,1 1,0-1,0 1,-1 0,1-1,-1 1,1 0,-1-1,0 1,0 0,1 0,-1 0,0-1,0 1,0 0,0 0,0 0,0 1,-1-1,1 0,0 0,0 1,-1-1,1 0,0 1,-1-1,1 1,0 0,-1-1,1 1,-1 0,1 0,0 0,-1 0,1 0,-1 0,1 1,-1-1,0 1,-5 4,-1 0,2 1,-1 0,1 1,0 0,0 0,0 0,1 0,0 1,1 0,0 0,0 0,1 1,-1 1,-4 10,2 0,0 0,1 1,1 0,1 0,0 0,2 0,1 0,0 0,2 1,0-1,1-1,2 1,2 9,3 2,1-2,1 1,2-1,1-1,1-1,1 0,2-1,0 0,3-1,-18-20,0 0,1 1,0-2,0 1,0-1,0 1,1-2,0 1,0-1,0 1,1-2,0 1,-1-1,1 0,0 0,0-1,1 0,-1 0,0-1,1 1,-1-2,1 1,-1-1,1 0,-1-1,1 0,-1 0,1-1,-1 0,0 0,7-3,-3-2,0-2,0 1,-1-1,0-1,0 0,-1-1,0 1,-1-2,0 1,-1-1,-1 0,1-1,-2 1,0-1,0 0,-2-1,1-1,-3 13,1-1,-1 1,0-1,0 1,-1-1,1 1,0-1,-1 0,1 1,-1-1,0 0,0 1,0-1,0 0,-1 1,1-1,-1 0,0 1,1-1,-1 1,0-1,-1 1,1-1,0 1,-1 0,1 0,-1-1,0 1,1 0,-1 0,0 1,0-1,-1 0,1 1,0-1,0 1,-1 0,1 0,-1 0,1 0,-2 0,0 1,0 0,0 0,0 1,0 0,0 0,0 0,1 0,-1 1,0-1,1 1,-1 0,1 0,-1 0,1 1,0-1,0 1,0 0,0 0,0 0,1 0,-1 0,1 1,0-1,0 1,0-1,1 1,-1 0,1-1,-1 2,0 2,0-1,1 0,-1 1,1-1,1 0,-1 1,1-1,0 1,0-1,1 1,0-1,0 1,1-1,-1 0,2 1,-1-1,0 0,2 0,1 2,0-1,1-1,0 1,0-1,0 0,1 0,0-1,0 0,1 0,-1 0,1-1,0 0,0-1,1 0,-1 0,1-1,-1 0,1 0,0-1,-1-1,1 1,0-1,0 0,0-1,-1 0,1-1,0 0,-1 0,7-3,-11 2,1 0,0-1,-1 1,0-1,0-1,0 1,0 0,-1-1,0 0,0 0,0 0,0 0,-1 0,0-1,0 1,0-1,-1 1,0-2,12-107,-12 106,0-91,-1 98,0-1,1 1,-1-1,0 1,1 0,-1-1,1 1,0 0,-1-1,1 1,0 0,0 0,0 0,-1-1,1 1,1 0,-1 0,0 1,0-1,0 0,0 0,1 0,-1 1,0-1,1 1,-1-1,0 1,1-1,-1 1,1 0,-1 0,0 0,2 0,53 2,-50-1,76 19,-80-19,0 0,0 0,0 0,0 0,0 0,0 0,-1 0,1 1,0-1,-1 0,1 1,-1 0,1-1,-1 1,0 0,0 0,0 0,0 0,0 0,0 0,-1 0,1 0,0 0,-1 0,0 0,1 0,-1 0,0 1,0-1,0 0,-1 0,1 0,0 0,-1 0,0 1,0 1,-17 33,14-32,1 0,0 0,1 1,-1-1,1 1,0-1,0 1,0 0,1 0,0 0,0 0,1-1,0 1,0 0,0 6,4-8,-1-1,1 1,0-1,0 0,0 0,0 0,0 0,1-1,0 1,-1-1,1 0,0-1,0 1,0-1,0 0,0 0,0-1,0 1,0-1,0 0,0 0,0-1,1 0,-1 0,3-1,2 2,1-1,0 0,-1-1,1 0,-1-1,1 0,-1 0,0-1,0 0,-1-1,1-1,-1 1,0-1,-1-1,1 1,-1-1,-1-1,1 0,-1 0,0 0,-1-1,0 0,-1 0,0-1,0 1,-1-1,0 0,0 0,-1-1,-1 1,0-1,1-10,-3 17,0 0,0-1,0 1,0 0,-1 0,1 0,-1 0,0-1,-1 1,1 0,-1 1,1-1,-1 0,0 0,-1 1,1-1,-1 1,1 0,-1 0,0 0,0 0,0 0,-1 0,1 1,-1 0,1 0,-1 0,0 0,0 0,0 1,0-1,0 1,0 0,0 1,0-1,-1 1,1-1,0 1,-3 1,3 1,0 1,1 0,-1 0,1 0,-1 1,1-1,0 1,0-1,1 1,-1 0,1 0,-1 1,1-1,1 0,-1 1,1-1,-1 1,1-1,1 1,-1 0,1-1,-1 1,1 0,1 0,-1-1,1 1,0 0,0-1,0 1,0-1,1 1,0 1,6 7,0 1,0-1,1-1,1 1,0-2,1 1,0-1,1-1,0 0,0-1,1 0,0-1,1-1,-1 0,2 0,-1-1,1-1,0-1,0 0,0-1,6 0,111 13,-75-15</inkml:trace>
  <inkml:trace contextRef="#ctx0" brushRef="#br0" timeOffset="24190.588">5031 2115,'-9'7,"2"1,-1 0,1 0,0 1,0 0,1 0,1 0,-1 1,2 0,-1 0,1 0,1 1,0-1,0 1,1 0,0 0,1 0,0 7,1-16,1 0,-1 0,0 1,1-1,0 0,-1 0,1 0,0 0,0 1,0-1,0-1,1 1,-1 0,0 0,1 0,-1-1,1 1,0-1,-1 1,1-1,0 1,0-1,0 0,0 0,0 0,0 0,0-1,1 1,-1 0,0-1,0 0,1 1,-1-1,0 0,0 0,1 0,80-24,-63 13,0-1,-1-1,0-1,-1-1,0 0,-1-1,-1-1,-1 0,0-2,9-15,-7-6,-17 40,-1 0,1-1,-1 1,1 0,-1-1,1 1,-1 0,1 0,-1 0,1-1,-1 1,1 0,-1 0,1 0,-1 0,1 0,-1 0,1 0,-1 0,0 0,1 0,-1 0,1 1,-1-1,1 0,-1 0,1 0,-1 1,1-1,0 0,-1 1,1-1,-1 0,1 1,-1-1,1 0,0 1,-1-1,1 1,0-1,0 1,-1-1,1 1,0-1,0 1,0-1,0 1,-1-1,1 1,0-1,0 1,0 0,-2 1,-1 1,1 0,-1 0,1-1,0 2,0-1,0 0,1 0,-1 0,1 1,0-1,0 1,0-1,0 1,1 0,-1-1,1 1,0 0,0-1,0 1,1 0,-1-1,1 1,0-1,0 1,0-1,0 1,1-1,-1 0,1 1,0-1,0 0,0 0,0 0,1-1,-1 1,1 0,0-1,0 0,0 0,0 0,0 0,2 1,4-1,0-1,0 0,0 0,-1-1,1 0,0-1,0 0,0 0,-1-1,1 0,-1-1,1 0,-1 0,0 0,0-1,0-1,-1 1,1-1,-1-1,0 1,-1-1,1 0,-1-1,0 1,-1-1,0-1,0 1,0 0,-1-1,0 0,-1 0,1-1,-2 1,1-1,-1 1,1-8,-4 16,1 0,-1 1,1-1,-1 0,1 1,-1-1,1 0,-1 0,1 0,-1 1,1-1,-1 0,1 0,-1 0,0 0,1 0,-1 0,1 0,-1 0,1 0,-1 0,1 0,-1-1,0 1,1 0,-1 0,1 0,-1-1,1 1,-1 0,1-1,-1 1,1 0,0-1,-1 1,1-1,0 1,-1-1,1 1,0-1,-1 1,1-1,0 1,0-1,-1 1,1-1,0 1,0-1,0 1,0-1,0 0,0 1,0-1,0 1,0-1,0 1,0-1,0 1,0-1,1 0,-1 1,0-1,0 1,1-1,-1 1,0-1,1 1,-3 2,1 1,1 0,-1 0,0-1,1 1,-1 0,1 0,0-1,0 1,0 0,0 0,1 0,-1-1,1 1,-1 0,1 0,0-1,0 1,0-1,1 1,-1-1,1 1,-1-1,1 0,0 0,0 1,1 0,62 46,-58-45,0 0,1-1,-1 0,1-1,-1 0,1 0,0-1,0 1,0-2,-1 1,1-1,0 0,0-1,0 0,0 0,0-1,0 0,-1 0,1-1,-1 0,0 0,0-1,0 0,0 0,0 0,-1-1,0 0,0-1,0 1,3-6,1-8,-1-2,-1 1,-1-1,-1 0,-1-1,-1 0,0 1,-2-1,0 0,-2-1,-2-17,3 0,9-229,-17 226,7 43,-1 0,0 0,0 0,1 0,-1 0,0 0,0 1,1-1,-1 0,0 0,1 1,-1-1,0 0,1 1,-1-1,0 1,1-1,-1 1,1-1,-1 1,1-1,-1 1,1-1,0 1,-1 0,1-1,-1 1,1 0,0-1,0 1,-1 0,1 0,0-1,0 1,-8 20,1 0,1 0,0 1,2-1,0 1,2 0,1 0,0 0,2 18,0-19,1 0,1-1,0 1,1 0,2-1,0 0,1-1,1 1,1-1,0-1,1 1,2-2,-1 1,2-2,5 6,-12-16,0 0,0-1,1 0,0 0,0 0,0-1,0 1,1-2,0 1,0-1,0-1,0 1,0-1,0-1,1 1,-1-1,1-1,-1 0,0 0,1 0,-1-1,1-1,-1 1,0-1,0-1,0 1,0-1,0-1,-1 0,1 0,-1 0,0-1,0 0,0 0,0-2,6-6,0-1,-1 0,-1-1,0 0,-1-1,-1 0,3-8,-19 110,7-83,1 0,-1 0,1 0,0 0,-1 0,1 0,1 0,-1 0,0-1,1 1,-1 0,1-1,0 1,0-1,0 0,0 1,0-1,0 0,1 0,-1-1,1 1,-1 0,1-1,0 1,0-1,-1 0,1 0,0 0,0-1,0 1,0-1,0 1,0-1,0 0,3 0,19 2</inkml:trace>
  <inkml:trace contextRef="#ctx0" brushRef="#br0" timeOffset="24450.926">6462 1741,'-19'-5,"-9"-1,-4 0,3 1,3 2,1 3,1 5,5 0</inkml:trace>
  <inkml:trace contextRef="#ctx0" brushRef="#br0" timeOffset="24670.663">5740 1728,'16'-10,"19"-6,21-4,20-3,17 1,9 3,0 5,-7 6,-21 3</inkml:trace>
  <inkml:trace contextRef="#ctx0" brushRef="#br0" timeOffset="24893.831">6556 1968,'18'-2,"0"-2,0 0,-1-1,1 0,-1-2,0 0,0-1,0-1,-9 5,-1-1,0 0,0 0,-1 0,0-1,0 0,0 0,-1 0,1-1,-2 0,1 0,-1 0,0-1,0 1,-1-1,0 0,0 0,0-4,-2 9,-1 0,1 1,-1-1,1 0,-1 0,0 1,0-1,0 0,0 0,-1 1,1-1,-1 0,0 1,1-1,-1 0,0 1,-1-1,1 1,0-1,-1 1,1 0,-1 0,0 0,0 0,0 0,0 0,0 0,0 0,0 1,-1-1,1 1,-1 0,1-1,-1 1,1 0,-1 1,1-1,-1 0,0 1,0 0,1-1,-1 1,0 0,0 0,1 1,-3-1,-4 2,1 0,-1 1,1 0,0 0,0 1,0 0,0 0,1 0,0 1,0 1,0-1,1 1,-1 0,1 0,1 1,-1 0,1 0,0 0,1 1,0-1,0 1,1 0,0 0,-2 7,4-10,1-1,-1 0,1 1,0-1,0 0,1 1,-1-1,1 0,0 1,0-1,0 0,1 0,-1 0,1 0,0 0,1 0,-1 0,0-1,1 1,0-1,0 0,0 0,0 0,0 0,1 0,0-1,-1 1,1-1,0 0,10 5,-1-1,1 0,0-1,0 0,0-2,1 1,-1-2,3 0,7 1,0-2,0-1,0-1,1-1,-1-1,0-1,1-2,30-9</inkml:trace>
  <inkml:trace contextRef="#ctx0" brushRef="#br0" timeOffset="26299.417">7625 1674,'13'0,"17"0,16-2,14-4,13-4,7-6,2-2,-2-1,-7 4,-15 1,-14 4,-17 3,-20 5,-20 8,-15 5,-3 0</inkml:trace>
  <inkml:trace contextRef="#ctx0" brushRef="#br0" timeOffset="26631.108">7691 1807,'12'0,"12"0,12-2,10-5,7-5,4-1,1-4,0-1,-4 1,-8 0,-7 1,-9 1,-9 3</inkml:trace>
  <inkml:trace contextRef="#ctx0" brushRef="#br0" timeOffset="26972.451">8066 1353,'140'37,"-108"-31,-1 1,0 2,-1 1,0 1,0 2,24 14,-49-24,0 0,0 0,0 1,0 0,0 0,-1 0,1 0,-1 1,0 0,-1 0,1 0,-1 0,0 0,0 1,-1-1,0 1,0 0,0 0,0-1,-1 1,0 1,0-1,-1 0,0 0,0 0,0 0,-1 0,0 0,0 0,0 0,-1 0,0 1,-11 18,-1 0,-1-1,-1-1,-1 0,-1-1,-1-1,-1-1,-3 2,0 1,-58 51,61-60</inkml:trace>
  <inkml:trace contextRef="#ctx0" brushRef="#br0" timeOffset="27699.848">9095 1473,'-7'-2,"0"-1,0 2,0-1,-1 1,1 0,0 1,-1 0,1 0,-1 0,1 1,0 0,-1 1,1 0,0 0,0 0,0 1,0 0,1 0,-1 1,1 0,0 0,0 0,0 1,1 0,-3 2,6-4,-1 0,1 0,-1 1,1-1,0 1,0 0,1 0,-1 0,1-1,0 1,0 0,0 1,0-1,1 0,0 0,0 0,0 0,0 0,1 0,-1 0,1 0,0 0,0 0,1 0,-1 0,1 0,0 0,0-1,0 1,0-1,1 1,-1-1,1 0,0 0,0 0,0-1,0 1,1-1,-1 1,1-1,-1 0,1 0,0-1,0 1,4-2,0 1,0-2,1 1,-1-1,0 0,-1-1,1 0,0 0,0-1,-1 0,1 0,-1-1,0 0,0 0,-1-1,1 1,-1-2,0 1,0 0,0-1,-1 0,0-1,0 1,-1-1,0 0,0 0,0 0,-1-1,0 1,-1-1,2-5,-7-12,2 24,1 1,0 0,-1 0,1-1,-1 1,1 0,0 0,-1 0,1 0,-1-1,1 1,-1 0,1 0,0 0,-1 0,1 0,-1 0,1 0,-1 0,1 0,-1 0,1 0,-1 1,1-1,0 0,-1 0,1 0,-1 0,1 1,0-1,-1 0,1 1,0-1,-1 0,1 0,0 1,-1-1,1 1,0-1,0 0,-1 1,1-1,0 1,0-1,0 0,-1 1,1-1,0 1,0-1,0 1,-2 4,0-1,0 1,1 0,0 0,0 0,0 0,0 0,1 0,0 0,0 0,0 0,0 0,1 0,0 0,0 0,1-1,-1 1,1 0,0 0,0-1,0 1,1-1,0 0,0 0,0 0,0 0,0 0,1-1,0 1,0-1,0 0,0 0,0 0,1-1,-1 0,1 0,-1 0,3 1,24 10</inkml:trace>
  <inkml:trace contextRef="#ctx0" brushRef="#br0" timeOffset="28360.253">9590 1326,'-7'2,"-1"-1,1 1,0 0,0 1,0 0,0 0,0 1,1-1,-1 1,1 1,0-1,0 1,1 0,-1 1,1-1,0 1,1 0,-1 0,1 0,1 1,-1 0,1-1,0 1,0 0,1 1,0-1,0 0,1 1,0-1,0 1,1-1,0 1,0-1,1 1,0-1,0 2,2-5,-1 0,1 0,0 0,0 0,0 0,0 0,1-1,-1 0,1 0,0 0,0 0,0 0,0-1,1 0,-1 0,0 0,1 0,0-1,-1 1,1-1,0-1,0 1,0 0,0-1,-1 0,1-1,0 1,0-1,0 0,0 0,-1 0,1 0,-1-1,1 0,-1 0,1 0,-1-1,3-2,5-1,-1-2,-1 1,1-1,-1-1,-1 0,1 0,-2-1,1 0,-1 0,-1-1,0 0,-1-1,0 1,0-1,-1 0,-1-1,0 0,7-24,-3 0,-1-1,-1 0,-2 0,-2-10,0 21,0 0,-2 1,-1-1,-2 0,0 1,-2 0,0-1,-3 0,8 26,0-1,0 1,0 0,0 0,0-1,-1 1,1 0,0 0,-1 0,1-1,-1 1,1 0,-1 0,0 0,1 0,-1 0,0 0,0 0,0 0,0 0,0 1,0-1,0 0,0 0,0 1,0-1,0 1,0-1,0 1,0-1,-1 1,1 0,0 0,0-1,-1 1,1 0,0 0,0 0,-1 1,1-1,0 0,0 0,-1 0,1 1,0-1,0 1,0-1,0 1,0 0,0-1,0 1,0 0,0-1,0 1,-1 1,-3 7,-1 1,1-1,1 1,0 0,1 0,-1 1,2-1,0 1,0 0,0 9,1-11,-3 23,2 0,1 1,1 0,2-1,2 1,0-1,2 0,2 0,1-1,1 0,2-1,1 0,10 16,-23-43,1 1,0-1,0 0,0-1,1 1,-1 0,1 0,-1 0,1-1,0 1,0-1,0 1,0-1,1 0,-1 0,1 0,-1 0,1 0,0-1,-1 1,1-1,0 0,0 0,0 0,0 0,0 0,0 0,0-1,1 0,-1 1,0-1,0 0,0-1,0 1,1-1,-1 1,0-1,0 0,0 0,0 0,21-19,-2 0,0-2,-1 0,-1-2,-1 0,9-17,7-17,-40 69,1 1,0-1,1 1,1 0,-1 0,2 0,0 1,0-1,1 0,1 9,0-18,0 1,0-1,0 1,0-1,0 0,1 0,0 0,0 1,0-2,0 1,0 0,0 0,1-1,-1 1,1-1,0 0,1 2,12 6</inkml:trace>
  <inkml:trace contextRef="#ctx0" brushRef="#br0" timeOffset="28621.608">10084 1153,'-15'-5,"-11"-1,-5-2,-1 0,-5 2,3 1</inkml:trace>
  <inkml:trace contextRef="#ctx0" brushRef="#br0" timeOffset="28901.049">9550 1086,'125'-20,"-10"0,1 6,73 1,-183 12,0 0,1 1,-1-1,0 1,1 1,-1-1,0 1,0 0,1 1,-1-1,0 1,0 0,0 1,-1-1,1 1,0 0,-1 1,0 0,0-1,0 1,0 1,-1-1,1 1,-1 0,1 2,-1 4,-1 1,0 0,0 0,-1 0,-1 0,0 1,-1-1,0 0,-1 1,11 92,-9-100,1 0,0 0,0 0,0 0,0 0,1 0,-1-1,1 1,1-1,-1 0,1 0,-1 0,1 0,0-1,0 1,1-1,-1 0,1-1,-1 1,1-1,0 1,0-2,0 1,0 0,1-1,-1 0,0 0,0-1,1 1,-1-1,1 0,-1-1,0 1,1-1,-1 0,0 0,0-1,0 0,0 0,3-1,0-4,1-1,-1 0,-1 0,1-1,-1 0,-1-1,0 1,0-1,-1 0,0 0,-1-1,0 0,0 1,-1-1,-1-1,0 1,-1 0,0 0,0-6,8-33,-6 48,-2 12</inkml:trace>
  <inkml:trace contextRef="#ctx0" brushRef="#br0" timeOffset="30190.967">10580 1273,'13'-7,"1"0,-1 0,0-1,-1-1,1 0,-2-1,0 0,0-1,0 0,-2-1,1 0,-2-1,1 0,-2 0,0 0,0-1,-1 0,2-10,-2-22,-5 46,-1-1,0 0,0 0,0 0,0 0,-1 0,1 0,0 0,0 0,0 0,-1 0,1 0,-1 1,1-1,0 0,-1 0,1 0,-1 1,0-1,1 0,-1 0,0 1,1-1,-1 1,0-1,0 1,0-1,1 1,-1-1,0 1,0-1,0 1,0 0,0 0,0 0,0-1,0 1,1 0,-1 0,0 0,0 0,0 1,0-1,-1 0,-3 2,0 1,0 0,0 0,0 0,0 1,0 0,1-1,0 2,0-1,0 0,0 1,1 0,0 0,0 0,0 0,0 0,1 1,0-1,0 1,0-1,1 1,0 0,0 0,0-1,1 1,0 4,1-4,-1 0,2 1,-1-1,0 0,1-1,0 1,1 0,-1-1,1 1,0-1,1 0,-1 0,1 0,0 0,0 0,1-1,-1 0,1 0,0 0,0-1,0 1,0-1,5 1,2 3,2-1,-1-1,1 0,0-1,0-1,0 0,0-1,0 0,10-1,-18 0,0 0,0-1,0 0,0 0,0 0,1-1,-1 0,0 0,-1-1,1 0,0 0,0 0,-1 0,1-1,-1 0,0 0,0-1,0 1,0-1,0 0,-1 0,0-1,0 1,0-1,0 0,-1 0,0-1,0 1,0 0,-1-1,0 0,0 0,0 1,-1-1,0 0,0 0,0-3,-1 4,-1 0,0 0,0 0,-1 0,1 1,-1-1,0 1,0-1,-1 1,1 0,-1 0,0 0,0 0,0 0,-1 1,1 0,-3-2,4 3,0 0,0 1,0 0,0-1,0 1,0 0,0 0,0 0,-1 1,1-1,0 0,-1 1,1-1,0 1,-1 0,1 0,-1 0,1 0,0 0,-1 1,1-1,0 1,-1-1,1 1,0 0,0 0,-1 0,1 0,0 0,0 1,0-1,0 1,1-1,-1 1,0-1,0 2,-1 0,0 1,0-1,1 1,0-1,-1 1,1 0,0 0,1 0,-1 0,1 0,0 0,0 1,0-1,0 0,1 1,0-1,0 0,0 1,0-1,1 0,0 1,0-1,0 0,0 0,0 0,1 0,0 0,0 0,0 0,0 0,1-1,0 1,-1-1,1 0,2 2,1-2,0 0,0 0,1-1,-1 0,1 0,-1 0,1-1,-1 0,1 0,0-1,-1 0,2 0,5 0,8 5,-20-5,1 1,-1 0,1-1,-1 1,1-1,-1 0,1 0,0 1,-1-1,1 0,-1 0,1 0,0-1,-1 1,1 0,-1-1,1 1,-1-1,1 1,-1-1,1 0,-1 0,1 1,-1-2,5-4,0-1,-1 0,0 0,0 0,0-1,-1 1,-1-1,1 0,0-5,3-3,19-47,-18 38,2 1,1 0,1 1,1 0,10-13,-22 34,-1 1,0 0,1 0,-1 0,1 0,0-1,-1 1,1 0,0 0,0 0,-1 0,1 0,0 0,0 1,0-1,0 0,0 0,0 1,1-1,-1 1,0-1,0 1,0-1,1 1,-1-1,0 1,0 0,1 0,-1 0,0 0,1 0,-1 0,0 0,0 0,1 1,-1-1,0 0,0 1,1-1,-1 1,0-1,0 1,0 0,0-1,0 1,0 0,0 0,0 0,0 0,0 0,5 14,0 0,-2 0,1 1,-2-1,0 1,-1 0,0 0,-2 0,0 14,0-14,-10 291,15-203,-4-99,0 0,0-1,0 1,0 0,1-1,0 1,0-1,0 1,1-1,-1 0,1 0,0 0,0 0,1-1,-1 1,1-1,-1 0,1 0,3 2,-5-4,0 0,0 0,-1 0,1 0,0 0,0 0,0-1,0 1,0-1,0 0,0 1,0-1,0 0,0 0,0 0,0-1,0 1,-1 0,1-1,0 1,0-1,0 1,0-1,0 0,-1 0,1 0,0 0,-1 0,1-1,0 1,-1 0,0-1,1 1,-1-1,0 1,0-1,0 0,0 1,0-1,0 0,0 0,0 0,13-87,-16 70,-2 0,0 0,-1 1,-1-1,0 1,-2 1,0-1,-1 1,-1 1,0-1,-1 2,-1-1,0 2,-1 0,-6-5,-3-8,22 27,0-1,0 1,0-1,0 0,0 1,0-1,0 0,0 1,0-1,1 1,-1-1,0 0,0 1,1-1,-1 1,0-1,0 1,1-1,-1 1,1-1,-1 1,0-1,1 1,-1 0,1-1,-1 1,1 0,-1-1,1 1,0 0,-1-1,1 1,-1 0,1 0,0 0,-1 0,1 0,-1 0,1 0,0 0,-1 0,1 0,-1 0,1 0,0 0,-1 0,1 0,0 1,120-6,-119 4,-1 1,1 0,-1 0,0-1,1 1,-1 0,1 0,-1 0,1 1,-1-1,0 0,1 0,-1 1,1-1,-1 1,0-1,1 1,-1 0,0 0,0-1,0 1,0 0,1 0,-1 0,0 0,0 0,-1 0,1 1,0-1,0 0,-1 0,1 1,0-1,-1 0,1 1,-1-1,0 0,1 1,-1-1,0 1,0-1,0 1,0-1,-2 9,1-9,0-1,0 1,1 0,-1 0,0 0,1 0,-1 0,1 0,-1 0,1 0,0 0,-1 0,1 0,0 0,0 0,-1 1,1-1,0 0,0 0,0 0,1 0,-1 0,0 0,0 0,1 1,-1-1,0 0,1 0,-1 0,1 0,-1 0,1 0,0-1,-1 1,1 0,0 0,0 0,0-1,0 1,-1 0,1-1,0 1,0 0,0-1,0 0,0 1,0-1,1 1,-1-1,0 0,0 0,0 0,0 0,0 0,0 0,1 0,4-3,1 0,-1 0,0-1,0 0,-1 0,1-1,-1 0,0 0,0 0,0 0,-1-1,0 0,0 0,0 0,-1 0,0 0,0-1,-1 1,1-1,-2 0,1 0,-1 0,0 0,0 0,0-1,0 0,-1 1,0-1,0 0,-1 1,0-1,0 1,-1-1,0 1,-1-1,1 1,-1 0,-2-2,4 6,-1-1,0 1,0 0,0 0,0 1,0-1,-1 0,1 1,-1-1,0 1,0 0,0 0,0 0,0 0,0 1,0-1,-1 1,1 0,-1 0,1 0,-1 0,1 0,-1 1,1 0,-1 0,1 0,-1 0,0 0,0 1,-1 0,-1 0,1 1,0 0,1 0,-1 0,0 0,1 1,-1-1,1 1,0 1,0-1,0 0,0 1,0 0,1 0,0 0,0 0,0 1,0-1,1 1,-1-1,1 1,1 0,-1 0,1 0,-1 0,1 1,1-1,-1 2,6 9,3-4</inkml:trace>
  <inkml:trace contextRef="#ctx0" brushRef="#br0" timeOffset="30450.799">11528 671,'0'-3,"7"5,3 1</inkml:trace>
  <inkml:trace contextRef="#ctx0" brushRef="#br0" timeOffset="30710.538">11662 1166,'18'13,"13"5,11 0,4-5,-6-3</inkml:trace>
  <inkml:trace contextRef="#ctx0" brushRef="#br0" timeOffset="31233.656">9323 2115,'-1'16,"1"12,-2 6,-1 3,0 1,1 1,1-3,-3-2,1-5,-3-4,1-8</inkml:trace>
  <inkml:trace contextRef="#ctx0" brushRef="#br0" timeOffset="32353.283">9136 2209,'20'-5,"16"-1,14-2,11-2,7-2,3 0,-3 1,-10 0,-11 2,-14 1,-13 1</inkml:trace>
  <inkml:trace contextRef="#ctx0" brushRef="#br0" timeOffset="32951.718">9402 1874,'-39'120,"27"-89,1 0,1 1,2 0,2 0,0 1,2 0,2 0,1 0,1 0,2 0,3 13,-4-40,1 0,0 0,0-1,0 1,1-1,0 1,0-1,0 0,1 0,-1 0,1-1,0 1,1-1,-1 0,1 0,0 0,0-1,0 1,0-1,0-1,1 1,0-1,-1 0,1 0,0 0,0-1,0 0,0 0,0-1,0 0,0 0,4 0,1-1,0 0,0 0,0-1,0-1,-1 0,1 0,-1-1,0 0,0-1,0 0,0-1,-1 0,0 0,0-1,-1 0,0-1,0 0,-1 0,1-1,-2 1,0-1,0-1,3-5,-3 2,-1 1</inkml:trace>
  <inkml:trace contextRef="#ctx0" brushRef="#br0" timeOffset="33205.159">9844 2181,'0'3,"0"4,0 9,0 8,0 7,0 3,0 2,2-3,1-4,0-5,1-7,3-8,1-6</inkml:trace>
  <inkml:trace contextRef="#ctx0" brushRef="#br0" timeOffset="34360.41">9911 1941,'0'3,"1"1,0-1,0 0,0 0,0 1,1-1,-1 0,1 0,0 0,0-1,0 1,0 0,1-1,-1 1,1-1,-1 0,1 0,0 0,0 0,0 0,0-1,0 1,0-1,0 0,3 1,1 2,20 11,-17-11,0 0,0 1,-1 0,0 1,0 0,0 0,0 1,-1 0,0 0,-1 1,0 0,0 1,0-1,-1 1,-1 1,1-1,-1 1,2 9,-2 145,-5-163,0 0,0 0,0 0,1 0,-1 0,0 0,1 0,-1 0,1 0,-1 0,1 0,-1 0,1 0,0 0,-1 0,1 0,0-1,0 1,-1 0,1 0,0-1,0 1,0-1,0 1,0-1,0 1,0-1,0 1,0-1,0 0,0 0,1 0,-1 1,0-1,0 0,0 0,0-1,0 1,0 0,0 0,0 0,1-1,-1 1,43-23,-34 16,0-2,-1 1,0-1,0 0,-1-1,-1 0,1 0,-1-1,-1 0,0 0,-1 0,0-1,2-8,-8 26,0 1,0-1,1 0,0 1,0-1,0 0,1 1,0-1,0 0,0 0,1 1,0-1,1 0,-1-1,2 3,0-6,1 0,0 0,0 0,0 0,0-1,0 0,0 0,0 0,0-1,0 0,1 0,-1 0,0 0,0-1,0 0,0 0,0 0,0-1,0 0,0 1,-1-2,1 1,0-1,-1 1,0-1,0-1,0 1,0 0,0-1,2-3,38-61,-48 120,3-48,0 0,0 0,0 0,1 0,-1 0,1 0,0 0,0 1,1-1,-1 0,1 0,0 0,0 0,0 0,1 0,-1-1,1 1,0 0,0-1,0 1,1-1,-1 1,1-1,0 0,0 0,0-1,0 1,0 0,0-1,1 0,-1 0,1 0,0 0,0-1,0 1,0-1,0 0,3 1,-1-3,0 0,1 0,-1 0,0 0,0-1,0 0,0 0,0-1,0 0,-1 0,1 0,-1-1,0 1,0-1,0-1,-1 1,1-1,-1 1,0-1,0-1,0 0,4-6,-1 0,0 0,0-1,-1 1,-1-2,0 1,-1 0,0-1,-1-1,-2-29,-1 43,0 0,0 1,0-1,0 0,0 1,0-1,-1 0,1 1,0-1,0 0,-1 1,1-1,0 1,-1-1,1 1,-1-1,1 1,0-1,-1 1,1-1,-1 1,1-1,-1 1,0 0,1-1,-1 1,1 0,-1-1,0 1,1 0,-1 0,0 0,1 0,-1-1,0 1,1 0,-1 0,0 0,1 1,-1-1,0 0,1 0,-1 0,0 0,1 1,-1-1,0 0,1 0,-1 1,1-1,-1 1,1-1,-1 0,1 1,-1-1,1 1,-1-1,1 1,0 0,-1 0,-3 2,1 1,-1 0,1 0,0 0,0 0,1 1,-1-1,1 1,0-1,0 1,1 0,-1 0,1 0,0 0,0 0,1 0,-1 0,1 0,0 1,1-1,-1 0,1 0,0 0,1 0,-1 0,1 0,0-1,0 1,0 0,0-1,1 1,0-1,0 0,0 0,1 0,-1-1,1 1,0-1,0 0,2 2,-2-3,1 0,-1 0,1 0,0 0,-1-1,1 0,0 0,0 0,0-1,0 1,-1-1,1 0,0-1,0 1,0-1,0 0,0 0,-1-1,1 1,-1-1,1 0,-1 0,1 0,-1-1,0 0,0 0,0 0,-1 0,1 0,-1-1,0 0,0 1,0-1,0-1,0 1,-1 0,0 0,0-1,0 0,0-1,1-6,0 0,-1 0,-1 0,0 0,-1-1,0 1,0 0,-1 0,-1 0,0-1,-2-2,1-1,3 15,0 0,-1 0,1 0,0 0,0 0,0 0,0 0,0 0,0 0,0 0,0 0,0 1,1-1,-1 0,0 0,1 0,-1 0,0 0,1 0,-1 0,1 0,-1 1,1-1,0 0,-1 0,1 1,0-1,0 0,-1 1,1-1,0 1,0-1,0 1,0-1,0 1,0 0,0-1,0 1,0 0,0 0,0 0,0-1,0 1,0 0,0 1,0-1,0 0,0 0,55 14,-46-11,-5-3,0 1,0 0,1 0,-1 0,0 1,0 0,0 0,-1 0,1 0,0 1,-1 0,0 0,0 0,0 1,0-1,0 1,0 0,-1 0,0 0,0 0,0 1,0-1,-1 1,0 0,0-1,0 1,0 0,-1 1,1 4,-38 126,36-134,0 0,-1 0,1 0,0 1,1-1,-1 0,0 0,1 0,-1 0,1 0,-1 0,1 0,0 0,0 0,0-1,0 1,0 0,0 0,1-1,-1 1,1-1,-1 1,1-1,-1 1,1-1,0 0,0 0,-1 0,1 0,0 0,0 0,0-1,0 1,0-1,0 1,2-1,77 5,15-25,-55 6</inkml:trace>
  <inkml:trace contextRef="#ctx0" brushRef="#br0" timeOffset="35995.44">2919 6727,'0'-3,"1"-14,-1 0,0 0,-1 1,-1-1,0 0,-2 1,0 0,0-1,-2 1,0 1,-1-1,-2 1,-1 0,-1 0,-1 1,0 0,0 1,-1 1,-1 0,0 0,-1 2,0 0,-1 0,0 2,-15-7,-18-5,-1 3,-1 2,0 2,-11 1,-89-13,-1 8,-1 6,-92 7,189 4,1 3,-1 2,1 2,-1 3,-2 3,34-6,-1 1,1 1,0 1,1 1,1 1,-1 1,2 1,0 1,1 0,0 2,1 1,-1 3,-11 19,2 1,1 1,3 2,1 0,3 2,1 1,3 0,-11 46,10-29,2 1,4 0,2 1,3 0,3 1,3 0,7 54,-1-75,2 0,1 0,3 0,2-2,1 1,3-2,2 0,1-1,2-1,2-1,17 21,-11-24,2-1,2-2,0-1,3-2,0-1,2-2,1-2,1-1,1-3,1-1,1-2,1-2,1-2,0-2,0-2,1-2,1-2,0-2,-1-2,1-2,0-3,4-2,-20 1,0-2,1-1,-2-1,1-2,-1-2,-1 0,0-2,0-1,-2-2,0-1,0 0,-2-3,0 0,-2-1,0-2,-1 0,-2-1,0-2,-1 0,3-9,13-31,-3-2,-4-1,-2-1,-3-1,-3-1,-4-2,-3 1,-3-2,-3 1,-2-63,-3 65,-3 0,-3 0,-3 0,-4 0,-2 1,-19-59,23 106,-1 0,0 1,-2 0,-1 1,-1 0,-10-13,18 27,-2 0,1 0,-1 1,0 0,-1 0,1 1,-1 0,-1 0,1 1,-1 0,0 0,0 1,0 0,-1 1,1 0,-1 1,0-1,0 2,-2 0,0 1,-1 1,1 0,0 0,-1 1,1 1,0 0,1 0,-1 2,1-1,-1 1,1 1,1 0,-1 1,1 0,0 0,1 1,-1 0,2 1,-1 0,-11 13,2 0,0 1,1 1,1 1,2 0,0 1,-8 25,-15 52</inkml:trace>
  <inkml:trace contextRef="#ctx0" brushRef="#br0" timeOffset="36783.08">1983 8465,'16'65,"3"0,2-2,3 0,3-2,3 0,2-2,3-2,2-1,3-2,17 16,22 11,-79-81,1 1,-1-1,1 1,-1-1,1 1,-1-1,1 1,0-1,-1 1,1-1,0 0,-1 1,1-1,0 0,-1 0,1 1,0-1,0 0,-1 0,1 0,0 0,0 0,-1 0,1 0,0 0,0-1,-1 1,1 0,0 0,-1-1,1 1,0 0,-1-1,1 1,0 0,-1-1,1 1,-1-1,1 1,0-1,-1 0,0 1,1-1,-1 1,1-1,-1 0,0 1,1-1,-1 0,0 1,0-1,1 0,-1 0,0 1,0-1,0 0,0 0,0 1,0-1,0 0,0 0,-1 1,1-1,0 0,0 0,0-14</inkml:trace>
  <inkml:trace contextRef="#ctx0" brushRef="#br0" timeOffset="37445.322">1970 8960,'24'26,"2"0,1-2,1-1,1-2,0 0,2-2,0-1,1-2,1-1,0-1,7-1,63 8,-99-20,0-1,0 0,0-1,0 1,0-1,1 1,-1-1,0 0,-1-1,1 1,0-1,0 0,0 0,-1 0,1 0,-1 0,0-1,0 0,0 1,0-1,0 0,0-1,1-2,3-10,0-1,-2 1,0-1,-1 0,-1 0,0-1,-1 1,-1-1,-1 1,-1-11,1 24,-1-88,-13 118,4-1,2 1,0 1,2-1,1 1,1 1,2-1,0 0,2 1,1-1,1 1,2-1,2 10,7 7</inkml:trace>
  <inkml:trace contextRef="#ctx0" brushRef="#br0" timeOffset="37982.994">3307 8786,'-10'33,"-38"376,48-288,0-115,2-1,-1 0,0 1,1-1,0 0,0 0,1 0,-1-1,1 1,0 0,1-1,-1 0,1 0,-1 0,1 0,1 0,-1-1,0 0,1 0,-1 0,1 0,8 1,-1 0,1 0,0-1,0 0,1-1,-1-1,0 0,1-1,-1 0,0-1,1-1,-1 0,0-1,0 0,0-1,-1 0,1-1,7-4,21-11</inkml:trace>
  <inkml:trace contextRef="#ctx0" brushRef="#br0" timeOffset="38202.719">3066 9027,'14'-5,"18"-1,17-2,16 0,13 2,7 2,3 1,-5 4,-16 1</inkml:trace>
  <inkml:trace contextRef="#ctx0" brushRef="#br0" timeOffset="38750.3">3668 9467,'10'-25,"0"-1,-2 0,-1 0,0-1,-3 0,0 0,-1-6,-1 22,-3 9,1 0,0 0,0 0,0 0,0 0,0 0,0 0,1 0,-1 0,1 0,-1 0,1 0,0 1,0-1,0 0,0 0,0 0,0 1,0-1,1 1,-1-1,1 1,-1-1,1 1,-1 0,1 0,0 0,0 0,-1 0,1 0,0 0,0 0,0 1,0-1,0 1,0 0,0-1,0 1,0 0,0 0,0 0,0 1,0-1,1 0,19 7,0 0,-1 1,1 1,-2 1,1 1,-1 1,11 9,-25-17,0 1,0 0,-1 0,1 1,-1-1,0 1,-1 0,1 0,-1 1,0-1,-1 1,0 0,0 0,0 0,-1 1,0-1,0 1,-1-1,0 1,0-1,-1 1,0 1,0-2,-1-5,1 0,-1 0,1 0,0 1,0-1,0 0,0 0,0 0,0 1,0-1,1 0,-1 0,1 0,0 0,-1 0,1 0,0 0,0 0,0 0,1 0,-1 0,0 0,1-1,-1 1,1-1,-1 1,1-1,0 0,0 1,0-1,0 0,-1 0,1 0,2 0,7-1,0 0,-1-1,1 0,0-1,0-1,-1 1,1-1,-1-1,0 0,0-1,-1 0,1 0,-1-1,0 0,0 0,1-3,-2 4,0-1,0-1,-1 0,0 0,0 0,0-1,-1 0,0 0,-1 0,0-1,0 0,-1 0,0 0,0-1,-1 1,0-1,-1 0,0-2,-2 10,0 0,0-1,0 1,0 0,0 0,-1-1,1 1,-1 0,1 0,-1 0,0-1,0 1,0 0,0 0,0 0,-1 1,1-1,0 0,-1 0,0 1,1-1,-1 1,0-1,0 1,0 0,0 0,0 0,0 0,0 0,0 0,0 0,0 1,-1-1,1 1,0-1,0 1,-1 0,1 0,0 0,0 0,-1 1,1-1,0 1,0-1,-1 1,1 0,0 0,0 0,0 0,0 0,0 0,0 0,0 1,1-1,-1 1,0-1,0 2,-2 1,0 0,0 0,0 0,1 1,0-1,0 1,0 0,0 0,1 0,0 0,0 0,0 1,1-1,-1 1,1-1,1 1,-1-1,1 1,0-1,0 1,0 0,1-1,0 1,0-1,1 1,-1-1,1 0,0 1,1-1,-1 0,1-1,0 1,0 0,1-1,-1 1,1-1,0 0,0 0,2 0,8 4,0-1,1 0,0-1,1-1,-1 0,1-1,0-1,0-1,0 0,1-1,14 0,20-1</inkml:trace>
  <inkml:trace contextRef="#ctx0" brushRef="#br0" timeOffset="39582.14">4804 9294,'-99'-38,"96"37,0 0,-1 1,1 0,-1-1,1 1,-1 1,1-1,-1 0,1 1,0 0,-1 0,1 0,0 0,0 0,0 1,-1-1,1 1,1 0,-1 0,0 0,0 0,1 0,-1 1,1-1,0 1,0 0,0 0,0-1,0 2,0-1,1 0,0 0,0 0,0 1,0-1,1 0,-1 0,1 1,0-1,0 0,0 1,0-1,1 0,-1 0,1 1,0-1,0 0,0 0,0 0,1 0,-1 0,1 0,0 0,0 0,0-1,0 1,0-1,0 0,1 1,-1-1,1 0,6 6,0-1,1 0,-1-1,2 0,-1 0,1-1,-1 0,4 0,4 1,0-1,1 0,-1-2,1 0,0-1,0 0,0-2,0 0,0-2,0 0,0-1,-1 0,1-2,-1 0,9-5,-22 8,1 0,0-1,-1 0,0-1,0 1,0-1,0 0,0 0,-1 0,0 0,0-1,0 0,0 0,-1 0,0 0,0-1,0 1,-1-1,0 0,0 0,0 0,-1 0,1 0,-1 0,-1 0,0 0,1 0,-2 0,0-6,1 11,0-1,0 1,-1-1,1 1,-1 0,1-1,-1 1,0 0,0-1,1 1,-1 0,0 0,0 0,0 0,0-1,0 1,0 1,-1-1,1 0,0 0,0 0,-1 1,1-1,0 0,-1 1,1 0,-1-1,1 1,-1 0,1-1,-1 1,1 0,-1 0,1 0,0 0,-1 1,1-1,-1 0,1 1,-1-1,1 1,0-1,-1 1,1 0,0-1,-1 1,1 0,0 0,0 0,0 0,0 0,0 0,0 0,0 0,0 1,0-1,1 0,-1 1,0 0,-2 3,0 0,1 1,-1 0,1 0,1-1,-1 1,1 0,0 0,0 0,1 1,-1-1,1 0,1 0,-1 0,1 0,0 0,1 0,-1 0,1 0,0 0,1-1,0 1,-1-1,2 0,-1 1,0-1,1-1,0 1,0 0,1-1,-1 0,1 0,1 0,-1-1,0 1,0-2,0 1,0 0,0-1,1 0,-1 0,1-1,0 0,-1 0,1 0,0-1,0 1,0-1,-1-1,1 1,0-1,0 0,-1 0,1-1,0 1,-1-1,0-1,1 1,-1-1,0 0,0 0,0 0,-1-1,1 1,-1-1,0-1,0 1,0 0,-1-1,3-4,2-6,-2 1,0-1,-1 0,-1 0,0-1,1-8,12-46,-16 68,-1 0,0 1,1-1,0 1,-1-1,1 1,0 0,0-1,-1 1,1 0,0-1,0 1,1 0,-1 0,0 0,0 0,0 0,1 0,-1 0,1 0,-1 0,1 1,-1-1,1 1,-1-1,1 1,-1 0,1-1,-1 1,1 0,0 0,-1 0,1 0,0 0,-1 0,1 1,-1-1,1 1,-1-1,1 1,-1-1,1 1,-1 0,1 0,-1 0,0 0,0 0,1 0,0 1,11 6,1 0,-1 1,-1 1,0 0,0 1,-1 0,0 1,-1 0,0 1,-1 0,-1 0,0 1,4 11,-11-21,0-1,0 1,0-1,0 1,0-1,0 1,1-1,0 0,0 0,0 0,0 0,0 0,1 0,-1-1,1 1,-1-1,1 1,0-1,0 0,0 0,1 0,-1-1,0 1,1-1,-1 0,1 0,-1 0,1 0,-1 0,1-1,1 0,6 0,-1-1,1-1,0 0,0 0,-1-1,1-1,-1 1,0-2,0 1,-1-2,1 1,-1-1,0 0,0-1,-1 0,0-1,0 0,-1 0,0 0,-1-1,1 0,-2 0,1-1,-1 1,-1-1,0-1,0 1,-1 0,0-1,-2 9,-1 0,1 0,-1 0,0-1,1 1,-1 0,0 0,0 0,-1 0,1 0,0 0,-1 0,1 0,-1 0,1 0,-1 0,0 0,0 0,0 0,0 0,0 0,-1 1,1-1,0 1,-1-1,0 1,1-1,-1 1,0 0,1 0,-1 0,0 0,0 0,0 0,0 0,0 0,0 1,0-1,0 1,0 0,0-1,0 1,0 0,-1 0,1 1,0-1,0 0,0 1,-2 0,0 1,0 0,0 0,0 0,0 1,0-1,0 1,1 0,-1 0,1 1,0-1,0 1,0-1,1 1,-1 0,1 0,0 0,0 0,0 1,1-1,-1 1,1-1,0 1,0-1,1 1,0-1,-1 1,1 0,1-1,-1 1,1-1,0 1,0 0,0-1,0 0,1 1,0-1,0 0,0 1,7 5,1 0,0 0,0-1,1-1,0 0,0 0,1-1,0 0,1-1,-1-1,1 0,0 0,0-1,9 1,23 6,0-2,1-1,35 0,-18-4</inkml:trace>
  <inkml:trace contextRef="#ctx0" brushRef="#br0" timeOffset="39949.937">6421 9454,'-1'-8,"0"1,-1-1,0 1,-1-1,1 1,-1 0,-1-1,1 2,-1-1,-1 0,1 1,-1 0,0 0,0 0,-1 0,0 1,0 0,0 0,-1 1,1 0,-1 0,0 0,0 1,0 0,-1 1,1-1,-1 1,1 1,-1-1,0 1,0 1,0 0,1 0,-1 0,-1 1,6 0,-1 0,0 0,1 1,-1 0,1-1,0 1,0 0,-1 1,1-1,1 0,-1 1,0 0,0 0,1 0,0 0,0 0,0 0,0 0,0 1,0-1,1 1,0-1,0 1,0 0,0 0,0-1,1 1,-1 0,1 0,0 0,1-1,-1 1,0 0,1 0,0-1,0 1,0 0,1-1,-1 1,1-1,0 1,0-1,0 0,0 0,0 0,1 0,-1 0,1 0,0-1,0 1,0-1,0 0,0 0,1 0,0 0,2 0,0-1,-1 0,1 0,0 0,0-1,0 0,0 0,0 0,-1-1,1 0,0 0,0-1,-1 1,1-1,-1 0,1-1,-1 1,0-1,0 0,0-1,0 1,-1-1,1 0,-1 0,0 0,0-1,0 1,-1-1,0 0,0 0,0 0,0-1,-1 1,0-1,2-5,0-10,-3 15,-4 13,3-3,-1 1,0-1,1 1,0-1,0 1,0-1,0 0,1 1,0-1,0 1,0-1,0 0,1 1,0-1,0 0,0 0,0 0,0-1,1 1,0 0,0-1,0 0,0 1,0-1,1 0,8 6,0 0,0 0,1-1,-1-1,2 0,-1-1,3 1,56 17,-1-4</inkml:trace>
  <inkml:trace contextRef="#ctx0" brushRef="#br0" timeOffset="40474.994">7945 9227,'-13'248,"12"-163,-4 1,-8 33,12-111,1-1,-1 1,0-1,0 0,-1 0,0 0,0 0,0 0,-1 0,0-1,0 1,-1-1,0 0,0 0,-1 0,-3 4,7-10,0 1,0-1,0 1,0-1,0 0,0 0,0 1,0-1,0 0,0 0,0 0,0 0,0 0,0 0,0 0,0-1,0 1,0 0,0 0,0-1,1 1,-1-1,0 1,0-1,0 1,0-1,0 1,1-1,-1 0,0 1,1-1,-1 0,0 0,1 0,-1 0,1 1,-1-1,1 0,0 0,-1-1,-15-40,8-3,1-1,3 1,2-1,3-46,-1 90,-1-31,2-1,2 0,1 1,1 0,2 0,4-13,-10 42,0 0,0 0,0 1,1-1,-1 0,1 0,0 1,0-1,0 1,0-1,1 1,0 0,-1 0,1 0,0 0,0 1,1-1,-1 1,1 0,-1-1,1 2,-1-1,1 0,0 1,0 0,0 0,0 0,0 0,0 0,0 1,0 0,0 0,0 0,0 0,1 1,-1 0,0 0,0 0,-1 0,3 1,2 4,1 0,-1 0,-1 1,1 1,-1-1,0 1,-1 0,0 1,0-1,-1 1,0 0,0 1,-1-1,-1 1,1 0,-2 0,1 3,-2-10,0 1,-1-1,1 0,-1 1,0-1,0 0,0 1,-1-1,1 0,-1 1,0-1,0 0,0 0,0 0,-1 1,1-1,-1-1,0 1,1 0,-1 0,-1-1,1 1,0-1,-1 1,1-1,-1 0,1 0,-1 0,0-1,0 1,0 0,0-1,0 0,-1 0,1 0,0 0,0-1,-1 1,1-1,-1 0,-51 2,34-6</inkml:trace>
  <inkml:trace contextRef="#ctx0" brushRef="#br0" timeOffset="41029.406">8159 9441,'9'-15,"0"0,-2-1,0 0,-1 0,0-1,-1 0,-1 0,-1 0,0 0,-1-1,-1 1,-1-1,-1 1,0-1,-1 1,-1 0,-2-9,-7-4,8 39,6-4,2 0,-1 0,0 0,1 0,0-1,0 1,1-1,-1 0,1 0,0-1,0 1,0-1,0 0,1-1,-1 1,1-1,0 0,2 0,212 75,-217-76,0-1,0 2,-1-1,1 0,0 1,-1-1,1 1,-1 0,0 0,1 0,-1 0,0 0,0 0,0 1,-1-1,1 0,0 1,-1 0,0-1,1 1,-1 0,0 0,-1 0,1 0,0 0,-1 0,0 0,1 0,-1 0,-1 0,1 0,0 0,-1 0,0 2,-20 79,21-83,0 1,0-1,0 1,1-1,-1 0,1 1,-1-1,1 0,-1 1,1-1,0 0,0 0,-1 1,1-1,0 0,0 0,0 0,0 0,1 0,-1 0,0-1,0 1,1 0,-1-1,0 1,0-1,1 1,-1-1,1 1,-1-1,1 0,-1 0,0 0,1 0,52 0,-41-3,0-1,0 0,0 0,0-2,-1 1,0-2,0 1,-1-2,0 0,0 0,-1-1,0 0,0 0,-1-1,0-1,-1 0,0 0,-1 0,0-1,-1 0,2-5,-1 0,-23 40,11-11,0 1,1 0,0 1,1-1,0 1,1 0,0 9,2-19,0 0,0 0,0 0,0 0,0 0,1 0,0 0,0 0,0 0,0 0,1 0,-1-1,1 1,0 0,0-1,0 0,1 1,-1-1,1 0,-1 0,1-1,0 1,0 0,1-1,-1 0,0 0,1 0,1 1,18 2,-2-4</inkml:trace>
  <inkml:trace contextRef="#ctx0" brushRef="#br0" timeOffset="41465.92">8814 8960,'98'85,"-72"-65,-1 1,-1 1,-1 1,0 2,0 2,-17-17,0 0,0 1,-1-1,-1 1,0 0,0 1,-1-1,0 0,-1 1,-1 0,1-1,-2 1,0 0,-1 5,1-16,0 1,-1-1,1 0,0 1,0-1,0 1,0-1,0 1,0-1,1 1,-1-1,0 1,1-1,-1 0,1 1,-1-1,1 0,0 1,-1-1,1 0,0 0,0 0,0 0,0 0,0 0,0 0,0 0,1 0,-1 0,0 0,0-1,1 1,-1 0,0-1,1 1,-1-1,1 0,-1 1,0-1,1 0,0 0,7-1,0-1,0-1,0 0,-1 0,1 0,-1-1,1 0,-2-1,1 0,0 0,-1-1,0 1,0-2,0 1,-1-1,0 0,4-7,2-13,-25 35,10-5,1 0,0 0,0 1,0-1,0 1,0-1,1 1,0 0,-1 0,2-1,-1 1,0 0,1 0,-1 0,1 0,0 0,1 0,-1 0,1 0,-1 0,1 0,1-1,-1 1,0 0,1 0,0-1,-1 1,2-1,-1 0,0 0,1 1,-1-1,1-1,0 1,0 0,0-1,0 1,0-1,2 1,82 33,-41-24</inkml:trace>
  <inkml:trace contextRef="#ctx0" brushRef="#br0" timeOffset="42101.55">10164 8840,'-14'-4,"-1"1,0 0,1 2,-1-1,0 2,0 0,0 1,0 0,-8 3,17-3,1 0,-1 1,1 0,0 0,0 0,-1 0,1 1,1 0,-1 0,0 1,1-1,-1 1,1 0,0 0,1 0,-1 1,1-1,0 1,0 0,0 0,0 0,1 0,0 0,0 1,0-1,1 2,0 14,1 0,0-1,2 1,1-1,0 1,1-1,2 0,0 0,1-1,0 0,2 0,0-1,2 0,0 0,2 1,11 20,-14-24,-1 0,0 1,-1 0,0 0,-2 0,0 1,-1 0,3 12,-8-27,0 1,0-1,0 0,0 1,0-1,0 0,-1 0,1 1,-1-1,0 0,1 0,-1 0,0 1,0-1,-1 0,1 0,0-1,-1 1,1 0,-1 0,1-1,-1 1,0-1,0 1,1-1,-1 0,0 1,0-1,-1 0,1 0,0-1,0 1,0 0,-1-1,1 1,0-1,0 0,-1 0,1 0,0 0,-1 0,1 0,0-1,0 1,-1-1,1 0,0 1,0-1,0 0,0 0,0-1,0 1,0 0,0-1,0 1,0-1,1 1,-1-1,1 0,-1 0,1 1,0-1,0 0,0 0,0-1,0 1,0-1,1-5,1-1,0 0,0 1,1-1,0 1,1-1,-1 1,2 0,-1 0,1 0,1 1,-1-1,1 1,0 0,5-5,-1 1,45-68,-17 29,-2-1,-3-1,-2-2,-3-1,-1-4,-23 52,-1 4,0-1,-1 1,1-1,-1 1,0-1,0 0,0 1,-1-1,1 0,-1 0,0 0,0 0,0 1,0-1,-1 0,0 0,1 1,-3-4,2 6,0 0,0 1,-1-1,1 1,0-1,-1 1,1 0,-1-1,1 1,-1 0,1 0,0 0,-1 0,1 0,-1 0,1 1,-1-1,1 0,0 1,-1-1,1 1,0-1,-1 1,1 0,0-1,0 1,0 0,-1 0,1 0,0 0,0 0,0 0,1 0,-1 1,0-1,0 0,0 1,-8 12,1 1,0 0,0 0,2 1,0 0,1 1,0-1,2 1,0 0,1 0,0 0,1 0,1 0,1 1,0 15,2 0,1 0,2 0,1-1,1 1,2-2,1 1,2-2,0 0,3 0,0-1,7 6,7-1,-30-33,1 0,-1-1,1 0,0 1,-1-1,1 1,0-1,-1 0,1 1,0-1,-1 0,1 0,0 0,0 1,-1-1,1 0,0 0,0 0,0 0,-1 0,1-1,0 1,0 0,-1 0,1 0,0-1,-1 1,1 0,0-1,-1 1,1 0,0-1,-1 1,1-1,-1 1,1-1,0 0,-1 1,0-1,1 1,-1-1,1 0,-1 1,0-1,1 0,-1 0,0 1,0-1,0 0,1 1,-1-1,5-19</inkml:trace>
  <inkml:trace contextRef="#ctx0" brushRef="#br0" timeOffset="42530.784">10192 9093,'43'14,"1"-3,1-1,0-2,0-3,35 1,11-4,-89-1,0 0,1-1,-1 1,0 0,0 0,0 0,0 0,0 1,-1-1,1 0,0 1,-1 0,1-1,0 1,-1 0,0 0,1-1,-1 1,0 0,0 0,10 13,31 26,-35-37,0 1,-1 0,1 0,-1 0,0 1,-1 0,1 0,-1 1,0-1,-1 1,1 0,-1 0,-1 1,0-1,0 1,0 0,-1 0,0 0,0 0,-1 0,0 0,-1 0,1 1,-2-1,0 4,-4 1,-1 0,0-1,-1 1,0-2,-1 1,-1-1,1 0,-11 9,-10 14,28-33,0 0,0 0,0 0,-1 0,1 0,0 1,0-1,0 0,0 1,0-1,0 0,1 1,-1-1,0 1,1-1,-1 1,1-1,-1 1,1 0,0-1,0 1,0-1,-1 1,2 0,-1-1,0 1,0 0,0-1,1 1,-1-1,1 1,0-1,-1 1,1-1,0 1,0 0,6 1,0 0,0 0,0-1,0 1,1-2,-1 1,1-1,-1 0,1 0,0-1,-1 0,1-1,2 0,0 1,28-2,0-2,1-2,-2-1,9-4,13-5</inkml:trace>
  <inkml:trace contextRef="#ctx0" brushRef="#br0" timeOffset="46019.016">313 10403,'-17'-8,"1"1,-1 1,-1 0,1 1,-1 1,0 1,-11-1,22 3,0 0,0 1,0 0,1 1,-1-1,0 1,0 0,0 1,1 0,-1 0,1 0,-1 1,1 0,0 0,0 1,0-1,1 1,-1 1,1-1,0 1,-1 1,3-3,1 0,0 0,0 0,0 0,0 1,0-1,0 1,1-1,0 1,0 0,0-1,0 1,0 0,1 0,0 0,0 0,0-1,0 1,0 0,1 0,0 0,0 0,0-1,0 1,0 0,1-1,0 1,-1-1,1 0,1 0,-1 1,0-1,3 1,2 5,1-1,1-1,-1 1,1-1,0-1,1 0,-1 0,1-1,1 0,-1-1,3 1,12 2,0 0,0-2,0-1,1-1,0-1,0-1,-1-1,1-1,0-2,-1 0,1-2,-1-1,0-1,-1-1,14-6,-34 12,0 0,-1 1,1-1,0-1,0 1,-1-1,1 1,-1-1,0 0,0 0,0 0,0-1,-1 1,1-1,-1 1,0-1,0 0,2-4,-14 22,9-11,0 0,0 1,0-1,0 0,0 1,0-1,1 0,0 1,0-1,0 1,0-1,0 0,1 1,-1-1,1 1,0-1,0 0,0 0,1 1,-1-1,1 0,0 0,0-1,0 1,0 0,0 0,0-1,1 0,-1 1,1-1,0 0,0 0,0 0,0-1,0 1,0-1,0 1,0-1,0 0,1 0,-1-1,1 1,-1-1,0 0,1 1,-1-2,1 1,-1 0,1-1,-1 1,0-1,1 0,-1 0,1-1,0-1,0 0,0 0,0 0,0 0,-1 0,0-1,0 1,0-1,0 0,0 0,-1 0,1 0,-1-1,0 1,-1-1,1 1,-1-1,0 0,0 1,0-1,-1 0,1 0,-1 1,-1-1,1 0,0 0,-1 0,0 1,0-1,-1 0,1 1,-1-1,0 1,0 0,-1 0,1-1,-1 1,0 1,0-1,0 0,0 1,-1 0,-1-2,-4-2,0 1,-1 0,0 1,1 0,-2 1,1-1,0 2,-1 0,0 0,0 1,0 0,0 1,0 0,-5 1,14-1,1 1,0 0,0-1,0 1,0 0,0 0,0 0,-1 0,1 0,0 0,0 0,0 0,0 0,0 1,0-1,-1 0,1 1,0-1,0 1,0-1,0 1,0-1,0 1,1 0,-1 0,0-1,0 1,0 0,1 0,-1 0,0 0,1 0,-1 0,1 0,-1 0,1 1,4 1,2-1,-1 1,0-1,0 0,1 0,-1 0,1-1,0 1,-1-2,1 1,0 0,0-1,2 0,6 1,307 8,-217 13,-100-21,0 1,0 0,0 0,-1 0,1 1,-1-1,1 1,-1 0,0 0,0 0,0 0,-1 0,1 1,-1-1,0 1,1 0,-2-1,1 1,0 0,-1 0,0 0,0 1,0 0,-1 65,1-68,0-1,0 0,0 1,1-1,-1 0,0 0,0 0,1 0,-1 0,1 0,-1 0,1 0,-1-1,1 1,0-1,-1 1,1-1,-1 1,1-1,0 0,0 0,-1 0,1 0,0 0,-1 0,1 0,0-1,-1 1,1-1,0 1,-1-1,1 1,-1-1,1 0,13-4,-1-1,0-1,0 0,-1-1,0 0,0-1,-1 0,0-1,-1 0,0-1,0 0,-1-1,-1 0,0-1,5-10,-1-7,-22 43,7-6,-1 0,1 0,0 0,1 0,0 1,0-1,0 0,1 1,0-1,1 0,0 1,0-1,0 0,1 0,0 1,0-1,1-1,0 1,0 0,0-1,1 1,0-1,1 0,-1 0,1-1,0 0,3 3,4 0,-1-1,1-1,0 0,1-1,-1 0,1-1,0 0,0-1,1 0,7 0,30 3</inkml:trace>
  <inkml:trace contextRef="#ctx0" brushRef="#br0" timeOffset="46498.996">1944 10403,'-14'-2,"-1"1,1 0,0 0,0 2,0 0,0 0,0 1,0 1,0 1,0 0,1 0,0 2,0-1,0 2,-5 3,17-10,-1 1,1-1,0 1,0 0,-1 0,1 0,0-1,0 1,0 0,0 0,0 1,0-1,0 0,0 0,0 0,0 1,1-1,-1 0,1 1,-1-1,1 1,-1-1,1 0,0 1,0-1,-1 1,1-1,0 1,0-1,1 1,-1-1,0 1,0-1,1 1,-1-1,1 0,-1 1,1-1,0 0,-1 1,1-1,0 0,0 0,0 0,0 0,0 1,0-1,0-1,0 1,1 0,-1 0,0 0,1-1,-1 1,1 0,222 89,-223-89,1-1,0 1,0 0,-1 0,1 0,0 0,-1 0,1 0,-1 0,1 1,-1-1,0 0,1 1,-1-1,0 1,0-1,0 1,0 0,0-1,-1 1,1 0,0 0,-1 0,0 0,1-1,-1 1,0 0,0 0,0 0,0 0,0 0,0 0,0 0,-1 0,1-1,-1 1,1 0,-1 0,0-1,0 1,0 0,0-1,-1 2,-3 2,-1-1,0 0,0 0,0 0,0-1,-1 0,1 0,-1-1,0 0,0 0,0 0,0-1,0 0,0 0,0-1,-6 0,12 0,0-1,0 1,1 0,-1 0,0 0,1-1,-1 1,0 0,1-1,-1 1,1-1,-1 1,0-1,1 1,-1-1,1 1,0-1,-1 1,1-1,-1 0,1 1,0-1,-1 0,1 1,0-1,0 0,0 1,-1-1,1 0,0 0,0 1,0-1,0 0,0 1,0-1,0 0,1 0,-1 1,0-1,0 0,1 1,-1-1,0 0,1 1,-1-1,0 0,1 1,-1-1,1 1,-1-1,1 1,-1-1,1 1,0-1,29-33,-12 18,0 1,1 0,1 2,0 0,1 1,0 2,1 0,0 1,1 1,1 0,-23 7,1 1,0-1,-1 0,1 1,0-1,0 1,0 0,0-1,0 1,-1 0,1 0,0 0,0 1,0-1,0 0,0 1,-1-1,1 1,0-1,0 1,-1 0,1 0,0 0,-1 0,1 0,-1 0,1 0,-1 1,0-1,1 0,-1 1,0-1,0 1,0 0,0-1,0 1,-1 0,1-1,0 1,-1 0,1 0,-1 0,0-1,1 2,1 167,-2-168,0 0,1 0,-1 0,0 0,1-1,-1 1,1 0,0 0,0 0,-1-1,1 1,0-1,0 1,1 0,-1-1,0 0,0 1,1-1,-1 0,1 0,-1 1,1-1,0 0,-1-1,1 1,0 0,-1 0,1-1,0 1,0-1,0 1,0-1,0 0,0 0,-1 0,3 0,11-4</inkml:trace>
  <inkml:trace contextRef="#ctx0" brushRef="#br0" timeOffset="46751.36">2264 10243,'-9'18,"1"13,12 8,5-2</inkml:trace>
  <inkml:trace contextRef="#ctx0" brushRef="#br0" timeOffset="48135">2638 10551,'-23'-11,"0"2,-1 0,0 2,-1 1,-20-3,39 8,-1 0,1 1,0 0,0 0,-1 0,1 1,0 0,0 0,0 0,0 1,0 0,0 0,0 1,1-1,-1 1,1 0,0 1,0-1,0 1,0 0,0 1,1-1,0 1,0 0,-3 4,5-6,-1 0,1 1,0-1,0 1,0 0,0-1,1 1,-1 0,1 0,0 0,0 0,1 0,-1 0,1 0,0 0,0 0,0 0,0 1,1-1,0 0,0 0,0 0,0 0,1-1,-1 1,1 0,0-1,0 1,0-1,1 1,-1-1,1 0,0 0,0 0,0 0,0-1,0 1,0-1,1 0,3 2,5-1,1 0,0 0,0-1,0-1,0 0,0-1,0-1,0 0,0 0,0-1,0-1,0 0,-1-1,1-1,-1 0,0 0,-1-1,1 0,3-4,-4 3,0 0,0 0,-1-1,0 0,-1-1,0 0,0-1,-1 0,0 0,-1-1,0 0,-1 0,0 0,0-1,-2 0,1 0,-2-1,1 1,-2-1,1 1,-2-1,0 0,0 0,-2-10,1 11,0-1,-1 0,0 1,-1-1,0 1,-1 0,-1-1,0 2,0-1,-1 0,-1 1,-5-9,10 19,1 0,-1 0,0 0,0 0,0 0,0 0,0 1,1-1,-2 0,1 0,0 1,0-1,0 1,0-1,0 1,0 0,0-1,-1 1,1 0,0 0,0 0,0 0,-1 0,1 0,0 0,0 0,-1 0,1 1,0-1,0 0,0 1,0-1,0 1,0-1,0 1,-1 0,1-1,1 1,-1 0,0 0,0 0,0-1,0 1,1 0,-1 1,-29 51,22-26,1 1,0-1,3 2,0-1,2 0,0 1,4 26,-2-44,1 1,1-1,-1 0,2 1,0-1,0 0,1-1,0 1,1-1,0 1,1-1,0-1,0 1,1-1,1 0,-1-1,1 0,1 0,-1 0,1-1,1-1,-1 0,1 0,6 2,-7-3,1-1,0 0,-1-1,1 0,1-1,-1 0,0 0,0-1,1-1,-1 1,0-2,1 1,-1-2,0 1,1-1,-1-1,0 0,-1 0,1-1,0 0,-1-1,0 0,0 0,-1-1,1 0,-1-1,0 0,-1 0,0-1,0 1,-1-1,0-1,0 0,0 1,-1-3,-2 5,0 1,0-1,-1 1,0-1,0 0,-1 0,0 0,0 0,0 0,-1 0,1 0,-1 0,-1-6,0 12,1-1,0 0,-1 1,1-1,0 0,-1 1,1-1,-1 1,1-1,-1 1,0-1,1 1,-1-1,1 1,-1-1,0 1,1 0,-1-1,0 1,1 0,-1 0,0-1,0 1,1 0,-1 0,0 0,0 0,1 0,-1 0,0 0,0 0,1 1,-1-1,0 0,0 0,1 0,-1 1,0-1,1 1,-1-1,1 0,-1 1,0-1,1 1,-1-1,1 1,-1-1,1 1,-1 0,1-1,0 1,-1 0,1-1,0 1,-1 0,1-1,0 1,0 0,0 0,-1-1,1 2,-4 5,0 1,1-1,-1 1,2 1,-1-1,1 0,0 0,1 1,0-1,0 1,1 0,0-1,0 1,1-1,0 1,1-1,0 1,0-1,0 0,1 0,1 0,-1 0,2 0,0 0,-2-4,0 0,1 0,-1 0,1-1,0 1,0-1,0 0,1 0,-1 0,1-1,0 0,-1 0,1 0,0 0,0-1,0 0,1 0,-1 0,0-1,0 1,0-1,1 0,-1-1,0 0,0 1,0-1,0-1,0 1,0-1,0 0,0 0,0-1,-1 1,0-1,1 0,-1 0,0 0,0-1,0 0,-1 1,1-1,-1 0,2-5,1-3,-1 0,-1-1,0 0,-1 0,-1 0,0 0,0 0,-1 0,-1-1,0-1,1-17,-1 31,0 0,0-1,0 1,0 0,0-1,0 1,0 0,1-1,-1 1,0 0,1-1,-1 1,1 0,0 0,-1 0,1 0,0-1,0 1,0 0,-1 0,1 0,0 1,0-1,1 0,-1 0,0 0,0 1,0-1,0 1,1-1,-1 1,0-1,0 1,1 0,-1-1,0 1,1 0,-1 0,0 0,1 0,-1 0,0 1,1-1,-1 0,0 1,1-1,-1 0,0 1,0 0,1-1,-1 1,0 0,0-1,0 2,163 57,-160-57,-1-1,1 0,-1 1,0 0,1 0,-1 0,0 0,0 0,0 1,-1 0,1-1,-1 1,1 0,-1 0,0 0,0 0,0 1,-1-1,1 0,-1 1,0-1,1 1,-2 0,1-1,0 1,-1 0,0-1,0 1,0 0,0 0,0-1,-1 1,0 0,-17 49,14-46,1 0,0 1,0-1,1 1,0-1,0 1,1 0,0 0,0 0,1 0,2-4,-1-1,1 1,0-1,0 1,0-1,1 0,-1 0,1 0,0 0,0-1,0 1,0-1,0 0,0 0,1 0,-1 0,1 0,-1-1,1 1,0-1,0 0,-1 0,1-1,0 1,0-1,0 0,0 0,0 0,0 0,0-1,33 4,-1-2,1-2,-1-1,0-1,0-3,0-1,-1-1,0-2,25-11,-50 18,-1-1,0 0,0-1,0 0,0 0,-1-1,0 0,0 0,0-1,-1 0,0 0,0-1,-1 0,0 0,0 0,2-7,-7 13,0 0,-1 1,1-1,-1 1,1-1,-1 0,0 1,0-1,1 0,-1 0,0 1,-1-1,1 0,0 1,0-1,-1 0,1 1,-1-1,1 0,-1 1,0-1,0 1,1-1,-1 1,0 0,-1-1,1 1,0 0,0 0,0-1,-1 1,1 0,0 0,-1 0,1 1,-1-1,0 0,1 1,-1-1,1 1,-1-1,0 1,-4-2,0 1,0 0,0 1,0-1,0 1,-1 0,1 1,0-1,0 1,0 1,-3 0,1 1,-1 0,1 1,0 0,1 0,-1 1,1 0,0 0,0 1,0 0,1 0,0 0,0 1,1 0,0 0,0 0,0 1,1 0,0 0,1 0,0 0,-2 7,5-14,0 1,0 0,0 0,0-1,0 1,0 0,0-1,1 1,-1 0,1-1,-1 1,1-1,-1 1,1 0,0-1,0 0,0 1,0-1,0 0,0 1,0-1,1 0,-1 0,0 0,1 0,-1 0,1 0,-1 0,1 0,-1-1,1 1,-1-1,1 1,0-1,-1 0,1 1,0-1,0 0,-1 0,1 0,0 0,0-1,73-10,-62 6,-1 0,-1-2,1 1,-1-1,0-1,0 0,-1 0,0-1,-1-1,0 0,5-7,5 1,-9 34,-10 15,-2-30,1 1,1 0,-1 0,0-1,1 1,0 0,0 0,0 0,0 0,1 0,-1-1,1 1,0 0,0 0,1-1,-1 1,1-1,-1 1,1-1,0 0,1 0,-1 1,0-1,1-1,0 1,0 0,0-1,0 1,0-1,0 0,0 0,1 0,-1-1,2 1,8-1,-1-2,1 1,-1-2,1 0,-1 0,0-1,0-1,0 0,-1 0,1-2,-1 1,0-1,0-1,-1 0,0 0,0-1,-1 0,0-1,0 0,1-2,7-12,-1-1,-1 0,-1-1,-1 0,-1-1,-1-1,-1 0,-2 0,-1-1,-1 0,-1 0,-2 0,0-1,-2 1,-2-13,1 38,1-13,0 0,-1-1,-1 1,-1 0,0 0,-1 0,0 0,-5-10,8 25,0 0,0 0,0-1,0 1,0 0,-1 0,1 0,0-1,-1 1,1 0,-1 0,1 0,-1 0,0 0,1 0,-1 0,0 0,0 0,0 0,0 0,0 1,0-1,0 0,0 1,0-1,0 0,0 1,0 0,0-1,0 1,0-1,-1 1,1 0,0 0,0 0,-1 0,1 0,0 0,0 0,0 0,-1 0,1 1,0-1,0 0,0 1,0-1,-1 1,1-1,0 1,0 0,0-1,0 2,-5 8,0 0,0 0,1 1,1 0,0 0,1 0,0 0,0 1,0 8,0-7,-4 15,2 0,0 0,2 0,1 1,2-1,0 1,2-1,1 1,2-1,0 0,2-1,1 1,1-1,1-1,2 0,0 0,2-1,1-1,6 8,-12-20,1 0,1-1,0 0,0 0,1-1,1-1,0 0,4 2,-16-10,0 0,1 0,-1 0,1 0,-1 0,1 0,-1 0,1-1,-1 1,1-1,0 1,-1-1,1 1,0-1,0 0,-1 0,1 0,0 0,-1 0,1-1,0 1,0 0,-1-1,1 1,-1-1,1 0,0 1,-1-1,1 0,-1 0,1 0,-1 0,0 0,0 0,1-1,-1 1,0 0,0-1,0 1,0 0,0-1,6-26,-5-3</inkml:trace>
  <inkml:trace contextRef="#ctx0" brushRef="#br0" timeOffset="48415.278">4457 10403,'-14'-13,"0"-6,12 2,20 6,24 8,29 8,22 8,18 3,-10 0</inkml:trace>
  <inkml:trace contextRef="#ctx0" brushRef="#br0" timeOffset="48641.811">5352 10938,'17'-9,"-1"-1,0 0,-1-1,0-1,-1 0,0-1,-1-1,0 0,-2-1,1 0,-2 0,0-1,1-5,-9 20,-1 0,0-1,0 1,-1-1,1 1,0-1,0 1,-1-1,1 0,-1 1,1-1,-1 0,0 1,0-1,0 0,0 0,0 1,0-1,0 0,0 0,-1 1,1-1,-1 0,1 1,-1-1,0 1,0-1,1 1,-1-1,0 1,0-1,0 1,-1 0,1 0,0-1,0 1,-1 0,1 0,-1 0,1 0,-1 1,1-1,-1 0,0 1,1-1,-1 1,0-1,1 1,-1 0,0 0,1-1,-1 1,-6 2,0 0,0 0,0 0,0 1,1 0,-1 0,1 1,0 0,0 0,0 1,1 0,-1 0,1 1,0-1,1 1,0 1,0-1,0 1,0 0,1 0,0 0,1 0,0 1,0 0,0-1,1 1,0 0,1 2,0-5,0-1,1 1,-1 0,1-1,1 1,-1-1,0 1,1 0,0-1,0 1,1-1,-1 0,1 1,0-1,0 0,0 0,0 0,1 0,0-1,0 1,0-1,0 1,0-1,1 0,1 1,3 1,0 0,0 0,1-1,0 0,-1-1,1 1,1-2,-1 1,0-1,1-1,7 1,23-1</inkml:trace>
  <inkml:trace contextRef="#ctx0" brushRef="#br0" timeOffset="48949.408">5726 10751,'-2'9,"0"0,1 1,0-1,1 1,0-1,0 1,1-1,1 1,-1-1,1 1,1-1,0 0,0 0,1 0,0-1,0 1,1-1,0 0,1 0,-1-1,2 0,-1 0,1 0,0 0,4 1,-7-4,1 0,1-1,-1 0,0 0,1 0,0-1,-1 0,1 0,0 0,0-1,0 0,0 0,0 0,1-1,-1 0,0 0,0-1,0 1,0-2,0 1,0 0,0-1,0 0,0-1,-1 1,1-1,-1 0,0 0,0-1,0 1,0-1,0-1,3-3,0-5,-1 0,0-1,0 0,-2 0,0 0,0-1,-1 0,-1 0,-1 0,1-13,10-40,-9 65,-3 12</inkml:trace>
  <inkml:trace contextRef="#ctx0" brushRef="#br0" timeOffset="49785.776">6154 10978,'17'1,"-1"-1,0-1,1-1,-1 0,0-1,0 0,0-2,-1 0,1 0,-1-2,0 1,-1-2,0 0,0-1,-1-1,0 0,0 0,9-12,-19 20,-1-1,1 0,-1 1,0-1,0 0,0 0,-1 0,1 0,-1 0,0 0,1 0,-1-1,-1 1,1 0,0-1,-1 1,0-1,0 1,0 0,0-1,0 1,-1-1,1 1,-1 0,0-1,0 1,0 0,-1 0,1 0,-1 0,0 0,0 0,0 0,0 0,0 1,0-1,-1 1,1 0,-1-1,0 1,0 0,0 1,0-1,-2 0,-1 1,1-1,0 1,-1 1,1-1,-1 1,1 0,-1 0,1 1,-1-1,1 1,0 0,-1 1,1-1,0 1,0 0,0 1,0-1,0 1,1 0,-1 0,1 0,-1 1,1 0,0-1,1 1,-1 1,1-1,0 0,-1 3,0-2,1 0,-1 1,1-1,0 1,1 0,0 0,0 0,0 0,0 0,1 0,0 1,0-1,1 0,0 1,0-1,1 0,-1 1,1-1,0 0,1 0,0 0,0 0,0 0,1 0,0 0,1 1,4 2,0-1,1 0,-1-1,2 0,-1-1,1 1,0-2,1 1,-1-2,1 1,0-1,0-1,0 0,0-1,1 0,-1 0,1-1,0-1,-1 0,1-1,-1 0,1 0,-1-1,0-1,1 0,-1-1,0 0,9-5,-12 5,0 0,-1-1,1 0,-1 0,0-1,0 0,-1 0,0-1,0 1,0-2,-1 1,0 0,-1-1,1 0,-1 0,-1 0,0-1,0 1,0-1,-1 0,0 1,-1-1,0 0,-1-9,0 18,-1 0,1 0,-1 0,0 0,1 0,-1 0,1 0,-1 0,0 0,1 1,-1-1,1 0,-1 0,0 0,1 1,-1-1,1 0,-1 1,1-1,-1 1,1-1,0 0,-1 1,1-1,-1 1,1-1,0 1,-1 0,1-1,0 1,0-1,-1 1,1-1,0 1,0 0,0-1,0 1,0-1,0 1,0 0,0-1,0 1,0 0,0 0,-3 9,0 1,0 0,1 0,1 0,0 0,0 0,1 0,0 0,2 6,-1-12,-1-1,1 1,1-1,-1 0,0 1,1-1,0 0,0 0,1 0,-1 0,1 0,0-1,-1 1,2-1,-1 0,0 0,1 0,-1 0,1 0,0-1,0 0,0 0,0 0,2 1,1-1,1 0,0-1,-1 1,1-1,0-1,0 1,-1-2,1 1,0-1,0 0,-1 0,1-1,0 0,-1-1,0 1,1-1,-1-1,-1 0,1 0,0 0,-1 0,0-1,0 0,0-1,-1 1,1-1,-1 0,-1 0,1-1,-1 0,0 1,-1-1,0 0,0-1,0 1,-1-1,0 1,0-1,1-8,0-2,-2 25,-1 3,6 115,-6-121,2 1,-1-1,0 0,1 0,0 0,0 0,0 0,0-1,1 1,-1 0,1-1,0 0,0 0,0 0,1 0,-1 0,1-1,-1 1,1-1,0 0,0 0,0 0,0-1,0 1,0-1,1 0,0 0,2 0,-1-1,1 1,0-1,0-1,0 1,0-1,0 0,-1-1,1 1,0-1,-1-1,0 1,1-1,-1-1,0 1,0-1,-1 0,1 0,2-3,89-101,-78 83,-3 12,-11 23,-10 34,3-36,-1 12,0-9,1 1,0-1,1 1,0 0,0 0,1-1,1 1,0 0,1 0,0-1,4 12,-5-21,-1-1,1 1,0 0,-1-1,1 1,0-1,0 0,0 1,0-1,0 0,0 1,1-1,-1 0,0 0,1 0,-1 0,1 0,-1-1,1 1,-1 0,1-1,-1 1,1-1,0 1,-1-1,1 0,0 1,-1-1,1 0,0 0,-1-1,3 1,9-6</inkml:trace>
  <inkml:trace contextRef="#ctx0" brushRef="#br0" timeOffset="50990.67">7303 10551,'148'195,"-131"-166,0 0,-2 1,-2 1,0 1,-2-1,0 10,-10-35,-1-1,1 1,0-1,1 0,-1 1,1-1,0 0,1 0,-1 0,1 0,0-1,0 1,0-1,1 0,-1 1,1-2,0 1,1 0,-1-1,0 0,1 0,0 0,0 0,0-1,0 0,0 0,0 0,5 0,2-3,1 0,-1-1,1-1,-1 0,0-1,0 0,0-1,-1 0,0-1,0 0,0-1,-1 0,0-1,0 0,-1-1,0 1,0-2,-1 1,0-1,-1-1,16-26,-51 105,27-64,0 0,0 0,0 1,1-1,-1 1,1-1,0 1,0-1,1 0,0 1,-1-1,1 0,1 1,-1-1,0 0,1 0,0 0,0 0,0 0,1 0,0-1,-1 1,1-1,0 0,0 1,1-1,-1-1,1 1,-1 0,1-1,0 0,0 0,0 0,0 0,0-1,1 0,-1 1,6-1,1-1,-1 1,0-2,0 1,0-1,0-1,0 0,0 0,-1-1,1 0,0-1,-1 0,0 0,0-1,-1 0,1-1,-1 0,0 0,0-1,-1 0,0 0,0-1,-1 0,0 0,0 0,-1-1,3-6,-22 95,12-76,1 0,0-1,0 1,1 0,-1 0,1 0,0 0,0 0,0 0,1 0,-1-1,1 1,0 0,0 0,0 0,1-1,-1 1,1-1,0 1,0-1,0 0,0 1,0-1,1 0,0-1,0 1,-1 0,1-1,1 1,-1-1,0 0,1 0,-1-1,1 1,-1-1,1 1,2-1,5 0,1-1,0 0,0 0,0-2,0 0,-1 0,1-1,-1 0,1-1,-1 0,0-1,-1 0,1-1,-1 0,0 0,-1-1,1-1,-1 1,-1-2,1 1,-2-1,1-1,-1-2,-1 0,0 0,0-1,-2 1,1-1,-2-1,0 1,0 0,-1-1,-1 1,0-1,-1-3,14-87,36-36,-40 114,-1 1,0-2,-2 1,-2-1,0 0,-1 0,-2 0,-1-1,-1 1,-1-2,-1 14,-3 32,2-3,-25 96,12-58,2 1,2 1,2-1,3 2,2-1,3 1,2 0,4 14,-2-53,1-1,1 1,0-1,1 0,0-1,2 1,0-1,0 0,1-1,1 0,0 0,1-1,0 0,1 0,0-1,1-1,0 0,1-1,0 0,0-1,1 0,12 4,-22-9,0-2,0 1,0 0,0-1,0 0,1 0,-1 0,0-1,1 1,-1-1,1 0,-1-1,0 1,1-1,-1 1,0-1,1-1,-1 1,0 0,0-1,0 0,0 0,0 0,0-1,-1 1,1-1,-1 0,0 0,0 0,0 0,0-1,0 1,1-4,11-24</inkml:trace>
  <inkml:trace contextRef="#ctx0" brushRef="#br0" timeOffset="51191.759">8374 10684,'0'-14,"9"-6,19-2,22 2,24 5,20 7,16 7,13 9,5 7,-19 1</inkml:trace>
  <inkml:trace contextRef="#ctx0" brushRef="#br0" timeOffset="51785.5">9550 11005,'13'-2,"17"-1,14 0,15 0,12 2,7 2,2 4,-4 3,-13 2,-14 3,-18 0,-14-1</inkml:trace>
  <inkml:trace contextRef="#ctx0" brushRef="#br0" timeOffset="51955.046">9617 11219,'18'2,"17"3,17 1,17 0,14-2,5-1,2-4,-3-4,-7-7,-18-3</inkml:trace>
  <inkml:trace contextRef="#ctx0" brushRef="#br0" timeOffset="52188.428">10258 10817,'-28'-17,"54"37,15 6,-3-3,-2 1,0 2,-1 2,7 9,-33-28,-1-1,0 1,-1 0,0 1,0 0,-1 0,0 0,-1 1,0 0,-1 0,0 0,-1 0,0 1,-1 0,0-1,-1 1,0 0,-1 4,-1-5,0 0,-1-1,-1 1,0 0,0-1,-1 0,-1 0,0 0,0 0,0-1,-1 0,-1 0,0 0,0-1,0 0,-1 0,-1-1,-7 6,-13 8,-1-1,0-2,-1-1,-1-1,-3-1,-67 27</inkml:trace>
  <inkml:trace contextRef="#ctx0" brushRef="#br0" timeOffset="56952.1">553 11794,'20'-3,"0"0,0 2,0 1,0 0,0 2,2 0,-15-1,0 0,-1 1,1 0,-1 0,1 1,-1-1,0 1,0 1,0-1,-1 1,1 0,-1 0,0 1,0-1,0 1,-1 0,1 1,-1-1,2 5,0 3,-1 1,0-1,-1 1,0 0,-1 1,-1-1,0 1,-1-1,-1 1,0 9,0 4,0-27,0 0,-1 1,1-1,0 0,0 0,0 1,0-1,0 0,0 1,0-1,0 0,0 1,1-1,-1 0,1 0,-1 0,1 1,-1-1,1 0,-1 0,1 0,0 0,0 0,0 0,0 0,-1 0,1 0,0 0,0-1,1 1,-1 0,0-1,0 1,0-1,0 1,1-1,-1 1,0-1,0 0,1 0,-1 1,0-1,1 0,-1 0,0 0,0-1,2 1,5-4,0 1,0-2,0 1,-1-1,1 0,-1-1,0 0,-1 0,3-3,6-5,115-135,-130 150,0-1,0 1,0 0,0-1,0 1,0-1,1 1,-1-1,0 1,0 0,0-1,0 1,1-1,-1 1,0-1,1 1,-1-1,0 0,1 1,-1-1,1 1,-1-1,0 0,1 1,-1-1,1 0,-1 1,1-1,-1 0,1 0,-1 0,1 1,0-1,-1 0,1 0,-1 0,1 0,-1 0,1 0,0 0,-1 0,1 0,-1 0,1-1,-1 1,1 0,-1 0,1 0,-1-1,1 1,-1 0,1-1,-1 1,1 0,-1-1,1 1,-1 0,1-1,-1 3,1 4,0 0,0 0,0 0,1 0,0 0,0 0,1-1,0 1,0-1,0 0,0 0,1 0,0 0,0 0,0-1,1 0,-1 0,1 0,0 0,0-1,0 0,1 0,-1 0,1-1,-1 0,1 0,0 0,0-1,0 0,0 0,0 0,0-1,0 0,3 0,1-2,0-1,-1 0,1 0,-1-1,0 0,0-1,0 0,-1 0,1-1,-1 0,-1-1,1 0,-1 0,0 0,-1-1,0 0,0 0,0-1,-1 1,-1-1,1 0,-2-1,1 1,1-8,-4 14,6-13,-1 18,-3 39,-4-35,1 0,-1 1,1-1,0 0,1 0,-1 0,1 0,0 0,1 0,0 0,0 0,0-1,0 1,1 0,0-1,0 0,0 0,1 0,0 0,0 0,0-1,1 0,-1 0,1 0,0 0,0-1,0 0,4 2,-2-3,0-1,0 0,-1-1,1 1,0-1,0 0,0-1,0 0,0 0,0 0,0-1,-1 0,1-1,-1 1,1-1,-1 0,0-1,0 1,0-2,6-3,-1 0,0-1,0-1,-1 1,0-2,-1 1,0-1,-1-1,0 0,31-97,-40 116,0 0,0 1,1-1,0 0,0 0,1 0,-1 1,2-1,-1 0,1 0,0 0,0 0,1-1,0 1,0-1,1 1,0-1,0 0,0 0,1-1,-1 1,1-1,1 0,-1-1,1 1,0-1,0 0,0 0,0-1,1 0,-1 0,1 0,0-1,0 0,7 1,24-4,-5-6</inkml:trace>
  <inkml:trace contextRef="#ctx0" brushRef="#br0" timeOffset="57783.712">2170 11767,'0'28,"-2"-21,1 0,0 0,0 1,1-1,0 0,1 0,-1 1,1-1,1 0,-1 0,1 0,1 0,-1 0,1 0,0-1,1 1,-1-1,1 0,0 0,1 0,0-1,0 1,0-1,3 2,-1-4,1 0,-1-1,0 1,1-1,-1-1,1 0,0 0,0 0,-1-1,1 0,0-1,0 0,-1 0,1 0,0-1,-1 0,0-1,1 1,-1-2,0 1,0-1,-1 0,1 0,-1-1,0 1,0-1,0-1,-1 1,0-1,0 0,0-1,-1 1,0-1,0 1,-1-1,0 0,0-1,0 1,-1-1,0 1,0-2,0-8,-1 7,0 20,-1-3,0-1,1 0,0 1,0-1,0 0,1 0,0 0,0 0,0 0,1 0,0-1,0 1,1-1,-1 1,1-1,0-1,0 1,1 0,0-1,0 0,0 0,0-1,0 1,1-1,-1 0,1 0,0-1,0 0,0 0,0 0,3 0,5-1,-1-1,1 0,-1-1,1 0,-1-1,1 0,-1-1,0-1,0 0,0-1,-1 0,0-1,0-1,0 1,-1-2,0 0,0 0,-1-1,0 0,5-6,-11 11,-4 3,0 0,1 1,-1-1,0 0,1 1,-1-1,0 1,1-1,-1 0,1 1,-1-1,0 1,1-1,0 1,-1 0,1-1,-1 1,1-1,-1 1,1 0,0 0,-1-1,1 1,0 0,-1 0,1 0,0 0,-1-1,1 1,0 0,-1 0,1 1,0-1,-1 0,1 0,0 0,-1 0,1 1,0-1,-1 0,1 0,0 1,-1-1,1 0,-1 1,1-1,-1 1,1-1,-1 1,1-1,-1 1,1 0,0 2,1 3,0 1,1-1,-1 0,1 0,0 0,1 0,0 0,0-1,0 1,0-1,1 0,0-1,0 1,0-1,0 0,1 0,0-1,0 1,0-1,0-1,0 1,3 0,12 0,1 0,-1-1,0-2,1 0,-1-1,1-1,15-4,3 1,36 13,-74-8,-1 0,1 0,-1 0,1 0,-1 0,0-1,1 1,-1 0,1-1,-1 1,0-1,1 1,-1-1,0 0,0 1,1-1,-1 0,0 0,0 0,0 0,0 0,0 0,0 0,0 0,-1 0,1-1,0 1,-1 0,1-1,0 1,-1 0,0-1,1 1,-1 0,0-1,0 1,0-1,-6-54,3 49,0 0,0-1,-1 2,1-1,-2 0,1 1,-1-1,0 1,0 1,-1-1,1 1,-1 0,-1 0,1 1,-1-1,1 1,-1 1,-1-1,1 1,0 1,-1-1,1 1,-1 1,0-1,1 1,-1 1,0-1,0 1,0 1,1-1,-1 1,0 1,0-1,1 1,-1 1,-1 3,0 0,1 0,0 1,1 0,0 1,0 0,0 0,1 0,0 1,1 0,0 0,0 0,1 1,0-1,1 1,0 0,0 0,1 1,1-1,-1 3,2-10,-1 0,1 0,0 1,0-1,0 0,0 0,0 1,1-1,-1 0,1 0,0 0,0 0,0 0,1 0,-1 0,1 0,-1 0,1-1,0 1,0 0,0-1,1 0,-1 1,0-1,1 0,0 0,-1-1,22 11</inkml:trace>
  <inkml:trace contextRef="#ctx0" brushRef="#br0" timeOffset="59185.252">3266 11433,'-6'10,"0"0,0 0,1 0,0 1,0 0,2 0,-1 0,1 1,1-1,0 1,1-1,0 1,0 0,2 0,-1-1,1 1,1 0,0-1,1 1,0-1,1 0,2 4,6 15,2 0,1-1,1-1,2-1,1 0,0-1,15 12,-24-26,3 3,0 0,0-1,2-1,-1 0,2-1,2 1,-17-12,1 0,-1 0,1-1,-1 1,1 0,0 0,-1-1,1 1,0-1,0 0,-1 1,1-1,0 0,0 0,-1 0,1 0,0 0,0-1,0 1,-1-1,1 1,0-1,-1 1,1-1,0 0,-1 0,1 0,-1 0,1 0,-1 0,0 0,1 0,-1-1,0 1,0 0,0-1,0 1,0-1,24-66,-14-127,-9 192,-1 1,1-1,-1 0,1 1,0-1,0 1,0 0,1 0,-1 0,0 0,1 0,-1 0,1 0,0 1,0-1,-1 1,1 0,0 0,0 0,0 0,0 1,0-1,0 1,0 0,1 0,-1 0,0 0,0 0,0 1,0-1,0 1,0 0,0 0,0 0,0 0,2 2,3-2,2 1,17 2,1 0,-1 2,0 1,-1 1,0 2,0 0,6 6,-26-12,-1 0,0 1,0 0,0 0,0 0,-1 1,0-1,0 1,-1 0,0 0,0 0,0 1,-1-1,1 1,-2 0,1-1,-1 1,0 0,0 0,-1 0,0 0,0 0,-1 0,1-1,-2 1,1 0,-2 5,2-6,0-3,0-1,0 1,0 0,0 0,1 0,0 0,-1 0,1 0,0 0,0 0,1 0,-1 0,1-1,-1 1,1 0,0 0,0 0,0-1,1 1,-1 0,1-1,-1 1,1-1,0 0,0 1,0-1,0 0,0 0,1 0,9 3,1-1,0-1,0 0,1-1,-1 0,0-1,1 0,-1-1,1 0,-1-2,5 0,11-1,0 0,0-2,0-2,-1 0,0-2,-1-1,0-1,5-4,-29 14,0 0,0-1,0 1,0-1,0 1,0-1,0 0,-1 0,1 0,-1-1,1 1,-1-1,0 1,0-1,0 0,0 0,0 1,-1-1,0 0,1-1,-1 1,0 0,0 0,-1 0,1-1,-1 1,1 0,-1-1,0 1,-1 0,1-1,0 1,-1 0,0-1,0 1,0 0,0 0,-1-3,-2 1,0-1,0 1,0 0,-1 0,1 0,-1 1,0 0,-1 0,1 0,-1 0,1 1,-1 0,0 0,-1 1,1 0,0 0,-1 0,1 1,-1-1,1 2,-1-1,1 1,-1 0,0 0,1 1,-1 0,1 0,-1 0,1 1,-1 0,1 0,0 1,-3 1,0 2,0 0,1 0,0 1,0 0,0 0,1 1,0 0,1 0,0 0,0 1,0 0,1 0,1 1,0 0,0-1,1 1,-1 2,4-10,-1 0,1 0,-1 0,1 0,0 0,-1 1,1-1,0 0,1 0,-1 0,0 1,0-1,1 0,0 0,-1 0,1 0,0 0,0 0,0 0,0 0,0 0,1 0,-1-1,1 1,-1-1,1 1,-1-1,1 1,0-1,0 0,-1 1,1-1,0 0,0-1,0 1,0 0,1 0,-1-1,0 1,0-1,1 0,9 1,0-1,0-1,0 0,0-1,0 0,0-1,-1 0,1-1,-1 0,0-1,0 0,0 0,-1-2,0 1,0-1,5-5,7-2,-21 14,0-1,0 1,0 0,0 0,0-1,0 1,0 0,0 0,0 0,1 0,-1 1,0-1,0 0,0 0,0 1,0-1,0 1,0-1,0 1,0-1,0 1,-1-1,1 1,0 0,0-1,0 1,-1 0,1 0,0 0,-1 0,1 0,0-1,-1 1,0 0,1 0,-1 0,1 0,-1 1,0-1,0 0,0 0,0 0,0 0,0 0,0 0,0 0,0 0,0 0,0 0,-1 0,1 1,4 15,-2-11,1-1,0 0,0 0,0 0,0 0,1 0,0-1,0 1,0-1,0 0,1-1,-1 1,1-1,0 0,0 0,1 0,-1 0,1-1,-1 0,1-1,-1 1,1-1,0 0,0 0,0-1,0 1,2-2,6 1,1-1,-1 0,0-1,0-1,0 0,0-1,-1-1,1 0,-1 0,12-8,-12 4,-1 0,1 0,-2-1,1-1,-1 0,-1-1,0 1,-1-2,0 0,-1 0,0 0,-1-1,-1 0,0-1,-1 1,1-7,6-23,-3-1,-1 0,-3 0,1-43,-5 12,-2 66,-2 22,-5 16,2 1,1 0,2 0,1 0,1 1,1-1,1 0,2 0,1 0,2 0,0 0,2-1,1 0,1 0,2-1,1-1,0 0,2-1,12 16,-17-29,0-1,1 0,0 0,1-1,0 0,0-1,1-1,0 0,1-1,14 6,-27-12,0 0,0 0,1 0,-1-1,1 1,-1 0,0-1,1 1,-1-1,1 0,-1 1,1-1,0 0,-1 0,1 0,-1 0,1 0,-1-1,1 1,-1 0,1-1,-1 1,1-1,-1 1,1-1,-1 0,0 0,0 1,1-1,-1 0,0 0,0 0,0 0,0-1,0 1,0 0,0 0,0-1,0 1,-1 0,1-1,0 1,-1-1,1 1,-1-1,0 1,1-1,-1 1,0-1,0 1,0-1,0 1,-1-2,-2-10,-2-1,0 1,-1 0,0 1,-1 0,0 0,-1 0,0 1,-1 0,0 0,-1 1,0 1,-2-2,-26-24,-2 2,-1 2,-1 1,-2 3,-1 1,-1 2,-1 2,0 3,-13-2,28 9,26 6,23 4,-15 2,479 13,215 26,-642-34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49:46.80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1351 659,'299'-112,"-267"98,-12 7,-1-1,0-1,0-1,-1 0,0-2,-1 0,12-11,-28 23,0-1,0 1,-1-1,1 0,0 1,0-1,-1 0,1 0,0 0,-1 1,1-1,-1 0,1 0,-1 0,1 0,-1 0,0 0,0 0,1 0,-1 0,0 0,0 0,0 0,0 0,0 0,0 0,0 0,0 0,-1 0,1 0,0 0,-1 0,1 0,0 0,-1 0,1 0,-1 0,0 0,1 1,-1-1,0 0,1 0,-1 1,0-1,0 0,0 1,1-1,-1 1,0-1,0 1,0-1,0 1,0 0,0-1,0 1,0 0,0 0,-1 0,-7-1,-1 1,1 0,0 0,-1 1,1 1,0-1,-1 2,1-1,0 1,1 0,-1 1,0 0,1 1,0-1,0 1,1 1,-1 0,1 0,-2 3,4-6,1 0,0 1,0 0,0 0,0 0,1 0,-1 1,1-1,0 1,0 0,1 0,0 0,0 0,0 0,0 0,1 1,0-1,0 0,0 1,1-1,0 1,0 0,0-1,0 1,1-1,0 0,0 1,1-1,0 0,0 1,0-1,0 0,1-1,0 1,0 0,0-1,0 1,1-1,1 2,7 0,0 0,1 0,-1-1,1-1,0 0,0-1,0 0,1-1,-1 0,1-1,-1-1,1 0,0-1,-1 0,0-1,1-1,-1 0,0-1,0 0,-1-1,1 0,7-5,1-2,-1 0,-1-1,0-1,-1-1,0-1,-1 0,-1-2,-1 1,0-2,-2 0,0-1,7-14,-15 25,-4 7,-1 0,1-1,0 1,0 0,0 0,0 0,0 0,1 0,-1 0,0 0,1 0,0 0,-1 1,1-1,0 0,0 1,0 0,0-1,0 1,0 0,0 0,1 0,-1 0,0 1,1-1,-1 1,0-1,1 1,-1 0,0 0,1 0,0 0,6 6,0 0,-1 1,0 0,0 1,0 0,-1 0,-1 0,1 1,-1 0,-1 0,1 1,-2-1,1 1,2 10,-3-10,0 0,-1 1,0-1,-1 1,0 0,0 0,-1 0,-1-1,0 2,0-9,0 0,0 0,0 0,0 0,-1 0,0 0,1 0,-1 0,0 0,0 0,-1-1,1 1,-1 0,1-1,-1 1,0-1,0 0,0 1,0-1,0 0,0 0,-1 0,1-1,-1 1,0-1,1 1,-1-1,0 0,0 0,1 0,-1 0,0 0,0-1,-2 1,3-1,-1-1,1 1,-1-1,1 1,-1-1,1 0,-1 0,1 0,0 0,0 0,0 0,-1-1,1 1,0-1,1 0,-1 1,0-1,0 0,1 0,-1 0,1 0,0 0,-1-1,1 1,0 0,0-1,1 1,-1 0,0-1,1 1,-1-1,1 1,0-1,0 1,0-1,0 1,0-1,1 1,-1-1,1 1,0-1,0 1,-1-1,2 1,-1 0,0 0,0 0,1-1,8-14,0 1,1 0,1 1,1 0,0 1,1 0,0 1,10-6,1-3,-17 15,32-28,-2-2,-1-2,23-31,-51 58,0-1,-1 1,0-1,-1-1,-1 1,0-1,-1 0,-1-1,0 1,-1-1,0 0,-1 0,-1 0,0 0,-1-10,0 25,0-1,0 1,1-1,-1 0,0 1,0-1,0 0,0 1,1-1,-1 0,0 1,0-1,0 0,-1 1,1-1,0 0,0 1,0-1,0 1,-1-1,1 0,0 1,0-1,-1 1,1-1,-1 1,1-1,0 1,-1-1,1 1,-1-1,1 1,-1-1,1 1,-1 0,0-1,1 1,-1 0,1 0,-1-1,0 1,1 0,-1 0,0 0,1 0,-1 0,0 0,1 0,-1 0,0 0,1 0,-1 0,0 0,-26 91,24-71,-6 29,2-1,2 2,2-1,3 0,1 0,5 20,-5-57,1 0,0 0,0 0,2-1,-1 1,1-1,1 1,0-1,1-1,0 1,0-1,1 0,1 0,-1-1,1 0,1 0,0-1,0 0,1-1,0 0,0-1,0 1,1-2,0 0,0 0,1-1,0 0,-1-2,0 0,1 0,0-1,-1-1,1 0,0-1,-1 0,1 0,-1-1,1-1,-1 0,0-1,0 0,0 0,-1-1,1-1,-1 0,-1 0,1-1,-1 0,0-1,0 0,-1 0,0 0,-1-1,0-1,0 1,-1-1,0 0,-1-1,0 1,-1-1,0 0,1-4,-5 11,1 0,0 0,-1 0,0 0,0 0,0 0,0 0,-1 0,1 0,-1 0,0 0,0 0,-1 0,1 1,-1-1,0 0,0 1,0-1,0 1,-1 0,0 0,1 0,-1 0,0 0,0 0,0 1,-1-1,1 1,-1 0,1 0,-1 1,0-1,0 1,1-1,-1 1,0 0,0 1,0-1,-1 1,0-1,0 2,0 0,-1 0,1 0,1 0,-1 1,0 0,0 0,1 0,-1 0,1 1,-1 0,1 0,0 0,0 0,1 1,-1-1,0 1,1 0,0 0,0 0,1 1,-1-1,1 1,0-1,0 1,0 0,0 0,1 0,0 0,0 0,1 0,-1 0,1 0,0 0,0 0,1 0,0 0,0 0,0 0,0 0,1 0,-1 0,1 0,1-1,-1 1,1-1,0 1,1 1,5 2,1 0,0 0,1-1,0 0,0-1,0 0,1-1,-1 0,1-1,0 0,1-1,-1 0,1-1,-1 0,1-1,0-1,-1 0,1-1,0 0,-1-1,1 0,1-1,21-9</inkml:trace>
  <inkml:trace contextRef="#ctx0" brushRef="#br0" timeOffset="267.275">2313 165,'23'-3,"28"-2,27-1,25 1,16 1,6 1,-4 6,-16 7,-25 1</inkml:trace>
  <inkml:trace contextRef="#ctx0" brushRef="#br0" timeOffset="591.294">1 605,'18'0,"17"-2,19-3,16-1,15 1,8 1,2 2,-1 2,-8 2,-14 3,-19 1</inkml:trace>
  <inkml:trace contextRef="#ctx0" brushRef="#br0" timeOffset="908.81">281 365,'142'19,"-1"6,115 37,-239-58,1 1,-2 1,1 1,-1 0,0 1,0 1,-1 0,0 1,-1 1,5 4,-17-12,1-1,-1 1,0 0,0 0,0 0,0 0,-1 1,1-1,-1 0,0 1,0-1,0 1,0-1,-1 1,0-1,1 1,-1 0,0-1,-1 1,1-1,-1 1,1-1,-1 1,0-1,-1 1,1-1,0 0,-1 1,0-1,0 0,0 0,0 0,-1 1,-7 8,-1 1,0-2,-1 1,0-2,-1 0,-11 8,-14 5,-1-2,0-2,-35 13,-3 0,61-23,12-3</inkml:trace>
  <inkml:trace contextRef="#ctx0" brushRef="#br0" timeOffset="1663.147">121 833,'2'-2,"6"-4,10-4,13-4,18-3,18-2,19 1,15 3,15 4,10 4,-15 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07T10:50:10.67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451 0,'-8'20,"-27"349,-75 666,-31-114,72-389,3 487,58-166,2-629,-1 529,48 57,9-426,28 52,14 89,-31 99,-14-91,-17-277,-6 126,-40 571,11-786,-9 942,9-507,-22-222,13-150,12-227,-1-17,1-5</inkml:trace>
  <inkml:trace contextRef="#ctx0" brushRef="#br0" timeOffset="900.021">1119 2219,'-2'21,"-4"20,-2 19,-2 16,0 10,2 6,0 2,2-2,1-5,2-6,1-8,2-9,0-15</inkml:trace>
  <inkml:trace contextRef="#ctx0" brushRef="#br0" timeOffset="1244.139">1293 3049,'41'-7,"1"-2,-2-1,1-3,-1-1,33-17,-67 29,0-1,0 0,-1 0,1-1,-1 1,0-1,0 0,0-1,0 1,-1-1,1 0,-1 0,0-1,-1 1,0-1,1 1,-2-1,1 0,0-1,-4 5,1 0,-1 0,0 0,0 0,0 0,0 0,0 0,0 1,0-1,0 0,-1 1,1-1,-1 1,1 0,-1-1,0 1,1 0,-1 0,0 0,0 0,0 0,0 0,0 1,0-1,0 1,0-1,0 1,0 0,0-1,0 1,0 1,0-1,0 0,0 0,0 1,0-1,0 1,0-1,0 1,0 0,0 0,0 0,-8 2,0 0,1 0,-1 1,1 0,-1 1,2 0,-1 0,0 1,1 1,0-1,1 1,-1 0,1 1,0 0,1 0,0 0,1 1,-1 0,2 0,-1 0,1 1,-1 5,4-12,0 1,1-1,-1 0,1 1,0-1,0 1,0-1,1 0,-1 1,1-1,0 1,0-1,0 0,0 0,0 0,1 0,0 0,-1 0,1 0,0 0,1 0,-1-1,0 1,1-1,-1 0,1 0,0 0,0 0,1 1,96 31,-46-26</inkml:trace>
  <inkml:trace contextRef="#ctx0" brushRef="#br0" timeOffset="1745.293">2189 2794,'-13'-6,"0"-1,0 1,-1 1,1 0,-1 1,0 1,0 0,-1 1,1 1,-1 0,1 0,-1 2,1 0,-1 0,12 0,1 0,-1 0,0 0,1 0,-1 0,0 0,1 1,0-1,-1 1,1 0,0-1,0 1,0 0,0 1,0-1,0 0,1 0,-1 1,1-1,-1 1,1-1,0 1,0 0,0-1,0 1,1 0,-1 0,1 0,0-1,0 1,0 0,0 0,0 0,0 0,1 0,-1-1,1 1,0 0,0 0,0-1,1 2,8 12,0-2,1 1,1-1,0-1,0 0,2 0,0-1,0-1,1-1,0 0,1-1,4 2,13 10,81 65,-112-85,-1-1,0 1,0 0,0 0,0 0,0-1,0 1,0 0,0 0,0 0,0 1,-1-1,1 0,0 0,-1 0,1 0,-1 1,1-1,-1 0,0 1,1-1,-1 0,0 1,0-1,0 0,0 1,0-1,0 0,0 1,-1-1,1 0,0 1,-1-1,1 0,-1 0,1 1,-1-1,0 0,1 0,-1 0,0 0,0 0,0 0,0 0,0 0,0 0,0 0,-12 3,0 0,-1-1,1-1,-1 0,1 0,-1-1,0-1,1-1,-1 0,-5-1,-39-11,57 13,-1-1,1 1,-1-1,1 0,0 1,-1-1,1 0,0 0,0 0,0 0,0 0,0 0,0 0,0 0,0-1,0 1,0 0,1 0,-1-1,0 1,1-1,-1 1,1-1,0 1,-1 0,1-1,0 1,0-1,0 1,0-1,0 1,0-1,0 1,1-1,-1 1,1-1,3-6,0 1,0 0,1 1,0-1,1 1,-1 0,1 0,1 1,-1 0,1 0,-1 0,1 1,1 0,3-2,-3 1,44-26,2 2,0 2,2 3,25-6,-79 29,-1 0,1 0,0 0,-1 0,1 0,0 0,0 0,0 1,-1-1,1 1,0 0,0-1,0 1,0 0,0 0,0 0,0 0,0 1,0-1,0 0,0 1,-1 0,1-1,0 1,0 0,-1 0,1 0,0 0,-1 0,1 0,-1 0,1 1,-1-1,1 0,-1 1,0-1,0 1,0 0,0-1,1 3,-15 82,5-57,-9 88,17-111,-1 0,2 0,-1 1,1-1,0 0,0 0,0 0,1 0,0 0,1 0,-1-1,1 1,0-1,0 1,1-1,-1 0,4 3,9 5</inkml:trace>
  <inkml:trace contextRef="#ctx0" brushRef="#br0" timeOffset="2001.09">2616 2474,'-6'5,"-1"12,8 15,8 16,4-1</inkml:trace>
  <inkml:trace contextRef="#ctx0" brushRef="#br0" timeOffset="2564.616">2763 3182,'2'-26,"2"0,0 0,2 0,1 0,0 1,2 0,7-11,29-104,-44 139,0-1,0 1,-1 0,1-1,-1 1,1 0,-1-1,0 1,0-1,1 1,-1-1,0 1,0-1,0 1,0-1,-1 1,1 0,0-1,-1 1,1-1,-1 1,1 0,-1-1,0 1,1 0,-1-1,0 1,0 0,0 0,0 0,0 0,0 0,0 0,0 0,-1 0,1 1,0-1,0 0,-1 1,1-1,-1 1,1-1,0 1,-1-1,1 1,-1 0,1 0,-1 0,-5 4,20 1,120 22,46 14,-174-40,-1 1,1-1,-1 1,0-1,0 1,0 1,0-1,0 1,0-1,-1 1,1 0,-1 0,0 1,1-1,-2 1,1-1,0 1,-1 0,0 0,0 0,0 0,0 1,0-1,-1 0,0 1,0-1,0 1,-1-1,0 1,1 3,-29 81,23-80,1 0,0 1,1 0,0-1,1 1,0 0,0 0,1 0,0 1,1 0,0-9,0 1,1-1,-1 0,1 1,0-1,-1 0,1 0,0 1,1-1,-1 0,0 0,1 0,-1 0,1-1,-1 1,1 0,0-1,0 1,0-1,0 1,0-1,0 0,0 0,0 0,0 0,1 0,-1-1,2 1,68 4,-55-6,-1-2,1 0,-1-1,0 0,0-1,-1-1,1-1,-1 0,-1-1,1-1,9-7,-16 10,0 0,-1 0,0-1,0 0,0 0,-1-1,0 0,0 0,-1 0,0-1,-1 1,0-1,0 0,-1-1,0 1,-1 0,0-1,0 0,-1 1,0-6,0 11,-1 0,0 1,0-1,0 0,0 0,-1 1,1-1,-1 0,0 0,0 1,-1-1,1 1,-1-1,1 1,-1 0,0 0,0 0,-1 0,1 0,-1 0,1 0,-1 1,0-1,0 1,0 0,0 0,-1 0,1 0,0 1,-1-1,1 1,-1 0,0 0,1 0,-1 0,0 1,1-1,-1 1,0 0,0 0,-1 1,-2 2,1 1,0 0,0 0,0 1,0-1,1 1,0 1,0-1,0 1,0 0,1 0,0 0,1 0,-1 1,1-1,0 1,1 0,-1 0,2 0,-1 0,1 1,0-1,0 0,1 1,0-1,0 0,1 1,0-1,1 5,3 5,1 0,1 0,0 0,1-1,1 0,1-1,0 0,1-1,0 1,1-2,1 0,0-1,0 0,2-1,11 8,37 27</inkml:trace>
  <inkml:trace contextRef="#ctx0" brushRef="#br0" timeOffset="3411.909">906 4934,'-10'0,"-8"9,-12 19,-7 21,-2 22,1 17,7 15,9 7,11 4,11-5,15-9,12-12,8-12,7-17,1-19,-7-15</inkml:trace>
  <inkml:trace contextRef="#ctx0" brushRef="#br0" timeOffset="3664.234">1359 5228,'-11'25,"-9"20,-5 15,0 10,1 1,3-2,5-8,5-10,6-14,7-15,3-12</inkml:trace>
  <inkml:trace contextRef="#ctx0" brushRef="#br0" timeOffset="3931.247">1387 5295,'-9'16,"-4"11,6 7,9 4,12 0,11-2,10-4,7-9,2-7,-2-7,-7-5</inkml:trace>
  <inkml:trace contextRef="#ctx0" brushRef="#br0" timeOffset="4198.142">1681 5202,'0'-16,"0"-3,0 6,0 15,-3 15,0 18,-2 12,-5 11,-3 7,1-2,0-1,2-8,5-8,6-7,7-10,2-11</inkml:trace>
  <inkml:trace contextRef="#ctx0" brushRef="#br0" timeOffset="4466.718">1841 5455,'-4'7,"1"0,-1-1,1 1,1 1,-1-1,1 0,0 1,1-1,0 1,0-1,0 1,1 0,0 0,1 2,-1-6,0 1,-1-1,1 1,1 0,-1-1,1 1,-1 0,1-1,1 1,-1-1,1 1,0-1,0 0,0 1,0-1,1 0,-1 0,1-1,0 1,0-1,1 1,-1-1,1 0,0 0,-1-1,1 1,0-1,1 0,-1 0,0 0,1 0,-1-1,1 1,-1-1,1-1,0 1,-1-1,1 1,0-1,0-1,6-2,1-2,-1 0,1 0,-1-1,-1 0,1-1,-1 0,-1 0,1-1,-1-1,0 1,-1-2,0 1,-1-1,0 0,0-1,-1 1,0-1,-1-1,-1 1,1-1,-2 1,1-5,3-31,-8 46,1 1,-1-1,0 0,1 1,-1-1,0 1,0-1,1 1,-1 0,0-1,0 1,0 0,0 0,0-1,1 1,-1 0,0 0,0 0,0 0,0 0,0 0,0 0,0 1,1-1,-1 0,0 0,0 1,0-1,0 0,1 1,-1-1,0 1,0-1,1 1,-1 0,0-1,1 1,-1-1,0 1,1 0,-1 0,1-1,0 1,-1 0,1 0,-1 0,1 0,0-1,0 2,-4 3,0 2,0-1,1 0,0 1,0 0,1-1,0 1,0 0,0 0,1 0,0 1,1-1,0 0,0 0,0 0,1 1,0-1,0 0,1 0,0 0,0 0,0-1,1 1,0 0,1-1,-1 0,1 0,0 0,1 0,0-1,-1 0,2 1,-1-2,2 2,119 72,-58-46</inkml:trace>
  <inkml:trace contextRef="#ctx0" brushRef="#br0" timeOffset="5332.914">1306 6979,'20'-65,"3"1,31-60,-53 121,9-19,-3 3,2 1,0-1,1 1,1 1,0 0,9-9,-19 25,0 0,0 0,0 0,0 0,0 0,1 0,-1 0,0 1,0-1,1 0,-1 1,1-1,-1 1,0-1,1 1,-1 0,1 0,-1 0,1 0,-1 0,1 0,-1 0,1 0,-1 0,0 1,1-1,-1 0,1 1,-1 0,0-1,1 1,-1 0,0-1,0 1,0 0,1 0,-1 0,0 0,0 0,0 0,-1 1,1-1,0 0,0 0,-1 1,1 0,31 63,-28-53,0-1,0 1,-2-1,1 1,-1 0,-1 0,0 0,-1 0,0 0,-1 3,0-14,1 0,0 0,0 0,0 0,-1 0,1-1,0 1,-1 0,1 0,-1 0,1-1,-1 1,1 0,-1 0,0-1,1 1,-1-1,0 1,0-1,1 1,-1-1,0 1,0-1,0 1,0-1,1 0,-1 0,0 1,0-1,0 0,0 0,0 0,0 0,0 0,0 0,1 0,-1 0,0-1,0 1,0 0,0 0,0-1,0 1,1-1,-1 1,0-1,0 1,1-1,-1 1,0-1,1 0,-1 1,0-1,1 0,-1 1,1-1,-1 0,1 0,0 0,-1 1,1-1,0 0,-1 0,1 0,0 0,0 0,0 0,-1-6,1 0,0-1,1 1,0 0,0 0,0 0,1 0,0 0,0 1,1-1,0 0,0 1,1 0,-1 0,1 0,1 0,-1 1,1-1,0 1,0 0,2-1,1-3,0 1,1 0,0 0,1 1,-1 0,1 0,0 1,1 1,0-1,0 2,0 0,0 0,1 1,-1 0,6 0,-15 3,1 0,-1 1,0-1,1 0,-1 1,1-1,-1 1,0 0,1 0,-1 0,0 0,0 0,0 1,0-1,0 1,0-1,0 1,0 0,-1-1,1 1,-1 0,1 0,-1 0,0 1,0-1,1 0,-2 0,1 1,0-1,0 0,-1 1,1-1,-1 1,0 1,-2 87,0-82,1-7,0-1,1 1,-1-1,0 1,1-1,-1 1,1 0,-1-1,1 1,0 0,0-1,0 1,0 0,0 0,0-1,0 1,1 0,-1-1,0 1,1 0,0-1,-1 1,1-1,0 1,0-1,0 1,0-1,0 0,0 1,0-1,0 0,0 0,1 0,-1 0,0 0,1 0,-1 0,1 0,0 0,-1-1,1 1,-1-1,1 1,0-1,11 0,0-2,-1 1,1-2,0 1,-1-2,0 0,1 0,-2-1,1-1,0 0,-1 0,0-1,-1 0,0-1,0-1,0 1,-1-1,5-7,-10 10,1 0,-1 0,0-1,0 1,-1-1,0 0,0 0,0 0,-1-1,0 1,-1-1,1-6,-5 12,-3 16,5-9,1 0,-1 0,1 1,0-1,0 0,0 0,1 1,0-1,0 0,0 0,1 0,-1 0,1 0,0-1,1 1,-1 0,1-1,0 0,0 1,0-1,1 0,0-1,-1 1,1-1,0 1,3 0,0 1,1 0,-1-1,1 0,0 0,0-1,1 0,-1 0,1-1,-1 0,1 0,0-1,0 0,0-1,0 0,4-1,15-4,-4-1</inkml:trace>
  <inkml:trace contextRef="#ctx0" brushRef="#br0" timeOffset="5895.716">2443 6605,'13'-32,"-11"53,-3-17,1 0,-1 1,1-1,0 0,0 1,0-1,1 0,0 0,-1 1,1-1,1 0,-1 0,1 0,-1 0,1 0,0-1,1 1,-1 0,1-1,-1 0,1 0,0 1,0-1,0-1,1 1,-1-1,1 1,0-1,3 2,1-2,0 0,0-1,1 1,-1-2,0 1,0-1,1 0,-1-1,0 0,1-1,-1 1,0-1,0-1,0 0,-1 0,1 0,-1-1,1 0,-1-1,0 1,-1-1,1-1,-1 1,0-1,0 0,-1-1,0 1,0-1,-1 0,1 0,-1-1,-1 1,0-1,0 0,1-4,-7 23,0 0,1 0,1 1,0-1,0 0,1 1,0-1,2 8,-1-14,-1 0,1 0,0 0,1 0,0 0,-1 0,1 0,1 0,-1-1,1 1,0-1,0 0,0 0,0 0,1 0,0 0,0-1,0 1,0-1,0 0,1-1,0 2,1-2,-1 0,1 0,0 0,0-1,0 0,0 0,0 0,0-1,0 0,0 0,0 0,0-1,0 0,0 0,0 0,-1-1,1 0,0 0,-1-1,1 1,-1-1,0 0,0-1,3-2,3-2,-1-1,0 0,-1-1,0 0,0 0,-1-1,0-1,-1 1,-1-1,4-8,9-34,-3 0,-2-1,-3 0,-2-1,-3 0,0-32,-1-78,-5 166,0 1,-1 0,1-1,-1 1,1 0,-1-1,1 1,-1 0,1-1,-1 1,0-1,1 1,-1-1,0 1,0-1,1 0,-1 1,0-1,0 0,1 0,-1 1,0-1,0 0,0 0,0 0,1 0,-1 0,0 0,0 0,0 0,0 0,1-1,-1 1,0 0,0 0,1-1,-1 1,0-1,0 1,1-1,-1 1,0-1,1 1,-1-1,1 1,-1-1,1 0,-1 1,1-1,-1 0,1 1,-1-1,1 0,0 0,0 0,-1 1,1-1,0 0,0 0,0 0,0 1,0-1,0-1,-12 24,2 0,0 0,2 1,0 0,2 0,0 1,2 0,0 0,1 10,1 3,1 0,1 0,2 0,2 0,2-1,1 1,1-1,2-1,2 0,1 0,2-1,1-1,8 10,17 12,-27-47</inkml:trace>
  <inkml:trace contextRef="#ctx0" brushRef="#br0" timeOffset="6146.655">2937 6297,'-2'-18,"-1"-13,4-6,10 2,13 4,18 7,18 8,18 7,14 11,7 13,-4 12,-19 2</inkml:trace>
  <inkml:trace contextRef="#ctx0" brushRef="#br0" timeOffset="6429.065">1359 7982,'-2'18,"-3"20,-3 16,-3 16,-1 14,-1 9,2 1,0 0,2-8,0-12,2-18</inkml:trace>
  <inkml:trace contextRef="#ctx0" brushRef="#br0" timeOffset="6691.66">1200 7942,'18'-14,"13"-4,7 3,8 6,-1 12,-2 10,-8 9,-8 8,-10 6,-14 3,-15-2,-11-4,-10-4,-3-8,5-7</inkml:trace>
  <inkml:trace contextRef="#ctx0" brushRef="#br0" timeOffset="7290.867">1614 8129,'5'-2,"1"-1,-1 0,0-1,0 1,0-1,0 0,-1 0,0 0,0-1,0 0,0 1,-1-1,1 0,-1-1,-1 1,1-1,-1 1,0-1,0 0,0 0,-1 0,0 0,0 0,-1 0,0 0,0-2,-2-16,-1 0,-1 1,-1-1,-2 1,0 0,-1 0,6 18,2 5,0-1,-1 1,1-1,0 1,0-1,-1 1,1-1,0 1,0-1,0 1,-1-1,1 0,0 1,0-1,0 1,0-1,0 1,0-1,1 0,-1 1,0-1,0 1,0-1,0 1,1-1,-1 0,0 1,0-1,1 1,-1-1,0 1,1 0,-1-1,1 1,-1-1,1 1,-1 0,1-1,-1 1,1 0,-1-1,1 1,-1 0,1 0,-1 0,1 0,-1-1,1 1,0 0,-1 0,1 0,-1 0,1 0,0 0,36 9,-31-7,20 6,1 1,-2 1,1 1,-1 2,-1 0,21 16,-42-27,0 1,0-1,0 1,0 0,-1 0,1 0,-1 0,0 0,0 1,0-1,0 1,-1-1,1 1,-1 0,0 0,0-1,0 1,-1 0,1 0,-1 0,0 0,0 0,-1 0,1 0,-1 0,1-1,-1 1,0 0,-1 0,1-1,-2 3,-25 74,29-78,0 0,0 0,1 0,-1 0,1 0,0 0,-1 0,1-1,0 1,0-1,0 1,0-1,1 0,-1 0,0 0,0 0,1 0,-1 0,0 0,1-1,-1 0,1 1,-1-1,1 0,-1 0,1 0,-1 0,1-1,-1 1,0-1,3 0,127-27,-73 10,-58 18,0 0,0-1,0 1,0 0,0-1,0 1,0 0,0 0,0 0,0 0,0 0,0 0,0 0,0 0,0 0,0 1,0-1,0 0,0 1,0-1,0 0,0 1,0 0,-1-1,1 1,0-1,0 1,0 0,-1-1,1 1,0 0,-1 0,1 0,-1 0,1-1,-1 1,1 0,-1 0,0 0,1 0,-1 0,0 0,0 0,0 0,0 0,1 0,-2 0,1 0,0 0,0 0,0 0,0 0,-1 0,1 0,1 3,-1-1,1 0,0 0,0 0,0 1,0-1,1-1,-1 1,1 0,0 0,0 0,0-1,0 1,0-1,1 0,-1 0,1 1,-1-2,1 1,0 0,0 0,0-1,0 0,0 1,0-1,0 0,0-1,1 1,-1 0,0-1,4 0,2 1,1 0,0-1,0 0,0-1,0 0,0-1,0 0,0 0,-1-1,2-1,-7 2,0 1,0-1,-1 0,1 0,-1 0,1 0,-1-1,0 1,0-1,0 0,0 0,-1 0,1 0,-1-1,0 1,0-1,0 1,0-1,-1 0,1 0,-1 0,0 0,0 0,0 0,-1 0,0 0,1 0,-1 0,-1 0,1 0,-1 0,1 0,-1 0,0 0,0 0,-1 0,1 1,-1-1,0 0,0 1,0-1,-1 1,1 0,-2-2,1 1,-1 1,1-1,-1 1,1 0,-1 0,0 0,-1 0,1 1,0-1,-1 1,1 0,-1 1,1-1,-1 1,0 0,0 0,0 0,0 1,0 0,1-1,-1 2,0-1,0 1,0 0,0 0,0 0,1 0,-1 1,1 0,-1 0,1 0,-1 1,1-1,0 1,0 0,1 0,-1 0,0 1,1 0,0-1,0 1,0 0,0 0,1 1,-1 1,2-3,0 0,1 0,0 0,-1 0,1 0,0 0,1 0,-1 0,0 0,1 0,0 0,0 0,0 0,0 0,0-1,0 1,3 2,12 18</inkml:trace>
  <inkml:trace contextRef="#ctx0" brushRef="#br0" timeOffset="8768.854">2709 7554,'-15'-77,"5"115,6 478,4-513,0 6,0 0,-1 1,-1-1,1 0,-1 0,-1 0,1-1,-2 1,1-1,-2 3,5-12,0 1,0-1,0 1,0 0,-1-1,1 1,0 0,0-1,0 1,-1 0,1-1,0 1,0 0,-1 0,1-1,0 1,0 0,-1 0,1-1,0 1,-1 0,1 0,0 0,-1 0,1-1,0 1,-1 0,1 0,-1 0,1 0,0 0,-1 0,1 0,-1 0,1 0,0 0,-1 0,1 0,0 1,-1-1,1 0,0 0,-1 0,1 0,0 1,-1-1,1 0,0 0,-1 1,5-10,-1 1,1-1,1 1,-1 0,1 0,1 1,-1 0,1 0,1 0,-1 0,1 1,0 0,1 1,-1 0,1 0,0 0,0 1,1 0,-1 1,1 0,0 0,4 0,-9 1,1 0,-1 1,1 0,0 0,-1 0,1 1,0-1,0 1,0 0,0 0,-1 1,1 0,0-1,0 2,-1-1,1 0,-1 1,1 0,-1 0,0 0,1 1,-1 0,0-1,-1 1,1 1,0-1,-1 0,0 1,0 0,0 0,0 0,-1 0,1 0,-1 0,0 1,0-1,-1 1,2 4,-4-4,0 1,0-1,-1 0,0 0,0 1,0-1,-1-1,1 1,-1 0,0-1,-1 1,1-1,-1 0,1 0,-1 0,-1-1,1 1,0-1,-1 0,0 0,0-1,1 1,-1-1,-1 0,1 0,0-1,0 0,-1 0,1 0,-1 0,1-1,-5 0,9 0,-1 0,1 0,0 0,0 0,-1 0,1-1,0 1,0 0,0-1,-1 1,1-1,0 1,0-1,0 0,0 1,0-1,0 0,0 0,0 1,0-1,0 0,1 0,-1 0,0 0,1 0,-1-1,1 1,-1 0,1 0,-1 0,1 0,0-1,-1 1,1 0,0 0,0-1,0 0,17-47,96-99,-47 69,-34 39,-2-2,-1-1,-3-1,-1-2,-3 0,-1-1,-3-2,-1 0,4-30,-21 78,2-4,0 0,0-1,-1 1,0 0,0-1,-1 1,1-1,-1 1,0 0,-1-1,1 1,-1-1,0 1,-1 0,1-1,-1 1,0 0,0 0,-1 0,1 0,-1 1,0-1,-1 0,0 4,-1 1,1-1,0 1,-1 0,1 1,-1-1,1 1,0 0,0 0,-1 0,1 0,0 1,0-1,0 1,0 0,0 1,1-1,-1 1,1-1,-1 1,1 0,0 0,0 1,0-1,1 1,-1-1,-1 4,-12 13,1 1,0 0,2 1,0 1,1 0,2 1,0 0,2 1,1 0,0 0,2 1,1-1,1 1,1 0,2 0,0 0,2 0,1 0,0-1,2 1,2 1,-3-10,2 0,-1-1,2 1,0-1,1-1,1 1,0-2,1 1,1-1,0-1,1 0,0 0,1-1,12 8,-22-18,-1-1,1 1,0-1,-1 0,1 0,0-1,0 1,-1 0,1-1,0 0,0 1,0-1,0 0,-1-1,1 1,0 0,0-1,0 0,0 1,-1-1,1 0,0-1,-1 1,1 0,-1-1,0 1,1-1,-1 0,0 0,2-1,48-74,-23-13,-29 90,0 0,0 0,-1 0,1 0,0 1,0-1,0 0,0 0,-1 0,1 0,0 0,0 0,0 0,-1 0,1 0,0 0,0 0,0 0,-1 0,1 0,0 0,0 0,0 0,-1-1,1 1,0 0,0 0,0 0,0 0,-1 0,1 0,0 0,0-1,0 1,0 0,0 0,0 0,-1 0,1-1,0 1,0 0,0 0,0 0,0 0,0-1,0 1,0 0,0 0,0 0,0-1,0 1,0 0,0 0,0 0,0-1,0 1,-10 15,8-11,0-1,-1 1,1 0,1 0,-1-1,0 1,1 0,0 0,0 0,0 1,1-1,-1 0,1 0,0 0,0 0,1 1,-1-1,1 0,0 0,0 0,0 0,0 0,1 0,0 0,-1 0,2-1,-1 1,0-1,1 1,-1-1,1 0,0 0,0 0,0 0,1-1,-1 1,1-1,-1 0,4 2,0-3,0 0,0 0,-1-1,1 0,0 0,0-1,0 1,0-1,0-1,-1 1,1-1,-1-1,1 1,-1-1,0 0,0 0,0-1,0 0,-1 0,1 0,-1-1,0 0,0 0,-1 0,1 0,-1-1,-1 1,1-1,-1 0,0-1,0 1,2-7,-5 13,0 0,1 0,-1 0,0-1,0 1,1 0,-1 0,0-1,1 1,-1 0,0 0,0-1,0 1,1 0,-1-1,0 1,0-1,0 1,0 0,0-1,0 1,0 0,1-1,-1 1,0 0,0-1,0 1,-1-1,1 1,0 0,0-1,0 1,0 0,0-1,0 1,0-1,-1 1,1 0,0 0,0-1,-1 1,1 0,0-1,0 1,-1 0,1 0,0-1,-1 1,1 0,0 0,-1 0,1-1,0 1,-1 0,1 0,0 0,-1 0,1 0,0 0,-1 0,1 0,-1 0,1 0,0 0,-1 0,1 0,-18 22,16-20,0 0,1 0,-1 1,1-1,0 1,-1-1,1 1,0-1,1 1,-1 0,0 0,1-1,-1 1,1 0,0 0,0-1,0 1,0 0,1 0,-1 0,1-1,0 1,-1 0,1-1,0 1,1 0,-1-1,0 1,1-1,-1 0,1 0,0 1,0-1,0 0,2 1,2-1,0-1,0 0,0-1,0 1,0-1,0 0,0-1,0 1,0-1,0 0,0-1,0 0,0 0,0 0,-1 0,1-1,-1 0,0 0,0 0,0-1,2-1,-6 5,0 0,-1 0,1 0,0 1,0-1,-1 0,1 1,0-1,-1 1,1-1,0 1,-1-1,1 1,-1-1,1 1,-1 0,1-1,-1 1,1 0,-1-1,0 1,1 0,-1 0,0-1,1 1,-1 0,0 0,0 0,0-1,0 1,0 0,0 0,0 0,0-1,0 1,0 0,-1 0,1 0,0-1,0 1,-1 0,1 0,-1-1,1 1,0 0,0 11,0-10,1 0,0 0,0-1,-1 1,1 0,0-1,0 1,0-1,1 1,-1-1,0 1,1-1,-1 0,1 1,-1-1,1 0,-1 0,1 0,0-1,-1 1,1 0,0 0,0-1,0 1,0-1,-1 0,1 0,0 1,0-1,0 0,0-1,0 1,0 0,0 0,0-1,-1 1,66-29,-46-3,-2 72,-15-35,-1-1,1 0,0 0,0 0,0 0,0-1,1 0,0 0,0 0,-1 0,2-1,-1 0,0 0,5 1,54 32,-6-33,-37-4</inkml:trace>
  <inkml:trace contextRef="#ctx0" brushRef="#br0" timeOffset="9023.179">4181 7353,'0'-16,"0"-7,0 4,2 18,3 24,3 26,5 31,0 26,-2 22,-3 19,-10 14,-18 10,-26 4,-39 1,-51-8,-2-32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0:45.2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237 1531,'0'0</inkml:trace>
  <inkml:trace contextRef="#ctx0" brushRef="#br0" timeOffset="2205.862">587 1153,'0'0,"1"0,-1 0,0 0,0 1,0-1,1 0,-1 1,0-1,0 0,1 0,-1 1,0-1,0 0,1 0,-1 1,0-1,1 0,-1 0,0 0,1 0,-1 0,1 0,-1 1,0-1,1 0,-1 0,0 0,1 0,-1 0,1 0,-1 0,0-1,1 1,-1 0,0 0,1 0,-1 0,0 0,1-1,-1 1,0 0,1 0,-1 0,0-1,0 1,1 0,-1 0,0-1,0 1,1 0,-1-1,0 1,0 0,0 0,0 0,1 0,-1-1,0 1,0-1,0 1,0 0,0-1,0 1,0 0,0-1,-1-26,-3 16,0 0,-1-1,1 2,-2-1,-1 0,0 2,0-1,-1 0,1 1,-2 0,0 1,0-1,0 2,-1 0,-1-1,0 3,1-2,-12-3,17 8,1 0,-1 0,-1 0,1 0,-1 1,1 1,-1-1,1 0,0 1,-1 0,0 0,1 0,-1 1,0 0,2-1,-2 1,1 1,-1 0,1 0,0 0,0 1,0-1,1 1,-1 0,1 0,-1 0,1 1,-2 1,-6 13,-1 0,2 1,0 1,2 0,0 0,1 0,1 1,2 1,0-2,1 2,1 0,1 0,0-1,2 2,1-1,3 13,-3-7,1 0,1-1,2 1,-1-1,3 0,2 1,0-2,1 0,2-1,1 1,1-1,-10-19,1 0,0 0,0 0,1-1,0 0,-1 1,1-2,1 1,-1-1,1 0,0-1,-1 1,2-1,-1 0,1-1,-1 1,0-3,1 2,0-1,0 0,0 0,-1-1,1 0,0-1,0 0,0 0,-1 0,1 0,-1-2,1 1,2-2,6-5,1-2,-2 0,0 0,-1-2,1 0,-1 0,-2-1,0-1,0 0,-2 0,1-1,-2-1,0 0,-1 1,-1-2,-1 1,4-16,-2-1,-11 43,1 0,1 0,-1 0,2 1,-1-1,1 1,1-2,0 2,0-1,1 1,1-2,-1 1,1 0,1 0,-1 0,1-1,1 0,0 0,0 0,1-1,0 1,0-1,0 0,8 4,-6-5,0-1,1 0,1-2,-1 1,0 0,1-1,0 0,0-2,-1 1,1-1,1 0,-1 0,-1-1,2-1,-1 1,0-2,-1 1,2-1,-1 0,-1-1,0-1,2 0,-7 2,-1 0,1 0,-1-1,0 0,0 0,-1 0,1 1,0-1,0-1,-1 1,0-1,0 1,0 0,0-1,-1 0,1 0,-1 1,0-1,0-1,0 1,-1 1,0-1,1-1,-1 1,-1 1,1-1,-1-1,0 1,0 1,0-1,0 0,-1 0,1 0,-1 1,0-1,0 1,-1-1,1 1,-1 0,-2-2,1-2,-2 1,0 0,0 0,-1 0,0 1,2-1,-3 2,1 0,-1-1,0 1,1 2,-1-2,0 1,0 1,-1-1,2 2,-2 0,0 0,0 0,2 1,-2 0,0 0,0 1,1 0,0 0,-1 1,1 0,0 1,0 0,0 0,0 0,-3 3,-10 18,20-24,1 1,0 0,0-1,0 1,0-1,0 0,-1 0,1 1,0 0,0-1,1 1,-1-1,0 1,0 0,0-1,0 1,0-1,1 1,-1-1,0 1,0-1,1 1,-1-1,0 1,1-1,-1 1,1-1,-1 1,0-1,1 0,-1 1,1-1,-1 0,1 1,-1-1,1 0,0 0,-1 1,1-1,-1 0,1 0,-1 0,1 0,0 0,-1 0,0 0,0 0,1 0,0 0,-1 0,1 0,-1-1,1 1,17-1,0-1,0-1,-1 0,1-1,-1 0,0-2,0-1,9-4,-3 2,38-15,-33 11,0 2,2 1,-1 1,1 1,0 2,17-2,-42 8,-1 0,0 0,0 0,0 0,0 1,0 0,0 0,0 0,1 0,-1 1,-1-1,1 0,-1 1,1 0,-1 1,1-1,-1 1,1-1,-1 0,0 1,0 1,-1-1,1 0,-1 1,0-2,0 2,0 0,-1 0,1-1,-1 1,1 0,16 64,-17-57,2 1,-1-2,0 1,2 0,0 0,1-1,0 0,0 0,3 1,-7-9,-1-1,1 0,1 1,-1-1,0 0,0 0,-1 0,2 1,-1-1,0-1,1 1,-1 0,1-1,-1 1,1-1,-1 1,1-1,0 1,-1-1,1 0,0 0,-1 0,1 0,0 0,-1 0,1 0,0 0,-1 0,1-1,-1 1,1-1,-1 1,0-1,1 1,-1-1,1 1,-1-1,0 0,1 0,-1-1,1 1,42-54,-31 29,-2-2,0 0,-2 0,-1 0,-2-2,1-10,-3 22,-1 3,-4 29,-2 14,-2-8,2-1,0 1,1 0,2-1,0 1,0 1,2-1,1-1,0 0,2 1,0-1,2 0,0 0,3 4,-5-16,1 0,0-1,0 0,1 0,-1 0,1-1,1-1,-1 1,1 0,-1-1,1-1,1 1,-1-1,1 0,-1-1,0 0,1 0,0-2,-1 1,9-1,29 2</inkml:trace>
  <inkml:trace contextRef="#ctx0" brushRef="#br0" timeOffset="2917.035">1969 1317,'62'102,"67"84,-128-185,-1 1,1-1,-1 0,1 1,0-1,-1 0,1 1,0-1,0-1,0 1,0 0,0 0,0 0,0 0,0 0,0 0,-1 0,1 0,1-1,-1 1,0 0,1-1,-1 1,0-1,1 0,-1 1,1-1,-1 0,1 0,-1 0,1 0,-1 0,0 0,1 0,-1-1,1 1,-1 0,1-1,0-4,1-1,-1 1,-1-1,1 1,-1-1,1 0,-1 1,-1-1,1 0,-1 1,0-1,-1-3,1-6,2-206,6 185,-8 35,0 0,0 1,1-1,-1 0,0 1,0-1,1 0,-1 1,0-1,1 1,-1-1,0 1,1-1,-1 0,1 1,-1 0,1-1,-1 1,1 0,-1 0,1 0,0-1,-1 1,1 0,-1 0,1-1,0 1,-1 0,1 0,0 0,-1 0,1 0,0 0,0 0,-1 0,1 0,0 0,-1 0,1 0,-1 1,1-1,0 0,-1 0,0 1,1-1,-1 0,1 0,-1 0,1 1,10 9</inkml:trace>
  <inkml:trace contextRef="#ctx0" brushRef="#br0" timeOffset="4102.561">2438 1618,'19'-8,"0"-1,-1-1,1 0,-3-2,2 0,-2-1,0 0,-2-1,1-2,0 1,-3-1,1 0,-1-2,-7 10,-1 0,1 0,-1-1,0 0,0 0,-1 0,-1 0,0 0,0 0,0-5,-2 12,0-1,0-1,0 1,0 0,-1 1,1-2,-1 1,0 0,0 0,0 0,0 0,0 0,-1 1,1-1,-1 0,0 1,0-1,0 1,0-1,-1 1,1 0,-1 0,1 0,0 1,-1-1,1 0,-1 1,0-1,0 1,-1 0,1 0,-2-1,1 1,0 0,1 1,-1-1,0 1,-1-1,1 1,0 0,0 1,0-1,0 1,0 0,1 0,-1 0,0 0,0 1,0 0,1-1,-1 1,1 1,-1-2,1 1,0 1,1 0,-1 0,0 0,0-1,1 1,-2 2,0 2,-1-1,1 1,1-1,-1 1,3 0,-2 0,1 0,0 0,0 1,1-1,0 1,0-1,1 1,0 3,1-2,0-1,1 1,0-1,1 0,0 0,-1 0,2 0,0 0,0-1,1 1,0-1,0-1,1 1,-1-1,1 1,0-1,1-1,0 1,1-1,-2-1,2 1,0-1,0 0,0-1,0 0,0 0,1 0,0-1,-2 0,2-1,0 0,0 0,0-1,0 0,0-1,0 0,0 0,5-3,-6 1,-1 0,1 0,-2 0,1-2,0 1,-1-1,1 1,-1-2,-1 1,0 0,1-2,-1 1,-1 0,1 0,-1 0,0-2,1-3,43-127,-34 77,-7 118,-8-43,2 0,0-1,1 1,-1-1,2 0,1 1,0-1,1-1,0 1,1 0,0-2,1 1,0-1,1 1,1-1,0-1,7 7,-13-15,0 0,0-1,0 1,0-1,0 1,0-1,0 0,0 0,0-1,1 1,-1-1,1 1,-1-1,0 0,1 0,-1-1,1 1,-1-1,-1 0,2 0,-1 0,0 0,0 0,1-1,-1 1,0-1,-1 0,1 0,0 1,0-1,-1-1,2-2,5-3,-1-2,0 0,0 0,-2 0,1 0,-1-2,0 1,0-1,2-8,-2-1,0 1,-1 0,0-1,-2 0,-1-1,0-4,-13 89,9-56,1-1,0 1,1 0,0-1,0 1,0-1,0 1,1 0,1-2,-1 2,1 0,0-1,1 0,-1 0,1 0,0 0,1-1,-1 1,1 0,0-1,1 0,-1 0,1-1,4 3,0-2,3-1,-1-1,-1 0,2 0,-1-1,1 0,-1-1,1-1,0 1,-2-2,2 0,0 0,-1-1,0 0,1-1,-1-1,-1 1,1-1,0-1,-1 0,0 0,0-1,0 0,-2-1,1-1,0 1,0-1,-1-1,5-3,-1-2,-1 0,-1 0,0 0,-1-1,0-1,-2 1,0-1,0-1,-1 1,-1-1,-1 0,-1 0,0-12,1-17,-2 0,-2 1,-2-1,-3 0,0-1,-6-23,-3 2,-3 0,-18-46,25 92,10 22,0 1,0-1,0 0,0 1,0-1,0 0,0 0,-1 1,1-1,0 0,0 1,0-1,0 0,0 0,-1 1,1-1,0 0,0 0,0 0,-1 0,1 0,0 0,0 0,-1 0,1 1,0-1,0 0,-1 0,1 0,0 0,0 0,-1 0,1 0,0 0,-1 0,1 0,0 0,-1 0,1 0,0 0,0 0,-1 0,1 0,0 0,-1 0,1 0,0 0,0 0,-1 0,1-1,0 1,0 0,-1 0,-1 32,2-1,1 0,2 0,5 24,-4-21,28 202,19 38,-1-117,-46-148,0-1,1 1,0-1,0 0,1-1,-1 1,1-1,1 0,0 0,1-1,-1 0,0 0,1-1,1 0,-1 0,4 0,-8-3,1-1,0 1,0-1,0 0,0-1,-1 1,1-1,0 0,0 0,0-1,0 1,0-1,0 0,-1 0,1-1,-1 0,1 1,0-1,-1 0,1 0,-1-1,-1 0,1 0,0 1,0-2,-1 1,2-3,8-7,-3 0,1-1,0 0,-2-1,-1 0,8-16,21-56,-37 87,0 0,0 0,0 0,1 0,-1 1,0-1,0 0,0 0,0 0,0 0,1 0,-1 0,0 1,0-1,0 0,1 0,-1 0,0 0,0 0,0 0,1 0,-1 0,0 0,0 0,0 0,0 0,1 0,-1 0,0 0,0 0,0 0,1 0,-1 0,0 0,0 0,0-1,1 1,-1 0,0 0,0 0,0 0,0 0,0 0,1-1,-1 1,0 0,0 0,0 0,0 0,0-1,0 1,0 0,0 0,2 21,-2-19,0 36,-1-24,0 0,2 0,0 0,0 1,1-1,1 0,0-1,3 8,-4-17,0-2,-1 1,1 0,0 0,0 0,1-1,-1 0,1 1,-1-1,1 0,0 0,-1 1,1-2,0 1,0-1,0 0,0 1,1-1,-1 0,1 0,-1 0,1 0,-1-1,0 0,0 1,1-1,-1-1,1 1,0 0,-1-1,3 0,22-5</inkml:trace>
  <inkml:trace contextRef="#ctx0" brushRef="#br0" timeOffset="4347.156">4209 1165,'-11'-7,"-7"-5,2-2</inkml:trace>
  <inkml:trace contextRef="#ctx0" brushRef="#br0" timeOffset="4515.706">3623 951,'9'0,"18"-2,23-4,22-1,19-3,12 1,1 1,-16 3</inkml:trace>
  <inkml:trace contextRef="#ctx0" brushRef="#br0" timeOffset="4719.24">4574 1253,'-5'20,"-1"12,0 10,2 3,1 1,1-2,3-6,4-6,5-9,3-8,3-14,-4-6</inkml:trace>
  <inkml:trace contextRef="#ctx0" brushRef="#br0" timeOffset="4882.322">4495 976,'-13'-5,"-2"3,3 1,4 2</inkml:trace>
  <inkml:trace contextRef="#ctx0" brushRef="#br0" timeOffset="11270.327">13443 1140,'38'-72,"-14"29,-3-1,0 0,7-36,-16 39,-3-2,-1 1,-2-1,-3-1,-1 2,-2-2,-3-11,2 46,1 1,-2-1,1 1,-2-1,1 2,-1-2,0 2,-1-1,0 0,3 6,1 1,0 0,-1 0,0-1,0 1,0 0,0 0,0 0,0 0,0 1,0-1,-1 0,1 0,0 1,-1 0,1-1,0 1,-1 0,1-1,0 1,-1 0,1-1,-1 1,1 0,-1 0,1 0,-1 1,1-1,0 0,-1 0,1 1,0-1,0 1,0-1,-1 0,1 1,0-1,0 1,0 0,-1 0,1 0,0 0,0 0,0 0,0 0,0 1,-43 55,28-26,2 0,1 0,2 1,1 0,2 1,0 0,-1 28,7-49,2 0,-1 0,1 0,0 0,1 0,-1 0,2 0,1 0,0-1,1 0,0 1,0-1,2 0,-1 0,1-1,0 1,1-1,1-1,0 1,0-2,2 4,8-1,0-1,0 1,1-2,0-1,0-1,2 0,-2-2,2 1,-1-2,1-1,0 0,0-3,0 1,-1-1,2-1,-2-1,19-5,-29 7,1-1,-2-1,1 0,0-1,0 1,-1-1,0-1,1 0,-1 0,0-1,-1 0,0-1,1 1,-1-2,-2 1,2-1,-1 0,0 0,-1-1,0 0,-1 0,0 0,0-1,-1 0,0 0,2-5,-6 12,1 1,-1 0,0 0,1-1,-1 0,0 1,0-1,0 1,0-1,-1 0,1 1,0-1,-1 1,1 0,-1 0,0-1,1 1,-1-1,0 1,0 0,0-1,0 1,0 0,0 0,0-1,0 1,0 1,-1-1,1 0,0 1,-1-1,1 0,-1 0,1 1,-1-1,1 1,-1 0,2-1,-2 1,-62 6,55-3,-1 1,1 1,-1 0,1-1,1 2,-1 0,0-1,1 2,1-1,0 2,-1 0,1-1,1 2,0-2,1 2,0 0,0 0,-3 6,7-12,0 0,1 0,-1 1,1-1,-1 0,1 0,0 0,0 0,1 1,-1-1,1 0,-1 0,1 0,0 0,1 1,-1-2,0 1,1 0,0 0,-1 0,1-1,0 0,1 1,-1-1,0 1,0-1,0 0,1 0,0 0,0-1,0 0,0 1,0-1,0 1,0-1,3 1,5 1,1 1,0-3,0 1,0 0,0-1,0-1,0 0,1 0,-2-2,1 1,1-2,-1 2,-1-3,1 1,-1-2,0 1,0-1,0-1,-1 1,0-2,0 0,0 0,-1-1,0 1,-1-2,1 1,-1-2,-2 1,1-1,0 0,2-5,-7 12,0-1,-1 1,0 0,1-1,-1 0,0 1,-1 0,1-1,-1 0,0 0,0 0,0 2,0-2,0 0,-1 0,0 1,0-1,0 1,0-1,0 0,-1 2,0-2,0 1,0 0,0 0,0 0,-1 0,1 1,-2-2,2 4,0 0,0 0,-1 1,1-1,1 1,-1-1,0 1,0 0,0 0,0 0,0 0,0 0,1 0,-1-1,0 2,1-1,-1 0,1 1,-1 0,1-1,-1 1,1 0,0 0,0 0,0-1,0 1,0 0,1 0,-1 0,1 0,-1 0,1 0,0 1,-1 2,-1 0,1-1,0 0,0 1,1 0,-1-1,1 0,0 1,0 0,1-1,-1 1,1-1,0 1,0-1,1 1,-1-1,0 1,1-2,1 1,-1 1,1-1,-1-1,1 0,1 1,-1 0,0-1,1-1,0 2,-1-1,0-1,1 1,1-1,83 21,-40-17</inkml:trace>
  <inkml:trace contextRef="#ctx0" brushRef="#br0" timeOffset="12480.874">16555 1177,'54'-124,"19"-78,-28 85,-44 115,0 1,0-1,0 0,0 1,0-1,0 1,0 0,0 0,1 0,-1 0,1 0,-1 0,1 0,-1 0,1 0,-1 0,1 1,0-1,0 0,-1 1,1 0,0-1,0 1,-1 0,0 0,1 0,0 0,0 0,0 0,-1 1,1-1,0 0,0 1,-1 0,1-1,0 1,-1 0,1 0,-1 0,1 0,-1 0,1 0,-1 0,0 0,1 0,-1 0,8 10,0-2,0 2,0-1,-2 1,1 1,-1-1,-1 1,0 0,0 1,-3-1,2 1,-2 0,0 0,0 1,-1 6,-2-15,1 0,-1 0,-1-1,1 1,-1 1,0-2,0 1,-1 0,1 0,-1-2,0 2,0 0,-1-1,1 0,0 0,-2 0,1 1,0-3,-1 2,1 0,-1-1,0 0,-1 0,1 0,1-1,-2 1,1-1,-1 0,0 0,0-1,0 0,0 1,1-1,-1 0,0-1,0 1,-1-1,1 0,0-1,0 1,0-1,4 1,0 0,0 0,0 0,1 0,-1 0,0 0,0 0,0 0,1 0,-1 0,0-1,0 1,1 0,-1 0,0-1,1 1,-1-1,0 1,1-1,-1 1,0-1,1 1,-1 0,1 0,-1-1,1 0,-1 1,1-1,0 0,-1 1,1-1,0 0,-1 1,1-1,0 0,0 0,0 0,0 1,0-1,0 0,0 0,0 1,0-1,0 0,0 0,0 0,0 1,1 0,-1-1,0 0,1 1,-1-1,0 0,1 0,33-28,58-20,-67 38,0-1,0-1,-2-2,0 0,-1-2,16-15,-34 30,0-2,0 0,0 0,-1 1,0-1,0 0,0-1,-1 1,1 0,-1-1,0 0,0 1,0-1,-1 0,0 0,0 1,0-2,0 1,-1 1,0-2,0 1,-1 1,0-5,0 8,-1-1,0 1,0-1,0 1,0 0,-1 0,1 0,0 0,0 0,-1 1,2-1,-1 0,-1 1,1-1,-1 1,1 0,-1 0,1 0,-1 0,1 0,0 1,-1-1,1 1,-1 0,1-1,0 1,0 0,0 0,0 0,0 0,0 0,0 1,0-1,0 1,0-1,1 1,-1 0,1 0,-1 0,1 0,0-1,-1 2,-2 2,1 1,0-1,1 1,-1 0,1-1,-1 1,2 0,-1 0,1 1,0-2,0 2,1 0,-1-2,2 2,-1-1,1 0,0 1,0-2,1 2,-1-1,2-1,-1 1,1 0,-1-1,1 1,0 0,1-2,0 2,0-1,0-1,1 1,0-1,3 3,0 0,0-1,0-1,0 0,0 1,1-2,0 0,1 0,-2-1,2 0,-1-1,1 0,-1 0,1-1,0 0,0 0,0-1,0 0,0-1,0 0,-1-1,1 0,-1 0,1-1,-1 0,0-1,0 0,0 0,-1-1,7-4,-6 0,-1-1,0 0,-1 0,0-1,0 0,-1 0,-2-1,1 0,0 0,-1 1,-1-2,0 1,-1-1,0 1,-1-1,-1 0,0 1,7 144,-6-125,1-1,0 1,-1-2,2 2,-1-1,2 0,-1 0,1 0,-1-1,2 0,-1 1,1-2,-1 1,0 0,2 0,-1-2,1 1,0 0,0 0,-1-2,1 1,0 0,1 0,0-1,-1 0,0 0,1-1,0 0,0-1,0 0,0 0,-1 0,1 0,0 0,0-1,0 0,-1-1,6-2,-3-1,0 0,-1-2,-1 0,1 1,0-1,-1 0,0-1,-2 0,1-1,0 2,-1-3,0 2,0-2,-1 1,-1-1,0 1,0 0,-1-1,0 0,-1 0,0 0,0 0,-1 0,-1 0,1-1,-3-6,-10-10,12 27,1-1,-1 1,0 0,1 0,-1 0,0 0,0 0,1 0,-1 0,0 0,0 0,1 0,-1 0,0 0,0 0,1 1,-1-1,0 0,1 1,-1-1,0 0,1 1,-1-1,1 1,-1-1,0 1,1-1,-1 1,1-1,0 1,-1 0,1-1,-1 1,1 0,0-1,0 0,-1 1,1-1,0 1,0 0,0 0,-4 6,0-1,1 1,1 0,0 0,0 1,0-2,0 2,1-1,0 1,1 0,-1-1,2 1,-1-1,1 0,0 0,1 1,0-1,0 0,0 1,0-2,1 2,1-2,0 1,0-1,0 0,1 0,0 0,0 0,0-1,0 0,1 0,6 4,0-4,-1 1,1-1,0-2,0 1,0 0,1-1,-1-1,1 0,0-1,-1-1,4 0,34-2</inkml:trace>
  <inkml:trace contextRef="#ctx0" brushRef="#br0" timeOffset="13473.195">18352 559,'-7'-2,"-1"1,-1-1,1 1,0 0,0 0,-1 1,1 0,-1 0,1 1,0 0,0 1,-1-1,1 1,1 1,-1 0,0 0,0 1,0-1,2 1,-1 1,0 0,0-1,1 2,0 0,0-1,1 1,-1 1,-2 3,7-7,-1 0,1-2,0 2,0 0,0 1,1-1,-1 0,1-1,0 1,-1 0,1 0,1 1,-1-2,0 1,1 0,0 0,-1 0,1 0,0-1,1 1,-1 0,0 0,1-1,0 1,0-1,-1 0,2 1,0 0,71 51,34-3,-72-36,0 1,-2 3,0 0,9 8,-40-26,-1 1,1-1,0 1,-1-1,1 0,-1 1,0 0,1 0,-1 0,0 0,-1 0,1 0,-1 0,1 0,0 1,-1 0,0-1,1 1,-1 0,0-1,-1 1,1 0,0 0,-1 0,0-1,0 1,1 0,-2 0,1 0,0 0,-1-1,1 0,-1 1,0 0,0 0,-7 3,0 0,0 0,-1-1,0 0,0 0,0 0,-1-2,0 0,1 0,-2 0,1-1,0 0,-7-1,12 0,-1 1,0 0,0-1,0 0,0 0,0-1,0 1,-1-2,1 1,1 0,-2-1,1 0,0-1,0 0,0 0,-2 0,7 0,-1-1,1 1,-1-1,1 1,0 0,0 0,0-1,1 0,-1 0,0 1,1-1,0 1,0-1,0 0,0 1,0-1,0 0,1 1,-1-1,1 1,0-1,0 0,0 1,0-1,0 2,1-2,-1 1,1-1,0 1,-2 0,2 0,0 0,0 1,2-2,22-26,0 1,2 2,0-1,3 4,0-1,1 3,1 1,21-10,-45 26,2-3,-1 2,1-1,0 1,0 0,1 1,-1 1,1-1,0 2,-1-1,13 1,-22 2,1 0,-1 0,0 1,1 0,-1-1,1 1,-1 0,0 0,1 1,-1-1,0 0,0 1,0-1,0 1,0 0,0-1,0 0,0 1,-1 1,1-1,-1 0,0 0,0 0,0 1,0-2,0 2,0-1,-1 1,1-1,0 2,6 76,-7-74,-2 38,6 58,-3-100,-1 0,1 0,0 1,0-1,0 0,0 0,0 0,0-1,1 1,-1 0,1 0,-1 0,1 0,0 0,0-1,0 1,-1-1,1 0,0 0,0 0,0 0,0 0,1 0,-1-1,0 1,1 0,-1-1,1 1,-1-1,0 0,1 0,-1 0,1 0,-2-1,2 1,1-1,82-33,-65 20,-1-2,-1 0,0-1,-1-1,-1-1,0 0,-3-1,1 0,-2-2,11-21,-14 19,-10 24,0 0,0 0,0 0,-1 0,1 0,0 0,0 0,0 0,0 0,0 0,0 0,-1 0,1-1,0 1,0 0,0 0,0 0,0 0,0 0,-11 18,6-5,-1 0,2 1,0-1,0 1,3-1,-3 15,4-24,-1 0,1 1,0 0,1-2,-1 2,1-1,0 0,0 1,0-1,0 0,0 0,1 0,0 0,0 0,1 0,-1-1,1 1,0 0,0-1,0 0,0 0,1 0,0 0,-1 0,12 2,-1 0,1 0,0-1,0-2,0 1,1-1,-1-1,0 0,0-1,1-1,0 0,-1-1,0-1,0 0,0-1,2-2,5 2,-1-3,1 0,-1-1,0-1,-1-1,0 0,-1-2,0 0,-1-1,0-1,-2 0,1-2,-2 0,0-1,0 0,-3 0,1-1,-1-1,-2-1,0 0,0 0,-2 0,-1-1,3-22,0 0,-3 0,-2-2,-2 1,-2 1,-2-2,-6-34,6 64,0 0,-1 0,0 1,-2-1,0 0,0 0,-2 1,1 0,-1 1,-2 0,1-1,-2 1,-3-5,9 15,1 1,-1 0,1-1,-1 1,0 0,0 0,0 0,0 1,0 0,0-1,0 1,0 0,-1 0,1 0,-1 0,1 1,-1-1,1 1,-1 0,1 0,-1 0,2 1,-2-1,0 1,1 0,0 0,-1 0,1 0,0 0,-1 0,-4 4,0 0,0 0,0 0,1 1,1 1,-1-2,0 2,1 0,0 0,-4 7,-8 18,0 0,3 1,1 1,1 0,3 1,0 1,2-1,2 1,2 0,1 1,0-2,1-1,2 1,2 0,1 0,1-1,2 0,5 8,-7-25,2-1,0 1,0-1,2-1,0 1,2-1,-1-1,1 1,1-1,1-1,-1-1,2 0,1 1,-1-2,7 3,-1-2,1-2,0-1,2 0,-2-2,3 1,-2-2,1-1,0-1,0-1,2 0,-2-2,0-1,1 0,-1-2,5-1,52-9</inkml:trace>
  <inkml:trace contextRef="#ctx0" brushRef="#br0" timeOffset="7299.286">6266 1606,'12'-141,"-7"105,-2 0,-1 0,-2 0,-3-25,2 51,0-1,0 1,-1 0,-1 0,1 0,-2-1,0 2,0-1,-1 1,1 0,-1-1,-1 2,-1-1,0 1,0 0,-5-5,11 12,0 0,0 1,-1-1,1 0,0 1,-1-1,1 1,-1-1,1 1,-1 0,1 0,-1 0,1 0,-1 0,1 0,-1 0,1 0,-1 0,1 0,0 1,0-1,0 1,-1-1,1 1,0 0,-1-1,1 1,0 0,0 0,0 0,0 0,-1 0,1 0,1 0,-1 0,0 0,0 0,0 0,1 1,-1-1,0 0,1 1,-2 0,1 1,0 0,0-2,0 2,0 0,0 0,1 0,-1 0,1-1,0 1,0 0,0 0,0 0,1 0,-1-2,1 2,-1 0,1 0,0 0,0 0,1-1,3 3,0-1,1-1,-1 1,0-2,1 1,0 0,0-1,0 1,1-1,-2-1,2 0,-1 0,1 0,-1-1,1 0,-2 0,2 0,1-1,4 2,188 4,-195-4,0 0,-1 0,1 0,-1 0,1 1,-1 0,0-2,0 3,0-1,0 0,0 1,0 0,-1 0,1-1,-1 1,1 1,-1-1,-1 1,0-1,1 1,-1 0,1 0,-1-1,0 2,-1-1,1 1,-1-2,1 4,6 98,-8-87,0 0,2-1,0 1,0-1,1 1,3 4,-6-19,1 0,0-1,0 1,1 0,-1 0,1 0,-1-1,1 1,0-1,0 0,0 1,0-1,0 0,1 0,-1 0,1 0,-1-1,0 1,1-1,0 1,0-1,0 0,0 0,0 0,0 0,0 0,0-1,0 1,0-1,1 0,-2 0,1 0,0 0,0-1,1 0,-1 1,0-1,0 0,0 0,0-1,9-4,-1-1,1-1,-2 1,1-2,-1 1,0-2,-1 1,0-1,0-1,-1 1,-1-1,-1-1,1 1,-1-1,0 0,-1 0,3-13,-6 18,-1 0,1 0,0 0,-1 0,0-1,0 2,-1-2,0 0,0 2,-1-2,0 1,-1 0,1 0,-1 0,0 0,0 1,-1-2,-1 3,1-2,-1 0,-3-2,7 8,-1 0,0 0,0 0,0 0,0 0,0 1,0-1,0 0,-1 0,1 1,0 0,0 0,1-1,-2 1,1-1,0 1,-1 0,1 0,0 0,-1-1,1 1,0 1,-1-1,1 0,0 0,0 0,-1 1,1-1,0 0,-1 1,1-1,0 0,0 1,0-1,0 1,0 0,0 0,0 0,0 0,0 0,0 0,0 0,0 0,0 0,1 0,-1 0,1 0,0 1,-26 58,23-46,0 1,2-1,0 1,0 0,1 0,1 0,1-1,0 1,4 11,-4-20,0 1,0-2,1 1,-1 0,1-1,1 1,-1 0,0-1,1 0,0 0,1-1,-1 1,1-1,0 1,1-2,-1 1,0-1,0 1,1-1,0-1,0 1,1-1,-2 0,3 0,3 0,0-1,0 0,0-1,1-1,-2 1,2-2,-1 0,0 0,-1-1,1 0,0 0,-1-1,0-1,0 0,1 1,-3-2,2-1,2-1,30-23</inkml:trace>
  <inkml:trace contextRef="#ctx0" brushRef="#br0" timeOffset="7704.946">7061 1077,'2'2,"0"0,0-1,0 1,1-1,-1 0,0 0,1-1,-1 1,1 0,0 0,-2-1,2 1,0-1,-1 0,1 0,0 0,-1 0,1 0,0 0,-1-1,3 0,21-3,1-3,0-1,-2 0,1-1,-1-3,0 1,-2-1,1-2,-1-2,16-13,-22 18,-1-2,-1-1,-1-1,1 1,-1-2,-2 0,1-2,-9 13,1-3,-1 1,0 1,-2-2,1 1,0-1,-1 1,0-1,0 1,-1-1,0 0,0 0,-1 0,0 0,-1 0,0 1,0-2,0 2,-2-3,2 6,-1-1,1 0,-1 1,0 0,1 0,-2-1,1 1,-1 1,0-1,0 0,0 0,-1 2,0-2,1 1,-1 0,0 0,1 0,-2 1,1 0,-1 0,1 0,-1 0,0 0,1 1,-1 0,1 0,-1 0,0 1,0-1,0 1,0 0,0 1,1-1,-1 1,0 0,0 0,1 1,-1-1,0 1,1 0,0 0,0 1,0-2,-1 2,1 0,-5 10,1 0,1 0,0 1,0 0,1 0,1 0,1 1,0 0,2 0,-1-1,2 1,-1 0,2 0,0 1,2 7,3 63,5-1,4 0,3 0,5-1,17 40,24 103,-48-167,-3 0,-2 1,-3-1,-2 2,-4 8,-18 28,6-73</inkml:trace>
  <inkml:trace contextRef="#ctx0" brushRef="#br0" timeOffset="8620.904">7309 1556,'3'-5,"-1"0,1 0,0 0,0 1,1 0,0-1,0 1,0 1,1-1,-1 0,0 0,1 1,0 1,2-2,8-6,302-187,-271 160,-45 36,-1 1,1-1,-1 1,0-1,1 0,-1 1,0-1,0 0,1 1,-1-1,0 0,0 1,0-1,0 0,0 1,0-1,0 0,0 0,0 1,0-1,0 0,0 1,-1 0,1-1,0 1,0-1,-1 1,1-1,-1 0,1 1,0-1,-1 1,1-1,-1 1,1-1,-1 1,1-1,-1 1,0 0,1-1,-1 1,1 0,-1-1,0 1,1 0,-1 0,0 0,1-1,-1 1,0 0,0 0,1 0,-1 0,0 0,1 0,-1 1,0-1,-42-2,40 2,-1 0,0 0,1 0,-1 0,1 1,-1-1,0 1,1 0,1 0,-2 0,1 1,0-1,-1 1,1 0,0-1,0 1,0 0,1 0,-1 1,0-1,1 1,0-1,0 1,0 0,0 0,1 0,-1 0,0-1,1 2,0-1,0 1,0-1,0 0,0 0,1 1,0-1,-1 2,3 10,1 0,0-1,1 0,0 0,0 0,2 0,1 0,0-1,0-1,2 0,-2 1,3-1,0-1,0 1,0-2,1 0,1 0,-1-2,2 2,9 3,-17-9,0-2,0 2,0-1,1 0,-1-1,0 1,1-2,0 1,0-1,0 0,0 1,0-2,-1 1,1-1,0 0,0 0,0-1,1 1,-2-1,1-1,0 1,-1-1,1 1,0-2,-1 1,0-1,0 0,4-2,2-9,-1 1,1-1,-2-1,1 0,-3 0,1-1,-1 0,-1 0,-1 0,0-1,-1 0,-1 0,-1-17,0 25,2-9,-1 7,-1 0,0-1,-1 1,0 0,0-1,-2 0,1 1,-2 0,0-5,2 15,-1 0,1 0,-1-1,1 1,-1 0,1 0,-1 0,0 0,0 0,1 0,-1 0,0 0,0 0,0 0,0 0,0 0,0 1,0 0,0-1,0 1,0-1,0 1,-1-1,1 1,0 0,0-1,-1 1,1 0,0 0,-1 0,1 0,0 0,-1 0,1 0,0 1,-1-1,1 0,0 1,0-1,-1 1,1-1,0 1,0-1,0 0,0 1,0 0,0 0,0 0,0 0,1 0,-1 0,0 0,1 0,-1 0,0 0,1 0,-2 1,1-1,-1 0,1 0,-1 0,1 1,0-1,0 1,0 0,0-1,0 1,0 0,0 0,1 0,-1-1,1 1,-1 0,1 0,0 0,-1 0,1 0,0 0,0-1,1 1,-1 0,0 0,1-1,-1 1,1 0,0 0,-1 0,1 0,0-1,0 0,0 1,0 0,1-1,-1 1,0-1,1 1,7 2,1-1,0 0,0 0,-1-1,2 0,-1 0,1-1,-2-1,2 0,-1 0,1-1,3-1,5 1,164-5,-180 6,0 1,0-1,-1 1,1 0,0 0,-1 0,1 0,0 1,0-1,-1 0,1 0,-1 1,0 0,1 0,-1 0,0 0,0 0,0 1,-1-1,0 0,1 0,-1 1,1-1,-1 1,0 0,0-1,0 1,0 0,-1 0,1 0,-1 0,0-1,0 1,0 0,0 1,1 42,-1-35,0 1,0-1,1 0,1 1,0-2,0 1,1 0,1 0,0-1,-3-7,0-1,0 0,1 0,-1 0,0 0,0 0,1-1,-1 1,1 0,0-1,0 1,0-1,0 1,0-1,1 0,-1 0,0 0,0 0,1 0,-1-1,1 0,-1 0,1 1,-2-1,2 0,-1 0,1 0,-1 0,0 0,1-1,-1 1,1 0,4-2,0 0,-1-1,1 0,0 0,0 0,-1 0,0-1,-1 0,1-1,2 0,8-11,-1 0,0-1,-2 0,1-1,-2-1,-1 0,0-1,-1 0,-1 1,-1-2,-1-4,-1 8,-2 46,-7 12,0-29,1 2,1-2,1 0,0 1,0 0,1-1,1 1,0-1,1 1,1-1,0 0,0-1,4 6,-7-13,2-1,0 1,-1-1,1-1,1 1,-1 0,0 0,1-1,-1 1,1-1,0-1,-1 1,1 0,0 0,0-1,0 0,0 0,1 0,-1 0,0-1,0 0,0 1,0-2,1 1,-1 0,0-1,1 0,2-1,20-7</inkml:trace>
  <inkml:trace contextRef="#ctx0" brushRef="#br0" timeOffset="8887.187">8702 926,'-16'-3,"-4"3,0 2,10 4,4 0</inkml:trace>
  <inkml:trace contextRef="#ctx0" brushRef="#br0" timeOffset="9145.496">9041 485,'4'5,"4"17,3 19,2 18,0 20,3 13,1 11,-1 4,0 0,-1-4,0-9,-4-11,-1-12,-2-16,-3-21,-1-16</inkml:trace>
  <inkml:trace contextRef="#ctx0" brushRef="#br0" timeOffset="9532.512">8910 1127,'287'-17,"-238"13,-18 1,-1 2,0 1,0 0,0 1,1 3,-1 1,7 2,-32-6,0 1,-1 0,1 0,0 0,-1 1,1 0,-1-1,1 1,-1 0,-1 1,1-1,0 1,-1-1,0 1,1 1,-1-1,-1 0,1 1,-1-1,1 0,-2 1,1 0,0 1,0 1,1 16,-1 0,0 1,-1-1,-2 1,-2 15,1 51,2-86,-1 1,1-1,1-1,-1 1,1 0,-1 1,1-2,0 1,1 0,-1 0,1-1,-1 1,1-1,1 1,-1 0,0-2,1 1,0 1,-1-1,1 0,1-1,-2 0,1 1,1-1,-1 0,1 1,0-1,-1-1,1 1,0-2,0 2,0-1,0 0,0-1,0 1,0-1,0 0,1 0,2 0,2-2,1 0,0 0,0-1,-1-1,0 0,1 0,-1 0,-1-1,0-1,1 1,-1-1,0 0,-2 0,1-2,0 2,0-2,-1 1,0-2,-2 1,5-8,-5 10,0-1,0 1,-1-1,0 0,0 0,-1-1,0 1,-1-1,0 1,-1-1,1 1,-1-1,0 1,-1-1,1 0,-1 1,0 0,-1 0,-1-1,1 1,-1 0,0 0,-1 0,0 0,0 2,-4-7,4 8,-1 0,-1-1,1 1,-1 2,0-2,0 1,1 0,-2 0,1 1,-1 1,1-1,-1 1,1-1,-1 1,1 1,-1-1,0 1,0 1,1-1,-1 1,0 0,1 1,-1-1,1 0,0 2,0-1,-1 1,1 0,0 1,0-2,2 2,-2 0,1 1,0-2,0 2,0 0,1 0,0 0,1 1,-1-1,0 0,1 1,0 1,-1 2,3-5,0-1,0 0,0 0,1 1,-1-1,1 1,0-1,0 0,0 1,1 0,-1-1,1 0,0 0,0 1,0-1,0 1,1-2,-1 1,1 0,0 0,0 0,0-1,1 1,-1 0,0-1,2 2,21 16</inkml:trace>
  <inkml:trace contextRef="#ctx0" brushRef="#br0" timeOffset="10430.974">10420 1241,'-13'-9,"-1"0,-1 1,0 0,0 2,0-1,-1 1,-1 2,1-1,0 2,0 0,-4 0,16 3,0 0,1 0,-1 0,0 1,0 0,1-1,-1 2,0-1,0 0,1 1,-1-1,2 1,-2 0,1 0,0 0,-1 0,1 1,0-1,1 1,-1 0,1 0,-1-1,1 1,0 1,0-1,1 1,-1-2,1 2,-1 0,1 0,0-1,0 0,1 1,-1 0,1 0,0-1,0 1,0 0,0 0,1-1,0 1,-1 0,1-1,1 1,-1-1,1 1,-1-1,0 1,1-1,0-1,3 4,1 0,1-1,0 1,1-1,-1-1,0 1,1-1,1 0,-2-1,2-1,-1 1,1-1,0 0,-1 0,1-1,0 0,0-1,-1 0,1 0,0-1,0 0,-1 0,1-1,0-1,0 1,-1 0,0-2,0 0,0 0,0 0,0 0,-2-2,1 1,0 0,1-2,53-55,-61 62,1 0,-1 0,1 0,-1 1,1-1,0 0,-1 0,1 0,-1 0,1 1,-1-1,1 0,-1 1,1-1,-1 0,1 1,-1-1,0 1,1-1,-1 0,1 0,-1 0,0 1,0-1,1 1,-1-1,0 1,0 0,1-1,-1 1,0-1,0 1,0-1,0 1,0 0,0-1,0 1,0-1,0 1,0-1,0 1,-1 0,1-1,0 1,0-1,0 1,-1-1,1 1,0-1,-1 1,1-1,0 1,-1-1,1 2,-1 3,5 77,-4-80,1 1,0 0,0-1,0 0,1 1,-1-1,1 1,-1-1,1 1,-1-1,1-1,0 1,0 0,0 0,0 0,1-1,-1 1,1-1,-1 1,1-1,0 0,-1-1,1 1,0 0,0-1,-2 1,2-1,0 1,1-1,2 0,0 0,0 0,0-1,-1 0,0 0,1 0,0 0,-1-1,1 0,-1 0,-1-1,2 0,-1 0,0 1,-1-1,1-1,-1 0,1 0,-1 1,0-4,5-1,-1-3,-1 2,0-2,-1 1,0 0,-1-2,0 1,3-11,-2 1,-2-2,-1 1,-1 0,0-1,-2-14,0 14,0 22,0-1,0 1,0 0,0-1,0 1,0 0,0-1,0 1,0 0,1 0,-1 0,0 0,1 0,-1 0,1-1,0 1,-1 0,1 0,0 0,0 0,0 0,-1 0,1 0,0 0,0 0,1 1,-1-1,0 1,0 0,0-1,0 0,1 1,-1-1,0 1,0 0,1 0,-1-1,0 1,1 0,-1 0,0 0,0 0,0 0,0 1,1-1,-1 0,0 1,0-1,1 0,-1 1,1 0,23 6,0 1,-2 1,2 1,-2 2,-1 0,1 1,4 5,-19-11,0 0,-1 0,0 0,0 1,-1 0,0 1,0-1,-2 1,1 0,0 1,-1-1,-1 1,0-1,0 1,-1 0,0-1,-1 2,0 2,-1-8,1 0,0 1,0-1,0 0,1 0,0 0,-1 0,1 0,0 0,1 0,0-1,0 0,1 1,-1-1,1 0,0 0,0 0,0-1,-1 0,2 0,0 0,-1 0,1 0,0 0,0-2,1 1,-2 0,1-1,1 1,2-1,6-1,-1 0,1-1,-1-1,1-1,0 0,-2 1,2-2,-1-1,-1 0,1 0,-1-2,-1 1,1-1,-1-1,1 0,-3-1,2 1,-1-1,3-7,-6 9,0-1,-1 1,0-1,0 0,-2-1,0 1,1-1,-1 1,-1-2,0 1,0 0,-1-1,0 1,0-1,-1 1,-1-1,0 0,0 1,-2-6,2 14,-1-2,0 0,1 1,-1-1,0 1,0-1,-1 2,1-1,-1-1,1 1,-1 0,1 0,-1 0,0 0,0 1,0 0,0-1,-1 0,1 1,1 0,-2-1,1 1,-1 0,1 0,-1 1,1-1,-1 0,0 1,1 0,-1-1,0 1,1 0,-2 0,-1 1,-1 0,0-1,1 2,-1-1,0 1,0 0,2 0,-2 0,1 0,0 1,0 0,0 0,0 1,-1 1,1-1,0 0,0 1,1-1,-1 0,1 2,0-1,1-1,1 2,-2 0,2-1,-1 1,1 0,0-1,0 1,0 0,1 0,0 1,1-2,-1 2,1-1,0 0,1 0,0 0,0 0,0 1,1-2,-1 1,2 0,-1-1,1 1,0 0,0-1,-1 0,2 1,0-2,0 1,1 1,11 1,0 1,2-1,-2-1,2 0,-1-2,2 0,-2 0,2-2,-2 0,2-1,-1-1,1-1,-1 0,0-1,1-2,73-5</inkml:trace>
  <inkml:trace contextRef="#ctx0" brushRef="#br0" timeOffset="16586.466">21935 812,'-18'-2,"2"0,-2 2,1 0,0 0,0 2,0 0,0 1,1 1,-13 3,22-4,-1 0,0 0,0 0,1 1,1 0,-1 1,0-1,0 1,1 1,0-1,1 1,-1 0,1 0,0 0,0 1,1 0,0 0,0-1,1 2,-2 7,3-12,1 0,0 0,0 0,1 0,-1 1,1-1,-1 0,1 0,0 0,0 1,1-1,-1 0,1 0,-1 0,1 0,0 1,1-1,-1-1,0 1,1 0,0 0,0 0,-1 0,1-2,0 2,0 0,1-1,-1 0,1 1,-1-1,1 0,0-2,0 2,0 0,0-1,0 0,0 1,0-1,0-1,1 1,-1 0,0-1,1 0,2 1,6-3,-2-1,2 0,-1 0,0 0,0-1,0-1,-1 0,0 0,0-1,0 0,-2-1,2-1,-1 2,-1-3,0 2,-1-2,1 0,-1 0,-1 0,3-6,8-15,0-2,-3 0,0 0,-2-1,-2 0,-1-1,-1 0,-2 0,-2 0,-1-1,-2-14,0 33,-1 1,0-1,-1 1,-1-1,0 1,-2 0,-2-8,6 23,0-2,0 1,0 0,-1 0,1 0,0-1,-1 1,1 0,0 0,-1 0,0 0,1-1,-1 1,0 1,1-1,-1 0,0 0,0 1,0-1,0 0,0 0,0 1,0-1,0 0,0 1,0-1,-1 1,1-1,0 1,0 0,1-1,-2 1,1 0,0 0,0 0,-1 0,1 0,0 0,-1 0,1 0,0 1,0-1,0 0,-1 1,1-1,0 1,0 0,0-1,-1 1,-7 9,0 1,0-1,1 1,0 1,1-1,1 1,0 0,0 1,1 0,1-1,0 1,1 1,0 3,-3 4,0 1,2 1,0-1,1 1,2-1,0 1,2 0,0-1,2 1,0 0,2-1,1 0,7 21,-9-36,0 0,1-1,0 1,0-1,-1 0,2 0,0-1,0 1,1-1,-1-1,1 1,-1-1,2 0,-1-1,1 0,-1 0,0 0,1 0,0-1,1-1,-1 1,-1-2,1 0,1 1,0-1,3-1,0 1,1-1,-2-1,2 0,-1-1,-1-1,1 0,0 1,-2-2,1-1,0 1,0-1,-1-1,0 0,0 0,2-4,-4 2,0 2,-1-3,0 2,0-1,-2-1,0 1,1-2,-2 2,1-2,-2 0,1 1,-1-1,-1 0,0 1,-2-2,1 1,-1-4,-15-31,15 45,0 0,-1 0,1 0,-1 0,1 0,-1 0,1 1,-1-1,0 0,1 0,-1 1,0-1,0 0,0 1,1 0,-1 0,0-1,0 1,0-1,0 1,0-1,0 1,0 0,0 0,0 0,0-1,0 1,0 0,0 0,0 0,1 1,-1-1,0 0,0 0,0 0,0 1,0-1,0 0,0 1,0-1,1 1,-1-1,0 0,0 1,0-1,1 1,-1 0,0 0,-3 5,0 0,0 1,1 0,0-1,0 1,1 0,1 0,-1 1,1-2,0 2,0-1,1 0,0 0,0 1,1 0,0-2,0 2,1 0,-1 1,1-1,1 0,0 0,1 0,0-1,0 1,1-1,-1 1,2-2,-2 1,2 0,0-2,1 2,-1-1,1-2,0 2,0-1,1-1,0 0,0 0,-1 0,1-1,1-1,6 3,2 0,1-1,0-1,1 0,-1-1,1-1,-1 0,1-2,-1 0,1-1,-2-1,18-4,-17 1,-1 0,0-2,0 0,-1 0,0-1,-1-2,0 1,0-2,-2 1,1-1,-2-1,0 0,0-2,-1 1,-1-1,0 0,-1 0,-1-1,-1-1,0 1,-1-1,-1 0,0-1,0-7,-6 16,-5 35,2 74,4-1,4 0,5 0,18 79,14 154,-44-248,3-85,0 1,-1-1,1 1,0-1,-1 1,1-1,-1 1,1-1,-1 1,1-1,0 1,-1-1,0 1,1 0,-1-1,1 1,-1 0,1-1,-1 1,0 0,1 0,-1 0,0 0,1 0,-1-1,0 1,1 0,-1 0,1 1,-1-1,0 0,1 0,-1 0,0 0,1 0,-1 1,1-1,-1 0,0 1,1-1,-1 0,1 1,-1-1,1 1,0-1,0 1,0-1,-1 1,1-1,-1 1,1-1,0 1,0-1,-1 1,1 0,0-1,0 1,0 0,-9-28,3 0,0-1,2 1,1 0,1-1,1-13,0 14,-12-525,13 530,-1 13,0-2,2 1,-1 1,1-2,1 1,0 0,0 0,1 1,2-7,-3 14,-1 1,1-1,-1 1,1 0,0 0,0 0,0 0,0 0,0 0,0 0,0 1,0-1,0 1,0-1,0 1,0 0,0 0,-1 0,1 0,0 0,0 0,1 1,-1-1,0 1,0-1,0 1,0 0,-1 0,1 0,0 0,0 0,0 0,-1 1,1-1,-1 0,1 1,-1-2,1 2,-2 0,1-1,0 1,0 0,1 1,33 27,-1 1,-2 1,26 37,-27-11,-31-57,1 1,-1 0,0 0,1 0,-1 0,0 0,0 0,0 0,-1-1,1 1,0 0,-1 0,1 0,-1 0,0-1,1 1,-1 0,0-1,0 0,0 1,0 0,0-1,0 1,0-1,-1 0,1 1,-1-1,1 0,-1 0,0 0,1-1,-1 1,-1 0,-7 3,0-1,-1 0,0 0,0-1,1-2,-1 1,0 0,0-1,0 0,-5-2,14 2,0 1,0-1,0 0,1 0,-1-1,0 1,0 0,0 0,0 0,0-1,0 0,0 0,1 1,-1-1,0 0,0 0,1-1,-1 1,1 0,-1-1,1 1,-1-1,1 1,0 0,0 0,0-1,0 0,1 0,-1 0,0 1,0-1,1 0,-1 0,1 1,0-1,-1 0,1 0,0 0,0 0,0 0,1 0,-1 0,0 0,4-7,1 1,0 0,0 0,1 0,0 1,1 0,-1 0,1 1,5-5,8-8,16-14,-1-2,-3-2,-1-1,-2-1,-2-1,-1-2,-3-1,-1 0,-2-2,7-28,-18 47,-2 2,0-2,-2 1,-2-2,-1 2,0-1,-2-1,-2-20,2 45,0 0,0 0,0 0,-1 1,1-1,-1 0,1 0,-1 0,0 0,1 1,0-1,-1 0,0 1,0 0,-1-1,1 1,0-1,0 1,-1-1,1 1,-1 0,0 0,1 0,-1 0,0 0,1 0,-1 0,0 1,0 0,0-1,0 1,0-1,0 1,0 0,1 0,-1 0,0 0,0 0,1 0,-1 0,0 1,0-1,-7 4,1 1,0 1,1-2,0 3,0-1,0 0,0 1,2-1,-1 2,1 0,-1-1,2 1,-1 0,1 1,0-2,1 4,-14 25,2 1,3 1,1 0,1-1,2 2,3 1,1-2,1 2,2-1,4 30,-2-55,0 2,1-2,1 0,-1 1,2-1,0-1,1 1,1 0,1 0,0-2,-1 1,3 0,-1-1,2-1,-1 0,1 1,1-2,0 0,0 0,1-2,1 1,-1-1,3 0,0-1,0-2,1 1,-1-1,1-2,1 0,-2 0,2-1,-1-1,1-1,-1 0,0-1,1-1,-1 0,0-2,0 1,0-1,-1-2,1 0,-1 1,-1-3,1 1,-1-2,0 1,-1-2,5-4,-13 10,0 1,-1-1,1 0,-1-1,0 1,-1-1,1 0,-1 0,1 1,-1-2,-1 0,1 2,-1-2,0 0,0 1,-1-2,0 2,0-1,0-5,-4 7,0 1,0-1,0 1,0 0,-1 0,0 0,0 1,1-1,0 1,-2-1,1 2,0-1,-1 1,1-1,-1 1,1 0,0 0,-1 0,1 1,-1-1,0 1,1 0,-1 1,0-1,0 1,-3-2,-1 0,0 1,0 0,2 1,-2-1,0 2,1-1,0 1,0 1,-1-1,1 0,0 2,1 0,0 0,-1-1,1 2,0 0,1 1,-1-2,1 2,0 1,0-2,0 2,1-1,1 1,-3 3,6-7,0-1,1 1,-1-1,1 1,-1-1,1 0,0 1,0 0,0 0,0-1,0 1,1-1,-1 0,1 1,0-1,-1 1,1-1,1 0,-1 0,0 1,0-1,1 0,0 0,-2 1,2-1,0-1,0 0,0 1,0 0,0-1,0 1,1-1,-1 1,1-1,-1 0,1 0,-1 0,1-1,8 4,0 0,1-1,-1 0,1-1,1 0,-1-2,10 1,-12-1,-1 0,2 0,-1-1,0 1,0-1,0-1,0-1,0 0,-1 0,0-1,1 1,-1-2,-1 0,1 1,0-2,-1 0,-1 1,1-2,-1-1,6-4,-9 2,-10 20,3 0,0-1,0 1,1 0,1 0,-1 1,2-2,0 1,0 1,1-1,0 0,1 3,-1-9,0-1,0 0,0 1,0 0,0-1,1-1,-1 2,1-1,0 0,0 0,0-1,1 1,-2 0,2 0,-1-1,1 1,0-1,0-1,0 1,1 0,-1 0,0 0,1-1,-1 1,0-1,0 0,1 0,-1-1,1 1,0-1,0 0,-1 0,1 0,0 0,3-1,0 0,0 0,0-1,0 0,0 0,-2-1,2 0,0 1,-1-2,0 1,0-2,-1 1,1 1,-1-2,0 0,0 1,0-2,3-4,1-4,1 0,0 0,-2-1,-1 0,0 0,0-1,-1-1,40-135,-45 151,-1 0,0-1,1 1,-1 0,1-1,-1 1,1 0,-1 1,0-2,1 1,0 0,0 0,0 0,0 0,0 0,0 0,0 0,0 0,0 0,0 1,0-1,1 0,-1 1,0-1,0 1,1 0,-1-1,1 1,-1 0,0 0,1-1,-1 1,0 0,1 0,-1 1,1-1,-1 0,0 0,1 1,-1-1,-1 1,2-1,-1 1,0 0,0-1,0 1,1 0,-1 0,0 0,0 0,0 0,0 0,0 0,98 107,-86-95,1 2,-2 0,1 0,-1 1,-1 0,-1 1,0 0,3 9,-12-24,-1 0,1 0,0 1,-1-1,0-1,1 2,-1-1,0 0,0 1,0-1,-1 0,1 0,-1 0,1 0,-1 0,0 0,1 1,-1-1,0 0,-1 0,1-1,0 1,0 0,-1-1,0 1,1 0,-1-1,0 1,1-1,-1 1,0-2,0 1,0 0,0 0,-1 0,1 0,1 0,-1-1,0 1,-1-1,1 1,0-1,-1 0,1 0,0 0,-1 0,1 0,-1-1,1 1,0-1,0 0,1 1,-1-1,0 0,2 0,-2 0,1 0,-1 1,1-1,-1-1,1 1,0 0,0-1,-1 1,1-1,0 1,0-1,1 0,-1 1,0 0,1-1,-1 0,1 0,-1 1,1-1,0 0,-1 0,1 0,0 1,0 0,1-3,15-56,-11 52,2-2,-1 2,1-1,1 1,0 0,-1 1,2-1,0 2,0-1,-1 2,2-1,0 0,1 1,-2 1,2 0,0 0,-1 1,1 1,0 0,0 0,0 1,10 0,-17 2,1 0,-1 0,0 0,1 1,-1-1,1 1,-1 0,0 1,0-1,0 1,-1 0,1-1,-1 2,1-1,-1 1,0-1,0 0,0 1,0 0,-1 1,0-2,0 1,0 1,0-1,-2 0,1 1,0-1,1 5,-1-3,1 0,0-1,0 0,0 1,1-1,-1 0,1 1,1-2,-1 1,1 0,0 0,-1-2,1 2,1-1,0 0,0-1,0 0,2 2,-1-3,2 0,0 0,-1-1,1 0,-1-1,1 1,0-1,0 0,0-1,-1 0,1 1,-1-2,1 0,0 0,-2-1,2 0,-1 0,0 0,4-3,-7 3,-1 1,1 0,0 0,-1-1,1 0,-1 0,0 0,0 0,0 0,0 0,0-1,-1 0,0 0,0 1,0-1,0 0,-1-1,1 2,-1-1,0-1,0 1,-1 0,1 0,-1-1,0 0,0 2,-1-2,1 1,-1-1,0 2,0-2,-1 1,-1-3,0 0,0 0,-1 2,0-2,-1 2,0-1,0 1,0 0,0 0,0 0,-1 0,0 2,-1-1,1 0,-1 0,1 1,-1 1,0-1,0 1,-1-1,1 2,-2-1,4 1,-1 0,0 0,0 1,1 0,0 0,-1 0,0 1,1-1,-1 1,0 1,1-1,0 1,0 0,-1 1,1-1,0 0,0 1,0 0,1 0,0 1,-1-1,1 1,0 0,0 0,0 1,1-2,-3 6,4-5,0-1,0 2,0-1,0 0,0 0,1 0,-1 1,1-1,0 0,1 1,-1 0,1-2,0 2,0 0,0 0,1-2,-1 2,1 0,0-1,1 0,-1 0,1 1,0-1,0 0,0 0,0 0,1 0,-1-1,1 0,1 1,-1-1,0 1,1-2,0 1,0-1,0 1,-1 0,1-1,3 1,65 6,-35-13</inkml:trace>
  <inkml:trace contextRef="#ctx0" brushRef="#br0" timeOffset="16853.849">25035 270,'-14'-2,"-10"1,-7 4,-1 6,2 9,4 8,6 8,9 7,11 4,4-4</inkml:trace>
  <inkml:trace contextRef="#ctx0" brushRef="#br0" timeOffset="17385.7">25100 951,'2'3,"1"-2,-1 2,1-1,0 0,-1 0,1 0,0 0,0 0,1-2,-1 2,0-1,1 0,-1 0,1 0,-1-1,1 1,-1-1,0 0,1 0,0 0,-1 0,1 0,-1-1,1 0,-1 0,1 0,-1 0,0 0,0 0,0-1,0 1,0-1,0-1,0 1,0 0,0 0,-1 0,1-1,-1 1,2-4,5-9,-1-1,0 0,-1 0,-1-1,-1 0,0 0,-1 0,-1-1,0 0,-2 1,0-1,-1 0,-2-11,2 19,1 6,-1 1,1-1,-1 1,0 0,0-1,-1 0,1 0,-1 2,0-2,0 1,0-1,0 1,-1 0,1 0,-2-2,2 5,0 0,1 0,-1 0,0-1,0 1,0 0,0 0,1 0,-1 0,0 1,0-1,1 0,-1 0,1 0,-1 1,0-1,0 0,1 1,-1-1,0 1,0-1,1 1,-1-1,0 1,1-1,-1 1,1 0,-1-1,1 1,-1 0,1-1,0 1,-1 0,1-1,0 0,-1 1,1 0,0 0,0 0,0-1,0 1,0 0,0 0,0 0,0 0,0 0,0-1,0 1,0 0,1 0,-1 0,2 1,0-1,0 2,0-1,0 0,0 0,0 0,0-1,1 1,-1 0,1-2,0 1,-1 1,1-1,0 0,0-1,0 1,0 0,0-1,0 0,-1 1,2-1,3 1,57 6,-52-7,0 0,0 1,0 0,0 1,0 0,-2 1,2 0,0 1,-2-1,1 2,0 0,0 0,-2 1,2 1,-2-1,1 1,-2 0,4 5,-7-4,-1 1,0-1,0 2,-2-2,1 2,-1-1,0 0,-1 0,0 0,-1 1,0-1,0 7,4 50,-4-63,1 0,-1-1,1 1,0-1,0 1,0-1,0 1,0-1,1 1,-1-1,1 0,-1 0,1 0,0 0,0 0,0 0,0 0,-1 0,2 0,-1-1,0 0,1 0,-1 0,1 0,0 0,-1 0,1 0,0 0,0-1,-1 1,1-1,0 0,-1 0,1 0,13-2,1-1,-2 0,1 0,-1-2,1-1,-2 1,1-2,0-1,-1 1,0-2,-1 1,0-2,-1 0,1 0,-2-2,0 1,0 0,5-12,-10 17,0 0,-1-2,0 2,-1-1,1 0,-2-1,0 1,0-1,2-4,-5 12,-1 0,1 0,0 0,0 0,0 1,0-1,0 0,0 0,-1 0,1 0,0 0,0 0,0 0,0 0,-1 1,1-1,0 0,0 0,0 0,0 0,-1 0,1 0,0 0,0 0,0 0,0 0,-1 0,1 0,0 0,0 0,0 0,-1 0,1-1,0 1,0 0,0 0,0 0,0 0,-1 0,1 0,0 0,0 0,0-1,0 1,0 0,0 0,-1 0,1 0,0 0,0-1,-11 17,6-7,0 2,1-1,0 0,1 2,0-2,1 1,0 1,1-1,0-1,1 10,0-15,0-1,1 0,-1 0,1 1,0-1,0-1,1 1,-1 1,1-1,0-1,0 1,0 0,1-1,-1 1,1-1,0 0,0 0,0 0,0 0,0 0,1-1,-1 0,1 1,0-1,0 0,0 0,0 0,1-1,0 0,24 4,-4-5</inkml:trace>
  <inkml:trace contextRef="#ctx0" brushRef="#br0" timeOffset="17660.128">26050 446,'-9'2,"4"4,2-1</inkml:trace>
  <inkml:trace contextRef="#ctx0" brushRef="#br0" timeOffset="17919.512">26324 824,'-3'18,"-2"9,-1 7,1 1,4 0,3-4,5-7,3-9,1-5,2-8,2-8,0-3</inkml:trace>
  <inkml:trace contextRef="#ctx0" brushRef="#br0" timeOffset="17920.512">26428 131,'-14'0,"-3"4,0 6,5 3,6 1</inkml:trace>
  <inkml:trace contextRef="#ctx0" brushRef="#br0" timeOffset="19860.125">315 3397,'-23'3,"2"1,-2 0,2 1,0 2,-1 0,1 1,-16 10,28-13,0-1,0 1,1 1,0 0,-1 1,2-1,-1 1,2 1,-1-1,1 1,0 0,0 1,1-1,1 1,-1 0,1 1,0-2,1 2,2-7,1 1,-1-1,1 1,0-2,0 2,0-1,1 1,-1-1,1-1,-1 2,1-1,0 0,1 1,-1-2,1 1,-1 0,1 0,0 0,0 0,0-1,-1 0,2 1,-1-1,1 1,-1-1,1 0,0 0,0-1,0 0,0 1,0-1,1 1,-1-1,0 0,0 0,0-1,0 1,1-1,-1 1,1-1,-1 0,1-1,-1 1,1 0,1-2,7-2,1 0,-2 0,1-2,-1 0,0 1,-1-2,1 0,-1-1,0 0,-1 0,0 0,0-2,-1 1,-1-1,1 0,-1-1,-1 1,0 0,4-13,0 3,0 0,-2-2,-1 0,-1 0,0 0,-2 0,0-1,-2 1,0-1,-2-2,-1 13,-1 31,3 3,0 0,1-1,1 1,1 0,1-1,0-1,2 1,1 0,1-1,1-2,0 2,1-1,2-1,-1 0,2-1,5 5,-13-18,0 2,0-1,1-1,0 1,-2-1,3 0,-1-1,0 0,1 0,-2 0,2-1,0 0,0 0,0-1,-1-1,24 0</inkml:trace>
  <inkml:trace contextRef="#ctx0" brushRef="#br0" timeOffset="20057.888">719 2956,'9'15,"6"22,5 28,-3 29,-3 31,-13 30,-22 30,-29 26,-4-23</inkml:trace>
  <inkml:trace contextRef="#ctx0" brushRef="#br0" timeOffset="33856.302">9002 3019,'-8'-1,"0"1,1 0,0 0,-1 1,0 0,0 1,0 0,2 0,-2-1,1 2,0 0,0 1,1 0,-1-1,0 1,1 1,0-1,0 1,1 0,-2 2,-4 3,1 1,1 2,-1-2,1 2,1-1,0 2,2-1,0 1,-3 7,8-18,-1-1,1 1,-1 0,1 1,0-1,0-1,0 2,1-1,-1 0,1 1,0-1,0 0,0 0,0 1,0-1,1 0,0 0,0 0,0 0,0 1,0-1,0-1,1 1,0 0,0 0,-1 0,2 0,-1-2,0 2,0-1,1 1,0-1,-2 0,2 0,0 0,0-1,0 0,0 1,1 0,7-2,-2 0,2 0,-1-1,1-1,-2 0,1 1,0-2,0 0,-1 0,1-1,-1 0,1-1,-2 0,0-1,1 1,-1-1,0 0,-1-1,1-1,8-6,-2 0,1-2,-1 1,-2-2,1 0,-2-1,-1 0,0 0,-1-1,0 0,-3-1,0 0,0 0,-1 0,0-13,-1 3,-2 1,-2 0,0-1,-2 0,-2 1,0 0,-2 0,-2 0,1 1,-11-19,15 39,1 1,-1-1,0 2,0-2,-1 1,1 1,-1-1,0 1,-1-1,0 1,0 1,-1-1,0 0,-1 0,6 6,0-1,0 1,0 0,0 0,0 0,0-1,0 1,0 0,0 0,0 0,0 0,0 1,0-1,0 0,0 0,0 1,0-1,0 0,0 1,0-1,0 1,0 0,0-1,0 1,0 0,0-1,1 0,-1 1,0 0,1 0,-1-1,1 1,-1 0,1 0,-1 0,1 0,0 0,0 0,0 0,-1 1,-9 23,1 2,2-1,0 1,3 0,0 0,2 1,0 21,-1-14,1 2,2-1,1 1,2-1,2-1,1 1,2 0,2-1,1 0,2 3,-9-30,0 0,0 0,1 0,0-1,0 1,0-2,1 2,0-1,1-2,-1 2,2-2,-2 1,2-1,0 1,0-3,0 2,0-1,0 0,1-2,0 1,-1 0,1-1,1-1,-1 1,0-1,0-1,0 0,1 0,-1-1,0 0,0 0,4-2,-3-2,1 1,-1-2,0 0,-1 1,1-2,-1 0,0 0,-1-1,0 0,0-1,0 1,-1-1,-1 0,0 0,0-2,-1 2,0-2,-1 1,0 0,0-2,-2 2,0-1,0 0,-1 0,0 0,-1-10,-3 7,-2 32,1-2,2 0,0 0,0 1,2-1,0 0,1 1,1-1,1 0,0 0,0 0,2 0,0-1,2 1,-1-2,6 8,-10-18,0-2,1 2,0-1,0 0,1 0,-1 0,1-1,0 1,-1-1,1 0,0 0,-1 0,2 0,-1-1,0 0,1 0,-1 0,0 0,1-1,-1 1,0-1,1 0,-1-1,1 1,0-1,27-6</inkml:trace>
  <inkml:trace contextRef="#ctx0" brushRef="#br0" timeOffset="34321.14">9458 2715,'-2'3,"0"1,0-1,1 0,-1 0,1 0,0 1,0-1,0 1,0-1,1 0,-1 1,1 0,0-1,0 0,0 1,1-1,-1 1,1-1,0 0,0 1,0 0,1-1,-1-1,1 2,0-1,0 0,0 0,0 0,0-1,1 1,-1 0,0-1,1 1,0-1,0 0,1 0,17 9,-1-1,0-1,2-1,-1 0,11 0,29 11,-47-14,-1-1,0 1,0 1,-1 0,1 1,-1 1,-1-1,1 2,-1-1,-2 2,2-1,-1 0,-1 2,-1 0,0 0,0 1,0 1,42 144,-50-154,1 0,-1-1,1 1,-1 0,1-1,0 1,0-1,0 1,1-1,-1 1,1-1,-1 0,1 0,0 0,0 0,0 0,0 0,0 0,0 0,1 0,-1-2,1 2,-2-1,2 0,0 0,-1 0,1 0,0 0,0 0,-1-1,1 1,0-1,2 0,4-4,0-1,0 2,0-3,-1 0,-1 1,1-1,0-1,-1 1,1-1,-3 0,2-1,-1 1,-1-2,1 1,-1-1,-1 1,-1-1,1 0,1-7,2-2,-1 0,0 0,-2-1,-1 0,-1 1,0-1,-1-4,-3 13,-1 15,-2 18,3-3,0-2,1 2,1-1,0 1,2-1,1 1,-2-13,1 0,-1-1,0 1,2-1,0 1,0 0,0-2,0 2,1-1,0-1,1 1,-1-1,1 0,-1 0,2 0,-1-1,1 1,0-1,0 0,13 3,1 0,0-1,0-1,0-1,1-1,0 0,-1-2,2-1,-2 0,2 0,-2-2,1-1,-1-1,12-3,55-11</inkml:trace>
  <inkml:trace contextRef="#ctx0" brushRef="#br0" timeOffset="26857.644">2503 3284,'7'10,"-15"-28,5 15,0-1,0 0,0 1,-1 0,1 0,-1 0,1 0,-1 0,0 0,0 2,-1-2,1 1,-1 1,1-1,-1 0,1 1,0 0,-1 0,0 1,0-1,0 1,0 0,0 0,1 1,0-1,-1 1,0 0,0 0,1 1,-1 0,0-1,2 1,-1 1,-4 1,0 5,0-1,1 2,2-1,-2 1,2 0,-1 0,2 1,-1 0,2-1,-1 2,2-1,0 0,0 1,1-1,1 0,-1 1,2-1,0 0,0 1,1 1,-1-8,-1 1,1 0,0-1,1 0,-1 1,2-1,-1 0,0 1,1-2,0 2,1-1,-1 0,1-2,0 2,0 0,-1-1,1-1,1 1,0 0,0-1,0 0,0-1,1 1,-2 0,2-1,-1 0,1 0,0-1,0 0,0 0,3 0,14-2,0 0,-1-3,1 0,-1-1,1 0,-2-2,1-1,-1-1,-1 0,1-1,-2-1,0-1,0-2,14-11,-15 12,0 0,-2-3,1 1,-2 0,0-2,-1 0,10-15,-24 32,0 0,0 1,0-1,0 0,0 0,1 1,-1-1,0 0,0 0,0 1,1-1,-1 0,0 0,0 0,0 1,1-1,-1 0,0 0,1 0,-1 0,0 0,0 0,1 1,-1-1,0 0,1 0,-1 0,0 0,0 0,1 0,-1 0,0 0,1 0,-1 0,0-1,1 1,-1 0,0 0,0 0,1 0,-1 0,0 0,0-1,1 1,-1 0,0 0,2 11,1-1,1-2,1 2,0-2,0 2,1-2,0 0,-1 0,2 0,0-1,1 0,0-1,0 1,-1 0,2-2,0 0,0 1,0-3,0 2,1-1,0 0,-1-1,1-1,1 0,6 1,-14-3,0 1,0-1,0 1,0-1,-1 0,1 0,0 0,0-1,0 1,0-1,-1 1,0-1,1 0,0 0,0 0,-1-1,1 2,-1-2,1 1,-1-1,0 0,0 0,1 0,-1 0,-1 0,1 0,-1 0,1 0,-1-1,0 1,1-1,-1 0,0 2,0-2,0 0,-1 0,1 0,-1 1,1-1,-1 1,0-1,0 0,0 0,-1-1,-2-4,0 0,0 1,0-2,-1 3,-1-2,0 1,0 0,-1 0,1 1,-1-1,0 2,-1-1,0 0,0 1,0 0,0 0,-1 1,0 1,0-1,0 1,0 0,0 0,-1 1,-7-1,10 1,-1 0,-1 1,1-1,0 1,0 1,0-1,-1 1,1 1,-1-1,2 1,-2 1,1-1,0 1,0 0,0 1,-4 1,12-4,-1-1,0 1,1 0,-1 0,1 0,-1 0,1 0,-1 0,1 0,-1-1,1 1,-1 1,1-1,-1 0,1 0,-1 0,1 0,-1 0,1 0,-1 0,1 1,-1-1,0 0,0 0,0 1,1-1,-1 0,1 1,-1-1,0 0,1 1,-1-1,0 1,0-1,1 0,-1 1,0-1,0 1,1-1,-1 1,0-1,0 1,0-1,0 1,0-1,0 1,0-1,0 1,0-1,0 1,0-1,0 0,0 0,0 1,-1-1,1 1,0-1,0 0,0 1,-1-1,1 1,0-1,-1 0,1 1,0-1,-1 1,1-1,0 0,-1 0,1 1,19-1,0 0,1-1,-1-1,1-1,-2 0,1-1,0-2,0 1,2-2,35-7,-7-1,0 2,2 3,0 2,-1 1,4 3,-49 3,-1 1,1-1,-1 1,1 1,-1-1,1 1,0 0,-1 0,1 0,-1 0,0 1,0 0,1 0,-1 0,0-1,0 2,0 0,0-1,-1 2,1-1,-2-1,1 2,0-1,0 1,0 0,-1-1,1 1,-1 0,0 1,0-2,0 2,5 142,-8-146,1 0,0 0,0 0,0 1,0-1,0 0,0 0,0 0,0 0,0 0,0-1,1 1,-1 0,0 0,1 0,-1 0,0 0,1 0,-1-1,1 1,-1 0,0 0,1 0,0-1,-1 1,1 0,0 0,0-1,0 1,0-1,0 1,0-1,-1 1,1-1,0 0,0 0,0 0,0 0,1 0,-1 0,0 0,0 0,0 0,0 0,0 0,0 0,0 0,6-6,0-1,-2 1,1-1,0 0,-1 0,0-1,0 1,-1-2,-1 2,2-5,-3 8,70-157,-72 160,0 1,0-1,0 0,0 0,1 0,-1 0,0 0,1 1,-1-1,0 0,1 0,-1 0,1 0,0 1,-1-1,1 0,-1 1,1-1,0 0,0 1,-1-1,1 1,0-1,0 1,0 0,0 0,-1-1,1 1,0 0,0 0,0-1,0 1,0 0,0 0,0 0,0 0,0 0,0 0,0 1,0-1,0 0,0 0,-1 1,1-1,0 0,0 0,0 0,-1 1,27 79,-18-45,-9-29,1-1,0 1,-1-2,1 2,1-1,0-1,0 1,1 0,-1-1,1 1,0 0,0-1,1 0,-1 0,1 0,0 0,-1-1,1 1,1-1,-1 0,1 0,0 0,0-1,0 0,-1 0,1 0,2 0,18-2</inkml:trace>
  <inkml:trace contextRef="#ctx0" brushRef="#br0" timeOffset="27186.222">4092 3107,'4'14,"1"1,-1-1,3 0,-1 0,2 0,0-1,0 0,1-1,1 1,1-1,-2-1,3-1,0 1,-1-1,2-1,1 0,-2 0,2-2,10 4,-17-6,0-1,1 0,0-1,-1 0,1-1,0 1,0-1,0 0,0 0,0-1,0-1,9 1,-15-3,1-1,-1 1,1-1,0 0,-1 1,0 0,0-1,0 0,0-1,0 1,0 1,-1-2,1 1,-1-1,0 1,0 0,-1-1,1 1,-1-1,0 0,0 2,0-2,0 0,0 1,-1-1,-1-2,2-3,0-14,0 0,1 0,1 0,2 0,-1 1,3-1,1 0,4-9,0 13</inkml:trace>
  <inkml:trace contextRef="#ctx0" brushRef="#br0" timeOffset="31374.655">4652 3359,'26'-10,"2"3,-1 0,0-2,-1-2,1 1,-2-2,0-3,0 1,-2-1,9-8,-24 18,1 0,-1-1,-1 0,1-1,-1 1,0-1,0 0,-2-1,1 0,0 1,-1-2,0 1,1-3,-6 10,0-1,0 1,1-1,-2 1,1-1,0 0,0 1,0-1,-1 1,1 0,-1 0,1-1,-1 1,1 0,-1-1,0 1,0 0,0-1,0 1,0 0,0 0,0 0,0 0,0 1,-1-1,1 0,0 0,-1 0,1 1,-1-1,1 0,-1 1,1-1,-1 1,2 0,-3-1,-57-7,55 8,-1 0,2 0,-2 0,0 0,1 1,-1 0,1 1,0-1,0 1,0 0,0 0,0 0,0 1,0-1,1 1,-1 0,2 1,-1-1,0 0,0 1,0 0,0 1,1-2,0 2,0-1,0 1,1-1,0 2,-1 2,0-1,1 1,-1 0,1 0,1 0,0 0,0 0,1 0,0 0,0 1,1-2,0 2,1-1,0 0,0-1,1 2,0-2,-1 1,2-1,0 0,0 1,1-2,0 1,0-1,1 1,-2-1,3-1,-1 1,1-1,0 0,0 0,1 0,1-1,1-1,-1 1,0-1,1-1,0 0,0 0,-1-1,1-1,0 0,1 0,-2 0,1-1,0 0,0-1,-1-1,1 1,-1-2,1 1,-2 0,10-7,-4 3,0-2,0 1,-2-3,1 2,0-2,-2-1,1 1,-1-1,-1-1,-1 0,0 0,2-5,0-4,-2 0,0 0,-1-1,-1 0,-2-1,-1 1,1-7,-8 50,-7 133,11-148,-1-1,0-1,1 1,0 1,0-1,-1-1,2 1,-1 0,1 0,0-1,0 0,0 1,1-1,-1 1,1-2,0 1,0 0,0 0,0 0,1 0,-1-1,0 0,0 0,1 0,0 0,0-1,0 1,0-1,0 0,0 0,0 0,0 0,0-1,0 0,3 0,9-2,-1 0,1-1,-1-1,0-1,1 1,-2-2,0-1,0 1,0-2,0 1,-2-2,1 0,0-1,-2 0,1 0,-1-2,-1 1,0-1,-1 0,0-1,-1 0,-1-1,4-9,-2 7,-9 16,0 1,0-1,0 0,0 0,0 0,0 1,0-1,0 0,0 0,0 0,0 1,0-1,0 0,0 0,0 0,0 1,0-1,0 0,0 0,1 0,-1 1,0-1,0 0,0 0,0 0,0 0,0 1,1-1,-1 0,0 0,0 0,0 0,0 0,1 1,-1-1,0 0,0 0,0 0,1 0,-1 0,0 0,0 0,0 0,1 0,-1 0,0 0,0 0,0 0,1 0,-1 0,0 0,0 0,0 0,1 0,-1 0,0 0,0-1,0 1,1 0,-2 21,1-16,1 107,0-108,0 1,0 0,1-1,-2 1,2-1,1 1,-1-2,0 2,1-1,0 0,0-1,1 1,-1 0,1 0,-1-1,1 0,-1 0,2 0,-1-1,0 1,1-1,0 0,3 1,0-1,0 0,1 0,-1 0,1-1,-2-1,2 1,0-1,-1-1,0 0,1 0,-1 0,1-1,-1-1,-1 1,1 0,0-2,0 1,0-2,-2 1,1 0,0-1,0 0,0 0,-2-1,1 0,0 1,0-2,-1 0,0 1,-1-1,1 0,-2-1,0 2,0-2,1-2,8-30,-2 0,-2 0,-2-1,-1 1,-2-2,-3-33,0-79,-18-130,15 252,2 32,1 0,0 0,-1 0,1 0,0 0,0 0,-1 0,1 0,0 0,0 0,-1 0,1 0,0 0,-1 0,1 0,0 0,-1 0,3 351,2-259,3 0,5 0,23 84,-30-157,0-1,2-1,-1 0,2 0,1 0,2 1,-9-13,1-1,0 0,-1 0,1 0,1-1,-1 1,1-1,0 0,0 0,0 0,1 0,-1 0,-1-2,2 1,0 0,0 0,0 0,0-1,0 0,0 0,-1 0,1-1,0 1,0-1,4-1,4-3,-2 0,1 0,0-2,-1 0,0 1,1-2,-2-1,0 1,0-1,0 0,-2-1,1 0,0-1,-1 1,0-1,-2-1,1 0,-1 1,0-2,0-2,21-48,-24 76,-4 14,0-15,0-2,1 1,0 0,1 0,0 0,1-1,1 1,0 0,0-1,1 0,0 0,1 0,1 0,-3-8,0 0,0 0,0 1,0-1,1-1,0 0,-2 1,2-1,0 0,0 0,0 0,1 0,-1-1,0-1,1 1,-2 0,1 0,1 0,-1-1,1 0,0 0,-1 0,1-1,-1 0,-1 1,2-1,2-1,24-8</inkml:trace>
  <inkml:trace contextRef="#ctx0" brushRef="#br0" timeOffset="31658.593">6722 2855,'-13'0,"-7"0,-1 0,1-2,7-4,7 1</inkml:trace>
  <inkml:trace contextRef="#ctx0" brushRef="#br0" timeOffset="31922.174">5993 2703,'2'0,"13"-2,18-5,21-6,18-5,12 0,-1 1,-11 8,-17 6</inkml:trace>
  <inkml:trace contextRef="#ctx0" brushRef="#br0" timeOffset="31923.174">6241 3649,'0'17,"0"14,0 12,0 5,0 0,2-5,1-7,0-7,-1-9</inkml:trace>
  <inkml:trace contextRef="#ctx0" brushRef="#br0" timeOffset="33078.92">7204 3208,'-15'-92,"14"89,0 1,0 0,-1-1,1 0,-1 0,0 1,1-1,-1 2,0-1,0-1,-1 1,1 0,0 0,0 0,-1 0,1 1,-1 0,0 0,0 0,0 0,1 0,-1 0,0 0,-1 0,1 1,0-1,0 1,1 0,-3 0,-2 3,0-1,1 1,-1-1,2 2,-1 0,0 0,1-1,-1 1,1 1,0 0,1-1,0 2,-1-1,1 0,0 1,1 0,-1-1,1 2,0-1,1 0,0 1,0-1,1 1,-4 4,0 1,1-1,1 1,0 0,0 0,2 0,-1 0,2 0,-1 0,2 0,0 0,0 1,1-2,1 1,2 5,-4-14,1 0,0 0,0 0,0-1,0 1,0-1,0 1,0-1,1 1,0-1,0-1,0 1,0 0,0 0,0-1,0 1,1-1,-1 0,0 0,0 0,0 0,1-1,-1 1,1-1,0 0,-1 0,1 0,-1-1,1 1,-1-1,0 0,0 0,1 0,-1 0,0 0,0-1,1 0,-1 0,0 0,-1 1,1-1,0 0,-1-1,0 1,1-2,7-7,-2-1,0-1,-1 1,0-1,-1 0,0 0,-1-1,0 0,-1 0,-1 0,-1 0,0 0,-1-1,-1-10,-7-49,7 74,0 0,0 1,0-1,0 0,0 1,0-1,0 1,0-1,0 0,-1 1,1-1,0 0,0 1,0-1,0 0,-1 1,1-1,0 0,0 1,0-1,-1 0,1 1,0-1,-1 0,1 0,0 0,-1 1,1-1,0 0,-1 0,1 0,0 0,-1 1,1-1,0 0,-1 0,1 0,0 0,-1 0,1 0,-1 0,1 0,0 0,-1 0,1 0,-1 0,1-1,0 1,-1 0,1 0,0 0,-1 0,1-1,0 1,-1 0,1 0,0-1,0 1,-1 0,1 0,0-1,0 1,-1 0,1-1,0 1,0 0,0-1,0 1,-10 29,8-22,0 1,1-2,0 2,0-1,1 0,-1 0,2 1,-1-1,1 0,0 0,1 0,-1 0,2 0,-1 0,1 0,0-1,0 1,1-1,0 0,0 1,1-2,-1 1,1 0,0-2,1 1,0 0,0 0,4 2,14 3,0-3,0 1,1-3,-1 0,2-1,-2-1,1-2,1 0,-1-1,14-3,41-2</inkml:trace>
  <inkml:trace contextRef="#ctx0" brushRef="#br0" timeOffset="35804.532">12283 3081,'0'2,"1"0,-1-1,0 1,0-1,1 1,-1-1,0 1,1-2,0 2,-1-1,1 1,0-1,0 1,0-1,0 0,0 0,0 0,0 1,0-1,0 0,1-1,-1 1,0-1,1 1,-2 0,2 0,-1-1,1 1,-1-1,1 1,-1-1,1 0,-1 0,1 1,0-1,-1 0,1 0,-1-1,1 1,-1 0,1-1,0 1,-1 0,1-1,-1 0,1 1,-1-1,0 0,1 0,-2 1,2-1,17-7,-1 0,0-2,0 1,-2-2,1 0,-2-1,1-1,-2 0,0-1,0 0,0-4,-9 13,1 0,-1 0,0-1,-1 0,1 0,-2-1,1 1,-1 0,0-1,0 0,0 0,-1 0,0 0,-1 0,0 0,0 0,0-1,-1 1,0-5,-1 10,0 0,0 1,0-2,0 1,-1 0,1 0,0 0,-1 1,0-1,1 0,-1 1,0 0,0-1,0 1,0 0,1-1,-1 1,0 0,0 0,0 0,-1 1,1-1,0 0,-1 1,1 0,-1-1,1 1,0 0,-1 0,1 0,-1 1,1-1,1 1,-3 0,-76 29,70-22,1-1,0 1,1 0,0 0,0 1,0 0,1 0,1 1,0 0,0 0,1 0,0 1,1 0,0 0,0 6,2-9,1-2,0 2,0-2,1 2,-1-1,2 0,-1 1,1-2,0 2,1-2,-1 2,1-2,0 1,1 0,0-1,0 1,1-1,0 0,0 1,1-2,0 1,0 0,-1-2,2 1,1 2,2-2,0 1,0 0,0-2,1 0,0 0,-1 0,2-1,-1-1,1 0,-2 0,2 0,0-1,-1-1,0 0,1 0,0-1,-1-1,0 0,1 0,-2 0,2-1,-1-1,0 0,-1-1,0 1,1-1,-1-1,-1 1,0-2,0 1,0-1,0 0,-2 0,7-8,15-22,0-2,-4 0,-1-2,-1 0,-3-1,-1-1,-3-2,-1 1,-2 0,-2-2,-3 0,-2 0,-1 0,-3-2,0 38,0-1,-1 0,1-1,-2 1,0 0,0-1,-1 1,0 0,-1-1,-1 2,-1-5,4 13,1 0,0 1,-1-1,0 0,0 1,-1 0,1 0,0-1,0 1,-1-1,1 1,-1 0,1 0,-1 0,0 0,1 0,-1 0,0 0,0 0,1 1,-1-1,0 1,0 0,0 0,0 0,0 0,1 0,-1 0,1 0,-1 0,0 0,0 0,0 0,0 1,0-1,0 1,1 0,-2 0,-2 2,-1 0,1 1,0-1,0 0,0 1,0 1,0-1,1 0,0 1,0 0,1 0,-9 16,2 2,1-2,1 2,1 1,1-2,1 2,1 0,1 0,1 0,2 0,0 0,4 23,-3-17,0 1,3-1,0 0,3 0,0 0,1-1,2 0,2 0,-1-1,3-1,2 0,-1-1,3 0,10 10,-22-29,0 0,1-1,-1 0,1-1,1 0,-1 1,1-1,-1-2,2 2,-1-1,1-1,0 0,-1-1,1 0,0 0,0 0,-1-1,2 0,-1-1,0 0,0 0,0-1,0 0,0-1,0 0,0-1,-1 2,1-3,0 1,-2-1,2-1,-1 2,-1-2,7-6,-2-1,-1 0,-1 0,-1-1,1-1,-2 0,0 0,-1 0,-1 0,0-1,0 0,-2-1,0 0,-1 0,0 0,-3 1,1-17,-19-29,17 60,0-1,0 1,0 0,0 0,0 0,0 0,0 0,-1 1,1-1,0 0,-1 0,1 1,0-1,-1 0,1 1,-1-1,2 1,-2 0,1 0,-1-1,0 1,1 0,-1 0,1 0,-1 0,1 1,-1-1,1 0,-1 1,1-1,-1 1,1-1,-1 1,1 0,0 0,-1 0,1-1,0 0,0 1,-1 1,1-1,-6 7,0-1,0 1,1-1,0 2,0 0,1 0,1 0,-1 0,1 0,0 2,1-2,0 0,1 2,0-1,1 0,0 0,1 0,0 1,0-2,1 2,1-3,0 0,1-1,0 1,0-1,0 0,1 0,0 0,1 0,-1-1,1 0,0 0,1 0,-1 0,2-2,-1 2,0-1,0-1,1 0,1 0,-1 0,0-1,0 0,1-1,0 1,0-1,-1 0,1-1,1 0,-1 0,0 0,-1-1,4-1,53 0,-3-5</inkml:trace>
  <inkml:trace contextRef="#ctx0" brushRef="#br0" timeOffset="36273.044">13755 2816,'-11'5,"2"0,-2 0,1 1,0 0,2 0,-1 1,0 0,0 1,2-1,-1 2,0-1,-1 4,6-8,0 0,0 1,0 0,1-1,0 1,0 0,0 0,0 0,1 0,0 1,0-2,0 2,0-1,1 0,0 0,0 1,1-1,0 0,0 1,0-2,0 2,1-1,0 0,0-1,1 1,-1 2,6 0,-1 1,1-2,0 1,-1-1,2-1,0 1,0-1,1-1,-2 0,2 0,0 0,0-2,-1 1,2-1,-1 0,0-1,0 0,1 0,0-1,-2-1,2 0,-1 0,1-1,3-2,10-1,-2-3,0 1,1-3,-2 1,1-3,-1 1,-1-1,0-1,-2-2,1 0,-1-1,-2-1,1 0,-2 0,0-1,-2-2,0 1,-1-2,0 0,-3 1,1-2,-2 0,3-13,7-42,-3-1,-5-1,-2-1,-4 1,-6-69,-8 28,10 121,0 0,-1 0,1 0,-1 1,1-1,-1 0,1 0,-1 0,1 0,0 0,-1 0,0-1,0 1,0 0,0 0,0-1,0 1,0 0,0-1,0 1,0 0,0-1,0 0,-1 1,1-1,0 0,0 1,-1-1,1 0,0 0,0 0,-1 0,1 0,0 0,0 0,0-1,-1 1,1 0,0-1,0 1,0-1,-1 1,1-1,1 0,-1 1,0-1,0 0,0 0,1 0,-1 1,0 0,0-1,0 0,1 0,-1 0,0-1,1 1,-1 0,1 0,0 0,-1 0,1-1,0 1,0 0,-1 0,1 0,0 0,0-1,-16 28,2 1,0 0,2 1,2 0,0 2,-6 28,16-57,-17 64,2 0,3 2,0 55,10-93,1-1,2 2,2-1,0-1,2 1,0 0,3-2,1 1,1 0,3 3,-5-14,1-1,1 0,-1-1,2 0,1-1,0 0,1 0,1-2,-1 0,2 0,0-1,0-1,1 0,0-1,1-1,0 0,1-1,0-1,0 0,17 1,-30-6,0 0,0 0,-1-1,0 0,1 0,0 0,0-1,0 0,0 0,0 0,0 1,-1-2,1 0,15-11</inkml:trace>
  <inkml:trace contextRef="#ctx0" brushRef="#br0" timeOffset="36529.7">13964 2501,'-22'0,"-12"0,-4 0,3 2,14 2,18 1,22-1,30 1,29-6,27-7,21-7,12-2,-17 1</inkml:trace>
  <inkml:trace contextRef="#ctx0" brushRef="#br0" timeOffset="37827.259">14614 3132,'15'-32,"-3"0,-2-1,0 0,-2-1,-1 0,-1-10,-6 40,3-11,-1 1,0-1,-1 0,-1 0,0-1,-1 2,-1-1,-1-6,3 22,0-1,0 1,0 0,0 0,0 0,0 0,0 0,-1 0,1 0,-1 0,1-1,0 1,-1 0,0 0,1-1,-1 1,1 0,-1 0,0-1,0 0,1 0,-1 1,0-1,0 1,0-1,1 1,-1-1,0 0,0 0,0 1,0-1,0 0,0 0,0 0,0 0,0 0,0 0,1 0,-1 0,0 0,0-1,0 1,0 0,0 0,0-1,0 1,1-1,-1 1,0-1,0 1,0 0,1 0,-1-1,0 0,1 0,-1 1,1-1,0-1,0 6,2-1,0 0,0 0,0 1,1-1,-1-1,1 1,0 0,0-1,0 1,0 0,0-1,0-1,1 1,-2 0,2 0,0-1,-1 1,1-1,0 0,0 0,0-1,0 1,0-1,1 1,212 29,-212-28,-1-1,0 1,1 0,-1 0,1 0,-1 1,0 0,0 0,0 0,-1 0,0 1,1-1,-1 1,0-1,0 2,0-1,-1 0,0 0,1 0,-2 1,1 0,0-1,-1 1,0 0,0-1,0 1,-1 0,0 0,0 1,0 35,-1-37,0 2,1 0,-1-1,1 0,0 1,0-1,1 1,0 0,0-1,-1 0,2 0,-1 1,1-2,1 2,-1-1,1-1,0 1,0 0,0 0,1-2,0 2,0-1,0 0,3 2,5-2,0-1,-1-1,1 0,0-2,-1 1,1-1,1 0,-2-1,1 1,0-2,0 0,-1-1,1 0,-1-1,0 0,0-1,0 0,-1 0,0-1,7-5,63-47,-79 58,-1 0,0-1,1 1,-1 0,1-1,-1 1,0 0,1 0,-1-1,1 1,-1 0,1 0,-1 0,1-1,-1 1,0 0,0 0,1 0,-1 0,1 0,-1 0,1 0,-1 0,1 0,-1 0,1 1,-1-1,1 0,-1 0,0 0,1 1,-1-1,1 0,-1 0,1 1,-1-1,0 0,1 1,-1-1,0 0,1 1,-1-1,0 1,0-1,1 1,-1-1,0 0,0 1,0-1,0 1,1-1,-1 1,0-1,4 34,-3-19,0-11,0 1,1-1,-1 1,1-2,0 1,0 1,0-1,1-1,0 1,-1-1,1 1,0 0,0-2,1 1,-1 0,1 0,0 0,0 0,0-2,0 1,0 0,0 0,0 0,1-1,0 1,-1-1,1 0,0-1,-2 1,2-1,0 0,0 0,-1-1,1 1,0-1,0 0,-2 0,5-2,-3 1,1-1,-1 0,-1 1,1-1,0 0,-2-1,1 0,0 1,0-1,0 0,-1-1,1 2,-1-2,0 0,-1 1,1-1,-2 0,1-1,0 2,-1-1,1-1,-1 1,0 0,-1-1,0 1,1 0,-2-1,1 1,-1 0,0-1,0 2,0-2,-1 1,0-1,0 2,1-1,-2 0,0 1,0-1,0 0,0 1,-1 0,0 0,-4-4,0 1,-1-1,-1 2,0-1,0 0,0 2,-1-1,-1 1,2 2,-2-1,1 0,0 1,-1 0,0 2,0 0,0 0,-10 0,211-1,-38 8,-145-5,1 1,0 0,1 0,-2 0,0 1,1 0,0 0,-1 0,0 1,1 0,-3 0,2 0,0 1,-1 1,0-2,0 2,-1-1,1 0,1 6,0 2,-1 0,0 0,-1 1,-1 0,0-1,-1 1,0 3,11 53,-13-67,1-1,-1 0,1 0,0 1,0-1,0 1,0-1,1 0,-1-1,1 1,-1 0,1 0,0 0,-1 0,1 0,0 0,0-1,1 1,-2-2,1 1,0 0,1 1,-1-2,0 1,1 0,-1 0,1-1,-1 1,1-1,0 0,-1 0,1 0,-1 0,1 0,-1 0,0-1,1 1,-1-1,1 0,-1 0,0 0,1 0,-1 0,1 0,11-7,-1-1,1-2,-2 2,1-3,0 1,-2 0,0-2,-1 0,0 0,-1 0,-1-1,1 0,-2-1,0-1,-2 1,3-9,-15 128,8-100,0 0,1 0,0 0,0-1,0 1,0 0,0-1,1 1,0-2,0 2,0-1,0 0,0 0,1-1,-2 0,2 1,-1-1,1 0,0 0,0 0,0-1,3 1,92 14,-89-16,-1 1,-1-1,2-1,-1 1,0-1,0 0,0-1,0-1,0 1,-2-2,2 1,0 0,-1-1,0-1,-1 0,0 1,1-2,-1 0,0 1,-1-2,0 1,0-1,0 0,-1 0,0-1,0 1,-1-2,-1-2,0 0,-1-1,-1 1,1 0,-2-1,0 1,0-1,-2-5,-2 58,3-33,0 0,1 0,0-1,0 2,1-2,0 1,0 0,1 0,0 0,1-1,0 1,0-2,0 2,1-2,0 2,1-1,-1-1,1 0,0 0,1 0,0 0,0-2,0 2,0-1,1 0,1-1,-6-3,1 0,0 0,0 0,-1-1,1 1,-1-1,1 0,0 0,0 0,0 0,0 0,-1 0,1-1,0 1,0-1,0 0,-1 0,1 0,0 0,0-2,14-7</inkml:trace>
  <inkml:trace contextRef="#ctx0" brushRef="#br0" timeOffset="38103.092">16595 2527,'-14'-2,"-8"-1,-5 0,2 3,5 6,6 5,8 9,11 3,6 0</inkml:trace>
  <inkml:trace contextRef="#ctx0" brushRef="#br0" timeOffset="38664.61">17064 2829,'-3'-2,"0"-1,0 1,0-1,0 1,0 0,-1 0,1 1,-1 0,1-1,-1 1,2 0,-2 0,0 0,0 0,1 1,-1-1,0 1,0 0,0 0,0 0,1 1,0 0,-1-1,0 1,0 1,1-1,-1 0,1 1,-1-1,1 1,0 0,-1 1,-1 3,1-1,0 1,0 0,1-1,-1 2,2-1,-1 0,1 1,0-1,0 1,1 0,1-1,-1 1,0-1,1 2,0-1,1-1,0 1,-1-1,1 1,1 0,0-1,0 1,1-1,0 0,0 1,0-2,1 1,0 0,0-1,1 1,0 0,3 0,-1 1,2-1,-1 0,-1-1,2 0,0 0,1-1,-2 0,2-1,0 0,0 0,-1-1,1 0,0 0,0-1,-1-1,2 1,-1-2,0 1,0-2,9 0,0-1,0-2,-1 2,1-3,-2-1,1 1,-1-2,1 0,-1-2,0-1,-2 2,-2-1,1 0,0-1,-2 0,0-1,7-8,-21 24,0-1,0 1,0 1,0-1,1 0,-1 0,1 1,0 0,1-2,-1 2,1 0,0 0,0-2,0 2,1 0,-1 0,1-2,2 5,2-2,-1 1,2-1,0-1,0 0,0 1,1-2,-1 1,1-1,0 1,1-2,-1 0,1 0,-1 0,1 0,0-1,0 0,0-2,0 1,0 0,1 0,-1-1,0-1,0 1,0-2,1 2,-1-2,6-2,-8 3,1-1,-1 0,0 0,0-1,0 2,0-2,0-1,0 1,-1-1,0 1,0-1,0 0,0-1,-1 1,1-1,-1 0,0-1,0 2,-2-2,1 0,0 1,0-1,-1 0,0 0,0 0,0 0,-1-1,0 1,0 0,-1-1,0 1,0 0,0-1,-1 2,0-2,-1-3,-1 3,0 0,-1 0,1 0,-1 1,0 0,0-1,-1 2,0-1,-1 0,1 1,-1 0,1 0,-2 1,1-1,-1 1,0 0,0 1,1 0,-1 0,-1 0,1 1,-1 0,1 0,-1 2,0-1,0 0,0 1,1 0,0 0,-5 1,5-1,0 1,0-1,0 1,-1 0,1 1,0 0,1 1,-1-1,0 1,1 0,-1 0,1 1,1 1,-1-1,0 0,0 1,1 0,0-1,0 2,1 0,0-1,0 1,0 0,1 0,-1 0,1 1,1-1,-1 1,1-1,1 2,-1-1,1 4,1-5,0 2,0-1,1 0,1 0,-1 0,1 0,0-1,1 1,0 0,0-1,1 1,-1-1,1 0,1 0,-2-1,2 1,0-1,0 0,1 0,0-1,0 1,-1-2,1 1,1 0,-1 0,1-1,0-1,-1 0,1 1,1-1,-1-1,0 1,0-1,0-1,1 1,-1-1,1-1,3 0,32-5,-5-4</inkml:trace>
  <inkml:trace contextRef="#ctx0" brushRef="#br0" timeOffset="38919.042">17871 2464,'-13'-13,"-12"-7,-4 2,-6 3,-3 12,-1 7,3 12,7 9,6 6,9 8,13 4,10 4,5-6</inkml:trace>
  <inkml:trace contextRef="#ctx0" brushRef="#br0" timeOffset="39106.548">17896 3019,'16'10,"9"5,6-1,3-4,5-2,5-7,3-9,3-4,-2-5,-8-4,-10-3,-11 4</inkml:trace>
  <inkml:trace contextRef="#ctx0" brushRef="#br0" timeOffset="101235.415">18470 6108,'4'72,"3"1,4-1,14 51,-20-100,56 251,56 301,-85-298,-4 216,-29-409,4-1,3 0,4 0,5-1,2-1,5 0,2-1,12 17,12 3,-48-99,1 1,-1-1,0 0,1-1,-1 1,0 0,0 1,0-1,0 0,0 0,0 0,0 1,0-1,0 0,-1 0,1 0,0 0,-1 1,1-2,-1 1,0 0,1 0,-1 0,0 0,1 0,-1 0,0 0,-3-16,6 11,2 1,-1 0,0 0,1 0,-1-1,1 2,-1-1,1 1,0 0,0 0,1 0,-1 0,1 0,-1 1,1 0,-1 0,0 0,3 0,7-2,94-21,2 4,108-5,-56 7,606-109,-144 19,-182 55,343 5,-755 47,973-44,-485-1,596-36,-14 34,-303 30,-854 16,25-1</inkml:trace>
  <inkml:trace contextRef="#ctx0" brushRef="#br0" timeOffset="102978.553">18614 6057,'0'-4,"0"-1,0 1,0-1,0 0,0 1,1 0,0-1,1 0,-1 2,1-2,0 1,0 0,0 0,1 0,-1 0,1 0,0 0,0 2,0-2,1 1,0 0,-2 0,2 1,0-1,0 1,0-1,1 1,-1 0,1 0,1 0,42-11,1 2,1 2,-1 1,1 3,45 1,578-2,-437 8,1731-73,-895 18,958-24,183 38,-2184 39,216 3,209 29,-321-8,-131-22,0-1,0-1,0 2,-1-1,1 1,0-1,-1 1,1 0,-1 0,0-1,0 1,0-1,0 1,0 1,0-1,0 0,-1 0,1 0,-1 1,1-2,-1 1,0 0,0 1,0-1,0 0,0 1,0-1,-1-1,1 1,-1 1,1-1,-1 0,0 0,0 0,0 0,0-1,0 1,0 0,0 0,-1 0,1-1,-1 1,-5 15,-18 70,5 0,3 1,5 2,4-2,4 2,5 62,37 600,-25-578,27 336,-38-356,-3-150,0-1,-1 0,1 1,-1-1,1 1,-1-2,0 1,-1 0,1 1,0-2,-1 1,0-1,0 1,0-1,1 0,-2 1,-21 20,8 6,16-26,-1 0,0 1,0-1,0 1,0-1,0-1,-1 1,1 0,-1 0,0 0,0-1,1 0,-1 1,0-1,0 0,-1 0,1 0,-1-1,0 1,0-1,0-1,-111-4,69-3,-603-23,629 30,-234-5</inkml:trace>
  <inkml:trace contextRef="#ctx0" brushRef="#br0" timeOffset="104461.684">18821 7545,'20'9,"2"-1,-1 0,1-3,-1 1,2-1,-1-2,16 1,22 5,-40-5,-9-4,-1 1,1 0,0 2,-1-1,0 2,0-1,0 0,-1 2,1 0,-1 0,0 0,6 6,-13-10,0 1,-1 0,0 0,1 0,-1 0,0 1,0-1,0 0,0 0,-1 0,1 1,-1-1,1 1,-1-1,0 0,0 0,0 1,0-1,-1 1,1-1,-1 1,1-1,-1 0,0 0,0 0,0 1,0-1,0 0,-1 0,1 0,-1-1,0 2,-55 57,-103 42,111-74,38-21</inkml:trace>
  <inkml:trace contextRef="#ctx0" brushRef="#br0" timeOffset="104794.156">19538 7658,'-3'-4,"-1"0,0-1,0 1,1 1,-1-1,-1 0,0 0,0 1,0 1,0-1,0 0,1 1,-2-1,1 2,-1-1,0 1,1 0,-1 0,1 0,-1 1,0 0,0 0,0 0,0 0,1 1,0 0,-1 0,0 0,1 1,-1 0,1 0,0 1,0 0,0 0,0-1,0 1,1 1,-1 0,1 0,0-1,1 1,-1 1,0-1,1 0,0 1,0 1,0-2,1 1,-1 1,1-2,1 2,-1 0,1-2,0 2,0 0,1-1,0 3,2 2,1 1,1-2,0 2,0-2,1 0,0 0,1 0,-1 0,2-1,0 1,0-2,1 1,-2-1,3 0,-1 0,1-2,0 2,0-2,1 0,0 0,0-1,-1 0,1-1,1 0,-1 0,2-1,0 1,1 0,-2-2,1 1,1-1,-2-1,2 0,-1 0,0-1,0-1,0 1,0-2,0 0,0-1,-2 0,7-2,20-15</inkml:trace>
  <inkml:trace contextRef="#ctx0" brushRef="#br0" timeOffset="105195.602">19941 7506,'-37'-11,"38"32,8 15,-1 0,-3-1,-1 1,-1 1,-2 0,-2-1,-2 0,-1 0,-3 1,-4 12,-11 38,23-83</inkml:trace>
  <inkml:trace contextRef="#ctx0" brushRef="#br0" timeOffset="105491.761">20319 7557,'-172'68,"164"-65,-8 4,-2 0,1 2,2-1,-1 2,1 0,0 0,0 2,-4 6,17-17,0 1,0-1,1 1,-1 0,1 0,-1 0,1 0,0 1,0-1,0-1,0 2,0-1,1 1,0-1,-1 1,1-1,0 0,0 0,0 1,0-1,0 1,0-1,1 1,-1-2,0 2,1-1,-1 1,1-1,1 0,-1 1,0-2,0 1,1 0,-1 0,1 0,7 6,1-2,-1 1,2-1,-1 0,1-1,-1-1,2 1,-1-1,0 0,1-1,0-2,7 2,-19-3,48 10,1-3,-1-1,1-3,0-2,0-2,0-2,16-4,26-22,-68 12</inkml:trace>
  <inkml:trace contextRef="#ctx0" brushRef="#br0" timeOffset="106111.214">19317 6713,'-54'9,"3"3,-1 1,0 3,-41 20,88-34,1-1,-1 0,0 1,1 0,1 0,-2-1,1 1,0 0,0 1,0 0,0 0,1 0,-1 0,1 0,1 1,-1-1,0 0,0 1,1 0,-2 4,4-6,1 0,0 1,0-1,0 1,0-1,1 0,-1 0,1 0,-1 0,1 0,0 0,0 0,-1 0,1-1,0 1,0-1,1 0,-1 0,0 1,1-1,-1 0,1 0,-1-1,1 1,-1 0,1-1,2 1,37 9,1 0,1-4,45 3,65 11,-152-19,3-1,0 1,1-1,-1 1,0 0,1 1,-1-1,0 1,-1 1,1-1,0 1,0-1,0 1,-1 0,1 1,-1-1,-1 0,1 1,2 3,-6-4,-1-1,1 1,0 0,-1-1,0 1,0 0,0 0,0-2,0 2,0-1,-1 1,1-1,0 0,-1 1,1-2,-1 1,0 0,0 0,-1 0,1-1,0 1,-1-1,1 1,-1-1,1 0,-1-1,1 1,-1 0,0 0,3-1,-31 14,2-3,-2-1,0-1,0-2,-1 0,0-2,0-2,-12 0,-17-4,60 1,1 1,0-1,-1 0,1 0,0 0,-1 0,1 0,-1-1,1 1,0 0,-1 0,1 0,0 0,-1 0,1 0,0-1,-1 1,1 0,0 0,-1 0,1-1,0 1,0 0,-1 0,1-1,0 1,0 0,-1-1,1 1,0 0,0-1,0 1,0 0,0 0,-1 0,1-1,0 1,0 0,0-1,0 1,0 0,0-1,0 1,0-1,0 1,1 0,-1-1,0 1,0 0,0-1,0 1,0 0,1-1,-1 1,0 0,0-1,1 1,-1 0,0 0,0-1,1 1,-1 0,0 0,1-1,-1 1,0 0,13-11</inkml:trace>
  <inkml:trace contextRef="#ctx0" brushRef="#br0" timeOffset="106390.995">19695 6802,'4'10,"2"11,-1 7,2 8,-1 5,-1 0,0 2,1-4,0-6,-1-5,2-8,1-4,2-10,-1-4</inkml:trace>
  <inkml:trace contextRef="#ctx0" brushRef="#br0" timeOffset="106638.105">19720 6436,'-10'-13,"-5"-2,2 5,12 10,11 9,11 1,3 1</inkml:trace>
  <inkml:trace contextRef="#ctx0" brushRef="#br0" timeOffset="107622.314">21505 7848,'-14'4,"2"-1,-1 2,-1 1,3-1,-2 2,1 0,1 0,-1 1,1 0,1 1,0 0,0 1,0 0,2 0,0 1,0 0,0 0,1 2,1-2,1 1,0 0,0 2,1-1,0-1,1 1,1 4,1-14,0 0,0 1,1-1,0-1,0 2,0-1,0 0,0 1,1-2,-1 1,1 0,0 1,0-1,0 0,1-1,-1 1,1 0,-1 0,1 0,0-1,0 0,0 1,1-1,-1 0,0 1,1-1,-1 0,1-1,-1 1,1-1,0 1,0-1,0 0,1 0,-1 0,0 0,0 0,1-1,-1 1,-1-1,2 0,-1 0,0 0,2 0,10-7,-1 1,1-1,0-1,-2 0,1-1,-1-1,0 0,-1-1,-1 0,1 0,-1-2,8-11,6-3,-3-1,1 0,-3-2,0 0,-3-2,0 0,-3-1,0 0,-2-1,-2 0,-1 0,-2-1,-1 0,-1-1,-3-2,-16-56,13 90,0 0,0 2,-1-2,1 0,-1 1,0-1,0 2,0-1,0 0,0 0,-1 0,0 0,2 1,-2 0,0-1,0 1,-1 0,1-1,0 2,-1-1,1 1,-1 0,1-1,-1 1,-1 1,1 0,0 0,-1 0,1 0,-1 1,1 0,0 0,0 0,0 0,0 0,0 1,0 0,0 0,0 0,0 1,1-1,-1 0,2 1,-1 0,0 0,-3 4,-52 75,48-63,0 1,2 1,0 0,1-1,2 2,0 0,2 0,0-1,1 2,1-1,2-1,0 2,1-1,2-1,0 1,1 0,1-1,1 0,1 0,1-1,1-1,1 1,0-1,5 5,-4-8,0 0,2 0,-1-1,2-1,-1-1,2 0,1 0,-1-2,2 0,4 3,-3-9,-7-5</inkml:trace>
  <inkml:trace contextRef="#ctx0" brushRef="#br0" timeOffset="107911.868">21895 7999,'30'85,"-29"-82,1-1,0 1,0 0,0 0,1-1,-1 1,-1-2,2 2,0-1,0 0,-1 0,1 0,0-1,1 1,-1-1,0 0,0-1,1 1,-1 0,-1 0,2-1,-1 1,1-1,-1 0,1 0,0 0,4-2,-1 0,1-1,-1 0,1-1,-1 1,0-1,0 0,-1-1,1 0,-1 1,1-2,-2 0,0 1,0-2,0 1,0 0,0-1,-1 1,0-2,-1 1,-1 0,1-1,0 1,-1-1,0 1,-1-1,0 0,0 0,-1 1,0-4,0 7,1 1,-1-1,0-1,-1 1,1 1,-1-1,0 0,0 0,0 0,-1 0,1 1,-1-1,0 0,0 1,1 0,-2-1,1 1,-1-1,0 2,0-1,0 0,0 1,-1-1,1 1,-1 0,1 0,0 0,-1 0,0 1,0-1,0 1,0 0,0 0,-1 0,1 0,0 1,1 0,-1 0,-1 0,1 0,0 1,0 0,-1-1,1 2,0-1,-1 1,0 1,-1-1,1 0,0 1,0 1,0-1,2 1,-2-1,1 1,0 1,0-1,0 0,0 1,1 0,0 0,0-1,1 2,0-1,0 0,0 0,0 1,1-1,0 1,0 0,0-1,1 1,0 0,0-1,1 7,7 16</inkml:trace>
  <inkml:trace contextRef="#ctx0" brushRef="#br0" timeOffset="108415.027">23224 7393,'-12'-1,"-1"1,1 1,-1 0,0 0,1 1,-1 1,1 0,0 0,0 1,0 1,0 0,1 0,0 1,0 1,1-1,0 2,0-1,0 2,2-1,-4 4,0 1,1-1,0 2,1 0,0 1,2 0,0 0,0 1,1-1,1 2,0-1,3 1,-1-1,0 1,2 3,0-16,1 2,0 0,1-1,0 0,-1 1,2-1,-1 0,1 1,-1-1,2 1,-1-1,1 0,-1 0,2 0,-1 1,0-2,0 1,1 0,0-2,1 2,-1 0,1-1,0-1,0 1,1 0,-1-1,0 1,1-2,-1 1,2 0,-1-1,0 1,0-1,1-1,2 1,3-3,1 0,-1-1,0 0,1-1,-1 0,-1-1,1 0,0-1,-2 0,2 0,-1-1,-1-1,0 1,0-2,0 2,-1-3,0 2,-1-2,0 0,6-9,3-9,0 0,-1 0,-2-2,-1 0,-1 0,-2 0,-1-2,-1 0,-2 1,-1-1,-2 0,-1 0,-1 0,-3-14,3 40,0-7,0 2,-1-1,0 0,-1 1,0-1,0 0,-2 1,1-1,-1 1,-6-9,10 18,0 0,-1-1,0 1,0 1,0-1,0 0,0 0,0 0,0 0,0 0,0 0,-1 0,1 0,0 1,-1-1,1 0,0 1,-1 0,1-1,-1 1,1 0,-1-1,1 1,-1 0,1 0,0 0,-1 0,1 1,-1-1,1 0,0 1,0-1,-1 1,1-1,0 1,-1-1,1 1,0 0,0 0,-43 41,31-17,1 0,1 2,1-2,1 3,3-2,0 1,1 1,1 0,1-1,2 2,1 5,-2-3,1-1,2 1,1 0,2 0,1-1,1 1,1-1,2 0,1-1,2 0,0 0,3-2,0 0,1 0,7 6,49 27,-41-44</inkml:trace>
  <inkml:trace contextRef="#ctx0" brushRef="#br0" timeOffset="108665.034">23536 7696,'-2'22,"-1"17,0 11,2 8,-1 4,1 0,3-5,2-9,1-12</inkml:trace>
  <inkml:trace contextRef="#ctx0" brushRef="#br0" timeOffset="109148.837">24279 7280,'-19'20,"3"0,0 0,0 2,3 1,-1-1,2 2,2 0,0 0,1 1,1 0,-2 23,7-35,0 1,2-1,0 0,0-1,2 1,-1 1,2-1,0 0,0 0,2 2,-2-9,0-1,-1-1,1 1,0 0,1-1,-1 0,1 0,0 1,1-1,-1-1,1 1,0 0,0-1,-1 1,1-2,1 1,0 0,-1 0,1-1,0 0,0 0,0-1,-1 0,1 1,1-1,-1 0,4 0,-1-1,1 0,0-1,0 1,0-2,-2 1,2-1,0 0,-1-1,0 0,0 0,0-1,0 1,0-2,-1 0,0 0,0 1,0-2,1-1,4-6,1 1,-1-1,-1-1,0-1,-1 1,0-1,-2-1,3-5,1-8,-2 1,-2 0,0-2,-2 1,-1 0,-1 0,-2-1,-1-1,-2 2,-1-1,-3-12,-19-44,23 83,0 1,0-1,0 0,0 0,-1 2,1-2,-1 1,0-1,0 1,0 0,0 0,0 0,-1 1,1-1,-1 0,1 1,-1-1,0 1,1-1,0 1,-1 0,0 0,0 1,0-1,0 1,0-1,0 1,-2 0,-1 1,1 0,1 1,-1 0,0 0,0 0,0 0,1 1,-1-1,1 1,0 0,0 0,0 1,0-1,1 1,-1 0,1 0,0 0,-2 3,-41 86,36-67,2 1,1 1,2-1,0 1,3 1,0-1,2-1,0 2,3-1,-1 0,3-1,1 2,1-2,1-1,2 1,0-1,2 1,1-3,1 1,1-1,5 5,-14-21,1 0,-1-1,2 0,-2-1,2 1,0 0,0-2,1 1,-1-1,1-1,0 1,1-1,-2 0,2-2,0 1,5 1,16-1</inkml:trace>
  <inkml:trace contextRef="#ctx0" brushRef="#br0" timeOffset="109448.711">24799 7607,'48'0,"115"9,-160-9,1 0,-1 1,0-1,0 1,0 0,0 0,0 0,0 0,-1-1,1 1,-1 1,1 0,0-1,-1 1,1 0,-1 0,0 1,0-1,0-1,0 2,0-1,0 1,-1 0,1 0,-1-2,1 2,-1 0,-1 0,0 0,1 0,0-1,-1 2,1-1,-1 0,0 0,0 0,-1-1,1 1,0 1,-1-1,-4 14,-2-1,0 1,-1-1,-1-1,0 0,-1 0,-4 3,-49 91,62-107,0-1,1 1,-1 0,1 0,-1-1,1 1,-1 0,1 0,0-2,0 2,0 0,0 0,0 0,0-1,1 1,-1 0,1 0,-1-1,1 0,0 1,-1-1,1 1,0-1,0 1,0-1,0 1,0-1,1 0,-1 1,0-1,1-1,-1 1,0 0,1 0,0 0,-2 0,2-1,-1 1,1 0,0-1,0 1,-1-1,1 0,1 1,14 1,-1-1,1 0,-1-1,2-1,-2 0,1-2,0 0,15-4,-21 4,74-16,-4-3</inkml:trace>
  <inkml:trace contextRef="#ctx0" brushRef="#br0" timeOffset="109989.786">26115 7179,'-6'-2,"0"0,0 1,1 1,-1 0,0-1,-1 1,1 0,0 1,1-1,-2 0,1 1,0 1,0 0,0 0,1 0,0 0,-1 1,0 0,1-1,0 2,0 0,1 0,-4 2,-2 4,0-1,0 2,2-1,0 1,0 1,0-1,2 1,0 0,-4 12,3-8,0 1,1 1,2-1,0 1,1 0,0 0,1 0,2-1,0 1,0 0,2 0,0 0,2 0,0 0,2 7,-3-20,-1 1,1-1,0-2,0 2,1 0,-1-2,1 1,0 0,0 0,-1 0,2-1,-1 0,1 0,0 0,0 0,0-1,0-1,0 2,0-2,1 1,-1-1,1 0,-1 0,6 0,0-1,0 0,0-1,-1 0,1 0,0-2,-1 1,1-1,0 0,-1-1,0 0,0-1,2-1,4-5,0 1,-1-1,-1-1,0-1,-1 0,0-1,-1 0,-1 0,0-1,0-1,-2-1,-1 1,0-1,-1 0,2-7,1-4,-3-2,0 1,-1-1,-2 0,-1 0,-2 0,-1 0,-1 0,-2-2,0 11,-1 1,0 1,-2-1,0 0,0 0,-8-10,11 22,-1 2,0-2,-1 2,1-2,-1 2,0 0,-1-1,0 2,0-1,-1 0,1 2,-1-1,0 0,0 1,-1 0,1 1,-8-3,11 4,-1 1,0 0,1 1,0-1,-1 1,0 0,1-1,-1 2,0-1,0 1,1-1,0 0,-1 2,1-1,-1 1,1-1,-1 1,1 1,0-1,0 1,1-2,-1 2,0 0,1 0,-1 1,1-1,0 0,0 1,0 0,1 0,-3 3,-2 6,0 2,1-2,0 2,1-1,0 0,2 1,1 0,-1 0,1 1,2 22,1 0,1 0,2-1,2 1,2-1,2 0,1-1,1 0,3-1,0 0,3-2,0 1,3-2,1-1,21 24,-28-35,0-1,2-2,1 1,0-1,1-1,1-1,0 0,1-1,15 6,-3-10,-9-9</inkml:trace>
  <inkml:trace contextRef="#ctx0" brushRef="#br0" timeOffset="110364.127">26597 7432,'17'-7,"-1"2,1 0,0 1,1 0,0 3,15-2,-22 1,1 0,-1 0,0 1,1 0,-1 1,1 1,-2-1,2 2,-1 0,0 0,0 1,0-1,0 2,7 3,-16-5,0-1,0 1,0-1,0 0,0 1,0 0,0 0,-1 0,1 1,-1-1,0 0,0-1,0 2,0-1,0 1,0-1,-1 1,1-1,-1 0,1 1,-1-1,0 1,0 0,0-1,0 0,-1 1,1-1,-1 1,1-1,-1 1,0-1,0 0,0 0,0 0,0 1,0-1,-1 0,0 1,-68 71,-32 19,101-92,0-1,1 1,-1-1,1 1,-1 0,1 0,-1 0,1 0,0-1,-1 1,1 0,0 0,0 0,0 0,0 0,0 0,0 0,0 0,0 0,0-1,0 1,0 0,1 0,-1-1,0 1,0 0,1 0,-1 0,1 0,-1 0,1-1,-1 1,1 0,0 0,-1-1,1 1,0 0,0-1,-1 1,1-1,0 1,0-1,0 0,0 1,-1-1,1 0,0 0,48 11,-44-10,15 1,69 16,-86-17,-1-1,0 1,1 0,-1 1,1-1,-1 1,0-1,1 1,-1 0,0 0,0 0,0-1,0 1,-1 1,1-1,0 0,-1 1,0 0,0-2,1 2,-2 0,0-1,1 1,0 0,-1 0,1-1,-1 0,0 1,0 1,-2 4,1 1,-1-1,-1 0,0 0,-1 0,1-1,-2 1,1 0,-1-2,0 2,0-2,-5 6,-19 22</inkml:trace>
  <inkml:trace contextRef="#ctx0" brushRef="#br0" timeOffset="110974.041">26571 8252,'-8'83,"10"13,5-1,4 1,3-1,6-1,30 91,-35-130,47 200,28 256,-71-363,-10-102</inkml:trace>
  <inkml:trace contextRef="#ctx0" brushRef="#br0" timeOffset="111639.005">24865 8326,'0'15,"0"18,0 21,-2 24,-2 25,1 24,1 22,0 19,1 15,1 11,-1 5,6 1,8-8,8-16,11-17,7-24,2-26,-6-32</inkml:trace>
  <inkml:trace contextRef="#ctx0" brushRef="#br0" timeOffset="112322.921">23419 8402,'-9'17,"-7"22,-3 21,1 26,4 24,9 20,10 16,13 16,13 11,17 7,9 3,8-1,-2-7,-7-8,-13-16,-15-19,-14-32</inkml:trace>
  <inkml:trace contextRef="#ctx0" brushRef="#br0" timeOffset="112998.727">21974 8642,'-9'-6,"8"4,1 2,-2-1,1 0,0 0,0 0,0 0,0 0,-1 0,1 0,0 0,-1 1,1-1,-1 0,1 1,0-1,-1 1,0 0,1-1,0 1,0 0,-1 0,1 0,-1 0,1 0,-1 0,1 1,-1-1,0 0,1 1,0-1,-1 1,1 0,-1-1,1 1,0 0,-1 1,-19 65,21-65,-10 114,5-1,8 58,-3-143,72 1015,-59-898,-2-26</inkml:trace>
  <inkml:trace contextRef="#ctx0" brushRef="#br0" timeOffset="113590.235">21635 9474,'50'90,"-14"-32,2-2,4-2,22 23,-63-76,0 1,0 0,1 0,0 1,-1-1,1 0,0 1,0-1,0-1,0 1,0-1,1 1,-1 0,1-1,-1 1,1-1,-1 0,0 0,1 0,0 0,0 0,-1-1,1 0,0 0,0 0,0 0,0 0,0 0,0 0,-1 0,1 0,-1-1,1 0,2-1,1-5,0 0,-1-1,0 0,0 0,-2 0,1-1,0 1,-1-1,0 0,0-6,1 3,96-413,-78 328,-2 12</inkml:trace>
  <inkml:trace contextRef="#ctx0" brushRef="#br0" timeOffset="115163.649">26519 3725,'-2'36,"2"0,1 1,2-1,2 0,7 23,-1 3,11 148,-9 0,-12 115,-2-160,1-167,0 2,0-2,-1 1,1-1,0 1,-1 0,1-1,-1 1,0 0,1-1,-1 1,0 0,0 0,0 0,0 1,0-1,0 0,0 0,0 0,0 0,-1 0,1 1,0-1,-1 0,1 1,0-1,-1 1,1-1,0 1,-1 0,1 0,-1 0,1 0,0 0,0 0,-1 0,1 0,0 0,-1 0,1 1,-1-1,1 1,0-1,-1 1,1 0,0-1,0 1,-1 0,1 0,-7 8,0 1,2-1,-1 1,1 1,0-1,1 1,0 0,1 0,1 0,0 1,0-1,1 1,0 0,1 4,-3 8,1 0,1-1,2 2,0-2,2 1,3 20,-3-36,0-1,0 2,0-1,1-1,0 0,0 0,1 0,0 0,0 0,1 0,0-2,1 2,-1-2,0 1,2 0,-1-1,1-1,0 1,0 0,-1-2,1 1,4 1,-1-1,0 0,1-1,0 1,0-1,0-1,0 0,1-1,-2 0,2-1,0 0,-2 0,2-2,-1 1,1-1,-2-1,1 0,0-1,-1 1,1-2,-1 0,1 0,-2 0,0-2,1 2,-1-3,-1 1,0 0,0-2,0 2,-1-2,-1 0,1 0,-1 0,0 0,-1-2,0 2,-1-2,-1 1,1-2,-2 2,-1 1,0-1,0 1,-1 0,0-1,-1 1,0-1,0 1,-1-1,0 1,-1 0,1 0,-2 0,0 0,0 1,-1-1,-1 2,1-2,-1 2,1-1,-2 0,0 2,0-1,-1 1,1 0,-1 0,0 1,-1 0,0 0,1 1,-1 0,-6-1,4 3,-1 0,0 1,0 0,1 1,-2 1,1 0,1 0,-1 2,0-1,2 1,-2 1,0-1,2 2,-1 0,0-1,1 2,-8 6,2-1,1 0,0 1,0 1,1 0,1 1,1 0,0 1,0 0,1 1,-3 10,6-11,1 0,1 1,1 0,0 1,1-1,1 1,-1 14,2 34</inkml:trace>
  <inkml:trace contextRef="#ctx0" brushRef="#br0" timeOffset="115977.311">26584 6146,'-23'50,"2"1,2 2,3 0,-5 31,20-70,11-43,3-23,-4-1,-1 0,-2 0,17-106,6 84,-27 73,-1 0,1-1,-1 1,0 0,1 0,0 1,0-1,0 0,0 1,1-1,-1 0,0 1,1 0,-1 0,1-1,-1 2,1-1,0 0,0 1,-1 0,0-1,1 1,0 0,-1 0,1 0,0 0,0 1,2-1,2 2,0 0,-1 1,0 0,1 0,-1 0,1 0,-1 1,-1 1,1-1,-1 0,1 1,-1 0,0 0,-1 1,0 0,0-1,0 1,-1 0,0 0,0 1,0-1,0 1,-1 0,-1-1,1 1,-1-1,0 2,-1-1,1-1,-2 2,1-2,-1 2,0-1,0-1,-1 1,0-1,0 1,-2 2,-4 5,-1-2,1-1,-1 0,-2 1,1-2,0 1,-5 1,-34 36,46-46,2 0,-1 0,0-1,0 1,0 1,0-1,1 1,-1-1,1 1,0-1,0 0,0 1,0 0,0 0,0 0,1-1,-1 1,1 0,0 0,0 0,0 0,0-1,1 1,-1 0,1 0,0-1,0 1,0-1,0 1,0 0,0-1,1 1,-1-1,1 1,1 0,8 5,0-2,1 1,0 0,0-2,1 0,-1 0,1-1,1-2,-2 1,2 0,0-1,-1-1,2 0,7 2,2-1,-2-1,2-1,-2-1,1 1,0-3,-1-1,6-2,-25 5,0 1,0-1,-1 0,1 0,0 0,-1 0,1-1,-1 0,0 1,1-1,-1 0,0 0,-1 0,1 0,0 0,-1 0,1-2,5-12</inkml:trace>
  <inkml:trace contextRef="#ctx0" brushRef="#br0" timeOffset="116228.851">26271 5855,'22'-4,"21"-1,21-1,16 1,14 2,5 0,0-1,-18 1</inkml:trace>
  <inkml:trace contextRef="#ctx0" brushRef="#br0" timeOffset="119074.703">21986 6284,'0'19,"0"16,0 9,0 9,2 6,1 1,0-2,0-2,-2-10,-2-11,-1-10</inkml:trace>
  <inkml:trace contextRef="#ctx0" brushRef="#br0" timeOffset="119485.921">21999 6272,'9'-10,"-1"0,1 1,1 0,0 1,-1 0,2 1,1 0,-1 0,0 1,1 0,0 1,0 1,1 0,0 0,-1 1,1 0,0 2,0 0,0 0,0 1,10 1,-18-1,-1 0,0 0,0 1,0-1,0 1,0-1,0 2,0-1,0 1,0-1,-1 1,1 0,0 0,-2 1,2-1,-1 0,0 1,0 0,0 0,0 0,-1 0,1 0,-1 0,0 1,0 0,0-2,0 2,-1 0,1 0,-2 0,1 0,0 0,-1 0,1 0,-1 1,-3 8,1 1,-2-1,0-1,-1 1,-1 0,0-1,-1-1,1 1,-2 0,-1-2,1 1,-2-1,1 0,-1 0,0-2,-1 1,0-1,-12 5,-119 68,141-80,1-1,-1 1,1 0,-1 0,1-1,0 1,-1 0,1 0,0 0,0-1,-1 1,1 0,0 0,0 0,0 0,0-1,0 1,0 0,0 0,1-1,-1 1,0-1,0 1,1 0,-1 0,0-1,1 1,-1 0,1 0,-1-1,1 1,-1 0,1-1,0 1,-1-1,1 1,-1-1,1 1,0-1,0 1,-1-1,1 0,0 1,0-1,0 0,-1 0,1 0,0 0,0 1,0-1,0 0,-1 0,1 0,0-1,0 1,8 5,35 24,-24-15,-1-1,2-2,-1 1,2-2,-1-1,1 0,1-2,-3-1,1-2,-1 0,1-1,-1-3,2 1,-2-1,1-1,0 0,4-3,13-5</inkml:trace>
  <inkml:trace contextRef="#ctx0" brushRef="#br0" timeOffset="123528.427">22599 6650,'0'-207,"1"206,-1 0,1 0,0 0,0 0,-1 1,1-1,0 0,0 0,0 1,0-1,0 0,0 1,0-1,0 1,0-1,0 1,1-1,-1 1,0 0,0 0,0 0,-1 0,2 0,-1 0,0 0,0 0,0 0,1 0,-1 0,0 1,0-1,0 1,0-1,0 1,0-1,0 1,0-1,0 1,1 0,6 2,34 5,-26-6,1 2,-1 0,1 0,-2 1,1 1,4 2,-16-2,1-1,0 0,0 1,-1 0,0-1,0 1,-1 1,0-1,0 1,-1-1,0 1,0 0,-1-1,1 2,-1-2,-1 1,1 1,-1-2,-1 2,1-2,-1 1,-1 0,1 0,-1 0,0 30,2-36,-1 0,1 1,0-1,0 1,0-1,1 1,-1-1,0 0,0 1,1-2,-1 2,1-1,-1 0,1 1,0-1,-1 0,1 0,0 0,0 1,0-1,0 0,0 0,0 0,0 0,0-1,0 0,1 1,-1 0,0-1,0 1,1-1,-1 1,0-1,1 1,-1-1,1 0,-1 0,1 0,-1 1,0-2,1 1,-1 0,0 0,0 0,2-1,13-3,0-1,-1-2,0 1,-1-1,1-1,-1 0,-1-1,1-1,-1 0,-1-1,0 0,1-2,-1 2,0 1,0 0,-2-2,0 0,1 1,-2-2,-1-1,0 1,0 0,-1-1,1-4,-8 18,0-1,0 0,0 0,0 0,1 0,-1 0,0 0,0 0,0 0,0 1,0-1,0 1,0-1,0 0,0 0,-1 0,1 0,0 0,0 0,0 1,0-1,-1 0,1 0,-1 0,1 1,-1-1,0 0,1 0,-1 1,0-1,1 1,-1-1,0 1,0 0,1 0,-1-1,0 1,0 0,0-1,0 1,0 0,0 0,0-1,1 1,-1 0,0 0,0 0,0 0,0 0,0 1,0-1,0 0,0 0,0 1,1-1,-1 0,0 1,0-1,0 0,0 0,1 1,-1-1,0 1,1 0,-1-1,0 1,0 0,-3 4,-2-1,1 0,0 1,0 0,0 0,1 1,0 0,1-1,-1 1,1 0,0 0,0 0,-1 4,3-7,0 1,-1 0,1-1,1 0,-1 1,1 0,-1 0,1-1,0 0,0 1,1 0,-1 0,1-1,0 1,0-1,0 1,0 0,1-2,-1 2,1-1,0 0,0 1,0-2,1 1,1 2,5 1,1-2,1 0,-1 1,0-2,1 0,0 0,0-1,0 0,0-1,0 0,0-1,0 0,1 0,-2-2,2 1,-1-1,-1-1,1 1,0-2,0 0,5 0,0 0,-1 0,0-2,1-1,-2 1,0-2,0 0,0-1,-1 0,0-1,-1 0,0 0,-1-2,0 0,0 0,-1 0,-2-2,6-6,-13 17,1 0,-1 1,0-1,0 0,0 1,0-1,0 0,0 0,-1 0,0 0,0 0,1 0,-2 0,1 0,0 0,-1 1,1-1,-1 0,0 0,0 0,0 0,0 1,-1-1,1 0,-1 1,0-1,0 0,0 1,0 1,0-2,0 1,-1 0,1 0,0 0,0 1,-1-1,0 1,0 0,0 0,1 0,-1 0,0 0,-1 0,1 1,-5-1,-1 1,0 0,-1 1,1 0,1 0,-1 1,0 0,0-1,1 2,0 1,-1-1,1 1,0 0,1 1,-1 0,1-1,0 2,0 0,1-1,0 2,0 0,-3 2,8-8,-1 1,1-1,-1 1,1-1,0 1,0-1,-1 0,1 1,0-1,1 1,0 0,-1 0,0 0,1 0,-1-1,1 0,-1 1,1 0,0 0,0 0,0 0,0 0,0 0,1 0,-1-1,0 1,1 0,-1 0,1 0,0 0,-1 0,1 0,0-1,0 1,0-1,0 0,1 1,-1-1,0 1,1-1,-1 0,1 0,0 1,0-1,9 2,-1-3,1 2,0-1,1-1,-2 0,1 0,0-1,-1-1,1 1,0-1,0-1,-2-1,4-1,123-53,-135 58,0 0,0 0,0 0,0 0,0 0,-1 1,1-1,0 0,0 1,0-1,0 0,0 1,-1-1,1 1,0-1,0 1,-1 0,1-1,0 1,-1-1,1 0,-1 1,1 0,-1 0,1-1,-1 1,0 0,1 0,-1 0,0 0,1 0,-1 0,0 0,0-1,0 1,0 0,0 0,0 0,0 0,0-1,-1 1,1 0,0 0,0 0,-1-1,1 1,0 0,-1 0,1 0,-1-1,1 1,-1 0,0 5,-3 34,2 2,2-1,2 1,1-1,4 5,41 188,-47-233,-1 1,1-1,-1 1,0-1,0 1,0-1,1 1,-1-1,0 0,0 0,0 1,0-1,-1 1,1-1,0 1,0-1,0 0,-1 1,1-1,-1 0,0 0,1 0,-1 1,0-1,0 0,0 0,0 0,0 0,0 0,0 0,0 0,-1 0,1 0,0 0,-1-1,1 1,0 0,-1-1,1 0,-1 0,1 0,-1 0,1 1,-1-1,1 0,-1 0,1 0,-1 0,-5-4,0-1,0-1,0 2,1-2,1-1,-1 2,0-2,1 0,0 1,0-2,1 2,-1-2,3 1,-2-1,1 0,1 0,-1-3,-6-11,1 0,1 1,2-2,0 0,1 1,2-1,0-5,3 25,0 0,0 1,0-1,0 1,1-1,-1 1,1-1,-1 0,1 1,0 0,0 0,0 0,0 0,0 0,1 0,-1 1,1-1,-1 1,1-1,0 1,0 1,0-1,-1 0,1 0,0 0,-1 1,1-1,1 1,-1 0,0 0,0 0,0 0,0 1,0-1,0 1,2 1,16-3,27-3,-3 0</inkml:trace>
  <inkml:trace contextRef="#ctx0" brushRef="#br0" timeOffset="123804.891">24226 6524,'-13'-2,"-4"-1</inkml:trace>
  <inkml:trace contextRef="#ctx0" brushRef="#br0" timeOffset="125898.336">17102 7923,'120'8,"1"-5,0-5,36-9,-127 10,1096-98,-1120 99,-14 0,7 0,-15 0</inkml:trace>
  <inkml:trace contextRef="#ctx0" brushRef="#br0" timeOffset="126491.78">17194 6915,'22'9,"2"-1,-2 0,3-3,-2 1,1-2,0 0,18-2,-37-2,166 8,-2-7,1-9,0-6,35-12,-17-2,-173 24,-21 2,-22 1,1 1,2 1</inkml:trace>
  <inkml:trace contextRef="#ctx0" brushRef="#br0" timeOffset="142171.073">13730 11012,'-1'49,"3"0,2 0,1 0,4-1,2 1,1-2,3 0,20 44,18 68,-40-121,-4 1,0 1,-2-1,-1 2,-3-2,-2 29,-19 8,17-73,0-1,0-1,-1 2,1-1,0 0,-1 0,1 0,-1 0,0 0,1-1,0 1,-1-1,0 1,0 0,0-1,-1 0,1 0,0 1,-1-1,1-1,-1 1,1 0,-1 0,1-1,-1 0,1 1,0-1,0 0,-2 0,-2-3,0 1,0-1,0 0,1 0,1 0,-1 0,0-1,0-1,0 1,1 1,-1-2,1 0,1 1,0-1,0-1,0 1,0 0,0-1,-1-3,-16-38,1-3,3 1,2-1,2 0,3 0,2-1,2-1,3-9,1 56,-2-25,1 1,1 1,2-1,1-1,1 1,2 1,6-24,-10 48,0 1,0 1,1-2,0 1,-1 0,1 0,1 0,-1 1,0-1,1 0,-1 0,1 1,0 0,0 0,-1 0,1 0,0 0,0 0,1 1,-1-1,1 1,-1 0,1 0,-1 0,1 1,-1 0,0-1,1 1,0 0,-1 0,1 1,0-1,-1 0,2 1,3 0,0 1,1 0,0 0,0 1,-2 1,1-2,1 2,-1 1,-1-1,0 0,0 2,0-1,0 0,0 2,-2-1,1 0,0 1,-1 0,0 0,0 1,-1-2,0 3,-1-2,0 1,0 0,0 2,-3-7,0 0,0 1,0 0,-1 0,1-1,-1 0,0 1,0 0,-1-1,1 0,-1 0,1 1,0-1,-1 0,-1 0,1 0,0 0,-1-1,0 1,1 0,-1-1,0 0,-1 0,1 0,0 0,-1 0,2-1,-2 1,1-1,-1 0,0 0,1-1,-1 1,-3 0,6-1,0-1,0 1,0 0,0 0,-1-1,2 1,-1 0,0 0,0 0,0-1,0 0,0 1,0-1,0 0,0 1,1-1,-1 0,0 0,0 0,1 0,-1 0,0 0,1 0,-1 0,1 0,-1 0,1 0,0 1,-1-1,1 0,0-1,0 1,0 0,0 0,0 0,0 0,0 0,0-1,0 1,1 0,-1 0,0 0,1 0,18-45,-13 40,0-2,1 2,0 0,1 0,-2 1,2-1,0 1,1 0,-2 1,2 0,0 0,0 1,0 1,-1-1,2 1,-1 1,1-1,-1 1,0 1,1 0,0 0,-2 1,2 0,-1 1,1 0,-2 0,1 0,1 1,-2 1,3 1,30 22,47 22,-84-47,-1-1,1 0,-1 0,0-1,0 1,1-1,0 1,-1-1,1-1,0 1,-1 0,1-1,-1 1,1-1,-2 0,2-1,-1 1,0 0,1-1,-1 0,0 1,0-1,0 0,0 0,-1-1,1 1,0-1,-1 0,0 2,1-2,-1 0,0 0,0 0,0 0,0 0,-1 0,1-1,-1 1,0-1,0 2,0-2,-1 1,1-1,-1 1,0 0,0-1,0 0,0 0,-1 2,1-2,-1 0,0 1,0-1,0 2,-1-2,1 1,-1 0,-1-2,-2-1,1-2,0 3,-2-2,0 1,0 1,0-1,0 0,0 2,-1-1,0 0,-1 1,1 1,-2-2,2 2,-1 0,1 0,-1 2,0-1,1 0,-1 0,0 1,0 1,-5-1,0 8,30 0,21-1,1-2,0-3,-1 0,34-4,-41 2,22-2,98 3,-148 0,1 1,-1 0,1-1,-1 1,1 1,-1-1,1-1,-1 2,-1 0,1-1,0 1,0 0,0 1,0-1,-1 1,1-2,-1 2,1 0,-1 0,0 0,0 0,0-1,-1 1,1 0,-1 1,-1-1,1 0,0 0,0 1,-1-1,1 1,-1-2,0 3,2 8,11 50,-12-61,0-1,0 1,0 0,0-1,0 1,0 0,0-1,1 1,-1-1,0 0,1 0,-1 0,1 0,0 0,-2 0,2 0,0 0,0 0,0 0,0-1,0 1,-1-1,1 1,0-1,0 0,0 1,0-1,0 0,0-1,0 1,1 0,6-3,2-1,-1 1,0-1,-2-1,2 0,-1 1,0-2,-1-1,0 2,0-2,0 0,-1 0,6-8,71-100,-74 100,-9 15,0 0,-1 0,1 0,0 0,-1 1,1-1,-1 0,1 1,0-1,-1 0,1 1,-1-1,1 0,-1 0,1 1,-1-1,1 1,-1-1,0 1,0-1,0 1,0 0,0-1,1 1,-1 0,0-1,0 1,0 0,0-1,1 1,-1 0,0-1,0 1,-1 0,1-1,0 1,0 0,0-1,0 1,-1 0,1-1,0 0,0 0,0 1,0 0,0 3,0 4,1-1,0 1,1-1,0 1,0-2,1 2,0-1,0 0,1 0,0-1,0 0,1 1,-1-2,0 2,2-2,-1 0,1 1,0-1,1-1,-2 0,2 1,6 1,9 3,0-2,0 0,2 0,-2-3,1 0,1-1,-1-1,0-1,1-1,-1-1,1-2,-1 0,0-1,21-6,66-38,-105 45,0 0,0 0,0-1,0 0,-1 0,-1-1,1 2,0-2,-1 0,1 1,-1-2,0 1,-1 0,1 0,-1-1,0 1,-1-1,2-5,-3 9,0 0,0-1,0 0,-1 1,1-1,-1 1,1 0,-1 0,0-1,0 1,0-1,0 1,0 0,-1 0,1 0,-1 0,0 0,1 0,-1 0,0 0,0 1,0-1,0 1,-1 0,1 0,0-1,0 1,0 0,0 0,-1 0,0 1,1-1,-1 1,1-1,-1 1,0 0,1 0,-1 0,0 0,1 0,-1 1,2-1,-2 1,1 0,-1 0,1 0,-1 0,1 0,0 0,-1 1,0-1,-6 4,2 1,0 0,-1-1,1 2,0-1,0 1,2 0,-1 0,0 1,1-1,0 2,1-2,-1 2,2-1,0 1,0 0,1 0,-1 0,2 0,-1 0,1 4,1-11,0 0,1 1,-1-1,0 1,1-2,0 1,-1 1,1-1,0 0,0 0,0 0,0 0,1-1,-1 1,1 0,-1 0,0 0,1 0,-1-1,1 1,0-1,0 0,0 0,0 0,0 0,1 0,-1 0,0 0,0-1,1 1,-1 0,0-1,1 0,-1 0,0 0,0 0,1 0,5 0,0 0,1-1,-1 0,-1 0,1-1,0 0,0 1,-1-2,0 0,5-3,0 0,-1-2,1 0,-1-1,-1 0,0-1,0 1,0-2,-2 0,1 1,-1-2,-1 0,0 0,-1 0,-1-1,0 1,0-1,-1 0,0-2,7-36,-3-1,-1 0,-3 0,-2-5,-1 28,0-52,-2 81,1 0,0 0,0 1,-1-1,1 0,0 0,-1 0,1 0,0 0,-1 0,1 1,-1-1,1 0,0 0,-1 0,1 0,0 0,-1-1,1 1,0 0,-1 0,1 0,0 0,-1 0,1 0,0 0,-1-1,1 1,0 0,-1 0,1 0,0-1,0 1,-1 0,1-1,0 1,0 0,0 0,-1-1,1 1,0 0,0-1,0 1,0 0,0-1,0 1,0 0,-1 0,1 0,0 0,0-1,0 1,0-1,1 1,-1 0,0-1,0 1,0 0,0-1,0 1,0 0,1-1,-14 27,-2 21,1 1,4 2,1-1,3 0,0 32,4-59,2 2,0-1,2 0,0 1,2-2,1 4,-3-20,0 2,0-1,1-1,0 1,1-1,-2 1,2 0,0-2,1 1,0 0,0-1,0 1,1-1,-2 0,2-1,1 1,-1-1,1-1,-1 1,0 0,3 0,10 0,-2 0,2-1,-1-1,1 0,-1-2,1 0,0-1,0 0,-1-2,0 0,0-2,0 1,0-2,0 0,-1-1,-1-1,1 0,-1-1,0-1,-1 0,0-2,-5 6,-1-1,-2 0,2 0,-1-1,0 0,-2-1,1 1,0-1,-1 0,0 0,-1-2,0 2,-2-2,1 1,-1 0,0-1,0 1,-2-1,1 0,-1 0,-1 9,0 1,0-1,1 1,-1-1,0 0,-1 1,1 0,0 0,0-1,-1 1,1-1,-1 1,1-1,-1 1,0 0,1-1,-1 1,0 0,0 0,0 0,0 0,0 0,0 0,0 0,-1 0,1 0,0 0,0 0,0 1,0-1,-1 0,1 1,-1-1,1 1,-1 0,1-1,-1 1,1 0,-1 0,1 0,-1 0,1 0,-1 0,1 0,-1 1,1-1,-1 1,1-1,-1 1,1-1,-1 1,1 0,-3 5,0-1,-1 1,1 0,1 0,-1 0,1 1,0-1,1 1,0-1,0 1,0 0,1 0,0 0,1 0,-1 0,1 0,1 0,-1 1,1-2,1 1,-1 0,1 0,1-1,-1 4,1-2,0 2,1-2,0 1,0-1,1 0,-1 0,1 0,1-1,0 1,1-1,0 0,-1-1,1 0,1 0,0 0,0-1,0 0,0-1,1 1,0-2,0 0,0 1,3-1,-7-2,-1-1,0 1,0-1,0 0,0 0,0-1,1 1,-1-1,0 0,0 0,0 0,0-1,-1 1,1-1,0 0,0 0,-1 0,1 0,-1-1,0 0,1 0,-1 0,0 1,-2-1,2-1,-1 1,1-1,-1 2,0-2,0 0,-1 0,1-1,6-14,-1-1,-1-1,-1 0,-1 1,1-11,-5 31,25-139,-24 136,1 0,-1 1,1-1,0 2,-1-2,1 1,0 0,0-1,0 1,1 0,-1 1,1 0,-1-1,1 0,-1 1,1 0,-1-1,1 1,-1 0,1 0,0 1,0-1,0 1,0-1,0 1,0 0,2 0,79 13,-74-12,-1 0,1 1,-2 1,2 0,-1 1,0-1,-1 1,0 1,1 0,-1 0,0 1,-2 0,2-1,-1 2,0 0,-1 0,0 0,-1 0,0 1,0 0,0 0,-1 0,0 1,0-1,1 6,-3 51,-2-55,-1 0,1 1,1-1,0 0,0 1,1-1,1 0,3 8,-5-15,1 0,0 0,0 0,0 0,0-1,1 0,-1 1,1 0,0-1,0 0,-1 0,1 0,0-1,0 1,0-1,0 1,1-1,-1 0,1 0,-1 0,1 0,-1-1,0 1,1-1,-1 0,1 0,0 0,-1-1,3 0,5 0,-1-1,1-1,0 0,-1 1,0-2,1-1,-1 0,8-5,-11 6,0 0,-1 0,0-2,0 1,0 0,-1-1,0 0,0 1,0-2,-1 1,0-1,0 0,-1 1,0-2,0 2,0-2,-1 0,0 1,-1-1,0 1,0-1,0 1,-1-1,-1 1,1-1,-1 1,0-1,-1 0,0 1,-1-1,-2-5,5 11,-1 0,1 1,-1 0,0-1,1 1,-1-1,0 1,0-1,0 1,0-1,0 1,0 0,-1-1,1 2,0-1,0 0,0 0,-1 0,1 0,-1 0,0 0,1 1,-1-1,0 1,1-1,-1 1,0-1,0 1,0 0,1 0,-1 0,0 0,0 0,0 1,1-1,-1 0,0 1,1-1,0 1,-1 0,1-1,-3 2,1 2,0 1,0 0,0 0,1-1,0 2,0-1,0 0,0 0,1 1,0-1,0 0,1 1,-1-1,1 1,0 0,1-2,0 2,0 0,0-1,0 0,1 1,0-1,0 0,1 0,-1 0,2 1,2 3,1-1,-1 0,1-1,0 1,1-2,1 1,-2 0,2-2,0 1,0 0,0-2,0 1,1-1,0 0,0-2,9 3,5 1,2-1,-1-2,0-1,2 0,-2-2,12-2,-15 1,2-2,-2 0,1-1,0-2,-1 0,4-3,-18 6,0-1,1 1,-1-1,0-1,0 1,-1-2,1 0,-1 1,0-1,-1-1,0 1,0-1,0 0,0-1,-1 0,1-5,-4 11,-1 0,1 1,-1-1,0 0,0 0,0 0,0 0,-1 0,1-1,0 2,-1-1,0-1,1 1,-1 0,0-1,0 1,0 0,-1 0,1 0,-1 0,1-1,-1 1,0 0,1 0,-1 0,0 0,-1 0,1 0,0 0,-1 0,1 1,-1-1,2 0,-2 0,0 2,0-2,0 1,0 0,0 0,0-1,0 1,0 0,0 1,0-1,-1 0,1 1,-1-1,-5 2,-1-1,1 2,-1-1,0 1,2 1,-2-1,1 1,0 0,0 1,1 0,-1 0,1 0,0 2,0-1,1 0,-1 1,1 0,-3 3,5-4,0 0,0 0,1 0,0 0,0 1,0 0,1-1,-1 1,1 0,0-1,1 2,0-5,1 0,0 0,-1 1,1-2,0 1,0 0,1 1,-1-1,0 0,1 0,-1 0,1-1,0 2,0-1,0 0,0 0,0 0,0 0,0-1,1 1,-1-1,1 1,-1-1,1 1,-1-1,1 0,0 1,-1-1,1 0,0 0,0 0,2 1,1-1,1 0,-1 0,1 0,0 0,-2 0,2-1,0 0,0 0,-1-1,1 1,-1-1,0 0,1-1,-1 2,1-2,-1-1,0 1,0 0,-1-1,1 0,0 0,-1 0,1-1,-1 0,5-2,-2-1,1-1,-1 0,1 0,-2 0,0-1,0 0,-1 0,0 0,0-1,3-9,-2-19,-7 38,1-1,-1 1,1 0,-1-1,0 1,1-1,-1 1,1 0,-1 0,0-1,1 1,-1 0,0 0,1 0,-1 0,0 0,1-1,-1 1,0 1,1-1,-1 0,0 0,1 0,-1 0,0 0,1 1,-1-1,0 0,1 0,-1 1,1-1,-1 0,0 1,1-1,-1 1,1-1,-1 1,1-1,0 1,-1-1,1 1,-1 0,1-1,0 1,0-1,-1 1,1 0,0-1,0 1,0 0,-1 0,-1 2,-1 0,1 1,0 0,1 0,-1-1,0 2,1-1,0 0,0 0,0 0,0 1,1-1,0 0,-1 0,2 1,-1-2,0 2,1-1,0 1,0-2,0 2,1-1,0 0,0 0,-1-1,1 1,0 0,1 0,-1-2,1 2,0-1,0 1,1-1,13 5,0 1,1-2,0 0,1-2,-1 0,1 0,-1-2,2 0,-2-2,2 0,-1 0,17-3,53-1,-7-5</inkml:trace>
  <inkml:trace contextRef="#ctx0" brushRef="#br0" timeOffset="143734.547">19747 11188,'-10'-1,"-1"-1,0 1,1 0,0 1,-1 0,0 1,1 0,-1 0,1 1,0 0,0 1,-1 0,1 1,1 1,0-2,-1 2,1 1,1-1,-1 1,0 1,1-1,0 2,2-2,-1 2,0 0,0 1,5-6,1 0,-1-1,1 1,-1 0,1 0,0 1,0-2,1 1,-1 1,1-1,0 0,0 0,0 0,0 0,0 1,1-1,-1 0,1 0,0 0,0 0,0 0,0 0,1-1,0 1,-1 0,1 0,0 0,0-1,0 1,1-2,-1 2,1-1,-1 0,1 0,0 0,0 0,-1-1,1 1,0-2,0 2,0-1,1 0,19 6,1-2,0-1,0 0,0-1,0-1,1-2,0-1,-1 0,0-2,0-1,0 0,0-2,9-4,-5 3,0-1,0-1,-2-2,0-1,1 0,-2-2,-1-1,0-1,-1-1,-1-1,5-5,5-19,-31 41,-1 0,1 0,0 0,-1 0,1 0,-1 0,1-1,-1 1,0 0,1 0,-1 1,0-2,0 1,0 0,0 0,0-1,0 1,0 0,0 0,-1-1,1 1,0 0,-1 0,1 0,-1 0,1 0,-1 0,1 0,-1 0,0 0,0 0,1 0,-1 0,0 1,0-1,0 0,0 0,0 1,-1-2,-4 1,0 1,1-1,-1 1,1 0,-1 0,0 1,0 0,0 0,2 0,-2 1,0-1,1 1,0 1,-1-1,1 0,1 1,-1 0,0 0,1 1,-3 1,2-2,0 0,1 1,0 0,0-1,0 1,0 1,0-1,1 0,-1 1,1 0,0-1,1 1,-1 1,2-1,-1 0,1 0,-1 1,1-1,0 1,0 0,1-1,0 0,0 1,0-1,1 1,0 0,0-1,0 1,1-1,-1 0,1 0,0 1,0-2,1 1,0 0,1-1,2 5,7-1,-1-1,2 0,-1-2,1 1,0-1,0-1,0 0,1-1,-1 0,1-1,0-1,0 0,0-1,-1-1,16-2,35-2,0-3,0-3,3-3,6-4</inkml:trace>
  <inkml:trace contextRef="#ctx0" brushRef="#br0" timeOffset="144154.322">20866 11239,'-5'-4,"0"-1,0 1,0 0,0 0,0 1,-1-1,0 1,-1 0,1 1,1 0,-2-1,1 2,-1-1,0 1,0 0,2 0,-2 1,0 0,0 0,0 0,0 1,2 0,-2 1,0-1,1 1,-1 1,1-1,0 0,0 1,0 0,-1 1,-1 0,2-1,-1 1,0 1,0 0,0-1,1 2,1 0,-1-1,1 1,0 1,0-1,0 1,1-1,0 1,1 1,0-1,0 1,-1 2,4-8,0 0,0 0,1 0,-1-1,0 1,1 0,0 0,-1-1,1 1,0 0,0 0,0 0,0-2,0 2,0-1,-1 1,2-1,-1 1,0-1,1 0,-1 1,1-1,0 0,-1 0,1 0,0-1,0 1,0-1,-1 1,1-1,0 0,0 1,1-1,65 4,-56-6,-2 0,2 0,-1 0,-1-1,1-1,0 0,-1 0,-1-1,2 0,-2-1,1 0,-2-1,1 1,0-2,-1 1,-1-1,1 0,-1-1,0 1,0-4,-2 0,-6 30,4-13,-1 0,1 1,1-1,-1-1,1 2,0-1,1-1,-1 0,1 0,0 0,-1 0,1-1,1 1,-1-1,1 0,0 0,0-2,-1 1,1 0,0 0,0-1,0 1,1-2,1 1,174 24,-87-18</inkml:trace>
  <inkml:trace contextRef="#ctx0" brushRef="#br0" timeOffset="145315.027">21947 11101,'21'30,"64"179,-84-206,1 0,0 0,1 0,-1-1,1 1,0-1,0 1,0-1,0 0,0 0,0 0,1-1,-1 1,0-1,0 1,1-1,0 0,0 0,-1-1,1 1,0-1,0 0,0 0,-2 0,2 0,0-1,0 1,0-1,-1 0,1 0,0-1,-1 1,1-1,-1 2,-1-2,2 0,-1-1,0 1,0 0,1-2,5-2,-1 0,-1 0,1-2,0 0,-1 1,0-1,-2 0,2-1,-2 1,1-2,-2 2,1-1,-1-2,-1 2,0-1,1-9,-9 1,-10 37,14-16,-1 0,1 1,0-1,-1-1,1 2,1-1,-1 1,1-1,-1 0,1 0,0 1,0-1,0 1,1-1,-1 0,1 1,0-1,0 0,0 0,1 0,-1 0,1 1,0-1,-1 0,1-1,1 0,-1 1,0 0,0-1,0 1,1-1,0-1,0 1,0 0,0 0,0 0,0-1,1 1,-1-1,0 0,1 0,4 1,0 0,1 0,0 0,-1-1,1 0,0-1,0 0,-1 0,1-1,0 0,0-1,0 1,-1-2,0 2,1-3,-1 1,0-1,0 0,0 1,-1-2,1 0,-2 0,1-1,-1 0,1 1,-1-2,0 0,-1 1,0-1,0 0,-1-1,0 1,3-8,-1-45,-14 67,7-2,0 1,1 0,-1-2,1 2,0 0,1-1,0 1,-1 0,2-2,-1 2,1 0,0-2,0 2,0-1,1-1,-1 1,1 0,0 0,1-1,0 1,-1-1,2 0,-1-1,0 1,1 0,-1-1,1 0,0-1,0 1,0 0,1-1,-1 0,3 1,20 4,0 0,0-3,0 0,1-1,-1-1,1-2,-1 0,1-3,0 0,-2-1,1-2,3-1,56-28,-85 34,0 1,-1-2,1 1,0 0,0 0,-1-1,1 1,-1-1,1 0,-1 1,0-1,0 1,0-1,1 0,-2 1,1-1,0 0,0 0,-1-1,1 1,-1 1,1-1,-1 0,0 0,0 0,0 0,0-1,-1 1,1 1,0-1,-1 0,1 0,-1 0,0 0,0 0,0 0,0 0,0 1,0 0,0-1,-1 0,0 0,-1-2,0 0,-1 1,1 0,-1-1,1 1,0 0,-1 1,-1 0,1-1,0 1,-1 0,1 0,-1 0,1 1,-1-1,1 1,-1 1,0 0,0-1,0 1,0 0,1 0,-1 1,0-1,0 0,1 1,-1 1,0-1,0 1,1 0,0 0,0 0,0 0,-1 1,1-1,0 1,1 0,-1 0,1 1,0-1,0 0,-1 2,1-1,1-1,-1 0,1 0,0 1,0-1,0 1,1-1,-1 1,1 0,0 0,0-1,1 2,-1-1,1 0,0-1,0 1,0 1,0-1,1-1,0 1,0 0,0 0,0 0,0-1,1 1,0 0,0 0,0-2,0 2,1-1,-1 1,1-1,0-1,0 1,-1 0,1-1,1 1,-1-1,1 1,-1-2,1 0,4 3,5 1,1 0,1-2,-1 1,1-1,-1-1,1 0,0-1,0-1,0 0,-1-1,1-1,0 0,-1-1,1-1,0 1,-2-2,3-1,-7 2,-2-1,1 0,0-1,-1 1,0-1,-1 0,1-1,-1 0,0 1,0-2,-1 1,-1-1,1 1,-1-2,0 1,0-1,-1 1,0-1,-1 1,0-1,-1 0,0 0,0-4,0 21,0 1,1-1,0 1,-1-2,1 2,2-1,-1 0,1 0,0-1,0 1,1-1,0 0,1-1,-1 1,1 0,0-1,1 0,5 3,-1-3,2-1,0-1,-1 0,1 0,0-1,0 0,0-2,1 0,-1 0,0-1,0-1,1 0,-1 1,0-2,0-1,0-1,0 0,11-4,-14 4,-2-2,2 2,-1-2,-1 0,0 0,0-1,0 0,-1 0,1-1,-3 1,2-2,-1 1,0-1,-1 1,0-2,-1 1,-1 0,1-1,-1 1,-1-2,1 2,-2-1,4-6,3 41,-6 0,-2-14,0 0,1 0,1 0,-1 0,2 0,-1 0,1-1,1 1,0-1,1 0,0 0,1 0,0 0,0-1,38 13,-22-19</inkml:trace>
  <inkml:trace contextRef="#ctx0" brushRef="#br0" timeOffset="145576.191">23770 10887,'19'0,"22"3,4 3</inkml:trace>
  <inkml:trace contextRef="#ctx0" brushRef="#br0" timeOffset="146276.58">24774 10949,'5'1,"1"-1,0 1,-1 0,1 1,0-1,-2 0,2 1,-1 0,1 1,-1 0,0 0,0 0,0-1,-2 2,2 0,-1 0,0-1,0 1,0 1,1 3,56 99,-55-96,-1 0,-4-5,1 1,0-1,1 0,-1 0,1 0,-1 0,2 0,-1-1,1 1,1-1,-1 0,1 0,0 0,0-1,-1 0,2 0,-1 0,1 0,0-1,0 0,0 0,0-1,1 1,-1-1,1 0,0-1,2 0,-1-1,0 0,-1-1,1-1,-1 0,0 0,0 0,1-1,-1 0,-1 0,1-1,-1 0,1 0,-1 0,0 0,-1-2,1 1,-1 0,0 0,0-2,0 2,1-4,3-7,1 0,-2-1,0 0,-1 0,-1 0,-1-1,3-16,-8 39,0 1,0-1,0 1,0 0,1-1,0 0,0 1,1-1,0 0,0 1,0-1,0 0,1 0,0 0,-1-1,2 1,-1-1,1 1,0-2,0 1,0 0,1 0,-1-1,0 0,1 0,0 0,2 0,2 1,1 0,-1-1,1 0,0 0,0-1,-1 0,1-2,0 1,0-1,0 0,1 0,-1-1,-1 1,1-2,0-1,0 1,-1-2,1 1,0 0,-1-2,-1 1,1-2,0 2,-1-2,0 0,-1 0,1-1,-1 0,0 0,0-1,-2 1,1-2,-1 1,1-1,-2 1,1-1,-1 0,-1 0,1-6,-1-3,0 5,-3 17,-1 2,1-1,-1 2,2-1,-1-1,0 2,1-1,0-1,1 2,0-1,0-1,0 1,0 0,1-1,0 0,0 1,1-2,-1 1,0 0,2-1,-1 1,0 0,1-1,0-1,0 1,0-1,0 1,0-1,1-1,0 1,0-1,0 0,3 1,-3-1,1 0,0-1,0 0,0-1,0 1,0-1,0 0,0 0,1-1,-2 1,1-1,0-1,0 0,0 0,0-1,-2 0,2 0,-1 1,0-2,1 0,-2 0,0 0,1 0,-1-1,0 0,0 0,-1 0,1-1,-1 1,-1-1,0-1,1 2,1-8,14-75,-29 157,8-54,1 1,1-1,1 0,0 0,1 0,3 9,-4-20,0 1,1 0,0 0,0-1,0 0,-1 1,2-1,0 0,0 0,0 0,1 0,-1-2,1 2,0-1,0 1,0-1,-1-1,1 0,1 1,-1-1,1 0,3 1,22 4</inkml:trace>
  <inkml:trace contextRef="#ctx0" brushRef="#br0" timeOffset="146555.922">26089 10634,'5'17,"9"10,4 1</inkml:trace>
  <inkml:trace contextRef="#ctx0" brushRef="#br0" timeOffset="146988.857">26624 10924,'-10'0,"-103"10,108-8,0-1,-1 1,1-1,0 2,1-1,0 1,-1 0,0 0,1-1,0 2,0 0,0-1,0 2,1-2,0 1,0 1,0-1,0 0,-2 5,3-4,-1-1,1 1,0 0,1 0,-1 0,1 0,0 0,0 0,0 1,1-1,0 0,0 1,1-1,-1 0,1 0,0 1,1-2,-1 2,1-1,0-1,1 1,-1 0,1 0,0-1,0 0,0 1,1-1,0-1,-1 1,1 0,0 0,0-2,1 1,12 6,-1-3,1 1,0-1,0-2,0 1,2-2,-2 0,1-1,0-1,0-1,0 0,4-1,-7 1,1 0,-1-2,0 0,0 0,0-2,0 0,0 1,-1-2,0-1,0 0,-1-1,1-1,-1 1,-1-2,1 1,-1-1,-2-2,2 1,-2-1,7-9,-18 22,0-1,1 1,-1 0,0 0,1 0,0 0,-1 0,1 0,0 0,0-1,0 1,0 0,0 0,1 0,-1 0,1 0,-1 0,1 0,0-1,0 1,0-1,0 1,0 0,0 0,0-1,0 1,1-1,-1 1,1-2,-1 1,1 1,0-1,-1 0,1 0,0 0,0 0,0 0,-1-1,1 1,-1 0,1-1,2 1,1 1,0-1,0 1,0-2,0 1,0-1,-1 1,1-1,1 0,-1 0,0 0,0-1,0 0,-1 1,1-1,0 0,0-1,0 0,0 0,-1-1,1 1,-1-1,0 1,0-1,0 0,0-1,-1 1,1 0,-1-1,0 0,0 0,0 0,-1 0,0-1,1 1,-1 0,0-1,-1 0,1 0,-1 1,0-1,0 0,-1 1,0-2,0 2,-1-1,0 2,0-2,0 0,0 1,-1 1,0-2,0 1,0 0,0 1,0-1,-1 0,0 1,0-1,0 2,0-2,-1 1,0 0,1 0,-1 1,0 0,1 0,-1 0,-1 0,1 0,-1 1,1-1,-1 1,1 0,-1 1,2-1,-2 1,0 0,1 0,-1 0,0 0,1 1,-1 0,1 0,0 0,-1 1,1-1,0 1,0 0,-4 2,1-1,1 2,-1 0,1 0,-1 0,1 0,0 1,2 0,-2 0,1 0,1 1,-1 0,1-1,-1 4,3-8,1 1,0 0,0-1,0 1,0 0,1 0,-1-1,0 1,1 1,0-1,0 0,0-1,0 1,0 0,0 0,1 0,0 0,-1-1,1 1,0 0,0 0,0 0,0 0,1-1,0 0,-1 1,1-1,0 1,0-1,1 0,-1-1,0 1,1 0,-1 0,1 0,2 0,27 11,2-5</inkml:trace>
  <inkml:trace contextRef="#ctx0" brushRef="#br0" timeOffset="147207.274">27249 10646,'-16'-4,"-9"1,-3 5,2 8,4 12,7 8,5 8,5-4</inkml:trace>
  <inkml:trace contextRef="#ctx0" brushRef="#br0" timeOffset="147384.838">27157 11063,'6'17,"6"10,4 3,3-2,6-4,10-5,12-6,12-6,10-6,10-7,4-10,-11-1</inkml:trace>
  <inkml:trace contextRef="#ctx0" brushRef="#br0" timeOffset="147595.99">28342 10180,'-13'15,"-11"18,-6 18,-3 16,3 13,6 8,8 3,10-5,13-3,14-7,13-9,11-11,8-12,4-15,2-11,-8-10</inkml:trace>
  <inkml:trace contextRef="#ctx0" brushRef="#br0" timeOffset="147917.582">28759 10445,'-10'18,"3"0,-1 0,1 1,1 0,1 0,0 0,2 0,1 1,1 0,0 0,2 11,-3 22,-6 97,8-148,1 2,-1-1,1 1,-1 0,1-2,0 1,0 1,1-1,-1 1,1-2,-1 1,1 0,0 0,0 0,0 0,1-1,-1 0,1 0,-1 1,1-1,0 0,0 0,0 0,1-1,-1 0,-1 1,2-1,-1 0,0 0,1 0,0-1,-1 1,1-1,-1 0,1 0,-1 0,1 0,30-1,0-2,-1-1,0 0,0-3,0-1,-1-2,0-1,-22 8,42-12</inkml:trace>
  <inkml:trace contextRef="#ctx0" brushRef="#br0" timeOffset="148396.341">29606 10420,'-7'-4,"0"1,0 0,0 1,1 0,-2 0,1 0,-1 1,1-1,0 2,-1-1,1 1,-1 0,0 1,2 0,-2 0,1 1,-1 0,1 0,0 0,1 0,-1 2,0-1,0 1,1-1,0 1,0 1,0 0,1-1,-1 1,-2 4,5-6,0 1,1 0,-1 0,0-1,1 1,0 1,0-1,0 0,0 1,1-1,0 1,0-1,0 1,0 0,1 0,0-1,0 1,0 0,0-1,1 1,0 0,0-1,1 0,-1 1,1 0,0-1,0 0,0 0,1 0,0 0,0 1,11 7,1 0,0-1,2-1,-1 0,1-1,1 0,-1-2,1 0,0 0,1-3,-1 1,4-1,14 6,63 22,-98-32,-1 0,1 0,0 0,0 0,0 1,-1-1,1 0,0 1,0-1,-1 0,1 1,0-1,0 1,-1-1,1 1,0-1,-1 1,1 0,-1-1,1 1,-1 0,1-1,-1 1,0 0,1 0,-1-1,0 0,1 1,-1 0,0 0,0-1,0 1,0 0,0 0,0 0,0 0,0-1,0 1,0 0,0 0,-1 0,1 0,0-1,0 1,-1 0,1 0,-1-1,1 1,-1-1,1 0,-1 2,-39 20,12-13,1-1,0-1,-1-2,-1-1,1-1,-15 0,17-5,26 2,0 0,1 1,-1-1,1 0,-1 0,0 0,1 0,-1 0,1 0,-1-1,0 1,1 0,-1 0,1 0,-1 0,0 0,1 0,-1-1,0 1,1 0,-1 0,0-1,1 1,-1 0,0 0,0-1,1 1,-1 0,0-1,0 1,1 0,-1-1,0 1,0-1,0 1,0 0,0-1,0 1,1-1,-1 1,0 0,0-1,0 1,0-1,-1 1,1 0,0-1,0 1,0 0,0 0,0 0,0-1,-1 1,1 0,0-1,0 1,0 0,-1-1,1 1,0 0,-1-1,1 1,0 0,0 0,-1-1,1 1,-1 0,1 0,0 0,-1-1,23-10</inkml:trace>
  <inkml:trace contextRef="#ctx0" brushRef="#br0" timeOffset="149063.849">29984 10583,'0'361,"4"-340,1-31,1-246,-5 250,0-43,4 1,1-1,3 1,6-20,-15 65,0 0,0 1,1-1,-1 1,1-1,-1 0,1 1,0 0,0-1,0 1,1-1,-1 1,0 0,1-1,0 2,0-1,-1 0,1 0,0 0,0 0,1 0,-1 1,-1-1,2 1,-1 0,1 0,-1 0,1 0,-1 0,1 1,0-1,0 0,-1 1,1 0,0 0,0 0,0 0,5 4,1 0,-1 2,0 0,-1-1,0 1,0 1,0-1,0 1,-1 0,-1 1,0-1,1 1,-2 1,4 5,-7-12,0 1,0 0,-1 0,1 0,-1 0,1-1,-1 1,0 0,0 0,-1 1,1-1,-1-1,1 1,-1 0,0-1,0 1,0 0,0-1,-1 1,1-1,-1 1,0-1,0 1,0-1,0-1,0 2,0-1,-1 0,1 0,0-1,0 1,-2 0,-91 38,42-25,48-8,24-5,144-9,-161 7,1 1,-1 0,1-1,-1 1,0 0,0 0,0 0,0 1,0-1,0 0,0 0,0 1,0-1,0 1,0 0,0 0,-1 0,1 0,-1 0,0 0,0 0,0 0,0 0,0 1,0-1,0 1,-1-1,1 0,-1 0,0 1,0-1,0 1,0-1,0 2,-15 85,14-88,0 8,-1 1,-1-1,0 1,0-2,-1 2,1-2,-2 2,0-2,0 0,-1 0,0 0,-1-1,1 1,-1-2,0 1,-1 0,0-2,0 1,0 0,-5 0,-28-5,27-8</inkml:trace>
  <inkml:trace contextRef="#ctx0" brushRef="#br0" timeOffset="149374.412">30270 10129,'25'-72,"-25"72,1-1,-1 1,0 0,1-1,-1 1,0 0,1 0,-1 0,1-1,-1 1,1 0,-1 0,1 0,-1 0,0 0,1 0,-1 0,1 0,-1 0,1 0,-1 0,1 0,-1 0,1 0,-1 1,0-1,1 0,-1 0,1 0,-1 1,0-1,1 0,-1 0,1 1,-1-1,0 0,0 1,1-1,-1 0,0 1,0-1,1 1,-1-1,0 0,0 1,0-1,1 0,-1 0,0 1,0-1,0 1,0-1,0 1,0-1,0 1,22 110,-20-85,43 595,-44-601,2-6,-2 0,1 0,-2 0,0 0,-1 0,0 0,-1 0,-1 0,0-1,-1 1,0-1,-1 1,0-2,-2 1,0-1,-8 12,-35 16,-6-9</inkml:trace>
  <inkml:trace contextRef="#ctx0" brushRef="#br0" timeOffset="84182.531">4378 6260,'0'-16,"0"20,2 18,10 55,3 1,5-2,9 20,24 100,-13 22,-11 3,-8 22,86 596,-95-612,-12-225,-1-8</inkml:trace>
  <inkml:trace contextRef="#ctx0" brushRef="#br0" timeOffset="86199.76">4366 6310,'0'-5,"2"1,-1-1,1 1,1 0,-1-1,1 1,-1 1,1-1,0 0,1 0,-1 1,1 0,-1-1,0 1,1 0,0 0,1 2,-1-2,1 1,-1 0,1 0,0 0,-2 1,7-1,122-9,-114 11,239-10,41-17,43-2,408 21,-685 9,749 7,354-9,-135-4,-889 3,0 4,51 12,-94-3,0-5,2-5,-2-3,33-9,184-23,-195 53,-6-10,-48-9,180 29,-183-23,0-3,0-3,0-3,25-5,-86 8,-3-1,1 1,-1-1,0 1,1-1,-1 1,0 0,1 0,-1-1,1 1,-1 0,0 0,1 0,-1 1,1-1,-2 0,1 0,1 1,-1-1,0 1,1-1,-1 1,0 0,0-1,0 1,0 0,1 0,-1 0,0 0,0 0,0 0,-1-1,1 1,0 0,0 1,-1-1,1 0,0 0,-1 1,1-1,-1 129,7 71,8 0,10-2,15 32,1 24,-36-220,139 811,6-64,-148-768,0 2,1 0,1 0,1-1,0 1,1-1,1-1,6 14,-13-28,1 0,-1 1,1-1,-1 0,0 1,1-1,-1 0,1 0,-1 0,1 1,-1-1,1 0,-1 0,1 0,-1 0,1 0,-1 0,0 0,1 0,-1 0,1 0,-1 0,1 0,-1 0,1 0,-1 0,1-1,-1 1,1 0,-1 0,1 0,-1-1,0 1,1 0,-1-1,1 1,-1 0,0-1,1 1,-1-1,0 1,0 0,1-1,-1 1,0-1,0 1,0-1,0 1,1 0,-1 0,0-1,0 1,0-1,0 1,0-1,0 1,0-1,0 1,0 0,0-1,-1 1,1-1,0 1,0-1,0 1,-1-1,1 1,0-1,0 1,-1 0,3-22</inkml:trace>
  <inkml:trace contextRef="#ctx0" brushRef="#br0" timeOffset="88248.781">4677 8517,'16'59,"-3"2,-3 1,-2-1,-3 1,-3 24,-3-5,-1-38,3-1,1 0,6 27,-7-64,0 0,0 0,0 0,0 0,1 0,0-1,1 1,-1-1,1 0,0 0,0 1,0-1,1-1,0 1,-1 0,1-1,0 1,0-2,0 1,1 0,0-1,-1 1,1-1,0 0,-1-1,2 0,-1 0,0 0,0 0,1 0,42 3,-2-1,2-3,-1-2,21-4,23 0,337 8,-190 2,-31-8,0-10,9-9,-178 18,335-39,190 6,-187 37,288-11,15-23,-233 18,351-5,371 23,-1136 0,1 2,0 1,-1 0,0 3,-1 1,3 2,-11-4,0-3,-1 0,2 0,-1-2,0-1,14-2,4 1,-38-2,-16 0,12 2,-22-4</inkml:trace>
  <inkml:trace contextRef="#ctx0" brushRef="#br0" timeOffset="90624.215">2386 7432,'396'-13,"-92"-5,147 15,-251 10,128-15,183-8,-418 18,-87 2,-23-5,5-1</inkml:trace>
  <inkml:trace contextRef="#ctx0" brushRef="#br0" timeOffset="91020.425">4521 7141,'49'23,"-1"1,-1 1,-2 3,-1 3,-1 0,27 27,-66-54,1 0,-1 0,0 0,0 1,0 0,-1-1,0 2,0-1,-1 0,1 0,-1 1,0-1,0 1,0 0,-1-1,0 1,-1 0,1 0,-1 0,0 0,0-1,-1 1,0 1,0-2,-1 1,1 0,-1-1,-1 0,1 2,-11 9,-1 1,-1-2,1 0,-3 0,1-2,-1 0,-1 0,0-2,-1 0,0-1,-1-1,0-1,-9 3,-35 15,51-23,10-4</inkml:trace>
  <inkml:trace contextRef="#ctx0" brushRef="#br0" timeOffset="91624.751">5420 7268,'-22'-10,"16"7,1-1,-1 0,-1 1,1 0,-1 1,0 0,1 0,-1 0,0 0,0 1,0 0,-1 0,2 1,-1 0,-1 1,1-1,0 1,1 1,-1-1,0 1,0 0,0 1,0-1,2 1,-2 0,-1 4,1 0,0 0,1 0,0 1,0 0,1 0,0 0,0 1,1 0,0 0,1 0,0 0,1 0,0 1,0-1,1 1,0 0,0-1,1 1,1 0,0 0,0-1,1 0,0 1,1-1,0 1,0-2,0 2,2-2,0 1,0-1,0 1,1-2,6 8,0-6,0-2,0 1,1-2,1 1,-2-1,2-2,0 1,0-1,0 0,1-2,-1 0,0 0,0-1,1 0,0-2,-1 0,1 0,1-2,-6 2,0 0,0-1,-2-1,2 0,-1-1,0 1,-1-1,1 0,-1-2,1 2,-1-2,-1 0,0 1,0-2,0 0,0 0,-2 0,1 0,5-9,9-16</inkml:trace>
  <inkml:trace contextRef="#ctx0" brushRef="#br0" timeOffset="91893.082">5707 7280,'-5'-5,"-1"3,0 5,3 9,-1 9,2 10,3 7,4 6,2 0,4-2,2-4,-1-4,-1-6,-2-7</inkml:trace>
  <inkml:trace contextRef="#ctx0" brushRef="#br0" timeOffset="92153.385">6071 7205,'-43'21,"-1"3,2 1,-12 12,-10 6,-6 10,69-52,1 0,0 0,-1 0,1-1,-1 1,1 0,0 0,0 0,-1 0,1 0,0 0,0 0,0 0,0 0,0 0,1-1,-1 1,0 0,0 0,0 0,1 0,-1 0,1 0,-1 0,1 0,-1-1,1 1,-1 0,1 0,0-1,-1 1,1 0,0-1,0 1,-1 0,1-1,0 1,0-1,0 0,40 18,-37-17,52 17,0-2,2-3,-1-2,2-3,-1-2,45-2,-75-4</inkml:trace>
  <inkml:trace contextRef="#ctx0" brushRef="#br0" timeOffset="93028.439">6605 8340,'-10'1,"0"1,0 0,0 1,1 0,-1-1,1 2,-1 1,2-1,-1 1,0 0,1 1,-1 0,2 0,0 1,-3 2,-1 3,1 1,-1 0,1 1,1 0,2 0,-1 0,1 1,0 1,2 0,0 0,1 0,1 0,0 0,1 0,0 7,2-14,0-1,0 2,1-2,0 1,1-2,-1 2,2-1,-1 1,3 6,-3-12,-1-2,0 2,1 0,-1-1,1 1,0-1,0 1,0-2,0 1,0 0,0 0,1 0,-1 0,1-1,0 1,-1-1,0 1,1-2,0 1,0 0,-1 0,1 0,0-1,0 1,0-1,0 0,1 0,-1 0,0 0,-1-1,1 1,10-5,1 0,-2-2,1 1,-1-2,-1 1,1-1,-1 0,0-2,-1 1,0-2,-1 1,0 0,-1-2,7-10,5-6,-1 0,-2-1,0-1,-2 0,-2-1,0 0,-2-1,-3-1,0 1,-1-1,-3-1,1-12,-4 38,0 1,-1-1,0 0,0 0,-1 1,0-1,0 0,-1 1,0-1,-1 1,1-1,-1 1,-1 0,0 0,-3-6,6 12,-1-1,1 2,-1-2,0 1,0 0,1 0,-1 0,0 0,0 0,0 0,0 1,0-1,-1 1,1-1,0 1,0 0,0 0,0 0,0 0,0 0,0 0,0 1,0-1,0 1,0-1,0 1,0 0,0 0,0 0,0 0,-1 1,-51 44,43-31,1 0,0 1,2 0,-1 1,2 0,0 0,1 0,2 1,0 0,0 0,1 0,2 1,0-2,0 2,2-1,1 0,0 1,4 10,0 2,2-1,1 0,2-1,0-1,3 1,0-1,2-2,1 1,0-1,17 17,27 14,-49-51</inkml:trace>
  <inkml:trace contextRef="#ctx0" brushRef="#br0" timeOffset="93354.614">6879 8680,'-1'17,"11"90,-9-104,0 1,0 0,0-2,1 2,-1-1,1 0,-1 1,1-2,0 1,0 0,1 0,-1 0,1-1,0 1,0-1,0 0,0 0,0 0,0 0,0 0,0-1,0 1,1-1,0-1,-1 1,1 0,3 0,-2 0,0-1,-1-1,2 1,-1-1,0 1,0-1,0 0,0 0,0-1,-1 0,1 0,0 0,-1-1,1 0,-1 1,0-1,0 0,-1 0,1-1,0 1,-1-1,0 0,2-2,0 0,0-2,0 2,-1-2,-1 0,1 0,-1 0,0 0,0-1,-1 2,0-2,-1 1,0-1,0-2,-1 3,-1-1,0 1,-1 0,0 0,0-1,-1 2,0-2,-1 2,0-1,1 0,-1 1,-1 0,0 0,3 4,0 0,-1 0,1 1,-1 0,1-1,-1 1,0 0,1-1,-1 1,0 0,0 1,0 0,-1-1,1 1,-1 0,1 0,-1 0,1 0,-1 0,1 1,0-1,-1 1,0 0,1 1,-1-1,0 0,1 1,-1 0,1 0,0 0,0 0,-2 1,-1 1,0 1,0 0,0 0,1 0,0 1,0 0,1 0,-1-1,1 2,0 0,0-1,0 1,1 0,1 0,-1 0,1 0,0 1,0 0,1-1,-1 4,-2 21</inkml:trace>
  <inkml:trace contextRef="#ctx0" brushRef="#br0" timeOffset="93901.619">7855 8112,'-25'29,"0"0,2 3,2-1,1 2,2 0,0 1,3 1,1 0,2 1,2 1,-4 18,14 29,0-82,0-1,1 1,-1 0,1 0,0 0,0 0,0 0,0-1,0 1,0-1,0 1,0-1,1 1,-1 0,0-1,0 0,1 1,0-1,-1 0,1 0,0 0,0 0,0 0,0-1,0 1,0-1,0 1,0-1,0 0,0 1,0-1,0 0,0 0,1 0,-2 0,1-1,0 1,0-1,1 0,12-3,-1-2,0-1,0 1,-2-2,2 1,-1-2,-2 0,1-1,0 0,-1 0,-2-1,6-6,2-2,-1-2,0 0,-3-1,1 0,-2-1,-1-1,-1 1,-1-2,0 1,-4-2,1 2,-1-2,-2 1,0-1,-2-5,-1 17,0-1,-1 1,-1-1,0 1,-1-1,-1 0,-1-1,4 12,-1 0,1 0,-1 0,1 1,-1-1,0 0,-1 0,0 1,1 0,-1-1,0 1,0 0,-1 0,1 1,-1-1,0 1,2-1,-2 1,0 0,0 0,-1 1,1 0,0 0,0-1,-1 1,-2 0,1 1,1 1,-1-1,0 1,1 0,0 0,-1 1,1-1,0 1,-1 0,1 0,0 1,0 0,1 0,0-1,-1 2,1 0,0 0,-1 0,2-1,-4 6,-2 2,0 1,1 1,0-1,2 0,0 1,0 1,-2 4,3-1,1 0,0 1,2-1,0 1,1 0,1-1,0 1,1 0,1-1,1 1,1-1,1 0,0 0,1 0,1-1,0 0,1 0,1 0,6 6,232 310,-235-314</inkml:trace>
  <inkml:trace contextRef="#ctx0" brushRef="#br0" timeOffset="94151.987">8246 8503,'-9'22,"-3"18,-1 10,1 4,5 2,6-4,10-6,8-9,0-11</inkml:trace>
  <inkml:trace contextRef="#ctx0" brushRef="#br0" timeOffset="94598.314">8819 8352,'-7'17,"0"1,2 0,0 0,1 0,1 0,1 1,0 0,2-1,0 1,1-1,2 11,-3-26,1 1,-1 0,1 0,1 0,-1-1,1 1,-1 0,1-1,0 0,0 0,1 1,-1-1,1 0,0 0,0-1,0 1,0 0,0-1,-1 1,2-1,-1 0,1-1,0 1,0 0,0-1,-1 0,1 0,1 0,-2 0,1 0,0-1,0 0,0 0,0 0,0 0,4-1,3-4,1 0,0-1,-1-1,0 1,0-1,0-1,-2 0,1 0,0-2,-1 2,-1-3,0 2,0-2,-1 0,0 1,-2-2,1-1,3-3,0 0,-2-1,-1 0,0 0,-1 0,-1-1,0 1,-2-1,0 1,-1-1,-1 0,0 0,-2 0,0 0,-1 0,-1 0,-1 1,-6-15,10 28,0 0,-1-1,1 1,-2-1,1 2,0-1,-1 0,0 0,0 1,0-1,0 1,-1 0,0-1,1 1,0 1,-1 0,0-1,-1 1,1-1,0 1,-1 1,0 0,1 0,0-1,-1 1,1 1,-1-1,0 1,0 0,0 0,0 0,1 0,0 1,-1 0,0 0,0 0,1 0,-4 2,3 2,0-1,-1 0,1 2,0-1,1 1,-1-1,1 1,1-1,0 2,-1-1,1 0,1 1,-1 0,1-1,0 1,0 3,-10 112,13-94,0-1,2 1,1-1,2 0,1 0,1-1,0 0,2 0,2-1,0 0,1-1,2-1,0 1,2-1,1-3,1 1,8 7,27 10,-34-27</inkml:trace>
  <inkml:trace contextRef="#ctx0" brushRef="#br0" timeOffset="94945.35">9340 8478,'2'3,"0"-1,0 0,0 0,0 0,0 0,1 0,-2 0,2-1,-1 1,1 0,0-1,-1-1,1 1,0 0,0 0,0 0,0 0,0-1,0 1,0-1,0 0,0 1,126 17,-127-17,0 0,0 0,0 0,0 0,0 1,0-1,0 0,-1 0,0 1,1 0,-1-1,1 1,-1 0,0 0,1 0,-1 0,0-1,0 1,-1 1,1-1,0 0,-1 1,1-1,-1 0,0-1,0 2,0-1,0 1,0-1,0 0,-1 2,-22 66,-49 72,71-140,0-1,0-1,0 1,0 1,1-1,-1 0,0 1,0-1,1 1,-1-1,1 1,0 0,-1-1,1 0,0 0,0 1,0-1,0 1,0 0,0-1,1 1,-1-1,0 1,1-1,-1 0,1 0,0 1,-1-1,1 1,0-1,0 0,0 1,0-1,0 0,0 0,0 0,0 0,0 0,0 0,0-1,1 1,-1 0,1-1,-1 1,1-1,-1 1,1-1,-1 1,1-1,-1 0,1 0,1 0,18 0,1-2,-1 0,1-1,-1-1,0-2,0 1,-1-2,13-6,-3 2,56-19,-5 0</inkml:trace>
  <inkml:trace contextRef="#ctx0" brushRef="#br0" timeOffset="95516.829">10499 8087,'-9'0,"1"0,-2 0,1 1,0 0,1 1,-1 0,0 0,0 1,1 0,0 0,-1 1,1 0,0 1,1-1,-1 1,1 1,0-1,0 1,-5 6,0 4,0 0,3 0,-2 1,2 1,1 0,1 0,0 0,1 1,1 0,1 1,1-1,0-1,1 14,1-22,0-2,1 1,0 0,1 0,0-1,0 1,1-1,0 2,1-3,-1 2,2-1,-1 1,2-2,-1 1,0-1,1 1,0-2,1 2,0-1,1-1,-1 0,0 0,1-1,1 1,0-1,0-1,-1 0,3 2,-1-3,-1-1,0 1,1-1,0 0,0-1,0 0,-1 0,1-1,0 0,0-1,-1 0,1 0,0-1,0 0,-2 0,2-1,-1 1,1-2,-1 0,-1 0,1 0,-1-1,1 0,-1 0,-1-1,0 0,1 1,-1-2,-1 0,1 1,-1-2,3-6,5-15,-1 0,-3-2,1 1,-3 0,0-1,-2-1,-2 1,-1 0,-2-1,0 0,-4-10,3-10,-2-1,-3 1,-2 1,-2-1,-7-16,17 65,0 0,0-1,-1 1,0 1,0-1,0-1,0 1,0 0,0 1,-1-1,1 1,-1-1,0 0,0 0,0 1,0 0,-1 0,1 0,0 0,0 0,-1 0,0 0,0 0,0 1,0 0,0 0,0 0,0 0,0 0,0 0,-1 1,2-1,-1 1,0 0,-6 4,1 0,-1 1,2 0,0 1,-1-1,1 1,0 0,1 1,0 0,0 0,0 0,1 0,0 2,0-2,1 2,-7 11,0-1,1 1,2 1,-1 0,2 0,1 0,1 1,0 0,2 0,1 0,2 1,0-1,0 0,1 1,2-2,1 2,1-1,1-1,1 0,5 8,10 19,3-2,3-1,28 37,-24-38,-3 1,-1 2,11 28,-30-53</inkml:trace>
  <inkml:trace contextRef="#ctx0" brushRef="#br0" timeOffset="95935.595">10826 8314,'37'0,"-21"-2,1 2,-1 0,0 1,0 1,1 0,0 0,-2 2,8 3,-21-6,0 0,1 1,-1-1,1 0,-1 0,0 1,0 0,1 0,-1 0,0 0,-1 1,1-1,0-1,-1 2,1-1,-1 1,0 0,0-1,0 1,0-1,0 1,-1-1,0 1,0 0,1 0,-1-1,0 1,0 0,-1 0,1 0,0-1,0 0,-1 1,0 0,0 0,0-1,0 1,-1-2,1 2,-1-1,-1 3,-73 91,76-95,-1-1,1 0,-1 0,0 1,1-1,-1 0,1 0,-1 1,1-1,-1 1,1-1,-1 1,1-1,-1 1,1-1,0 1,-1-1,1 1,0-1,-1 1,1-1,0 1,0-1,0 0,-1 1,1 0,0-1,0 1,0 0,0-1,0 1,0-1,0 1,0 0,1-1,-1 1,0 0,0-1,0 1,1-1,-1 1,0 0,1-1,-1 1,0-1,1 1,-1-1,1 1,-1-1,1 0,-1 1,1-1,-1 1,1-1,-1 0,1 0,0 0,-1 0,1 0,0 0,-1 0,150-28,-138 26,4-1,1-1,-1 1,1 2,-1-1,2 2,-2 0,1 1,11 3,-26-4,-1 0,1 0,0 1,-1-1,1 0,-1 1,1 0,0-1,-1 1,1 0,-1-1,0 1,1 0,-1 0,0 0,1 0,-1 0,0 0,0 1,0-1,-1 0,1 1,0-1,-1 1,1-2,0 2,-1 0,1-1,-1 1,1-1,-1 1,0 0,0-1,0 1,0 0,0-1,0 0,0 1,-1 0,1-1,0 1,-1-1,0 1,-3 7,-3 1,1-2,-1 1,-1-1,0 0,1-1,-2 1,1-2,-2 1,2 0,-2-2,-4 3,13-8,-28 18,0-2,-1-1,-2-2,0-1,-11 3,-14 0</inkml:trace>
  <inkml:trace contextRef="#ctx0" brushRef="#br0" timeOffset="96797.458">10174 5831,'-8'-4,"4"1,0 1,-1-1,1 1,1 0,-2 1,1-1,-1 0,1 1,-1 0,0 0,0 0,2 1,-2 0,0-1,0 2,0-1,0 0,1 1,-1 0,1 0,0 1,-1-1,1 1,-1-1,1 1,0 0,-3 3,2 3,-1 1,1-1,1 1,0 0,0 1,1-1,0 1,0-1,1 0,1 2,0-2,0 2,1-2,0 1,1 0,0 0,1 0,0-1,0 1,1 0,1 0,1 2,-1 0,1-1,1 0,-1 0,2-1,0 1,1-2,0 1,-1-1,2 0,1 0,7 5,-12-9,1-2,0 1,0 0,0 0,1-1,-2-1,2 1,0-1,0 0,0 0,0 0,0-1,0 0,0-1,0 0,1 0,-2 0,1-1,1 0,-1 0,0-1,-1 0,4-1,-1-1,0 0,0-2,-1 1,1 0,-1-2,0 1,-1 0,0-2,0 2,0-2,-1 0,0 0,-1 0,0-1,0 1,-1-2,0 2,0-2,-1 1,0-2,1-5,-1 0,0 0,-1 0,-1 1,0-1,-1 0,-1 0,-1 0,0 0,0 1,-1-1,-3-2,5 12,-1 1,0-1,0 0,0 1,-1-1,0 0,-1 1,1 0,-1 0,1 0,-1 0,0 1,-1 0,0 0,0 0,0 0,0 0,0 2,0-2,-1 1,0 1,0-1,0 1,0 1,1-1,-2 1,1 0,-1 0,1 0,-1 1,2 0,-1 1,-1-1,1 1,-1 0,0 1,-3 3,-1 2,0-1,2 2,-1 0,1 0,0 1,0-1,2 1,-1 1,0-1,1 2,1-1,1 0,0 2,0-1,0 0,1 1,1-1,0 1,1 0,0 2,-4 31</inkml:trace>
  <inkml:trace contextRef="#ctx0" brushRef="#br0" timeOffset="97090.939">10382 5654,'-56'-220,"0"-49,42 193,-113-565,113 591,10 54,1 62,2-21</inkml:trace>
  <inkml:trace contextRef="#ctx0" brushRef="#br0" timeOffset="97883.777">10370 6940,'-15'284,"15"-284,1 1,-1 0,0 0,0 0,0 1,1-1,-1 0,0 0,0 0,0 0,-1 0,1 0,0 0,0 0,0 0,-1 0,1-1,-1 1,1 0,-1 0,1 0,-1 0,1 0,-1-1,0 1,1 0,-1 0,0-1,0 1,0 0,0-1,0 1,1-1,-1 1,0-1,-1 1,-1-7,0-1,0 2,0-2,1 1,0-1,0 0,1 1,-1-1,2 1,-1-5,-1-1,-4-28,1 1,3-2,1 1,2 0,2 0,6-31,-6 58,1 1,0 1,1-1,0 0,0 1,1 0,1 0,1 0,5-7,-9 13,0 1,0 1,0-1,0 0,0 0,1 2,0-1,-1 0,1 0,0 0,0 1,1 0,-1 1,1-1,-1 1,0-1,1 2,-1-1,1 0,0 1,0 0,-1 1,3 0,-3-1,0 1,-1 1,0-1,1 1,-1-1,-1 1,2 0,-1 0,-1 1,1-1,0 1,0-1,-1 1,0 1,0-1,0 1,-1-2,1 2,-1 0,1 0,-1 0,0 0,0 0,-1 0,1 1,-1-2,0 2,0-1,-1 1,2 6,-2-2,1 1,-1 0,-1 0,0 0,0-1,-1 1,0-1,-1 2,0-3,-1 1,-3 8,-106 124,112-138,-1 1,0-2,1 2,-1-1,1 1,0 0,1-1,-1 0,0 1,1 0,0-1,0 1,0 0,1-1,-1 1,1-1,0 1,0-1,0 1,0 0,1-2,0 2,-1-1,0 0,1 1,1-2,-1 1,1 0,-1 0,1-1,0 1,0-1,0 0,3 2,6 5,2-2,0 1,0-1,0 0,1-2,0 0,13 3,-2-2,0 0,0-2,1-1,-1-1,0-2,1 0,0-1,-1-2,0-1,1-1,6-2,2-7</inkml:trace>
  <inkml:trace contextRef="#ctx0" brushRef="#br0" timeOffset="98438.823">7478 7104,'2'15,"1"13,0 14,-1 7,-2 6,-2 1,-1-4,4-8,2-11,4-12,1-9</inkml:trace>
  <inkml:trace contextRef="#ctx0" brushRef="#br0" timeOffset="98746.18">7531 7154,'3'15,"2"0,-1-1,2 0,0 0,1 0,1-1,1 0,-2 0,3-1,0 0,0 0,1-2,0 1,2-1,-2 0,2-1,1-1,-2 0,3 0,-1-2,0 1,3-2,-15-4,0 0,0-1,-1 1,1-1,1 1,-1-1,0 0,0 0,1 0,-1 0,0-1,0 1,1-1,-1 1,0-1,0 1,0-1,0 0,0 1,0-1,-1-1,1 1,0 0,0-1,-1 1,1-1,-1 1,1-1,-1 0,1 1,-1-1,0 0,0 0,0 0,0 0,0 0,-1 0,1-1,5-18,-1 0,-1-1,-3 2,1-2,-1 0,-1 1,-2-3,2-8,-2-98,2 99</inkml:trace>
  <inkml:trace contextRef="#ctx0" brushRef="#br0" timeOffset="99256.209">8090 7041,'7'50,"-2"1,-3 0,-1 0,-4 0,-6 38,5-133,4-6,2 0,3 0,2 0,7-27,-11 66,1 1,0-1,0 1,1-1,0 2,0 0,1-1,3-2,-7 9,0 0,0 1,0-1,1 2,-1-1,1 0,-1-1,1 1,-1 1,0-1,1 0,0 1,0 0,0 0,1 0,-1 0,0 1,0-1,1 0,-1 1,-1 0,1 0,1 0,-1 0,0 0,1 1,-1 0,0-1,0 1,0 0,1 0,1 1,-2 0,1 1,1-1,-1 1,0 0,-1-1,1 2,0-1,-1 1,0 0,-1-2,1 3,0-1,-1 0,0-1,1 2,-2-1,1 1,0-1,-1 1,0-1,0 1,-1-1,1 1,-1 0,0-1,0 1,0 0,-1 0,0-1,0 0,0 1,-1 0,1-1,-1 0,0 1,-3 1,-2 7,-1-1,-1-1,0 0,-1 0,0-1,-1 0,-6 4,-36 36,51-48,0 0,0-1,0 1,0 0,1 0,-1 1,1-1,-1 0,1 1,0-2,0 2,0 0,0-1,0 1,1 0,-1-1,1 0,0 1,-1 0,1 0,1 0,-1-1,0 0,1 1,-1 0,1-1,0 1,0 0,0-2,0 2,0-1,1 1,-1-1,1 0,0 1,-1-1,1-1,0 1,0 0,1 0,-1-1,0 1,1-1,-1 1,15 5,2 1,-2-3,2 1,-1-1,1-1,0-2,0 1,0-2,1 0,17-2,138-9,-92-1</inkml:trace>
  <inkml:trace contextRef="#ctx0" brushRef="#br0" timeOffset="128078.241">6566 9297,'2'2,"4"11,2 13,0 21,2 24,4 30,0 30,-1 26,0 22,0 12,0 2,4-10,-3-33</inkml:trace>
  <inkml:trace contextRef="#ctx0" brushRef="#br0" timeOffset="128715.488">8076 9222,'3'15,"4"18,7 25,1 28,5 27,-1 26,0 23,-2 13,0 5,-3-5,-2-32</inkml:trace>
  <inkml:trace contextRef="#ctx0" brushRef="#br0" timeOffset="129326.495">9470 9147,'5'20,"1"20,4 17,3 17,0 18,2 21,-1 16,-1 14,-2 10,1 0,5-7,1-10,-4-29</inkml:trace>
  <inkml:trace contextRef="#ctx0" brushRef="#br0" timeOffset="129887.064">10864 9059,'3'8,"1"14,4 19,3 20,3 22,2 21,2 17,3 13,0 7,-2 2,-3 0,-6-26</inkml:trace>
  <inkml:trace contextRef="#ctx0" brushRef="#br0" timeOffset="134335.602">4221 11807,'0'0</inkml:trace>
  <inkml:trace contextRef="#ctx0" brushRef="#br0" timeOffset="134653.679">4274 11504,'0'13,"0"12,0 14,2 10,4 10,2 7,-1 9,2 3,-1 1,-2 2,-4-4,-5-6,-2-11,-2-13,0-15</inkml:trace>
  <inkml:trace contextRef="#ctx0" brushRef="#br0" timeOffset="134941.952">4313 11958,'-98'-280,"98"276,-1 2,0 0,0 1,1-2,-1 1,0 0,1 0,0 0,-1-1,1 1,0 1,0-1,0-1,1 1,-1 0,0 0,1-1,0 1,-1 1,1-1,0 0,0 0,-1 0,1 0,0 0,1 0,-1 1,1 0,0-1,4-1,1 0,0 0,1 1,-2 0,1 1,1 0,-1 0,1 1,-2 0,1 0,6 0,-6 1,5-2,0 0,0 1,0 1,0 0,0 0,0 1,0 1,0 0,-1 1,0 1,0-1,0 1,-1 1,9 5,-17-10,-1 1,1 0,-1-1,0 0,0 1,0 0,0 0,0 0,0 0,0 0,-1 0,1 0,-1 0,0 0,1 0,-1 0,0 0,0 1,-1-1,1 0,0-1,-1 1,1 0,-1 0,0 0,1 1,-1-1,0-1,0 1,-1-1,1 1,0 0,-1-1,1 1,-1 0,-55 50,48-46,0 0,-1 0,0-1,0 1,0-2,-1 0,1 0,-1-1,-1 0,-6-3,8-5</inkml:trace>
  <inkml:trace contextRef="#ctx0" brushRef="#br0" timeOffset="135543.74">4587 11870,'11'-32,"-1"0,-1-1,-1 0,-3 0,-1-1,-2 1,0-1,-3 0,-1-3,2 35,0 0,0 1,0-1,0 0,0 0,0 0,0 1,-1 0,1-1,-1 0,0 1,1-1,-1 0,1 1,-1-1,0 1,0-1,0 1,0 0,0 0,-1 0,1-1,0 1,-1 0,1 0,-1 0,1 0,-1 0,0 1,1-1,-1 0,0 1,-1-1,3 2,-1 0,0-1,1 1,-1 0,1 0,-1 0,1 0,-1 0,1 0,0 0,-1 0,1 0,0 0,0 0,0-1,0 1,0 0,0 1,0-1,0 0,0 0,1 0,-1 0,0 0,1 0,-1 0,1 0,-1 0,1-1,-1 1,1 0,0-1,-1 1,1 0,0-1,0 1,-1 0,1-1,0 1,0-1,0 1,0-1,0 1,0-1,0 1,0-1,0 0,0 0,0 0,1 1,10 2,2 0,0-1,-1-1,1 0,0 0,-1-1,1-1,0-1,-1 1,7-2,1 0,-10 1,-7 0,0 1,0-1,0 1,0 0,0 0,0 1,1 0,-1 0,0 0,1 0,-1 0,-1 0,2 0,-1 1,0 0,0 1,0-1,0 1,0-1,0 1,-1 0,1 1,-1-1,1 0,-1 0,0 1,0 0,0 0,0 0,0 0,0 0,-1 1,1 3,7 61,-11-58,2-1,0 1,0-1,1 1,0-1,0 0,1 0,1 0,2 5,-5-12,1 1,0-1,0 1,-1-1,1 0,0 0,0 0,0 0,1-1,-1 1,1 0,0 0,-1-1,1 0,0 1,0-1,0 0,0-1,-1 0,1 1,0-1,0 0,0 1,0-1,0-1,0 1,0 0,0-1,0 1,0 0,0-1,1-1,5-1,0-1,0 0,-1 1,0-2,0 0,1-1,-2 1,0-1,5-4,-1-2,-1 1,-2 0,1-1,-1-1,-1 1,1-1,-3 0,1-1,-1-1,4 34,-9-10,0-2,0 1,1 0,1 0,-1-1,1 1,1-1,0 1,-1 0,1-1,1 0,0-1,0 2,1-3,0 2,0 0,1-2,-1 1,1 0,0-2,1 1,-1 0,1 0,0-1,15 1</inkml:trace>
  <inkml:trace contextRef="#ctx0" brushRef="#br0" timeOffset="136594.313">5237 11277,'14'0,"-1"0,0 1,0 0,1 2,-2-1,1 1,0 0,-1 2,1 0,0 0,-2 0,1 2,-1-1,0 1,0 1,-1 0,0 0,-1 1,1 0,4 7,1 9,-1 0,0 1,-3 0,0 2,-1-1,-1 0,-2 4,26 73,-30-94,1-1,1 1,0-2,0 0,1 1,0-1,-1 0,2 0,4 3,-8-8,0 0,0-2,1 2,-1-1,0 0,0 0,1 0,0 0,0 0,0-1,0-1,0 1,0 0,0 0,-1-1,1 0,0 1,0-1,1-1,-1 1,0-1,0 1,0-1,0 0,0 0,6-5,0 0,-1 0,-1-1,1 0,0 0,-1-1,0 0,-1 0,0-1,0 0,-1 0,0 0,-1-1,-1 0,1-1,-1 1,0 0,-1-1,-1 1,0-1,0 0,0-8,-4 25,1 0,1-1,-1 1,1-1,0 0,0 1,1 0,-1-1,1 1,1-1,-1 0,1 1,0-1,0 0,1 0,-2 0,2 0,0-1,1 1,-1 0,4 1,-2-4,0 0,0-1,0 0,0 0,0 0,1 0,-1-1,1 0,-1 0,-1-1,2 0,-1 0,1 0,-1 0,0-1,0 0,0 0,-1 0,1 1,1-3,85-65,-81 58,0-1,-1 0,0 0,-2 0,0-2,0 1,-1 0,0-1,-1 0,1-7,-6 75,-1-42,1 0,1 0,0 2,0-2,2 0,-1 0,2 1,2 5,-4-15,0 1,0 0,0 0,0-1,0 0,1 1,0-1,0 1,-1-1,1-1,0 1,1 0,-1-1,1 1,0-1,0-1,0 1,0 0,0 0,-1-1,1 0,1 0,-1 0,0 0,1 0,-1-1,2 0,0 0,0-1,1 1,-1-1,1-1,-1 1,-1-1,1 0,1-1,-1 2,-1-2,1 0,-1-1,0 1,0 0,0-1,0-1,0 1,0 0,-1-1,0 0,2-4,6-9,0-1,-2 0,0-1,-1 0,3-11,-7 16,-5 15,1 0,-1 0,1 0,-1 0,1 0,-1 1,1-1,-1 0,1 0,-1 0,1 1,-1-1,0 0,1 0,-1 1,1-1,-1 0,0 1,1-1,-1 0,0 1,0-1,1 1,-1-1,0 0,0 1,1-1,-1 1,0-1,0 1,0-1,0 1,0-1,0 1,0-1,0 1,0-1,0 1,0-1,0 0,0 0,0 1,0-1,-1 1,1-1,0 0,0 1,0-1,-1 1,1-1,0 0,-1 1,1-1,0 3,0 6,0 0,1-1,0 1,1-1,0 2,0-3,1 2,0-1,0 1,1-2,1 1,-2-1,2 1,0 0,1-2,0 2,0-3,1 2,-1-1,1-1,0 1,7 3,1-3,1 0,-1-1,2-1,-1 0,0-1,1-1,-1-1,1 0,-1-1,1 0,0-1,-1-1,1-1,-1 0,0-1,-1 0,1-2,0-1,-1 1,0-1,-1-1,0-1,0 0,-1-1,0 0,0-1,-2 0,10-11,-12 11,-2-1,0 1,0-2,-1 1,0-1,-1 1,-1-2,0 1,-1 0,0-1,-1 1,0-2,-1 2,-1-1,-1-3,-2-18,-1 1,-2 0,0 0,-3 0,-7-14,-10-5,25 53,0 0,0 0,0-1,0 1,0 0,0 0,0 0,0 0,0 0,0 0,0 1,0-1,0 0,0 0,0 1,0-1,0 0,0 0,0 1,0-1,0 1,0 0,1-1,0 1,-1 0,0-1,0 1,1 0,-1 0,1 0,-1 0,1 0,-1 0,1 0,0 0,-1 0,1 0,0-1,-1 1,-11 28,1-2,2 2,1 0,1 0,1 0,2 1,0 19,-1-8,3-1,1 2,2-2,0 1,8 27,-7-56,1 0,0 0,0-1,2 1,-1 0,2-2,-2 1,3 0,0 0,0-2,0 2,1-2,0 1,1-2,1 1,-1-2,1 1,0-1,1 0,-1 0,2-1,54 17,-1-9</inkml:trace>
  <inkml:trace contextRef="#ctx0" brushRef="#br0" timeOffset="137264.908">8403 10937,'-9'29,"2"0,1 1,2 1,1-1,1 0,2 0,3 27,26 441,-29-474,1-24,-1 0,0-1,0 1,0 0,0 0,0 0,0 0,0-1,0 1,0 0,1 0,-1 0,0 0,0 0,0-1,0 1,0 0,1 0,-1 0,0 0,0 0,0 0,0 0,1 0,-1 0,0 0,0 0,0 0,1 0,-1 0,0 0,0 0,0 0,1 0,-1 0,0 0,0 0,0 0,0 0,0 0,0 0,0 0,0 0,0 1,8-23,-7 21,2-13,0 1,2 0,0 0,0 1,1-2,0 2,1 0,1 1,0-1,1 1,0 1,0-1,2 2,-1-1,5-2,-13 10,0 1,1-1,-1 1,0 0,1 1,-1-1,1 0,-1 1,0-1,0 0,1 1,-1 0,1 0,-1-1,1 2,0-1,-1 0,1 0,-1 1,1 0,-1-1,1 1,-1 0,1-1,-2 1,1 0,0 1,1-1,-1 1,0-1,0 1,0 0,-1 0,1 0,0-1,-1 1,1 0,-1 0,0 1,0-1,1 0,-2 1,1-2,0 2,0-1,-1 1,1 1,-1 5,0 0,0 0,-1 1,0-2,-1 1,0 0,-1 0,1 0,-2-1,1 1,-1-1,-1 0,0 0,1 0,-1-1,-1 0,-1 1,1-2,-1 1,1-2,-1 2,-2-1,-36 14,44-20,0 0,0 0,0 1,0-1,0 0,0 0,0-1,0 1,0 0,0 0,0 0,1-1,-1 1,0 0,0 0,1 0,-1-1,0 1,0-1,0 1,1-1,-1 0,0 1,0-1,1 0,-1 1,1-1,-1 0,1 0,-1 0,1 0,-1 0,1 1,0-1,0 0,-1 0,1 0,0 1,0-1,0 0,0 0,0 0,0 0,0 0,0 0,1 0,-1 0,0 0,0 0,1 0,2-11,1 1,1-1,-1 2,1-1,1 0,1 1,0-1,0 2,0 0,1-1,1 1,0 1,-1 0,2 0,0 1,1 0,10-5,-18 9,1 0,0 0,-1 1,1 1,0-2,0 1,0 1,0-1,1 1,-1-1,1 1,-1 0,1 1,-1-1,0 1,0 0,1 0,0 1,-1-1,1 1,-1 0,1 0,-2 0,2 1,-1 0,0 0,0 0,0-1,0 1,0 1,-1 0,2 2,2 3,-1 2,0-1,0 1,-1 0,-1 0,-1 1,1 0,-1-1,1 10,-1-8,0 1,1-2,0 1,1 0,0 0,0-2,7 9,-11-16,1-1,0 0,0 0,-1-1,1 1,1 0,-1 0,0 0,0-1,1 1,-2-1,2 1,-1-1,1 0,0-1,-1 1,1-1,0 1,0-1,-1 1,1-1,0 0,0 0,0 0,-1 0,0-1,1 1,0-1,0 0,-1 1,1-1,0 0,-1 0,1 0,-1-1,0 1,1-1,-1 0,0 0,0 1,-1-1,1 0,0 0,0-1,18-19</inkml:trace>
  <inkml:trace contextRef="#ctx0" brushRef="#br0" timeOffset="137574.428">8793 11125,'-6'7,"2"8,6 9,8 5,5-1</inkml:trace>
  <inkml:trace contextRef="#ctx0" brushRef="#br0" timeOffset="138201.487">9067 11593,'7'-3,"1"0,-1-1,-1 0,0 0,1 0,-1 0,0-2,0 1,-1 0,0-1,1 0,-2 1,1-2,-1 1,0 0,2-5,38-116,-29 43,-5-1,-3 0,-5 0,-5-43,3 77,-5-64,4 115,1-1,0 1,0 0,0 0,0-1,-1 1,1 0,0 0,0-1,-1 1,1 0,0 0,0 0,-1 0,1 0,0 0,0 0,-1 0,1 0,0 0,-1 0,1 0,0 0,-1 0,1-1,0 1,-1 1,1-1,0 0,-1 0,1 0,0 0,-1 0,1 0,0 0,0 0,-1 0,1 0,0 0,-1 0,1 0,0 0,0 0,-1 1,1-1,0 0,0 0,0 1,0-1,-1 0,1 1,0-1,0 0,0 0,0 1,0-1,0 0,-1 1,1-1,0 0,0 1,0-1,0 0,0 1,0-1,1 0,-1 1,-13 24,12-25,-12 33,1 1,1 1,3 0,0 0,3 0,0 1,3 0,1 32,4-41,1 0,1 1,2-2,0 0,2 3,18 70,4 38,-28-117,24 83,-25-97,0-2,0 1,0 1,1-1,0-1,-1 0,1 1,0-1,1 0,0 0,0 0,0 0,0-1,1 0,-1 0,0 1,1-2,0 0,0 0,1 1,-1-1,0-1,5 2,2-2,0-1,-1 0,1-1,1-1,-2 1,1-2,-1 0,1 1,-1-2,0-1,0 0,-1 1,1-2,-1 0,0 0,-1-1,1 0,-1-1,0 0,-2-1,1 1,3-5,4-13</inkml:trace>
  <inkml:trace contextRef="#ctx0" brushRef="#br0" timeOffset="138453.313">9002 11113,'20'7,"17"1,19 1,14-5,17-6,11-11,15-6,11-4,4-3,-17 3</inkml:trace>
  <inkml:trace contextRef="#ctx0" brushRef="#br0" timeOffset="139470.387">11254 11340,'-4'-2,"-1"-1,1 1,-1-1,0 1,0 0,0 1,-1-1,1 1,1 0,-2 1,1 0,-1 0,1 0,-1 0,1 0,0 1,0 0,0 0,-1 0,1 1,0 0,0 0,0 0,1 1,0-1,-1 1,1 0,-1 0,0 2,-2 2,2 2,-1 0,1 0,-1 0,2 0,0 1,0 0,1 0,0 0,0 0,3 1,-2-1,1 1,1-1,0 0,1 10,-1-17,1-1,-1 0,0 1,1-2,-1 1,0 1,1-1,0 0,0 0,0 1,0-1,1-1,-1 1,1 0,-1-1,1 1,-1 0,1 0,0-1,0 1,0-1,0 0,0-1,0 2,0-1,1-1,-1 1,0 0,0 0,0-1,0 1,1-1,-1 0,1 0,-1 0,0 0,1 0,-1-1,1 1,5-1,-1-1,1-1,0 2,0-2,-1 0,0-1,0 0,0 1,0-1,6-6,-4 3,1-1,-1 0,-1-2,0 1,0 0,-1-1,0 0,0-1,-2 1,0-1,0-1,0 1,-1 0,-1-1,0 0,-1 1,0-3,-1-2,-8 23,5 5,-1 1,2 0,0-1,0 0,1 2,1-2,0 0,1 1,2 8,-3-16,0-1,1 0,-1 0,1 1,-1-1,1-1,1 2,-2-1,2 0,-1-2,1 2,0 0,0-1,1 1,-1-2,1 1,0 0,-1-1,1 1,-1-1,2 0,-1-1,0 1,1 0,-1-1,1 0,-1 0,1 0,-1 0,2-1,0-1,-1 1,1-1,0 0,-1 0,0 0,0-1,0 0,1 1,-1-1,0-1,0 0,-1 0,0 0,1 1,-1-2,0 0,1 0,-2 0,1 1,0-2,-1 1,0-2,6-8,0 1,-1-1,-1 0,-2-1,1 0,-1 0,1-5,-2 6,0-1,-1 0,-1 1,-1-1,0 0,-1 1,0-1,-2 0,1 1,-2-1,-2-5,-5 5,14 25,3-3,1-2,-1 2,1-1,0-1,0 0,1 0,-1-1,1 0,1 0,-1-1,4 0,9 6,-17-7,4 1,1-1,0 1,0 1,-2 0,2 1,-1-1,0 2,-2 0,2-1,-1 2,0-1,-1 1,-1 1,1-1,0 1,-1-1,-1 2,1-1,0 5,6 24,-12-31,1-1,-1 0,1 0,0 0,1-1,-1 2,1-1,0-1,0 0,0 1,1 0,0-1,-1 0,1 0,1 0,-1 0,1-1,0 1,0 0,0-1,0-1,1 1,-1 0,0-1,1 1,0-1,0 0,0-1,0 0,1 0,0 0,5-3,0 1,0-2,-1-1,1 0,0 0,-2 0,1-1,0-1,0 1,-2-2,1 0,0 1,0-2,-1 1,-2-2,8-6,-5 5,-1-1,0 0,-1 0,0-1,0 0,-1 0,-2 0,1-1,-1 0,0 0,-1 0,-1 0,0-1,-1 1,0 0,-1-1,0 13,1 0,-1-1,0 1,1 0,-1 0,0 0,0 0,1 0,-1 1,0-1,0 0,0-1,-1 1,1 0,0 0,0 0,0 0,-1 0,1 0,-1 0,1 0,-1 0,1 0,-1 0,1 0,-1 1,0-1,0 0,1 0,-1 1,0-1,0 0,0 1,0-1,0 1,0-1,0 1,0-1,0 1,0-1,0 1,0 0,0 0,-1 0,1-1,0 1,1 0,-1 0,0 1,0-1,0 0,0 0,-1 0,1 1,0-1,0 1,0-1,0 1,-5 5,0 1,0 1,1-2,2 2,-2-1,1 2,0-2,1 2,0-1,1 0,-1 0,2 2,-2 6,2-10,-1 1,1 0,1-1,-1 1,1-1,1 2,-1-1,1-1,0 1,1-1,-1 1,2-1,-1 0,1 1,0-1,0 0,0 0,1-1,0 1,-1-1,2 0,0 0,5 5,6-2,-1 1,2-3,-1 2,1-3,-1 1,2-2,-1 0,1-1,0-1,0 0,0-1,0-1,0-1,12-2,54-1</inkml:trace>
  <inkml:trace contextRef="#ctx0" brushRef="#br0" timeOffset="150709.531">3271 11907,'2'0,"10"0,14 0,11 0,10 0,10 0,4 0,1 0,2 0,1 0,-3 0,-10 0</inkml:trace>
  <inkml:trace contextRef="#ctx0" brushRef="#br0" timeOffset="151529.028">3415 13168,'21'-4,"22"-6,20-8,21-5,13-2,5 0,-4 6,-9 5,-20 9</inkml:trace>
  <inkml:trace contextRef="#ctx0" brushRef="#br0" timeOffset="152994.088">4704 12866,'2'267,"21"-199,-22-66,0 0,1-1,-1 1,0 0,1-1,-1 0,1 0,0 0,-1 0,0 1,1-1,0 0,0 0,0-1,-1 1,1 0,1-1,-1 1,0-1,0 1,0-1,0 0,0 0,0 0,0 0,0 0,0-1,0 1,0-1,-1 1,1-1,0 0,0 0,1 0,10-5,0-2,-2 0,1-1,0 0,-2-1,1 0,-1-1,0 1,-2-1,1-2,-1 2,0-1,4-13,17-64,-32 78,-5 35,7-13,0 2,0-2,1 1,1-1,0 2,0-2,2 1,-1 0,3 4,-3-13,-1 2,0 0,1-1,1 0,-1 0,1 0,0 0,0-1,0 1,0 0,1 0,-1-1,1-1,0 1,-1 0,2 0,-1-1,0 1,1-2,-1 1,1-1,0 1,-1-1,1 0,0 0,2 0,1-1,0 0,-2 0,2-1,0 0,-1 0,0-1,0 0,0 0,0 0,0-1,0 0,0-1,-1 1,0-1,0 0,0-1,0 1,0-1,0-2,7-5,-1 0,-2-2,0 1,0-1,0 0,-2-1,-1 0,3-6,-2 1,-1 0,-1 1,-1-2,-1 0,0 0,-2 1,0-1,-2 0,0-1,-2 2,0-1,-2 0,0 0,-1 1,-5-12,9 28,0 0,0 0,0 0,0 1,-1-1,0 1,1-1,-1 2,-1-2,1 1,0 0,-1 0,0 0,0 1,1-1,-1 1,0-1,0 1,-1 0,1 0,-1 0,1 1,-1 0,0-1,0 1,1 0,-1 0,0 1,0-1,0 1,0 0,0 0,0 0,0 0,1 1,-1 0,0-1,0 2,1-1,-1 0,0 1,0-2,1 2,-2 1,-1 6,-1 0,1 0,0 0,1 0,0 2,1-2,1 2,0-1,0 0,0 1,1-1,1 1,0 0,0-1,1 2,1-2,-1 1,2 0,0-1,1 4,4 19,0 1,2-1,2 0,1-1,2-1,1 0,1 0,2-1,16 19,-24-36,0-1,1 1,1-2,-1 0,2 0,0-1,0-1,1 0,7 2,-16-7,0-1,1-1,0 1,0-2,0 1,0 0,0-1,0 0,1 0,-1-1,1 1,-2-1,1-1,1 1,-1-1,1 0,-1 0,-1-1,1 0,0 1,0-2,0 1,0-1,-1-1,5-2,2-7,-1 1,-1-1,1-1,-2 0,0-1,-2 1,1-1,-1-1,-1 1,-1-1,0 0,-1-1,-2 1,1-1,-1-10,7-50,-4 0,-3 0,-3-1,-4 1,-15-72,2 73,11 70,3 20,1 44,3 0,2 0,3 1,3-2,9 30,-17-85,27 152,20 48,-45-197,-1 4,1-1,0 0,0-1,1 2,0-2,0 1,1 0,0-2,1 2,0-2,0 1,-1-1,2 0,0 1,6 3,-8-10,-1 0,1 0,-1-1,1 1,0-1,-1 0,1 0,0 0,-1 0,1 1,-1-2,1 0,-1 0,-1 0,1 0,0 0,0-1,0 1,0 0,-1-1,1 0,-1 0,0 0,1 1,-2-1,1-1,1-2,0 2,99-171,-102 175,0-1,0 0,0 0,0 0,0 0,0 0,1 0,-1 1,0 0,0-1,0 0,1 0,-1 0,1 1,-1-1,0 0,1 0,-1 1,1-1,0 0,-1 1,1-1,-1 0,1 1,0-1,0 1,-1-1,1 1,0 0,-1-1,0 1,1 0,0-1,0 1,0 0,0 0,0 0,-1 0,1 0,0 0,0 0,0 0,0 0,0 0,0 0,6 126,16-29,-21-93,0-1,0 0,0 0,0 1,0-1,0 0,1-1,0 1,0 0,-1-1,2 1,-1-1,-1 1,1-2,1 1,-1-1,1 1,0 0,-1-1,1 0,0 0,0 0,0 0,2-1,20 0</inkml:trace>
  <inkml:trace contextRef="#ctx0" brushRef="#br0" timeOffset="153257.397">6149 12866,'-15'-2,"-13"-3,-5-5,-3-3,3 1</inkml:trace>
  <inkml:trace contextRef="#ctx0" brushRef="#br0" timeOffset="154043.957">5681 12690,'344'0,"-310"1,0 2,0 1,0 0,-1 3,0 1,14 6,-33-10,0 2,0 1,0-1,-1 2,0-1,0 2,-1 0,0 1,0-1,-2 1,0 2,1-1,-2 0,-1 2,5 5,-1 7,-2-1,0 2,-1 0,-1 0,-3 0,3 20,13 47,-21-91,0 1,0-2,0 2,0 0,1-1,-1 1,1-1,0 1,0-2,0 1,0 1,0-1,0 0,0 1,0-1,1 0,0-1,-1 1,1-1,0 1,0 0,0-1,0 1,0-1,1 1,-1-1,0 0,1 0,-1-1,1 0,-1 1,1 0,-2-1,2 0,0 1,-1-1,1 0,-1 0,1-1,-1 1,1-1,0 1,-1-1,1 1,-1 0,1-2,8-8,1 1,-1-2,-2 1,1-1,0-1,-1 0,-2 1,1-2,3-7,-5 10,72-130,-78 140,0 0,0 1,0-1,0 0,0 1,1-1,-1 0,0 1,0-1,0 0,0 1,1-1,-1 0,0 0,0 1,1-1,-1 0,0 0,1 0,-1 0,0 0,1 0,-1 0,0 0,1 1,-1-1,0 0,1 0,-1 0,0 0,1 0,-1 0,0 0,1 0,-1 0,1 0,-1 0,0 0,0 0,0 0,0-1,1 1,-1 0,0 0,1 0,-1 0,0 0,1 0,-1 0,0 0,0-1,1 1,-1 0,0-1,0 1,0 0,1 0,-1-1,0 1,0 0,0-1,0 1,2 35,-2-32,-1 33,0-24,0-1,0 0,2 1,-1-1,1 0,1 1,0-2,1 1,0 1,1-2,0 0,6 11,-9-19,1 1,-1-1,1 0,0-1,1 1,-1 0,0 0,1-1,-1 1,1-1,-1 0,1 1,0-1,0 0,0-1,-1 0,1 1,-1-1,1 1,0-1,0 0,0 0,0 0,0-1,0 1,0-1,0 1,-1 0,1-1,0 0,-1 0,1-1,78-50,-69 42,-1-2,-1 1,0 0,-1-2,0 0,-1 1,0-2,-1 1,-1-2,0 1,-1 0,-1-1,1-3,-5 30,1 1,0-2,1 1,1 0,0 0,1-1,0 0,1 1,-1-5,0 1,-1-1,2 1,0-1,1-1,-1 1,1-1,1 0,-2 0,2-1,0 0,1 0,-1-1,0 0,1 1,0-2,0 1,1-2,-2 1,2-1,0 0,-1-1,0 0,1 0,0 0,0-1,0-1,-1 0,1 0,0 0,-1-1,0-1,2 0,12-2,-2-2,1-1,-1-1,0 0,-1-2,0 1,0-2,-2-1,1-1,-1 1,-2-2,1-1,-2 0,0 0,0-2,-3 1,1-2,-1 0,-2 0,0 0,0-1,-2 0,3-15,-6 4,-1 0,-2 0,0 0,-3 0,0-1,-1 1,-3 1,-1-1,-1 1,-2 0,-6-14,11 31,0 1,-1-1,-1 1,1 0,-2 1,0-1,-9-8,15 18,0-1,0 1,0 0,0 0,-1 0,0 1,1-1,-1 1,0 0,0 0,0 0,0 0,0 0,0 0,0 1,1-1,-1 1,0 0,0 0,0 0,0 0,0 0,0 1,-1-1,1 1,0 0,0 0,2 0,-2 0,0 1,0-2,1 2,-1 0,0 0,1 0,0 0,-1 0,1 0,0 0,0 0,0 0,0 2,-9 12,0 1,1 0,0 0,2 1,1 0,-1 1,2-1,1 1,1 0,1 0,0 2,-3 14,1 2,1-2,2 2,3-1,0 1,7 33,-5-52,1-1,1 1,0 0,2 0,0-1,1 0,1-1,-1 0,3 0,0-1,0 0,1 0,1-1,8 6,0-5,0 0,1-2,0-1,0 0,2-2,-1 0,2-1,-1-2,1 0,1-2,-1-1,0-1,20 1,41 0</inkml:trace>
  <inkml:trace contextRef="#ctx0" brushRef="#br0" timeOffset="154705.741">8884 12386,'-8'25,"2"-2,0 2,3-1,0 2,1-2,1 2,1-2,1 2,2-2,2 13,64 320,-69-354,1 0,0 0,-1 0,1 0,-1 0,0-1,0 1,0 0,0 0,-1 0,1-1,-1 0,0 1,1 0,-1 0,-1 0,1-1,0 0,-1 1,-10-27,12 21,1 0,-1 0,0 0,1 1,0-1,0 0,0 1,0-1,0 0,1 1,-1 0,1-1,0 1,0-1,0 1,0 0,0 1,0-1,-1 0,2 0,-1 0,1 0,0 1,-1-1,1 1,0 0,0 0,1 1,84-16,-76 16,0 1,0 0,-1 1,1 1,0 0,-1 0,1 0,-1 2,-1 0,8 3,-12-5,-1 0,0 0,-1 1,1-1,0 1,-1 0,0 1,1-2,-1 2,-1 0,1 0,-2-1,1 2,0-1,-1 0,1 0,-1 1,-1-1,1 1,-1 0,1 5,-2-6,0-2,-1 1,0 1,1-1,-1 0,-1 0,1 0,-1 0,1 0,-1-1,0 1,-1-1,1 1,0-1,0 0,-1 0,0 0,-1 0,1 0,0-1,-1 1,1-1,-1 0,0 1,0-1,1-1,-1 1,0-1,0 0,-1 0,1-1,0 1,-1 0,1-1,1 0,-2 0,1 0,0-1,-1 1,1-1,0 0,-1 0,1 0,1-1,-1 1,0-1,0 0,1-1,-1 1,0-1,0 1,2-1,0 0,1 0,-1 0,1 0,0 1,0-1,0 0,0-1,0 1,0 0,1 0,0 0,-1-1,1 1,1 0,-1 0,0-1,1 1,-1 0,1 0,0 0,0 0,0-1,0 1,1 0,-1 1,1-1,0 0,0 1,0-1,3-1,3-6,2 1,-1-1,1 2,0-1,1 1,0 1,6-3,-6 2,2 1,0 1,-1-1,2 3,0-1,-1 0,1 2,1 0,-2 0,2 1,-1 1,0 0,1 1,-1 1,4 0,-13 1,0 1,0-1,-2 0,2 0,0 2,-1-1,1 0,-1 1,0-1,-1 1,1 0,-1 0,0-1,0 2,0 0,-1-1,1 0,-1 1,0 0,0 0,0 0,-1 0,0 0,0 0,-1 1,1-1,-1-1,0 6,7 28,-7-36,1 0,-1 0,0 0,1 0,0 0,-1 0,0-1,1 1,0 0,0 0,0 0,1-1,-1 1,0 0,1-1,-1 1,1-2,-1 1,1 1,0-1,0 0,0 0,-1 0,1 0,0 0,0-1,0 1,0-1,0 1,1-1,-2 0,1 1,0-1,0 0,0 0,0-1,0 1,0 0,0-1,1 1,22-13,1-5</inkml:trace>
  <inkml:trace contextRef="#ctx0" brushRef="#br0" timeOffset="154925.789">9548 12487,'-15'-2,"-8"-1,5 3,10 3,15 1,6 0</inkml:trace>
  <inkml:trace contextRef="#ctx0" brushRef="#br0" timeOffset="155312.949">9900 12312,'0'-1,"-1"0,1 1,-1-1,1 0,0 1,-1-1,1 1,-1-1,1 1,-1-1,0 1,1-1,-1 1,1-1,-1 1,0 0,0 0,1-1,-1 1,0 0,1 0,-1 0,0-1,0 1,1 0,-1 0,1 0,-1 0,1 1,-1-1,0 0,1 0,-1 0,0 1,0-1,1 0,-1 1,0-1,1 0,-8 32,21 262,2 88,-13-364,1 2,1-1,1 0,1-1,0 1,0-1,9 13,-11-24,1 0,-1 0,0-1,1 1,1-2,0 2,0-1,0-2,1 2,-2-1,2-1,1 0,-1 1,1-2,-2 1,2-2,0 1,0 0,6 0,-8-1,1-1,0 0,0-1,-1 1,0-1,1 0,0-1,-1 0,1 0,0 0,-2-1,2 0,-1 0,0-1,1 1,-1-1,-1 0,0-1,1 1,-1-1,1 0,-1 0,-1-1,0 1,0-1,1-1,-1 1,-1 0,1-1,-1 1,0-1,-1 0,1 1,-1-2,1-5,-2 3,0 0,0-1,-1 1,0-1,0 1,-1 1,0-2,-1 1,0-1,0 2,-1-1,-1 0,0 0,0 1,-1 0,0 0,0 0,0 1,-3-4,-5-4,-1 1,1 1,-1 0,-1 0,-1 2,0 0,0 0,-1 2,-1 0,-9-4,-2 2,0 1,0 1,0 2,-2 0,-22-1,115 8,118-6,0-8,21-12,-71 8</inkml:trace>
  <inkml:trace contextRef="#ctx0" brushRef="#br0" timeOffset="156016.379">12453 12790,'119'3,"2"-4,-1-6,0-5,82-20,764-126,357 27,-769 85,1431-95,-1729 133,-228 1,-36 7</inkml:trace>
  <inkml:trace contextRef="#ctx0" brushRef="#br0" timeOffset="156399.617">18497 12121,'-79'359,"75"-339,0 0,1 1,0 0,2 0,0 0,3 21,-2-41,0-1,0 1,0-1,0 0,0 0,0 1,0 0,0-1,1 1,-1-1,0 1,0 0,0-1,1 1,-1-1,0 1,0-1,1 1,-1-1,1 1,-1-1,0 0,1 1,-1-1,1 1,-1-1,1 0,-1 0,1 1,-1-1,1 0,-1 0,1 1,0-1,-1 0,1 0,-1 0,1 0,-1 0,1 0,0 0,-1 0,1 0,-1 0,1 0,0 0,-1-1,1 1,-1 0,1 0,-1-1,1 1,-1 0,0-1,0 1,1 0,-1-1,1 1,-1-1,1 1,27-29,-27 28,33-45,-3-2,-3-2,-1 1,1-9,-2 5,-20 44,-7 13,-7 19,-1-1,-5 11,1 1,1 0,2 1,-5 32,14-63,0 0,0-1,1 1,0-1,-1 1,1-1,1 1,-1 0,0-2,1 2,0 0,0-1,0 1,0-1,1 0,-1 0,1 1,0-1,0-1,0 1,0 0,1 0,-1 0,0-1,1 0,-1 0,1 1,1-1,-1 0,0 0,0 0,1-1,-1 1,3-1,22 5</inkml:trace>
  <inkml:trace contextRef="#ctx0" brushRef="#br0" timeOffset="158798.731">18900 12425,'37'8,"0"-3,0 0,0-2,0-2,1-1,-15 0,649-17,-423 5,1076-44,-1243 51,765-16,-706 25,-125-7</inkml:trace>
  <inkml:trace contextRef="#ctx0" brushRef="#br0" timeOffset="160415.118">25125 11996,'22'54,"-20"-42,45 320,-47-332,20 61,-19-59,-1-1,1 1,0-1,-1 1,1-1,0 1,0-2,0 2,0-1,0 0,1 0,-1 1,-1-1,2 0,-1 0,0 0,1-1,-1 1,1 0,0 0,-1-1,1 1,-1-1,1 1,0-1,0 0,-1 0,1 0,0 0,-1 0,1 0,0 0,-1 0,1-1,0 1,0-1,5-4,0 0,0 0,0-1,-1-1,0 2,-1-2,1 0,-1 0,0 0,0 0,-1-1,0 1,-1-2,2-3,4-12,-1 2,-1-3,-1 2,-2-2,0 2,-2-2,0 0,-2-18,-16 95,15 53,2-101,0 0,0 1,0 0,1-2,-1 2,1 0,0-1,0-1,1 1,0 0,0 0,0-1,0 1,0-1,1 1,0-1,-1-1,0 1,2-1,-1 1,3 1,-1-2,1 0,-1 0,0-1,0 1,1-1,0 0,0 0,-1-1,0 0,1-1,0 1,-1-1,1 0,-1-1,0 1,1-1,-1 0,0 0,1-1,-2-1,0 1,1 0,0 0,-1-2,0 1,0 0,0 0,1-4,3-1,-1-1,0 1,-1-1,-1 0,0 0,0-1,-1 0,0 0,-1-1,0 1,-2 0,1-2,-1 2,1-12,-9-8,6 30,-1 1,1 0,0 0,-1-1,1 1,0 0,0-1,0 1,-1 0,1-1,0 1,-1 0,1 0,-1 0,1-1,-1 1,1 0,-1 0,1 0,-1 0,1 0,-1 0,1 0,-1 0,1 0,-1 0,1 0,-1 0,1 0,-1 0,1 0,-1 0,1 1,-1-1,1 0,0 0,-1 1,1-1,-1 0,1 0,0 1,-1-1,1 1,0-1,-1 0,1 0,0 0,-1 1,1-1,0 0,0 1,0-1,-1 1,1-1,0 1,0-1,0 1,0-1,0 1,-4 6,0 0,1 0,-1 0,2 1,0 0,0-1,0 1,1 0,0 0,0-1,1 2,0-2,0 1,1 0,0 0,1-1,-1 1,2-1,-2 1,2 0,0-1,1 0,0 0,0 0,1-1,-1 1,1-1,0 0,1 0,-1 0,2-2,-1 2,1-1,-1-1,7 4,7 1,0 1,1-2,-1 0,1-2,1 0,-1-1,2-1,-2-2,2 0,-1-1,0-1,20-2,43-20,-83 21,1 0,-1-1,0 1,1-1,-1 0,0 0,0 1,0 0,-1-2,1 1,0 0,-1 0,1-1,-1 1,0-1,1 2,-1-2,0 1,0-1,-1 0,1 1,-1 0,1-1,-1 0,0 0,0 0,0 1,0-1,-1 1,1-2,-2-1,1 0,-1 1,0-2,0 1,0 1,-1-1,1 1,-1-1,0 1,0 0,-1 0,0 0,1 1,-2-1,1 1,0-1,-1 1,1 1,0 0,-1-1,0 1,0 0,-1 0,1 0,1 1,-2 0,1 1,-1-1,1 1,-1 0,1 0,0 0,0 0,-1 1,1-1,0 1,-1 1,1 0,0 0,1 0,-1 0,0 1,0-1,0 1,1 0,-2 2,1 1,-1 0,1 1,0-1,0 1,1 0,0 1,0 0,0-1,2 1,0 0,-1 0,1 1,2-6,-1 0,0 0,1-1,0 1,0 0,0 0,0 0,0 1,1-2,-1 1,1 0,0 0,0 0,0 0,0-2,1 2,-1 0,1 0,-1-1,0 1,1-2,0 1,0 1,1-1,-1 0,0 0,1 0,-1-1,1 1,0-1,0 0,-1 0,1 0,0 0,0 0,8 1,0 0,0-1,0-1,0 0,0 0,-1-1,1-1,0 0,0 0,-1-1,1 1,-1-2,0-1,0 1,0-1,-1 0,0-1,0 0,0 0,-1-1,1 0,3-6,-15 16,1 2,-1 1,1-1,1-1,-1 1,1 1,0-2,0 2,0-1,0 0,1 0,0 1,0-1,1 0,-1 1,1-1,0 0,1 0,0 1,-1-2,1 1,0 0,0-1,1 1,0 0,0 0,1-2,2 5,-3-6,-1-1,1 1,0 0,-1-2,1 2,0-1,0 0,0 0,0 0,0-1,0 1,0-1,1 1,-1-1,0 0,0 0,-1-1,2 1,-1-1,0 1,0-1,0 0,0 0,0 0,0-1,0 2,0-2,0 0,-1 1,0-1,0 0,1-1,-1 1,0 0,0 0,0 0,0-1,0 0,-1 0,1 1,-1 0,0-1,9-15,-3-1,0 1,0-1,-2 0,0-1,-1 2,1-16,20-81,-24 113,0-1,0 1,0 0,0-1,1 1,-1 0,1 1,-1-1,1 0,0 0,-1 0,0 0,1 1,1-1,-1 1,0-1,0 2,0-1,1 0,-1 0,1 0,-1 0,1 1,-1-1,1 1,-1-1,0 1,1 0,-1 0,1 0,-1 0,1 1,-1-1,1 1,-1-1,1 1,-1 0,3 1,16 3,0 2,-1-1,1 2,-2 1,0 1,1 0,-2 2,0 0,6 6,-19-13,-1 1,0 1,0-1,0 1,-1-1,0 1,0 0,0 0,-2 0,0 0,1 1,-1-1,0 0,-1 1,0-1,0 1,-2 5,1-8,0 0,1 1,-1 0,1-2,0 2,0 0,1-1,0 0,0 1,0-1,1 0,0 1,0-2,0 2,0-1,1 0,0-1,0 1,1 0,-1-2,1 2,0-1,-1 0,1-1,1 0,0 1,-1-1,1 0,2 0,6 0,0-1,0 0,-1-1,2 0,-1-1,0 0,0-2,0 1,0-2,0 1,0-1,-1-1,0 0,1-2,-2 2,1-2,0-1,-2 1,1-2,0 1,-2-2,1 1,7-8,-9 7,0 1,-1-2,1 1,-1 0,-1-2,-1 1,1-1,-1 1,-1-1,0 0,0 0,-1 0,-1-1,0 0,0 1,-1-6,-1 15,0 1,1 0,-1-1,0 1,0 0,0-1,0 1,0 0,0 0,-1 0,1 0,0-1,-1 1,1 0,-1 0,1-1,-1 1,1 0,-1 0,0 0,0 0,0 0,1 1,-1-1,0 0,0 0,0 0,-1 0,1 1,0-1,0 0,0 1,0-1,-1 1,1-1,0 1,-1 0,1 0,0-1,-1 1,1 0,0 0,-1 0,1 0,1 0,-2 1,1-1,0 0,-1 1,1-1,0 1,0-1,0 1,-1 0,1-1,0 1,0 0,0 0,0 0,0 0,-1 0,-3 5,-1 1,1-1,2 1,-2-1,1 2,0-1,1 0,0 1,0-1,1 2,0-2,0 2,1-2,0 2,0-2,1 2,1-2,-1 2,1-2,0 2,1-2,0 2,1-2,1 6,1-5,0 0,1-1,-1 1,1-1,0 0,1 0,0-1,0 1,0-2,1 1,0-1,1 0,-2-1,2 0,1 1,142 39,-42-29,-6-4</inkml:trace>
  <inkml:trace contextRef="#ctx0" brushRef="#br0" timeOffset="160920.832">28602 11794,'-17'22,"-12"16,-6 19,1 16,1 14,6 10,10 7,13-1,15-4,15-11,16-12,13-12,7-15,-6-15</inkml:trace>
  <inkml:trace contextRef="#ctx0" brushRef="#br0" timeOffset="161588.708">28993 12210,'-8'27,"2"2,1-1,1-1,2 2,1-1,1 1,1-1,1 1,2-2,1 1,2 0,1-1,1 0,7 17,-3-20,-13-24,0 1,0-1,0 1,0-1,0 0,1 1,-1-1,0 0,0 1,0-1,1 0,-1 1,0-1,0 0,1 0,-1 1,0-1,1 0,-1 0,0 1,1-1,-1 0,0 0,1 0,-1 0,0 0,1 1,-1-1,0 0,1 0,-1 0,1 0,-1 0,0 0,1 0,-1 0,1 0,-1 0,0-1,1 1,-1 0,0 0,1 0,-1 0,0-1,0 1,0 0,0 0,1 0,-1-1,0 1,0 0,1-1,-1 1,0 0,0-1,0 1,1 0,-1-1,0 1,0 0,0-1,0 1,11-79,-11 59,-14-417,21 400,-6 37,0 1,0-1,0 1,0-1,0 1,0-1,0 1,0-1,0 0,-1 1,1 0,0 0,0-1,-1 1,1 0,0 0,-1 0,1 0,-1 0,1 0,-1 0,0 0,1 0,-1 1,0-1,0-1,0 1,0 0,0 0,0 0,0 0,0 0,0 1,0-1,12 121,-11-98,-1 1,3-1,1 1,0-1,2 0,6 13,-11-35,0 1,0 0,0-1,1 1,-1-1,1 1,-1-2,0 2,1-1,0 0,0 0,1 0,-1 0,0 0,1-1,-1 0,1 1,-1-1,1 0,0 0,-1 0,1 0,-1 0,1 0,0-1,0 0,0 1,0-1,0 0,0 0,0-1,-1 1,1 0,0-1,0 0,-1 0,1 0,-1 0,1 0,0-1,-1 1,2-1,3-3,1 0,-2 0,0 0,1-1,-1 0,0-1,-1 0,1 1,-3-1,2 0,-1-1,0 0,0 1,-1-1,1-3,28-125,-32 134,11-54,-11 56,0 0,0 0,1 1,-1-1,0 0,0 0,0 1,0-1,1 0,-1 0,0 0,0 1,0-1,1 0,-1 0,0 0,0 0,1 0,-1 0,0 1,1-1,-1 0,0 0,0 0,1 0,-1 0,0 0,0 0,1 0,-1 0,0 0,0 0,0 0,0 0,0-1,1 1,-1 0,0 0,0 0,1 0,-1 0,0-1,0 1,1 0,-1 0,0 0,0-1,0 1,1 0,-1 0,0 0,0-1,0 1,0 0,0-1,0 1,0 0,1 0,-1-1,0 1,0 0,0 0,0-1,9 25,35 195,-10-28,-11-129,-12-44</inkml:trace>
  <inkml:trace contextRef="#ctx0" brushRef="#br0" timeOffset="161974.555">29931 12148,'-16'-2,"1"1,-1 1,1 1,-1 0,1 1,-1 0,0 1,1 1,-2 2,11-5,1 1,0-1,0 2,0-1,0 1,0 0,1 0,-1 0,1 0,0 1,0 0,0 0,1 0,-1 0,1 1,0-1,0 1,0 0,1 0,-1-1,2 1,0 1,-1-2,1 2,0 0,0-2,0 3,1-2,1 0,-1 1,1-1,0 0,1 0,-1 1,0-1,1 0,0 0,1 0,-1-1,1 1,0-1,1 1,-1-1,1 0,0 0,0 0,-1-1,2 0,95 61,-94-60,163 92,-166-95,-1 0,1 1,-1-1,0 1,1-1,-1 1,0 0,0 0,0-1,-1 1,1 0,-1 1,1-1,-1 0,1 1,-1-1,0 0,0 1,0-1,0 1,-1 0,1 0,-1-1,0 0,1 1,-1 0,0 0,-1 0,1-1,0 0,-1 1,0 0,0 0,1-1,-2 0,1 1,-8 5,1-2,-2 2,1-2,-2 0,2-1,-2 1,0-2,1 0,-1 0,0 0,-1-2,1 0,0 0,-1-1,1 0,10 0,-1-1,1 1,0-1,0 1,0-1,0 1,-1-1,1 0,0 0,0 0,0 0,-1 0,1 0,0 0,0 0,-1 0,1 0,0-1,0 1,0 0,0-1,-1 1,1-1,0 1,0-1,1 0,-1 0,0 1,0-1,0 0,1 0,-1 0,0 1,0-1,1 0,-1 0,0 0,1 0,-1 0,1 0,0-1,-1 1,1 0,0 0,0 0,0-1,-1 1,1 1,0-1,1-1,-1 1,0 0,0 0,0 0,1-1,10-20</inkml:trace>
  <inkml:trace contextRef="#ctx0" brushRef="#br0" timeOffset="162646.349">30295 12299,'-12'40,"0"1,3-1,1 2,4-1,0 1,2-1,2 2,1-37,-2-3,1 1,0-1,1 0,-1 0,0 0,1 0,0 1,0-1,0-1,0 1,1 0,-1 0,0 0,0 0,2 0,11-17,7-109,-19 95,13-311,-15 334,-1 3,1-1,-1 1,1 1,0-2,0 1,0 0,0-1,0 1,0 0,1 0,-1 0,1 0,-1-1,1 1,0 0,0 0,0 0,0 0,1 1,-1-1,0 0,1 0,-1 0,1 1,0-1,0 1,-1-1,0 1,1 0,0 0,0 0,1 0,1 0,5 1,1 2,-2-1,1 0,1 2,-1 0,-1 0,1 1,-1 0,1-1,5 6,-11-7,7 3,0 0,0 2,-2-2,1 2,0 0,-1 1,-1 0,8 8,-13-14,0 1,0 0,0 0,0 0,-1 0,1-1,-1 1,0 1,0-1,0 1,0-2,-1 2,1-1,-1 1,0-1,0 0,0 0,-1 1,1-1,-1 1,0-2,0 2,0-1,0 0,-1 1,1-2,-1 1,0 0,0 0,-1 2,-5 2,-1 2,1-2,-1 1,-1-2,0 1,1-1,-2-1,1 1,0-1,-2-2,1 1,-1 0,-2 0,-3-1,38-16,-16 11,-1 1,1-1,1 0,-1 1,0-1,0 1,1 1,-1-1,0 1,0 0,1 0,-1 1,0-1,1 1,-1 0,-1 1,1-1,1 1,-1 0,0-1,-1 2,1 0,0 0,-2 0,1 0,1-1,-1 2,0 0,-1 0,1-1,-1 1,1 2,0 8,1 1,-1-1,-1 1,-1 0,0 2,-1-2,0 0,-2 1,0-1,0 0,-2 1,2-11,0 0,0 0,-1 0,1 0,-1 0,0 0,0 0,-1-1,1 0,-1 1,-1-1,1 0,-1 0,0 0,0 0,0-2,0 2,0-1,0 0,-1 0,0-1,0 0,0 1,0-1,0-1,1 1,-2-1,1 0,-4 1,1 0,-1-1,2 0,-2 0,0 0,1-1,0 0,-1-1,1 0,-1 0,1 0,0-1,-5-2,-4-5</inkml:trace>
  <inkml:trace contextRef="#ctx0" brushRef="#br0" timeOffset="163021.912">30686 11807,'5'13,"3"15,2 15,3 16,1 16,-3 17,-5 9,-7 11,-13 6,-17-2,-24-2,-26-6,-31-8,4-22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0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190 615,'-3'-3,"0"0,0 1,0 0,-1 1,1-1,0 0,0 0,-1 0,0 1,1 0,-1 0,0 0,0 0,0 1,0-1,1 1,-1 0,0 0,0 1,0-1,0 1,1 0,-1 0,0 0,0 0,2 1,-2-1,-2 3,-3 3,1 2,0-1,2 1,-1 0,0 1,1-1,1 1,-1 1,3-1,-1 0,0 1,1 0,0 0,1 0,-1 8,6 52,-2-70,-1 1,0 0,1-1,0 1,-1-1,1 1,0-1,-1 0,1 1,0-2,0 1,0 0,0 1,1-1,-1 0,0 0,0 0,0 0,0 0,1-1,-1 1,0 0,1-1,-1 1,1-1,0 1,-1-1,1 0,-1 1,1-1,0 0,-1 0,1 0,-1-1,1 1,0 0,-1 0,1-1,-1 1,1-1,-1 0,1 1,-1-1,0 0,11-8,0 1,-1 0,-1-3,1 2,-1-2,-2 0,1 1,0-3,-1 2,-1-1,-1 0,0-2,0 1,1-4,-7 17,28-67,-1-2,-5 0,-3-1,-3-2,-2 0,-5 1,-3-2,-2-9,-5 44,0 38,1 0,0 1,-1-1,1 0,0 0,-1 1,1-1,-1 0,1 0,0 0,-1 1,1-1,-1 0,1 0,-1 0,1 0,0 0,-1 0,1 0,-1 0,1 0,-1 0,1 0,0 0,-1-1,1 1,-1 0,1 0,-1 0,1 0,0-1,0 1,0 0,0 0,-1-1,1 1,0 0,-1-1,1 1,0 0,0-1,-1 1,1-1,0 1,0 0,0 0,0 0,-1-1,1 1,0-1,0 1,0 0,0-1,0 1,0-1,0 1,0-1,0 1,0-1,0 1,1 0,-1-1,0 1,0-1,-8 14,1 0,0 1,1 0,1 0,1 0,0 0,0 0,0 14,3-25,-10 52,3 2,3-1,2 1,2 0,3 0,2 0,4-1,1 1,4-1,-8-35,1 0,1-1,1 0,1-1,1 1,0-1,2-1,7 11,-18-27,1 0,-1 0,0 0,1-1,-1 1,1-1,0 0,-1 1,1-1,0 0,0 1,0-1,0 0,0 0,0 0,0-1,1 1,-1 0,-1-1,1 0,1 1,-1-1,0 0,1 0,-1 0,0 0,0-1,1 1,-1-1,0 1,0-1,0 0,1 0,-1 1,0-2,0 1,-1 0,0 0,1-1,0 1,0-1,-1 2,1-2,-1 0,12-15,-1-1,-2 0,1-1,-2 0,-1 0,-1 0,0-1,-1 0,-2-1,0 0,-1 1,-1-1,-1-15,0-13,-4 81,2-1,1 1,2 0,1 0,1 1,-4-29,0 2,1-1,0 0,0 0,1 0,-1-1,1 1,0 0,1 0,-1-1,1 0,0 1,0-1,0 0,1 0,0 0,-2 0,2-2,1 2,-1-1,0 0,1 0,0-1,-1 0,1 0,-1 0,1 0,1 0,-1-1,0 0,0 0,1 0,-2-1,3 0,6-3,0-2,-2 1,1-1,0-1,-1 0,0 0,0-1,0 0,-2-2,1 2,0-2,-1 0,-2-1,2 1,-2-2,1 1,-2 0,2-6,6-10,-1 1,-3-2,1 0,-2 0,-2-1,-1 0,1-16,-7 107,6 127,9 0,23 91,-8-57,-14-103,-17-99,-37-133,1-21,4-1,8-1,-6-114,30 234,-2-7,1-1,1 0,2 1,0-2,1 1,1 1,2 0,3-11,-8 28,2 0,0 0,0 2,0-2,0 0,1 1,-1 0,1 1,0-1,0 0,0 0,0 0,0 1,1 1,-2-2,2 1,0 0,0 1,-1-1,1 1,0 0,0 0,1 0,-1 0,-1 1,1-1,0 1,0 0,0 1,1-1,-1 1,0-1,0 1,-1 0,1 1,0-1,0 1,-1 0,1 0,11 3,-2 1,1 1,0 0,-2 2,1-1,-1 1,-1 0,1 1,-1 1,-1-1,0 1,0 1,-1 0,-2 0,1 2,2 3,-9-13,1 1,-1 1,0-2,0 2,0-1,-1 0,0 0,0 1,0-2,-1 2,1-1,-2 0,1 0,0 0,-1 0,0-1,0 2,-1-1,1-2,-1 2,0 0,-1-1,1-1,0 2,0-1,-1-1,-1 1,1-1,0 0,-1 0,0 0,1-1,0 1,-1-2,-1 1,1 0,-1 0,-6 3,0 0,-2-1,2 1,-2-2,1 0,0-2,-1 1,0-1,1 0,-13-2,4-5,7-3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1.3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35 595,'20'-22,"-3"-3,1 1,-3-2,0 1,-2-2,0 0,-1-1,-2 0,-2-1,-1 1,0-2,-2 1,-2-1,-1 1,-1-1,-4-28,-16-9,18 65,0 0,0 0,1 1,-1 0,0-1,0 0,-1 0,1 1,1-1,-2 1,1-1,-1 1,1-1,-1 1,1 1,-1-1,0 0,0 0,0 0,0 0,0 0,1 1,-1-1,-1 1,1-1,0 1,0 0,0 0,0 0,1 0,-1 0,-2 0,-2 4,0 0,0-1,0 1,0 1,2 0,-2-1,1 1,1 1,-1-1,1 1,0 0,0-1,1 2,0-1,0 0,1 1,-1-1,1 1,1 0,-10 22,2 1,3 0,0 0,1 0,1 2,3-2,0 1,2 0,1-1,2 1,1 0,2-1,0 0,2-1,9 18,-14-35,1-2,0 0,1 1,1-1,0 0,0 0,0-2,2 2,-1-2,2 0,-2 0,2 0,0-2,1 1,-2-1,2-1,1 1,-2-1,2-1,0-1,0 1,-1-1,2-1,-1 0,-1-1,2 0,0-1,-2 0,2-1,-1 0,3-2,-2 0,-1 0,0-2,0 2,0-2,-1-1,0 1,0-2,-1 0,1 0,-1-1,0 1,-2-2,1 0,0 0,-1 0,0-1,-2-1,1 1,-1 0,0-2,-1 2,0-2,-1 0,-1 1,0-1,0-3,-2 12,0 0,0 1,-1-1,1 0,-1 1,0 0,0-1,0 0,0 0,0 1,-1-1,1 1,-1-1,0 1,0-1,0 0,0 1,0 0,0 0,-1 0,0-1,2 1,-2 0,0 0,0 0,0 0,0 1,0-1,0 1,-1-1,1 1,0-1,-1 1,1 0,-1 0,0 0,1 0,-1 1,1-1,-1 1,1-1,-1 1,0 0,0 0,1 1,-1-1,0 0,0 1,1-1,-1 1,-2 1,-2 3,0 1,-1-1,1 1,1 0,0 0,0 1,0 0,1 0,-1 0,1 1,1 0,0 0,1 0,0 0,0 1,0-1,1 0,0 1,1 0,-1 6,2-13,-1 0,1 0,0 0,0 0,0 1,0-1,1 0,-1-1,1 2,-1-1,1 0,0 0,-1 0,1 0,0 0,1-1,-1 1,0 0,0-1,1 1,-1 0,1-1,0 1,-1-1,0 1,1-1,0-1,0 1,0 0,0 0,0 0,0 0,0 0,0-1,1 1,-1-1,0 0,0 0,0 1,2-2,7-1,1-1,-1 0,-1 0,1-2,0 0,0 1,-2-2,1 0,0 0,0-1,-2 0,1-1,-1 0,0 0,1-3,-1 3,0 1,0-2,-1 1,-1-2,1 1,-1-1,-1 1,0-1,0-1,-1 2,1-11,-5 20,0 1,-1-1,1 1,0-1,0 0,0 1,-1-1,1 0,-1 0,1 1,-1-1,1 0,-1 0,1 0,-1 1,1-1,-1 0,1 0,-1 0,1 0,-1 0,1 0,-1 0,0 0,1 0,-1 0,1-1,-1 1,1 0,-1 0,1 0,-1-1,1 1,-1 0,1 0,0-1,-1 1,1-1,-1 1,1 0,0-1,-1 1,1-1,0 1,-1-1,1 1,0-1,0 1,-1-1,1 1,0-1,0 1,-2 5,0 0,0-1,0 1,1 0,0-1,0 2,0-1,0 1,1-2,0 2,0-1,1-1,-1 2,1-1,1-1,-1 2,1-1,-1-1,2 1,-1 0,0 0,1-1,0 0,0 1,0-1,1-1,-1 1,0 0,1 0,1-1,7 3,1 1,-1-2,1 0,0 0,0-1,1-1,-1 0,1-1,1 0,-2-1,1 0,10-1,52-1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5.2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27 207,'-3'476,"-16"-285,18-189,1 0,-1 0,0 0,1 0,-1 0,1-1,0 2,0-1,0 0,0 0,0 0,0 1,1-1,-1-1,1 1,-1 0,1 0,0 0,0 0,0 0,0 0,0 0,0-1,1 1,-1-1,1 1,-1 0,1-1,-1 1,0-1,1 0,0 0,0 1,0-1,0-1,0 0,0 1,1 0,13 1,0-2,1 1,-1-2,1 0,-2-2,2 2,-1-3,7-2,6 0,53-10,1 2,1 5,47 1,-105 8</inkml:trace>
  <inkml:trace contextRef="#ctx0" brushRef="#br0" timeOffset="532.018">1109 182,'-15'-2,"-1"0,2 1,-1 1,0 1,0 0,0 1,1 0,-1 2,1-1,-1 1,1 1,0 1,0-1,1 2,0 0,0 1,1 0,0 1,1-1,-1 3,2-2,0 3,0-2,0 1,-5 12,12-20,0 1,0 0,0 0,1 0,-1 1,1-2,0 2,1 0,-1-1,1 1,1-1,-1 1,0 0,1 0,-1 0,1-1,0 1,1 0,0 0,-1-1,1 1,0 0,0-1,1 0,0 1,0 0,0-2,1 2,0-1,0 0,0-1,0 1,0 0,1-1,2 2,13 6,0-2,1 0,0-1,1-1,0-1,1-1,-1 0,17 1,17 4,-40-9,0 2,0 0,0 0,0 1,-2 1,2 0,-1 1,-1 1,1 0,-1 1,-1 0,1 1,-1 0,-1 1,0 0,0 1,-2 1,7 6,-14-15,0 1,-1 0,1 1,-1-2,0 1,0 0,0 1,0-2,-1 1,0 1,0-1,0 0,-1 0,1 0,-1 1,0-2,0 1,0 1,-1-1,0-1,1 1,-1 0,-1-1,1 1,-1-1,1 0,-1 1,0-1,1 0,-1-1,-1 1,1 0,-1-1,0 1,-17 7,-1-1,1-1,-2 0,1-2,-1 0,0-1,1-2,-2-1,1 0,0-2,-19-1,-19-1,62 2,-1 0,1 0,0 0,-1 0,1 0,-1 0,1 0,-1-1,1 1,-1 0,1 0,-1 0,1 0,-1 0,1 0,-1 0,1-1,-1 1,1 0,-1-1,0 1,1 0,-1-1,0 1,1-1,-1 1,0 0,1-1,-1 1,0-1,0 1,0-1,1 1,-1-1,0 0,0 1,0-1,0 1,0-1,0 1,0-1,0 1,0-1,0 1,0-1,-1 1,1-1,0 1,0-1,0 1,-1 0,1 0,0-1,-1 1,1-1,0 1,-1 0,1-1,0 1,-1-1,1 1,-1 0,1 0,-1-1,1 1,-1 0,1 0,-1-1,1 1,1 0,20-13</inkml:trace>
  <inkml:trace contextRef="#ctx0" brushRef="#br0" timeOffset="1239.178">1616 346,'-3'48,"3"0,2 1,2-1,2 1,3-2,2 6,2 16,-1 10,-24-234,-77-272,89 424,-1 1,0-1,0 0,0 1,0 0,1-1,-1 0,1 0,-1 0,1 0,0 2,1-2,-1 0,0 0,1 0,-1 0,1 2,0-2,0 0,0 1,0-1,0 0,0 1,1 0,-1 0,1 0,0 0,0 0,0 0,0 0,0 0,0 1,1-1,-1 1,1-1,-1 1,1 0,0 0,-1 0,2-1,11 3,0 0,-2 0,2 2,-1 0,0-1,0 2,-1 1,0 1,1-1,-2 1,13 8,-14-7,1-1,0 2,-1 0,-1 1,1-1,-1 2,-2-1,4 5,-8-10,-1 0,0 0,-1 0,1 0,-1 1,1 0,-1-2,-1 2,1 0,-1-1,-1 1,1 0,0 1,-1-2,0 1,0 0,0-1,0 2,-1-1,0 0,1-1,-2 1,-1 3,-4 4,0-2,-1 0,-1-1,1 0,-1 1,-1-2,0 1,0-2,0 0,-2 1,2-3,-2 2,0-2,0 0,1-1,-12 3,3 1,53-9,-13-2,2 1,-1 0,0 2,0 0,1 2,-2 0,2 2,-2 0,0 1,1 0,-2 2,2 0,-2 2,0 0,-1 1,1 1,-2 0,6 5,-20-14,0 1,0-1,-1 0,0 0,0 1,0-1,0 0,0 1,0 0,0 0,-1 0,1-1,-1 1,0 1,0-1,0 0,0-1,0 2,-1-1,0 1,1-1,-1 0,-1 0,1 0,0 1,-1-1,0 1,1-2,-2 1,1 0,0 1,0-1,-1-1,-1 3,-7 4,-1-1,0 1,-1-2,1 0,-1-1,-1 0,1 0,-1-2,-1 1,-5 1,-3 1,7-1,-26 8,0-1,0-1,-26 2,52-13</inkml:trace>
  <inkml:trace contextRef="#ctx0" brushRef="#br0" timeOffset="1601.55">2723 572,'22'0,"21"0,21 0,16 0,16-1,6-2,4-2,-3-2,-6-1,-9 2,-15 2,-17 2,-15 0,-17 1,-16 1,-10 0,-5 1</inkml:trace>
  <inkml:trace contextRef="#ctx0" brushRef="#br0" timeOffset="1926.312">3504 244,'32'19,"1"-2,1-1,0-2,0-1,1-2,1-2,0 0,29 2,-45-7,231 53,-243-55,0 1,0 0,-2 0,2 0,-1 0,0 1,0 0,-1 1,1-1,-1 1,3 3,-8-6,0 2,0-1,0 0,-1 1,1-2,-1 2,0-1,0 1,0-1,-1 0,1 0,-1 0,0 1,0-1,0 0,0 0,-1 0,1 0,-1 0,0 0,0-1,0 1,0-1,0 1,0-1,-1 1,0-1,2 0,-2-1,0 1,0 0,-3 1,-31 25,-1-1,-1-3,-34 17,-102 68,159-95</inkml:trace>
  <inkml:trace contextRef="#ctx0" brushRef="#br0" timeOffset="2573.817">4481 371,'12'48,"-2"0,-2 1,-2 0,-4 0,0 0,-4 11,1-53,2 0,-2-1,1 2,-1-2,1 1,-2 0,1 0,-2 0,1-1,-1 0,0 1,-1 1,-1-9,18-48,21-47,-8 24,-2 0,11-64,-19-8,-21 121,5 23,-1-1,1 1,0 0,-1-1,1 1,0 0,-1 0,1-1,-1 1,1 0,0 0,-1 0,1 0,-1 0,1 0,0-1,0 1,0 0,-1 0,1 0,-1 0,1 0,-1 1,1-1,0 0,-1 0,1 0,-1 0,1 0,-1 1,1-1,0 0,-1 0,1 1,0-1,-1 0,1 0,0 1,-1-1,1 0,0 1,0-1,-1 1,1-1,0 0,0 1,0-1,0 1,-1-1,1 1,-5 5,0 2,0-1,0 1,1 0,1 1,0-2,0 2,1-1,0 1,0 0,1 0,0-1,0 2,1-2,1 6,-1-11,1 0,0 0,-1 0,1-1,1 1,-1 0,0-1,1 1,0 0,-1-2,1 2,-1-1,1 0,0 1,1-1,-1 0,0 0,1-2,0 2,-1 0,1-1,0 1,0-1,0 0,0 0,0 0,-1-1,1 1,0-1,0 1,0-1,2 0,7 0,0 0,0-1,0-1,0 0,0 0,0-1,6-2,2-2,0-1,0-1,-2 0,1-2,-1 0,0-1,-1-1,-1-1,0 1,-1-2,0 0,-2-1,1-1,5-11,7-6,-19 54,-11 55,1-27,1-1,3 0,6 37,-5-70,0 1,1-1,1 0,1 0,0-1,1 0,1 1,0-2,0 1,1-1,1 0,1-1,-2 0,9 5,64 33,-43-36</inkml:trace>
  <inkml:trace contextRef="#ctx0" brushRef="#br0" timeOffset="3041.681">6058 143,'-7'-4,"0"-1,0 0,-1 0,2 2,-2-1,0 1,0-1,0 2,1 0,-2 0,1 0,-1 1,1 0,0 0,-1 1,0 0,1 1,0 0,0 0,-1 1,1 0,0 0,0 0,0 1,0 0,-3 3,3-1,-1 2,1 0,0-1,2 2,-1-1,0 2,1-2,0 2,0-1,1 1,1 0,-3 8,5-13,0 0,1 0,0 0,0 1,0-1,0 0,1 0,0 1,0 0,0-2,0 2,1-1,-1 1,1-2,1 2,-1-1,0 0,1 0,0 0,0 0,0 0,1-1,0 1,-2-1,2 1,0-1,1-1,-1 2,0-1,3 1,15 8,2-1,-2 0,3-2,-2 0,2-2,16 3,16 6,-48-13,135 50,-134-49,0 2,0-2,0 2,0 0,-2 0,1 1,0 0,-1 0,0 1,-1-1,0 2,0-1,2 3,-6-7,0 0,0 0,-1 0,0 0,1 0,-2 0,1 1,0-2,-1 1,0 1,0-1,0 0,0 0,-1 0,0 1,0-2,0 1,0 0,-1 0,0-1,1 1,-1 0,-1 0,1-1,-1 0,1 1,-1-1,0 0,0 1,0-2,-2 2,-5 4,-1-1,0 1,-1-2,0 0,0 0,1-1,-2 0,0-1,-8 1,0 1,-1-1,1-1,-1-2,1 0,-2-1,2 0,-1-2,0-1,1 0,-1-1,1-2,-15-4,33 8,1 0,-1 0,1 0,-1 0,1 0,-1 0,1-1,0 1,0-1,-1 0,2 1,-1 0,1-1,-1 0,0 0,0-1,1 1,0 0,-1 0,1 0,0 0,0-1,0 0,0 1,1-1,-1 1,1 0,-1-1,1 0,0 1,0-1,0 0,1 2,-1-2,1 0,0 0,2-4,1 1,0-1,0 1,0 0,1 0,0 1,1-1,-1 1,1 0,4-3,31-22</inkml:trace>
  <inkml:trace contextRef="#ctx0" brushRef="#br0" timeOffset="4364.297">6461 384,'-9'20,"2"-1,0 1,1 0,1 1,1 0,0 0,2 0,1 0,1 0,0 0,2 1,1-1,0-1,2 1,3 10,1-23,-6-31,35-593,-38 600,-1 13,0 1,0-1,1 1,-1-1,1 0,0 0,0 1,0-1,0 0,0 0,1 1,-1-1,1 1,0-1,0 0,0 1,0-1,0 0,0 1,1 0,0 0,-1 0,1-1,0 1,0 0,0 0,0 0,1 1,-1 0,0-1,1 0,1 0,6 3,2 0,-1 1,0 0,0 0,0 0,0 2,0 0,-1 0,3 1,7 3,114 53,-131-56,2 0,-1-1,0 2,0-1,-1 0,0 1,0 0,0-1,-1 1,0 0,0 0,-1 0,0 1,0-2,0 2,-1-2,0 2,0 0,0-2,-1 2,0 0,-1 2,1-2,-1-2,0 1,-1 0,0-1,0 1,-1-1,1 0,-1 0,0 0,0-1,-1 1,1-1,-1 0,0 0,0-1,0 1,-1-1,-2 1,-106 41,49-28,131-19,-39-1,4-2,-1 2,1 1,1 1,-1 1,0 2,0 0,-1 3,1 1,0 0,-1 3,6 2,-30-9,-1 1,-2-1,2 1,0 0,-1-1,1 2,-1 0,0-1,0 1,-1-1,0 2,0-1,0 0,0 0,0 1,-1 0,1-1,-1 1,0 1,-1-2,1 1,-1 1,0-1,-1 0,1 0,-1 1,0-2,-1 2,1-1,-1 0,0 0,0 1,-1-1,-2 7,-1-1,-1-1,0 2,1-2,-2 0,-1 0,0 0,0-1,0 0,-1 0,0-1,-1 0,0-1,-7 4,-4 2,-2-1,1-1,-2 0,1-2,0 0,-21 2,19-4,-2-2,2 0,-1-2,-1-1,1-1,0-1,-1-1,-24-5,52 6,-1 0,0 0,0-1,1 1,-1 0,0 0,0 0,1-1,-1 1,0 0,0 0,0-1,0 1,0 0,0-1,1 1,-1 0,0 0,0-1,0 1,0 0,0-1,0 1,0 0,0-1,0 1,0 0,0 0,0 0,-1 0,1 0,0-1,0 1,0 0,0 0,0-1,-1 1,1 0,0 0,0-1,0 1,-1 0,1 0,0-1,0 1,-1 0,1 0,0 0,0 0,-1 0,1-1,0 1,-1 0,1 0,0 0,0 0,-1 0,1 0,0 0,-1 0,1 0,4-3,2-4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51.8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199 386,'-4'-4,"0"1,0 0,0 1,0-1,-1 0,1 1,0 0,-1 0,0 0,0 0,0 2,0-1,-1 0,2 0,-1 1,0 0,0 0,-1 0,1 0,0 1,0 0,1 0,-1 0,0 0,0 1,0 0,0 0,0 1,2-1,-3 1,0 7,-1-1,1 1,1 0,0 1,1-1,0 1,0 0,1 0,1 0,0 1,0-1,1 0,1 1,0-1,0 0,1 0,-1-8,0 0,0 0,0 0,1 0,-1-2,1 2,-1 0,1 0,0-1,0 1,0 0,1-2,-1 2,0-1,1 0,0 1,-1-1,1 0,-1-1,1 1,0 0,1 0,-1 0,0-1,1 1,-1-1,1 0,-1 0,1 0,0 0,-1 0,1-1,0 0,0 1,-1-1,0 0,1 0,0 0,0 0,0 0,0-1,-1 1,1 0,0-1,0 1,2-3,6-5,0 0,0-1,-1 0,0-1,0 0,0 0,-2-2,0 2,0-2,-1 0,0 0,-2 0,1-2,5-6,-2-2,0 1,-2 0,-1-2,0 1,-2 0,0-1,-1 1,-2-1,-1-1,0 2,-2-1,-1 0,-1 1,0-1,-2 1,-4-10,-27-24,37 56,-1-1,0 1,0-1,0 1,0-1,0 1,0-1,0 1,0 0,0 0,0 0,-1 0,1 0,0 0,0 0,0 0,0 0,0 0,0 0,-1 1,1-1,0 1,0-1,0 1,0-1,0 1,0-1,0 1,0 0,1-1,-1 1,0 0,0-1,0 1,1 0,-1 0,1 0,-1 0,0 0,1 0,0 0,0 0,0 0,0 0,-1 0,1 0,0 1,0-1,0 0,0-1,0 1,0 0,0 0,1 1,-1-1,-6 33,1 1,3 0,0 0,3 0,1 0,1-1,7 30,-4-30,2 0,1-1,2-1,6 13,-13-36,1 2,0-2,0 1,0-1,2-1,-1 1,2-1,-1 1,1-2,0 1,0-1,1-1,0 1,0-1,10 4,-13-7,0-1,0-1,0 1,1 0,-1-1,1 0,0-1,-2 1,2-1,0 0,-1-1,1 0,0 0,-2 0,2-1,-1 1,0-1,1-1,-1 1,-1-1,1-1,-1 2,1-2,-1 0,0 0,0-1,-1 2,1-3,7-5,-1-2,-1 0,0 0,0-1,-1 0,-2 0,1-1,-2-1,1 1,0-5,-3 7,0 0,-2 0,1 0,-1-1,0 0,-2 1,1-1,-2-10,-7 17,0 25,5-5,0 0,2 0,-1 1,2 0,0-1,0 0,2 0,-1 2,2-2,0 0,3 6,-4-13,-1 0,2 1,0-2,0 1,0 0,1-1,0 1,0-1,1 0,-1 0,0 0,1-1,1 0,-1 0,1 0,0 0,0-2,-1 2,1-1,0-1,1 1,0-1,-1-1,5 1,4-2,0 0,-1-1,2 0,-2-1,1-1,-1-1,0 0,0 0,0-2,-1 0,1 1,-2-3,1 1,0-1,-2-1,1 0,0 0,-1-1,-2 0,1-2,0 1,-1 0,-2-1,1-1,-1 1,0-1,0-1,-2 0,1-1,-1 1,-1-1,0 1,-1-1,-1 0,0 0,-1-3,-2 10,-1 20,1 51,3 0,2 0,13 61,-8-59,22 262,-60-685,20 288,7 51,-1 4,0-1,1 0,1 0,1 0,0 0,1 0,1 0,1 1,0-1,1 1,1-2,5-9,-8 22,1 1,0-1,-1 1,1-1,0 1,1 0,0 1,-1-1,1 0,0 1,0-1,1 1,-1 1,-1-1,2 1,-1-1,1 1,-1 0,1 0,0 0,0 1,-2 0,2 0,0 0,-1 0,1 1,0 0,2 1,4 0,0 1,1 0,-2 1,0 0,1 1,0 0,-2 1,1 0,-1 0,1 1,-2 1,-4-5,0 0,0 0,-1 0,0 0,0 1,0 0,0 0,0 0,-1 0,0 0,-1 1,1-2,0 2,-1 0,0 0,0-2,0 2,-1 0,1-1,-1 1,0 0,0 0,-1-1,0 1,0 0,0-1,0 0,-1 1,0-1,1 0,-1 0,0 1,-1-1,-2 3,-4 4,-1-1,1 0,-2 0,0-1,0 0,0-1,-1 0,-1-2,1 2,-1-2,0-1,0 0,-1 0,-9 1,21-5,1-1,-1 1,1-1,-1 1,1-1,-1 0,0 0,1 0,-1 0,1 0,-1 0,0 0,1 0,-1 0,1-1,-1 1,1-1,0 1,0-1,-1 1,1-1,-1 0,1 0,0 0,0 1,-1-1,-2-13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52.6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3 575,'27'-49,"-1"0,-3-2,-2-1,-2 1,-3-3,-2 0,-2 0,-2-7,-10 48,2 8,-1 0,0 0,-1 0,1-1,-1 2,0-2,0 1,-1 0,0 0,0-1,0 1,0 1,0-2,-1 1,0 1,1 3,0 0,0 1,0-1,0 1,0-1,1 1,-1 0,0-1,0 1,0 0,0 0,0-1,0 1,0 0,0 0,0 0,0 0,0 1,0-1,0 0,0 0,0 0,0 1,0-1,0 1,0-1,0 1,0-1,0 1,0-1,1 1,-1 0,0-1,1 1,-1-1,1 1,0-1,-12 12,2-1,-1 1,3 1,-1-1,0 1,1 1,1-1,2 2,-1-1,0 0,2 1,-3 13,-2 5,2 2,1-1,2 1,1 0,2 0,1-1,2 1,2 0,1-1,6 21,-8-45,0 1,1-2,0 2,0-2,1 1,0-1,1-1,-1 1,2-1,0 1,0-2,1 1,-1 0,1-2,1 1,0-1,0 0,-1 0,2-2,0 1,0 0,0-1,0-2,1 1,-1 0,1-1,0 0,0-1,-1 0,1-1,7-1,-3-2,1 0,-2-2,1 1,0-1,-1-1,0 0,-1-2,1 1,-1-2,-1 1,1-2,-1 1,-2-2,2 1,-2-1,0-2,-1 2,0-2,-1 1,0-2,-1 1,-1-1,3-8,1-49,-10 69,0 0,0 1,0-1,0 0,-1 0,1 1,-1-1,1 0,-1 0,1 1,-1-1,0 0,0 0,0 1,0-1,0 1,0 0,-1 0,1-1,0 1,-1 0,1 0,-1-1,1 1,-1 0,1 0,0 1,-1-1,0 0,0 0,0 1,0-1,1 1,-1 0,0 0,0 0,-1 0,-5 2,1 0,1 1,-1 0,1 1,-1-1,1 1,-1 0,2 1,0-1,-1 1,1 0,0 0,0 1,0 0,2-1,-1 1,0 1,0-1,1 0,0 1,1 0,-1 2,-15 72,18-79,0 0,-1-1,2 2,-1-1,0 0,0 0,1 0,-1 0,1 0,0-1,-1 1,1 0,-1 0,1 0,0 0,1 0,-1 0,0-1,1 0,-1 1,1-1,-1 0,1 1,0-1,0 0,0 0,-1 0,1 0,0 0,0 0,0 0,1-1,-1 1,0-1,0 1,-1-1,1 0,2 0,8-2,-1-1,0 1,0-2,0 0,0 1,-1-2,0 0,0 0,-1-1,1-1,-1 1,1-2,-2 2,0-3,0 1,1-3,-1 5,-2-1,0-1,0 1,0-2,0 2,-1-2,-1 1,0-1,0 0,-1 0,0 0,0 0,-1-1,0 1,-1-4,0 13,-1-1,0 0,0 0,1 0,-1 0,0 0,0 1,0-1,0 0,0 0,0 0,-1 0,1 0,0 0,0 0,-1 1,1-1,0 0,-1 1,1-1,-1 1,1-1,-1 0,1 0,-1 1,0-1,1 0,-1 1,0-1,1 1,-1-1,0 1,0-1,0 1,0 0,1-1,-1 1,0 0,0 0,0 0,0-1,0 1,1 0,-1 0,1 0,-1 1,0-1,0 0,0 0,0 0,0 1,0-1,1 0,-1 1,0-1,0 0,0 1,1-1,-1 1,0 0,1-1,-1 1,0 0,0 0,-2 3,-1 2,1 0,0-1,0 1,1 1,0-2,1 2,-1-2,1 2,0 0,0-2,0 2,1 0,0-1,1 0,0 0,0 1,0 0,1-2,-1 2,1-1,0-1,1 2,1 0,1-1,0 0,1-1,-1 0,0 1,1-2,0 0,1 1,-1-1,1-1,-1 0,1 0,1 0,-1 0,0-1,1 0,3-1,124 10,-48-14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57.2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 66,'-1'117,"-1"5,6-2,9 37,1-91,-14-67,0 1,0 0,0 0,0-1,0 1,0 0,1 0,-1 0,0-1,0 1,0 0,0 0,0 0,0 0,0 0,0-1,0 1,1 0,-1 0,0 0,0 0,1 0,-1 0,0 0,0 0,0 0,1 0,-1 0,0 0,0 0,1 0,-1 0,0 0,0 0,-41-215,32 140,1-2,5 1,4-26,5 59,-1 46,27 115,9-39,-39-78,0 2,1-1,-1 0,0 0,0 0,1 0,0 0,0-1,0 0,-1 0,2 0,-1 0,0 0,0 0,0 0,0-1,0 1,0-1,0 0,0 0,1 0,-1-1,0 1,0-1,0 1,1-1,-1-1,4 0,0-1,0 0,0-1,0 0,-1 1,0-2,0 0,0 0,-1 0,1 0,-1-1,0 0,-1 0,0 0,0 0,1-4,48-114,-43 93,-2 13,-8 18,1 0,-1-1,0 1,1 0,-1 0,1 0,-1 0,0 0,1 0,-1 0,1 0,-1 0,0 0,1 0,-1 0,1 0,-1 0,1 0,-1 0,0 0,1 0,-1 1,0-1,1 0,-1 0,1 0,-1 1,0-1,0 0,1 0,-1 1,0-1,1 0,-1 1,0-1,0 0,0 1,1-1,-1 1,0-1,0 0,0 1,0-1,0 0,0 0,1 0,-1 1,0-1,0 1,-1-1,1 0,0 1,0-1,0 1,0-1,0 1,0-1,0 0,-1 1,1-1,0 1,24 192,-19-157,3 1,0-1,2-1,2 0,1 0,1-1,4 0,-15-29,0 1,0-1,1 0,-1 0,1 0,0-1,0 0,1 1,0-1,0-1,0 1,0-1,0 1,5 0,11 3</inkml:trace>
  <inkml:trace contextRef="#ctx0" brushRef="#br0" timeOffset="710">1241 41,'-17'-3,"-1"0,2 1,-2 1,0 0,1 2,-1 0,1 1,0 0,0 2,0-1,0 2,0 0,2 1,-2 1,1 1,2-1,-9 6,19-12,2 1,-2 0,1 0,0 0,-1 0,1 0,0 0,1 0,-1 1,0 0,1 0,-1 0,1-1,0 1,1 0,-1 1,0-1,1 0,-1 0,1 1,0 0,0-1,1 0,-1 1,1 0,-1 0,1-1,1 0,-1 1,0 0,1 0,0-2,0 2,0 0,0 0,0-1,1 0,0 0,0 0,-1 1,1-1,1 0,11 9,1-1,0-1,1 0,-1-1,2 0,-1-2,2 0,2 0,23 11,-42-18,15 6,0 1,0-1,0 2,-2-1,1 3,-1-2,0 3,-1-1,0 1,-1 1,0 0,-1 0,0 1,3 7,-12-17,0 0,-1 1,0-2,0 2,0 0,0-1,-1 1,1-1,-1 0,0 1,0 0,0 0,-1-2,1 2,-1 0,0-1,0 0,0 0,-1 1,1-1,-1 1,0-1,0-1,0 1,0 0,0 0,-1 0,1-1,-1 0,0 1,0-1,1 0,-1 0,0 0,0 0,-1 0,1-2,-1 2,0-1,-18 5,-2-1,2-2,-1 0,-1-1,1-1,-1-1,1-1,0-2,-1 0,2 0,-1-2,-3-3,21 8,-3-8,31 3,-16 3,21-3</inkml:trace>
  <inkml:trace contextRef="#ctx0" brushRef="#br0" timeOffset="990.858">1683 129,'-1'21,"-2"19,0 12,0 9,1 4,1-1,1-4,0-5,2-10,1-8,0-13,0-17,0-13,1-16,0-4</inkml:trace>
  <inkml:trace contextRef="#ctx0" brushRef="#br0" timeOffset="1460.635">1632 205,'-2'-6,"-1"-2,-1-2,2 2,-1-2,1 1,1-1,0 1,0-1,1 1,0 0,1-1,0 1,0-1,1 2,0-2,1 1,4-7,-5 12,1 1,0 0,1 1,-1 0,-1-1,2 0,0 1,-1 0,1 0,0 1,0 0,0-1,0 1,1 0,-2 0,1 0,0 1,1-1,-1 1,0 0,1 0,-1 1,1 0,6 0,0 1,-1 0,0 0,0 1,1 1,-1 0,-1 0,8 5,-11-6,0 0,-1-1,1 2,-1 0,1 0,-1 0,0 0,0 0,-2 1,2 0,-1 0,0 0,-1 1,1-1,-1 1,0 0,-1-1,1 2,-1-2,0 2,-1-1,0 0,0 1,-1-1,0 0,0 1,0-1,0 0,-1 1,0-1,0 0,-1 0,0 0,0 1,-1-2,-2 6,-1-5,0 1,0 0,0-2,-1 2,-1-2,1 0,-1 0,1 0,-1-1,0 0,-7 2,9 0,23-5,-16-1,15 0,2-2,1 2,0-1,0 1,-1 1,1 0,-1 2,1 0,-2 2,2-1,-2 2,1 1,-2-1,2 2,-3 1,2 0,8 8,-20-13,1-1,-1 2,0-1,0 1,0 0,-1 0,0 1,0-2,0 2,-1 1,0-2,0 1,0 0,-1 0,0 1,0-1,0 1,-1 0,0-1,-1 1,0-1,0 1,0 0,-1-1,0 1,0-1,-1 1,1-1,-2 0,1 1,-1-2,0 2,0-1,-1-1,1 1,-3 2,-8 1,0 0,0 0,-1-1,-1-2,1 1,-1-2,0 1,0-2,-1 0,1-1,-1-1,0 0,0-1,1-1,-2-1,-4-1,8 3,5-1,2 1,-2-1,1-1,0 0,-1 0,2 0,-1-1,0 1,-4-3,12 4,-1-1,0 1,1 0,-1 0,1 0,0-1,-1 1,1 0,-1-1,1 1,0 0,0-1,0 1,-1-1,1 1,0 0,-1-1,1 1,0-1,0 1,-1-1,1 1,0-1,0 1,0-1,0 1,0-1,0 0,0 1,0 0,0 0,0-1,0 1,0-1,0 1,0-1,0 1,0-1,1 1,-1-1,0 1,0-1,1 1,-1-1,1 1,7-10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3.5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120 655,'-9'5,"0"1,2 0,-1 0,0 1,0-1,1 2,1-2,0 3,0-1,0 0,1 0,0 1,0-1,1 2,1-2,0 2,0-1,1 1,0-1,0 1,1 0,0 6,0-13,1 0,-1-1,1 1,-1 0,1-1,0 1,0 0,0-1,0 1,1 0,-1 0,1-1,0 1,0-1,0 1,0-1,0 1,0-1,1 1,-1-1,1 0,0 0,0 0,0 0,-1 0,1 0,0 0,0 0,1-1,-1 1,1-2,-1 2,1-1,-1 0,1 0,0 0,2 0,4-4,1 0,0 0,-1-2,0 1,0-2,0 2,-1-2,0 0,0 0,-1-1,1 1,-1-2,0 1,-2-1,1 0,3-5,6-7,-1-2,-1-1,-1 1,-2-1,0-1,0 1,-3-2,-1 1,0-1,1-18,-2-6,-1 0,-4 0,-1 0,-3 1,-2-5,-10-20,16 72,0 1,-1-1,1 1,0 0,-1-1,1 1,-1 0,1 0,-1-1,1 1,0 0,-1 0,1 0,-1-1,1 1,-1 0,1 0,-1 0,1 0,-1 0,1 0,-1 0,1 0,-1 0,1 0,-1 0,1 0,-1 1,1-1,-1 0,1 0,-1 0,1 1,-1-1,1 0,0 1,-1-1,1 0,0 1,-1-1,1 0,0 1,-1-1,1 1,0-1,0 1,-1-1,1 0,0 1,0-1,0 1,0-1,0 1,0-1,-1 1,1-1,0 1,0-1,1 1,-1-1,0 1,0-1,0 1,0-1,0 0,0 0,1 1,-10 35,3 0,2 0,0 1,2 35,1-40,0 2,-3 35,4 0,2 0,4 0,6 26,-9-84,0 1,0-1,2-1,-1 2,1-2,1 0,-1 1,1-2,2 3,-6-10,0 1,1 0,-1-1,1 1,0-1,0 0,0 0,-1 0,1 0,0 0,0-1,1 1,-1-1,1 1,-1-1,1-1,-1 1,1-1,-1 0,0 1,1-1,0 0,-1-1,1 1,0 0,-1 0,1-1,0 0,-1 0,-1 0,5-2,0-1,0 0,0 1,-1-1,0-1,0 0,0 1,-1-2,1 0,-1 1,0-1,-1 0,0 0,0-1,0 1,-1-1,0 0,0 1,0-2,-1 1,0 0,-1 0,0-1,0 0,1-9,-1 0,0-1,-2 0,0 0,-1 1,-1-1,-1 1,-1 0,-2-5,-31-52,37 58,24 18,-19-1,203 22,-200-23,0 1,-1 0,1 0,0 1,0 0,0 0,-1 0,0 0,0 1,0 1,1-1,-1 1,-1 0,0 0,0 1,1-1,-1 1,-1 0,1 0,-1 0,0 1,-1 0,0-1,1 2,1 3,10 78,-14-76,0 0,1 1,0-1,1 0,-1 0,2 0,1-1,1 3,-4-10,1 0,-1-1,1-1,0 2,0-1,0 0,0 0,0-1,0 0,1 0,0 1,0-1,0-1,0 1,0 0,0-1,0 0,-1 0,1 0,1-1,-1 0,0 0,1 1,-1-2,2 1,3 0,0-1,1 0,-1-1,-1 0,1-1,0 0,0-1,-1 1,1-1,-1-1,0 0,2 0,-1-3,0 2,0-2,-1 1,0-2,-1 1,1-2,-1 2,-1-2,0 0,-1 0,0 0,0 0,-1-1,-1 1,1-1,-2 0,1 0,-2 0,0-1,0 1,-1 0,0-1,-1 2,-1-5,2 13,0 1,0 0,0-1,0 1,0 0,-1-1,1 2,0-1,-1-1,1 1,-1 0,1 0,-1 0,1-1,-1 1,0 0,0 0,0 0,1 0,-1 0,0 0,0 0,0 1,0 0,-1-1,1 1,0-1,0 0,0 1,-1-1,1 1,0 0,0-1,-1 1,1 0,0 0,-1 0,1 0,1 0,-2 0,0 0,-2 4,0-1,0 2,1-1,-1 1,1-2,0 2,0 0,1-1,-1 2,2-1,-1 1,1-2,-1 2,1-1,0 0,0 4,-1-1,-1 1,2-1,-1 1,1-1,0 1,1-1,0 1,1-1,0 1,0-1,1 1,0-1,0 1,1-1,0 0,0 0,1 0,0-1,1 1,0-2,0 2,1-2,0 1,-1-1,2 0,2 2,4-1,-1 0,1-1,1 0,-1-1,1 0,0-1,0-1,1 0,-2-1,2 0,0-1,1-1,23 0,0-2,-1-2,0-1,1-2,14-3,-1-3,0-2,-1-2,-1-3,8-4,-50 20,-1 1,1 0,0-1,-1-1,1 0,-2 1,1-2,-1 0,1 1,-1-1,0-1,-2 1,4-5,-7 10,0 0,-1 0,1-1,-1 1,1-1,-1 0,0 1,0-1,0 1,0-1,0 0,0 2,0-2,0 1,0-1,-1 1,1-1,-1 1,1-1,-1 1,0-1,0 1,1-1,-1 2,0-1,0 0,0-1,0 1,-1 0,1 0,0 0,0 0,0 0,0 0,0 1,-1-1,-55-17,49 17,1 1,-1 0,0 0,0 0,0 1,1 1,-1-1,0 1,0 1,1-1,0 1,0 0,-1 0,1 1,1 0,-1 0,1 1,0 0,0 0,0 0,1 1,-1 0,2-1,0 2,-1-2,1 2,0 0,1 0,0 0,0 0,0 0,1 1,0-1,1 1,-1-1,2 1,0 1,0-6,0 0,0 0,0-1,0 1,1 0,-1 0,1 0,0 0,0-2,1 2,-1 0,0-1,1 1,0-1,-1 1,1-2,0 1,0 0,0 0,1 0,-1 0,0 0,1 0,-1-1,1 0,-1 0,1 0,-1 0,1 0,0 0,0-1,0 1,0-1,0 1,0-1,0 0,0 0,0 0,-1-1,0 1,1-1,0 1,0-1,2-1,12-4,-1-1,1-1,-2-1,1 1,-1-3,-1 1,1 0,-2-3,0 1,0 0,-2-1,5-6,24-31,-33 79,-8-23,0-2,0 2,1 0,0-1,0 1,0-1,0 0,1 1,0 0,0-2,1 2,0 0,0-2,0 1,0 1,0-1,1-1,0 1,0-1,1 0,0 1,0-1,0 0,0-1,0 1,0-1,1 0,0 1,0-2,0 0,0 1,1-1,-1 0,1 0,5-3,1 1,-2-2,1 0,0 0,0-1,-1 0,0 0,1-2,-1 1,-1-1,1 0,0-1,-1 0,-1-1,1 1,-1-2,0 1,1-3,12-12,-2 0,-1-2,-1 0,0-1,3-11,-8 16,-12 19,0 1,0-1,0 0,0 0,0 0,0 0,0 1,1-1,-1 0,0 0,1 0,-1 0,0 1,1-1,-1 0,1 0,-1 1,1-1,-1 0,1 1,0-1,-1 1,1-1,0 1,0 0,-1 0,1-1,0 1,0-1,0 1,-1 0,1 0,0-1,0 1,0 0,0 0,0 0,0 0,-1 0,1 0,0 0,0 1,0-1,-1 0,1 0,-1 0,1 1,0-1,0 1,0-1,-1 0,1 0,0 1,-1-1,1 1,0-1,-1 1,1 0,-1-1,1 1,-1 0,1 0,-1-1,1 1,-1 0,0 0,12 30,-2 1,-2 0,-1 0,2 33,-5-40,11 106,-4 1,-7 0,-11 92,6-206,1-6,0-1,-1 0,-1 1,0-2,0 1,-1 0,0 0,0-1,-3 3,5-12,1-1,-1 1,0 0,0-1,0 0,1 0,-1 1,0-1,0 0,0 1,0-1,0 0,0 0,0 1,0-1,0 0,0 0,0 0,0 0,0-1,0 1,0 0,0 0,0 0,0-1,0 1,1 0,-1-1,1 1,-1 0,0 0,0-1,1 0,-1 1,0-1,0 0,1 1,-1-1,1 0,-1 0,1 0,-1 0,1 1,-1-1,1 0,0 0,-1 0,1 0,0 0,0 0,0 0,0 1,0-1,0 0,0 0,0 0,0 0,0 0,-8-28,1-1,2 1,1 0,2-1,0 0,3-8,-2 14,-2-115,6-1,12-59,-14 193,0-11,1 0,1-1,1 1,1-1,0 1,1 1,1-1,5-8,-11 23,-1 0,1 2,0-2,-1 1,1-1,0 1,0-1,0 1,1 0,-1-1,0 1,0 0,1 0,-1 0,0 0,0 1,0-1,1 0,0 1,-1-1,1 1,0-1,-1 1,1-1,0 1,-1 0,1 0,0 0,0 0,-1 0,1 0,0 0,-1 0,1 1,0-1,-1 1,1 0,0-1,-2 1,2 0,-1-1,1 1,0 0,9 11,0-1,-1 1,0 1,-1-1,0 1,-1 1,-1-1,-1 1,1 1,-2 0,2 5,-7-18,1 0,3 5,-2-1,1 1,0 0,-1 0,0 0,0 0,-1 0,0 0,0 1,-1-1,0 0,0 1,-1-1,0 0,0 0,-1 1,-1 3,3-11,0-1,0 1,-1 0,1-1,0 1,0 0,0-1,0 1,0 0,-1 0,1 0,0 0,0-1,0 1,-1 0,1-1,0 1,-1 0,1 0,0 0,-1-1,1 1,0 0,-1 0,1 0,0 0,-1-1,1 1,0 0,-1 0,1 0,0 0,0 0,0 0,-1 0,1 0,0 0,-1 0,1 0,-1 1,1-1,0 0,-1 0,1 0,0 0,-1 0,1 1,0-1,0 0,-1 0,1 1,0-1,-1 0,1 1,0-1,0 0,0 0,-1 0,1 0,0 0,0 1,0-1,0 1,0-1,0 0,-1 1,1-1,0 0,0 1,-2-30,8 4,1 2,1-1,2 2,1-1,0 0,1 2,-1 1,-1 2,29-57,-1-1,-5-2,9-36,-35 91,-1-1,-1 1,0-1,-2 1,-1-1,-1 0,-1 0,-2 0,0 0,-2 0,0 1,-2-1,-1 1,-3-9,8 27,1 0,-1 0,0 1,0 0,0-1,-1 1,0 0,0 0,0 0,0 0,-1 1,2 0,-2-1,0 1,0 0,0 1,0-1,-5-2,7 5,0 0,1 1,-1-1,1 0,0 1,-1-1,1 1,-1 0,1-1,-1 1,1 0,0 0,-1 0,1-1,0 1,0 0,-1 0,1 0,0 1,0-1,0 0,0 1,1-1,-1 1,0-1,1 1,-1-1,0 1,-5 13,1 1,2 1,-1-1,1 0,1 1,0-1,1 1,1-1,-1 2,-1 361,3-320,3 0,2 0,8 30,-9-70,0 1,1 0,1-1,1 1,0-2,1 0,2 0,-1-1,2 0,1-1,-1 0,3 0,-14-14,-1-1,1 1,1-1,-1 1,0-1,0 1,0-1,1 0,-1 1,1-1,-1 0,1-1,-1 1,1 0,0 0,-1 0,0-1,1 1,0-1,-1 1,1-1,0 0,0 1,0-1,0 0,0 0,0 0,-1 0,1-1,0 1,0-1,0 1,0-1,-1 1,3-2,-1-54,-6 18</inkml:trace>
  <inkml:trace contextRef="#ctx0" brushRef="#br0" timeOffset="251.224">2802 669,'-20'-19,"-15"-13,-9-6,0 2,1 5,14 7,20 8,22 8,25 6,25 6,20 4,13 4,9 0,0 2,-4 2,-20-1</inkml:trace>
  <inkml:trace contextRef="#ctx0" brushRef="#br0" timeOffset="534.156">3427 655,'-33'0,"1"0,-1 3,1 1,-20 5,42-8,1 2,0 0,-1 1,1-1,1 1,-1 0,1 1,-1 1,2-2,-1 3,1-1,-1 0,1 1,1-1,0 2,0-1,-3 7,5-11,1 2,0 0,0 1,1-2,-1 1,2 1,-1-1,1 0,-1 1,1-1,0 1,1-1,-1 0,1 1,0 0,1-1,-1 1,1 0,1-1,-1 0,1 1,-1-1,1 0,0 1,1-2,0 1,0 0,0 0,1-1,-1 0,4 4,-1-5,0 1,0 0,1-1,0 0,0-1,0 1,-1-1,2 0,-1 0,1-1,-1 0,0 0,1-1,-1 0,1-1,-1 1,0-1,0-1,1 1,-1-1,0-1,-1 1,2 0,4-4,3-2,-1 1,0-2,-1 1,1-2,-1 0,-1 0,0-1,0-1,-2 1,9-13,-12 14,0-1,-1 1,0-1,0-1,-1 1,-1 0,0-2,-1 2,0-1,-1 0,0-1,-1 1,0-11,-9 10,-2 28,6-2,1-1,1 0,0 0,1 1,0 0,1-1,1 0,0 1,0-1,2 1,0-2,0 2,1-1,0-1,1 2,1-2,-1-1,2 2,0-2,0 0,1 1,0-2,1 1,0-2,1 1,-1-1,1 0,1-2,0 2,8 2,64 32,0-10</inkml:trace>
  <inkml:trace contextRef="#ctx0" brushRef="#br0" timeOffset="9759.617">249 2560,'-4'-11,"-1"1,1 0,1-2,0 2,0-1,1 0,0 0,1 0,1-1,0 1,0 0,2-10,-1 16,0 0,0 1,0-1,1 0,-1 1,1-1,0 1,1-1,-1 1,1 0,0 0,-1 0,1 1,1-1,-1 0,1 0,0 1,0 1,0-1,0 0,1 0,-2 1,2 0,0 0,0 1,0-1,0 1,0-1,0 2,0-1,11 1,0 0,-2 2,2 0,-2 0,2 1,-1 1,-1 1,1 0,-1 0,0 2,0-1,-1 2,0 0,6 6,-11-10,-1 1,0 0,0 0,0 0,-1 2,0-2,0 2,-1 0,1-1,-1 1,-1 0,0 1,0-1,-1 1,3 7,-6-13,0 1,0-1,0 0,0 0,-1 1,1-1,-1 1,0-1,0 1,0-1,0-1,0 2,0-1,-1 0,1 0,-1 0,0 0,2 0,-2-1,0 0,0 1,0-1,0 1,0-1,-1 0,1 0,0 0,-1 0,1 0,0 0,-1-1,1 1,-1-1,1 1,0-1,0 0,-1 0,1 0,-1-1,0 1,1-1,0 1,-1-1,1 0,-1 0,1 0,0 0,-1 0,1 0,0-1,0 1,1-1,-1 1,0 0,1-1,-1 0,0 0,1 0,-1 0,1 0,0 0,0 0,0 0,-1-1,2-4,0 1,1 0,0-1,0 1,0-1,1 1,-1 0,2 0,-1 0,1 0,0 0,-1 1,2-1,-1 1,2-1,-1 0,75-117,-49 83,-2-3,-2-1,-2 0,-2-2,16-47,-32 70,0 2,0-2,-2 1,-1-2,0 1,-2 0,-1 0,-1 0,-1 0,-1-1,-5-15,-3 29,7 33,5 34,1 0,4 0,9 36,-6-36,-3-11,2 12,2 1,3-2,2 1,12 23,-24-72,2 1,0-2,0 2,1-2,0 1,1-2,-1 2,3-1,-8-6,1 0,0 0,0 0,0-1,0 1,0-2,0 2,0-1,0 0,1 0,-1 0,0 0,0 0,0 0,1-1,-1 1,1-1,-1 0,1 0,-1 0,1 0,-1 0,1 0,-1-1,1 1,-1-1,1 0,-2 0,2 0,-1 0,0 0,0 0,0-1,1 2,-1-2,0 0,13-12</inkml:trace>
  <inkml:trace contextRef="#ctx0" brushRef="#br0" timeOffset="10020.276">588 1980,'-13'0,"-3"2,9 2,14 2,21 0,26-3,26-5,24-6,16-7,-12 0</inkml:trace>
  <inkml:trace contextRef="#ctx0" brushRef="#br0" timeOffset="10712.613">1370 2270,'-3'6,"0"0,1 1,-1 0,1-1,1 1,-1 0,1 0,1 0,-1 0,1 0,1-1,-1 2,1-2,0 1,1 0,0 0,0 0,1-1,-1 0,1 1,1-1,0 0,-1 0,1-1,0 1,1 0,0-2,0 1,0 0,1-1,-1 1,1-1,4 3,-5-5,0 0,1 1,-1-1,-1 1,2-2,-1 1,1-1,0 0,-1 0,1-1,-1 1,1-1,0 0,-1 0,1-1,0 0,-1 0,0 1,1-2,-1 0,1 0,-1 0,0-1,0 1,0-1,-1 0,1 0,0-1,-1 1,0-1,0 0,0 0,-1 0,0 0,2-3,-1-3,-1 0,0 1,0-2,-1 1,0 0,-1-1,0 0,-1 0,0 1,-1 0,-1-1,1 1,-2 0,1-1,-1 1,-1 0,0 0,-1 1,-2-6,6 12,1 1,-1 0,0 0,0 0,0 0,0 0,0 0,0 1,0-1,-1 0,1 0,-1 1,0-1,1 1,-1-1,0 1,0 0,0 0,0 0,0 0,0 0,0 0,1 1,-1-1,-1 0,1 1,0 0,0-1,-1 1,1 0,0 0,0 0,-1 0,1 1,0-1,0 1,-1-1,1 1,0 0,1 0,-1 0,0 0,-1-1,-3 9,0-2,1 2,0-1,0 1,1-1,1 2,-1-2,1 2,1-1,-1 1,2-1,-1 1,2-1,-1 7,2 22,3-6</inkml:trace>
  <inkml:trace contextRef="#ctx0" brushRef="#br0" timeOffset="10980.893">1526 2030,'-6'-5,"1"-1,0 1,0-1,1 0,0 1,1-2,-1 1,1 0,0-1,0 1,1-2,0 1,0 1,0-2,1 2,0-2,1 1,0 0,0-1,1 2,0-2,0 2,0-2,3-6,4-1,-1-1,2 1,1 1,0-1,0 1,2 1,0 0,0 1,2-1,7-3,-21 16,0-2,1 2,0-1,-1 0,1 0,-1-1,0 1,1 0,0 0,0 0,0 0,0 1,0-1,0 0,0 0,0 0,0 1,1-1,-1 1,0-1,0 1,1 0,-1 0,0 0,1 0,-1-1,0 1,1 0,-1 0,0 0,1 1,-1-1,0 0,1 0,-1 0,0 0,0 1,1-1,-2 1,1-1,0 1,0 0,0 0,0-1,0 1,0 0,0 0,0 0,0 0,0 0,0 1,3 89,-5-56</inkml:trace>
  <inkml:trace contextRef="#ctx0" brushRef="#br0" timeOffset="11254.625">1630 2320,'0'17,"2"14,3 9,3 1,2-1,5-6,2-7,8-7,3-8,3-8,0-8,1-9,-5-5,-7-1</inkml:trace>
  <inkml:trace contextRef="#ctx0" brushRef="#br0" timeOffset="12437.417">1982 2295,'6'1,"2"-1,0 1,-1 0,1 1,-2 0,1 1,1 0,-1 0,0 0,-1 0,0 1,0 0,0 1,0-1,0 1,0 0,-2 0,1 1,1 0,8 12,-2-1,0 1,0 1,-1 0,5 16,-16-33,27 43,-26-44,0 0,0 0,0 0,0 0,0-1,0 1,0 0,0 0,1-1,-1 1,0-1,0 1,1-1,-1 0,0 0,1 1,-1-1,1 0,-1 0,0 0,1 0,-1-1,0 1,1 0,-1 0,0-1,0 1,0-1,0 1,0-1,0 0,1 1,-1-1,0 0,0 0,0 0,0 0,0 0,13-13,-2-1,1 0,-1-1,-1-1,-1 1,-1-2,0 1,-1-1,4-19,15-45,-27 82,1 1,-1-1,0 0,0 0,0 0,0 0,0 0,0 0,0 0,1 1,-1-1,0 0,0 0,0 0,0 0,0 0,1 0,-1 0,0 0,0 0,0 0,0 0,0 0,0 0,0 0,0 0,0 0,0 0,0 0,1 0,-1 0,0 0,0 0,0 0,0 0,0 0,1 0,-1 0,0-1,0 1,0 0,0 0,0 0,0 0,1 0,-1 0,0 0,0-1,0 1,0 0,0 0,0 0,6 21,-4-12,1-1,0-1,0 0,1 1,0-2,0 2,1-2,-1 1,1-1,0-1,1 2,0-2,1 0,-2 0,2 0,0-1,0 0,1 1,-1-2,0 1,1-2,0 1,0-1,0 0,-1 0,8 0,10 1,2 0,-2-1,0-1,2-1,-2-2,1 0,0-1,-1-2,0-1,0 0,-1-2,0 0,1-3,-3 1,1-2,3-3,-18 11,-1-1,1 0,-1 0,0-1,0 0,-2 1,1-2,0 0,0 1,-1-2,0 1,0 0,-2-1,1 0,-1 1,1-2,-2 1,1-1,-1 1,0-7,-2 12,0 1,0-1,0 0,-1 0,0 0,1 2,-1-2,0 0,0 1,0-1,-1 0,1 2,-1-1,1-1,-1 1,0 0,0 0,0 0,0 0,1 0,-1 1,-1-1,1 1,-1 0,1-1,-1 1,1 0,-1 0,0 0,-1 0,-3-1,2 1,-2 0,0 1,1 0,-1 0,0 0,2 0,-2 1,0 0,1 0,-1 1,-3 2,3-2,-1 1,1 0,0 0,1 2,0-1,0 0,0 0,0 1,0 1,0-2,2 2,-1 0,1 0,-1 0,1 0,0 1,1 0,-1-1,1 1,-1 4,4-9,0 0,0-1,0 1,0-1,0 1,0 0,0-2,0 2,0-1,0 1,0 0,1-1,-1 1,1-1,0 1,-1-1,1 1,0-1,0-1,0 2,0-1,0 0,0 0,0 0,0 1,1-1,-1 0,0-1,1 1,-1 0,1 0,-1-1,1 1,-1 0,1-1,-1 0,1 1,0-1,-1 0,1 0,-1 0,1 0,-1 0,2 0,72-10,-9-14,-52 17,2 0,-1 3,1-1,0 0,0 2,13-1,-25 4,0 0,-1 0,1 1,0 0,0-1,0 1,0 0,-1 0,0 0,1 1,-1 0,1 0,-1 0,0 0,0 0,0 0,0 1,0-1,0 1,-1 0,0 0,0 0,2 3,36 81,-39-85,27 74,-5 1,-3 2,-3 0,-3 7,-12-70,-2 0,1 0,-2 0,1 0,-2 0,0 0,-5 13,6-24,-1 0,1-1,-1 1,0 0,-1 0,1-2,-1 2,0-1,0 0,-1-1,2 1,-2 0,0 0,0-1,0 0,0 0,-1 0,1-1,-1 1,1-1,-1-1,1 1,-2 0,1-1,0 0,0 0,0 0,-3 0,-1-1,0 0,1-1,0 0,0 0,-1-1,1 0,-1 0,2 0,-1-1,0-1,0 1,1-1,0 0,0-1,0 0,0 1,0-2,2 0,-6-5,1 1,0-2,2 1,0 0,0-1,1 0,0-1,2 1,-1-2,1 1,1 0,-3-13,5 14,1 1,1 0,-1-1,2 1,0 0,0-1,1 2,1-1,0-1,0 2,1 0,1-1,-1 1,1-1,1 2,0 0,1-1,0 2,2-4,11-8,-1 0,3 1,-1 1,2 2,0 0,1 1,10-4,70-31,1 5,3 4,100-23,-120 37,-66 19,-48 4,11 7,-1 0,0 1,0 0,1 2,0 0,0 0,1 1,-10 6,18-10,1 2,-1-1,0 0,1 1,-1 0,1-1,0 2,2 0,-2-1,1 1,0 0,1 0,0 1,0-1,0 0,1 1,0 0,0 0,0 0,1 4,1-7,-1-1,1 1,1 1,-1-1,1-1,-1 1,1 1,0-1,1-1,-1 1,1 0,0 0,-1-1,2 0,-1 1,0-1,1 0,0 1,0-2,0 1,0 0,-1 0,1-1,1 1,0-2,-1 1,1 0,0 0,0-1,0 1,0-1,-1 0,1 0,2 0,2 1,0-1,0 0,-1-1,1 0,0 0,1 0,-1-1,-1 0,1 0,0-1,0-1,0 1,-2-1,2 0,-1 0,0-1,5-4,-5 3,0-3,0 2,0-2,-1 0,-1 1,0-1,0 0,0-1,-1 1,0-1,-1 0,0 0,0 0,-1 0,-2-1,2 1,-1-1,-1 1,0-1,-1-5,1 15,0 0,0 0,-1 0,1 0,0 0,0 0,0 0,0 0,0 0,-1 1,1-1,0 0,0 0,0 0,0 0,0 0,0 0,0-1,0 1,0 0,0 0,0 0,-1 0,1 0,0 0,0 0,0 0,0 0,0 0,-1 0,1 0,0-1,0 1,0 0,0 0,0 0,0 0,-5 18,3-11,1 0,0 1,0-1,0 0,1 0,0 0,1 1,0-2,0 2,1-1,-1 0,2 0,-1-1,0 2,1-1,1-2,-1 2,1-1,1 0,-1 0,1-1,0 1,0-1,0-1,1 1,0 0,6 3,12 0,0-2,2-1,-1-1,-1 0,2-2,-1-1,1-1,0-2,-1 0,-1-2,10-2,64-8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01.3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8,'-1'30,"1"-1,1 0,2 0,1 0,7 27,0 8,15 240,-27-300,1 0,-1-1,1 2,0-1,0 0,1-1,-1 1,1 0,0 0,-1 0,1-1,1 1,-1-1,1 1,0 0,0-2,0 2,1-1,-1 0,1 1,0-2,0 0,0 1,0 0,0-1,0 1,2-1,9 0,-1 0,0-2,0 1,1-2,-2 0,2 0,-1-1,-1 0,2-2,-1 1,-2-2,10-2,-6 1,64-19,-24 6,-1 2,2 2,0 2,2 3,50-2,-84 12</inkml:trace>
  <inkml:trace contextRef="#ctx0" brushRef="#br0" timeOffset="459.192">1305 22,'-20'-6,"1"1,-1 2,0 0,0 0,0 2,-1 0,2 2,-2 0,1 1,0 1,0 0,-11 6,18-5,-1 0,2 2,-1 0,1-1,0 3,0-2,1 3,-6 4,13-10,0 1,0-1,1 0,0 1,-1 0,2 0,-1-1,1 2,0-1,0 1,0-2,0 2,0 0,1 0,0-1,0 1,0 0,1-1,-1 1,1 0,1 0,-1-1,0 1,1 0,1 3,6 5,-1 1,1-2,2 0,-1-1,1 2,0-3,2 0,0 1,-1-2,1 1,1-2,0 0,1-1,-1 0,7 1,-9-1,67 34,-39-22,-1 2,-1 1,-1 2,22 20,-55-42,0-1,0 0,0 2,0-1,0 0,-1 1,1-1,-2 1,2-1,-1 1,0 0,0 0,0 0,-1 0,1 0,-1 0,0 1,0-1,0 1,0-2,0 2,-1 0,0-1,0 0,0 1,0-1,0 1,-1 0,1-2,-1 2,0-1,0 1,-1-1,0 2,-6 0,2 0,-2-1,0 0,0 0,-1 0,2-1,-2-1,0 1,0-1,1 0,-1-1,0 0,0-1,0 1,1-2,-4 0,1 2,1 0,-1-1,0-1,0 0,1 0,-1-1,0-1,2 1,-2-1,1-1,-1 0,2-1,-9-4,16 8,0-1,0 0,0 0,0 1,1-1,-1 0,1 0,0 0,0 0,0-1,0 1,0 0,0 0,1 0,-1-1,0 1,1-1,0 1,0-1,-1 1,1 0,1-1,-1 1,0-1,1 1,-1 0,1 0,0-1,0 1,0-1,0 1,-1 0,2-1,14-24</inkml:trace>
  <inkml:trace contextRef="#ctx0" brushRef="#br0" timeOffset="1110.427">1708 260,'-25'408,"21"-382,-6-188,10 119,-1-5,-1-5,2 0,3 0,2-1,2 1,4-10,-9 56,1 0,-1 0,2-1,-1 1,1 0,0 0,0 1,0-1,1 1,1-1,-4 5,0 0,1-1,-1 1,0 1,1 0,0-1,-1 1,1-1,0 1,-1 0,1 0,0 0,0 0,0 0,0 1,0-1,0 1,0 0,0 0,1 0,-1 0,-1 1,1-1,0 1,0 0,0 0,2 1,1 1,1 0,-2 0,0 0,1 1,-1 0,1 0,-1 0,-1 1,1 0,-1 0,0 0,0 1,-1-2,1 2,-1 0,0 0,-1 0,1 0,-1 0,-1 1,1-2,-1 2,0 0,-1-1,1 1,-1-1,-1 0,1 1,-1-1,0 1,-1-1,0 0,0 0,0 0,-1 0,0 0,-2 3,-3 3,0-1,-1-1,-1 1,0-1,1-1,-2 0,-1-1,-2 3,-5 3,19-13,0 0,1-1,-1 1,1 0,-1-1,0 1,1 0,-1-1,1 0,0 0,-1 1,1-1,-1 1,1-1,0 1,-1-1,1 0,0 1,0-1,-1 0,1 1,0-1,0 0,-1 0,1 0,0 0,0 0,0 0,-1 0,1 0,0 0,0 0,-1 0,1-1,0 1,-1 0,0 0,1-1,0 1,-1-1,1 1,1 0,16-2,0 2,0 0,0 1,0 1,0 0,-1 2,1 0,-1 0,1 1,-2 2,1-1,-1 2,2 1,-10-4,-1 1,1-1,-1 1,0 1,0-1,0 2,-2-2,1 2,-1-1,1 2,-2-1,3 5,-5-9,0 0,-1 1,0 0,0-2,0 2,-1 0,1 0,-1-1,0 1,0-1,0 0,-1 1,0 0,0 0,1-2,-1 2,-1-1,0 1,0-2,0 2,-1-1,1 0,-1-1,0 1,0 0,-1 0,-9 7,-2 0,-1 0,2-2,-3 1,2-2,-2 0,0-2,0 1,-1-2,1 0,-1-1,0 0,-1-2,2 0,-2-2,-4 0,-30-4,53 3,-1 0,1 0,-1 0,1 0,0 0,-1-1,1 1,0 0,0 0,0 0,0 0,0 0,0 0,0 0,0 0,1 0,-1-1,0 1,1 0,-1 0,1 0,-1 0,1 0,-1 0,1 0,0 0,0 1,-1-1,1 0,0 0,0 1,0-1,0 0,0 0,0 1,0-1,0 1,0-1,1 1,-1 0,1-1,-1 0,22-16</inkml:trace>
  <inkml:trace contextRef="#ctx0" brushRef="#br0" timeOffset="1369.295">2450 639,'0'-4,"0"-2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00.6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0 194,'16'0,"18"0,18-2,17-5,14-4,11-2,4 2,0 0,-10 1,-9 4,-14 2,-14 2,-13 1,-14 0</inkml:trace>
  <inkml:trace contextRef="#ctx0" brushRef="#br0" timeOffset="333.178">495 17,'3'2,"0"-1,0 1,0 0,0-1,0 0,0-1,1 1,-1 0,0 0,1-1,-1 1,1-1,-1 0,1 0,0-1,4 1,245-14,-197 7,1 2,-1 3,1 2,-1 2,30 6,-74-6,0 1,0 0,1 1,-2 0,1 1,-1 0,8 5,-16-8,1 0,-1 0,0 1,0-1,0 0,0 1,0 0,-2 0,2 0,-1 1,0-2,0 2,0-1,0 1,0-1,-1 0,0 1,0 0,0 0,0-1,-1 1,1 0,-1 0,0-1,-1 4,-3 6,-1 1,-1-1,0 0,-1-1,-1 0,0 1,-1-2,1 0,-2 1,0-2,-1-1,1 1,-2-1,0 0,1-1,-9 4,-101 69,71-52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0.0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2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10 155,'-7'78,"4"1,4-1,2 1,5 5,-7-78,0 25,2-1,2 0,0-1,2 1,7 16,-14-47,0 1,0-1,0 0,1 0,-1 1,0-1,0 0,1 1,-1-1,0 0,1 1,-1-1,1 0,-1 1,1-1,-1 1,1-1,-1 1,1-1,0 1,-1 0,1-1,0 1,-1 0,1-1,0 1,-1 0,1 0,0 0,0-1,-1 1,1 0,0 0,0 0,-1 0,1 0,0 1,0-1,-1 0,1 0,0 0,0 1,-1-1,1 0,0 1,-1-1,1 0,-1 1,1-1,0 1,-1-1,1 1,-1-1,1 1,-1 0,0-1,1 1,-1-1,1 1,-1 0,10-50,-10 41,1 0,0 0,0 0,0 1,1-1,1 0,-1 1,1 0,0-1,1 1,0 0,0 1,0-1,1 1,0-1,0 1,1 1,-1-1,4-1,-6 5,-1 1,1 0,0 0,-1 1,1-1,-1 0,1 1,0 0,0-1,-1 1,1 0,0 1,0-1,-1 0,1 1,0-1,-1 1,1 0,0 0,-1 0,1 0,-1 1,0-1,1 1,-1-1,0 1,0 0,0 0,0 0,0 0,-1 0,1 0,0 1,4 4,-1 1,0 0,0 0,-1 1,0-1,-1 1,0 0,0 0,0 3,-1-2,-1 0,0 1,-1-1,0 1,-1-1,0 0,0 1,-1-1,0 0,-1 0,0 0,-1-1,0 1,-1-1,0 1,0-1,-1-1,0 1,0-1,-1 0,0-1,0 1,-1-1,0-1,-1 0,1 0,-1 0,-5 1,13-6,0 0,0 0,0 0,0-1,0 1,0-1,-1 1,1-1,0 1,0-1,-1 1,1-1,0 0,0 0,-1 0,1 0,0 0,-1 0,1 0,0 0,0 0,-1-1,1 1,0 0,0-1,-1 1,1-1,0 0,0 1,0-1,0 0,0 0,0 1,0-1,0 0,0 0,0 0,1 0,-1 0,0 0,1-1,-1 1,0 0,1 0,0 0,-1-1,1 1,0 0,-1 0,1-1,0 1,0-1,2-21,3-2</inkml:trace>
  <inkml:trace contextRef="#ctx0" brushRef="#br0" timeOffset="269.317">438 101,'3'-20,"-3"14,0 1,1 0,0 0,-1-1,2 1,-1 0,1 0,-1 0,1 0,1 0,-1 0,1 1,0-1,2-2,-4 7,0-1,-1 1,1 0,0-1,0 1,0 0,0 0,0 0,0-1,0 1,0 0,0 0,0 1,0-1,0 0,0 0,0 0,0 1,0-1,0 0,0 1,0-1,0 1,0-1,0 1,-1-1,1 1,0 0,0 0,-1-1,1 1,0 0,-1 0,1 0,-1-1,1 2,10 12,-1 0,0 1,-2 0,1 1,-2 0,0 0,-1 1,0 0,-2 0,9 34,-2-1,-2 1,-2 1,-3 0,-2-1,-2 1,-3 0,-2 0,-2-1,-2 0,-2 0,-3-1,-2-1,-2 0,-21 40,-16 22,3-19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3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0,'-4'0,"-2"5,0 8,4 13,4 16,1 16,4 15,1 11,1 7,0-1,-1-4,0-10,0-14,-1-14,-1-19,-1-15,-2-15,-1-8</inkml:trace>
  <inkml:trace contextRef="#ctx0" brushRef="#br0" timeOffset="1329.347">273 387,'24'37,"-1"1,-2 1,-2 1,-2 1,-1 0,-2 1,3 22,-16-62,13 33,-14-35,1 0,-1 0,1 0,-1 0,0 0,1 0,-1 0,1-1,-1 1,0 0,1 0,-1-1,0 1,1 0,-1 0,0-1,1 1,-1 0,0-1,0 1,0 0,1-1,-1 1,0-1,0 1,0 0,0-1,0 1,1-1,-1 1,0 0,0-1,0 1,0-1,0 1,0-1,0 1,-1 0,1-1,0 1,0-1,0 1,0 0,0-1,-1 1,1 0,0-1,0 1,-1 0,1-1,0 1,-1 0,1-1,0 1,-1 0,1-1,-2-5,1-1,0 1,0-1,1 0,0 1,0-1,1 0,0 1,0-1,0 1,1-1,0 1,0-1,0 1,1 0,0 0,3-4,-2 0,2-1,-1 1,1 1,0-1,1 1,0 0,1 0,0 1,0 0,1 0,0 1,0 0,1 1,0 0,0 0,0 1,1 0,-1 1,1 1,0-1,0 2,1-1,-1 2,0-1,3 2,-12 0,0 0,1 0,-1 1,0 0,0-1,0 1,0 0,0 0,0 0,0 0,-1 0,1 1,0-1,0 0,-1 1,1-1,-1 1,1 0,-1-1,0 1,0 0,0 0,0 0,0 0,0 0,0 0,-1 0,1 0,-1 0,1 1,-1-1,0 0,0 0,0 0,0 1,-1 1,-12 83,13-86,-12 43,6-27,1 1,1 0,0 0,2 0,0 0,0 16,3-31,-1 0,0-1,1 1,-1-1,1 1,0 0,0-1,0 1,0-1,1 0,-1 1,1-1,-1 0,1 0,0 0,0 0,0 0,0-1,0 1,0 0,0-1,0 1,1-1,-1 0,1 0,-1 0,1 0,-1 0,1-1,0 1,-1-1,1 0,0 1,-1-1,1-1,2 1,97-18,100-62,-168 63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5.2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187 789,'0'16,"2"12,2 10,-1 6,1 2,1 0,-1-1,-1-6,-1-7,-1-9</inkml:trace>
  <inkml:trace contextRef="#ctx0" brushRef="#br0" timeOffset="467.684">0 508,'28'-3,"-1"0,1 2,0 1,0 2,0 0,-1 2,1 1,-1 1,0 1,-1 2,0 0,0 2,4 4,-18-8,0 1,-1 0,0 0,-1 2,0-1,-1 1,1 0,-2 1,0 0,0 1,-1 0,0 0,-1 0,0 1,-1 0,-1 0,0 0,-1 1,0-1,-1 1,0 5,-2 184,6-142,-6-60,0 1,1-1,-1 0,1 0,0 1,-1-1,1 0,0 0,-1 0,1 0,0 0,0 0,0 0,0 0,0 0,0 0,0-1,0 1,1 0,-1-1,0 1,0-1,1 1,-1-1,0 0,0 1,1-1,-1 0,0 0,1 0,-1 0,0 0,1 0,-1 0,0-1,1 1,-1 0,0-1,0 1,1-1,-1 1,1-2,10-5,0-1,-1 0,0-1,0 0,-1-1,-1 0,1-1,-2 0,1-1,-2 1,1-1,4-12,24-57,-28 129,-7-34,1-1,1 1,0 0,0-1,1 1,1-1,0 0,1-1,2 3,-6-11,1 0,0 0,0 0,0 0,0 0,0-1,1 0,0 1,0-1,0-1,0 1,0 0,0-1,1 0,-1 0,1 0,0-1,-1 1,1-1,0 0,0-1,0 1,0-1,0 0,-1 0,1-1,3 0,83-35,-51 9</inkml:trace>
  <inkml:trace contextRef="#ctx0" brushRef="#br0" timeOffset="893.165">1083 628,'30'-11,"-2"-2,0-2,0 0,-1-2,-1-1,14-12,-11 7,-1-1,-1-1,-1-1,-2-1,19-26,-32 38,-1-1,0 0,-1-1,-1 0,-1 0,0-1,-1 0,-1 0,0 0,-2-1,0 0,-1-4,-1 19,-1 1,1-1,-1 1,0-1,0 1,0-1,-1 0,1 1,-1-1,0 1,0-1,0 1,0 0,-1 0,1-1,-1 1,0 0,0 0,0 0,0 0,0 1,-1-1,1 1,-1-1,0 1,0 0,0 0,0 0,0 0,0 1,0-1,-1 1,1 0,0 0,-1 0,1 0,-1 1,0-1,1 1,-3 0,-1 1,0 0,0 1,0 0,1 0,-1 1,1-1,0 1,-1 1,1-1,1 1,-1 0,0 1,1-1,0 1,0 0,0 0,1 1,0-1,0 1,0 0,0 2,-6 11,0 1,2-1,0 1,1 0,1 1,-1 9,-1 17,2 0,2 1,3-1,1 1,2-1,6 31,63 283,-36-202,-12-51,-5 1,-5 1,-5 1,-5-1,-4 1,-10 50,-20-17,31-143,0 0,0 0,0 0,0 0,0 0,-1 0,1 0,0 0,0 0,-1 0,1 0,-1 0,1 0,-1-1,1 1,-1 0,1 0,-1 0,0 0,0-1,1 1,-1 0,0-1,0 1,0-1,0 1,1-1,-1 1,0-1,0 1,0-1,0 0,0 0,0 1,0-1,0 0,0 0,0 0,-1 0,1 0,0 0,0-1,0 1,0 0,0 0,0-1,-12-16</inkml:trace>
  <inkml:trace contextRef="#ctx0" brushRef="#br0" timeOffset="1312.542">1002 1203,'89'-47,"2"3,2 4,68-19,-160 59,89-18,-86 18,-1-1,1 1,-1 1,1-1,-1 0,1 1,-1 0,1 0,-1 0,1 0,-1 1,0-1,0 1,0 0,0 0,0 0,0 0,0 0,-1 1,1-1,-1 1,0 0,2 2,1 5,0 0,-1 1,-1-1,0 1,0 0,-1 0,0 0,-1 0,0 0,-1 7,0-6,1 1,0-1,1 0,0 0,1 0,1 0,0 0,1 2,-4-12,-1 0,1-1,0 1,0-1,0 1,0-1,0 1,0-1,0 0,1 0,-1 1,0-1,1 0,-1 0,1 0,-1 0,1-1,-1 1,1 0,-1-1,1 1,0-1,0 1,-1-1,1 0,0 0,0 0,-1 0,1 0,0 0,-1 0,1-1,0 1,0 0,-1-1,1 0,0 1,50-42,-44 32,-2 0,0-1,0 0,-1 0,0 0,-1-1,0 1,-1-1,0 0,-1 0,0 0,-1 0,0-6,-1 11,0-1,0 1,-1-1,0 1,0 0,0-1,-1 1,0 0,-1 0,0 0,0 0,0 1,-1-1,0 1,0 0,0 0,-1 0,0 0,0 1,-1 0,1 0,-4-1,6 3,0 2,0-1,-1 0,1 0,-1 1,1 0,-1 0,0 0,1 0,-1 1,0-1,0 1,1 0,-1 0,0 0,0 0,0 1,1 0,-1 0,0 0,1 0,-1 0,1 1,-1-1,1 1,0 0,-1 0,1 1,0-1,1 1,-1-1,0 1,1 0,-1 1,-2 1,1 0,0 0,1 1,-1 0,1 0,1 0,-1 0,1 0,0 0,0 1,0-1,1 1,0-1,1 1,-1 0,1-1,1 1,-1-1,2 5,13 28,6-5</inkml:trace>
  <inkml:trace contextRef="#ctx0" brushRef="#br0" timeOffset="3100.515">2073 1150,'-14'-14,"2"-1,-1 0,2-1,0-1,1 1,1-2,1 1,0-1,1 0,1-1,1 0,0 0,2 0,0 0,1 0,1-1,0 1,2-1,1 1,0-4,-2 23,0-1,-1 0,1 0,0 0,0 0,-1 0,1 0,0 0,0 0,0 0,0 0,0 1,1-1,-1 0,0 0,0 0,1 0,-1 0,0 0,1 0,-1 1,1-1,-1 0,1 0,-1 1,1-1,0 0,-1 1,1-1,0 0,0 1,-1-1,1 1,0-1,0 1,0 0,0-1,-1 1,1 0,0-1,0 1,0 0,0 0,0 0,0 0,0 0,0 0,0 0,0 0,0 1,-1-1,1 0,0 0,0 1,0-1,0 0,0 1,0 0,141 56,-117-51,-19-5,1-1,0 1,0 1,-1-1,1 1,-1 0,1 1,-1-1,0 1,0 0,0 1,-1 0,1 0,-1 0,1 0,-2 1,1 0,0 0,-1 0,0 1,0-1,0 1,1 3,5 94,-10-91,0 1,1 0,0 0,0 0,2-1,0 1,0-1,1 0,1 2,-3-10,-1-1,1 0,0 0,0 0,0 0,0 0,1-1,-1 1,1-1,-1 1,1-1,0 0,0 0,0 0,0 0,1-1,-1 1,0-1,1 0,-1 0,1 0,-1-1,1 1,-1-1,1 1,0-1,-1-1,1 1,-1 0,4-1,4-2,1 0,-1-1,-1 0,1 0,0-1,-1-1,0 0,0 0,-1-1,11-8,-1-1,-1 0,0-1,-2-1,0-1,-1-1,0 0,-2 0,-1-1,0-1,2-9,-22 135,9-101,-1 1,1 0,0-1,0 1,1 0,-1-1,1 1,-1-1,1 0,0 0,0 1,1-1,-1 0,1-1,-1 1,1 0,0-1,0 0,0 1,0-1,1 0,-1-1,0 1,1-1,-1 1,1-1,0 0,-1 0,1-1,0 1,0-1,-1 0,1 0,0 0,0 0,1-1,5 0,0-1,-1 0,1-1,0 0,-1-1,1 0,-1 0,0-1,0 0,-1-1,0 0,0 0,0-1,-1 0,1 0,-2-1,1 1,-1-2,0 1,-1-1,0 0,-1 0,1 0,-2 0,1-1,-1 0,-1 0,0 1,0-2,-1 1,0-5,-1-64,0 80,0-1,-1 0,1 1,0-1,0 0,0 0,-1 1,1-1,0 0,0 0,0 1,-1-1,1 0,0 0,-1 0,1 0,0 1,0-1,-1 0,1 0,0 0,-1 0,1 0,0 0,-1 0,1 0,0 0,-1 0,1 0,0 0,-1 0,1 0,0 0,-1 0,1 0,0 0,0-1,-1 1,1 0,0 0,-1 0,1 0,-5 20,1 0,1 1,1-1,0 1,2 0,0 0,2-1,0 1,1-1,1 1,5 13,-7-29,0-1,0 1,0-1,1 0,0 0,0 0,0 0,0 0,1-1,-1 0,1 1,0-1,0 0,0-1,0 1,1-1,-1 0,1 0,-1 0,1 0,0-1,0 0,-1 0,1 0,0-1,0 0,0 0,0 0,0 0,0-1,0 0,0 0,-1 0,1 0,0-1,-1 0,1 0,0 0,6-6,0 0,-1 0,1-1,-2 0,1 0,-1-1,-1-1,0 0,0 0,-1 0,-1-1,0 0,0 0,-1-1,-1 1,0-1,-1 0,0 0,-1 0,0-1,-1 1,-1-8,-3 1,3 20,0 0,0 1,0-1,0 0,0 0,0 1,0-1,0 0,0 0,0 1,0-1,0 0,0 0,0 1,0-1,0 0,0 0,-1 0,1 1,0-1,0 0,0 0,0 0,0 1,-1-1,1 0,0 0,0 0,0 0,-1 1,1-1,0 0,0 0,-1 0,1 0,0 0,0 0,0 0,-1 0,1 0,0 0,0 0,-1 0,1 0,0 0,-1 0,1 0,0 0,0 0,0 0,-1 0,1 0,0 0,0 0,-1 0,1 0,0-1,0 1,0 0,-1 0,1 0,0 0,0-1,0 1,0 0,-1 0,1 0,0-1,0 1,-3 8,0 0,1-1,0 2,0-1,1 0,0 0,0 0,1 1,0-1,0 0,1 1,1-1,-1 0,1 0,0 0,1 0,3 7,-2-9,0-1,1 1,-1-1,1 0,1 0,-1-1,0 1,1-1,0 0,0-1,1 1,-1-1,0 0,1-1,0 0,0 0,4 0,122 11,-109-14,-1 0,1-2,-1-1,0 0,0-2,0 0,-1-2,0-1,0 0,12-9,-31 17,-1 1,0-1,0 0,0 0,1-1,-1 1,0 0,0-1,-1 1,1-1,0 0,0 1,-1-1,1 0,-1 0,0 0,1 0,-1-1,0 1,0 0,-1 0,1-1,0 1,-1 0,1-1,-1 1,0-1,0 1,0 0,0-1,0 1,0-1,-1 1,1 0,-1-1,1 1,-1 0,0-1,0 1,-1-2,-1 0,-1-1,1 1,-1 0,1 0,-1 0,0 0,-1 1,1 0,-1-1,1 2,-1-1,0 0,0 1,0 0,0 0,-1 1,1 0,0-1,-1 2,1-1,-1 1,1-1,-1 2,1-1,0 0,-1 1,1 0,-1 1,1-1,0 1,0 0,0 0,0 0,-3 3,1 0,0 1,0 1,0-1,1 1,0 0,1 1,-1-1,1 1,1 0,-1 1,1-1,1 1,0 0,0-1,1 1,0 1,0-1,1 0,0 4,1-9,0-1,1 1,-1-1,1 1,0-1,0 0,0 1,0-1,1 0,-1 0,1 0,0 0,0 0,0 0,0-1,0 1,1-1,-1 1,1-1,-1 0,1 0,0 0,0 0,0 0,0-1,0 0,1 1,-1-1,0 0,1-1,-1 1,0 0,1-1,-1 0,1 0,-1 0,1 0,-1-1,1 1,-1-1,0 0,1 0,-1 0,1-1,8-1,0-1,0-1,0 0,-1-1,0 0,0-1,-1 0,0-1,0 0,0 0,-1-1,-1-1,1 1,-2-1,1-1,-1 1,-1-1,0 0,4-10,-11-3,-14 34,12-5,1-1,0 1,0-1,0 1,1 0,-1 0,1 0,1-1,-1 1,1 0,-1 0,1 0,1 0,-1 0,1 0,0 0,0 0,0 0,1 0,-1 0,1-1,0 1,1-1,-1 1,1-1,0 0,0 0,0 0,1-1,-1 1,1-1,0 0,0 0,1 1,4 0,0 0,0 0,1-1,-1-1,0 1,1-2,0 1,0-1,-1-1,1 0,0 0,0-1,0 0,-1 0,1-1,-1-1,1 0,-1 0,0-1,0 0,2-2,8-3,-1-2,-1 0,0-1,-1-1,0 0,0-1,-2-1,0 0,8-13,1-10,-2-1,-1-1,-3 0,-1-2,-2 0,-2 0,-2-1,-1-1,-3 1,-1-2,-2 1,-4-43,3 51,-2 1,-1 0,-2-1,-2 1,-3-10,-11 5,18 40,0-1,0 0,1 1,-1-1,0 1,0 0,0-1,0 1,0 0,0-1,1 1,-1 0,0 0,0 0,0 0,0 0,0 0,0 0,0 0,0 0,0 0,0 0,0 1,0-1,0 0,0 1,1-1,-1 1,0-1,0 1,0-1,1 1,-1 0,0-1,1 1,-1 0,0-1,1 1,-1 0,1 0,-1 0,1 0,-7 9,1 1,0-1,1 1,0 0,0 1,2-1,-1 1,1 0,-11 46,1 1,4 0,2 0,3 1,2 0,3-1,2 1,6 22,-7-63,0 0,1-1,1 1,1-1,0 0,2-1,0 1,0-1,2 0,0-1,1 0,1 0,0-1,1-1,1 0,0-1,1 0,6 4,-16-15,1 0,-1 0,1 0,-1-1,1 1,0-1,0-1,-1 1,1-1,0 0,0 0,0 0,0 0,0-1,-1 0,1 0,0 0,-1-1,1 0,-1 1,1-2,-1 1,0 0,0-1,0 0,0 0,0 0,-1 0,1-1,-1 1,0-1,0 0,2-3,117-185,-122 192,0 1,0-1,0 0,0 0,0 0,0 1,1-1,-1 0,0 0,0 0,0 0,0 1,0-1,0 0,0 0,1 0,-1 0,0 0,0 1,0-1,0 0,1 0,-1 0,0 0,0 0,0 0,1 0,-1 0,0 0,0 0,0 0,1 0,-1 0,0 0,0 0,0 0,1 0,-1 0,0 0,0 0,0 0,1 0,-1 0,0 0,0 0,0 0,0-1,1 1,-1 0,0 0,0 0,0 0,0 0,0-1,0 1,1 0,-1 0,0 0,0 0,0-1,0 1,0 0,0 0,0 0,1 20,-1-18,-1 57,-1-41,1 0,1 0,1 0,0 0,1 0,1-1,1 1,0 0,6 12,-8-26,0 0,0 0,0-1,0 1,1-1,-1 1,1-1,0 0,0 0,1 0,-1 0,0-1,1 1,0-1,-1 0,1 0,0 0,0-1,0 1,0-1,1 0,-1 0,0-1,0 1,1-1,-1 0,0 0,1 0,-1 0,0-1,4-1,28-13,-4-5</inkml:trace>
  <inkml:trace contextRef="#ctx0" brushRef="#br0" timeOffset="3379.787">4839 575,'-13'-2,"-12"-1,-6 0,-2 0,2 4,6-1,6-3,1-3,3-1</inkml:trace>
  <inkml:trace contextRef="#ctx0" brushRef="#br0" timeOffset="3557.309">4292 455,'-18'-3,"-9"0,1 3,9 3,17 1,23 0,27-1,28 0,25-4,20-6,12-1,-17 0</inkml:trace>
  <inkml:trace contextRef="#ctx0" brushRef="#br0" timeOffset="4158.966">5441 869,'-3'-5,"0"0,-1 0,1 0,-1 0,0 1,0-1,0 1,-1 0,1 0,-1 1,0-1,0 1,0 0,-1 1,1-1,-1 1,1 0,-1 1,0-1,0 1,0 0,0 0,0 1,0 0,0 0,0 0,1 1,-1 0,0 0,0 0,0 1,1 0,-1 0,0 1,1-1,-3 3,1-1,0 0,1 1,0 0,0 0,0 1,1 0,0 0,0 0,0 0,1 1,0 0,0 0,0 0,1 0,0 0,1 1,0 0,0-1,0 1,1 0,0 0,1 0,0 0,0 0,1-1,0 1,0 0,0 0,1 0,1-1,-1 1,1-1,0 0,1 0,0 0,0 0,0 0,1-1,0 0,2 2,2-1,1-1,0 0,0-1,1 0,0 0,-1-1,2-1,-1 0,0 0,0-1,1-1,-1 0,1 0,0-1,-1 0,1-1,13-2,-1 0,0-2,0 0,0-2,-1 0,0-2,2-1,-6 1,0 0,-1-2,0 0,-1-1,0-1,-1 0,0-1,-1-1,-1 0,0-2,-14 67,0-47,0-1,0 1,0-1,1 1,-1 0,1-1,0 1,0-1,0 0,0 1,0-1,1 0,-1 1,0-1,1 0,0 0,0 0,-1-1,1 1,0 0,0-1,1 1,-1-1,0 1,0-1,1 0,-1 0,1 0,-1 0,1-1,-1 1,1-1,-1 0,1 1,0-1,-1 0,1 0,-1-1,1 1,0 0,-1-1,1 0,-1 0,1 1,-1-1,0-1,1 1,3-1,-1 0,1-1,-1 0,0 0,0 0,0 0,0-1,-1 1,1-1,-1-1,0 1,0 0,0-1,-1 0,0 0,0 0,0 0,0-1,-1 1,0-1,0 1,-1-1,1 0,-1 0,-1 0,1 1,-1-1,0 0,0 0,0 0,-1 0,0 0,0 0,-1 1,0-1,0 0,0 1,0-1,-1 1,0 0,0 0,-2-2,-1 2,0 0,-1 0,0 1,0-1,0 2,-1-1,1 1,-1 0,0 0,0 1,0 0,0 1,0-1,0 2,0-1,0 1,-1 0,1 1,0 0,0 0,0 1,0 0,0 0,0 1,1 0,-1 0,1 1,0 0,0 0,0 1,0 0,1 0,0 1,0-1,0 1,1 0,0 1,0 0,0-1,1 2,0-1,1 0,-1 1,1-1,1 1,-2 7,3-11,1-1,0 1,0 0,0 0,0 0,1-1,-1 1,1 0,0-1,0 1,1-1,-1 1,1-1,-1 1,1-1,0 0,0 0,1 0,-1 0,0 0,1 0,0-1,0 1,0-1,0 0,0 0,0 0,1 0,-1 0,0-1,1 0,0 1,-1-1,1-1,0 1,-1 0,1-1,0 0,0 0,-1 0,1 0,0-1,90-21,-51 2</inkml:trace>
  <inkml:trace contextRef="#ctx0" brushRef="#br0" timeOffset="4427.776">5989 441,'-10'2,"-1"1,1-1,0 2,0-1,0 2,0-1,1 1,-1 0,1 1,1 0,-1 1,1 0,0 0,0 1,1 0,0 0,1 0,0 1,0 0,1 1,-4 7,8-13,-1 1,1-1,0 1,1-1,-1 0,1 1,0-1,0 1,0-1,1 1,0-1,0 1,0-1,0 0,0 1,1-1,0 0,0 0,0 0,0 0,1 0,0-1,0 1,0-1,0 0,0 1,101 70,-89-65,2-1,-1 0,0 1,-1 1,0 1,-1 0,0 1,-1 0,0 1,-1 1,0 0,-1 0,-1 1,0 1,2 5,-1 15,-11-31,1-1,0 0,0 0,0 0,0 0,0 0,1 0,0 0,0 0,0 0,0 0,0-1,1 1,0-1,-1 0,1 0,1 0,-1 0,0-1,1 1,-1-1,1 0,0 0,-1 0,1 0,0 0,2-1,13 1,0-2,0 0,1-1,-1-1,0-1,0 0,-1-2,12-3,-20 5,42-11</inkml:trace>
  <inkml:trace contextRef="#ctx0" brushRef="#br0" timeOffset="4688.42">6818 989,'-2'0,"-8"-2,-2-1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4.6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63,'-11'-3,"29"-4,-16 7,35-12,0 1,1 3,0 1,0 1,39 1,-72 4,0 0,1 0,-1 1,1 0,-1 0,0 1,1-1,-1 1,1 0,-1 0,0 1,0 0,0 0,0 0,0 0,0 1,-1 0,1 0,-1 0,0 0,1 1,-2 0,1 0,0 0,-1 0,0 1,0-1,0 1,0-1,-1 1,1 2,-3 3,-1 1,0-1,0 1,-1-1,-1 0,1 0,-2 0,1 0,-2 0,1-1,-1 0,0 0,-1 0,0 0,-2 0,-30 43,-3-1,-2-2,-23 20,-24 25,56-44,34-49,0 0,0 0,1 0,-1 0,0 1,1-1,-1 0,0 0,1 0,-1-1,1 1,-1 0,1 0,0 0,-1 0,1 0,0-1,0 1,0 0,-1-1,1 1,0 0,0-1,0 1,0-1,0 0,0 1,0-1,0 0,0 1,0-1,0 0,0 0,0 0,1 0,-1 0,26 3,0-1,0-2,1-1,-1-1,0-1,17-4,-18 3,231-32,-227 36,-15 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3.0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707 1,'-7'29,"-1"0,-1-1,-2 0,-1 0,-1-2,-1 1,-2-1,-13 17,-12 15,-2-1,-2-2,-3-2,-2-2,-2-3,-33 23,67-57,0 0,-1-2,0 0,-1-1,-1-1,-13 5,32-14,1 0,-1 0,0 0,1-1,-1 1,0 0,0-1,0 1,0-1,0 0,0 0,0 1,0-1,0 0,0-1,0 1,1 0,-1-1,0 1,0-1,0 1,0-1,0 0,1 0,-1 0,0 0,1 0,-1 0,1 0,-1 0,1-1,-1 1,1-1,0 1,0-1,-1 0,-1-11,1 0,0 0,0-1,1 1,1 0,0-1,1 1,1 0,1-9,-2 13,1-9,0 0,1 0,0 0,2 1,0 0,1 0,0 0,2 1,0 0,1 0,3-4,-10 17,0 1,0 0,1 0,-1 0,0 0,1 1,-1-1,1 1,0-1,-1 1,1 0,0 0,0 0,0 0,0 0,0 1,0 0,0-1,0 1,0 0,0 0,0 1,0-1,0 1,0-1,0 1,0 0,-1 0,1 0,0 1,0-1,-1 1,81 60,-78-57,223 193,-68-85,-159-112,0 0,0 0,0-1,0 1,0 0,0 0,1-1,-1 1,0-1,0 1,1-1,-1 1,0-1,0 0,1 1,-1-1,0 0,1 0,-1 0,0 0,1 0,-1-1,0 1,1 0,-1-1,0 1,1-1,-1 1,0-1,0 1,0-1,0 0,1 0,-1 1,0-1,0-1,4-6</inkml:trace>
  <inkml:trace contextRef="#ctx0" brushRef="#br0" timeOffset="569.753">894 575,'189'22,"-187"-22,1 1,-1 0,1-1,-1 1,1 0,-1 0,0 1,0-1,1 0,-1 1,0 0,0-1,0 1,-1 0,1 0,0 0,-1 0,1 0,-1 0,0 1,1-1,-1 0,0 1,-1-1,1 1,0-1,-1 1,1-1,-1 1,0-1,0 1,0 0,0-1,0 1,-1-1,1 1,-1 2,-4 7,0 0,-1-1,0 0,0 0,-2 0,1-1,-1 0,-1 0,1-1,-3 1,-15 20,25-30,0 0,1 0,-1 0,0 1,1-1,-1 0,0 1,1-1,-1 0,1 1,-1-1,1 1,-1-1,1 1,-1-1,1 1,-1 0,1-1,0 1,-1-1,1 1,0 0,-1-1,1 1,0 0,0-1,0 1,0 0,0-1,0 1,0 0,0 0,0-1,0 1,0 0,0-1,0 1,1 0,-1-1,0 1,0 0,1-1,-1 1,0 0,1-1,-1 1,1-1,-1 1,1-1,-1 1,1-1,-1 1,1-1,-1 0,1 1,0-1,-1 0,1 1,0-1,-1 0,1 0,0 0,-1 1,1-1,0 0,0 0,58 0,45 7,-100-6,0 0,0 0,0 1,0-1,0 1,-1 0,1 0,-1 0,0 1,1 0,-1-1,0 1,0 0,-1 0,1 0,-1 1,1-1,-1 1,0-1,-1 1,1 0,0 0,0 2,-2 1,0 1,-1-1,1 1,-1-1,-1 1,1-1,-1 0,-1 0,1 0,-1 0,-1 0,1-1,-1 1,0-1,0 0,-1 0,0 0,0-1,0 0,-1 0,0 0,0-1,0 1,-5 1,7-3,1 2,-1-1,0-1,-1 1,1 0,0-1,-1 0,0 0,0 0,0-1,0 1,0-1,-1-1,1 1,-1-1,1 0,-1 0,1 0,-1-1,0 0,1 0,-2 0,-6-11</inkml:trace>
  <inkml:trace contextRef="#ctx0" brushRef="#br0" timeOffset="924.072">1443 468,'0'-2,"0"1,0 4,0 2,-2 2,-2 1,1 2,1 1,5-1,2-2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1.0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1 255,'83'0,"68"-1,144 19,-292-18,-1 1,-1 0,1-1,-1 0,0 1,1-1,-1 0,1 1,-1-1,1 0,0 0,-1 0,1-1,-1 1,1 0,-1 0,1-1,-1 1,0-1,1 0,-1 1,1-1,-1 0,0 0,0 1,1-1,-1 0,0 0,0-1,0 1,0 0,0 0,0-1,1-8</inkml:trace>
  <inkml:trace contextRef="#ctx0" brushRef="#br0" timeOffset="261.474">95 589,'22'4,"17"3,14-2,8 0,8-4,3-2,-1-3,-1-3,-6-3,-14 1</inkml:trace>
  <inkml:trace contextRef="#ctx0" brushRef="#br0" timeOffset="1197.951">629 1,'-2'1,"1"1,-1 0,0 0,1 0,0 0,-1 1,1-1,0 0,0 1,0-1,1 0,-1 1,0-1,1 1,0-1,-1 1,1-1,0 1,0-1,1 1,-1-1,0 1,1-1,0 1,-1-1,1 1,0-1,0 0,1 1,-1-1,0 0,1 0,-1 0,1 0,0 0,1 1,7 5,1-1,0 0,0-1,0 0,1 0,0-2,0 1,0-1,9 1,-7-1,99 27,-68-22,-1 3,-1 2,0 1,-1 3,-1 1,10 8,-44-23,-1 0,1 0,-1 0,0 1,0 0,-1 0,1 1,-1-1,-1 1,1 1,-1-1,0 0,0 1,-1 0,0 0,0 0,0 0,-1 0,0 1,-1-1,0 1,0-1,0 1,-1 0,0-1,-1 1,1-1,-1 1,-1 0,0-1,-1 4,-10 16,-1 0,-2 0,0-2,-2 0,-1-1,-1-1,0-1,-2 0,-11 7,-326 273,325-273,16-11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7.0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30,'-1'0,"1"1,-1-1,1 0,-1 0,1-1,-1 1,1 0,-1 0,1 0,-1 0,1 0,-1 0,1-1,-1 1,1 0,0 0,-1-1,1 1,0 0,-1-1,1 1,-1 0,1-1,0 1,0-1,-1 1,1 0,0-1,0 1,0-1,-1 1,1-1,0 1,0-1,0 1,0-1,0 1,0-1,0 1,0 0,0-1,0 1,0-1,0 1,0-1,0 1,1-1,-1 1,0-1,0 1,0-1,1 1,-1 0,0-1,1 1,-1 0,0-1,1 1,-1 0,0-1,1 1,-1 0,1 0,-1-1,1 1,-1 0,38-5,-38 5,4-1,13 0,0 0,1 0,-1 2,0 0,0 1,-1 0,1 2,0 0,1 1,-16-4,0 0,0-1,-1 1,1 1,0-1,0 0,-1 0,1 1,0-1,-1 0,0 1,1 0,-1-1,0 1,0 0,1 0,-2 0,1-1,0 1,0 0,0 0,-1 0,1 0,-1 1,0-1,0 0,0 0,0 0,0 0,0 0,0 0,-1 0,1 0,-1 0,1 0,-1 0,0 0,0 0,0 0,0 0,0 0,0-1,0 1,-9 11,0-1,-1-1,0 0,-1 0,0-1,0-1,-5 3,-27 21,43-33,1 0,-1 0,1 1,-1-1,1 0,-1 0,0 0,1 1,-1-1,1 0,0 0,-1 1,1-1,-1 0,1 1,-1-1,1 1,0-1,-1 1,1-1,0 1,-1-1,1 1,0-1,0 1,-1-1,1 1,0-1,0 1,0-1,0 1,0-1,0 1,0 0,0-1,0 1,0-1,0 1,0-1,0 1,1-1,-1 1,0-1,0 1,0 0,1-1,-1 0,0 1,1-1,-1 1,0-1,1 1,-1-1,1 0,-1 1,1-1,-1 0,1 1,-1-1,1 0,-1 0,1 1,-1-1,1 0,-1 0,1 0,-1 0,1 0,0 0,-1 0,45 2,-44-2,52-3,-36 1,0 0,1 1,-1 1,0 1,1 1,-1 0,0 1,0 1,10 3,-24-6,1 0,-1 1,0-1,0 0,0 1,0 0,0 0,-1 0,1 0,0 0,-1 1,0-1,1 1,-1-1,0 1,-1 0,1 0,0 0,-1 0,1 0,-1 0,0 1,0-1,0 0,-1 1,1-1,-1 0,0 1,0-1,0 1,0-1,0 0,-1 1,0-1,1 0,-1 1,-1-1,1 0,0 0,-1 0,0 1,-6 5,0-1,-1 0,1 0,-2-1,1 0,-1 0,0-1,0-1,-1 0,0 0,-8 2,-44 24,53-23,10-2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7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11,'2'0,"6"0,5 0,3-5,-1-1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8.9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67,'18'0,"17"0,17-4,15-5,10-2,3-1,-1 0,-6 3,-12 3,-14 2,-12 5,-12 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9.1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1,'-16'9,"-7"9,-1 12,5 9,8 7,9 5,11 3,8 2,3-1,-2 3,-3 0,-8-3,-6-2,-8-5,-4-10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7.0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110 32,'-8'10,"0"0,1 0,1 1,-1-1,2 2,0-1,0 0,1 1,0 0,1 0,0 0,0 10,2-16,1 0,0 0,0 0,0 0,1 0,0 0,0-1,0 1,1 0,0-1,0 1,0-1,1 1,0-1,0 0,0 0,0 0,1-1,0 1,0-1,0 0,1 0,-1 0,1-1,0 1,0-1,2 1,2 0,0 0,0-1,1 0,-1 0,1-1,-1 0,1-1,0 0,0 0,-1-1,1 0,0-1,0 0,-1-1,1 0,0 0,-1-1,0-1,0 1,0-1,0-1,0 1,-1-2,0 1,0-1,-1 0,1-1,-1 0,-1 0,1 0,-1-1,0 0,-1 0,0-1,0 1,-1-1,0 0,-1 0,0-1,2-8,-3 13,-1 0,1 0,-1-1,0 1,0-1,-1 1,1-1,-1 1,0-1,-1 1,1-1,-1 1,-1-1,1 1,-1-1,1 1,-1 0,-1 0,1 0,-1 0,0 1,0-1,0 1,-1-1,0 1,0 0,0 0,0 1,0-1,-1 1,1 0,-1 0,0 1,0-1,0 1,0 0,-1 0,1 1,0 0,-2-1,-4 2,0 1,1 0,-1 0,1 1,-1 1,1 0,0 0,0 1,0 0,0 0,1 1,0 1,0-1,0 2,-7 6,-10 9,2 1,1 1,0 1,-6 12,-17 25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5.1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0 322,'16'0,"15"2,12 1,12 2,9 1,7-2,6-1,1 0,-4-2,-7-1,-14-2,-15-1</inkml:trace>
  <inkml:trace contextRef="#ctx0" brushRef="#br0" timeOffset="276.258">509 175,'-14'0,"-9"4,-5 9,1 9,1 9,4 12,5 9,8 7,12 3,10-3,10-3,8-8,-2-12</inkml:trace>
  <inkml:trace contextRef="#ctx0" brushRef="#br0" timeOffset="3280.058">322 1,'-3'9,"-2"12,-3 10,-1 10,3 8,0 4,3 3,1-9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6.6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67,'4'-3,"-1"0,0 0,1 0,-1 1,1-1,0 1,0 0,0 0,0 0,0 1,0-1,0 1,0 0,1 0,-1 1,1-1,-1 1,0 0,1 0,-1 0,1 1,-1 0,0 0,1 0,-1 0,0 0,0 1,0 0,0 0,0 0,0 0,-1 1,1-1,-1 1,1 0,-1 0,2 2,-2 0,1 0,0 1,-1-1,0 1,0-1,-1 1,1 0,-1 0,-1 0,1 0,-1 0,0 1,0-1,-1 0,0 1,0-1,0 0,-1 0,0 1,0-1,-1 0,1 0,-2 0,1 0,0 0,-1 0,-8 15,0 0,-2 0,0-1,-1-1,-1 0,-5 4,-20 20,-47 63,86-105,0 1,0-1,0 1,0 0,0 0,0 0,0 0,0 0,1-1,-1 1,1 0,-1 1,1-1,0 0,0 0,0 0,0 0,0 0,0 0,1 0,-1 0,1 0,0 0,-1 0,1 0,0-1,0 1,0 0,0 0,0-1,0 1,1 0,-1-1,1 1,-1-1,1 0,12 8,0-1,1-1,0-1,0 0,1-1,0 0,-1-1,2-1,-1-1,0 0,14-1,5 1,0-1,0-1,0-3,0 0,10-4,17-7</inkml:trace>
  <inkml:trace contextRef="#ctx0" brushRef="#br0" timeOffset="949.706">209 1,'-13'0,"-10"0,-7 4,-6 7,-1 3,-1 4,6-1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6.1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478 1,'2'39,"-3"0,-1 1,-1-1,-3 0,-1-1,-2 1,-1-2,-3 1,0-1,-3-1,-1-1,-1 0,-2-1,-2-1,0-1,-24 23,36-43,-1-1,-1-1,1 0,-2-1,1 0,-2-1,1 0,-1-1,0-1,0 0,-1-1,1 0,-2-1,13-4,1 1,-1-1,0 0,1 0,-1 0,1-1,-1 1,0 0,1-1,-1 0,1 0,-1 0,1 0,0 0,-1 0,1 0,0-1,0 1,0-1,0 1,0-1,0 0,0 0,1 0,-1 0,0 0,1-1,0 1,0 0,0-1,0 1,0 0,0-1,0 0,1 1,-1-1,1 1,0-3,4-101,-1 90,0 1,2 1,-1-1,2 1,0 0,1 0,0 0,1 1,0 0,1 1,1 0,9-9,-17 19,0 0,0 1,0-1,0 1,0 0,1 0,-1 0,0 0,1 0,-1 0,1 1,-1-1,1 1,-1-1,1 1,-1 0,1 0,-1 0,1 1,0-1,-1 1,1-1,-1 1,0 0,1 0,-1 0,1 0,-1 0,0 0,0 1,0-1,0 1,0 0,0-1,0 1,-1 0,1 0,0 0,-1 0,0 0,1 1,-1-1,0 2,32 46,-21-29,1 0,1-2,1 0,1 0,11 9,-11-14,2 0,-1-1,2-1,0-1,0 0,1-2,0 0,1-1,0-1,0-1,0-1,1-1,0-1,-1-1,1 0,0-2,0-1,0 0,0-2,0 0,-1-2,1 0,19-9,11-5,-58 42,5-22,0 1,1-1,-1 1,0 0,1-1,-1 1,1 0,0-1,0 1,-1 0,1 0,0 0,0-1,1 1,-1 0,0 0,1-1,-1 1,1 0,-1-1,1 1,0 0,-1-1,1 1,0-1,0 1,0-1,1 0,-1 1,0-1,0 0,1 0,-1 0,1 0,-1 0,1 0,-1 0,1 0,-1 0,1-1,0 1,0-1,-1 0,1 1,0-1,0 0,1 0,9 3,1-1,0 0,0-1,0-1,0 0,0-1,0 0,0-1,0 0,0-1,-1 0,1-1,-1-1,0 0,0-1,-1 0,4-2,-11 4,1 0,-1 0,0-1,0 1,0-1,0 0,-1 0,0 0,0 0,0 0,-1-1,0 1,0-1,0-2,-1 5,0 0,-1 0,1 1,-1-1,0 0,0 0,0 0,0 1,-1-1,1 0,-1 0,1 1,-1-1,0 0,0 1,0-1,-1 0,1 1,0 0,-1-1,0 1,1 0,-1 0,0 0,0 0,-1 0,1 0,0 1,0-1,-1 1,1-1,-6 0,1 0,-1 0,0 1,1 0,-1 0,0 1,0 0,0 0,1 1,-1 0,0 0,1 1,-1 0,1 0,-1 1,1 0,0 0,0 0,0 1,1 0,-1 1,1 0,0 0,0 0,1 0,-1 1,1 0,1 0,-1 1,1-1,-1 2,5-7,-1 1,0-1,0 0,1 1,-1-1,1 1,-1-1,1 0,0 1,-1-1,1 1,0-1,0 1,0-1,0 1,0-1,0 1,1-1,-1 1,0-1,1 1,-1-1,1 0,0 1,-1-1,1 0,0 1,0-1,0 0,0 0,0 0,0 0,0 0,0 0,0 0,1 0,-1 0,0 0,0-1,1 1,-1-1,1 1,0 0,22 7</inkml:trace>
  <inkml:trace contextRef="#ctx0" brushRef="#br0" timeOffset="259.859">1481 362,'-12'-5,"-3"1,3 1,10 4,18 1,5 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4.5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1 798,'16'-5,"0"1,1 0,-1 1,1 1,0 0,-1 2,1 0,0 0,0 2,-1 0,1 1,-1 0,1 2,-1 0,11 5,-22-8,0 1,0 0,-1 0,1 0,-1 0,0 1,1 0,-2 0,1 0,0 0,-1 1,0-1,0 1,0 0,-1 0,1 0,-1 0,0 0,-1 0,1 1,-1-1,0 1,-1-1,1 1,-1-1,0 1,0-1,-1 1,0-1,0 1,0-1,-1 2,-8 18,0-1,-2 0,-1-1,0-1,-2 0,-1 0,0-2,-3 2,-4 6,-76 108,98-134,0-1,-1 1,1-1,0 1,0 0,0 0,0-1,1 1,-1 0,0 0,1 0,-1 0,1 0,0 0,-1 0,1 0,0 0,0 0,0 0,1 0,-1 0,0 0,1 0,0 0,-1 0,1 0,0-1,0 1,0 0,0 0,0-1,0 1,0 0,1-1,-1 0,1 1,-1-1,1 0,1 2,7 0,1 0,0 0,-1-1,1-1,0 0,0 0,0-1,0 0,0-1,0-1,-1 1,6-3,30-4,0-3,-1-2,25-11,-12 2</inkml:trace>
  <inkml:trace contextRef="#ctx0" brushRef="#br0" timeOffset="267.813">522 397,'-9'-123,"5"-109,4 200,0 23,0 14,0 18,0 50,4-1,2 0,4 0,13 45,50 104,-49-165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3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529 0,'-13'46,"-1"-2,-3 0,-1 0,-3-2,-1 0,-2-2,-11 14,1-1,-2-2,-2-2,-2-2,-2-1,-39 32,16-37,64-41,1 1,-1-1,0 0,0 0,0 0,0 0,0 1,0-1,0 0,0-1,0 1,1 0,-1 0,0 0,0-1,0 1,0 0,0-1,0 1,1 0,-1-1,0 0,0 1,1-1,-1 1,0-1,1 0,-1 1,1-1,-1 0,1 0,-1 1,1-1,-1 0,1 0,0 0,-1 0,1 0,0 1,0-1,0 0,0 0,-1 0,1 0,0 0,1 0,-1 0,0 0,4-51,-3 49,59-232,-51 212,-9 23,0 0,0 0,0 0,0 1,0-1,1 0,-1 0,0 1,0-1,0 0,0 0,0 0,0 0,1 1,-1-1,0 0,0 0,0 0,0 0,1 0,-1 1,0-1,0 0,0 0,1 0,-1 0,0 0,0 0,0 0,1 0,-1 0,0 0,0 0,0 0,1 0,-1 0,0 0,0 0,1 0,-1 0,0 0,0 0,0 0,1 0,-1 0,0-1,0 1,0 0,1 0,-1 0,0 0,0 0,0-1,0 1,0 0,1 0,-1 0,0 0,0-1,0 1,0 0,0 0,0-1,0 1,0 0,0 0,0 0,0-1,6 23,-5-17,2 8,2 0,0 0,0-1,1 0,1 0,0 0,0-1,1 0,0-1,1 0,1 0,-1 0,2-2,-1 1,1-1,0-1,1 0,0 0,0-1,0-1,10 4,349 98,-318-75,-39-17</inkml:trace>
  <inkml:trace contextRef="#ctx0" brushRef="#br0" timeOffset="277.82">823 735,'23'-195,"-13"188,-6 28,2 112,-6-95,1-1,2 1,1-1,2 0,2 0,6 16,-14-51,0 1,1-1,0 0,-1 0,1 1,0-1,0 0,0 0,0 0,0 0,1 0,-1 0,1 0,-1-1,1 1,0 0,-1-1,1 1,0-1,0 0,0 0,0 0,0 0,0 0,1 0,-1 0,0 0,0-1,1 1,12-5</inkml:trace>
  <inkml:trace contextRef="#ctx0" brushRef="#br0" timeOffset="562.023">1224 348,'-9'2,"-3"4,5-1,10 0,12-1,10-1,1-1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50.0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608 599,'-8'49,"-12"-6,-3-1,0-1,-3-1,-1-1,-2-2,-2 0,-1-2,-2-2,-1-1,-26 17,34-26,-1-1,-1-1,-1-2,0-1,-5 0,34-17,-1 1,0-1,0 0,1 0,-1 0,0 0,0 0,0 0,0-1,0 1,0-1,0 1,0-1,0 0,0 1,0-1,-1 0,1-1,0 1,0 0,0-1,0 1,0-1,0 1,0-1,0 0,0 0,0 0,1 0,-1 0,0 0,1-1,-1 1,0-1,1 1,0-1,-1 1,1-1,0 0,-1-1,0-6,1-1,0 1,0 0,1-1,1 1,-1-1,1 1,1-1,0 1,3-9,-3 8,60-229,-61 235,-1 2,0 1,0 0,0-1,0 1,0 0,0 0,1-1,-1 1,0 0,1 0,-1-1,1 1,-1 0,1 0,-1 0,1 0,0 0,0 0,0 0,0 0,-1 0,1 0,0 0,0 1,1-1,-1 0,0 0,0 1,0-1,0 1,1 0,-1-1,0 1,0 0,1-1,-1 1,0 0,0 0,2 0,55 57,-40-35,18 21,2-2,2-2,1-1,2-2,2-2,1-2,45 23,-81-49,0-1,1-1,-1 0,1 0,0-1,1-1,-1 0,5 1,5-3</inkml:trace>
  <inkml:trace contextRef="#ctx0" brushRef="#br0" timeOffset="10641.079">943 1174,'-1'0,"1"0,-1-1,1 1,0 0,-1 0,1-1,0 1,-1 0,1 0,0-1,0 1,-1-1,1 1,0 0,0-1,-1 1,1 0,0-1,0 1,0-1,0 1,0-1,0 1,0 0,0-1,0 1,0-1,0 1,0-1,0 1,0 0,0-1,0 1,0-1,0 1,1 0,-1-1,0 1,0-1,0 1,1 0,-1-1,0 1,1 0,-1-1,0 1,1 0,-1 0,0-1,1 1,-1 0,0 0,1 0,-1-1,1 1,-1 0,1 0,-1 0,32-5,-29 4,10-1,1 1,-1 0,0 1,1 0,-1 1,1 0,-1 1,0 1,0 0,0 1,0 0,0 1,10 5,-20-8,-1 0,1 0,-1 0,0 0,0 1,1-1,-1 0,-1 1,1 0,0-1,-1 1,1 0,-1 0,0 0,0 0,0 0,0 0,-1 0,1 0,-1 0,0 0,0 1,0-1,0 0,0 0,-1 0,1 0,-1 0,0 0,0 0,0 0,0 0,-1 0,0 0,-63 91,-127 89,167-153,25-30,0 1,-1 0,1-1,0 1,0 0,0-1,0 1,0 0,0 0,0-1,0 1,0 0,0-1,0 1,0 0,0-1,1 1,-1 0,0-1,1 1,-1 0,0-1,1 1,-1-1,1 1,-1 0,0-1,1 0,0 1,-1-1,1 1,-1-1,1 1,0-1,-1 0,1 0,-1 1,1-1,0 0,-1 0,1 0,0 1,0-1,-1 0,1 0,0 0,-1 0,1-1,0 1,0 0,18 1,-1 0,1-1,0-1,0-1,-1-1,17-4,-3 1,239-47,-244 48</inkml:trace>
  <inkml:trace contextRef="#ctx0" brushRef="#br0" timeOffset="11938.266">1638 880,'-9'7,"-3"4,0 3,3 1,2 0,5-2,5-3,5-6,0-4</inkml:trace>
  <inkml:trace contextRef="#ctx0" brushRef="#br0" timeOffset="12322.744">1878 706,'36'-7,"33"-6,-1 2,1 3,45 2,-103 6,-1 0,0 1,0 1,0 0,0 0,0 0,-1 2,9 2,-15-4,0-1,0 1,0 0,0 0,0 0,0 1,-1-1,1 1,-1-1,1 1,-1 0,0 0,0 0,-1 0,1 0,0 0,-1 1,0-1,0 0,0 1,0-1,0 1,-1-1,0 1,1 0,-1 0,-3 10,1 1,-2-1,0 0,0-1,-2 1,0-1,0 0,-1 0,0 0,-1-1,-1-1,0 1,-1 0,-201 230,204-233,3-5,0 0,0 0,0 0,1 1,0-1,0 1,0 0,1 0,0 0,0 0,-1 5,3-9,0 1,0-1,0 1,1-1,-1 1,0 0,1-1,-1 0,1 1,0-1,0 1,-1-1,1 0,0 1,0-1,0 0,0 0,1 0,-1 0,0 0,0 0,1 0,-1 0,0 0,1-1,-1 1,1-1,-1 1,1-1,-1 1,1-1,0 0,0 0,25 5,1-2,-1 0,0-3,1 0,0-1,-1-2,0-1,5-2,-25 5,35-4,0-2,0-2,-1-2,-1-2,0-1,-1-2,29-17,-26 6</inkml:trace>
  <inkml:trace contextRef="#ctx0" brushRef="#br0" timeOffset="12696.262">2400 24,'20'-6,"1"1,0 1,0 0,1 2,-1 0,1 2,-1 0,0 2,1 0,0 1,-17-2,0-1,0 1,1 0,-1 0,0 1,0 0,-1 0,1 0,0 0,-1 1,1-1,-1 1,0 0,0 1,0-1,0 1,-1-1,1 1,-1 0,0 1,0-1,0 0,-1 1,0 0,0 0,0-1,0 1,-1 0,1 3,-4 9,0 0,-2 0,0-1,0 0,-2 0,0 0,-1 0,0-1,-2 0,1-1,-2 0,0 0,0-1,-9 8,19-21,-76 109,75-108,0 0,0 0,0 0,0 0,1 1,-1-1,0 0,1 0,-1 0,1 1,0-1,-1 0,1 0,0 1,0-1,-1 0,1 1,0-1,0 0,1 1,-1-1,0 0,0 0,1 1,-1-1,0 0,1 0,0 1,-1-1,1 0,0 0,-1 0,1 0,0 0,0 0,0 0,0 0,0 0,0-1,0 1,0 0,0 0,0-1,0 1,1-1,-1 1,0-1,0 0,1 1,0-1,17 3,0 0,0-2,0 0,0-1,0-1,18-3,-10 1,154-15,-98 9</inkml:trace>
  <inkml:trace contextRef="#ctx0" brushRef="#br0" timeOffset="13011.419">3068 1000,'18'9,"18"3,18-1,14-2,8-2,4-5,-3-5,-8-4,-12-4,-12-1,-14 0</inkml:trace>
  <inkml:trace contextRef="#ctx0" brushRef="#br0" timeOffset="13265.737">3429 840,'-12'18,"-3"15,1 11,2 7,6 4,9 2,10-2,8-6,4-7,-1-10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5.7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90 48,'-34'168,"-9"147,37-266,0 27,16-96,10-77,-5 0,1-54,4-34,-5 127,-15 58,1 0,0 0,0 0,-1 0,1 0,0 0,-1 0,1 0,0 0,-1 0,1 0,0 0,0 0,-1 1,1-1,-1 0,1 1,0-1,-1 0,1 1,0-1,-1 0,1 1,-1-1,1 1,-1-1,0 1,1 0,-1-1,1 1,-1-1,0 1,1 0,-1-1,0 1,0 0,0-1,1 1,-1 0,0-1,0 2,30 96,-28-84,2 1,0 0,0-1,1 0,1 0,0 0,6 8,-10-20,-1 0,0 0,1 0,-1 0,1-1,-1 1,1-1,0 1,-1-1,1 0,0 0,0 1,0-1,0 0,0-1,1 1,-1 0,0-1,0 1,0-1,1 0,-1 1,0-1,0 0,1-1,-1 1,0 0,0-1,1 1,-1-1,0 1,0-1,0 0,0 0,0 0,0 0,0-1,0 1,0 0,-1-1,1 1,0-1,0-1,15-16,-1 0,-1-1,-1 0,0-2,-2 1,0-2,-2 1,-1-1,0-1,3-16,-6 21,2 0,-3 21,-6 63,-9 298,9-350,1 1,0-1,1 0,0 0,1 0,1 0,0 0,0 0,2 0,-1-1,1 0,1 0,0 0,1-1,7 9,12 2</inkml:trace>
  <inkml:trace contextRef="#ctx0" brushRef="#br0" timeOffset="405.585">853 7,'-15'6,"1"-1,0 2,0 0,1 1,0 0,0 1,1 0,0 1,0 1,1-1,1 2,0 0,1 0,0 1,0 0,1 0,1 2,5-12,0 1,0-1,1 0,0 1,-1 0,1-1,1 1,-1-1,0 1,1 0,0 0,0-1,0 1,0 0,1-1,-1 1,1 0,0-1,0 1,1-1,-1 1,1-1,-1 1,1-1,0 0,0 0,0 0,1 0,-1 0,1-1,0 1,0-1,0 1,0-1,0 0,1 0,16 7,0 0,0-2,1 0,0-2,1 0,13 1,-14-3,0 1,-1 1,1 1,-1 0,0 2,-1 0,2 2,-18-9,-1 0,1 1,0-1,0 1,-1 0,1 0,-1 0,1 0,-1 0,0 0,0 1,0-1,0 1,0-1,-1 1,1 0,-1 0,0 0,0 0,0 0,0 0,0 0,0 0,-1 0,0 0,0 0,1 1,-2-1,1 0,0 0,-1 0,1 0,-1 0,0 0,0 0,-1 3,-9 8,-1 0,-1 0,1-2,-2 1,0-2,0 1,-1-2,-1 0,1-1,-2-1,1 0,-1-1,-5 1,-62 19,83-27,0 1,0-1,0 1,0-1,0 0,0 0,-1 1,1-1,0 0,0 0,0 0,0 0,0 0,0-1,-1 1,1 0,0 0,0-1,0 1,0-1,0 1,0-1,0 1,0-1,0 0,0 1,0-1,1 0,-1 0,0 0,0 0,1 1,-1-1,1 0,-1 0,1 0,-1 0,1-1,-1 1,1 0,0 0,0 0,-1 0,1 0,0 0,0 0,0-1,0 1,0 0,1 0,-1 0,0 0,0 0,1 0,-1 0,1 0,-1 0,1 0,-1 0,1 0,0-1,52-82,-17 39</inkml:trace>
  <inkml:trace contextRef="#ctx0" brushRef="#br0" timeOffset="1019.389">1147 194,'11'47,"-2"-1,-2 2,-3-1,-1 0,-2 1,-6 46,3-43,1-14,0-58,-5-124,1 95,3-1,2 0,2 0,9-48,-8 88,0 0,0 0,1 1,0-1,1 1,0 0,1 0,4-6,-8 14,-1-1,1 0,0 1,0 0,1-1,-1 1,0 0,1 0,-1 0,1 1,0-1,0 0,0 1,-1 0,1 0,0 0,0 0,1 0,-1 1,0-1,0 1,0 0,0 0,0 0,1 0,-1 0,0 1,0-1,0 1,0 0,0 0,1 1,0 0,-1 0,1 1,-1-1,0 1,0-1,0 1,0 0,0 1,-1-1,1 0,-1 1,0-1,0 1,0 0,0 0,-1-1,0 1,0 0,0 0,0 1,0-1,-1 2,-4 92,-1-82,0 1,-1-1,-1 0,0-1,-1 0,-1 0,0 0,-3 1,49-40,-32 20,1 0,0 0,0 1,0 0,0 0,0 0,1 1,-1 0,1 0,0 1,-1 0,1 0,0 0,0 1,0 0,-1 0,1 1,0 0,0 0,-1 1,1-1,-1 1,1 1,-1-1,0 1,0 1,0-1,0 1,0 0,-1 0,0 0,0 1,0 0,-1 0,-1 1,0 0,0 0,0 1,-1-1,0 0,0 1,0-1,-1 1,0 0,-1-1,1 1,-1 0,0 0,-1-1,0 1,0 0,0-1,-1 1,0-1,0 0,-1 1,0-1,0 0,0 0,-1-1,1 1,-2-1,1 1,0-1,-1-1,0 1,0-1,0 0,-1 0,-4 3,-5 2,0-1,0-1,0 0,-1-1,0 0,0-2,-1 0,1 0,-1-2,0 0,-11 0,26-2,0 0,0 1,0-1,0 0,-1 0,1 0,0-1,0 1,0 0,0-1,-1 1,1-1,0 0,0 0,0 0,0 0,1 0,-1 0,0 0,0-1,1 1,-1-1,1 1,-1-1,1 0,-1 1,1-1,0 0,0 0,-5-16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34.10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1363 466,'-17'52,"-2"0,-2-1,-3-1,-2-1,-2-2,-2 0,-10 9,0 2,-2-1,-3-3,-2-1,-16 10,-16-8,77-54,1 0,0-1,-1 1,1-1,-1 0,1 1,0-1,-1 0,1 0,-1 0,1 0,-1 0,1 0,-1 0,1 0,0-1,-1 1,1 0,-1-1,1 1,0-1,-1 0,1 1,0-1,0 0,0 0,-1 0,1 0,0 0,0 0,0 0,0 0,1 0,-1-1,0 1,0 0,0-1,-10-55,13 9,1 1,3-1,1 1,3 0,2-2,-12 48,20-52,-19 52,-1-1,1 1,0 0,0 0,0 0,1 0,-1 0,0 0,0 0,0 0,1 0,-1 1,0-1,1 1,-1-1,1 1,-1-1,1 1,-1 0,1-1,-1 1,1 0,-1 0,1 0,-1 0,1 0,-1 1,1-1,-1 0,1 1,-1-1,1 1,-1 0,2 0,11 7,0 1,0 0,-1 1,0 0,-1 1,0 1,4 5,0-1,3 3,47 48,2-3,4-3,32 18,-101-77,1 2,0-1,0 0,0 0,0 0,1 0,-1-1,1 0,0 0,-1 0,1-1,0 1,0-1,0 0,0-1,0 1,0-1,0 0,0 0,5-1,1-7</inkml:trace>
  <inkml:trace contextRef="#ctx0" brushRef="#br0" timeOffset="2713.01">1657 1068,'74'-16,"-64"14,62-5,-70 7,0 0,0 0,0 1,0-1,-1 0,1 1,0-1,0 1,0 0,0 0,-1 0,1 0,0 0,-1 0,1 0,-1 0,1 0,-1 1,0-1,1 1,-1-1,0 1,0-1,0 1,0 0,0 0,-1-1,1 1,0 0,-1 0,1 0,-1 0,0 0,0 0,0 5,-1-1,-1 1,1-1,-1 1,0-1,-1 0,1 1,-1-1,0-1,-1 1,1 0,-1-1,-1 0,1 1,-1-2,1 1,-1 0,-1-1,-2 2,-5 7,12-13,0 0,1 0,-1 0,1 0,-1 0,1 1,-1-1,0 0,1 0,-1 1,1-1,-1 0,1 1,-1-1,1 0,0 1,-1-1,1 1,-1-1,1 1,0-1,0 1,-1-1,1 1,0-1,0 1,-1-1,1 1,0-1,0 1,0 0,0-1,0 1,0-1,0 1,0 0,0-1,0 1,0-1,0 1,0-1,1 1,-1 0,0-1,0 1,1-1,-1 1,0-1,1 1,-1-1,0 0,1 1,-1-1,1 1,-1-1,1 0,-1 1,1-1,-1 0,1 1,-1-1,1 0,-1 0,1 0,0 0,75-1,-68 0,1-1,0 1,0 0,0 1,0 0,0 1,0-1,0 2,-1-1,1 1,0 1,-1 0,1 0,-1 0,0 1,0 0,-1 1,1 0,-1 0,4 4,-9-7,0 0,0 1,0 0,0-1,0 1,-1 0,0 0,1 0,-1 0,0 0,0 0,-1 0,1 0,0 1,-1-1,0 0,0 0,0 1,0-1,-1 0,1 0,-1 0,0 0,0 1,0-1,0 0,0 0,-1-1,1 1,-1 0,-4 7,-1-1,0 0,0-1,-1 0,0 0,-1 0,1-1,-3 1,-15 9,0 0,-1-1,-1-2,0-1,-1-1,-8 1,13-11,29-21,10 0</inkml:trace>
  <inkml:trace contextRef="#ctx0" brushRef="#br0" timeOffset="3235.46">2928 547,'-4'-1,"0"1,1 1,-1-1,1 0,-1 1,1 0,-1 0,1 0,-1 0,1 1,0-1,0 1,-1 0,1 0,1 0,-1 0,0 0,0 1,1-1,-1 1,0 2,-3 0,-47 47,2 3,-27 40,24-28,4-6,7-7,-3-2,-31 27,75-76,-1 0,0 0,0 0,0 0,0 0,0-1,0 1,-1-1,1 0,-1 0,0 0,1 0,-1-1,0 0,0 1,0-1,0-1,0 1,0-1,-1 1,1-1,0 0,0-1,0 1,0-1,0 0,0 0,0 0,0 0,0-1,0 1,1-1,-1 0,0 0,1-1,0 1,-1-1,1 1,0-1,0 0,1 0,-1-1,-2-7,0 0,1 0,1-1,-1 1,2-1,0 0,0 0,1 0,1 0,0 0,0 0,1 1,1-1,0 0,1 0,0 0,0 3,0 0,0 0,1 0,0 1,1-1,0 1,0 0,1 0,0 1,3-4,-6 9,-1 0,0-1,1 1,-1 1,1-1,-1 0,1 1,0-1,0 1,0 0,0 0,0 0,0 0,0 0,0 1,0-1,0 1,1 0,-1 0,0 0,0 1,0-1,0 1,0 0,0-1,0 1,0 0,0 1,0-1,0 1,0-1,2 3,11 9,0 1,-1 1,0 0,-1 1,-1 0,0 1,0 4,8 7,8 13,2-2,1-1,2-2,2-1,1-2,25 17,15 0,-70-48</inkml:trace>
  <inkml:trace contextRef="#ctx0" brushRef="#br0" timeOffset="3576.129">3022 1028,'21'-14,"1"2,1 0,0 2,0 0,1 2,0 0,1 2,9-1,-32 6,-1 1,1-1,-1 1,1-1,0 1,0-1,-1 1,1 0,0 0,-1 0,1 0,0 0,-1 1,1-1,0 0,-1 1,1-1,0 1,-1 0,1-1,-1 1,1 0,-1 0,1 0,-1 0,0 0,1 0,-1 1,0-1,0 0,0 1,0-1,0 0,0 1,0 0,-1-1,1 1,-1-1,1 1,-1 0,1-1,-1 1,0 1,-1 7,-1 0,-1 0,0 0,0-1,-1 1,0-1,-1 0,0 0,0 0,-1-1,0 1,-1 0,3-4,-141 189,143-190,0-3,0 0,1 1,-1-1,1 1,-1 0,1-1,0 1,0 0,0 0,0 0,0 0,0 0,0 0,1 0,-1 0,1 0,-1 0,1 0,0 0,0 1,0-1,0 0,0 0,0 0,1 0,-1 0,1 0,0 1,-1-1,1 0,0-1,0 1,0 0,1 1,3-1,0 0,0 0,1 0,-1-1,1 0,-1 0,1 0,-1-1,1 1,-1-1,1-1,3 0,47-5,-1-2,0-3,-1-2,43-17,-61 19,80-25,-8 2</inkml:trace>
  <inkml:trace contextRef="#ctx0" brushRef="#br1" timeOffset="50689.017">0 293,'101'398,"-73"-193,-8 2,-9 17,2 12,-11-208,-1 7,1 0,1 0,3-1,0 0,2 0,2 0,1-1,5 9,-13-36,0 0,1 0,-1-1,1 0,1 1,-1-1,1-1,-1 1,1-1,1 1,-1-2,1 1,-1 0,1-1,0 0,0-1,0 1,1-1,-1 0,0-1,1 1,0-1,-1-1,1 1,0-1,-1 0,1-1,-1 1,1-1,3-2,123-50,-60 20,-23 16,1 2,0 2,1 2,0 3,0 2,1 2,0 2,-1 3,1 2,0 2,-1 3,0 2,33 12,83 26,-94-24,1-3,1-4,10-2,-81-14,0 0,0 0,1 0,-1-1,0 0,0 0,1-1,-1 1,0-1,1 0,-1-1,0 1,0-1,0 0,0 0,-1 0,1-1,0 0,-1 0,0 0,0 0,0-1,0 1,3-5,2-8,-1-1,-1 0,0-1,-1 0,-1 0,0 0,-2 0,0-1,-1 1,-1-1,0 0,-2 0,0 1,-1-1,-3-9,5 27,-61-461,24 224,-9 3,-51-139,90 346,-1 0,-2 1,-1 0,-1 1,-1 0,-1 1,-2 0,0 2,-1 0,-2 0,-3-1,16 18,-1 1,0 0,0 1,-1 0,1 0,-1 0,0 1,0 0,0 1,0 0,0 0,-1 0,1 1,-1 1,1-1,-1 1,-7 2,-10 2,0 1,1 1,-1 1,2 2,-4 1,-7 1,-1-2,0-2,0-2,-1 0,0-3,1-1,-13-2,15 1,-57 8,0 5,0 3,1 5,2 3,0 4,2 4,-37 21,3-5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2.4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88,'-20'367,"13"-127,7-236,0-1,0 1,0-1,0 1,0-1,1 1,0-1,-1 1,1-1,0 0,1 1,-1-1,1 0,-1 0,1 0,0 0,0 0,0-1,1 1,-1 0,0-1,1 0,0 1,0-1,-1 0,1 0,1-1,1 2,10-1,-1 0,0-1,1 0,-1-2,1 1,-1-2,1 0,-1-1,0 0,0-1,0 0,-1-1,9-5,-22 10,223-91,-183 76</inkml:trace>
  <inkml:trace contextRef="#ctx0" brushRef="#br0" timeOffset="434.837">923 114,'-148'17,"140"-15,0 0,0 1,0 0,0 1,0-1,1 1,-1 1,1 0,0 0,1 0,-1 1,1-1,0 2,0-1,1 1,-1 1,5-6,-1 0,1 1,0-1,0 0,0 0,0 1,0-1,1 1,-1-1,1 1,0-1,0 1,-1-1,2 1,-1-1,0 1,0-1,1 0,-1 1,1-1,0 1,0-1,0 0,0 1,0-1,0 0,1 0,-1 0,1 0,-1 0,1 0,0-1,0 1,0 0,0-1,0 1,0-1,0 0,1 1,18 9,-1-1,2-1,-1-1,1-1,23 5,-28-9,-1 1,1 1,0 1,-1 0,0 1,-1 1,0 0,0 1,0 1,-1 0,3 4,-14-11,1 0,-1 1,0 0,0-1,0 1,-1 0,1 1,-1-1,0 0,0 1,-1-1,1 1,-1 0,0-1,0 1,0 0,-1 0,0-1,0 1,0 0,0 0,-1 0,0-1,0 1,0 0,-1-1,1 1,-1-1,0 1,0-1,-1 0,1 0,-1 0,0 0,0 0,0-1,-1 1,1-1,-4 2,-6 5,-1-1,1 0,-2-1,1-1,-1 0,0-1,-1-1,1 0,-1-1,0-1,0 0,0-2,0 1,-1-2,-9-1,26 2,-1-1,0 0,0 1,0-1,1 0,-1 0,0 0,0 0,0 1,0-1,1 0,-1-1,0 1,0 0,0 0,0 0,1 0,-1-1,0 1,0 0,0-1,1 1,-1-1,0 1,1-1,-1 1,0-1,1 1,-1-1,1 0,-1 1,1-1,-1 0,1 1,-1-1,1 0,0 0,-1 1,1-1,0 0,0 0,-1 0,1 0,0 1,0-1,0 0,0 0,0 0,8-12</inkml:trace>
  <inkml:trace contextRef="#ctx0" brushRef="#br0" timeOffset="1031.318">1244 288,'-27'412,"30"-572,5 70,4 0,4 0,15-39,-28 116,0 0,1 0,1 1,0 0,0 0,1 0,1 1,0-1,6-6,-12 17,-1 0,1 1,0-1,0 0,-1 0,1 0,0 0,0 1,0-1,0 0,0 1,0-1,0 1,1-1,-1 1,0-1,0 1,0 0,0 0,1 0,-1-1,0 1,0 0,0 0,1 1,-1-1,0 0,0 0,0 1,0-1,1 0,-1 1,0-1,0 1,0-1,0 1,0 0,0 0,0-1,0 1,-1 0,1 0,0 0,0 0,-1 0,1 0,0 0,-1 0,1 0,-1 0,0 0,1 0,-1 1,0-1,1 0,-1 0,0 0,0 0,0 1,0 0,3 17,0 1,-1-1,-1 1,-1 0,-1 0,-1 0,0-1,-1 1,-2-1,0 1,0-1,-2-1,-1 1,0-1,-1-1,-1 1,-10 12,-3 8,24-37,0 0,1-1,-1 1,0-1,1 1,-1-1,0 0,1 1,-1-1,1 0,-1 0,0 0,1 0,-1 0,1 0,-1-1,1 1,-1 0,0-1,1 1,-1-1,0 1,0-1,1 0,-1 1,0-1,0 0,0 0,0 0,0 0,2 0,12-8,1 2,-1 0,2 0,-1 1,1 1,0 1,0 1,0 0,1 1,-1 1,0 0,1 2,-1 0,1 0,-1 2,7 2,-21-4,0 0,0 1,0-1,-1 1,1-1,0 1,-1 0,1 0,-1 1,0-1,0 0,0 1,0-1,0 1,0 0,-1-1,1 1,-1 0,1 0,-1 0,0 0,-1 0,1 0,0 1,-1-1,0 0,0 0,0 0,0 1,0-1,0 0,-1 0,0 0,0 0,0 0,0 0,0 0,0 0,-1 0,1 0,-1-1,0 1,0 0,-2 1,-10 12,-2-1,0-1,-1-1,0 0,-1-1,0 0,-1-2,0 0,-1-2,0 0,-16 4,-151 31,97-32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39.31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1957 439,'-3'45,"-3"1,-1-1,-2 0,-2-1,-3 0,-1-1,-2 0,-1-2,-3 0,-1-1,-17 22,23-36,0-1,-2-1,0 0,-2-1,-1-1,0-1,-9 6,26-24,1 0,-1 0,0 0,0-1,-1 1,1-1,0 0,-1 0,1-1,-1 1,1-1,-1 0,0 0,0-1,1 1,-1-1,0 0,0-1,0 1,1-1,-1 0,0 0,1 0,-1 0,0-1,1 0,-4-2,-2-4,0-1,0 0,1 0,0-1,0 0,1-1,1 0,0 0,0-1,1 1,1-1,0-1,0 1,1-1,-1-11,4 22,0 1,0-1,1 1,-1-1,1 1,-1-1,1 0,-1 1,1-1,0 0,0 1,0-1,0 0,0 1,0-1,1 0,-1 1,0-1,1 0,-1 1,1-1,0 1,0-1,-1 1,1-1,0 1,0 0,0-1,0 1,1 0,-1 0,0 0,1 0,-1 0,0 0,1 0,-1 0,1 0,1 0,9 1,1-1,-1 2,0 0,1 0,-1 1,0 1,0 0,0 1,-1 0,1 0,9 7,-10-7,26 10,-1 2,-1 1,0 2,-2 1,0 2,-1 1,-1 2,11 12,-15-7,-23-23,0-1,0 0,0-1,1 1,0-1,0 0,0 0,1 0,0-1,-1 0,2 0,-1 0,0-1,1 0,-1 0,1 0,0-1,0 0,0-1,0 0,0 0,1 0,-1-1,0 0,6 0,19-13,-28 10,0 1,-1 0,1 0,0 0,0 0,0 1,1-1,-1 1,0 0,0 0,1 1,-1-1,1 1,-1 0,0 0,1 1,-1-1,0 1,1 0,-1 0,0 0,0 1,0 0,0-1,3 3,26 28,-26-24,0 1,1-1,-1 0,2 0,-1-1,1 0,0-1,0 0,1 0,0-1,0 0,0-1,0 0,1 0,0-1,0-1,-1 0,2 0,-1-1,0 0,7-2,-13 0,0-1,0 0,-1 0,1 0,0-1,-1 1,1-1,-1 0,0-1,0 1,0-1,-1 0,1 0,-1 0,0 0,0 0,0-1,-1 1,1-1,-1 0,0 0,0 0,-1 0,0 0,0 0,1-4,-1-2,1 0,-1 0,-1 1,0-1,0 0,-1 0,-1 0,0 0,0 1,-1-1,0 1,-4-7,5 12,0 0,-1 0,1 1,-1-1,0 1,-1 0,1 0,-1 0,0 0,0 1,0-1,0 1,-1 0,1 1,-1-1,0 1,1-1,-1 1,0 1,-1-1,1 1,0 0,0 0,-1 0,1 1,0 0,0 0,-1 0,1 1,0 0,-2 0,-8 5,1 1,0 0,1 1,0 0,0 1,0 0,1 1,1 1,0 0,0 0,1 1,0 1,1 0,1 0,0 0,1 1,0 0,1 1,-2 7,5-14,1 1,-1-1,1 1,1 0,-1 0,1 0,1-1,0 1,0 0,1 0,0 0,1 0,-1 0,2-1,-1 1,1-1,2 3,16 25</inkml:trace>
  <inkml:trace contextRef="#ctx0" brushRef="#br0" timeOffset="-1116.463">688 625,'-9'0,"0"1,0-1,0 1,0 1,1-1,-1 2,1-1,-1 1,1 0,0 1,0 0,0 0,0 1,1 0,0 0,0 1,0 0,1 0,-1 0,2 1,-2 1,-100 159,53-75,28-49,-2 0,-1-2,-3-2,-1 0,-2-2,-27 21,14-29,47-28,-1-1,1 1,0-1,-1 0,1 1,0-1,-1 0,1 0,-1 0,1 0,-1 0,1 0,0 0,-1 0,1-1,-1 1,1 0,0-1,-1 1,1-1,0 0,0 1,-1-1,1 0,0 0,0 0,0 0,0 0,0 0,0 0,0 0,0 0,1 0,-1-1,0 0,-3-9,0 0,1-1,1 0,0 0,0 0,1 0,1 0,0 0,1-6,0-1,4-123,-5 141,1-1,-1 1,0-1,0 1,1-1,-1 1,0-1,1 1,0 0,-1-1,1 1,0 0,0-1,-1 1,1 0,0 0,0 0,1 0,-1 0,0 0,0 0,0 0,1 0,-1 0,0 1,1-1,-1 0,1 1,-1-1,0 1,1 0,-1-1,1 1,-1 0,1 0,0 0,-1 0,1 0,-1 1,1-1,-1 0,0 1,1-1,-1 1,1-1,-1 1,2 0,21 11,1 1,-2 1,1 1,-2 0,0 2,-1 1,1 2,-7-6,50 42,-29-21,2-3,1-1,2-2,1-1,19 7,3-12,-38-18</inkml:trace>
  <inkml:trace contextRef="#ctx0" brushRef="#br0" timeOffset="-864.727">862 1227,'-3'-21,"0"-13,0-5,1-1,0 4,1 13,0 17,3 21,2 17,-1 14,-1 12,0 1,-1 1,2-4,5-6,5-10,6-11,-1-11</inkml:trace>
  <inkml:trace contextRef="#ctx0" brushRef="#br1" timeOffset="42463.34">1356 492,'-2'1,"-1"0,1 0,0 0,0 1,0-1,0 1,0-1,1 1,-1-1,0 1,1 0,-1 0,1 0,-1 0,1 0,0 0,0 1,0-1,0 0,0 0,1 1,-1-1,1 1,0-1,-1 0,1 1,0-1,0 1,1-1,-1 1,0-1,1 1,21 293,15 291,-36-570,2 89,4-1,6 1,9 29,-21-126,1 0,1 1,-1-1,1 0,1 0,-1-1,2 1,-1-1,1 0,0 0,1 0,0-1,-4-5,1-1,-1 0,0 0,1 0,-1-1,1 1,-1-1,1 1,0-1,-1 0,1 0,-1 0,1 0,0 0,-1-1,1 1,-1-1,1 0,-1 1,1-1,-1 0,0-1,1 1,-1 0,0-1,0 1,2-2,5-2,23-10,1 1,1 2,0 1,1 1,0 3,0 0,1 3,21-1,133 1,59 10,-135 2,0-6,-1-5,1-4,-1-6,46-13,-151 24,-4 2,0 0,1-1,-1 1,0-1,0 0,0 0,0 0,0 0,0-1,0 0,0 0,-1 0,1 0,-1 0,1-1,-1 1,0-1,0 0,0 0,0-1,-1 1,1 0,-1-1,0 1,0-1,0 0,0 0,-1 0,0 0,0 0,-17-223,-87-628,84 723,-6 1,-6 1,-11-18,-15 24,54 119,0 0,0 1,0 0,0 0,-1 0,0 0,0 0,0 1,0-1,-1 1,1 0,-1 1,0-1,0 1,0 0,0 0,0 1,0-1,-1 1,1 0,0 0,-1 1,-3 0,-5 2,0 0,1 2,-1 0,1 0,0 1,0 1,1 0,-5 3,-78 30,60-34,0-1,0-1,0-2,-9-2,8 1,-17 0,-41-2,0 5,0 3,-74 17,99-7,0 4,1 2,2 3,1 3,0 3,3 3,1 3,-1 3,18-5,17-10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9.8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267 442,'-8'-10,"-1"1,1 0,-1 0,-1 1,0 0,0 1,0 0,-1 1,0 0,0 0,-1 1,1 1,-3-1,10 5,0-1,0 1,0 0,1 0,-1 0,0 1,0-1,0 1,0 0,1 0,-1 0,0 1,1-1,-1 1,1 0,0 0,0 0,-1 0,1 1,0-1,1 1,-1 0,0 0,1 0,0 0,0 0,0 0,0 1,0-1,0 1,1-1,0 2,-4 7,1 0,0 0,1 0,1 1,0-1,0 1,1 0,1-1,1 6,-1-12,0 1,0-1,1 0,0 1,0-1,1 0,-1 0,2 0,-1 0,0 0,1 0,0-1,1 1,-1-1,1 0,0 0,0 0,1-1,-1 1,1-1,0 0,0 0,0-1,1 0,-1 0,1 0,0 0,5 1,0-4,1-1,-1 0,0 0,1-1,-1 0,0-1,0-1,0 1,-1-2,1 0,-1 0,0 0,-1-2,1 1,-1-1,0 0,-1-1,0 0,7-8,-1 2,-1 0,0-1,-1 0,-1-1,0 0,-1-1,-1 0,-1-1,0 1,-1-2,-1 1,-1-1,-1 0,0 0,-1 0,-1 0,-1-1,-1 1,-1-1,0 1,-2 0,0 0,-1-1,-1 2,0-1,-2 1,0 0,-1 0,-6-9,13 25,1 0,-1 0,0 0,0 0,-1 0,1 0,0 0,-1 0,1 0,-1 0,0 1,1-1,-1 1,0-1,0 1,0 0,0 0,0 0,0 0,0 0,-1 0,1 0,0 1,0-1,-1 1,1 0,0-1,-1 1,1 0,0 1,-1-1,1 0,0 1,-1-1,1 1,0-1,0 1,-1 0,1 1,-5 5,1 1,0-1,0 2,1-1,0 1,0-1,1 2,1-1,-1 0,1 1,1-1,0 1,0 0,0 5,-5 21,1 0,1 1,2-1,2 1,1 0,2-1,2 1,1-1,2 0,1 0,2 0,9 19,-15-45,1 0,0 0,0-1,1 0,0 0,1 0,0-1,0 0,1 0,0-1,0 0,0-1,1 1,0-2,1 1,-1-1,1-1,0 0,0 0,1-1,-1 0,11 1,-5-3,0-1,0-1,0 0,-1-2,1 0,0 0,-1-1,0-1,1-1,-2 0,1-1,-1 0,0-1,-1-1,0 0,0-1,-1 0,0-1,-1-1,0 1,-1-2,0 1,-1-2,-1 1,0-1,0 0,-2-1,0 0,0 0,-1 0,-1 0,-1-1,0 0,-1 0,-1-4,0 10,-2 0,1 0,-1 0,-1 1,0-1,0 0,-1 1,0-1,-4-8,7 18,0 1,0-1,0 0,0 0,0 1,-1-1,1 0,0 1,0-1,0 0,0 1,0-1,0 0,-1 0,1 1,0-1,0 0,0 0,-1 1,1-1,0 0,0 0,-1 0,1 1,0-1,-1 0,1 0,0 0,0 0,-1 0,1 0,0 0,-1 0,1 0,0 1,-1-1,1 0,0 0,-1-1,1 1,0 0,0 0,-1 0,1 0,0 0,-1 0,1 0,0 0,-1-1,1 1,0 0,0 0,-1 0,1-1,0 1,0 0,0 0,-1-1,1 1,0 0,0 0,0-1,0 1,0 0,-1-1,-4 29,4-12,0-1,1 0,1 1,0-1,1 0,1 0,0 0,1 0,1 0,0-1,1 0,0 0,-2-7,0 0,0 0,0-1,1 1,0-1,0 0,1 0,0-1,-1 0,2 0,-1 0,1-1,-1 0,1 0,1-1,-1 1,0-2,1 1,-1-1,1 0,0-1,0 1,-1-2,2 1,3-1,-1-1,0 0,0 0,0-1,0-1,-1 1,1-2,-1 0,0 0,1-1,-2 0,1 0,-1-1,0-1,0 0,0 0,-1 0,0-1,0-1,3-4,0-1,0-1,-1 0,-1 0,-1 0,0-1,-1-1,-1 1,0-1,-1 0,1-11,2-28,-2 210,6-1,8-1,37 147,31 89,-89-380,-5-26,-31-120,-12-114,41 211,6 28,-19-99,5-1,0-83,30 98,-13 94,1 1,-1 0,0 0,1 1,0-1,0 0,0 0,0 1,0-1,1 1,-1 0,1 0,-1 0,1 0,0 0,0 0,0 1,0-1,0 1,0 0,0 0,0 0,1 0,-1 1,0-1,0 1,2 0,8 1,0 1,-1 0,1 1,-1 1,0 0,0 0,0 1,0 1,-1 0,0 1,0 0,0 0,-1 1,0 1,-1-1,0 2,0-1,-1 1,2 4,-5-8,0 1,-1 0,0 0,-1 0,1 0,-1 0,-1 1,1-1,-1 1,0-1,-1 1,0 0,0 0,-1 0,0 0,0 0,-1 0,0 0,0-1,-1 1,0 0,-1-1,1 1,-1-1,-1 0,1 0,-1 0,-1 0,1-1,-1 1,-3 2,1 0,-2 0,1-1,-1 0,0 0,-1-1,0-1,0 1,0-2,-1 1,0-2,0 1,0-1,-1-1,1 0,-8 0,-4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30.6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1 659,'101'-147,"-73"112,-2-1,-1-2,-2 0,-1-1,-3-1,-1-1,-1-1,1-14,-16 50,0-1,0 0,0 1,-1-1,0 0,-1 0,1 0,-1 0,0 0,-1 0,0 0,0 0,-1 1,1-1,-1 0,-1 1,1-1,-4-4,4 9,0 1,-1-1,1 1,-1 0,0 0,1 0,-1 0,0 0,1 0,-1 1,0-1,0 1,0 0,1 0,-1 0,0 0,0 0,0 1,0-1,1 1,-1 0,0 0,1 0,-1 0,0 0,1 1,0-1,-1 1,1-1,0 1,0 0,0 0,0 0,0 0,0 1,-1 1,-14 16,1 1,1 0,1 1,1 1,1 0,0 1,2 1,1-1,1 1,2 1,0-1,1 1,2 0,0 14,0-16,2 1,1-1,1 0,1 1,1-1,1 0,1-1,3 8,-5-20,0-1,1-1,1 1,-1 0,2-1,-1 0,1 0,1-1,-1 0,1 0,1 0,-1-1,1 0,1 0,-1-1,1 0,0-1,1 0,-1 0,1-1,4 1,1-1,-1-1,1 0,-1-1,1-1,0 0,-1-1,1-1,0 0,-1-1,1 0,-1-1,1-1,4-2,7-3,0-2,-1 0,0-2,-1 0,0-2,-1-1,3-4,-13 11,0-1,-1 0,0-1,-1-1,0 0,-1 0,0-1,-1 0,-1-1,0 0,-1 0,0 0,2-10,-8 21,0 1,-1-1,0 1,1-1,-1 0,0 1,0-1,0 1,-1-1,1 0,-1 1,1-1,-1 1,0-1,0 1,0 0,0-1,0 1,-1 0,1 0,-1 0,1 0,-1 0,0 0,0 0,0 0,0 1,0-1,0 1,0-1,0 1,-1 0,1 0,-1 0,1 0,-1 0,1 1,-1-1,1 1,-1 0,1 0,-1 0,0 0,1 0,-3 0,-7 3,0 1,1 0,-1 1,1 0,0 0,0 1,1 1,-1 0,2 0,-1 1,1 0,0 1,0 0,1 0,1 1,0 0,0 0,0 1,2 0,-1 0,1 0,0 2,3-10,0 0,1 0,-1 0,0 0,1 1,0-1,-1 0,1 1,1-1,-1 1,0-1,1 1,0-1,0 1,0-1,0 1,0-1,1 1,0-1,-1 1,1-1,1 1,-1-1,0 0,1 0,0 0,-1 0,1 0,1 0,-1 0,0 0,1-1,-1 1,4 1,1-2,1-1,0 0,0-1,0 0,0 0,0-1,0 0,0 0,0-1,-1 1,1-2,-1 1,1-1,-1-1,0 1,0-1,0 0,0-1,3-3,4-1,0-1,-1 0,0 0,-1-2,0 1,-1-2,0 1,-1-1,0-1,-1 0,-1 0,0-1,-1 0,3-11,-7 11,-7 22,-8 26,6-13,0 0,2 0,0 1,1-1,2 1,0 10,1-25,0 1,1-1,0 1,0-1,0 1,1-1,0 0,0 0,1 0,-1 0,2 0,-1 0,0-1,1 1,0-1,0 0,1-1,-1 1,1-1,0 1,1-1,4 2,3 1,0-1,1-1,0-1,-1 0,2 0,-1-1,0-1,0-1,5 0,61 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8.1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349 535,'-9'-5,"0"0,0 0,0 1,0 0,-1 1,1 0,-1 1,0 0,0 0,0 1,0 0,0 1,0 0,0 1,0 0,0 0,0 1,0 0,1 1,-1 0,1 1,-1 0,1 0,1 1,-1 0,1 1,-1 0,1 0,1 1,-1 0,1 0,1 0,0 1,1-1,0 1,0 0,1 1,0-1,0 1,1 0,0-1,1 1,0 1,0-1,1 0,0 0,1 1,0-1,0 0,1 1,0-1,1 2,-1-8,0 0,0-1,1 0,-1 1,0-1,1 0,0 0,-1 1,1-1,0-1,0 1,0 0,1 0,-1-1,0 1,1-1,-1 0,0 0,1 1,0-2,-1 1,1 0,-1 0,1-1,0 0,0 1,-1-1,1 0,0-1,-1 1,2 0,4-1,0-1,0 0,0 0,0-1,-1 0,1 0,-1-1,0 1,6-5,5-4,-1-1,-1-1,0 0,0-1,-2 0,0-2,-1 1,0-2,-1 1,-1-2,-1 0,7-17,-13-3,-5 38,1 1,0 0,0 0,0-1,-1 1,1 0,0 0,0-1,-1 1,1 0,0 0,0 0,-1 0,1-1,0 1,-1 0,1 0,0 0,-1 0,1 0,0 0,-1 0,1 0,0 0,-1 0,1 0,0 0,-1 0,1 0,0 0,0 0,-1 1,1-1,0 0,-1 0,1 0,0 0,0 1,-1-1,1 0,0 0,0 0,-1 1,1-1,0 0,0 0,0 1,0-1,-1 0,1 1,0-1,0 0,0 1,0-1,0 0,0 1,0-1,0 0,0 0,0 1,0-1,0 0,0 1,-4 11,0 1,0 0,2 0,0 0,0 0,1 0,1 0,0 0,1 1,0-1,3 11,-2-13,0 1,1 0,1-1,0 0,0 0,1 0,1 0,0-1,0 1,1-2,0 1,6 5,-9-10,1-1,0 0,0 0,0 0,0-1,0 1,1-1,0-1,0 1,-1-1,1 0,0 0,1 0,-1-1,0 0,0-1,1 1,-1-1,0 0,1-1,-1 1,0-1,1 0,2-2,44-19,-7-7</inkml:trace>
  <inkml:trace contextRef="#ctx0" brushRef="#br0" timeOffset="246.72">750 0,'18'26,"13"23,8 26,-1 26,-6 25,-13 23,-17 16,-21 7,-15-6,-6-17,2-33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2.1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1 441,'2'0,"6"0,10-2,11-3,15-6,15-4,14-3,8-1,1 4,-1 3,-8 5,-10 3,-12 4,-16 5,-14 2</inkml:trace>
  <inkml:trace contextRef="#ctx0" brushRef="#br0" timeOffset="250.928">202 642,'16'3,"16"-1,17-1,11-4,7-4,1 0,-2-2,-5 2,-7 1,-9 1,-14 3</inkml:trace>
  <inkml:trace contextRef="#ctx0" brushRef="#br0" timeOffset="578.644">749 1,'0'5,"0"0,1 0,-1 0,1 0,0 0,0 0,0-1,1 1,-1 0,1 0,0-1,1 1,-1-1,1 0,0 0,0 0,0 0,1 0,-1 0,1-1,0 0,0 0,0 0,3 1,110 55,-22-26,-69-27,-1 2,0 0,-1 2,0 0,-1 2,0 0,0 2,-1 1,-1 0,-1 2,0 0,3 5,-18-14,0 0,0 0,-1 0,0 1,-1-1,0 1,0 0,0 0,-1 0,-1 0,0 1,0-1,-1 0,0 1,0-1,-1 0,0 1,-1-1,0 0,0 0,-1 0,-1 0,1-1,-1 1,-1-1,0 2,-22 33,-1-2,-2-1,-2-1,-2-2,-1-1,-1-2,-16 10,5-6,10-9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4.8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290 412,'-19'-8,"-95"-30,109 37,0 1,1 0,-1-1,0 2,0-1,1 1,-1-1,0 1,1 1,-1-1,1 0,-1 1,1 0,0 0,0 1,0-1,0 1,0 0,0 0,1 0,-1 0,1 1,-2 2,-1 2,0-1,1 1,0 0,0 0,1 0,0 1,0 0,1 0,0 0,1 0,0 0,0 0,1 1,0-1,1 1,0-1,1 0,0 1,0-1,1 0,0 1,0-1,1 0,3 6,-4-12,1 0,-1 0,1 0,0 0,0-1,0 1,0-1,0 1,1-1,-1 0,1-1,-1 1,1 0,0-1,0 0,-1 0,1 0,0 0,0-1,0 0,0 1,0-1,0-1,0 1,0-1,0 1,0-1,0 0,-1 0,1-1,0 1,1-2,7-2,1-2,-1 1,-1-2,1 0,-1 0,0-1,-1 0,8-9,0-5,-1-1,-1 0,-1-1,-1-1,-1-1,-1 0,-1 0,-2-1,-1-1,-1 1,-2-1,0 0,-2 0,-2-1,0 1,-2-1,-3-12,-9-37,13 79,0 0,0 1,-1-1,1 1,0-1,0 0,0 1,0-1,-1 0,1 1,0-1,0 0,-1 1,1-1,0 0,-1 1,1-1,0 0,-1 0,1 1,0-1,-1 0,1 0,0 0,-1 1,1-1,-1 0,1 0,0 0,-1 0,1 0,-1 0,1 0,-1 0,1 0,0 0,-1 0,1 0,-1 0,1-1,0 1,-1 0,1 0,-1 0,1 0,0-1,-1 1,1 0,0 0,-1-1,1 1,0 0,0-1,-1 1,1 0,0-1,0 1,0 0,-1-1,1 1,0-1,-8 27,1 1,2 0,0 0,2 0,1 0,1 19,0-17,-2 6,1 1,1 0,2-1,2 1,1-1,2 0,2 0,1 0,5 11,-13-41,1 0,0-1,0 1,1 0,-1-1,1 1,0-1,0 0,1 0,-1 0,1 0,0 0,0-1,0 0,0 0,1 0,-1 0,1-1,-1 1,1-1,0-1,0 1,0-1,0 1,1-1,-1-1,0 1,0-1,1 0,-1 0,0-1,0 1,0-1,1 0,-1-1,0 1,0-1,3-1,3-4,-1 0,0-1,0 0,0 0,-1-1,-1-1,1 1,-2-1,1 0,-1-1,-1 0,0 0,0-1,-1 1,-1-1,0 0,0-1,-2 1,1-5,-5-10,2 27,0 0,0-1,0 1,0-1,0 1,0 0,0-1,0 1,-1 0,1 0,0-1,0 1,0 0,-1-1,1 1,0 0,0 0,-1-1,1 1,0 0,0 0,-1 0,1-1,0 1,-1 0,1 0,0 0,-1 0,1 0,0 0,-1-1,1 1,0 0,-1 0,1 0,-1 0,1 0,0 1,-1-1,1 0,0 0,-1 0,1 0,0 0,-1 0,1 0,0 1,-1-1,1 0,0 0,0 1,-1-1,1 0,0 0,0 1,-1-1,1 0,0 0,0 1,0-1,0 0,-1 1,1-1,0 0,0 1,0-1,0 1,-4 6,0 1,0 0,1 0,0 0,0 0,1 1,0-1,1 1,0-1,0 1,1 0,0-1,0 1,1 0,1 7,1-10,-1-1,0 1,1-1,0 1,0-1,1 0,0 0,0 0,0-1,0 0,0 1,1-1,0-1,0 1,0-1,0 0,1 0,-1 0,1-1,0 0,0 0,-1 0,3 0,48 12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5.5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157 593,'13'-55,"-2"0,-3 0,-2-1,-3 1,-1-1,-5-22,3 73,0-16,0-1,-2 1,0 0,-2 0,-4-18,8 37,0 1,0 0,0-1,-1 1,1 0,0 0,0-1,-1 1,1 0,-1 0,1-1,-1 1,0 0,1 0,-1 0,0 0,0 0,0 0,0 0,0 0,0 0,0 0,0 1,0-1,0 0,0 1,0-1,-1 1,1-1,0 1,0-1,-1 1,1 0,0 0,0 0,-1 0,1 0,0 0,-1 0,1 0,0 0,-1 0,1 1,0-1,0 1,-1-1,1 1,0-1,0 1,0 0,0-1,0 1,0 0,-1 1,-8 9,1 1,1 1,0 0,1 0,0 0,1 1,0 0,1 0,-2 13,3-16,-8 23,2 0,1 1,2 0,1 1,2 0,1-1,2 1,2 0,1 0,5 25,-5-50,1-1,0 0,0 0,1 0,0 0,1-1,0 1,0-1,1 0,0-1,1 0,0 0,0 0,1-1,0 1,0-2,0 0,1 0,0 0,0-1,1 0,4 1,2-1,0 0,1-1,0 0,0-2,0 0,0-1,0-1,0 0,0-1,0-1,0 0,0-2,4-1,-11 2,-1 0,1 0,-1-1,0 0,0 0,0-1,-1-1,1 1,-1-1,-1-1,1 0,-1 0,0 0,-1-1,0 1,0-2,0 1,-1-1,-1 0,1 0,-1 0,-1 0,1-3,3-40,-7 51,0-1,0 1,0 0,0 0,0-1,0 1,0 0,-1-1,1 1,-1 0,1 0,-1 0,1-1,-1 1,1 0,-1 0,0 0,0 0,0 0,0 0,0 0,1 0,-2 1,1-1,0 0,0 1,0-1,0 0,0 1,0-1,-1 1,1 0,0-1,-1 1,1 0,0 0,0 0,-1 0,-7 2,1 0,-1 1,1 1,0-1,0 1,0 1,1-1,-1 1,1 1,0-1,1 1,-1 0,1 1,-5 6,2-3,0 0,1 0,0 1,0 0,1 0,1 1,0 0,0 0,1 1,1-1,-2 11,5-21,0 0,1 0,0 1,-1-1,1 0,0 1,0-1,1 1,-1-1,0 0,1 0,-1 1,1-1,0 0,0 0,0 1,0-1,0 0,0 0,0 0,1-1,-1 1,1 0,0 0,-1-1,1 1,0-1,0 1,0-1,0 0,0 0,0 0,0 0,0 0,1 0,-1-1,0 1,1-1,-1 1,0-1,1 0,0 0,7-1,-1 0,1 0,-1-1,0 0,0-1,1 0,-2-1,1 1,0-2,-1 1,0-1,0 0,0-1,0 0,-1 0,0-1,-1 0,1 0,-1-1,-1 1,1-1,-1 0,-1-1,3-6,2-21,-10 36,1-1,-1 1,1 0,0 0,-1 0,1-1,-1 1,1 0,-1 0,1 0,-1 0,1 0,-1 0,1 0,-1 0,1 0,-1 0,1 0,-1 0,1 0,0 1,-1-1,1 0,-1 0,1 0,-1 1,1-1,0 0,-1 1,1-1,-1 0,1 1,0-1,0 0,-1 1,1-1,0 1,-1-1,1 0,0 1,0-1,0 1,0-1,-1 1,1-1,0 1,0-1,0 1,0-1,0 1,0-1,0 1,0-1,1 1,-1-1,0 0,0 1,0 0,-1 3,0 0,0 1,0-1,0 0,1 1,0-1,0 1,0-1,0 0,1 1,-1-1,1 0,0 1,1-1,-1 0,1 0,0 0,0 0,0 0,0 0,1-1,-1 1,1-1,0 1,0-1,0 0,1 0,-1-1,1 1,0-1,-1 1,1-1,0 0,0-1,0 1,1 0,24 7,0-2,0 0,0-2,0-1,1-1,0-2,7-1,58 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8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85 357,'-17'44,"1"1,3 0,1 1,3 0,1 1,3 0,2 0,1 1,4 7,6-151,14-464,-22 532,-2 23,0 14,-2 16,3-20,2 120,0-121,0 1,0-1,0 0,0 1,1-1,0 0,0 0,0 0,0 0,0 0,1-1,0 1,0-1,0 0,0 0,0 0,1 0,-1 0,1-1,0 1,0-1,0 0,0 0,0 0,0-1,4 1,4-1,1-1,0 0,0-1,-1 0,1-1,-1-1,1 0,-1 0,0-1,0-1,0 0,-1-1,0 0,0-1,0 0,-1 0,0-1,0-1,-1 1,0-2,-1 1,0-1,0-1,3-7,57-113,-67 130,-1 0,1 1,0 0,-1-1,1 1,0-1,0 1,-1 0,1-1,0 1,0 0,-1 0,1 0,0 0,0-1,0 1,-1 0,1 0,0 0,0 1,0-1,-1 0,1 0,0 0,0 1,0-1,-1 0,1 1,0-1,-1 1,1-1,0 0,-1 1,1 0,-1-1,1 1,0-1,-1 1,1 0,-1-1,0 1,1 0,-1-1,0 1,1 0,-1 0,0 0,0-1,0 1,1 0,-1 0,0 0,0-1,0 1,0 0,-1 0,1 0,0-1,0 2,84 305,-36-200,-45-102,0 1,1-1,-1 0,1 0,1 0,-1 0,1-1,0 1,0-1,0 0,0-1,1 0,0 1,-1-2,1 1,5 1,9-1</inkml:trace>
  <inkml:trace contextRef="#ctx0" brushRef="#br0" timeOffset="566.514">1061 63,'-24'0,"-1"1,1 1,0 1,0 1,0 1,-13 6,27-8,0 1,0 0,1 0,0 1,0 1,0 0,1 0,0 0,0 1,0 0,1 1,0 0,0 0,1 0,0 1,-2 5,6-11,1 0,0 0,-1 0,1 0,0 0,1 0,-1 0,0 0,1 0,0 1,0-1,0 0,0 0,0 1,0-1,1 0,0 0,0 0,0 0,0 0,0 0,0 0,1 0,0 0,-1-1,1 1,0 0,0-1,0 0,1 1,-1-1,1 0,-1 0,1 0,0-1,-1 1,1 0,0-1,0 0,2 1,19 8,1-2,0 0,1-1,0-2,24 2,13 4,-25-3,0 1,-1 2,0 1,25 13,-51-20,1 1,-1 0,0 1,0 0,0 1,-1 0,-1 0,1 1,-1 1,-1-1,0 2,0-1,-1 1,0 0,-1 0,0 1,-4-7,0 0,0 0,-1 0,0 0,1 0,-1 0,-1 0,1 1,-1-1,0 0,0 1,-1-1,0 0,0 0,0 1,0-1,-1 0,0 0,0 0,0-1,0 1,-1 0,0-1,0 0,0 1,-1-1,1-1,-1 1,0 0,0-1,0 0,0 0,-4 2,-6 2,-1 0,0-1,0 0,0-2,-1 1,0-2,0 0,0-1,0-1,0 0,-1-1,1-1,0 0,0-2,0 1,0-2,1 0,-10-4,-21-19,46 26,-1 0,1 0,0 0,0 0,0 0,-1-1,1 1,0 0,0 0,1 0,-1 0,0 0,0 0,0 0,1 0,-1 0,1 0,-1 0,1 0,-1 0,1 0,-1 0,1 0,0 0,0 0,-1 0,1 1,0-1,0 0,0 1,0-1,0 0,0 1,0-1,0 1,0 0,0-1,0 1,0 0,0 0,0 0,0-1,1 1,-1 0,1 0,24-10</inkml:trace>
  <inkml:trace contextRef="#ctx0" brushRef="#br0" timeOffset="1282.221">1609 370,'-6'25,"1"1,1 0,2 0,0 0,2 0,1 1,1-1,1 4,1 20,2 129,-8-159,2-20,0-1,0 1,0 0,0 0,0-1,0 1,0 0,0 0,0-1,0 1,0 0,0-1,0 1,0 0,0 0,0-1,0 1,0 0,0 0,-1-1,1 1,0 0,0 0,0 0,0-1,0 1,-1 0,1 0,0 0,0-1,-1 1,1 0,0 0,0 0,-1 0,1 0,0 0,0-1,-1 1,1 0,0 0,0 0,-1 0,1 0,0 0,0 0,-1 0,1 0,0 0,-1 0,1 0,0 1,0-1,-1 0,1 0,0 0,0 0,0 0,-1 0,1 1,0-1,-12-158,11 119,1-396,1 412,-2 8,1 0,0 0,2 0,-1 0,2 0,0 1,1-1,0 1,4-8,-6 19,0 0,0 1,-1-1,1 1,1-1,-1 1,0 0,1 0,-1 0,1 0,0 0,-1 0,1 1,0-1,0 1,0 0,0 0,0 0,1 0,-1 1,0-1,0 1,0 0,1-1,-1 2,0-1,0 0,1 1,-1-1,0 1,1 0,94 40,-85-36,-1 1,-1 1,1 0,-1 1,0 0,0 1,-1 0,-1 1,1 0,-1 0,-1 1,0 0,-1 0,0 1,-1 0,0 0,4 11,-10-18,1-1,-1 1,0 0,0 0,-1-1,0 1,1 0,-1-1,-1 1,1 0,-1-1,0 0,0 1,0-1,0 0,-1 0,1 0,-1 0,0-1,-1 1,1-1,-1 1,1-1,-1-1,0 1,0 0,0-1,-11 7,0-1,-1 0,0-1,0-1,0-1,-14 3,-1 3,70-10,-16-3,1 2,0 0,0 2,-1 0,1 2,-1 0,0 2,0 1,-1 0,0 2,0 0,-1 2,7 4,-23-12,0 1,-1-1,1 1,-1 0,0 0,0 0,-1 0,1 1,-1-1,0 1,0 0,0 0,-1 0,0 1,0-1,0 0,-1 1,1 0,-1-1,-1 1,1 0,-1-1,0 1,0 0,-1-1,1 1,-1 0,-1-1,0 5,-4 1,1 0,-1-1,0 1,-1-1,-1-1,1 1,-2-1,1-1,-1 1,0-1,-1-1,0 0,0 0,0-1,-1 0,0-1,-10 3,0 0,-1-1,0-1,0-2,0 0,-1-1,0-1,1-1,-1-1,-2-2,-77-11,77 8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7.6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0 375,'37'4,"0"-2,0-1,0-3,30-4,-31 3,107-9,195-15,61 15,-394 12,-17 0,-22-1,8-2</inkml:trace>
  <inkml:trace contextRef="#ctx0" brushRef="#br0" timeOffset="292.572">896 0,'-2'4,"0"0,1-1,-1 1,1 0,0 0,0 0,1 0,-1 0,1 0,0 0,0 0,0 0,0 0,1-1,-1 1,1 0,0 0,0 0,1 0,-1-1,1 1,0 0,0-1,0 0,0 1,1-1,-1 0,1 0,0 0,1 1,8 7,0-1,0 0,1-1,1 0,0 0,0-2,1 1,327 117,-339-125,0 1,0 0,0 0,0 0,0 0,0 0,-1 0,1 1,0-1,-1 1,1 0,-1 0,0 0,1 0,-1 0,0 0,0 1,0-1,-1 1,1-1,-1 1,1 0,-1 0,0 0,0-1,0 1,0 0,-1 0,1 0,-1 0,0 1,0-1,0 0,0 0,0 0,-1 0,1 0,-1 0,0 0,0 0,0 0,0-1,-1 1,1 0,-13 12,1 0,-2-1,0-1,0 0,-2-1,1-1,-1 0,-8 2,-7 7,-54 38,58-36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5.9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1,'-14'45,"2"1,3 0,1 0,2 1,3 0,1 42,1-49,-14 214,14-252,0 2,0-1,0 1,0 0,0-1,1 1,-1 0,1 0,0 0,0-1,0 1,1 0,-1 0,1 0,0-1,0 1,1 0,-1-1,1 1,-1-1,1 0,0 1,0-1,1 0,-1 0,1 0,-1-1,1 1,0-1,0 1,0-1,0 0,0 0,4 1,21 2,0-1,0-2,0-1,0-1,0-2,0 0,28-7,-52 8,163-26,-94 12</inkml:trace>
  <inkml:trace contextRef="#ctx0" brushRef="#br0" timeOffset="1083.807">853 189,'-22'-3,"-1"0,1 2,0 1,-1 1,1 1,-1 1,1 0,0 2,1 1,-1 0,1 2,0 0,-16 10,35-17,-1 0,0 0,1 1,-1-1,1 0,0 1,-1 0,1 0,0 0,0 0,0 0,0 0,0 0,1 1,-1-1,1 0,-1 1,1 0,0-1,0 1,0 0,0-1,1 1,-1 0,1 0,0 0,0 0,0-1,0 1,0 0,0 0,1 0,-1 0,1-1,0 1,0 0,0-1,0 1,0 0,1-1,-1 1,1-1,9 9,1-1,0-1,0 0,0-1,1 0,1-1,-1-1,1 0,10 3,-17-6,102 38,-62-24,0 1,-1 3,38 23,-17 16,-66-58,0 0,1 0,-1 0,0 1,0-1,0 0,0 1,-1-1,1 0,0 1,-1-1,0 1,0-1,0 1,0-1,0 1,0-1,0 0,-1 1,1-1,-1 1,0-1,0 0,0 1,0-1,0 0,0 0,-1 0,1 0,-1 0,1 0,-1 0,0 0,0 0,-9 6,-1 0,0-1,0-1,0 1,-1-2,0 0,0 0,0-1,0-1,-1 0,1-1,-1-1,0 0,0 0,0-2,10 2,1-1,0 0,-1 0,1 0,0 0,-1 0,1-1,0 1,0-1,-1 0,1 0,0 0,0-1,0 1,0-1,0 1,1-1,-1 0,0 0,1-1,-1 1,1 0,0-1,0 1,0-1,0 0,0 0,1 0,-1 0,1 0,-1 0,1 0,0 0,1 0,-1-1,0-2,3-2,1-1,0 1,0 0,0 0,1 0,1 0,-1 1,1-1,0 1,1 0,0 1,0-1,0 1,1 0,2-1,29-26,2 2,2 1,1 2,0 2,2 2,29-10,-67 31,-6 2,1-1,-1 1,0 0,1-1,0 1,-1 0,1 0,0 0,0 0,-1 0,1 1,0-1,0 1,0-1,0 1,0 0,0-1,0 1,0 0,0 0,0 0,0 1,0-1,0 0,0 1,0 0,0-1,0 1,-1 0,1 0,0 0,0 0,-1 0,1 0,-1 0,1 1,-1-1,1 0,-1 1,0 0,0-1,0 1,1 1,0 14,-1 0,-1-1,-1 1,0 0,-1 0,-1 0,-3 12,-3 17,-7 117,9-240,-8-146,12-108,3 330,-1 0,1-1,-1 1,1-1,0 1,-1-1,1 1,0-1,0 1,0-1,0 1,0-1,0 1,0-1,1 0,-1 1,0 0,1-1,0 1,-1-1,1 1,0-1,-1 1,1 0,0 0,0-1,0 1,0 0,0 0,1 0,-1 0,0 0,0 0,1 1,-1-1,0 0,1 1,-1-1,1 1,-1-1,1 1,-1 0,2-1,65 66,-58-54,-4-5,0 0,-1 0,0 0,0 0,-1 1,1 0,-1 0,-1 0,1 1,-1-1,-1 1,0-1,0 1,0 0,-1 0,0 0,0 0,-1 0,0 0,-1 0,1 0,-2 0,1 0,-1 0,0 0,-1-1,0 1,-2 5,-44 42,85-59,-26 1,1 0,-1 1,1 0,-1 0,1 1,0 1,0-1,-1 2,1 0,0 0,0 1,-1 0,1 1,-1 0,0 1,0 0,0 0,-1 1,1 0,-1 1,0 0,-1 1,1 0,-1 0,-1 1,3 2,-5-3,0 0,-1 0,0 0,0 1,-1 0,0 0,0 0,-1 0,0 0,0 0,-1 1,0-1,0 1,-1-1,0 1,-1-1,0 0,0 1,-1-1,0 0,0 0,-1 0,0 0,0 0,-1 0,0-1,-1 0,1 0,-1 0,-1 0,1-1,-1 0,0 0,-1 0,-8 5,1-1,-1-1,-1 0,0-1,0-1,-1 0,0-2,0 1,0-2,-1-1,-16 2,5-5,29 0,-1 0,1 0,-1 0,1 1,0-1,-1 0,1-1,-1 1,1 0,-1 0,1 0,-1 0,1 0,-1 0,1-1,0 1,-1 0,1 0,-1 0,1-1,0 1,-1 0,1-1,0 1,-1 0,1-1,0 1,0 0,-1-1,1 1,0-1,0 1,0-1,-1 1,1 0,0-1,0 1,0-1,0 1,0-1,0 1,0-1,0 1,0-1,0 1,0 0,0-1,1 1,-1-1,0 1,0-1,0 1,1 0,-1-1,44-39,-12 17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2.7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303 522,'-6'-5,"0"-1,-1 1,1 0,-1 1,0 0,0 0,0 0,-1 1,1 0,-1 1,0-1,0 1,0 1,0 0,0 0,0 0,0 1,0 0,0 1,0 0,0 0,0 1,0 0,0 0,0 1,1 0,-3 1,2 2,1 1,0-1,0 1,0 0,1 1,0 0,1 0,0 0,0 0,1 1,0 0,0 0,1 0,0 0,0 1,1-1,1 1,0 0,0-1,1 1,0 0,0 0,1-1,0 1,1-1,0 1,1-1,0 0,4 9,-5-14,1-1,-1 1,1-1,0 0,0 0,0 0,0-1,1 1,-1-1,1 1,-1-1,1 0,0-1,0 1,0 0,0-1,0 0,0 0,0-1,0 1,0-1,0 1,1-1,-1-1,0 1,0-1,0 1,3-2,4-1,0 0,-1-1,1-1,-1 1,0-2,0 1,-1-1,0-1,0 0,2-3,8-9,-1-1,-1-1,-1 0,-1-2,-1 0,-1 0,-1-1,-1-1,-1 0,-1 0,-1-1,-2 0,0 0,-2-1,-1 0,-1 1,-1-1,-2 0,0 0,-2 0,-1 1,-1-1,-1 1,-2 0,-4-11,10 30,-1 0,0 0,0 0,0 1,-1-1,0 1,0-1,-1 2,0-1,0 0,-1 0,5 5,0 1,0-1,-1 0,1 1,0-1,-1 1,1-1,0 1,-1 0,1 0,-1-1,1 1,-1 0,1 0,0 1,-1-1,1 0,-1 0,1 1,-1-1,1 0,0 1,-1 0,1-1,0 1,0 0,0-1,-1 1,1 0,0 0,0 0,0 0,0 0,0 0,1 1,-1-1,0 0,0 0,1 1,-1-1,-7 15,0 0,0 0,2 1,0 0,1 0,1 1,1 0,0-1,1 1,1 11,0-28,-3 37,2-1,1 1,2-1,1 1,2-1,2 0,1 0,2-1,1 0,2 0,12 22,-21-50,0 0,1 0,0 0,1-1,0 0,0 0,0 0,1-1,0 1,0-1,0 0,1-1,0 0,0 0,1 0,-1-1,1 0,0-1,0 0,0 0,0 0,1-1,-1-1,1 1,-1-1,1-1,0 1,-1-1,1-1,-1 0,1 0,1-1,2-4,1-1,-1-1,0 1,0-2,-1 0,0 0,0-1,-1 0,-1-1,0 0,0-1,-1 0,-1 0,0-1,0 1,-1-1,-1-1,0 1,-1-1,-1 0,0 0,-1 0,0-1,-1 1,-1 0,0-1,-2-8,-10-25,13 49,-1-1,0 0,0 0,0 1,0-1,0 0,0 1,0-1,0 0,0 0,0 1,0-1,0 0,0 1,0-1,0 0,0 0,0 1,0-1,0 0,0 1,0-1,-1 0,1 0,0 1,0-1,0 0,0 0,-1 0,1 1,0-1,0 0,-1 0,1 0,0 1,0-1,-1 0,1 0,0 0,0 0,-1 0,1 0,0 0,0 0,-1 0,1 0,0 0,-1 0,1 0,0 0,-1 0,1 0,0 0,0 0,-1 0,1 0,0 0,-1 0,1 0,0-1,0 1,-1 0,1 0,0 0,0-1,0 14,1 0,1 0,0 0,1 0,0 0,1-1,1 1,-1-1,2 0,0-1,6 9,-6-10,0-1,0-1,1 1,0-1,1 0,-1 0,2-1,-1 0,1-1,0 0,0 0,1-1,0 0,0-1,0 0,0 0,0-1,1-1,0 0,0 0,-1-1,1 0,0-1,0 0,0-1,0 0,0 0,-1-2,4 0,3-3,-1-1,1-1,-1 0,0-1,-1-1,0 0,-1-1,0-1,0 0,-2-1,1 0,-2-1,0 0,0-1,-1 0,-1-1,-1 0,0 0,-1-1,-1 0,0 0,-2-1,0 1,0-1,-2 0,0 0,-1-9,2 9,4 41,-3-5,12 39,33 114,-8 2,-7 1,3 98,-32-60,-15-179,9-33,1 0,-1 1,1-1,-1 0,1 1,-1-1,1 0,-1 0,0 0,1 0,-1 1,1-1,-1 0,0 0,1 0,-1 0,1 0,-1-1,0 1,1 0,-1 0,1 0,-1 0,1-1,-1 1,1 0,-1 0,1-1,-1 1,1 0,-1-1,1 1,-1-1,1 1,0-1,-1 1,1 0,0-1,-1 1,1-1,0 0,-1 1,1-1,0 1,0-1,0 1,0-1,0 0,0 1,0-1,0 1,0-1,-8-16,2-1,0 0,1 0,0 0,2 0,0-1,0-10,0 0,-15-129,3-126,14 259,0 0,2 0,0 1,2-1,1 0,1 0,0 1,2 0,5-8,-10 27,0 1,0-1,0 1,1 0,0 0,-1 0,2 0,-1 1,0-1,1 1,-1 0,1 0,0 0,0 1,0-1,1 1,-1 0,0 0,1 0,0 1,-1-1,1 1,0 0,0 1,-1-1,1 1,0 0,0 0,0 1,0-1,-1 1,1 0,0 0,-1 1,1-1,1 2,2 1,0 1,0 0,0 0,0 1,-1 0,0 0,-1 1,1 0,-1 0,0 0,-1 1,0 0,0 0,-1 0,0 1,0 0,-1-1,0 1,-1 0,1 2,-2-5,1 0,-1 1,-1-1,1 1,-1-1,0 1,0-1,-1 0,0 1,0-1,-1 1,0-1,0 0,0 0,-1 0,1 0,-1 0,-1-1,1 0,-1 1,0-1,0 0,-1-1,1 1,-1-1,0 0,-1 0,1 0,-2 0,-56 16,63-20,-1-1,1 1,0 0,0 0,-1-1,1 1,0 0,0-1,0 1,0 0,-1-1,1 1,0 0,0-1,0 1,0 0,0-1,0 1,0 0,0-1,0 1,0 0,0-1,0 1,0-1,0 1,0 0,0-1,0 1,1 0,-1-1,0 1,0 0,0 0,1-1,-1 1,0 0,0-1,0 1,1 0,-1 0,0-1,1 1,-1 0,0 0,1 0,-1 0,0-1,1 1,-1 0,0 0,1 0,-1 0,1 0,-1 0,15-13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3.0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6,'6'0,"8"-2,1-1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3.7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4 736,'60'-162,"-35"103,-3-1,-2-1,-4 0,-1-1,-4-1,2-41,-12 97,-1 0,0 1,0-1,0 0,-1 1,0-1,-1 0,1 1,-1-1,-1 1,1 0,-3-5,4 10,0 0,1 0,-1 0,0 0,0 0,0 1,0-1,1 0,-1 0,0 1,-1-1,1 0,0 1,0-1,0 1,0 0,0-1,0 1,-1 0,1 0,0-1,0 1,-1 0,1 0,0 1,0-1,0 0,-1 0,1 0,0 1,0-1,0 1,0-1,0 1,0-1,-1 1,1 0,0-1,1 1,-1 0,-1 0,-34 42,21-12,1 1,2 1,1 0,2 0,1 1,1 1,2-1,2 1,0 22,1-19,2-1,2 1,1-1,1 1,3-1,3 8,-7-30,2-1,-1 0,2-1,0 1,0-1,1 0,1 0,0-1,1 0,0-1,0 0,2 0,-1-1,1 0,1-1,-1 0,6 2,-4-5,0 0,1-1,-1 0,1-1,0-1,0 0,0-1,0 0,0-2,0 1,1-2,-1 1,0-2,0 0,0-1,1 0,6-3,1-1,-2 0,1-2,-1 0,0-1,-1-1,0-1,-1-1,0 0,-1-2,-9 9,-1 0,0 0,0-1,0 0,-1 0,0 0,-1-1,1 0,-1 0,-1-1,0 1,0-1,-1 0,0 0,0 0,-1 0,0-1,-1 1,1-6,-2 12,-1 1,1-1,-1 0,1 1,-1-1,0 1,0-1,0 1,0-1,-1 1,1 0,0 0,-1 0,0-1,1 1,-1 1,0-1,0 0,0 0,0 1,-1-1,1 1,0 0,-1 0,1 0,-1 0,1 0,-1 0,1 0,-1 1,0 0,0-1,-3 1,-1 0,0 0,0 0,0 1,1 0,-1 0,0 1,1-1,-1 2,1-1,0 1,-1 0,-3 3,-1 0,1 1,1 1,-1-1,1 1,1 1,-1 0,1 0,1 1,0-1,0 2,1-1,0 1,1 0,1 0,-1 0,2 1,-3 8,6-17,-1 0,0 0,1 0,0 0,-1 0,1 0,1 0,-1 0,0 0,1 0,-1 0,1 0,0 0,0 0,0 0,1 0,-1-1,1 1,-1 0,1-1,0 1,0-1,0 0,0 0,0 0,1 0,-1 0,1 0,-1 0,1-1,-1 1,1-1,0 0,0 0,0 0,0 0,0 0,0-1,0 1,3-1,10 0,-1-2,1 0,-1 0,0-1,0-1,0-1,0 0,-1-1,0 0,0-1,0-1,-1 0,0-1,-1 0,0-1,9-10,-11 11,0 0,0-1,-1 0,-1 0,0-1,0-1,-1 1,0-1,-1 0,-1-1,3-9,-8 4,-11 28,8-4,0 0,0 0,1 1,0-1,0 0,0 1,1-1,0 1,0 0,1-1,0 1,0 0,0-1,1 1,0-1,0 1,1-1,0 1,0-1,0 0,1 0,0 0,0 0,1 0,-1-1,1 1,1-1,0 2,14 4,0 0,0-1,1-1,0-1,1-1,0 0,0-2,0 0,1-2,-1 0,1-2,0 0,0-1,-1-1,76 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1.3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1 202,'67'246,"-37"-131,-5 2,0 43,-20-149,0-30,-4 12,7-39,-6 25,1 0,1 0,1 0,1 1,1 0,1 0,0 0,1 1,1 0,7-7,-15 23,0 1,0-1,1 1,-1 0,1 0,-1 0,1 0,0 0,0 0,0 1,0-1,0 1,0 0,0 0,0 0,0 1,1-1,-1 1,0-1,1 1,-1 0,0 1,1-1,-1 0,0 1,0 0,0 0,1 0,-1 0,0 0,0 0,0 1,0 0,-1-1,1 1,0 0,-1 1,1-1,-1 0,0 1,1 1,6 7,-1 0,0 1,0 0,-2 0,1 0,-2 1,0 0,0 1,-1-1,-1 1,0-1,-1 1,0 0,-1 0,-1 0,0 0,-1 0,-1 0,0 0,-1 0,-3 9,4-15,-1-1,0 1,-1-1,0 0,0 0,0 0,-1-1,0 1,0-1,-1-1,1 1,-1-1,0 1,-1-2,0 1,1-1,-1 0,-1 0,1-1,0 0,-1 0,0-1,0 0,1 0,-1-1,0 0,0-1,0 1,-2-2,8 1,0 0,-1 0,1-1,0 0,0 1,-1-1,1 0,0 0,0 0,0 0,0 0,0-1,0 1,1-1,-1 1,0-1,1 0,-1 1,1-1,-1 0,1 0,0 0,0 0,0 0,0 0,0-1,1 1,-1 0,1 0,-1-1,1 1,0 0,0-1,0 1,0 0,0-1,0 1,1 0,-1 0,1-1,0-1,40-66,-14 35</inkml:trace>
  <inkml:trace contextRef="#ctx0" brushRef="#br0" timeOffset="216.98">563 175,'-1'-35,"0"21,0 0,2 1,-1-1,2 0,0 1,0-1,2-4,-3 17,-1-1,1 1,-1 0,1-1,-1 1,1 0,0-1,0 1,0 0,-1 0,1 0,0 0,0 0,0 0,1 0,-1 0,0 0,0 1,0-1,1 0,-1 1,0-1,1 1,-1-1,1 1,-1 0,0-1,1 1,-1 0,1 0,-1 0,1 0,-1 0,0 1,1-1,-1 0,1 1,-1-1,0 1,1-1,-1 1,0-1,1 1,0 1,55 43,-31-12,-2 1,-1 1,-2 1,-1 1,-2 0,-2 1,-1 1,-2 1,-2 0,-1 1,-3 0,-1 0,-1 1,-3 3,-1 44,-4 0,-4 0,-3-1,-5 0,-3-1,-4-1,-4-1,-30 66,13-45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31.4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1170,'0'-25,"2"-1,1 2,1-1,1 0,1 1,1 0,1 0,1 0,1 1,10-15,-17 32,0 1,0 0,0 0,1 1,0-1,-1 1,1-1,1 1,-1 0,1 1,0-1,-1 1,2 0,-1 0,0 1,0-1,1 1,-1 0,1 1,0-1,0 1,-1 0,1 1,0-1,0 1,0 0,0 1,0-1,-1 1,5 2,2 1,0 1,-1 1,0 0,0 1,-1 0,0 0,0 1,-1 1,0-1,0 2,-1-1,0 1,0 0,-1 1,-1 0,0 0,0 0,-1 1,-1-1,0 1,-1 1,2 8,-4-15,-1 0,0 0,0 0,0 0,-1 0,0-1,0 1,0 0,-1 0,0-1,0 1,0-1,-1 0,0 1,0-1,0 0,-1-1,0 1,1-1,-2 1,1-1,0 0,-1-1,0 1,0-1,0 0,0 0,0 0,-1-1,1 0,-2 0,5-1,0 0,0-1,0 0,-1 1,1-1,0 0,0 0,0 0,0 0,-1 0,1-1,0 1,0-1,0 1,0-1,0 0,0 0,0 0,0 0,0 0,0 0,0 0,1-1,-1 1,1-1,-1 1,1-1,-1 0,1 1,0-1,0 0,0 0,0 0,-1-1,0-3,0 0,1-1,-1 1,1 0,0-1,1 1,0 0,0-1,0 1,1-1,0-2,7-22,2 1,1 0,1 1,1 0,2 1,1 1,12-16,14-28,-16 25,-3-1,-2 0,-1-2,-3 0,-3-1,-1-1,-2 0,-3 0,-1-11,-3 15,-2 0,-2 1,-1-1,-4-4,1 37,-3 22,-7 120,13-92,-1 71,4 1,5-1,5 0,4-1,8 13,29 46,-48-154,0 0,1 0,1-1,0 0,0 0,0 0,2-1,-1 0,1-1,0 0,1 0,0-1,0 0,-7-5,-1 0,1 0,0-1,0 1,0-1,0 0,1 1,-1-1,0-1,0 1,1 0,-1-1,0 0,1 0,-1 0,0 0,1 0,-1-1,0 0,1 1,-1-1,0 0,0 0,0-1,0 1,2-2,11-13</inkml:trace>
  <inkml:trace contextRef="#ctx0" brushRef="#br0" timeOffset="268.459">375 541,'-25'-5,"-18"-1,-5 0,7 4,20 2,27 1,31 0,30 1,25-4,21-2,10-4,6 0,-19 1</inkml:trace>
  <inkml:trace contextRef="#ctx0" brushRef="#br0" timeOffset="514.375">1003 1063,'14'108,"-14"-105,2 0,-1 0,0 0,1-1,-1 1,1 0,0 0,0-1,0 1,0-1,0 0,0 0,1 0,-1 0,1 0,0 0,-1 0,1-1,0 1,0-1,0 0,0 0,0 0,0-1,0 1,1-1,-1 1,0-1,0 0,0 0,1 0,0-1,5-1,1 0,-1 0,0-1,0 0,0-1,0 0,-1 0,1-1,-1 0,0 0,0-1,-1 0,0-1,0 1,0-1,-1-1,0 1,-1-1,1-1,-3 4,0 1,0-1,0 0,-1 0,0 0,0 0,-1 0,1-1,-1 1,0 0,0-1,-1 1,0-1,0 1,0-1,0 1,-1 0,0-1,0 1,-1 0,1-1,-1 1,0 0,-1 0,1 1,-1-1,0 0,0 1,0-1,-1 1,0 0,1 0,-5-3,2 3,0-1,-1 1,1 0,-1 1,1-1,-1 1,0 1,0-1,0 1,-1 0,1 1,0 0,-1 0,1 0,-1 1,1 0,-1 1,1 0,-1 0,1 0,0 1,-1 0,1 1,0-1,1 1,-1 1,0-1,1 1,0 0,0 1,0 0,0-1,1 2,-1-1,2 1,-1 0,0 0,1 0,0 0,1 1,-1 0,1-1,1 1,-2 4,6 52,8-39</inkml:trace>
  <inkml:trace contextRef="#ctx0" brushRef="#br0" timeOffset="841.048">1083 634,'-3'-9,"1"0,0 0,1 0,0-1,0 1,1 0,0-1,1 1,0 0,0-1,1 1,0 0,1 0,0 0,0 0,1 1,1-2,87-134,-50 91,-42 53,0 0,0 1,0-1,0 0,0 0,1 1,-1-1,0 0,0 0,0 0,0 1,0-1,0 0,1 0,-1 0,0 0,0 1,0-1,1 0,-1 0,0 0,0 0,0 0,1 0,-1 1,0-1,0 0,1 0,-1 0,0 0,0 0,1 0,-1 0,-22 57,-37 121,56-166,1 1,0 0,1 0,0 0,1 1,1-1,0 0,1 0,0-1,1 1,1 1,11 23</inkml:trace>
  <inkml:trace contextRef="#ctx0" brushRef="#br0" timeOffset="1042.54">1417 1035,'3'18,"0"14,2 7,3 2,6-4,8-8,7-9,6-11,3-10,2-13,-6-3</inkml:trace>
  <inkml:trace contextRef="#ctx0" brushRef="#br0" timeOffset="1973.081">1806 808,'1'16,"0"7,1 0,0-1,2 1,1 0,1-1,0 0,2 0,1-1,0 0,2-1,6 11,-14-28,-1 0,1 0,-1-1,1 1,0-1,0 0,0 0,0 0,1-1,-1 1,0 0,1-1,-1 0,1 0,-1 0,1-1,-1 1,1-1,0 1,-1-1,1-1,0 1,-1 0,1-1,-1 0,1 0,-1 0,1 0,-1 0,1-1,-1 1,2-2,10-6,0 0,-1-1,0-1,0 0,-1 0,3-5,0-1,-1 0,0 0,-2-1,0-1,-1-1,0 1,-2-2,-1 0,0 0,3-15,-34 166,21-124,1-1,1 1,-1 0,1 0,0-1,0 1,0-1,1 1,0-1,0 1,0-1,1 0,0 0,0 0,0 0,0-1,1 1,0-1,0 0,0 0,0 0,1-1,0 1,0-1,14 5,1-1,0-1,-1-1,2-1,-1-1,0-1,1 0,-1-2,1 0,-1-1,1-1,10-3,11 1,-1-2,-1-1,1-2,-1-2,-1-2,0-2,-1-1,24-14,7-33,-68 61,1 0,0 0,-1 0,0 0,0-1,0 1,0 0,0-1,0 1,0-1,-1 1,1-1,-1 1,0-1,0 1,0-1,0 1,0-1,0 1,-1-1,1 1,-1-1,0 1,1-1,-1 1,0 0,-1-1,1 1,0 0,-1 0,1 0,-1 0,0 0,0-1,-5-1,0 0,0 0,0 1,0 0,-1 0,1 1,-1 0,0 0,1 0,-1 1,0 1,0-1,0 1,0 0,0 1,0 0,1 0,-1 1,0 0,1 0,-1 1,1 0,0 0,0 1,0 0,0 0,0 1,-1 1,1-1,0 1,0 0,0 0,1 1,0 0,0 0,1 0,0 1,0 0,0 0,1 0,1 0,-1 1,1 0,-1 5,4-12,0 0,-1 0,1 0,0-1,0 1,0 0,0 0,0 0,1 0,-1 0,1 0,-1 0,1 0,0-1,-1 1,1 0,0 0,0-1,0 1,1-1,-1 1,0-1,0 1,1-1,-1 0,1 0,-1 1,1-1,0 0,-1-1,1 1,0 0,0 0,0-1,0 1,0-1,72-2,-45-8,0-1,-1-2,-1-1,0-1,24-17,13-8,-63 39,0 0,0 0,0 0,0 0,0 0,0 0,0 1,0-1,0 0,1 1,-1-1,0 1,1-1,-1 1,0-1,1 1,-1 0,0 0,1 0,-1 0,0 0,1 0,-1 0,1 0,-1 0,0 1,1-1,-1 1,0-1,0 1,1-1,-1 1,0 0,0-1,0 1,0 0,0 0,0 0,0 0,0 0,0 0,0 0,0 0,0 1,-1-1,1 0,-1 0,1 1,-1-1,25 160,-12-62,36 405,-46-423,-4 0,-3-1,-4 1,-3-1,-8 17,16-75,-2-1,-1 0,0 0,-2 0,0 0,-1-1,-2-1,0 0,0 0,-2-1,-1 1,11-17,1 1,0-1,-1 1,0-1,0 0,0 0,0 0,0 0,0-1,0 1,0-1,-1 0,1 0,0 0,-1 0,1 0,-1-1,1 0,-1 1,1-1,-1-1,1 1,-1 0,1-1,-1 0,1 0,-1 0,1 0,0-1,0 1,-1-1,1 0,0 1,0-1,1-1,-1 1,0 0,1-1,-1 0,-19-23,2 0,1-1,1 0,2-2,0 0,2-1,1 0,2-1,-2-10,13 40,-29-78,4-1,4-2,3 0,3-1,2-25,13 103,-2-4,0 1,1-1,0 0,0 0,1 0,0 0,1 0,0 1,0-1,1 0,0 1,0-1,1 1,0-1,1 1,0 0,0 0,1 1,0-1,0 1,3-3,2 5,0 0,1 1,0 0,-1 0,1 1,0 1,1 0,-1 0,4 1,10-2,109-22,-71 11</inkml:trace>
  <inkml:trace contextRef="#ctx0" brushRef="#br0" timeOffset="2437.428">3637 996,'-17'-7,"0"1,-1 1,1 1,-1 0,0 2,0 0,0 1,0 0,0 1,0 2,0 0,-15 3,30-4,-1-1,1 1,0 0,0 0,-1 0,1 0,0 0,0 1,0 0,0-1,0 1,1 0,-1 0,0 1,1-1,0 0,-1 1,1 0,0-1,0 1,1 0,-1 0,1 0,-1 0,1 1,0-1,0 0,0 0,1 1,-1-1,1 0,0 1,0-1,0 1,0-1,0 0,1 1,-1-1,1 0,0 1,0-1,1 0,-1 0,1 0,-1 0,1 0,0 0,0 0,0-1,2 3,3-1,-1 0,1 0,0-1,-1 0,2 0,-1-1,0 0,0 0,1-1,-1 1,1-2,-1 1,1-1,-1 0,1-1,-1 1,1-2,-1 1,0-1,1 0,-1 0,0-1,0 0,0-1,-1 1,1-1,-1 0,0-1,0 0,0 0,-1 0,0 0,0-1,0 0,-1 0,0 0,0-1,0 1,-1-1,0 0,2-5,-4 9,1 0,-1 0,0 0,0-1,-1 1,1 0,-1-1,1 1,-1 0,0-1,0 1,0-1,-1 1,1 0,-1-1,0 1,0 0,0 0,-1-1,1 1,1 3,-1-1,1 1,-1 0,1 0,-1-1,1 1,0 0,-1 0,1-1,-1 1,1 0,-1 0,1 0,-1 0,1 0,-1 0,1 0,-1 0,0 0,1 0,-1 0,1 0,-1 0,1 0,-1 0,1 1,0-1,-1 0,1 0,-1 1,1-1,-1 0,1 1,-1-1,1 0,0 1,-1-1,1 0,0 1,0-1,-1 1,1-1,0 1,0-1,-1 1,1-1,0 1,0-1,0 1,0-1,0 1,0-1,0 1,-9 30,8-23,1 1,0-1,1 1,0 0,0-1,1 1,0-1,1 0,0 0,0 0,0 0,1 0,0-1,1 1,0-1,0 0,0 0,1-1,0 0,0 0,1 0,0-1,0 0,0 0,0-1,1 0,0 0,0-1,0 1,0-2,3 1,11 4,1-1,-1-2,1 0,1-1,-1-2,0 0,0-1,1-2,-1 0,0-2,0 0,-1-1,8-4,20-8</inkml:trace>
  <inkml:trace contextRef="#ctx0" brushRef="#br0" timeOffset="35254.321">722 2627,'-4'-2,"-1"0,0 0,0 1,0 0,0-1,1 2,-2-1,1 1,0-1,0 2,0-1,0 0,0 1,0 0,0 0,1 0,-1 1,0 0,0 0,1 0,-1 0,1 1,0 0,0 0,0 0,0 0,0 1,0 0,-8 7,2 1,-1 0,2 1,-1 0,2 1,0-1,0 2,-1 6,1-3,0 1,2 0,0 0,1 0,1 1,1 0,0 0,2 0,0 0,2 0,1 16,-2-33,1 1,-1-1,1 1,0-1,0 1,0-1,0 0,1 1,-1-1,1 0,0 0,0 0,0 0,0 0,1-1,-1 1,1 0,-1-1,1 0,0 0,0 0,0 0,0 0,0-1,1 1,-1-1,0 0,1 0,1 1,4-5,1 0,-1 0,0 0,-1-1,1-1,-1 1,1-1,-2-1,1 0,0 0,-1 0,0-1,-1 0,0 0,0-1,0 0,-1 0,0 0,0 0,1-5,9-16,-1 1,-1-2,-2 0,-1 0,-1-1,-2 0,-1-1,1-17,0-39,-3 1,-6-45,-2 13,-5 1,-10-32,13 126,2 26,0 84,5 473,-2-491,4 0,2 0,3-1,3 1,7 14,-16-72,0-1,1 1,0-1,0 1,1-1,0 0,1-1,0 1,1-1,-1 0,2 0,-1-1,1 1,0-1,0-1,1 0,0 0,0 0,0-1,1 0,0-1,4 2,-11-5,1-1,0 0,-1 0,1 0,0 0,0 0,-1-1,1 1,0-1,-1 1,1-1,0 0,-1 0,1 0,-1-1,0 1,1 0,-1-1,0 0,0 0,0 1,0-1,0 0,0 0,-1-1,1 1,-1 0,1-1,-1 1,0 0,1-3,23-85,-17 30,-3 0,-2-55,-2 24,-1 91,0-1,0 0,0 1,1-1,-1 0,0 0,0 1,0-1,0 0,1 1,-1-1,0 0,1 1,-1-1,1 0,-1 1,0-1,1 1,0-1,-1 1,1-1,-1 1,1-1,-1 1,1 0,0-1,-1 1,1 0,0-1,-1 1,1 0,0 0,0 0,-1 0,1-1,0 1,0 0,-1 0,1 1,0-1,-1 0,1 0,0 0,0 0,-1 1,1-1,0 0,-1 1,1-1,-1 0,1 1,0-1,-1 1,1-1,-1 1,1-1,-1 1,1 0,13 4,22 3,0-1,1-3,-1 0,36-3,105 14,-169-14,-1 0,0 1,0 0,0 1,0-1,0 1,0 1,-1-1,1 1,-1 0,0 0,0 1,0 0,-1 0,0 1,0-1,0 1,-1 0,0 0,0 1,0-1,-1 1,1 1,14 96,-18-93,1 1,0 0,0 0,1-1,1 1,0-1,1 0,0 0,1 0,0 0,4 5,-6-11,1-1,0 0,0 0,0-1,1 1,-1-1,1 0,0 0,0 0,0-1,0 0,0 0,0 0,1 0,-1-1,1 0,-1 0,1-1,-1 1,1-1,0 0,-1-1,1 1,-1-1,1 0,0-1,9-2,0 0,0-1,-1 0,0-2,0 1,0-2,-1 0,13-9,-11 4,1 0,-2-1,0-1,-1 0,0-1,-1 0,-1-1,0 0,-1-1,-2 0,1 0,-2-1,-1 0,0-1,1-12,-7-20,-1 51,0 1,0-1,0 1,-1 0,1-1,0 1,0 0,0 0,0 0,-1-1,1 1,0 1,0-1,0 0,-1 0,1 0,0 1,0-1,0 0,0 1,0-1,0 1,-1 0,1-1,1 1,-1 0,0-1,0 1,0 0,0 0,0 0,1 0,-1 0,0 0,1 0,-1 0,1 0,-1 0,1 0,-1 0,1 1,0-1,0 0,-1 1,-3 6,0 0,0 1,0-1,1 1,0 0,1 0,0 0,0 0,1 1,0-1,1 0,0 1,0-1,1 0,0 0,1 0,0 1,1-1,-1-1,2 1,-1 0,1-1,1 0,-1 0,1 0,1 0,-1-1,7 7,-1-6,0 0,1 0,0-2,0 1,0-1,1-1,0-1,0 1,0-2,1 0,-1-1,1 0,10 0,4-1,0-1,0-2,0-1,0-1,0-1,7-3,-20 5,-1 0,1-1,-1-1,1 0,-1-1,-1 0,1-1,-1-1,0 0,-1-1,0 0,0-1,-1 0,0-1,-1 0,0-1,7-12,-15 19,0 0,0 1,-1-1,0 0,0 0,0 0,-1 0,0 0,0 0,0 0,0 0,-1 1,0-1,0 0,-1-4,1 7,0 0,1 0,-1 0,0 0,0 0,-1 0,1 0,0 1,-1-1,1 0,-1 1,1-1,-1 1,0 0,1 0,-1-1,0 1,0 0,0 0,0 1,0-1,0 0,0 1,0-1,0 1,-1 0,1-1,0 1,0 0,0 1,0-1,0 0,-1 0,1 1,0-1,-2 2,-7 3,0 1,1 0,-1 1,2 0,-1 1,1 0,0 0,0 1,1 0,0 1,1 0,0 0,0 0,1 1,-3 8,8-17,-3 3,1 0,0 0,0 1,0-1,0 1,1-1,0 1,0 0,1 0,0 0,0 0,0 0,0 0,1 0,0 0,1 1,-1-1,1 1,2-5,-1-1,1 1,-1-1,1 0,0 0,-1 0,1 0,0 0,0-1,-1 1,1-1,0 0,0 0,0 0,0 0,-1 0,1-1,0 1,0-1,0 1,-1-1,1 0,0-1,-1 1,1 0,-1-1,1 1,-1-1,0 0,0 1,0-1,0 0,1-2,21-15,-2 0,0-2,-2-1,0 0,3-7,26-29,-48 56,0 1,-1 1,0-1,0 0,0 0,1 0,-1 1,0-1,1 0,-1 1,1-1,-1 0,1 1,-1-1,1 0,-1 1,1-1,0 1,-1-1,1 1,0-1,-1 1,1 0,0-1,0 1,-1 0,1-1,0 1,0 0,0 0,-1 0,1 0,0 0,0 0,0 0,-1 0,1 0,0 0,0 0,0 1,-1-1,1 0,0 1,0-1,-1 0,1 1,0-1,-1 1,1-1,0 1,-1-1,1 1,4 72,-6-67,0-1,1 1,-1 0,1-1,0 1,1 0,0 0,-1-1,2 1,-1-1,1 1,0-1,0 1,0-1,1 0,-1 0,1 0,1 0,-1-1,1 1,-1-1,5 3,-1-4,1 0,0-1,0 0,0-1,0 1,0-2,1 1,-1-1,0 0,0-1,0 0,0 0,1-1,-2 0,1 0,0-1,0 0,-1-1,0 1,1-1,-1-1,-1 1,1-1,3-4,10-5,-1-2,0-1,-1 0,-1-1,-1-1,0 0,-2-1,0-1,8-18,-19 35,15-22,-18 25,0 1,1 0,-1-1,0 1,1 0,-1 0,1-1,-1 1,1 0,-1 0,0 0,1 0,-1-1,1 1,-1 0,1 0,-1 0,1 0,-1 0,1 0,-1 0,1 0,-1 0,1 1,-1-1,1 0,-1 0,0 0,1 0,-1 1,1-1,-1 0,0 0,1 1,-1-1,1 0,-1 1,0-1,0 0,1 1,-1-1,0 1,0-1,1 1,-1-1,0 0,0 1,0-1,0 1,1-1,-1 1,0-1,0 1,0-1,0 1,0-1,0 1,31 171,-24-131,29 170,-9 0,-2 167,-24-347,-1 1,-2-1,-1 0,-2 0,0 0,-3 0,-4 12,-14 0,25-42,1 0,-1 0,0-1,0 1,0 0,0-1,1 1,-1-1,0 1,0-1,0 1,0-1,0 0,0 0,0 1,0-1,-1 0,1 0,0 0,0 0,0 0,0 0,0-1,0 1,0 0,0 0,0-1,0 1,0-1,0 1,0-1,0 1,1-1,-1 1,0-1,0 0,0 1,1-1,-1 0,0 0,1 0,-1 0,1 0,-1 0,-4-8,0 0,0 0,1-1,0 0,1 1,0-2,0 1,1 0,0-7,-10-75,4 1,5-1,3 0,5 0,3 0,6-5,-13 88,2-24,1 0,2 0,2 0,1 1,1 0,1 1,2 0,2-1,-14 30,-1 1,1-1,0 0,0 1,0-1,0 0,0 1,0-1,0 1,0-1,1 1,-1 0,0-1,1 1,-1 0,1 0,-1 0,1 0,0 0,-1 1,1-1,0 0,0 1,0-1,-1 1,1 0,0 0,0-1,0 1,0 0,0 1,0-1,-1 0,1 0,0 1,0-1,0 1,-1 0,1-1,0 1,6 7,0 0,-1 1,0 0,-1 0,1 0,-2 1,1 0,-2 0,1 0,-1 1,0 4,-1-9,-1-1,2 5,1 1,-2-1,1 1,-2-1,1 1,-1 0,-1 0,0 0,-1 3,0-14,0 1,0 0,0-1,0 1,0 0,0-1,0 1,0-1,0 1,0 0,-1-1,1 1,0-1,0 1,-1-1,1 1,0-1,-1 1,1-1,-1 1,1-1,0 1,-1-1,1 1,-1-1,1 0,-1 1,0-1,1 0,-1 0,1 1,-1-1,0 0,1 0,-1 0,1 0,-1 0,0 0,1 0,-1 0,1 0,-1 0,0 0,1 0,-1 0,0 0,1-1,-1 1,1 0,-1-1,1 1,-1 0,1-1,-1 1,1 0,-1-1,1 1,-1-1,1 1,0-1,-1 1,1-1,0 1,-1-1,1 1,0-1,0 1,-1-1,1 0,-1-7,0 1,0-1,1 1,0-1,0 0,1 1,-1-1,2 1,-1-1,1 1,1 0,-1-1,1 1,0 0,1 1,-1-1,1 1,1-1,4-4,-7 8,56-91,-26 47,-3-1,-2-2,14-36,-27 46,-2 0,-1-1,-3 0,-1-1,-1 1,-3-1,-2 0,-1 0,-2 0,-2 0,-2 0,-1 1,-3 0,-1 0,-6-9,4 17,13 34,-1-1,1 0,0 1,0-1,0 0,0 1,-1-1,1 0,0 1,0-1,0 0,-1 0,1 1,0-1,-1 0,1 0,0 1,-1-1,1 0,0 0,-1 0,1 1,0-1,-1 0,1 0,0 0,-1 0,1 0,-1 0,1 0,0 0,-1 0,1 0,0 0,-1 0,1 0,-1 0,1 0,0-1,-1 1,1 0,0 0,-1 0,1-1,0 1,-1 0,1 0,0-1,0 1,-1 0,1 0,0-1,-3 32,1-1,1 1,2-1,3 16,-3-22,73 566,-67-537,2-1,2 0,3 0,2-1,13 25,-27-69,1-1,0 1,0-1,1 0,0 0,0-1,0 1,1-1,-1 0,1 0,0 0,1-1,-1 0,1 0,0 0,1 0,-5-4,-1 1,1-1,0 0,-1 1,1-1,-1 0,1 0,0 0,-1-1,1 1,0 0,-1-1,1 1,-1-1,1 1,-1-1,1 0,-1 1,1-1,-1 0,0 0,1 0,-1 0,0 0,0 0,0-1,0 1,0 0,0-1,0 1,0-1,0 1,-1-1,1 1,0-1,15-58,-16 35,-1 1,-1 0,-1 0,-1 0,-1 1,-1-1,-1 1,-1 1,-1-1,-2 1,0 1,-1 0,0 1,-3-1,2-1,-2 1,0 1,-1 0,-2 1,0 1,0 1,-2 0,0 1,-1 1,0 1,-1 1,-1 1,0 1,-24-7,24 13,20 8,18 3,33 3,2-2,-1-1,1-3,14-3,-18 2,184 6,-130-1</inkml:trace>
  <inkml:trace contextRef="#ctx0" brushRef="#br0" timeOffset="35658.696">4493 2894,'-113'-3,"-7"1,113 2,2 2,-1-1,0 1,0 0,0 0,1 0,-1 1,1 0,0 0,0 1,0-1,0 1,0 0,1 0,0 1,0-1,0 1,-1 2,2-3,0 1,0-1,0 1,1 0,-1-1,1 1,1 0,-1 1,1-1,-1 0,1 0,1 1,-1-1,1 0,0 1,0-1,1 0,0 1,-1-1,2 0,-1 0,1 1,-1-1,2 0,-1-1,0 1,1 0,0-1,0 1,0-1,1 0,-1 0,1 0,1 0,3 1,0-1,0 0,1 0,-1-1,1 0,0 0,0-1,0-1,0 1,1-1,-1-1,0 0,0 0,1-1,-1 0,0 0,0-1,0 0,0-1,0 0,-1 0,1-1,-1 0,0-1,0 0,0 0,-1 0,0-1,0 0,0-1,-1 0,0 0,0 0,-1 0,0-1,1-2,-1 0,-1-1,-1 0,1 0,-2 0,1 0,-2 0,1 0,-2-1,0 1,0 0,-1-9,-3 61,4-30,1-1,1 1,-1-1,2 1,-1-1,1 1,1-1,0 0,1-1,-1 1,2-1,0 0,0 0,0 0,1-1,0 0,1 0,0-1,0 0,0 0,1-1,0 0,0-1,1 0,-1 0,10 2,-2-2,0-1,0-1,0-1,1 0,-1-1,1-1,0-1,-1 0,1-1,-1-1,0-1,0-1,0 0,8-4,32-14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4.2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362 398,'-29'0,"-1"1,1 1,-1 2,1 0,-8 4,28-5,-1 0,1 0,0 1,0 0,1 0,-1 1,1 0,0 1,0 0,1 0,-1 1,2 0,-1 0,1 0,0 1,0 0,-3 6,4-6,0 1,1 0,0-1,0 2,1-1,0 0,1 1,0-1,1 1,-1 0,2-1,-1 1,2 0,-1 0,1-1,0 1,1 0,1-1,-1 0,1 1,1-1,0 0,1 2,-3-8,0 0,0-1,1 1,-1-1,1 1,-1-1,1 0,0 0,0 0,0-1,0 1,0-1,0 1,0-1,0 0,0 0,1-1,-1 1,1 0,-1-1,0 0,1 0,-1 0,1 0,-1-1,0 1,1-1,-1 0,0 0,0 0,0-1,1 1,-1-1,0 1,-1-1,3-1,7-5,0-1,-1 0,0-1,-1 0,0-1,0 0,7-12,4-13,-1-1,-3 0,-1-1,-2-1,-1-1,-2 0,-2 0,-2-1,-1 0,-2 0,-2-1,-2 1,-4-27,-6-14,10 81,0 1,0-1,0 1,0-1,0 0,-1 1,1-1,0 1,0-1,-1 1,1-1,0 0,-1 1,1-1,0 1,-1 0,1-1,-1 1,1-1,0 1,-1-1,1 1,-1 0,0 0,1-1,-1 1,1 0,-1 0,1-1,-1 1,0 0,1 0,-1 0,1 0,-1 0,0 0,1 0,-1 0,1 0,-1 0,0 0,1 1,-1-1,1 0,-1 0,1 1,-1-1,0 0,1 0,-1 1,1-1,0 1,-1-1,1 0,-1 1,1-1,0 1,-1-1,1 1,-37 82,19-12,3 1,3 1,3 0,4 0,2 23,3-72,1 0,1 0,1 1,1-1,1-1,4 8,-7-22,1-1,1 0,-1 0,1-1,1 1,-1-1,1 0,0 0,1-1,0 1,0-1,0 0,1-1,-1 0,1 0,1 0,-1-1,1 0,3 1,6 0,-1-2,1 0,0-1,0 0,0-2,0 0,0-1,0 0,-1-2,1 0,0 0,-1-2,0 0,0-1,0-1,-1 0,0-1,0 0,-1-2,0 1,-1-2,7-5,-12 7,1 0,-2 0,1-1,-1 0,0 0,-1 0,0-1,-1 0,0 0,-1-1,1-5,-3 11,-1 1,1 0,-1 0,0-1,-1 1,0 0,0-1,0 1,0 0,-1-1,0 1,0 0,0 0,-1-1,1 1,-1 0,-1 0,1 1,-1-1,1 0,-1 1,-1 0,1-1,-1 1,1 1,-4-4,5 6,0-1,-1 1,1-1,0 1,0 0,-1 0,1 0,0 0,-1 1,1-1,-1 0,0 1,1 0,-1 0,1 0,-1 0,1 0,-1 0,0 1,1-1,-1 1,1-1,0 1,-1 0,1 0,0 0,-1 1,1-1,0 0,0 1,0 0,0-1,0 1,0 0,1 0,-1 0,1 0,-1 0,1 0,0 1,-1-1,1 2,-4 4,1 1,0 0,0-1,1 1,0 1,0-1,1 0,1 1,0-1,0 1,0-1,1 1,1 0,0-1,0 1,1-1,0 1,0-1,1 0,1 0,-1 0,1 0,1-1,0 0,0 0,1 0,-1 0,2-1,-1 0,4 3,9 1,0-1,0 0,1-2,0 0,1-1,-1-2,1 0,1-1,-1 0,1-2,-1-1,1-1,2-1,59-1,-9-4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5.0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51 865,'1'-6,"0"1,0-1,0 1,1 0,-1 0,1 0,1 0,-1 0,1 0,0 0,3-3,0-3,21-33,12-19,-3-1,20-53,-42 83,-1 0,-2 0,-2-1,-1 0,-2-1,-1 0,-1 0,-3 0,-1-11,-25-48,24 92,-1 0,1 1,0-1,-1 1,0 0,1-1,-1 1,0 0,0 0,-1 0,1 0,0 0,0 1,-1-1,1 1,-1-1,0 1,1 0,-1 0,0 0,0 1,1-1,-1 1,0-1,0 1,0 0,0 0,0 0,1 0,-1 1,-2 0,-4 2,1 2,0-1,0 1,1 0,-1 1,1-1,0 1,0 1,1 0,0 0,0 0,1 0,0 1,0 0,0 0,1 0,1 1,-2 3,-12 28,1 2,3 0,1 1,2 0,2 1,2 0,0 36,4-52,2 0,1 0,1-1,1 1,2-1,6 21,-8-36,1 0,0-1,1 1,1-1,0 0,0 0,1-1,0 1,1-2,0 1,0-1,1 0,0-1,1 0,0 0,2 0,3-1,0 1,0-2,0 0,1-1,0-1,0 0,1-1,-1-1,1 0,-1-1,1-1,0-1,-1 0,6-2,13-3,-1-1,0-1,-1-2,0-2,0 0,9-8,-23 12,-1 0,0-2,0 0,-1-1,0-1,-1-1,0 0,-1-1,-1-1,0 0,8-11,-21 24,1 0,0-1,-1 1,1 0,-1 0,0-1,0 1,0-1,0 1,0-1,-1 1,1-1,-1 0,1 1,-1-1,0 0,0 1,0-1,0 0,-1 1,1-1,-1 0,0 1,1-1,-1 1,0-1,-1 1,1 0,0-1,-1 1,1 0,-1 0,0 0,1 0,-1 0,0 0,0 0,-1 1,1-1,0 1,0 0,-1-1,1 1,-1 0,0 0,-9 0,-1 0,1 0,0 1,-1 1,1 0,0 1,-1 0,1 1,0 0,1 1,-1 0,0 1,1 0,0 1,1 1,-1-1,1 1,0 1,1 0,0 1,0-1,1 2,-7 8,8-8,0-1,0 1,1 1,0-1,1 1,0 0,1 0,0 2,2-10,1 0,1 1,-1-1,0 0,1 1,0-1,-1 0,1 1,1-1,-1 0,0 1,1-1,0 0,0 0,0 1,0-1,0 0,1 0,-1 0,1 0,0 0,0-1,0 1,0-1,0 1,0-1,1 1,0-1,-1 0,4 1,4 1,1-1,0-1,0 0,0 0,0-1,0-1,0 0,0 0,0-1,1-1,-2 0,1 0,0-1,0 0,-1-1,0 0,1-1,6-4,-1 2,-1 0,0-1,0 0,-1-1,0-1,-1 0,0-1,0-1,-1 0,-1 0,0-1,-1-1,0 1,-1-2,-1 1,0-1,1-4,-6 1,-14 26,9-2,0 1,0-1,0 1,1 0,0 0,1-1,-1 1,1 0,0 0,1 0,0 0,0-1,0 1,1 0,0-1,0 1,0-1,1 0,0 0,1 0,-1 0,1 0,0-1,1 1,-1-1,1 0,0-1,0 1,1-1,-1 0,1 0,0-1,0 1,0-1,4 1,54 15,1-6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6.7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55 263,'9'38,"-1"1,-2 1,-2-1,-1 1,-3 0,-1 0,-1-1,-3 1,-1-1,-1 0,-6 12,-3 4,9-69,16-200,-27-95,2 96,16 212,-1-1,1 1,-1-1,1 1,-1-1,1 0,0 1,0-1,0 1,0-1,0 0,0 1,1-1,-1 1,1-1,-1 1,1-1,-1 1,1-1,0 1,-1-1,1 1,0 0,0-1,0 1,0 0,0 0,1 0,-1-1,0 2,1-1,-1 0,0 0,1 0,-1 0,1 1,-1-1,1 1,-1-1,1 1,-1 0,1 0,0-1,16 4,1 1,-1 0,-1 2,1 0,-1 1,0 0,0 1,-1 1,0 1,-1 1,-3-5,-1 0,0 1,0 0,-1 1,0 0,0 1,-1 0,0 0,-1 1,0 0,0 1,-1-1,-1 2,0-1,0 1,-5-8,0-1,-1 1,1 0,-1 0,0 0,0 0,0 0,-1 0,1 0,-1 0,0 0,0 0,0 0,-1-1,1 1,-1 0,0-1,0 0,0 1,-1-1,1 0,-1 0,0 0,1 0,-2-1,-83 55,-18-19,105-38,0 1,0-1,0 0,0 0,0 0,0 1,0-1,0 0,0 0,0 0,0 0,0 1,0-1,0 0,0 0,0 0,0 1,0-1,0 0,0 0,0 0,0 0,0 1,0-1,0 0,-1 0,1 0,0 0,0 0,0 1,0-1,0 0,-1 0,1 0,0 0,26 0,-21 0,-1 0,185 11,-176-9,-1 1,0 0,0 1,-1 0,1 1,-1 0,0 1,0 1,-1-1,1 1,-1 1,-1 0,0 0,3 4,-9-9,0 1,1-1,-2 1,1-1,0 1,-1 0,1 0,-1 0,0 0,-1 1,1-1,-1 1,1-1,-2 1,1-1,0 1,-1-1,0 1,0 0,0-1,0 1,-1-1,0 1,0-1,-1 4,-6 3,0 0,-1-1,0 1,0-2,-2 1,1-1,-1-1,0 0,0-1,-1 0,0 0,-1-1,1-1,-1 0,-5 0,-17 11,0-3,-1-1,0-1,-32 4,52-16,12-6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9.0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7.6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98 38,'-6'117,"-5"0,-6-1,-20 68,33-164,-1 7,-1-4,2 0,0 0,2 1,1-1,0 8,2-25,-1 0,1 0,0 0,0 0,1 0,-1-1,1 1,1 0,-1-1,1 0,0 0,0 0,0 0,1 0,0 0,0-1,0 0,0 0,1 0,0 0,0-1,0 1,1-1,19 7,0 0,1-2,0-2,0 0,1-1,0-2,-1 0,1-2,0-1,22-4,48-4,-10-3</inkml:trace>
  <inkml:trace contextRef="#ctx0" brushRef="#br0" timeOffset="415.673">1195 158,'-19'-7,"0"0,0 1,-1 1,1 1,-1 0,0 2,0 0,0 1,0 1,-1 1,1 1,-12 3,22-5,1 1,0 0,-1 1,1 0,0 0,0 1,0 0,0 0,0 1,1 1,0-1,-1 1,2 1,-1-1,1 1,0 1,0-1,0 1,1 1,0-1,-1 3,6-6,1 0,-1 0,1-1,-1 1,1 0,0 0,1-1,-1 1,1 0,-1 0,1-1,0 1,0 0,1-1,-1 1,1-1,0 0,0 0,0 1,0-1,1 0,2 2,67 57,-8-23,2-2,34 10,-33-15,-2 2,41 30,-22 6,-80-67,-1 1,0 0,0-1,0 1,0 1,0-1,-1 0,0 1,0-1,0 1,-1-1,1 1,-1 0,0 0,0 0,-1 0,1 0,-1-1,-1 1,1 2,-1-3,-1 0,0 0,1 0,-1 0,-1 0,1-1,-1 1,1-1,-1 1,0-1,0 0,0 0,-1 0,1-1,-1 1,1-1,-1 0,0 0,0 0,0 0,-2 0,-91 24,67-20,1-2,-1-1,0-1,1-2,-1-1,0-1,0-2,-11-3,37 7,0-1,1 1,-1-1,0 0,0 0,0 0,0 0,1-1,-1 0,1 1,-1-1,1-1,0 1,-1 0,1-1,1 0,-1 1,0-1,1 0,-1-1,1 1,0 0,0-1,0 1,0-1,1 1,-1-1,1 0,0-3,4-25</inkml:trace>
  <inkml:trace contextRef="#ctx0" brushRef="#br0" timeOffset="1082.54">1743 359,'-17'35,"0"1,3 1,1 1,1 0,2 1,2 0,2 0,1 6,4 148,0-155,-4-42,-12-110,14 38,4 0,4 1,2-1,4 1,3 0,3 1,10-20,-24 84,2-10,1 1,1-1,1 1,0 0,1 1,1 0,4-3,-12 18,0 1,0-1,0 1,1-1,-1 1,1 0,-1 0,1 0,0 0,0 1,0-1,0 1,0 0,0 0,1 0,-1 0,0 0,0 1,1-1,-1 1,0 0,1 0,-1 0,1 1,-1-1,0 1,0 0,1 0,-1 0,0 0,0 0,0 1,0-1,0 1,0 0,-1 0,1 0,-1 0,1 1,1 1,2 0,0 2,0-1,0 1,-1 0,0 0,0 0,0 1,-1 0,0 0,0 0,-1 0,0 1,0-1,0 1,-1 0,-1 0,1 0,-1 0,-1 0,1 0,-1 0,-1 0,1 0,-1 0,-1 0,0 0,0-1,0 1,-1 0,0-1,0 0,-1 0,0 1,-8 6,-1-1,0 0,-1 0,0-2,0 0,-2 0,1-1,-1-1,-1-1,0 0,7-3,40 1,9-7,0 2,0 2,-1 2,29 7,-52-9,-1 1,1 1,-1 0,1 1,-2 0,1 1,-1 1,0 0,0 1,-1 0,0 1,-1 0,6 8,-13-14,0 0,0 0,-1 0,1 1,-1-1,0 1,-1 0,1 0,-1 0,0 0,0 0,0 1,-1-1,0 0,0 1,0-1,-1 1,0-1,0 1,0 0,0-1,-1 1,0-1,-1 0,1 1,-1-1,0 0,0 0,0 0,-1 0,0 0,0 0,0-1,-4 5,-11 2,0 0,-1-2,0 0,-1-1,0 0,0-2,-1-1,1 0,-1-1,0-2,0 0,-1-1,1-1,-6-2,11 3,9 0,1 0,-1-1,1 0,-1 0,1-1,-1 0,1 0,-1 0,1-1,0 0,0 0,-3-2,8 3,0 1,0-1,1 1,-1-1,0 1,1-1,-1 1,1-1,-1 0,1 0,-1 1,1-1,-1 0,1 0,0 1,-1-1,1 0,0 0,0 0,0 0,0 1,-1-1,1 0,0 0,1 0,-1 0,0 0,0 1,0-1,0 0,1 0,-1 0,0 1,1-1,-1 0,0 0,1 1,9-17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7.0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1 415,'16'-3,"19"-2,19-1,19-1,15 0,13-1,13 1,6 0,4-2,-3 1,-9-1,-14 2,-18 0,-16 0,-21 0,-16 0</inkml:trace>
  <inkml:trace contextRef="#ctx0" brushRef="#br0" timeOffset="276.25">1031 0,'20'19,"0"-1,2 0,0-2,1-1,0-1,1-1,1-1,20 7,15 9,-39-18,-5-4,-1 1,0 1,0 0,0 1,-1 1,0 0,-1 0,0 2,0 0,-2 0,7 9,-17-19,1 1,-1-1,0 1,0 0,-1 0,1-1,0 1,-1 0,0 0,1 0,-1-1,0 1,-1 0,1 0,0 0,-1 0,0-1,1 1,-1 0,0 0,0-1,-1 1,1-1,-1 1,1-1,-1 0,0 1,0-1,-1 1,-68 54,-30 2,-53 39,129-77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5.6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0 165,'17'167,"-8"1,-7 24,5-571,-2 128,-11 216,6 36,0-1,0 0,0 1,1-1,-1 1,0-1,0 0,0 1,0-1,0 1,0-1,0 0,0 1,0-1,0 1,-1-1,1 1,0-1,0 0,0 1,0-1,-1 0,1 1,0-1,0 1,-1-1,1 0,0 0,0 1,-1-1,1 0,0 1,-1-1,1 0,-1 0,1 0,0 1,-1-1,1 0,0 0,-1 0,1 0,-1 0,1 0,-1 0,1 0,0 0,-1 0,1 0,-1 0,1 0,-1 0,1 0,0 0,-1-1,1 1,0 0,-1 0,1 0,-1-1,1 1,0 0,-1 0,1-1,0 1,0 0,-1-1,1 1,0 0,-2 3,0 1,1-1,-1 1,1 0,0 0,0 0,0 0,0 0,1 0,0 0,0 0,0 0,0 0,0 0,1 0,0 0,0 0,0 0,0 0,1-1,-1 1,1 0,0-1,0 1,1-1,-1 0,0 0,1 0,0 0,0 0,1 1,9 0,0 0,1-1,-1 0,0-1,1-1,0 0,-1 0,1-2,-1 0,1 0,-1-1,1-1,-1 0,0-1,0-1,9-4,21-6,-1-2,-1-2,27-17,-63 33,-5 3,1-1,-1 0,1 0,0 0,-1 1,1-1,0 0,0 1,-1-1,1 1,0-1,0 1,0-1,0 1,0 0,0-1,0 1,0 0,0 0,0-1,0 1,0 0,0 0,0 0,0 0,0 1,0-1,0 0,0 0,0 1,0-1,0 0,-1 1,1-1,0 1,0-1,0 1,0-1,-1 1,1 0,0-1,0 1,-1 0,1 0,-1 0,1-1,-1 1,1 0,0 1,-2 97,-3-63,0-9,1 1,2 0,0-1,2 1,1 0,1-1,2 0,0 1,2-2,1 1,1-1,2 0,0-1,8 11,-13-28,1 1,1-1,-1-1,1 1,1-2,-1 1,1-1,1 0,2 1,30 12</inkml:trace>
  <inkml:trace contextRef="#ctx0" brushRef="#br0" timeOffset="400.335">1297 30,'-18'-6,"1"0,-1 1,0 1,0 1,-1 0,1 1,-1 2,0-1,1 2,-1 1,1 0,0 1,-1 1,1 1,-14 5,27-8,0 1,1 0,-1 0,0 0,1 1,-1 0,1-1,0 1,1 1,-1-1,1 1,0-1,0 1,0 0,0 0,1 0,0 0,0 1,0-1,1 1,0-1,0 1,0-1,1 1,0 0,0-1,0 1,1-1,-1 1,1 0,1-1,-1 0,1 1,0-1,1 2,7 9,1 0,1-1,0 0,1-1,1-1,0 0,0 0,2-2,-1 0,1-1,13 6,-25-13,76 45,-46-29,0 1,-2 2,0 1,-2 2,4 4,-31-27,0 1,1-1,-1 1,0 0,0 0,-1 0,1 0,-1 1,1-1,-1 1,0-1,0 1,-1 0,1 0,-1 0,0 0,0 0,0 0,0 0,-1 0,0 0,0 0,0 0,0 1,-1-1,1 0,-1 0,0 0,0 0,-1 1,-5 2,-1-1,1-1,-1 1,0-1,-1 0,1-1,-1 0,0-1,0 1,0-2,0 1,-1-1,1-1,-1 0,1 0,-10-1,-3 3,1 0,0-2,-1-1,1-1,0 0,-1-2,1-1,0 0,-19-22,34 13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3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1 227,'23'0,"20"-2,18-1,13-2,9 0,3 0,-4 2,-6 3,-10 2,-13 2,-17 1</inkml:trace>
  <inkml:trace contextRef="#ctx0" brushRef="#br0" timeOffset="277.763">121 455,'23'9,"20"3,23-3,14-7,8-9,3-7,-5-7,-18 1</inkml:trace>
  <inkml:trace contextRef="#ctx0" brushRef="#br0" timeOffset="557.048">628 1,'0'4,"0"0,0 0,0 0,0 0,1 0,-1 0,1-1,0 1,0 0,1 0,-1 0,1-1,0 1,0-1,0 0,0 1,0-1,1 0,0 0,-1 0,1-1,0 1,0 0,2 0,89 40,243 25,-324-65,-1 1,1 1,-1 0,0 0,0 1,0 1,-1 0,3 3,-11-7,1 0,-1 0,1 0,-1 1,0-1,0 1,0 0,-1 0,0 0,1 0,-1 1,-1-1,1 1,-1-1,1 1,-1-1,-1 1,1 0,-1-1,1 1,-1 0,-1 0,1-1,-1 3,-5 12,0-1,-1-1,-1 1,0-1,-2 0,0-1,0 0,-2-1,0 0,-1-1,-7 7,-98 95,70-75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38.5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0 337,'49'0,"27"1,1-3,0-3,49-12,60-27,-113 24,0 4,2 2,0 4,10 2,4 2,-1-3,0-5,18-7,93-13,2 10,8 7,94-9,251-17,112 36,-404 9,449 25,6 0,207-28,-558-12,-347 15,-8-1,-24-10,-6-1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39.6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788 1,'105'16,"15"0,0 6,25 11,-106-22,0 1,-2 3,0 0,0 3,-2 1,0 1,-1 2,21 19,-54-41,3 3,1-1,-1 1,0-1,0 1,0 0,0 1,0-1,-1 1,1 0,-1 0,0 0,0 0,-1 0,1 1,-1-1,0 1,0-1,-1 1,1 0,-1 0,0 0,0 0,-1 0,1 0,-1 0,0 0,0 0,-1 0,0 0,0 0,-1 2,-80 98,-34 10,-5-5,-4-5,-5-6,-7-4,-41 23,-6-7,-4-8,-139 52,232-122,95-33,0 0,0 0,0 0,0-1,0 1,0 0,0 0,0-1,0 1,0 0,0 0,0-1,0 1,0 0,0 0,0 0,0-1,0 1,0 0,0 0,0 0,0-1,-1 1,1 0,0 0,0 0,0-1,0 1,0 0,-1 0,1 0,0 0,0 0,0 0,-1-1,1 1,0 0,0 0,0 0,-1 0,1 0,0 0,0 0,-1 0,1 0,0 0,0 0,0 0,-1 0,19-13,-14 10,0 1,0-1,1 1,-1 0,0 0,1 1,-1-1,1 1,0 0,-1 0,1 1,0-1,0 1,4 0,-8 1,-1-1,0 0,1 1,-1-1,0 0,0 1,1-1,-1 0,0 1,0-1,1 1,-1-1,0 0,0 1,0-1,0 1,0-1,0 1,0-1,1 1,-1-1,0 0,-1 1,1-1,0 1,0-1,0 1,0-1,0 0,0 1,0-1,-1 1,1-1,0 0,0 1,-1-1,1 1,0-1,-1 0,1 1,0-1,-1 0,1 0,0 1,-1-1,-5 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1.8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317 627,'-11'0,"0"-1,0 2,0-1,0 1,0 1,0 0,0 1,1 0,-1 0,1 1,0 1,0 0,0 0,0 1,1 0,0 0,1 1,-1 1,1-1,-7 10,4-5,1 1,0 0,1 1,0 0,1 0,0 1,2 0,0 1,0-1,1 1,1 0,1 1,-1 10,4-18,-1 0,1-1,1 1,0 0,0-1,1 1,0-1,0 1,1-1,1 3,-2-8,-1 0,1 0,-1 0,1 0,0 0,0 0,0-1,0 1,1-1,-1 0,1 1,0-1,-1 0,1-1,0 1,0 0,0-1,0 1,0-1,1 0,-1 0,0-1,1 1,-1-1,0 1,1-1,2 0,4-3,0 0,-1 0,1-1,-1 0,0-1,0 0,-1 0,1-1,-1 0,0-1,-1 0,0 0,0 0,0-1,-1 0,0-1,0 1,2-7,13-24,-1-1,-3-1,-1-1,-2 0,-2 0,-2-2,-2 1,-1-1,-3-1,-1 1,-2 0,-4-21,2-15,-3 0,-3 0,-5-2,11 73,1 5,-1 0,1 0,-1 0,0 1,0-1,0 0,-1 0,1 1,-1-1,0 1,0-1,0 1,0 0,-1-1,-9 8,-12 74,14 7,3 0,5 0,3 0,6 29,-6-74,3-1,0 1,3-1,1 0,2-1,2 0,1 0,2-2,2 0,6 9,-18-36,1 0,1 0,-1-1,2 0,-1 0,1 0,0-1,0 0,1-1,0 0,0 0,1-1,0 0,0 0,0-1,0-1,0 0,1 0,-1-1,1 0,7-1,-14-1,1 0,-1-1,0 0,0 0,0 0,0 0,0 0,0-1,0 0,-1 0,1 0,0 0,-1-1,0 1,0-1,1 0,-2 0,1 0,0 0,0-1,-1 1,0-1,0 1,0-1,0 0,0 0,3-10,-1 0,0 0,-1-1,0 1,-1-1,0-13,0-30,-3 1,-2-1,-3 1,-2 0,-9-27,17 83,-1 0,1 1,0-1,-1 1,1-1,0 1,0-1,-1 0,1 1,0-1,0 0,0 1,0-1,0 0,0 1,0-1,0 0,0 1,0-1,0 0,0 1,0-1,0 0,1 1,-1-1,0 1,0-1,1 0,-1 1,0-1,1 1,-1-1,1 1,-1-1,1 1,-1-1,1 1,-1 0,1-1,-1 1,1 0,0-1,-1 1,1 0,0 0,-1-1,1 1,0 0,-1 0,1 0,0 0,-1 0,1 0,0 0,-1 0,1 0,0 0,-1 1,1-1,-1 0,1 0,0 1,-1-1,1 0,-1 1,1-1,0 0,249 50,-244-49,0 0,1 0,-1 0,0 1,0 0,0 0,0 0,0 1,0 0,0 0,-1 1,0-1,0 1,0 0,0 1,0-1,-1 1,0 0,0 0,0 1,1 9,-1 0,-1 1,-1-1,0 1,-1 0,-1-1,0 1,-1 0,-2 6,1 14,12 80,-9-111,1 0,0 0,0-1,0 1,0-1,1 1,-1-1,1 0,1 0,-1 0,0-1,1 1,0-1,0 1,0-1,0-1,0 1,0 0,1-1,0 0,3 1,6 0,0-1,0-1,0 0,0-1,0 0,0-1,0-1,0 0,0-1,0 0,-1-2,0 1,0-1,0-1,0 0,-1-1,0-1,0 0,-1 0,9-9,-8 7,0 1,0-2,-1 0,-1 0,0-1,0-1,-1 1,-1-2,0 1,-1-1,0 0,-1 0,-1-1,0 0,-1 0,-1 0,0 0,-1-1,-1 1,0-1,-1 1,0-1,-3-12,3 26,-1-1,1 0,-1 0,1 0,-1 1,0-1,0 0,0 1,0-1,0 1,-1-1,1 1,-1-1,0 1,1 0,-1 0,0 0,0 0,0 0,-1 1,1-1,0 0,-1 1,1 0,-1-1,1 1,-1 0,0 1,0-1,1 0,-1 1,-3-1,0 3,1 1,-1 0,0 0,1 0,-1 1,1 0,0 0,1 0,-1 0,1 1,-1 0,1 0,1 0,-1 0,1 1,0-1,0 1,0 0,0 3,-2 0,0-1,1 1,0 1,1-1,0 1,0-1,1 1,0 0,1 0,0 0,1 0,-1 0,2 0,0 0,0 0,1 0,0-1,0 1,1 0,1-1,0 0,0 0,0 0,1 0,1-1,0 1,0-1,0-1,1 1,5 4,11 1,1 0,0-2,1-1,0 0,1-2,-1-1,2-1,-1-2,1 0,-1-2,1 0,0-2,24-3,69-6,-11-5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3.2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436 1172,'-11'-22,"0"1,-2 0,0 0,-1 2,-5-5,15 19,0 1,0 0,0 0,-1 0,0 0,0 0,0 1,0 0,0 0,-1 0,1 1,-1 0,0 0,1 0,-1 1,0 0,0 0,0 0,0 1,0 0,0 0,0 1,-4 0,-3 4,0 0,1 1,-1 1,2 0,-1 0,1 2,0-1,0 1,1 1,1 0,-1 0,2 1,-1 0,2 0,-1 1,2 0,-1 0,-1 8,2-8,0 1,2 0,-1-1,1 2,1-1,1 0,-1 5,3-14,-1 0,1 1,0-1,0 0,1 0,-1 0,1 0,0 0,0 0,0 0,1 0,-1 0,1-1,0 1,0 0,0-1,1 0,-1 1,1-1,0 0,0 0,0-1,0 1,0 0,4 1,6 1,0-1,0 0,0-1,0 0,0-1,1-1,-1 0,1 0,-1-2,1 0,-1 0,1-1,-1-1,0 0,0-1,0 0,0-1,2-2,-4 3,1-1,-1-1,-1 0,1 0,-1-1,0 0,0-1,-1 0,0-1,-1 0,0 0,0-1,-1 0,0 0,-1 0,0-1,0 0,-1 0,-1-1,0 0,-1 1,0-1,0 0,0-11,-5 40,1-8,-1 0,1 1,0-1,1 1,0-1,1 1,0-1,1 1,-1-1,2 0,-1 0,1 0,1 0,0 0,0-1,1 1,0-1,0 0,5 5,-5-9,0 0,1 0,-1-1,1 0,-1 0,1 0,0-1,0 1,0-2,1 1,-1-1,0 0,1 0,-1 0,0-1,1 0,-1 0,1-1,-1 0,0 0,1 0,-1-1,0 0,0 0,0-1,1 0,5-3,-1-1,0 0,0 0,-1-1,0 0,0-1,-1 0,0 0,0-1,-1 0,-1-1,5-8,6-18,-1 0,-2-2,-2 0,-1 0,0-13,16-51,-18 74,-9 29,-1 0,0 0,0 1,0-1,0 0,0 0,1 0,-1 1,0-1,0 0,0 0,1 0,-1 1,0-1,0 0,1 0,-1 0,0 0,0 0,1 1,-1-1,0 0,0 0,1 0,-1 0,0 0,1 0,-1 0,0 0,0 0,1 0,-1 0,0 0,1 0,-1-1,0 1,0 0,1 0,-1 0,-15 227,10-101,5 0,16 117,-2-135,4 39,-1 113,-27-187,9-72,0 0,0 0,0-1,0 1,0 0,0 0,0-1,0 1,0-1,-1 1,1-1,0 0,0 1,0-1,-1 0,1 0,0 0,0 0,-1 0,1 0,0 0,0 0,-1 0,1 0,0-1,0 1,-1-1,1 1,0-1,0 1,0-1,0 0,0 1,0-1,0 0,0 0,0 0,0 0,1 0,-1 0,0 0,0 0,1 0,-1 0,1 0,-1 0,1-1,-1 1,1 0,0 0,0 0,-1-2,-11-24,1-1,1-1,2 0,0 0,2-1,1 0,2 0,0-24,-4-44,5-1,3 1,5-1,19-94,-22 169,1 0,1 0,1 0,1 1,1 0,1 0,1 1,1 0,1 1,1 0,6-6,-15 23,-1 1,1 0,-1 0,1 0,0 0,0 0,0 1,0 0,1 0,-1 0,1 0,-1 1,1 0,0 0,-1 0,1 0,0 1,0-1,-1 1,1 1,0-1,0 1,-1 0,1 0,0 0,-1 0,1 1,-1 0,1 0,-1 0,4 3,12 7,-1 2,0 0,-1 1,0 1,-1 1,-1 0,-1 2,0-1,-1 2,6 12,-17-27,1 0,-1 0,0 0,0 0,-1 0,1 1,-1-1,0 1,-1 0,0 0,0 0,0-1,0 1,-1 0,0 0,0 0,-1 0,1 0,-1 0,-1 0,1 0,-1-1,0 1,0-1,-1 1,1-1,-1 0,-1 0,1 0,-1 0,1 0,-1-1,-1 0,1 0,-5 4,-54 16,61-24,0 1,0-1,0 0,0 0,0 0,0 0,0 0,0 0,0 0,0-1,0 1,0-1,0 1,0-1,0 0,0 0,0 0,1 0,-1 0,0 0,1-1,-1 1,1-1,-1 1,1-1,0 1,0-1,-1 0,1 1,0-1,0-1,0-4,-1-1,1 0,1 1,-1-1,2 0,-1 1,1-1,0 0,0 1,1-1,0 1,0-1,1 1,0 0,3-6,20-42,2 1,2 1,3 2,5-4,43-68,-54 79,-2-1,-1-1,-3-1,-2-1,-3-1,-1-1,1-16,-8 23,-1-1,-3 0,-1 0,-3 0,-1 0,-2 0,-3-7,4 42,1 0,-1 1,0-1,-1 0,0 1,0 0,-1 0,0 0,-3-4,6 11,0 0,0 0,0 0,0 0,-1 0,1 0,0 0,0 1,-1-1,1 0,-1 1,1-1,0 1,-1-1,1 1,-1 0,1-1,-1 1,1 0,-1 0,0 0,1 0,-1 1,1-1,-1 0,1 1,-1-1,1 1,0-1,-1 1,1-1,0 1,-1 0,1 0,0 0,0 0,-1 0,1 0,0 0,0 0,0 0,1 1,-1-1,0 0,0 1,1-1,-1 0,0 1,1-1,0 1,-1-1,1 1,0-1,0 2,-11 27,2 2,1-1,2 1,1 0,2 0,1 0,1 1,2-1,1 8,7 88,5-2,6 0,5-1,28 78,-42-161,2 0,2-1,2 0,1-2,2 0,14 20,-29-52,1 0,0 0,0-1,0 1,1-1,0-1,0 1,1-1,5 3,-10-7,-1 0,1 1,-1-1,1 0,-1-1,1 1,0 0,-1-1,1 0,0 1,-1-1,1 0,0 0,0-1,-1 1,1 0,0-1,-1 0,1 0,-1 0,1 0,-1 0,1 0,-1 0,0-1,1 0,-1 1,0-1,0 0,0 0,0 0,-1 0,2-1,3-7,-1 0,0-1,0 0,-1 1,-1-1,1-1,-2 1,0 0,0-1,-1 1,0-1,-1 1,-2-12,-1-13,-1 0,-2 0,-2 1,-1 0,-2 0,-1 1,-1 0,-3 1,0 1,-2 0,-1 1,-2 1,-1 1,-1 1,-2 1,0 2,-5-3,4 5,-2 2,0 1,-1 1,-1 1,-1 2,0 1,-1 2,-1 1,0 1,0 2,-1 1,0 1,-15 1,34 6,27 2,146 7,136-12,-162 0,-1 1,-16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3.7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371 102,'-20'1,"0"2,0 0,0 1,1 0,-1 2,1 0,0 2,1 0,0 1,0 0,1 2,0 0,1 1,0 1,1 0,0 1,1 0,-11 16,22-27,1 1,-1 0,1 0,-1-1,1 1,1 1,-1-1,0 0,1 0,0 1,0-1,0 0,1 1,-1-1,1 1,0-1,1 1,-1-1,1 1,-1-1,1 1,1-1,-1 0,1 0,-1 1,1-1,0 0,1-1,-1 1,1 0,0-1,-1 1,2 0,7 3,0-1,1-1,-1 1,1-2,0 0,0 0,0-1,1 0,-1-1,1-1,-1 0,1-1,-1 0,1-1,0 0,-1-1,0 0,1-1,8-4,-7 3,-1-1,0-1,0 0,0-1,0-1,-1 0,-1 0,1-1,-1-1,-1 0,0 0,0-1,-1 0,0-1,-1 0,-1 0,0-1,0 0,-1 0,-1 0,0-1,-1 0,-1 0,2-2,-1 0,-1 0,0 0,-2 0,0 0,0-1,-2 1,0-1,-1 1,-1-5,3 20,0 0,0 0,0 0,0 0,0 0,0 0,0 0,0 0,-1 1,1-1,0 0,0 0,-1 0,1 0,-1 1,1-1,-1 0,1 0,-1 1,1-1,-1 0,1 1,-1-1,0 0,0 1,1-1,-1 1,0-1,0 1,0 0,1-1,-1 1,0 0,0 0,0-1,0 1,0 0,0 0,1 0,-1 0,0 0,0 0,0 0,0 0,0 1,0-1,0 0,1 1,-1-1,0 0,0 1,0-1,1 1,-1-1,0 1,0-1,1 1,-1 0,1-1,-1 1,0 0,-7 12,0 1,1 0,1 1,0 0,0 0,2 0,0 1,1-1,0 1,1 0,1 0,-1-6,0 0,1 0,0 1,1-1,0 0,0 0,1 0,1 0,-1 0,2 0,-1 0,2-1,-1 1,1-1,0 0,1 0,0 0,1-1,0 1,0-1,0-1,7 6,-2-5,1 0,1-1,-1-1,1 0,0-1,0 0,0-1,1 0,0-1,0-1,0 0,2-1,169-4,-74-10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4.1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1,'2'20,"3"23,1 21,1 14,2 10,0 7,-2-3,-2-4,-2-9,-2-11,0-12,-1-16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4.9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57,'43'-18,"-34"17,68-14,0 4,1 4,0 3,57 4,-112 0,-1 1,1 1,-1 1,1 0,-1 2,0 1,-1 0,1 2,-1 0,-1 2,1 0,-2 1,1 1,6 6,-22-13,0-1,0 1,0 0,0 0,-1 0,0 1,0-1,0 1,-1 0,1 0,-1 0,-1 0,1 0,-1 0,0 0,-1 1,0-1,0 0,0 1,0-1,-1 0,0 0,0 0,-1 0,0 0,0 0,0 0,-1 0,0-1,0 1,0-1,-1 0,-1 1,-8 12,-2-2,0 1,-1-2,-1 0,0-1,-1-1,0-1,-1 0,0-2,-1 0,0-1,-1 0,0-2,0-1,-8 1,22-4,23-4,-5 0,17 0,-1 1,1 1,0 2,0 1,0 0,-1 3,0 0,-1 1,1 2,-1 1,-1 1,23 14,-27-13,-2 0,1 1,-2 1,0 0,-1 2,0 0,-2 0,0 2,-1 0,-1 1,0 0,-2 1,0 0,-2 1,0 0,-2 0,5 21,-10-36,-1 0,0 1,-1-1,1 1,-2-1,1 0,-1 1,0-1,0 1,-1-1,0 0,0 0,-1 0,0 0,0 0,0-1,-1 1,0-1,0 0,-1 0,0 0,0-1,0 0,-1 0,0 0,-2 1,-15 7,-1-2,-1 0,0-1,0-2,-1-1,0-1,-1 0,1-3,-1 0,-14-1,-16 3,1-3,-1-2,1-3,-1-2,-39-10,64 5,31 10,1 0,-1-1,1 1,-1 0,1-1,-1 1,1 0,0-1,-1 1,1-1,-1 1,1 0,0-1,-1 1,1-1,0 1,0-1,-1 1,1-1,0 0,0 1,0-1,0 1,0-1,0 1,0-1,0 1,0-1,0 0,0 1,0-1,0 1,0-1,0 1,0-1,1 1,-1-1,0 1,0-1,1 1,-1-1,0 1,1-1,-1 1,1-1,-1 1,0 0,1-1,-1 1,1 0,-1-1,1 1,-1 0,1 0,-1-1,1 1,-1 0,1 0,0 0,-1 0,1 0,-1 0,1 0,-1 0,1 0,0 0,35-15,8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5.6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644 69,'-17'-10,"-1"1,0 0,0 1,0 1,-1 1,0 1,-1 0,1 1,-1 1,0 1,0 1,0 1,1 1,-1 0,0 1,0 2,1 0,0 1,-1 0,2 2,-1 0,1 1,0 1,1 1,0 0,1 2,0 0,0 0,1 1,1 1,0 1,-1 2,10-11,1 0,-1-1,1 2,0-1,0 0,0 1,1 0,0-1,1 1,0 0,0 1,0-1,1 0,0 1,0-1,1 0,0 1,0-1,1 1,0-1,0 0,0 1,1-1,1 0,-1 0,1 0,0-1,0 1,1-1,0 1,0-1,1 0,2 2,13 8,0-1,1-1,1-1,0-1,1-1,0 0,1-2,0-1,0-1,11 1,-9 0,9 2,19 3,0 3,0 2,-2 2,0 3,-2 2,-1 2,0 2,20 18,-60-39,0 1,-1 0,1 0,-2 0,1 1,-1 0,-1 0,3 7,-7-13,0 0,0 0,-1 0,0 1,1-1,-1 0,-1 1,1-1,-1 1,1 0,-1-1,-1 1,1-1,-1 1,0-1,0 1,0-1,0 0,-1 1,1-1,-1 0,0 0,-1 0,0 0,-9 8,-1 0,-1-1,0-1,0-1,-1 0,0 0,-1-2,0 0,0 0,0-2,-1 0,0-1,0-1,0 0,-1-1,-54 10,-1-4,0-2,-1-4,-7-4,74 2,6 1,0-1,0 1,0-1,0 0,0 1,0-1,0 0,0 0,0 0,0 0,0 0,0 0,0 0,0 0,0 0,0 0,0-1,0 1,0 0,0-1,0 1,0-1,0 1,0-1,0 1,0-1,1 0,-1 1,0-1,0 0,1 0,-1 0,1 1,-1-1,0 0,1 0,0 0,-1 0,1 0,0 0,-1 0,1 0,0 0,0 0,0-1,3-9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6.5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473 0,'-14'3,"-11"2,-10 8,-9 6,-8 4,-4 3,0-1,3-2,7-3,7-5,10-5,11-4,13-3,12-2,12-4,10-3,-1-1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8.6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95 202,'-10'17,"2"0,0 1,1 0,0 1,2-1,0 1,2 0,0 1,1-1,0 0,2 6,-2 75,5 1,4-1,7 19,9 142,-23-222,-2-25,-4-25,-11-65,3-1,-2-53,13 103,-11-110,6 0,9-103,1 209,0 1,2-1,1 1,9-28,-12 50,1-1,0 1,1 0,0 0,0 0,0 1,1-1,1 1,-1 0,1 1,0-1,0 1,1 0,0 1,0-1,0 2,1-1,-1 1,4-2,6 2,0 0,0 1,1 1,-1 0,1 1,-1 1,1 1,-1 1,0 0,1 1,-1 1,0 0,-1 1,1 1,-1 1,0 0,13 9,-10-6,-1 1,0 1,0 1,-1 0,-1 1,2 3,-11-10,-1-1,0 1,0 0,-1 1,0-1,0 1,0 0,-1 1,-1-1,1 0,-2 1,1 0,-1 0,0 0,0 7,-2-10,-1 0,1 1,-1-1,-1 0,1 1,-1-1,0 0,0 0,-1 0,0-1,0 1,0-1,-1 1,0-1,0 0,0 0,0-1,-1 1,0-1,0 0,-5 3,-10 6,0 0,-1-2,-1 0,0-2,-6 2,-45 12,-1-2,-1-4,-34 1,100-16,1-1,6-1,-1 0,1 0,-1 0,1 0,-1 0,1 1,-1-1,1 1,0 0,-1-1,1 1,0 0,-1 0,1 1,0-1,0 0,0 1,0 0,0-1,0 1,1 0,-1 0,1 0,-1 0,1 0,-1 0,1 0,0 0,0 1,30 57,5-19,2-1,1-2,3-1,0-2,3-2,30 18,-6-10,1-4,1-2,2-3,2-4,1-2,0-4,2-3,0-3,1-4,35-1,-112-11,-1 0,1 0,0-1,0 1,0 0,-1-1,1 1,0 0,0-1,0 1,0 0,0-1,0 1,0 0,0-1,0 1,0 0,0-1,0 1,0 0,0-1,0 1,0 0,0-1,0 1,1 0,-1-1,0 1,0 0,0-1,1 1,-1 0,0 0,0-1,1 1,-1 0,0 0,0-1,1 1,-1 0,-10-8,-3-4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2.0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7948 0,'-78'5,"1"3,0 3,0 4,-8 6,-50 8,-855 124,986-152,-992 108,-56 8,698-66,-560 65,-275-26,526-43,-69-30,574-21,0-7,-15-10,170 21,2 0,0 0,0 1,0-1,0 0,0 0,0 1,0-1,0 0,0 0,0 0,0 0,0 0,0-1,0 1,0 0,0 0,0-1,0 1,0-1,0 1,0-1,1 1,-1-1,0 1,0-1,0 0,1 1,-1-1,0 0,1 0,-1 1,1-1,-1 0,1 0,-1 0,1 0,-1 0,1 0,0 0,0 0,114-62,396-170,227-58,-687 272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2.6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0,'21'14,"20"9,21 5,21 2,20 3,17 3,12 2,7 1,2 1,0 1,-4 0,-6-3,-26-8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5.5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1171,'-1'-21,"1"0,1 1,1-1,0 0,2 1,0 0,6-14,-2 1,69-268,-76 298,-1-1,0-1,1 1,0 0,0 0,0 0,0 1,1-1,0 0,-1 0,1 1,0-1,1 1,-1 0,1-1,-1 1,1 0,0 0,0 1,1-1,-1 1,0 0,1-1,-1 1,1 1,0-1,0 1,0-1,2 0,2 4,1 1,-1 0,0 0,-1 0,1 1,-1 0,0 1,0-1,0 1,0 1,-1-1,3 4,0-1,31 24,-2 2,-1 2,-2 1,-2 2,11 18,-39-52,-1 0,-1 0,1 0,-1 1,0-1,0 1,0-1,-1 1,0 0,0 0,0 0,-1 0,0 1,0-1,-1 0,0 0,0 1,0-1,-1 0,1 0,-2 1,1-1,-1 0,0 0,0 0,0-1,-1 1,0 0,0-1,-1 0,-2 4,3-6,1 0,-1 0,0-1,0 1,0-1,0 0,-1 0,1 0,-1 0,1 0,-1-1,1 0,-1 0,0 0,0 0,1 0,-1-1,0 0,0 0,0 0,0 0,0 0,0-1,1 0,-1 1,0-1,0-1,1 1,-1-1,1 1,-1-1,1 0,0 0,0-1,0 1,0-1,0 1,0-1,1 0,-1 0,1 0,0 0,0-1,0 1,-2-4,2-2,-1 0,1-1,0 1,1-1,0 1,1-1,0 1,0-1,1 1,0-1,1 1,0-1,0 1,1 0,2-5,70-128,-15 51,-24 40,-3-2,-2-1,17-44,-34 61,-1-1,-2-1,-1 0,-3 0,-1-1,-1 0,-2-23,-9 10,-1 52,-10 62,9 28,5 0,4 0,3 0,8 26,-10-87,-1-15,3 46,2 1,3-2,2 1,3-1,19 52,-30-102,0 0,0 0,0 0,1 0,1-1,-1 0,1 1,0-2,1 1,-1 0,2-1,-1 0,0-1,1 0,0 0,0 0,1 0,-1-1,1-1,0 1,0-1,0-1,1 1,-1-1,1-1,-1 0,1 0,-1 0,1-1,0-1,5 0,34-15,-8-6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5.8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139 114,'-23'4,"-11"2,-4 2,9 2,14 1,27 0,32-6,35-9,34-12,29-11,21-6,7-3,-7 6,-31 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1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102 273,'0'11,"-1"-7,0 1,0-1,1 0,-1 0,1 1,0-1,1 0,-1 0,1 1,-1-1,1 0,1 0,-1 0,0 0,1 0,0 0,0 0,0-1,1 1,-1 0,1-1,-1 0,1 0,0 0,1 0,-1 0,0-1,1 1,0-1,2 2,5-4,-1 0,1 0,0-1,0 0,-1 0,1-2,-1 1,0-1,0-1,0 0,0 0,0-1,-1 0,0-1,0 0,0 0,-1-1,0 0,0 0,0-2,-1 4,-1 0,-1-1,1 0,-1 1,0-2,0 1,-1-1,1 1,-1-1,-1 0,0-1,0 1,0-1,-1 1,0-1,0 0,-1 1,0-1,-1 0,1 0,-1 0,-1 0,0 0,0 0,0 0,-1 1,-2-6,-1 5,0 0,0 0,-1 0,0 1,0 0,-1 0,0 1,0 0,-1 0,0 0,0 1,0 0,0 1,-1 0,1 0,-1 1,0 0,-1 1,1 0,0 0,-1 1,1 0,-1 0,1 1,0 1,-1-1,1 2,-1-1,1 1,0 1,-5 1,3 1,1 0,1 1,-1 0,1 1,0-1,0 2,1-1,0 1,1 1,-1-1,2 1,-1 1,1-1,1 1,-1 0,2 0,-1 0,2 1,-1 0,1 0,1 0,0 0,1 0,0 1,1-6,0-1,1 1,0-1,0 1,0-1,1 0,0 0,0 0,0 0,1 0,-1 0,1 0,0-1,1 1,-1-1,1 0,0 0,0 0,0-1,0 1,1-1,-1 0,6 2,28 13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3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6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1 446,'0'0,"0"0,1 0,-1 0,1 0,-1 1,1-1,-1 0,0 0,1 0,-1 0,1 0,-1 1,0-1,1 0,-1 0,0 1,1-1,-1 0,0 0,1 1,-1-1,0 0,0 1,1-1,-1 1,0-1,0 0,0 1,1-1,-1 1,0-1,0 0,0 1,0-1,0 1,0-1,0 0,0 1,0-1,0 1,0-1,0 1,0-1,0 0,-1 1,1-1,0 1,0-1,0 0,-1 1,1-1,0 0,0 1,-1-1,1 0,-1 1,49-78,121-273,-147 313,-13 56,-7 61,-2-34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8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1,'0'13,"0"12,3 9,0 2,2 2,5 0,2-6,7-4,5-6,2-6,4-8,3-8,4-11,-1-10,1-8,-4-9,-8 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8.0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0 197,'15'10,"0"0,-2 1,1 0,-1 1,-1 1,0 0,-1 1,0 0,-1 0,-1 1,0 1,-1-1,-1 1,3 11,44 126,-54-151,0 0,1-1,-1 1,1-1,-1 1,1 0,-1-1,1 1,0-1,0 1,0-1,0 0,0 1,0-1,0 0,0 0,1 0,-1 0,0 0,1 0,-1 0,1 0,-1 0,1-1,-1 1,1 0,-1-1,1 0,0 1,-1-1,1 0,0 0,-1 0,1 0,0 0,0 0,-1 0,1-1,-1 1,1-1,0 1,0-1,8-6,0-1,-1 0,1 0,-2-1,1-1,-1 1,-1-1,0 0,0-1,-1 0,0 0,0-3,9-18,-2-1,-1 0,-2-1,-1-1,-2 1,-2-1,2-28,-16 120,8-48,0 0,0 0,1 0,0 0,1 0,0 0,1 0,0 0,0 0,1-1,0 1,0-1,1 0,0 0,0 0,1 0,0-1,1 1,-1-1,1-1,1 1,-1-1,1 0,4 2,9 1,1-2,0 0,1-1,0-1,-1-1,2-1,-1-1,0 0,0-2,0-1,1-1,-1-1,14 1,-1-2,0-1,0-2,0-1,-1-2,0-2,-1-1,-1-1,0-2,0-1,9-8,-31 17,1-1,-2 0,1 0,-2-1,1 0,-1 0,0-1,-1 0,-1-1,0 1,1-4,-5 9,1 1,-1-1,-1 0,1 1,-1-1,0 0,0 0,-1 0,0 0,0 0,0 0,-1 0,0 0,0 0,0 0,-1 0,0 0,0 1,-1-1,1 1,-1 0,0-1,-1 1,1 0,-2 0,0-1,0 1,-1 0,1 0,-1 0,0 1,-1 0,1 0,-1 1,0-1,0 1,0 1,0 0,0 0,-1 0,1 1,0 0,-1 0,1 0,-1 1,1 1,-1-1,1 1,-1 1,1-1,0 1,-1 0,1 1,0 0,1 0,-1 0,0 1,1 0,0 0,0 1,0 0,0 0,1 0,0 1,0-1,1 1,-2 3,2-3,0 0,1 1,-1-1,2 1,-1 0,1 0,0 0,0 0,1 0,0 0,0 0,1 0,0 1,0-1,1 0,0 0,0 0,0 1,1-1,0 0,1-1,-1 1,1 0,1-1,-1 0,1 1,0-1,1-1,-1 1,1-1,0 1,0-2,1 1,0 0,0-1,0 0,6 2,0-1,2-2,-1 1,0-2,1 0,-1-1,1 0,-1-1,1 0,0-1,-1-1,1 0,-1 0,0-2,0 0,0 0,0-1,-1-1,0 0,0-1,0 0,-1 0,0-1,0-1,-1 0,0-1,-1 0,3-4,0 4,-15 23,1-3,-6 22,3 0,0 1,3 0,0 0,2 0,2 0,0 0,3-1,0 1,12 42,3-1,4 0,11 20,-20-56,3 6,-1 1,-2 0,-2 1,-3 0,-1 1,-1 11,-7-51,0-1,0 1,-1-1,0 1,0 0,-1-1,0 1,0-1,-1 0,1 1,-1-1,-1 0,1 0,-1 0,0 0,0 0,-1-1,0 1,0-1,0 0,-1 0,1-1,-1 1,0-1,0 0,-1-1,1 1,-1-1,0 0,0 0,0-1,0 1,-5 0,1-2,0-1,0 0,0-1,1 1,-1-2,0 0,0 0,1 0,-1-1,1-1,0 0,0 0,0-1,1 0,-1 0,1-1,-3-3,-11-8,1-2,2 0,0-2,1 0,-11-16,10 11,2-1,1 0,1-1,1-1,2 0,-7-26,14 40,1 0,1-1,0 1,1-1,1 0,1 0,0 1,1-1,1 0,0 0,1 1,0-1,2 1,3-9,2 4,0 2,1 0,0 0,2 1,0 0,1 1,0 1,2 0,-1 1,2 0,15-9,22-11,1 2,1 3,21-7,410-157,-428 172,-44 16,-9 3,1 0,-1-1,1 0,-1 0,0 0,0 0,0-1,0 0,0 0,2-3,-8 6,1 1,-1-1,1 0,-1 1,1-1,-1 0,0 1,1-1,-1 0,0 1,1-1,-1 0,0 1,0-1,0 0,0 0,0 1,0-1,0 0,0 0,0 0,0 1,0-1,0 0,0 0,-1 1,1-1,0 0,-1 1,1-1,0 0,-1 1,1-1,-1 0,1 1,-1-1,1 1,-1-1,1 1,-1-1,0 1,1 0,-1-1,0 1,1-1,-1 1,-35-13,26 13,-1 0,1 0,-1 0,1 2,0-1,-1 1,1 1,0 0,0 0,1 1,-1 0,1 0,0 1,0 1,0 0,1 0,-1 0,2 1,-1 0,1 1,0 0,0 0,1 0,0 1,1 0,0 0,0 0,1 1,0 0,1-1,0 1,-1 10,3-15,0 0,1 0,0 0,0 0,0 0,0 0,1 0,0 0,0 0,0 0,1-1,-1 1,1 0,0-1,1 1,-1-1,1 0,0 0,0 0,0 0,0 0,1 0,0-1,-1 0,1 0,1 0,-1 0,0-1,1 1,-1-1,3 1,3 1,0-1,0 0,1-1,-1 1,0-2,1 0,-1 0,1-1,-1 0,1-1,-1 0,1 0,-1-2,0 1,1-1,-1 0,-1-1,1 0,0-1,-1 0,0-1,0 1,-1-2,0 1,0-1,0-1,-1 1,0-1,0 0,-1-1,0 0,-1 0,0 0,0 0,-1-1,0 0,0 0,-2 0,1 0,-1-1,0 1,-1-5,0 12,-1-1,0 0,0 1,0-1,0 1,0-1,-1 0,1 1,-1-1,0 1,0-1,-1 1,1 0,-1-1,0 1,1 0,-1 0,-1 0,1 0,0 0,-1 1,1-1,-1 1,0 0,-2-2,3 4,1 0,-1 0,1 0,0 1,-1-1,1 0,-1 1,1-1,0 1,-1 0,1-1,0 1,0 0,0 0,-1 0,1 0,0 0,0 0,0 0,0 0,1 0,-1 0,0 0,0 1,1-1,-1 0,1 1,-1-1,1 0,-1 1,1-1,0 2,-9 48,8-42,2 0,-1 0,1 1,1-1,0 0,0-1,1 1,0 0,0-1,1 1,0-1,1 0,-1 0,2-1,-1 1,1-1,0 0,0-1,1 1,0-1,0-1,1 1,-1-1,1-1,0 1,1-1,-1-1,1 1,2-1,36 10,0-2,1-2,0-2,0-3,0-1,1-3,-1-2,8-3,58-3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9.0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0,'0'21,"0"19,0 20,2 18,3 11,3 4,3-2,1-7,-1-10,-3-12,-6-14,-5-16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9.5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67,'21'-11,"1"1,1 1,-1 1,1 1,1 1,-1 0,1 2,0 1,0 1,0 2,9 0,-10 0,-1 2,1 0,-1 2,0 0,0 2,17 5,-32-8,1 0,0 0,-1 0,0 1,0 0,0 0,-1 1,1 0,-1 0,0 1,0 0,-1 0,0 0,0 0,0 1,-1 0,0 0,0 0,-1 0,2 4,-4 0,-1-1,0 1,0 0,-1 0,-1 0,0-1,0 1,-1-1,0 1,-1-1,0 0,0 0,-1-1,-1 0,0 1,0-2,0 1,-1-1,-1 0,1 0,-1-1,-9 7,-14 15,-2-1,0-1,-2-2,-26 14,37-25,24-14,1 0,-1 0,0 0,0 0,1 0,-1 0,0 0,0 1,1-1,-1 0,0 0,0 0,1 0,-1 0,0 1,0-1,0 0,0 0,1 0,-1 1,0-1,0 0,0 0,0 1,0-1,1 0,-1 0,0 1,0-1,0 0,0 0,0 1,0-1,0 0,0 0,0 1,0-1,0 0,42-5,-7-1,0 3,1 0,-1 3,3 0,-21 1,-1 0,1 2,-1-1,1 2,-1 0,0 1,0 1,-1 0,0 1,0 1,-1 0,1 1,-2 0,1 1,-1 1,-1 0,0 1,-1 0,5 8,-12-15,-1 0,-1 1,1-1,-1 1,0 0,0 0,-1 0,0-1,0 2,0-1,-1 0,1 0,-2 0,1 0,-1 0,0 0,0 0,0 0,-1 0,0 0,0-1,0 1,-1-1,0 1,0-1,-3 4,-4 4,-1 0,0-1,-1 0,0-1,-1 0,0-1,0-1,-1 0,-6 2,-3 3,-2-2,1 0,-2-2,1-1,-2-1,1-1,-1-1,0-1,0-2,-27 0,52-2,-1-1,0 0,0 0,0 0,0 0,0 0,0 0,0-1,1 1,-1-1,0 0,0 0,1 0,-1 0,1-1,-1 1,1-1,-1 1,1-1,0 0,0 0,0 0,0 0,0 0,0-1,0 1,1-1,-1 1,1-1,0 1,0-1,0 0,0 1,0-1,0 0,1 0,0 0,-1 0,1 0,0 0,0 0,7-26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7:00.0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406 0,'-7'0,"-180"12,175-10,0 0,0 1,1 0,-1 1,1 0,0 1,0 1,0-1,1 2,0 0,0 0,0 0,1 1,-1 2,4-3,1 0,0 0,0 1,1 0,0-1,0 1,1 1,0-1,0 1,1-1,0 1,1-1,0 1,0 0,0 0,2 0,-1 0,1-1,0 1,1 0,0 0,0-1,1 1,0-1,0 0,1 0,0 0,1-1,-1 1,2-1,-1 0,1 0,3 3,19 11,1-2,1 0,0-2,1-2,23 9,22 11,-49-21,1 0,-2 2,0 1,-1 1,4 6,-21-17,-1 0,1 1,-1-1,-1 1,0 1,0-1,0 1,-1 0,0 1,-1-1,0 1,-1 0,0 0,0 0,-1 0,-1 0,1 3,-2-7,0 0,-1-1,0 1,1 0,-2-1,1 1,-1-1,0 1,0-1,0 0,-1 0,0 0,0 0,0 0,0-1,-1 1,0-1,0 0,0 0,0 0,-1-1,1 0,-1 1,0-2,0 1,-3 1,-11 4,0 0,0-1,0-1,-1-1,0 0,-18 1,-15 0,1-3,-1-2,-25-3,47-4,30 6,1-1,-1 1,1 0,-1-1,1 1,0 0,-1-1,1 1,0 0,-1-1,1 1,0-1,-1 1,1-1,0 1,0-1,-1 1,1-1,0 1,0-1,0 1,0-1,0 1,0-1,0 1,0-1,0 1,0-1,0 1,0-1,0 0,0 1,1-1,-1 1,0 0,0-1,0 1,1-1,-1 1,0-1,1 1,-1-1,0 1,1 0,-1-1,1 1,-1 0,1-1,-1 1,1 0,9-11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7:00.7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0,'18'69,"3"55,-6 0,-6 1,-4 0,-7 0,-6 21,5-64,2-71,1-10,-1 1,0-1,1 1,-1 0,1-1,0 1,0 0,0 0,0-1,0 1,0 0,0 0,0-1,1 1,-1 0,0-1,1 1,0 0,-1-1,1 1,0-1,0 1,0-1,0 1,0-1,0 0,0 0,1 1,-1-1,0 0,1 0,-1 0,1 0,-1 0,1-1,-1 1,2 0,7-2,1 0,-1-1,1 0,-1-1,0 0,0-1,0 0,0 0,0-2,26-9,33-8,2 2,1 3,0 4,1 3,46-1,13 1,-134 10,-8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3:36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1182 598,'-7'19,"-2"18,1 18,1 15,2 12,4 5,2 2,2-1,-1-6,0-8,0-13,-1-15</inkml:trace>
  <inkml:trace contextRef="#ctx0" brushRef="#br0" timeOffset="1">995 558,'27'-16,"0"2,1 1,0 1,1 1,1 1,-1 2,2 1,-1 1,14 1,-31 2,-1 0,1 1,0 0,0 1,0 1,0 0,0 1,0 0,0 1,0 1,0 0,-1 0,12 6,-22-8,1 1,0-1,-1 1,1 0,-1 0,0 0,0 0,0 1,0-1,0 1,0-1,0 1,-1 0,1-1,-1 1,0 0,0 0,0 0,0 0,-1 0,1 0,-1 0,0 0,1 0,-1 0,-1 1,1-1,-1 3,-1 2,0 1,-1 0,0-1,-1 1,0-1,0 0,0 0,-1-1,-4 5,-28 32,-2-2,-2-2,-2-1,-18 10,32-24,-11 17,41-41,-1 0,1 0,0 0,0 0,0 0,0 0,0 0,0 0,0 0,0-1,0 1,0 0,0-1,0 1,0-1,1 1,-1-1,0 0,0 1,1-1,-1 0,0 0,0 0,1 0,-1 0,0 0,1 0,-1-1,0 1,3 0,99 5,-66-6,-1 2,0 1,-1 2,1 1,-1 2,0 2,0 1,-1 2,1 1,-30-12,-1 1,1 0,-1 0,1 0,-1 0,0 0,0 1,0 0,0 0,0 0,-1 0,1 1,-1-1,0 1,0 0,0 0,-1 0,0 0,1 1,-1-1,-1 1,1-1,-1 1,1 0,-1-1,-1 1,1 0,-1 0,1 0,-2-1,1 1,0 0,-1 1,-7 5,0 0,-1-1,0 0,0-1,-1 0,0 0,-1-1,0 0,0-1,-1-1,0 1,0-2,0 0,-6 2,-19 9,1-2,-2-2,0-1,0-2,-1-1,0-3,0-1,0-1,-7-3,22-2,8-2</inkml:trace>
  <inkml:trace contextRef="#ctx0" brushRef="#br0" timeOffset="2">2506 532,'-78'-42,"60"35,0 1,0 1,-1 0,0 2,1 0,-1 1,0 0,0 2,0 0,-1 2,2 0,-1 1,0 0,1 2,-1 0,1 1,-5 4,9-4,1 0,0 1,0 1,1 1,0-1,0 2,1 0,0 0,1 1,0 0,1 1,0 0,1 0,0 2,7-11,-1 0,1 1,0-1,1 0,-1 1,1-1,-1 1,1-1,0 1,0-1,0 1,1-1,0 1,-1-1,1 1,0-1,0 0,1 1,-1-1,1 0,0 0,0 0,0 0,0 0,0-1,0 1,1-1,-1 1,1-1,0 0,0 1,101 51,-33-26,-21-10,-1 2,-1 2,-1 2,-1 2,31 24,-65-41,-1 1,0 1,0 0,-1 1,0 0,-1 0,-1 1,0 1,-1-1,1 2,-6-9,1-1,-1 1,0-1,-1 1,1 0,-1-1,0 1,-1 0,0 0,1 0,-2 0,1 0,-1 0,0-1,0 1,0 0,-1 0,0-1,0 1,-1-1,1 0,-1 1,0-1,-1-1,1 1,-1 0,-2 1,-4 3,-1 0,0 0,-1-1,0 0,0-1,-1-1,0 0,0-1,0 0,-1-1,1 0,-1-1,-11 1,-185 5,134-12,77 2</inkml:trace>
  <inkml:trace contextRef="#ctx0" brushRef="#br0" timeOffset="3">3081 678,'-5'6,"1"0,0 1,0-1,0 1,1 0,0 0,0 0,1 0,-1 0,2 1,-1-1,0 7,1-7,-13 96,4 2,5-1,5 28,0-98,1 183,2-185,2-28,-1-20,11-221,-14 192,-18-495,16 516,-1 5,1-1,1 0,1 0,0 0,2 0,0 1,1-1,4-9,-7 26,1-1,-1 1,1-1,0 1,0 0,0 0,0 0,1 0,-1 0,1 0,0 1,0-1,0 1,0 0,0 0,0 0,1 0,-1 1,1-1,-1 1,1 0,-1 0,1 0,0 0,0 1,-1-1,1 1,0 0,2 1,6 0,0 0,-1 2,1-1,-1 1,1 1,-1 0,0 1,8 4,-1 1,1 1,-2 1,1 0,-1 2,-1-1,-1 2,0 0,4 6,-13-13,0-1,0 2,0-1,-1 1,0-1,-1 1,0 0,0 1,-1-1,0 1,-1 0,0-1,-1 1,0 0,0 0,-1 0,0 0,-2 8,0-9,0-1,-1 1,-1-1,1 0,-2 1,1-2,-1 1,0 0,0-1,-1 0,0 0,0-1,-1 0,0 0,0 0,0-1,-1 0,0 0,1-1,-4 1,-13 7,0-2,-1-1,0-2,0 0,-1-1,-11 0,-79 6,116-12,-1 1,1-1,0 1,-1-1,1 0,0 1,-1-1,1 1,0-1,0 1,-1-1,1 1,0-1,0 1,0-1,0 1,0-1,0 1,0-1,0 1,0-1,0 1,0-1,0 1,0-1,0 1,0-1,1 1,-1-1,0 1,0-1,1 0,-1 1,0-1,1 1,-1-1,0 0,1 1,-1-1,0 0,1 1,-1-1,1 0,-1 1,1-1,-1 0,1 0,-1 0,0 0,1 1,-1-1,1 0,0 0,-1 0,1 0,-1 0,1 0,0 1,211 155,-101-56,-72-61,3-2,1-1,1-3,2-1,24 11,-58-37,0 0,0 0,0-2,0 1,1-1,0-1,0 0,0-1,0-1,0 0,0 0,1-1,-1-1,0 0,0-1,0-1,0 0,0 0,2-3,-12 5,1 0,-1-1,0 1,0-1,0 0,-1 0,1 0,0 0,-1-1,1 1,-1-1,0 1,0-1,0 0,0 0,0 0,0 0,-1 0,0 0,1-1,-1 1,-1 0,1-1,0 1,-1-3,-3-18</inkml:trace>
  <inkml:trace contextRef="#ctx0" brushRef="#br0" timeOffset="4">4457 117,'5'100,"4"-1,17 70,0-2,6 144,-14 0,-13 1,-14 21,8-314,-11 48,11-66,0 0,-1 0,1 0,-1 0,1 0,-1 0,1 0,-1-1,0 1,1-1,-1 1,0-1,1 0,-1 0,0 1,0-1,1 0,-1-1,0 1,0 0,1 0,-1-1,0 1,1-1,-1 0,-1 0,1 0,-279-67,111 56,0 7,0 8,-1 7,2 7,-59 19,12-8,-345 32,-2-26,-284-28,219-16,619 10,8 0,-1 1,1-1,-1 1,1-1,-1 0,1 0,-1 0,1 0,-1 0,1 0,-1 0,0-1,1 1,-1 0,1-1,-1 1,1-1,0 0,-1 1,1-1,0 0,-1 0,1 0,0 0,0 0,0 0,0 0,0 0,0-1,0 1,0 0,0 0,1-1,-1 1,0-1,1 1,-1-1,13-118,-3-49,-7 0,-7 0,-10-21,-2 36,-7 1,-6 1,-7 1,-39-95,51 177,5 19,3-1,1-1,1-15,14 65,0 0,1 0,-1 0,1 0,-1 0,1 0,0 0,0 0,0 0,0 0,0-1,0 1,1 0,-1 0,1 0,0 0,-1 0,1 0,0 0,0 0,0 1,0-1,1 0,-1 0,0 1,1-1,-1 1,1-1,0 1,-1 0,1 0,0-1,0 1,0 0,0 1,0-1,0 0,0 0,0 1,0 0,0-1,46-8,1 3,-1 1,1 2,-1 3,1 2,29 5,9-2,744 21,271-47,-857 8,908-26,-486 63,-663-24,-4 1,1-1,0 0,-1 1,1-1,0 0,0 0,-1 0,1 0,0 0,0 0,-1 0,1 0,0 0,-1 0,1 0,0 0,0 0,-1 0,1-1,0 1,-1 0,1-1,0 1,-1 0,1-1,-1 1,1-1,0 1,-1-1,1 1,-1-1,1 1,-1-1,0 0,1 1,-1-1,0 1,1-1,-1 0,0 0,-3-8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0,'19'2,"19"1,14 0,13-1,6 0,3-1,-8-1,-11 1,-16-1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17,'16'2,"16"1,17 0,16-3,13-3,6-4,1-1,-15 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14 417,'5'16,"3"17,1 14,-1 12,-3 10,-3 5,-6 3,-5-2,-4-5,-1-10,4-15</inkml:trace>
  <inkml:trace contextRef="#ctx0" brushRef="#br0" timeOffset="1">27 444,'-1'-9,"-1"0,1 0,0 0,1 0,0 0,0 0,1 0,0 0,1 0,0 1,0-1,1 0,0 1,0 0,1-1,0 2,1-1,-1 0,2 1,-1 0,1 0,0 0,0 1,1 0,0 0,0 0,0 1,9-4,-3 3,0 0,1 0,0 1,0 1,0 1,1 0,-1 1,1 0,0 1,-1 1,1 0,0 1,-1 1,1 0,-1 1,1 0,-1 1,0 1,0 0,-1 1,0 1,0 0,0 0,8 8,-16-10,0 1,0-1,0 1,-1 0,0 0,0 1,-1-1,1 1,-1 0,-1 0,0 0,0 0,0 0,0 0,-1 1,-1-1,1 1,-1-1,-1 0,1 1,-1-1,0 0,-1 1,0-1,0 0,0 0,-1 0,0 0,-2 1,-9 14,0-1,-2-1,-1 0,-1-1,0-1,-1 0,-1-2,-1 0,0-2,-1 0,0-1,-1-1,-1-1,0-2,-17 5,-113 24,187-24,17 10,-1 3,0 1,-3 3,0 1,23 24,-2-4,-62-46,1-1,-1 1,1-1,0-1,1 1,-1-1,1 0,-1-1,1 1,0-1,1-1,-1 1,0-1,1 0,-1-1,1 0,0 0,-1-1,1 0,0 0,-1-1,1 0,-1 0,8-2,-5-6,0 1,0-1,-1-1,0 0,-1 0,0 0,0-1,-1-1,-1 1,0-1,0 0,-2 0,1-1,-1 0,-1 1,0-1,-1 0,-1-1,0 1,0 0,-1 0,-1 0,0-1,-3 145,4-111,1 0,0 0,2 0,0 0,1-1,1 1,1-1,0 0,2 1,-6-16,-1-1,1 0,0 0,0 0,1 0,-1 0,1 0,-1 0,1-1,0 1,0-1,0 0,0 0,0 0,2 1,16 3</inkml:trace>
  <inkml:trace contextRef="#ctx0" brushRef="#br0" timeOffset="2">843 338,'-18'4,"-9"7,-1 7,4 11,12 6,16 5,18 2,5-6</inkml:trace>
  <inkml:trace contextRef="#ctx0" brushRef="#br0" timeOffset="3">1338 913,'-7'-13,"-2"0,1 1,-1 0,-1 1,0 0,-1 0,0 1,-1 0,-8-5,16 12,-1 1,1-1,-1 0,1 1,-1 0,0 0,0 1,0-1,0 1,0 0,0 0,0 1,-1 0,1 0,0 0,0 0,0 1,-1 0,1 0,0 0,0 0,0 1,1 0,-1 0,0 1,1-1,-1 1,1 0,-1 1,-3 4,0 0,0 0,1 1,0 0,1 1,0 0,1 0,0 0,0 0,1 1,0 0,1 0,0 0,1 0,0 0,1 1,0 5,1-14,-1 0,1-1,0 1,0 0,0 0,1-1,-1 1,1 0,-1-1,1 1,0-1,0 1,0 0,0-1,1 0,-1 1,1-1,-1 0,1 0,0 0,0 0,0 0,0 0,0 0,0-1,1 1,-1-1,0 0,1 1,-1-1,1 0,-1-1,1 1,0 0,-1-1,1 1,0-1,1 0,9-2,0 0,1-1,-2-1,1 0,0 0,-1-1,0-1,0 0,0-1,-1 0,0-1,0 0,-1-1,0 0,-1-1,0 0,6-8,34-50,-49 68,1 0,0 0,0 0,-1 0,1 0,0 1,0-1,-1 0,1 0,0 1,-1-1,1 1,0-1,-1 0,1 1,0-1,-1 1,1-1,-1 1,1 0,-1-1,0 1,1 0,-1-1,1 1,-1 0,0-1,0 1,1 0,-1-1,0 1,0 0,0 0,0 0,0-1,0 1,0 0,0 0,0-1,0 1,0 0,-1 0,1-1,0 1,0 0,-1 0,2 3,34 167,-13-80,-4 0,-5 2,-3 0,-4 34,-5-113,-1-1,0 1,-1-1,0 1,-1-1,-1 0,0 0,-1 0,0 0,-1-1,0 1,-1-1,0-1,-1 1,-1-1,0 0,0 0,-1-1,0-1,-1 1,-2 1,9-10,0 1,0 0,-1-1,1 0,0 1,-1-1,1-1,-1 1,1 0,-1-1,1 0,-1 0,1 0,-1 0,0 0,1-1,-1 0,1 0,0 0,-1 0,1 0,0 0,-1-1,1 0,0 0,0 0,1 0,-1 0,-1-1,-3-4,0-1,0 1,1-1,0-1,0 1,1-1,0 0,1 0,-3-8,1-1,0-1,2 1,0 0,1-1,2 0,-1 0,2 0,1 0,0 0,1 1,1-1,1 0,0 1,2 0,0 0,1 0,0 1,2 0,0 1,1 0,8-10,169-206,-48 67,-108 126,-1-2,-2-2,-2 0,-3-1,-1-2,-2 0,-2-2,-2 0,-2 0,-2-1,-3-1,-2 0,1-47,-21-28,12 119,-1 0,0 0,0 0,0 0,-1 0,0 0,0 0,-1 1,1 0,-1-1,0 2,-1-1,1 0,-1 1,0 0,0 0,-5-3,6 5,0 1,0-1,0 1,0-1,0 1,0 1,-1-1,1 0,0 1,-1 0,1 0,0 0,-1 1,1 0,0-1,0 1,0 1,-1-1,1 1,0-1,1 1,-1 0,0 1,0-1,1 1,0-1,-1 1,1 0,-2 3,-5 4,1 1,1-1,-1 1,2 1,0 0,0 0,1 0,-4 13,2-1,2 0,1 0,0 1,2-1,1 1,1 0,1 0,1 0,1 0,1-1,1 1,6 15,14 43,4-2,3-2,7 6,29 75,-52-121,-3 1,-1 0,-2 0,2 32,-2-27,-2-46,34-85,-25 47,-9 18,1 1,1 0,1 0,1 1,1 0,7-8,-18 26,-1 0,0 0,1 0,-1 0,0 1,1-1,-1 0,1 1,0-1,-1 0,1 1,0-1,-1 0,1 1,0-1,-1 1,1 0,0-1,0 1,0-1,-1 1,1 0,0 0,0 0,0-1,0 1,0 0,-1 0,1 0,0 0,0 0,0 0,0 1,0-1,0 0,-1 0,1 1,0-1,0 0,0 1,-1-1,1 1,0-1,0 1,-1-1,1 1,-1 0,1-1,0 1,-1 0,1-1,-1 1,1 0,-1 0,0 0,1-1,-1 1,0 1,22 100,-21-90,0-1,0 1,1-1,1 1,0-1,0 0,1 0,1-1,0 1,0-1,1 0,1 1,-5-8,0-1,0 1,0-1,1 0,-1 0,1 0,-1 0,1 0,0 0,0-1,-1 1,1-1,0 0,1 0,-1 0,0 0,0-1,0 1,0-1,1 0,-1 0,0 0,0 0,1 0,-1-1,0 0,0 1,0-1,0 0,0-1,0 1,0 0,0-1,0 0,1-1,6-4,-1 1,-1-2,1 1,-1-1,-1 0,0-1,0 0,0 0,4-10,7-21,-3-2,-1 0,-2 0,-3-1,0 0,-3-1,-2 0,-2 0,-1-5,-1 36,9-587,-10 560,-3 34,0 27,-17 147,7 1,8 1,2-102,3 1,3 0,3-1,3 0,8 25,-11-76,0-1,1 1,0-1,1-1,1 0,1 0,0 0,3 1,-9-11,1 0,0 0,0 0,1-1,0 0,-1 0,1 0,0 0,1-1,-1 0,1 0,-1 0,1-1,0 0,0 0,0 0,0-1,0 0,1 0,-1 0,0-1,0 0,4 0,-6-1,1 0,-1 0,0 0,0-1,0 1,0-1,0 0,-1 0,1-1,-1 1,1-1,-1 1,0-1,1 0,15-19</inkml:trace>
  <inkml:trace contextRef="#ctx0" brushRef="#br0" timeOffset="4">2260 671,'18'-4,"24"-5,26-4,26-5,22-2,17-1,-15 2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1,'0'0,"0"0,0 1,0-1,0 0,0 0,1 1,-1-1,0 0,0 0,0 0,0 1,1-1,-1 0,0 0,0 0,0 0,1 0,-1 1,0-1,0 0,1 0,-1 0,0 0,0 0,1 0,-1 0,0 0,0 0,1 0,-1 0,0 0,0 0,1 0,-1 0,0 0,0 0,1 0,-1-1,0 1,0 0,1 0,-1 0,0 0,0 0,0-1,1 1,-1 0,0 0,0 0,0-1,0 1,1 0,0 28,-35 183,34-209,-23 113,5 1,2 40,23-54,-7-98,2 0,-1-1,0 1,1 0,-1 0,1 0,0-1,1 1,-1-1,0 0,1 0,0 0,0 0,0 0,0 0,0-1,0 1,1-1,-1 0,1 0,0 0,0-1,1 1,12 1,0-1,0-1,0 0,0-1,0-1,0-1,0 0,0-1,0-1,16-6,-8 4,15-4,-1 2,1 1,0 2,1 2,1 2,11 7,-42-6</inkml:trace>
  <inkml:trace contextRef="#ctx0" brushRef="#br0" timeOffset="1">1416 134,'-52'-14,"0"3,0 1,-1 3,0 3,-17 1,61 3,-1 1,0 0,0 1,1 0,-1 0,1 1,0 1,0-1,0 1,0 1,-3 1,9-3,-1 0,0-1,1 1,0 0,0 1,0-1,0 1,0-1,1 1,-1 0,1 0,0 0,0 0,1 0,-1 0,1 1,0-1,0 0,0 1,1-1,-1 1,1-1,0 1,1-1,-1 3,2 3,1 0,0 0,0 0,1 0,0 0,1-1,0 1,0-1,1 0,0-1,1 0,0 0,0 0,3 2,119 90,119 47,-183-91,-63-54,0 0,-1-1,0 2,1-1,-1 0,0 0,0 0,0 0,0 1,-1-1,1 0,0 1,-1-1,0 1,0-1,1 0,-1 1,-1-1,1 1,0-1,-1 1,1-1,-1 0,0 1,0-1,1 0,-2 0,1 1,0-1,0 0,-1 0,1 0,-1 0,-12 10,0-2,-1 1,0-2,0 0,-1-1,0 0,0-1,-1-1,0-1,0 0,-4-1,-31 10,-1-2,0-2,-39 1,90-10,1 0,-1-1,1 1,-1-1,1 1,-1-1,0 0,1 0,-1 1,0-1,1 0,-1-1,0 1,1 0,-1 0,0-1,1 1,-1-1,1 1,-1-1,1 0,-1 1,1-1,-1 0,1 0,0 0,-1 0,1 0,0 0,0-1,0 1,0 0,0-1,0 1,0-1,0 1,1-1,-1 1,1-1,-1 1,1-1,-1 1,1-1,0 0,0-1,8-19</inkml:trace>
  <inkml:trace contextRef="#ctx0" brushRef="#br0" timeOffset="2">1763 495,'-5'24,"-1"0,-1-1,-1 0,-1 0,-5 8,-7 20,5-12,3 0,1 1,2 0,-4 40,12-62,5-24,3-31,3-72,-5 30,3-1,4 1,3 1,3 0,4 2,20-48,2 50,-42 72,1 0,-1 0,1 0,-1 0,1 1,0-1,-1 1,1-1,0 1,0 0,0 0,0 0,0 0,1 0,-1 0,0 1,0-1,1 1,-1-1,0 1,0 0,1 0,-1 0,0 0,1 0,-1 0,0 1,1-1,-1 1,0 0,0 0,0 0,0 0,1 0,4 5,-1 0,1 1,-1 0,-1 0,1 0,-1 1,0 0,-1 0,0 0,0 0,-1 1,0 0,0-1,-1 1,0 0,-1 0,0 0,0 1,-1 3,0 0,-1 0,-1-1,0 1,-1-1,0 1,-1-1,0 0,-1 0,0-1,-1 1,-1-1,1 0,-2-1,1 0,-1 0,-1 0,0-1,0 0,-1-1,0 0,-1-1,1 0,-1-1,-1 0,1 0,-1-1,-5 1,17-2,19-4,-13-1,19 0,-1 0,1 1,0 1,0 2,0 0,-1 2,0 1,0 0,0 2,-1 1,16 8,-27-11,0 1,-1 0,0 1,0 0,0 0,-1 1,-1 0,0 1,0 0,0 1,-2 0,1 0,-1 1,-1 0,0 0,-1 0,0 1,3 11,-8-19,0 0,0 0,0 0,0 0,-1 0,1 0,-1 0,-1 0,1 0,-1 0,0 0,0-1,0 1,-1-1,1 1,-1-1,0 0,0 0,-1 0,1-1,-1 1,0-1,0 0,0 0,-2 1,-8 5,-1 0,0-1,0-1,-1-1,0 0,0-1,-3 0,-10 1,0-1,-1-1,1-2,-1-1,0-2,0 0,-82-9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0 213,'13'8,"0"-2,1 0,0 0,0-1,0-1,0 0,1-1,-1-1,1 0,0-1,0 0,5-2,3 3,573 5,-414-8,-122 0,227 10,-282-9,-2 0,0 0,0 0,0 0,0 1,0-1,0 1,0 0,-1 0,1 0,0 0,0 0,-1 0,1 1,-1-1,1 1,-1 0,1 1,-3-2,-1 0,0 0,1-1,-1 1,0 0,0 0,0 0,0-1,0 1,0-1,0 1,0-1,0 1,0-1,0 1,0-1,0 0,0 1,0-1,0 0,-1 0,1 0,0 0,0 0,0 0,0 0,0-1,0 1,-1 0,1-1,0 1,0 0,0-1,-12-4</inkml:trace>
  <inkml:trace contextRef="#ctx0" brushRef="#br0" timeOffset="1">1097 0,'26'16,"2"-2,-1 0,2-2,0-1,0-1,1-2,0-1,31 3,-28-3,2 0,-17-5,-1 1,0 0,0 1,-1 1,1 1,-1 1,0 0,0 1,-1 0,4 4,-16-9,-1-1,1 0,-1 1,0-1,0 1,0 0,0 0,0 0,-1 0,1 0,-1 0,0 0,0 0,0 0,0 1,-1-1,1 0,-1 1,0-1,0 1,0-1,0 0,-1 1,1-1,-1 0,0 0,0 1,0-1,0 0,-1 0,1 0,-2 1,-68 87,-14-13,57-55,2 1,0 1,2 2,-12 15,35-41,0 0,0 0,0-1,0 1,0 0,0 0,0 0,0 0,0 0,0 1,1-1,-1 0,0 0,1 0,-1 1,1-1,-1 0,1 1,0-1,0 0,-1 1,1-1,0 0,0 1,0-1,0 1,1-1,-1 0,0 1,1-1,-1 0,0 1,1-1,0 0,-1 0,1 0,0 1,0-1,-1 0,1 0,0 0,0 0,0 0,0 0,0-1,2 2,16-1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169 181,'0'21,"0"15,-3 14,-4 8,-4 7,-5 2,-2-3,1-4,0-7,1-6,3-8,1-10,1-8,2-5,3-7,2-8,0-9,0-2</inkml:trace>
  <inkml:trace contextRef="#ctx0" brushRef="#br0" timeOffset="1">156 115,'16'32,"2"-1,2-1,1 0,1-2,12 12,-34-39,1-1,-1 1,1 0,-1 0,1 0,0 0,-1-1,1 1,0 0,0 0,0-1,-1 1,1-1,0 1,0-1,0 1,0-1,0 1,0-1,0 0,0 0,0 1,0-1,0 0,0 0,0 0,0 0,0 0,0 0,0 0,0-1,0 1,0 0,0-1,0 1,0 0,0-1,0 1,0-1,0 0,0 1,-1-1,1 0,0 1,0-1,118-142,-104 124,83-120,-98 139,0-1,0 1,1-1,-1 1,0-1,0 1,0-1,1 1,-1-1,0 1,1-1,-1 1,0 0,1-1,-1 1,1-1,-1 1,1 0,-1 0,0-1,1 1,-1 0,1 0,-1 0,1-1,0 1,-1 0,1 0,-1 0,1 0,-1 0,1 0,-1 0,1 0,-1 0,1 0,-1 0,1 1,-1-1,1 0,-1 0,1 0,-1 1,1-1,-1 0,1 1,-1-1,1 0,-1 1,0-1,1 0,-1 1,0-1,1 1,-1-1,0 1,0-1,1 1,-1-1,0 1,3 37,-3-32,-21 287,10-200,4 1,4 51,4-136,-2 2,2 0,-1-1,1 1,1-1,0 1,0-1,1 1,1-1,2 5,13-8,-9-14</inkml:trace>
  <inkml:trace contextRef="#ctx0" brushRef="#br0" timeOffset="2">1412 61,'-23'0,"0"2,1 0,-1 1,1 1,0 1,0 1,1 1,0 1,0 1,0 1,-4 3,5-5,0 1,1 1,0 1,1 0,0 1,1 1,1 1,0 0,0 1,-7 11,21-24,0 0,1 1,-1-1,0 1,1-1,0 1,0 0,0 0,0-1,0 1,0 0,1 0,-1 0,1 0,0 0,0 0,0 0,0 0,0 0,1 0,0 0,-1 0,1-1,0 1,0 0,1 0,-1-1,0 1,1-1,0 1,-1-1,1 1,0-1,0 0,1 0,-1 0,0 0,1-1,-1 1,1 0,-1-1,1 0,0 1,21 8,1 0,0-1,0-1,1-2,9 1,-14-4,0 2,-1 0,0 1,0 1,-1 1,1 0,-2 2,1 0,0 2,-15-9,1 1,-1 0,0 0,-1 0,1 0,-1 0,0 1,0-1,0 1,0 0,-1 0,0 0,0 1,0-1,-1 0,0 1,0-1,0 1,-1-1,1 1,-1-1,-1 1,1-1,-1 1,0-1,0 0,0 1,-1-1,0 0,0 0,-1 0,1 0,-1 0,0 0,0-1,0 1,-1-1,0 0,0 0,0 0,0-1,0 1,-4 1,-10 3,0-1,0 0,-1-1,0-1,0-1,-1 0,1-2,-1 0,0-1,1-1,-1-1,-7-2,27 3,0 0,0 0,0 0,0 0,0 0,0-1,0 1,0 0,0 0,0 0,0 0,0 0,1-1,-1 1,0 0,0 0,0 0,0 0,0 0,0-1,0 1,0 0,-1 0,1 0,0 0,0 0,0-1,0 1,0 0,0 0,0 0,0 0,0 0,0 0,0 0,0-1,-1 1,1 0,0 0,0 0,1-1,12-5</inkml:trace>
  <inkml:trace contextRef="#ctx0" brushRef="#br0" timeOffset="3">1880 222,'-19'68,"4"1,2 0,3 9,7-52,-6 44,-25 127,16-163,8-56,4-185,8 134,-2 54,-2-18,1 0,2 1,1-1,3 1,0-1,3 1,1 0,1 1,2 0,11-20,-19 49,0-1,0 1,1 0,0 0,0 0,1 1,0 0,0 0,0 0,0 1,1 0,0 0,1 0,-5 2,0 1,0 0,0 0,1 0,-1 0,0 1,1-1,-1 1,1 0,-1 0,0 0,1 1,-1-1,0 1,1-1,-1 1,0 0,0 1,1-1,-1 0,0 1,0 0,-1 0,1 0,0 0,-1 0,1 0,-1 1,1-1,0 2,1 2,0 0,0 0,0 1,0 0,-1 0,0 0,-1 0,0 0,0 0,0 1,-1-1,0 0,0 1,-1-1,0 1,0 0,-1-1,0 1,-2 5,0 1,-1 1,-1-1,0 1,-1-1,0-1,-1 1,-1-1,0 0,-4 3,-96 98,108-114,0 0,-1 1,1-1,0 0,0 0,-1 1,1-1,0 0,0 0,0 0,0 1,0-1,-1 0,1 1,0-1,0 0,0 0,0 1,0-1,0 0,0 1,0-1,0 0,0 0,0 1,0-1,0 0,0 1,0-1,0 0,0 1,1-1,-1 0,0 0,0 1,0-1,0 0,0 0,1 1,-1-1,0 0,0 0,1 0,-1 0,0 1,0-1,1 0,-1 0,0 0,0 0,1 0,-1 0,0 1,1-1,-1 0,0 0,0 0,1 0,-1 0,0 0,1 0,-1 0,0 0,0 0,1-1,-1 1,0 0,1 0,27-2,-24 2,32-5,-17 1,0 0,1 1,0 1,-1 1,1 1,0 1,0 0,-1 2,1 0,-1 1,0 1,0 0,0 2,-1 0,0 1,1 2,-14-7,-1 0,0 0,-1 1,1-1,0 1,-1 0,0-1,0 2,0-1,-1 0,1 1,-1-1,0 1,0-1,-1 1,1 0,-1 0,0 0,0 0,-1 0,1 0,-1 0,0 0,-1 0,1 0,-1 0,0 0,0 0,-1 0,1 0,-1 0,0-1,-1 1,1-1,-1 0,0 1,0 0,-17 15,0-1,-1-1,-1-1,-1-1,0-1,-1-1,0-1,-1-1,-1-1,-17 5,26-10,4 1,-2-2,1 1,-1-2,0 0,0-1,0 0,-8-1,23-1,-1-1,1 0,-1 0,0 0,1 0,-1 0,0 0,1 0,-1 0,1 0,-1 0,0 0,1 0,-1-1,1 1,-1 0,0 0,1-1,-1 1,1 0,-1-1,1 1,-1 0,1-1,-1 1,1-1,0 1,-1-1,1 1,-1-1,1 1,0-1,0 1,-1-1,1 1,0-1,0 0,0 1,0-1,-1 1,1-1,0 0,0 1,0-1,0 0,0 1,1-1,-1 1,0-1,0 0,0 1,0-1,1 1,-1-1,0 1,1-1,-1 1,1-1,10-19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9:11.0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5041 2266,'0'55,"23"828,-18-819,3-1,2 0,3-1,6 15,-17-76,-1 1,1-1,0 1,-1-1,1 0,0 0,0 0,-1 0,1 0,0 0,0-1,0 1,0-1,0 1,0-1,0 0,1 1,-1-1,0 0,0-1,0 1,0 0,0 0,0-1,0 0,0 1,0-1,0 0,0 0,16-1,396-4,-263 7,90-1,-252 0</inkml:trace>
  <inkml:trace contextRef="#ctx0" brushRef="#br0" timeOffset="1230.581">5054 2253,'339'-4,"59"-19,-273 11,44-5,145 4,-305 14,-3-2,0 1,0 0,0 0,-1 1,1 0,0 0,0 0,-1 1,1 0,-1 0,6 3,-10-3,0 0,0 0,0 0,0 1,0-1,0 1,0-1,-1 1,1-1,-1 1,0-1,1 1,-1-1,-1 1,1 0,0-1,-1 1,0 1,1 7,-6 209,9 0,10 0,34 164,-38-318,-2 0,-4 1,-3 27,1-92,-1 0,0 1,0-1,0 0,0 1,0-1,-1 0,1 1,-1-1,1 0,-1 1,0-1,0 0,0 0,0 0,0 0,-1 0,1 0,0 0,-1 0,0-1,1 1,-1 0,0-1,0 0,0 1,0-1,0 0,0 0,0 0,0 0,-1 0,1-1,0 1,0-1,-1 1,1-1,0 0,-1 0,1 0,-1 0,1 0,0 0,-1-1,1 1,0-1,-162-34,61 27,0 4,-84 8,15 6</inkml:trace>
  <inkml:trace contextRef="#ctx0" brushRef="#br0" timeOffset="15561.113">2874 1130,'337'-24,"1177"-6,-1186 31,-218 0,0 6,15 6,-25-7,-98-6,0 0,0 1,0-1,1 1,-1-1,0 1,0 0,0-1,0 1,0 0,0 0,0 1,0-1,-1 0,1 1,0-1,-1 1,1-1,-1 1,1 0,-1 0,0-1,0 1,0 0,0 0,0 0,0 1,-1-1,1 2,4 69,-6-53,-27 236,3-50,22-170,2-1,1 1,2 0,1 0,6 22,-1-39,-2-32,-5-8,0-2</inkml:trace>
  <inkml:trace contextRef="#ctx0" brushRef="#br0" timeOffset="16091.82">5389 1665,'51'127,"-43"-101,1-1,1 0,1 0,1-1,1-1,2 0,0-1,1 0,8 7,6-6,-29-23,-1 0,1 1,0-1,-1 0,1 0,-1 1,1-1,0 0,-1 0,1 0,0 0,0 0,-1 0,1 0,0 0,-1 0,1 0,0 0,-1 0,1 0,0 0,-1-1,1 1,-1 0,1-1,0 1,-1 0,1-1,-1 1,1-1,-1 1,1 0,-1-1,1 0,-1 1,1-1,-1 1,0-1,1 1,-1-1,0 0,0 1,0-1,1 0,-1 1,0-1,0 0,0 1,0-1,0-7,0-1,-1 1,0 0,-1 0,0 1,0-1,0 0,-1 0,0 1,-1 0,0 0,0 0,0 0,-1 0,-2-2,-16-22,0 0,-2 2,-2 1,0 1,-2 1,-6-2,88 42,142 7,-154-19,-40-2,0-1,0 1,0-1,0 1,1 0,-1 0,0 0,0 0,0 0,0 0,0 0,1 0,-1 0,0 0,0 1,0-1,0 0,0 1,0-1,0 1,0-1,0 1,0 0,0-1,0 1,0 0,0 0,0 0,-1-1,1 1,0 0,-1 0,1 0,-1 0,1 0,-1 0,1 0,-1 1,0-1,1 0,-1 0,0 0,0 0,0 0,0 0,0 1,0-1,0 0,0 0,-1 0,1 0,0 0,-1 1,1-1,-1 0,-71 144,47-55,18-51</inkml:trace>
  <inkml:trace contextRef="#ctx0" brushRef="#br0" timeOffset="17270.341">883 154,'2'16,"3"14,1 11,2 8,-1 7,-1 5,0 4,-1 2,1-4,2-5,2-11,-1-13</inkml:trace>
  <inkml:trace contextRef="#ctx0" brushRef="#br0" timeOffset="17708.285">1177 541,'95'256,"-94"-254,-1 0,1 0,0-1,0 1,0 0,0 0,1 0,-1-1,0 1,1-1,-1 1,1-1,-1 1,1-1,0 0,0 0,0 0,-1 0,1 0,0 0,0 0,0-1,0 1,0-1,1 1,-1-1,0 0,0 0,0 0,0 0,0 0,0 0,0-1,1 1,-1-1,0 0,0 1,0-1,0 0,6-6,0-1,0 0,-1 0,0-1,0 1,-1-2,0 1,0-1,-1 1,-1-1,0-1,0 1,-1-1,2-7,14-117,-11 225,-8-82,-1 4,1-1,0 0,1 1,0-1,1 0,0 0,0 0,1 0,1 0,0 0,0-1,1 0,1 0,-1 0,2 0,-1-1,1 0,5 4,45 2,-28-18</inkml:trace>
  <inkml:trace contextRef="#ctx0" brushRef="#br0" timeOffset="18134.209">1765 515,'2'2,"1"0,0-1,0 1,0-1,0 1,0-1,0 0,0 0,1-1,-1 1,0-1,0 1,1-1,-1 0,0 0,0 0,1-1,-1 1,0-1,0 0,1 0,-1 0,0 0,2-1,9-3,-1-1,0 0,0 0,0-1,-1-1,0 0,0-1,-1 0,0 0,-1-1,0-1,0 0,7-11,-12 14,0 1,0-1,-1 0,0 0,0 0,-1-1,0 0,0 1,-1-1,0 0,-1 0,0 0,0 0,-1 0,0 0,-1 0,0 0,0 0,-1 0,0 0,-1 0,-2-5,-28-28,32 41,0 0,0 1,0-1,0 1,-1-1,1 1,0-1,0 1,0 0,-1 0,1-1,0 1,0 0,-1 0,1 0,0 1,0-1,0 0,-1 0,1 1,0-1,0 0,0 1,0 0,0-1,-1 1,1-1,0 1,0 0,1 0,-1 0,0-1,0 1,0 0,0 0,1 0,-1 0,1 0,-1 1,1-1,-1 0,1 0,-6 12,1 1,0-1,1 1,1 0,0 0,1 0,0 0,1 9,-1-6,0 95,5 1,5-1,5 0,5-1,4-1,30 83,-46-170,1-1,-1 0,-2 1,0 0,-1 0,-1 0,-1 0,-3 20,-19 4,7-37</inkml:trace>
  <inkml:trace contextRef="#ctx0" brushRef="#br0" timeOffset="18386.778">1818 1009,'-6'-11,"3"-4,11-2,14-2,17-3,16-4,13-2,5-1,-1 2,-12 5</inkml:trace>
  <inkml:trace contextRef="#ctx0" brushRef="#br0" timeOffset="18681.283">2474 715,'-2'7,"-4"4,0 3,-3 2,-1-3</inkml:trace>
  <inkml:trace contextRef="#ctx0" brushRef="#br0" timeOffset="19702.241">3410 448,'-12'1,"0"0,0 0,0 1,0 1,0 0,1 0,0 1,-1 1,1 0,1 1,-1-1,1 2,0 0,0 0,1 1,0 0,1 0,-1 1,2 0,-1 1,1 0,1 0,0 0,0 1,0 2,5-11,0-1,1 1,-1-1,0 1,1-1,-1 1,1-1,0 1,0 0,-1-1,1 1,0 0,0-1,1 1,-1 0,0-1,0 1,1-1,-1 1,1-1,0 1,-1-1,1 1,0-1,0 1,0-1,0 0,0 1,0-1,0 0,0 0,0 0,1 0,-1 0,1 0,-1 0,0 0,1-1,-1 1,1-1,0 1,-1-1,1 1,-1-1,1 0,0 0,-1 0,1 0,0 0,-1 0,1 0,0 0,12-4,0-1,-1 0,0-1,1 0,-2-1,1-1,-1 0,0 0,-1-1,0-1,0 0,-1 0,-1-1,6-7,-5 7,0 0,-1 0,0-1,-1 0,0 0,-1-1,0 0,4-14,-11 28,-1-1,1 1,-1-1,1 0,-1 1,0-1,1 0,-1 0,1 1,-1-1,0 0,1 0,-1 0,0 0,1 0,-1 0,0 0,1 0,-1 0,0 0,1 0,-1 0,0 0,1-1,-1 1,0 0,1-1,-1 1,1 0,-1-1,0 1,1 0,-1-1,1 1,0-1,-1 1,1-1,-1 1,1-1,0 0,-1 1,1-1,0 1,-1-1,1 0,0 1,0-1,0 0,0 1,0-1,0 0,0 1,0-1,0 0,0 1,0-1,0 0,0 1,0-1,1 0,-1 1,0-1,0 0,1 1,-1-1,1 1,-1-1,-4 8,0 0,0 0,1 1,0-1,0 1,1 0,0-1,1 1,-1 0,1 0,1 0,0 0,0 0,0 1,1-1,0 0,1-1,1 5,0-6,1 0,-1-1,2 1,-1-1,0 1,1-1,0 0,0-1,1 1,-1-1,1 0,0-1,0 1,0-1,1-1,-1 1,1-1,-1 0,1 0,0-1,0 0,-1 0,1 0,0-1,0 0,0-1,6 0,29 0</inkml:trace>
  <inkml:trace contextRef="#ctx0" brushRef="#br0" timeOffset="21124.22">3851 421,'-6'-2,"0"1,0 0,0 0,0 0,0 1,-1 0,1 0,0 0,0 1,0 0,0 0,0 0,0 1,1 0,-1 0,0 1,1-1,0 1,-1 1,1-1,0 1,1-1,-1 1,1 1,0-1,0 1,0-1,0 1,1 0,0 1,0-1,0 1,0 0,2-4,1-1,-1 0,1 0,-1 1,1-1,-1 0,1 1,0-1,0 1,0-1,0 0,0 1,0-1,0 0,0 1,0-1,1 1,-1-1,1 0,-1 0,1 1,-1-1,1 0,0 0,-1 0,1 1,0-1,0 0,0 0,0 0,0 0,0-1,0 1,0 0,1 0,-1-1,0 1,0 0,1-1,-1 1,0-1,1 0,-1 1,0-1,1 0,-1 0,0 0,1 0,-1 0,1 0,-1 0,0-1,2 1,10-4,1 0,0 0,-1-1,0-1,0 0,-1-1,1-1,-1 0,-1 0,0-1,6-6,-3 4,-2 0,1-1,-2 0,0-1,0 0,-1-1,0 0,-2-1,1 1,-2-2,0 1,-1-1,-1 0,0-1,-1 1,-1-1,0 0,-1 1,-1-1,-1 0,0 0,-1 0,-1 0,-1 0,-1-3,-16-22,20 41,0 0,-1 1,1-1,-1 0,1 1,-1-1,1 1,-1-1,1 0,-1 1,1-1,-1 1,0-1,0 1,1 0,-1-1,0 1,1 0,-1-1,0 1,0 0,0 0,1 0,-1 0,0 0,0 0,0 0,1 0,-1 0,0 0,0 0,0 0,1 1,-1-1,0 0,0 1,1-1,-1 0,0 1,1-1,-1 1,0-1,1 1,-1-1,1 1,-1-1,1 1,-1 0,1-1,-1 1,1 0,-4 7,0-1,0 1,1 0,1 0,-1 1,1-1,1 0,-1 1,1-1,1 1,0 3,-1-1,-3 20,2-1,1 1,1 0,2-1,1 1,1-1,2 0,1 0,1-1,2 0,-9-24,0 0,1-1,0 0,0 1,0-1,0 0,0 0,1 0,0 0,0 0,0-1,0 1,0-1,1 0,0 0,-1 0,1-1,0 1,1-1,-1 0,0 0,0 0,1-1,-1 1,1-1,0 0,-1-1,1 1,0-1,-1 0,1 0,0 0,0-1,-1 1,1-1,0 0,-1-1,3 0,1-6,0 0,0 0,0-1,-1 1,0-2,-1 1,0-1,-1 0,0-1,0 1,-1-1,-1 0,0 0,0 0,-1 0,0 0,0-10,4-10,-14 182,9-147,0 0,0-1,0 1,0-1,1 1,-1-1,1 0,0 0,0 1,0-1,1-1,-1 1,1 0,-1 0,1-1,0 0,0 1,0-1,0 0,1-1,-1 1,1-1,-1 1,1-1,-1 0,1 0,-1 0,1-1,0 1,-1-1,1 0,0 0,0 0,-1-1,1 1,0-1,-1 0,1 0,-1 0,1-1,-1 1,1-1,-1 1,0-1,0-1,8-4,-1 0,1-1,-2 0,1-1,-1 0,-1-1,0 0,0 0,-1-1,0 0,-1 0,0-1,-1 1,0-1,-1 0,0-1,-1 1,1-8,2 140,-6-116,1 0,0-1,1 1,-1 0,0 0,1-1,0 1,0-1,0 1,1-1,-1 0,1 0,-1 0,1 0,0-1,0 1,0-1,1 1,-1-1,1 0,-1-1,1 1,-1 0,1-1,0 0,0 0,0 0,0 0,0-1,2 0,1 0,-1 0,0-1,0 1,1-2,-1 1,0-1,0 0,0 0,0 0,-1-1,1 0,-1 0,1 0,-1-1,0 0,1-2,76-81,-74 77,6-6,-7 5,1 1,0 1,0 0,1 0,1 1,-1 0,1 0,9-4,-16 12,0 0,-1 0,1 0,0 1,0-1,0 1,-1 0,1 0,0 0,-1 0,1 1,-1-1,1 1,-1-1,0 1,0 0,0 0,0 0,0 0,0 0,0 0,0 1,-1-1,0 1,1-1,-1 1,0-1,0 1,0 0,0 0,-1-1,1 2,6 10,14 20,-13-21,0-1,-1 1,-1 0,1 1,-2 0,3 11,-7-24,-1 0,0 0,0 0,0 0,1 0,-1 0,0 0,0 0,0 0,-1 0,1 0,0 0,0 0,0 0,-1 0,1 0,-1-1,1 1,0 0,-1 0,0 0,1 0,-1 0,1-1,-1 1,0 0,0-1,1 1,-1 0,0-1,0 1,0-1,0 1,0-1,0 0,0 1,0-1,0 0,0 0,0 1,0-1,0 0,0 0,0 0,0 0,0 0,0-1,0 1,0 0,0 0,-50-16,49 15,0 0,0 0,0 0,1 0,-1-1,0 1,1 0,-1-1,1 1,-1-1,1 1,0-1,0 0,0 0,0 1,0-1,0 0,0 0,1 0,-1 0,1 0,-1 0,1 0,0 0,-1 0,1 0,0 0,1 0,-1 0,0 0,1-1,-1 1,1 0,-1 1,1-1,0 0,0 0,0 0,0 0,0 1,0-1,1 0,-1 1,0-1,1 1,-1-1,1 1,0 0,12-8,0 0,1 1,1 1,-1 0,1 1,0 1,0 0,0 1,1 1,0 1,-1 0,1 1,0 1,7 1,-22-2,1 1,0 0,0 0,0 0,0 0,0 1,-1-1,1 1,0 0,0 0,-1 0,1 0,-1 0,1 1,-1-1,1 1,-1-1,0 1,1 0,-1 0,0 0,-1 0,1 0,0 1,0-1,-1 1,0-1,1 1,-1-1,0 1,0 0,0-1,-1 1,1 0,-1 0,1 0,1 14,-3-14,1 0,0 0,-1 0,1 1,1-1,-1 0,0 0,1 0,0 0,0 1,0-1,0 0,0 0,0-1,1 1,0 0,-1 0,1-1,0 1,0-1,1 1,-1-1,0 0,1 0,-1 0,1 0,0-1,0 1,-1-1,1 1,0-1,0 0,1 0,0 0,1-2,0 0,1 0,-1 0,0-1,0 1,0-1,0-1,0 1,0-1,-1 0,1 0,-1 0,0 0,0-1,0 0,0 0,-1 0,1 0,-1 0,0-1,0 0,-1 1,0-1,2-3,-2 4,0-1,0 1,-1-1,1 0,-1 1,0-1,0 0,-1 0,1 0,-1 0,0 0,0 0,-1 1,1-1,-1 0,0 0,-1 0,1 1,-1-1,0 1,0-1,0 1,-1 0,0-1,1 1,-1 1,-1-1,1 0,0 1,-1-1,0 1,0 0,0 1,0-1,0 1,-4-2,3 4,1 1,-1 0,0 0,1 1,-1 0,1-1,-1 1,1 1,0-1,0 1,0-1,0 1,0 0,1 1,-1-1,1 0,0 1,0 0,0 0,1 0,-1 0,1 0,0 1,0-1,0 1,1 1,-27 93,28-97,0 1,-1-1,1 1,0-1,1 1,-1-1,0 1,1-1,-1 1,1-1,0 0,0 1,0-1,0 0,0 0,0 0,1 1,-1-1,1-1,-1 1,1 0,0 0,0 0,0-1,0 1,0-1,0 0,0 0,0 1,1-1,-1 0,0-1,1 1,-1 0,0-1,1 1,-1-1,1 0,0 0,71-13,-37-1</inkml:trace>
  <inkml:trace contextRef="#ctx0" brushRef="#br0" timeOffset="21386.05">5509 7,'-16'-3,"-8"0,-4 3,1 3,4 4,4 7,6 5,4 5,7 5,8 4,5 6,0-4</inkml:trace>
  <inkml:trace contextRef="#ctx0" brushRef="#br0" timeOffset="21665.453">5548 528,'21'14,"13"6,10 1,7-4,3-5,3-4,-1-6,1-8,-6-5,-11-5,-13-1</inkml:trace>
  <inkml:trace contextRef="#ctx0" brushRef="#br0" timeOffset="22500.355">1538 1959,'-6'-4,"0"0,-1 1,0 0,0 0,0 0,0 1,0 0,0 1,0-1,-1 2,1-1,-1 1,1 0,-1 0,1 1,0 0,-1 0,1 1,0 0,0 0,0 0,0 1,0 0,1 1,-1 0,-3 2,1 0,1 0,0 1,0 0,0 0,1 1,0 0,0 0,1 1,0 0,0 0,1 0,1 0,-1 1,2 0,-1 0,1 0,1 0,0 1,-1 5,4-14,-1 1,0-1,1 1,-1 0,1-1,0 1,0-1,0 0,0 1,0-1,0 0,1 0,-1 1,1-1,-1 0,1 0,0-1,0 1,0 0,0-1,0 1,0-1,1 0,-1 1,0-1,1 0,-1 0,1-1,1 1,3 1,0-1,0 0,0 0,0 0,0-1,0 0,0-1,0 0,0 0,3-1,6-4,-1 0,0-1,0-1,0-1,-1 0,-1 0,0-2,0 1,-1-2,0 0,-1 0,0-1,-1 0,0-1,-1 0,-1-1,0 1,-1-2,-1 1,-1-1,0 0,0 0,-2 0,0-1,-1 1,0-4,-1 5,-1 0,0 1,-1-1,-1 1,0-1,-1 1,0 0,-1 0,-1 0,0 1,-1-1,0 1,-1 0,-1 1,0 0,0 0,7 11,1-1,-1 1,0 0,1 0,-1 0,0-1,0 1,0 0,0 0,0 0,0 1,0-1,0 0,-1 0,1 0,0 1,0-1,-1 1,1-1,0 1,-1-1,1 1,0 0,-1 0,1 0,0 0,-1 0,1 0,-1 0,1 0,0 0,-1 0,1 1,0-1,-1 1,1-1,0 1,0 0,-1-1,1 1,0 0,0 0,0 0,0 0,-1 0,-2 7,0 0,0-1,1 1,1 0,-1 1,1-1,0 0,1 1,0-1,0 1,1 8,-1-5,-2 21,2 1,0 0,3 0,0-1,3 1,0-1,2 0,2 0,1-1,11 25,-17-49,1 1,0-1,0 1,0-1,1-1,0 1,1-1,0 0,0-1,0 1,1-1,0-1,0 0,0 0,1 0,-1-1,1 0,1-1,-1 0,0 0,1-1,-1 0,1-1,-1 0,1-1,0 0,-1 0,1-1,0 0,-1-1,1 0,-1 0,9-4,-8 0,0-1,0 0,-1-1,0 0,-1 0,1-1,-2 0,1 0,-1-1,0 0,-1 0,-1-1,1 0,-2 0,1 0,-2 0,1-1,-2 0,1 1,-2-1,1 0,-2 0,0 0,0 0,-1 0,0 0,-1 0,-2-6,-6-12,9 30,1-1,0 0,0 1,0-1,-1 1,1-1,0 1,0-1,-1 1,1 0,0-1,-1 1,1-1,-1 1,1 0,0-1,-1 1,1 0,-1-1,1 1,-1 0,1 0,-1-1,0 1,1 0,-1 0,1 0,-1 0,1 0,-1 0,1 0,-1 0,0 0,1 0,-1 0,1 0,-1 0,1 1,-1-1,1 0,-1 0,1 0,-1 1,1-1,-1 0,1 1,-1-1,1 0,0 1,-1-1,1 1,-1-1,-2 6,-1 1,1 0,0-1,0 1,1 0,0 0,0 0,0 0,1 1,0-1,1 0,0 1,0 2,-1-3,1 0,0 0,0 0,1-1,0 1,0 0,1 0,-1-1,1 1,1-1,-1 1,1-1,0 0,1 0,0 0,-1-1,2 1,-1-1,1 0,0 0,0-1,0 1,0-1,1 0,0 0,5 2,-1-3,0 0,0-1,0 0,0 0,1-1,-1 0,1-1,-1 0,0-1,5-1,44-7</inkml:trace>
  <inkml:trace contextRef="#ctx0" brushRef="#br0" timeOffset="24644.454">2968 2106,'10'-58,"3"2,2 0,13-30,-25 76,0 1,0 0,1-1,0 2,1-1,0 0,0 1,1 0,0 0,0 0,1 1,2-2,-7 8,0 0,0 0,0 0,1 0,-1 1,0-1,1 1,-1-1,0 1,1 0,-1 0,0 0,1 0,-1 1,0-1,1 0,-1 1,0 0,0-1,1 1,-1 0,0 0,0 0,0 1,0-1,0 0,0 1,-1-1,1 1,0 0,1 1,44 62,-43-60,0 0,0 0,-1 1,0-1,0 1,0 0,-1 0,1 0,-2 0,1 0,-1 1,1-1,-2 1,1-1,-1 0,0 1,0-1,-1 1,0-1,0 1,0-1,-1 0,0 0,0 0,-1 0,1 0,-2 0,1 0,0-1,-1 0,0 0,0 0,-1 0,3-3,0 0,-1 0,0 0,1 0,-1-1,0 1,1-1,-1 0,0 0,0 0,0 0,0 0,0-1,0 0,-1 1,1-1,0 0,0 0,0-1,0 1,0-1,0 1,0-1,0 0,0 0,0 0,0-1,1 1,-1-1,0 1,1-1,-1 0,1 0,0 0,-1 0,1-1,0 1,0-1,1 1,-1-1,0 0,1 1,0-1,0 0,-1 0,2 0,-1 0,0-2,3 0,0 0,0 0,1 0,0 0,0 0,0 0,0 1,1-1,0 1,0 0,0 0,1 0,-1 1,1 0,0-1,-1 2,1-1,1 1,-1-1,0 1,1 1,4-2,50-20,-39 17,-1-2,0 0,0-1,-1-1,0-1,12-10,-27 17,0 0,0 0,0 0,-1-1,0 1,0-1,0 0,-1 0,1 0,-1 0,0 0,-1 0,1-1,-1-1,0 4,-1 1,1 0,-1 0,0-1,0 1,0 0,0 0,0-1,-1 1,1 0,-1 0,1 0,-1 0,0-1,0 1,0 0,0 0,0 0,0 1,-1-1,1 0,-1 0,1 1,-1-1,0 1,1-1,-1 1,0 0,0 0,0-1,0 1,0 1,0-1,0 0,-2 0,2 1,0-1,1 1,-1 0,0 0,0 0,0 0,0 1,0-1,1 0,-1 1,0-1,0 1,1 0,-1-1,0 1,1 0,-1 0,0 0,1 0,-1 0,1 1,0-1,-1 0,1 1,0-1,0 1,0-1,0 1,0-1,0 1,1 0,-1 0,0 1,-17 63,16-54,0 1,1 0,1 0,0 1,1-1,0 0,3 11,-3-19,1 0,-1-1,1 1,0-1,0 0,0 0,0 0,1 0,-1 0,1 0,0 0,1-1,-1 1,0-1,1 0,0 0,0-1,0 1,0-1,0 0,0 0,1 0,1 0,1 0,0 0,1-1,-1 0,0 0,1-1,-1 0,1-1,-1 1,0-1,1-1,-1 1,0-1,0-1,0 1,0-1,0 0,-1-1,1 0,-1 0,0 0,0 0,-1-1,2-1,3-4,0 1,-1-2,0 1,-1-1,0 0,-1-1,0 0,0 0,-2 0,1-1,-2 0,1-3,6-82,-12 153,3-42,0 0,0-1,1 1,1 0,0-1,1 0,0 0,1 0,0-1,3 5,-7-14,-1 0,0-1,0 1,1 0,-1-1,1 1,-1-1,1 1,0-1,0 0,0 0,-1 0,1 0,0 0,0 0,0 0,1-1,-1 1,0-1,0 1,0-1,0 0,0 0,1 0,-1 0,0 0,0-1,0 1,0-1,0 1,0-1,0 0,0 0,0 1,0-2,0 1,0 0,0 0,-1 0,1-1,0 0,4-3,0-1,0 0,-1 0,1-1,-2 0,1 0,-1 0,0 0,0-1,0-2,15-102,-18 90,5 49,-4-12,0 1,1-1,1 0,0-1,1 1,0-1,1 1,1-2,0 1,1-1,1 0,0 0,0-1,7 6,-14-16,0-1,0 1,1 0,-1-1,0 1,1-1,-1 0,1 0,-1 0,1 0,-1 0,1 0,0-1,-1 0,1 1,0-1,-1 0,1 0,0 0,0 0,-1-1,1 1,0-1,-1 0,1 0,-1 0,1 0,-1 0,1 0,-1-1,0 1,0-1,1 1,-1-1,0 0,-1 0,1 0,0 0,0 0,-1-1,0 1,2-2,6-13,0-1,-2 0,0-1,0 0,-2 0,0 0,-1-4,7-24,-7 31,0-2,1 1,0-1,1 2,1-1,1 0,4-5,-12 21,0 1,0-1,1 0,-1 0,0 1,0-1,1 0,-1 0,1 1,-1-1,1 0,-1 1,1-1,-1 1,1-1,-1 0,1 1,0 0,-1-1,1 1,0-1,-1 1,1 0,0-1,0 1,-1 0,1 0,0-1,0 1,0 0,-1 0,1 0,0 0,0 0,0 0,-1 0,1 1,0-1,0 0,0 0,-1 1,1-1,0 0,0 1,-1-1,1 1,0-1,-1 1,1-1,-1 1,1-1,-1 1,1 0,-1-1,1 1,-1 0,17 83,-16-64,2 21,-2 10,2 0,1 0,4-1,1 1,2-2,3 1,2-2,2 0,2-1,10 16,-19-46,0 0,0 0,2-1,0-1,1 0,0-1,1-1,1 0,5 3,-20-15,-1-1,1 1,-1-1,1 1,0-1,-1 1,1-1,0 0,0 1,-1-1,1 0,0 0,0 1,-1-1,1 0,0 0,0 0,-1 0,1 0,0 0,0 0,0 0,-1-1,1 1,0 0,0 0,-1-1,1 1,0 0,-1-1,1 1,0-1,-1 1,1 0,-1-1,1 0,0 1,-1-1,1 1,-1-1,0 0,1 1,-1-1,1 0,-1 0,6-39,-8 7,-1-1,-2 1,-1 0,-2 1,-1 0,-2 0,0 1,-3 0,0 1,-2 1,-1 0,-1 1,-2 1,0 1,-7-5,18 20,0 0,-1 0,-1 1,0 0,0 1,-1 0,0 1,0 0,-1 1,0 0,0 1,-1 0,14 7,0-1,0 0,0 0,0 1,0-1,0 0,0 0,0 0,0 1,0-1,0 0,0 0,0 1,0-1,0 0,0 0,-1 1,1-1,0 0,0 0,0 0,0 0,0 1,-1-1,1 0,0 0,0 0,0 0,-1 1,1-1,0 0,0 0,0 0,-1 0,1 0,0 0,0 0,-1 0,1 0,0 0,0 0,0 0,-1 0,1 0,0 0,0 0,-1 0,1 0,0 0,0 0,-1 0,1 0,0 0,0 0,0-1,-1 1,1 0,0 0,17 13,3-8,1-1,-1 0,1-1,0-2,-1 0,1-1,0-1,-1-1,1-1,0 0,-1-2,0 0,18-8,-31 11,-1 0,-5 2,0-1,0 0,1 0,-1 1,0-1,1 0,-1 1,1 0,-1-1,1 1,-1 0,1 0,-1 0,1 0,-1 0,1 0,-1 0,1 0,-1 0,1 1,-1-1,0 1,1-1,-1 1,1 0,-1-1,0 1,0 0,1 0,-1 0,0 0,0 0,0 0,0 0,0 0,0 1,0-1,-1 0,1 1,6 39,-7-37,-1 1,1 0,0 0,1-1,-1 1,1 0,0 0,0-1,0 1,1-1,-1 1,1-1,0 1,0-1,1 0,0 0,-1 0,1 0,0-1,1 1,-1-1,1 0,-1 0,1 0,0 0,0-1,0 1,1-1,-1 0,1-1,0 1,2-3,0 0,-1 0,1-1,0 0,-1-1,0 0,1 1,-1-2,-1 1,1-1,0 0,-1 0,0-1,0 1,0-1,0 0,-1-1,0 1,0-1,0 0,-1 0,0 0,0 0,0 0,-1-1,0 1,0-1,-1 0,1-4,-2 9,1-1,0 1,-1 0,0-1,1 1,-1-1,0 1,0 0,0-1,-1 1,1-1,0 1,-1 0,0-1,0 1,1 0,-1-1,-1 1,1 0,0 0,0 0,-1 0,1 0,-1 0,0 1,1-1,-1 0,0 1,0-1,0 1,0 0,0 0,-1 0,1 0,0 0,0 0,-1 0,1 1,-1-1,1 1,0 0,-1 0,1-1,-1 2,1-1,-1 0,1 0,0 1,-1-1,-1 2,2-2,0 1,0 0,-1 0,1 0,0 0,0 1,0-1,0 1,0-1,1 1,-1 0,0-1,1 1,-1 0,1 0,0 0,-1 0,1 0,0 1,0-1,0 0,1 0,-1 1,1-1,-1 0,1 1,0-1,0 1,0-1,0 0,0 1,0-1,1 1,-1-1,1 0,-1 1,1-1,0 0,0 0,0 1,1-1,-1 0,0 0,1 0,-1-1,1 1,0 0,-1 0,1-1,2 2,15 9</inkml:trace>
  <inkml:trace contextRef="#ctx0" brushRef="#br0" timeOffset="25003.975">4973 1732,'-1'-29,"-1"1,-2 0,0 1,-2-1,-5-10,11 38,0-1,-1 0,1 1,0-1,0 1,0-1,-1 0,1 1,0-1,0 0,0 1,0-1,0 0,0 1,0-1,0 0,1 1,-1-1,0 0,0 1,0-1,1 1,-1-1,0 0,1 1,-1-1,0 1,1-1,-1 1,1-1,-1 1,1-1,-1 1,1 0,-1-1,1 1,0 0,-1-1,1 1,-1 0,1 0,0 0,-1-1,1 1,0 0,-1 0,1 0,0 0,-1 0,1 0,0 0,-1 0,1 1,0-1,-1 0,1 0,-1 0,1 1,0-1,-1 0,1 1,-1-1,1 0,-1 1,1-1,-1 1,1-1,-1 1,152 40,-148-40,-1-1,0 1,0 0,1 0,-1 1,0-1,0 1,0-1,0 1,-1 0,1 0,0 0,-1 0,1 1,-1-1,0 1,0-1,0 1,0 0,0 0,-1 0,1 0,-1 0,0 0,0 0,0 1,0-1,0 0,-1 1,0-1,1 0,-1 1,0-1,-1 1,1-1,-1 0,1 1,-2 0,-41 102,42-105,1 0,-1 0,1 0,0 0,-1 0,1 0,0 0,0 0,0 0,0 0,0 0,0 0,0 0,0 0,0 0,1 0,-1 0,0 0,1 0,-1 0,0 0,1 0,-1 0,1 0,0 0,-1 0,1 0,0-1,-1 1,1 0,0-1,0 1,0 0,0-1,0 1,0-1,0 1,0-1,0 0,0 1,0-1,0 0,0 0,0 1,0-1,0 0,52-8,27-35,-43 17</inkml:trace>
  <inkml:trace contextRef="#ctx0" brushRef="#br0" timeOffset="44819.25">5615 2747,'0'18,"0"18,0 18,2 19,6 14,6 16,4 10,5 10,0 3,-1-1,-5-6,-5-12,-4-24</inkml:trace>
  <inkml:trace contextRef="#ctx0" brushRef="#br0" timeOffset="45486.198">5468 2934,'13'-13,"-1"1,2 0,0 1,0 1,1 0,0 1,0 0,1 1,0 1,1 1,0 0,0 1,0 1,1 0,-16 4,0-1,1 0,-1 0,0 1,1-1,-1 1,1 0,-1 0,1 0,-1 0,1 0,-1 1,0-1,1 1,-1-1,1 1,-1 0,0 0,0 0,0 0,1 0,-1 1,0-1,0 1,-1-1,1 1,0 0,0 0,-1-1,1 1,-1 0,0 1,1-1,-1 0,0 0,0 0,-1 1,1-1,0 0,0 3,-3 6,1-1,-2 0,1 1,-1-1,-1 0,0-1,0 1,-1-1,0 1,-1-1,0-1,0 1,-1-1,0 0,-1-1,1 0,-1 0,-4 2,-15 7,22-14,18-11,1 1,1 1,-1 1,1 0,1 0,-1 2,1 0,0 0,0 2,0 0,0 1,0 0,0 2,12 1,-25-2,-1 0,1 0,-1 0,1 1,0-1,-1 1,1 0,-1 0,1 0,-1 0,0 0,1 0,-1 1,0-1,0 1,0-1,0 1,0 0,0 0,-1 0,1 0,0 0,-1 0,0 1,1-1,-1 0,0 1,0-1,-1 1,1-1,0 1,-1-1,1 1,-1 0,0-1,0 1,0-1,0 1,-1 0,1-1,-1 1,1-1,-1 1,0 0,-6 4,0-1,0 0,-1 0,0-1,0 0,0 0,0-1,-1 0,0-1,0 0,0 0,0 0,0-2,-6 2,15-3,-3 0,-100 15,100-15,-1 0,1 0,-1 0,1 0,-1-1,1 0,0 0,-1 0,1 0,0 0,-1 0,1-1,0 0,0 0,0 1,0-2,1 1,-1 0,1-1,-1 1,1-1,0 0,0 1,0-1,0 0,0 0,0-1,-4-17</inkml:trace>
  <inkml:trace contextRef="#ctx0" brushRef="#br0" timeOffset="47383.074">6123 3055,'12'104,"-11"-101,0 0,0 0,0 0,1 0,-1-1,1 1,0 0,-1 0,1-1,0 1,1-1,-1 0,0 0,1 0,-1 0,1 0,0 0,-1 0,1-1,0 0,0 1,0-1,0 0,0 0,0-1,0 1,1-1,-1 1,0-1,0 0,1 0,0-1,0 1,0-1,0 0,0 0,0 0,0 0,0-1,0 1,0-1,0 0,-1-1,1 1,-1 0,0-1,1 0,-1 0,-1 0,1 0,0 0,-1-1,1 1,-1-1,0 1,0-1,-1 0,1 0,-1 0,1 0,-1-2,2-6,-1 0,0 0,0-1,-1 1,-1 0,0 0,-1-1,0 1,-3-9,4 15,-1 0,-1 0,1 0,-1 0,0 0,0 1,-1-1,1 0,-1 1,-1 0,1 0,-1 0,0 0,0 0,0 1,-1 0,1 0,-3-2,5 6,0-1,0 1,0 0,1-1,-1 1,0 0,0 0,0 0,0 1,0-1,0 0,0 1,1-1,-1 1,0 0,0-1,1 1,-1 0,0 0,1 0,-1 0,1 1,-1-1,1 0,0 1,-1-1,1 1,0 0,-83 102,35-37</inkml:trace>
  <inkml:trace contextRef="#ctx0" brushRef="#br0" timeOffset="54837.744">0 5715,'28'-46,"23"-34,-4-2,-4-2,30-84,-65 148,0-1,-2-1,-1 0,0 1,-1-2,-2 1,0 0,-2 0,0-9,0 29,0 0,0 0,-1 0,1 0,0 0,-1 0,1 0,-1 0,0 0,0 0,0 0,0 1,0-1,0 0,0 0,0 1,-1-1,1 1,-1-1,1 1,-1 0,0 0,1-1,-1 1,0 0,0 0,0 1,0-1,0 0,0 1,0-1,0 1,0-1,0 1,0 0,0 0,0 0,0 0,0 1,0-1,0 0,0 1,0-1,0 1,0 0,0 0,0 0,0 0,-1 1,-7 7,0 1,1 0,0 1,1 0,0 0,1 1,0 0,1 1,0-1,1 1,0 0,1 0,1 1,0-1,1 1,0 0,1 0,1 0,-5 24,2 0,1 1,2-1,2 0,1 1,3-1,0 0,3-1,1 0,2 0,1-1,2-1,5 8,-16-34,0-1,0 0,1 0,0-1,0 1,1-1,0 0,0-1,0 1,1-1,0-1,0 1,1-1,-1 0,1-1,0 0,1 0,-1-1,1 0,-1 0,1-1,0 0,0-1,0 0,0 0,0-1,7 0,1-6,-1-1,0 0,-1-1,0-1,0 0,-1-1,0-1,0 0,-2 0,1-2,-1 0,-1 0,0-1,-1 0,-1-1,0 0,3-8,-7 15,0 0,0-1,-1 1,0-1,-1 0,0 0,0 0,-1-1,0 1,0-4,-2 12,1 0,-1 1,0-1,0 0,0 0,0 1,0-1,-1 0,1 0,0 1,0-1,0 0,-1 1,1-1,0 0,0 1,-1-1,1 0,-1 1,1-1,-1 1,1-1,-1 1,1-1,-1 1,1-1,-1 1,0-1,1 1,-1 0,0-1,1 1,-1 0,0 0,1-1,-1 1,0 0,0 0,1 0,-1 0,0 0,0 0,1 0,-1 0,0 0,1 0,-1 1,0-1,0 0,1 0,-1 1,0-1,1 0,-1 1,-38 21,31-15,0 0,0 0,1 1,-1 0,2 0,-1 1,1 0,0 0,1 0,0 1,1 0,0 0,0 0,1 0,-1 6,4-14,-1 0,1 0,0 0,0 0,0 0,0 1,0-1,0 0,0 0,0 0,1 0,0 0,-1 0,1 0,0 0,0 0,0 0,0 0,0 0,0 0,0-1,1 1,-1-1,1 1,-1-1,1 1,0-1,-1 0,1 0,0 1,0-1,0-1,0 1,0 0,0 0,1-1,2 1,0 0,1 0,-1-1,1 0,-1 0,1-1,-1 1,0-1,1 0,-1-1,0 1,0-1,5-2,-1 0,-1 0,0-1,0 0,0 0,0-1,-1 0,1-1,-2 1,1-1,-1-1,0 1,0-1,-1 0,0 0,-1-1,0 1,0-1,-1 0,1-3,-3 11,-1 0,1 0,0 0,-1 0,0 0,1 1,-1-1,0 0,1 0,-1 0,0 0,0 0,0-1,0 1,0 0,0 0,0 0,0 0,0 0,0 0,-1 0,1 0,0 0,-1 0,1 0,-1 1,1-1,-1 0,1 0,-1 0,0 0,1 1,-1-1,0 0,0 0,1 1,-1-1,0 1,0-1,0 1,0-1,0 1,0 0,0-1,0 1,0 0,0 0,0-1,0 1,0 0,0 0,0 0,0 0,0 1,0-1,0 0,0 0,0 1,0-1,0 0,0 1,0-1,0 1,1-1,-1 1,0 0,0-1,0 1,1 0,-1 0,-2 2,1 1,-1-1,1 1,0 0,1 0,-1 0,1 0,-1 1,1-1,0 0,1 0,-1 1,1-1,0 0,0 1,0-1,1 0,-1 1,1-1,0 0,0 0,1 1,-1-1,1 0,0 0,0-1,0 1,1 0,-1-1,1 1,0-1,0 0,0 0,0 0,1 0,-1-1,1 1,0-1,-1 0,1 0,0 0,2 0,7 3,0 0,-1-1,2-1,-1 0,0-1,1 0,7-1,41 1</inkml:trace>
  <inkml:trace contextRef="#ctx0" brushRef="#br0" timeOffset="55391.7">2033 5341,'0'23,"0"21,0 16,2 15,3 12,1 9,-1 5,-1 1,-2-3,0-19</inkml:trace>
  <inkml:trace contextRef="#ctx0" brushRef="#br0" timeOffset="55707.52">1925 5702,'-2'-11,"-14"-108,16 114,0 0,0 0,1 1,-1-1,1 0,0 0,1 1,-1-1,1 1,0-1,0 1,0 0,1 0,-1 0,1 0,0 0,0 0,1 1,-1-1,1 1,-1 0,1 0,0 0,7-1,-1 0,1 0,0 0,0 2,0-1,1 1,-1 1,0 0,1 1,-1 0,1 1,-1 0,0 0,1 2,-1-1,0 1,0 1,-1 0,1 0,-1 1,0 1,0 0,0 0,-1 1,0 0,0 0,-1 1,0 0,3 5,-8-9,0-1,-1 1,1 0,-1-1,0 1,0 0,0 1,-1-1,1 0,-1 0,0 1,-1-1,1 1,-1-1,1 1,-1-1,-1 1,1-1,-1 0,1 1,-1-1,0 1,-1-1,1 0,-1 0,0 0,0 0,0 0,-1 0,1 0,-1-1,0 1,0-1,0 0,0 0,-1 0,1 0,-1-1,-3 3,1-1,0 0,-1-1,0 1,0-1,0-1,0 0,-1 0,1 0,0 0,-1-1,1-1,-1 1,0-1,-6-1,13 1,0 0,-1 0,1-1,-1 1,1 0,0-1,-1 1,1-1,0 1,-1-1,1 0,0 0,0 1,0-1,0 0,0 0,0 0,0 0,0 0,0-1,0 1,0 0,1 0,-1 0,0-1,1 1,-1 0,1-1,0 1,-1-1,1 1,0 0,0-1,0 0,3-12</inkml:trace>
  <inkml:trace contextRef="#ctx0" brushRef="#br0" timeOffset="56350.492">2421 5769,'11'-29,"-1"0,-2-1,-1 0,-1 0,-1 0,-2-1,-1 0,-1 1,-2-1,-4-24,-6 17,10 55,4-14,1 0,-1 0,1-1,0 1,0-1,0 0,0 0,0 0,1-1,-1 0,0 0,1 0,-1 0,1 0,-1-1,1 0,-1 0,1 0,0 0,161 6,-163-6,0 2,1-1,-1 0,0 1,0-1,0 1,0 0,0 0,0 0,-1 1,1-1,-1 1,1-1,-1 1,0 0,0 0,0 0,-1 0,1 0,-1 0,1 0,-1 0,1 3,14 81,-14-59,-3-20,1-1,0 0,1 1,0-1,0 0,0 0,1 0,0 0,1 0,-1 0,1 0,1-1,-1 1,3 2,-4-8,0 1,0-1,0 1,1-1,-1 0,1 0,-1 0,0 0,1 0,0-1,-1 1,1-1,-1 0,1 1,0-1,-1 0,1-1,-1 1,1 0,0-1,-1 0,1 1,-1-1,0 0,1 0,-1 0,1-1,0 0,60-45,-51 34,-2-1,0-1,0 0,-1 0,-1-1,-1 0,0-1,3-14,-4 17,-13 103,17 6,-9-91,0-1,0 0,0 0,1 0,-1 0,1-1,-1 1,1 0,0-1,0 1,0-1,1 0,-1 1,1-1,-1 0,1 0,-1-1,1 1,0-1,0 1,0-1,0 0,0 0,0 0,0 0,1-1,2 1,19-1</inkml:trace>
  <inkml:trace contextRef="#ctx0" brushRef="#br0" timeOffset="57470.268">2981 5181,'14'0,"158"12,-162-10,0 1,0 0,-1 0,1 1,-1 1,1 0,-1 0,-1 0,1 1,-1 1,0-1,0 1,-1 1,0-1,2 4,2 7,0 0,-2 0,0 1,-1 0,-1 1,-1 0,0 0,-2 0,0 0,-1 7,29 106,-31-128,0 0,0-1,1 1,0 0,0-1,0 1,0-1,1 0,0 0,0 0,0 0,0 0,0-1,1 1,0-1,0 0,0 0,0 0,0-1,0 1,1-1,-1 0,1-1,-1 1,1-1,0 1,0-1,0-1,0 1,0-1,0 0,-1 0,1 0,0-1,0 0,0 0,0 0,0 0,2-2,2-3,1-1,-1 0,0 0,-1-1,0 0,0 0,-1-1,0 0,-1-1,1 1,-2-1,0-1,0 1,0-1,-2 1,1-1,-1 0,-1-1,0 1,0 0,-2-1,1 1,-2-11,0 101,0-74,1 0,0 0,1 0,-1 0,1 0,0-1,0 1,0 0,1 0,0-1,0 1,0-1,0 0,1 1,-1-1,1 0,0 0,1-1,-1 1,0-1,1 0,0 1,0-2,0 1,0 0,1-1,-1 0,0 0,1 0,0 0,-1-1,5 1,-3-2,1 0,0-1,-1 0,1 0,0 0,-1-1,1 0,-1 0,0-1,0 0,0 0,0 0,0-1,-1 1,1-1,-1-1,0 1,0-1,-1 0,2-2,6-7,-1 0,-1-1,-1 0,0 0,-1-1,-1 0,1-4,18-55,-22 98,-6 22,1-31,0 1,0 0,1 0,1-1,1 1,0 0,1-1,0 1,1-1,2 3,-4-13,-1-2,1 1,0 0,0 0,0-1,0 1,1-1,-1 1,1-1,0 0,-1 0,1 0,0 0,0-1,0 1,0-1,0 0,1 0,-1 0,0 0,1-1,-1 1,0-1,1 0,-1 0,1 0,-1 0,0 0,1-1,-1 0,0 1,1-2,8-1,1-1,-1-1,-1 0,1-1,-1 0,0-1,9-7,-5 3,-2-1,0 0,0-1,-1-1,0 1,-2-2,1 0,-2 0,0-1,-1 0,0 0,-2-1,2-6,-7 94,-2-64,1 0,0 1,1-1,0 0,0 1,0-1,1 0,0 0,1 0,0 0,0-1,0 1,0-1,1 0,0 1,1-2,0 1,-1 0,2-1,-1 0,0 0,1-1,0 0,0 0,1 0,-1 0,1-1,1 0,8 2,0-2,0 0,0 0,0-2,1 0,-1-1,1 0,-1-2,0 0,0 0,0-2,0 0,0-1,-1 0,1-1,-1-1,-1-1,0 0,0 0,0-2,-1 1,0-2,-1 0,-1 0,1-1,-2-1,0 0,0 0,-1-1,-1 0,0 0,4-12,-2-7,-1-1,-2 0,-1 0,-1-1,-2 1,-2-1,-1 0,-2 0,-1 1,-2-1,-1 1,-2 0,-1 0,-3-3,10 28,-1-1,1 0,-1 0,-1 1,0-1,0 1,-1 0,0 0,0 0,-1 1,-1-1,1 1,-3-1,8 8,0 0,0 1,0-1,0 1,0-1,0 1,0-1,0 1,-1 0,1-1,0 1,0 0,0 0,0 0,0 0,-1 0,1 0,0 0,0 1,0-1,0 0,0 1,0-1,0 0,0 1,0-1,0 1,0 0,0-1,0 1,0 0,0 0,0-1,1 1,-1 0,0 0,1 0,-1 0,0 0,1 0,-1 0,1 0,0 0,-12 23,1 0,1 1,2 0,0 0,2 1,0 0,2 0,1 0,1 16,2-40,-6 36,2 0,2 0,2 1,1-1,2 1,2-1,1-1,2 1,12 34,-15-61,0-1,0 0,1 0,0-1,0 0,1 0,1 0,-1-1,1 0,1 0,-1-1,2 0,-1-1,0 0,1 0,0-1,1 0,-1-1,1 0,5 0,47 10,-4-7</inkml:trace>
  <inkml:trace contextRef="#ctx0" brushRef="#br0" timeOffset="59409.879">6257 5327,'-4'-3,"1"-1,-1 1,0 0,0 1,0-1,0 1,0-1,-1 1,1 0,-1 1,1-1,-1 1,0 0,0 0,1 1,-1-1,0 1,0 0,0 0,1 0,-1 1,0 0,0 0,1 0,-1 1,0-1,1 1,-3 1,-2 2,0 0,0 1,0 0,1 0,0 1,0 0,0 0,1 1,0 0,1 0,0 1,-4 6,4-5,1 0,0 1,1-1,0 1,0 0,2 0,-1 1,1-1,1 0,0 1,0 0,1-7,0 1,1-1,0 0,0 1,0-1,0 1,1-1,0 0,0 0,0 0,1 0,-1 0,1-1,0 1,1-1,-1 0,1 1,0-2,0 1,0 0,1-1,-1 0,5 3,3-1,-1 0,1 0,0-1,0-1,0 0,1 0,-1-1,1-1,0 0,-1-1,1 0,-1-1,1-1,0 0,1-1,10-2,0-1,0-2,-1 0,0-2,-1 0,0-2,6-4,-18 11,0 0,-1-1,1-1,-1 0,-1 0,1 0,-1-1,0-1,-1 1,0-1,0-1,-1 1,0-1,-1 0,0 0,0-1,-1 1,-1-1,0 0,0 0,-1-3,-1 12,-1 0,0 0,0 1,1-1,-1 0,0 0,-1 0,1 0,0 0,0 0,-1 0,1 1,-1-1,0 0,0 0,1 1,-1-1,0 0,0 1,0-1,-1 1,1-1,0 1,-1 0,1-1,-1 1,1 0,-1 0,1 0,-1 0,0 0,1 0,-1 1,0-1,0 1,0-1,0 1,1 0,-1-1,0 1,0 0,0 0,0 0,0 1,0-1,-1 0,-2 6,-1 0,1 0,0 0,0 0,0 1,1-1,0 1,1 0,-1 1,2-1,-1 1,1-1,0 1,0 0,0 7,0-8,1 0,0-1,0 1,1 0,0 0,0 0,0-1,1 1,0 0,1 0,-1-1,1 1,1-1,-1 1,1-1,0 0,0 0,1 0,0-1,0 1,0-1,1 0,-1 0,1 0,1-1,-1 0,0 0,1 0,0 0,0-1,0 0,2 0,19 4,0-1,0-1,0-1,1-1,-1-2,1-1,0-1,-1-1,1-2,-1 0,0-2,14-5,-20 6,1-1,-1 0,0-1,-1-2,1 0,-2-1,1-1,-1-1,-1 0,0-2,-1 0,11-12,-25 24,-1-1,0 1,0 0,0-1,0 1,0-1,-1 0,1 1,-1-1,0 0,0 0,0 0,0 0,0 0,0 0,-1 0,0 0,1-1,-1 1,-1 0,1 0,0 0,-1 0,1 0,-1 0,0 0,0 0,0 0,0 0,-1 0,1 0,-1 1,0-1,0 1,-1-3,-6 1,0-1,0 2,0-1,0 1,-1 1,1 0,-1 0,1 1,-1 0,0 0,0 1,1 1,-1-1,0 2,1-1,-1 1,-8 4,10-5,1 1,-1 1,1-1,-1 1,1 0,0 1,0 0,1 0,-1 0,1 1,0 0,0 1,1-1,-1 1,1 0,0 0,1 0,-1 1,2 0,-1 0,-2 5,6-10,0 1,0 0,0-1,0 1,0-1,0 1,1 0,-1-1,1 1,0-1,-1 1,1-1,0 0,1 1,-1-1,0 0,1 0,-1 0,1 0,0 0,0 0,0 0,0 0,0-1,0 1,0-1,0 1,0-1,1 0,-1 0,1 0,-1 0,1-1,86 17,-79-16,0-1,0-1,0 0,0 0,0-1,0-1,0 1,0-2,-1 1,0-1,0 0,0-1,0 0,0-1,-1 0,0 0,-1-1,1 0,-1 0,0 0,-1-1,0 0,3-5,-7 34,-3-12,0-5,0-1,0 1,1 0,-1 0,1-1,0 1,0 0,0 0,0-1,1 1,-1 0,1 0,0-1,0 1,0-1,1 1,-1-1,1 1,0-1,0 0,0 0,0 0,1 0,-1 0,1 0,0-1,-1 1,1-1,1 0,-1 0,3 2,0-3,0 0,0 0,1 0,-1-1,0 0,0-1,0 1,0-1,0 0,0-1,0 1,0-1,0 0,0-1,-1 1,1-1,-1 0,0-1,0 1,0-1,0 0,3-5,6-4,-1-1,-1 0,0-1,-1-1,-1 0,8-16,48-101,-65 131,0 1,0 0,-1 0,1 0,1-1,-1 1,0 0,0 0,0 1,0-1,1 0,-1 0,0 1,1-1,-1 0,1 1,-1-1,1 1,-1 0,1 0,-1-1,1 1,-1 0,1 0,-1 0,1 1,-1-1,1 0,-1 0,1 1,-1-1,1 1,-1 0,0-1,1 1,-1 0,0 0,0 0,1 0,-1 0,0 0,0 0,0 0,0 0,0 0,0 0,-1 1,1-1,0 0,-1 1,1-1,-1 1,1 0,14 25,-2 1,-1 0,-1 0,-1 1,4 22,-9-33,-1-4,13 76,-17-87,0 0,0 1,-1-1,1 0,-1 1,0-1,1 0,-2 0,1 0,0 0,-1 0,1 0,-1 0,0 0,0 0,0-1,0 1,-1-1,1 1,-1-1,1 0,-1 0,0 0,0-1,-1 2,-7 2,0-1,0 0,0-1,-1 0,0 0,1-1,-1-1,0 0,0-1,0 0,0 0,-6-2,1-4,6 0</inkml:trace>
  <inkml:trace contextRef="#ctx0" brushRef="#br0" timeOffset="-16619.009">9038 1946,'2'16,"3"18,6 20,2 21,5 19,2 13,4 9,-1 0,-1-2,-1-8,-3-11,-3-12,-4-13,-3-14,-4-15,-2-11,-2-16,0-10</inkml:trace>
  <inkml:trace contextRef="#ctx0" brushRef="#br0" timeOffset="-15757.147">9091 1892,'-34'-49,"34"48,0 0,0 0,0 0,0 0,0-1,0 1,0 0,0 0,0 0,1 0,-1 0,1 0,-1-1,0 1,1 0,0 0,-1 0,1 0,0 1,-1-1,1 0,0 0,0 0,0 0,0 1,0-1,0 1,0-1,0 0,0 1,0-1,0 1,0 0,0-1,0 1,1 0,-1 0,0 0,0 0,0 0,0 0,0 0,1 0,-1 0,0 1,0-1,60-5,-1 3,0 3,1 2,11 4,229 39,-161-22,108 4,137-30,-210-3,338 2,413-13,-230-19,-247 45,368-9,-730 5,-87-7</inkml:trace>
  <inkml:trace contextRef="#ctx0" brushRef="#br0" timeOffset="-14375.299">9198 3242,'13'7,"0"-1,1 0,-1-1,1-1,0 0,0-1,1 0,-1-1,1-1,-1 0,1-1,-1-1,1 0,-1-1,0 0,22 0,309-6,121-7,-241-7,512-32,-62 36,317-7,140 27,-509 24,88-27,-632 9,-61-7,-19-5</inkml:trace>
  <inkml:trace contextRef="#ctx0" brushRef="#br0" timeOffset="-12730.913">13997 1839,'9'-6,"0"0,0 1,1 1,0 0,0 0,0 0,0 2,0-1,0 1,1 1,-1-1,1 2,0 0,-1 0,9 2,3-3,414-6,467-56,-211 11,-511 42,0 7,82 13,-255-9,-6-1,0-1,0 1,0 0,0 0,0 0,0 0,0 0,0 0,-1 0,1 1,0-1,0 1,0 0,0-1,-1 1,1 0,0 0,-1 0,1 0,0 0,-1 0,0 1,1-1,-1 0,0 1,1-1,-1 1,0 0,0-1,0 1,0 0,-1-1,1 1,0 0,-1 0,-7 131,28 262,-17-244,-4-68,5-1,2 0,5 2,19 109,-17-122,-11-59,0-1,0 1,-1 0,-1 1,0-1,0 0,-1 0,-1 0,-1 10,-24 59,24-80,0 0,-1 1,1-1,0 0,-1 0,1-1,-1 1,1-1,-1 1,1-1,-1 0,0 1,1-1,-1-1,1 1,-1 0,1-1,-1 1,1-1,-1 0,0 0,-8-1,-164-15,-112 5,201 10,-104-3,3 1</inkml:trace>
  <inkml:trace contextRef="#ctx0" brushRef="#br0" timeOffset="-11131.707">15388 3189,'79'10,"451"-4,-447-5,-1 4,0 3,65 17,-143-25,-2 1,1 0,-1 0,0-1,1 1,-1-1,1 1,-1-1,1 0,-1 0,0 0,1 0,-1-1,1 1,-1-1,1 1,-1-1,0 0,0 0,1 0,6-7</inkml:trace>
  <inkml:trace contextRef="#ctx0" brushRef="#br0" timeOffset="-10106.056">10748 1946,'0'7,"0"15,3 23,2 26,6 28,5 23,6 15,10 7,5-2,5-12,1-19,-7-29</inkml:trace>
  <inkml:trace contextRef="#ctx0" brushRef="#br0" timeOffset="-9277.785">10201 2320,'-47'81,"-3"-2,-32 36,62-89,-2-1,-1-1,0-1,-2-1,-1-1,0-1,-2-1,-24 11,40-23,0-1,-1-1,0 0,-1-1,1 0,-1-1,-7 0,18-2,-1-1,1 1,-1-1,1 0,0-1,-1 1,1-1,-1 1,1-1,0 0,0 0,-1 0,1-1,0 1,0-1,0 0,0 1,1-1,-1-1,0 1,1 0,-1-1,1 1,0-1,0 0,0 0,0 1,1-1,-1-1,1 1,0 0,-1-2,0-3,0-1,1 1,0-1,0 0,1 1,0-1,1 1,0-1,0 0,1 1,0 0,0-1,1 1,0 0,0 0,1 0,0 1,1-1,0 1,0 0,0 1,4-5,-5 7,0-1,1 0,0 1,0 0,0 0,0 0,0 1,1-1,-1 1,1 1,0-1,0 1,0 0,0 0,1 1,-1-1,0 2,1-1,-1 1,0 0,1 0,-1 0,1 1,-1 0,0 1,0-1,1 1,-1 0,0 1,3 1,5 6,0 0,-1 1,0 0,-1 1,0 1,-1 0,0 0,-1 1,-1 0,0 1,-1 0,-1 1,0 0,5 7,1 0,0-1,2 0,1-1,2 1,-16-19,1 0,-1-1,1 1,0-1,0 1,0-1,0 0,0 0,0 0,0 0,1-1,-1 1,1-1,0 0,-1 0,1 0,0-1,-1 1,1-1,0 0,0 0,-1 0,1-1,0 1,-1-1,1 0,0 0,-1 0,4-2,11-6</inkml:trace>
  <inkml:trace contextRef="#ctx0" brushRef="#br0" timeOffset="-8845.781">10241 2694,'209'-38,"-208"38,0-1,-1 1,1-1,0 1,0-1,0 1,0 0,0-1,0 1,0 0,0 0,0 0,0 0,0-1,0 2,0-1,0 0,0 0,0 0,0 0,0 0,-1 1,1-1,0 0,0 1,0-1,0 1,0-1,0 1,-1 0,1-1,0 1,0 0,-1-1,1 1,-1 0,1 0,0-1,-1 1,0 0,1 0,-1 0,1 0,-1 0,0 0,0 0,1 0,-1 0,0 0,0 0,0 0,0 0,0 0,-1 0,1 0,0 0,0 0,0 0,-1-1,1 1,-1 0,1 0,-1 0,1 0,-80 95,80-95,1 0,-1 0,0 0,0 0,0 0,1 0,-1-1,0 1,1 0,-1 0,0 0,1 0,-1 0,1-1,0 1,-1 0,1-1,0 1,-1 0,1-1,0 1,0-1,0 1,-1-1,1 1,0-1,0 0,0 1,0-1,0 0,0 0,0 1,0-1,0 0,0 0,-1 0,1 0,0 0,0-1,0 1,0 0,0 0,0-1,1 1,54 3,-40-4,0 1,-1 1,1 1,0 0,-1 1,0 1,1 0,5 4,-18-7,0 1,0-1,0 1,0 0,0 0,-1 0,1 0,-1 1,1-1,-1 1,0-1,0 1,0 0,0 0,-1 0,1 0,-1 0,0 0,0 0,0 1,0-1,0 0,-1 1,1-1,-1 0,0 1,0-1,-1 1,1-1,-1 0,1 1,-1-1,0 0,0 0,0 1,-1-1,1 0,-1 0,0 0,0-1,0 1,0 0,0-1,0 1,-1-1,1 0,-3 2,-7 4,0 0,0-1,0-1,0 0,-1-1,0 0,-1-1,1 0,0-1,-1-1,-7 1,-3-4,7-3</inkml:trace>
  <inkml:trace contextRef="#ctx0" brushRef="#br0" timeOffset="-8104.841">12420 1878,'0'-4,"2"5,6 13,5 19,3 24,4 22,0 19,0 13,-2 8,-2 1,-1-2,2-11,-1-15,3-17,-1-18,0-18,-4-16</inkml:trace>
  <inkml:trace contextRef="#ctx0" brushRef="#br0" timeOffset="-7511.948">11952 2360,'-42'49,"-2"-2,-3-2,-1-3,-27 18,71-57,-17 16,-2-2,0 0,-2-1,1-1,-2-2,0 0,-16 4,41-16,0-1,0 1,0-1,-1 1,1-1,0 0,0 1,-1-1,1 0,0 0,0 0,-1 0,1 0,0 0,-1 0,1 0,0 0,0-1,-1 1,1 0,0-1,0 1,0-1,-1 0,1 1,0-1,0 0,0 0,0 0,0 1,0-1,1 0,-1 0,0 0,0-1,1 1,-1 0,0 0,1 0,-1 0,1-1,0 1,-1 0,1 0,0-1,0 1,0 0,0-1,0 1,0 0,-1-13,1 1,0-1,1 1,1-1,0 1,0 0,2-1,0 1,0 1,1-1,0 1,2 0,4-8,-9 17,1 0,-1 0,1 0,0 1,0-1,0 1,1 0,-1 0,0 0,1 0,-1 1,1-1,-1 1,1 0,0 0,0 0,0 1,-1-1,1 1,0 0,0 0,0 0,0 1,-1-1,1 1,0 0,0 0,-1 0,1 1,0-1,-1 1,0 0,1 0,-1 0,0 0,0 1,0-1,0 1,2 3,33 27,-2 3,-1 1,26 37,69 70,-127-141,0 0,0 0,1 0,-1-1,1 1,0-1,-1 0,1 0,0 0,1 0,-1-1,0 1,4-1,6 0</inkml:trace>
  <inkml:trace contextRef="#ctx0" brushRef="#br0" timeOffset="-7140.823">12085 2627,'34'-8,"0"2,1 1,-1 1,31 2,-63 2,1-1,-1 1,1 0,-1 0,1 0,-1 0,1 1,-1-1,1 1,-1 0,0-1,1 1,-1 0,0 0,0 0,1 1,-1-1,0 1,0-1,0 1,-1-1,1 1,0 0,-1 0,1 0,-1 0,1 0,-1 0,0 1,0-1,0 0,0 1,-1-1,1 0,-1 1,1-1,-1 1,0-1,-2 11,-1 0,-1-1,0 0,-1 0,0 0,-1 0,0-1,-1 0,0 0,-1-1,0 0,-1 0,0-1,-4 4,-9 12,14-17,5-5,1-1,-1 1,1-1,0 1,-1 0,1-1,1 1,-1 0,0 0,1 1,-1-1,1 0,0 0,0 1,0 2,2-5,-1 0,1-1,-1 1,1 0,0 0,-1 0,1 0,0-1,-1 1,1 0,0 0,0-1,0 1,0-1,0 1,0-1,0 1,0-1,0 0,0 1,0-1,0 0,0 0,0 0,0 0,0 0,0 0,1 0,-1 0,24 1,0-2,0 0,1-1,-1-2,-1-1,18-5,-13 3,127-31,-89 21</inkml:trace>
  <inkml:trace contextRef="#ctx0" brushRef="#br0" timeOffset="-6515.843">14358 1811,'7'3,"4"4,3 9,1 13,1 19,-1 23,2 21,1 18,1 11,2 5,3-1,0-7,2-13,-1-13,-3-15,-6-19,-4-18</inkml:trace>
  <inkml:trace contextRef="#ctx0" brushRef="#br0" timeOffset="-5939.627">13877 2346,'-227'207,"60"-69,166-138,0 1,0 0,1-1,-1 1,0 0,0-1,0 1,0-1,0 1,0-1,0 0,-1 1,1-1,0 0,0 0,0 0,0 0,0 0,0 0,0 0,-1 0,1 0,0-1,0 1,0 0,0-1,0 1,0-1,0 1,0-1,0 1,0-1,0 0,1 1,-1-1,0 0,0 0,1 0,-1 0,0 1,1-1,-1 0,1 0,-1 0,1 0,-1 0,1-1,0 1,0 0,-1 0,1 0,0 0,0 0,0 0,0 0,0-1,0 1,1 0,-1 0,0 0,1 0,-1-1,-21-122,21 123,0 1,0-1,-1 1,1-1,0 0,0 1,0-1,0 1,0-1,0 1,0-1,0 0,0 1,0-1,0 1,0-1,1 0,-1 1,0-1,0 1,1-1,-1 1,0-1,0 1,1-1,-1 1,1-1,-1 1,0 0,1-1,-1 1,1 0,-1-1,1 1,-1 0,1-1,-1 1,1 0,0 0,-1 0,1 0,-1-1,1 1,-1 0,1 0,0 0,-1 0,1 0,-1 0,1 1,35 2,-31-2,15 1,-1 0,0 2,0 0,0 2,-1 0,1 0,-1 2,-1 1,0 0,0 1,0 0,-2 2,1 0,2 4,33 48,-44-53,0 0,0-1,1 0,0-1,1 1,0-2,0 1,1-1,0-1,1 0,-1 0,9 3,-15-9,0 0,0 0,0 0,0-1,1 0,-1 1,0-2,0 1,0 0,1-1,-1 0,0 0,0 0,0 0,0-1,0 1,2-3,15-7</inkml:trace>
  <inkml:trace contextRef="#ctx0" brushRef="#br0" timeOffset="-5621.795">14104 2788,'9'-38,"-2"-1,-2 1,-2-1,-1-1,0 1,2 17,4 32,4 125,-13-119,0 0,1-1,1 1,0 0,1 0,1-1,0 1,1-1,1 0,0 0,1-1,1 1,0-1,1 0,0-1,9 10,9 0</inkml:trace>
  <inkml:trace contextRef="#ctx0" brushRef="#br0" timeOffset="-4627.157">15656 2026,'-2'16,"0"-1,-1 1,-1 0,-1-1,0 0,0 0,-2 0,0 0,-3 2,-12 27,-3-2,-1-2,-3 0,-1-1,-1-2,-2-2,-2 0,-25 17,50-43,0-1,-1 0,0 0,0-1,-1 0,0-1,0-1,-1 0,1-1,-1 0,0 0,-4-1,14-3,-1 0,1 0,0 0,0-1,-1 1,1-1,0 1,0-1,-1-1,1 1,0 0,0-1,0 1,0-1,1 0,-1 0,0 0,1 0,0 0,-1-1,1 1,0-1,0 0,0 1,0-1,1 0,-1 0,1 0,0 0,0-1,-1-2,-2-7,1 0,1 0,0-1,0 1,2-1,-1 0,2-4,-1 9,1 0,0 1,0-1,1 1,0-1,0 1,1 0,0 0,0 0,1 0,0 0,1 1,-1 0,1 0,1 0,-1 0,1 1,1 0,-1 0,1 1,0 0,0 0,0 0,1 1,0 0,-1 0,1 1,1 0,-1 1,0 0,1 0,-1 1,1 0,0 0,1 1,-4 3,1-1,-1 2,0-1,0 1,0 0,0 0,-1 1,0 0,0 0,0 0,0 0,-1 1,0 0,0 0,0 0,-1 0,0 0,0 1,-1 0,0-1,0 1,0 0,-1 0,1 7,7 15,-7-20,1 0,0-1,0 1,1-1,0 0,1 0,0 0,0 0,1-1,0 0,0 0,0 0,1-1,0 0,1 0,-1-1,1 0,0 0,0-1,0 0,7 2,10 0,1-1,-1-1,1-1,0-1,0-1,0-1,0-2,0-1,11-2,42 20,-26 0,-41-13,0 0,-1-1,1-1,0 1,-1-2,1 0,0 0,-1-1,1 0,-1-1,0-1,0 1,0-2,6-2,-13 3,-1 1,1-1,-1 0,0 0,0 0,-1 0,1-1,-1 1,0-1,0 0,0 1,-1-1,0 0,0 0,0 0,0 0,-1 0,0 0,0 0,0 0,0 0,-1 0,0 0,0 0,0 1,-1-1,0 0,0 0,0 1,0-1,-1 1,1 0,-1 0,0 0,-1 0,1 0,-1 1,1 0,-5-3,3 3,0 0,0 1,0 0,0 0,-1 0,1 1,-1 0,1 0,-1 0,0 0,1 1,-1 0,0 1,1-1,-1 1,1 0,-1 0,1 1,-1-1,1 1,0 0,-3 2,-108 73,104-68,-50 40,4-1</inkml:trace>
  <inkml:trace contextRef="#ctx0" brushRef="#br0" timeOffset="31314.448">10856 942,'-1'0,"1"-1,0 1,0-1,0 0,-1 1,1-1,0 1,-1-1,1 1,0-1,-1 1,1-1,0 1,-1-1,1 1,-1 0,1-1,-1 1,1 0,-1-1,0 1,1 0,-1 0,1 0,-1-1,1 1,-1 0,0 0,1 0,-1 0,1 0,-1 0,0 0,1 0,-1 0,0 0,1 0,-1 1,1-1,-1 0,1 0,-1 1,1-1,-1 0,0 1,1-1,0 0,-1 1,1-1,-1 1,1-1,-1 1,1-1,0 1,-1-1,1 1,0-1,0 1,-1-1,1 1,0 0,0-1,0 1,0 0,-8-11,-1 1,1 1,-2 0,1 0,-1 1,0 0,0 0,-1 1,0 1,0 0,-1 0,1 1,-1 1,0 0,0 0,0 1,0 1,0 0,-1 1,1 0,0 0,0 2,0-1,0 2,0 0,0 0,-3 2,4 1,-1 1,1 0,0 1,1 0,0 1,0 0,1 0,0 1,1 0,0 1,1 0,0 0,0 1,1-1,1 1,0 1,1-1,0 1,1 0,0-1,1 1,0 1,1-1,1 0,0 0,1 0,0 1,1-1,1 0,1 4,-1-9,0 1,1-1,0 0,0 0,1 0,0-1,0 0,0 0,1 0,1 0,-1-1,1 0,0-1,0 1,1-1,-1-1,1 1,0-1,0-1,1 0,-1 0,1 0,0-1,0 0,0-1,15 3,0-2,0 0,0-2,1-1,-1 0,0-2,0-1,19-5,-17 3,1-2,-1 0,-1-1,1-2,-2-1,0 0,0-2,-1-1,-1-1,12-11,-31 25,-1 0,0 0,1 0,-1 0,0 0,0-1,-1 1,1-1,0 0,-1 1,0-1,1 0,-1 0,0 0,-1 0,1 0,0 0,-1-1,-12 14,10-7,1 0,0 0,0 0,0 1,0-1,0 0,1 1,0-1,-1 0,1 1,0-1,1 0,-1 1,0-1,1 0,0 0,0 1,0-1,0 0,1 0,-1 0,1 0,-1 0,1-1,0 1,0 0,1-1,-1 1,0-1,1 0,0 0,1 1,2 2,1 0,0 0,0 0,1-1,-1-1,1 1,0-1,-1-1,2 1,-1-1,0-1,6 1,-12-1,0-1,-1 0,1 1,0-1,-1 0,1 0,0-1,-1 1,1 0,-1 0,1-1,0 1,-1-1,1 1,-1-1,1 0,-1 0,1 0,-1 1,0-1,1-1,-1 1,0 0,0 0,0 0,0-1,0 1,0 0,0-1,0 1,-1-1,1 1,0-1,-1 1,1-1,-1 0,0 1,1-1,-1 0,0 1,0-1,0 0,0 1,-1-1,1 1,0-1,-1 0,1 1,-1-1,1 1,-1-1,0 0,-6-7,0 1,0-1,-1 2,0-1,-1 1,1 0,-1 1,0 0,-1 0,0 1,0 1,0-1,-3 0,9 4,27-4,309 9,-326-4,-2-1,-1 0,1 0,-1 1,1 0,0 0,-1 0,1 0,0 0,-1 1,1-1,-1 1,1 0,-1 0,1 1,-1-1,0 1,1-1,-1 1,0 0,0 0,0 1,-1-1,1 1,0-1,-1 1,0 0,1 0,-1 0,0 0,-1 0,1 0,0 37,-3-37,0 1,1 0,0-1,0 1,0 0,0 0,1-1,0 1,-1 0,1-1,0 1,1-1,-1 1,1-1,-1 0,1 1,1 1,-1-4,-1 0,1-1,0 1,-1 0,1 0,0-1,0 1,-1-1,1 1,0-1,0 0,0 0,-1 0,1 0,0 0,0 0,0 0,-1-1,1 1,0-1,0 1,-1-1,1 0,0 1,-1-1,1 0,-1 0,1 0,0-1,43-35,36-67,-81 104,0-1,1 1,-1 0,0 0,1-1,-1 1,1 0,-1 0,1 0,-1 0,0 0,1 0,-1-1,1 1,-1 0,1 0,-1 0,1 1,-1-1,0 0,1 0,-1 0,1 0,-1 0,1 0,-1 1,0-1,1 0,-1 0,0 1,1-1,-1 0,0 0,1 1,-1-1,0 0,1 1,-1-1,0 1,0-1,0 0,1 1,-1-1,0 1,0-1,0 0,0 1,0-1,0 1,0-1,0 1,0-1,0 1,0-1,0 0,0 1,0-1,0 1,0-1,1 3,1 8,2-1,-1 1,2-1,-1 0,1 0,1-1,-1 1,2-1,-1-1,1 1,1-1,0 0,0-1,0 0,1 0,0-1,0 0,0 0,1-1,7 3,-7-5,0 0,0 0,1-1,-1-1,1 1,0-2,-1 1,4-2,30-4</inkml:trace>
  <inkml:trace contextRef="#ctx0" brushRef="#br0" timeOffset="36493.158">12059 662,'0'-31,"14"39,-6 9,-1 1,-2 0,0 0,0 1,-2-1,0 1,-1 16,1-16,6 103,-6-69,2 1,3-1,1-1,4 4,29 30,-41-84,1 0,-1 0,1 0,0 0,0 0,0-1,0 1,0-1,0 1,0-1,1 1,-1-1,0 0,1 0,-1-1,1 1,-1 0,1-1,-1 1,1-1,0 0,-1 0,1 0,-1 0,1 0,0-1,-1 1,1-1,-1 0,1 1,-1-1,0 0,1-1,0 0,13-9,0-2,0 0,-2-1,0 0,0-1,-2-1,0 0,7-13,-9 15,39-58,-49 72,0 0,0 0,0-1,0 1,1 0,-1 0,0-1,0 1,0 0,1 0,-1 0,0-1,1 1,-1 0,0 0,0 0,1 0,-1 0,0 0,1-1,-1 1,0 0,1 0,-1 0,0 0,0 0,1 0,-1 0,0 0,1 1,-1-1,0 0,1 0,-1 0,0 0,0 0,1 0,-1 0,0 1,1-1,-1 0,0 0,0 0,0 1,1-1,-1 0,0 0,0 1,0-1,1 0,-1 1,0-1,0 0,0 0,0 1,0-1,0 0,0 1,0-1,0 0,0 1,0-1,0 0,0 1,0-1,0 0,0 1,0-1,0 0,0 1,2 30,-2-25,0 12,1 0,1 0,1-1,1 1,0 0,5 11,-7-24,0 0,0 0,1 0,0 0,-1 0,2-1,-1 1,0-1,1 0,0 0,0 0,0 0,1-1,-1 1,1-1,0 0,0-1,0 1,0-1,0 0,0 0,1-1,2 1,24 0,-3-5</inkml:trace>
  <inkml:trace contextRef="#ctx0" brushRef="#br0" timeOffset="36755.11">12673 903,'-15'0,"-9"0,-3 0,2 0</inkml:trace>
  <inkml:trace contextRef="#ctx0" brushRef="#br0" timeOffset="37798.576">11885 849,'205'-27,"-146"18,88-16,1 6,118 3,-234 15,0 3,0 0,0 2,0 2,0 1,-24-5,1 0,-1 1,1 0,-1 0,0 1,-1 0,1 1,0 0,-1 0,0 0,-1 1,1 0,-1 0,0 1,0 0,-1 0,0 0,0 1,-1-1,2 6,0 5,-2 1,0-1,-1 1,0 0,-2 1,0-1,-1 0,-1 0,-2 6,6 118,-2-138,-1 0,1-1,1 1,-1 0,1 0,-1-1,1 1,1-1,-1 0,1 1,0-1,-1 0,2-1,-1 1,0 0,1-1,0 0,0 0,0 0,0 0,0 0,0-1,1 0,-1 0,1 0,0-1,-1 1,1-1,0 0,0-1,0 1,0-1,0 0,0 0,0 0,0-1,1 0,3-1,1 0,-1-1,0 0,0-1,0 0,-1 0,1-1,-1 0,0 0,-1-1,1 0,-1-1,0 1,-1-1,1-1,-1 1,-1-1,0 0,3-5,-1 0,0-1,-1-1,0 1,-1-1,-1 0,0-1,-1 1,-1 0,0-1,-1 0,-1-8,-3 125,4-89,1 0,0 0,0 0,1 0,1-1,0 1,1-1,4 9,-7-16,0-1,0 0,0 1,1-1,-1 0,1 0,0 0,0 0,0-1,0 1,0-1,0 0,1 0,-1 0,1 0,0-1,-1 1,1-1,0 0,0 0,0 0,0-1,0 1,0-1,0 0,0 0,0 0,2-1,4-3,1 0,-1 0,-1-1,1 0,-1-1,0 0,0-1,-1 0,1 0,-1 0,-1-1,0-1,0 1,-1-1,0 0,0 0,-1-1,0 0,-1 0,2-5,4-25,-5 19,-4 46,-1-24,-1 5,0-1,0 0,0 0,0 0,1 0,0 0,0 1,1-1,0 0,-1 0,2 0,-1 0,0 0,1 0,0 0,0-1,1 1,-1 0,1-1,0 0,0 0,1 0,-1 0,1 0,0-1,0 1,0-1,0 0,2 1,5-4,-1 0,0 0,1-1,-1 0,0 0,0-1,0-1,0 0,0 0,0-1,-1 0,0-1,0 0,0 0,0-1,-1 0,0-1,0 1,-1-2,1 1,2-5,-2 3,0-1,-1 0,0 0,-1 0,0-1,0 0,-1 0,2-9,-6 71,-2-44,0 0,1 0,0 0,0-1,0 1,1 0,0 0,1-1,-1 1,1-1,0 1,1-1,0 0,0 1,0-1,0-1,1 1,0 0,1-1,-1 0,1 0,0 0,0-1,0 0,1 0,-1 0,1 0,0-1,0 0,0 0,1-1,1 1,-1-2,0 1,0-1,1-1,-1 0,0 0,0 0,0-1,1 0,-1 0,0 0,0-1,-1-1,1 1,0-1,-1 0,1 0,-1-1,0 0,0 0,0 0,-1-1,0 0,0 0,3-4,3-3,-2-1,1 0,-2 0,0-1,0-1,-1 1,-1-1,-1 0,0 0,2-11,0-22,-2-1,-1 1,-3-1,-2 0,-2 1,-8-37,-7-3,18 89,0-1,0 1,0-1,-1 1,1-1,0 0,0 1,0-1,0 1,0-1,-1 0,1 1,0-1,0 1,-1-1,1 0,0 1,-1-1,1 0,0 0,-1 1,1-1,0 0,-1 0,1 1,-1-1,1 0,0 0,-1 0,1 0,-1 0,1 1,-1-1,1 0,0 0,-1 0,1 0,-1 0,1 0,-1-1,1 1,-1 0,1 0,0 0,-1 0,1 0,-1-1,1 1,0 0,-1 0,1-1,0 1,-1 0,1-1,0 1,-1 0,1-1,-23 184,19-137,3 1,1-1,2 1,8 41,-8-73,1-1,1 0,0 0,1 0,1-1,0 0,0 0,1 0,1 0,0-1,1-1,0 0,1 0,0 0,1-1,0-1,10 7,-11-8,1-1,1-1,-1 0,1 0,0-1,1-1,-1 0,1-1,0 0,-1-1,1 0,0-1,1 0,-1-1,0-1,0 0,0-1,0 0,5-2,12-15,-9-3</inkml:trace>
  <inkml:trace contextRef="#ctx0" brushRef="#br0" timeOffset="38059.678">14198 769,'30'-3,"34"-4,36-7,33-6,-6-1</inkml:trace>
  <inkml:trace contextRef="#ctx0" brushRef="#br0" timeOffset="39189.25">16230 1090,'40'-419,"-40"416,1-3,-1 0,0 1,0-1,-1 0,1 1,-1-1,0 1,-1-1,0 1,1 0,-2-1,1 1,-1 0,2 4,0 1,0-1,-1 1,1-1,0 1,-1-1,1 1,0 0,-1 0,1 0,0 0,-1 0,1 0,-1 0,1 0,0 0,-1 1,1-1,0 1,0-1,-1 1,1-1,0 1,0 0,0-1,-1 1,1 0,0 0,0 0,0 0,0 0,1 0,-1 0,0 0,0 0,1 1,-1-1,1 0,-1 0,1 1,-1-1,1 0,0 1,-1-1,1 0,0 1,-1 1,0-1,0 1,0 0,1-1,-1 1,1 0,0 0,0 0,0-1,0 1,0 0,0 0,1 0,-1-1,1 1,0 0,0-1,0 1,0 0,0-1,1 1,-1-1,1 0,0 1,-1-1,1 0,0 0,0 0,0 0,1-1,-1 1,0-1,1 1,-1-1,1 0,0 1,101 29,113-17,-213-14,-1 0,0-1,1 2,-1-1,0 0,1 1,-1-1,0 1,0 0,1 0,-1 0,0 0,0 1,0-1,0 1,-1 0,1 0,0 0,-1 0,1 1,-1-1,0 0,0 1,0 0,0 0,0-1,0 1,-1 0,0 0,1 0,-1 1,0-1,0 0,-10 164,10-164,0 0,0 0,0 1,1-1,-1 0,1-1,0 1,0 0,0 0,0-1,0 1,0-1,1 0,-1 0,1 0,0 0,0 0,0 0,0-1,0 0,0 1,0-1,0 0,0 0,4 0,84 3,-76-6,1-1,-1-1,0 0,0-1,-1-1,1 0,-1-1,-1-1,1 0,7-6,-15 10,-1 0,0 0,0-1,0 1,-1-1,0 0,1 0,-2-1,1 1,-1-1,0 0,0 0,0 0,-1 0,0 0,0-1,0 1,-1-1,0 1,-1-1,1 1,-1-1,-1 1,1-1,-1 0,0 0,0 2,1 1,-1-1,-1 1,1 0,-1-1,1 1,-1 0,0 0,-1 0,1 0,-1 0,1 0,-1 1,0-1,-1 1,1 0,-1 0,1 0,-1 1,0-1,0 1,0 0,0 0,0 0,-2 0,4 2,0 0,-1 1,1-1,0 1,0 0,0-1,1 1,-1 0,0 0,0 0,0 0,1 1,-1-1,0 0,1 1,-1-1,1 1,0 0,-1-1,1 1,0 0,0 0,0 0,0 0,1-1,-1 1,0 2,-12 59,13-55,0 0,0 0,1 0,0 0,1 0,0 0,0 0,0-1,1 1,0-1,1 1,0-1,0 0,0 0,1-1,0 0,0 1,1-2,0 1,0 0,0-1,0 0,1-1,0 0,0 0,0 0,1-1,-1 0,1 0,0-1,19 5,0-1,0-2,1-1,0-1,0-1,-1-2,1 0,0-2,-1-2,1 0,-1-1,-1-2,1-1,-1-1,-1-1,0-1,5-5,-20 13,-1 0,-1-1,1 0,-1 0,0-1,0 0,0 0,-1-1,0 0,-1-1,1 1,-1-1,-1 0,0-1,0 0,0 1,-1-1,0-1,-1 1,0 0,0-7,-2 14,-2-1,1 1,0-1,0 1,-1-1,1 1,-1-1,0 1,0 0,0-1,0 1,0 0,-1 0,1 0,0-1,-1 2,0-1,1 0,-1 0,0 0,0 1,0-1,0 1,0 0,-1-1,1 1,0 0,-1 0,1 0,0 1,-1-1,0 1,-81-2,70 4,1 1,0 1,0 0,0 1,0 0,1 1,0 0,0 1,1 0,-1 1,2 1,-1-1,1 2,0-1,1 2,8-11,0 1,0 0,0 0,0 0,0 0,1 0,-1 0,0 0,1 1,-1-1,1 0,-1 0,1 0,-1 1,1-1,0 0,-1 1,1-1,0 0,0 1,0-1,0 0,1 1,-1-1,0 0,0 0,1 1,-1-1,1 0,-1 0,1 1,-1-1,1 0,0 0,0 0,-1 0,1 0,0 0,0 0,0 0,0-1,0 1,0 0,0 0,1-1,-1 1,0-1,13 5,-1-2,1 0,0-1,0 0,0-1,0-1,0 0,0-1,0 0,0-1,3-1,2-1,1 0,-1-1,0-1,-1 0,1-2,-1 0,-1-1,1-1,-1-1,6-5,-23 16,1-1,-1 1,1 0,-1 0,0-1,1 1,-1 0,1 0,0 0,-1-1,1 1,-1 0,1 0,-1 0,1 0,-1 0,1 0,-1 0,1 0,-1 0,1 0,0 1,-1-1,1 0,-1 0,1 0,-1 1,0-1,1 0,-1 1,1-1,-1 0,1 1,-1-1,0 0,1 1,-1-1,0 1,1-1,-1 1,0-1,0 1,1-1,-1 1,0-1,0 1,0-1,0 1,0-1,0 1,0-1,0 1,0-1,0 1,0 0,0-1,0 1,0-1,0 1,-1-1,1 1,0-1,0 1,-1-1,1 1,0-1,-1 1,23 211,88 190,-109-397,7 60,-7-64,-1 1,0-1,0 0,-1 1,1-1,0 1,0-1,-1 0,1 1,-1-1,1 0,-1 1,0-1,1 0,-1 0,0 0,0 1,0-1,0 0,0 0,0 0,0-1,0 1,0 0,0 0,-1 0,1-1,0 1,0-1,-1 1,1-1,0 0,-1 1,1-1,-1 0,1 0,0 0,-1 0,1 0,-1 0,1 0,-8-3,1 1,0-2,0 1,0-1,1 0,-1-1,1 0,0 0,0-1,1 1,-1-1,1-1,1 1,-1-1,0-2,-7-6,1 1,1-2,0 0,2 0,0 0,0-2,1 1,2-1,0 0,-2-8,7 23,1 1,0-1,-1 0,1 1,0-1,0 1,0-1,0 0,1 1,-1-1,1 1,0-1,-1 1,1-1,0 1,0 0,1-1,-1 1,0 0,1 0,0 0,-1 0,1 0,0 0,0 1,0-1,0 0,0 1,0 0,1-1,-1 1,0 0,1 0,1 0,213-65,-172 51</inkml:trace>
  <inkml:trace contextRef="#ctx0" brushRef="#br0" timeOffset="39434.594">18637 1090,'4'-2,"-5"-6,-14-10,-4-2</inkml:trace>
  <inkml:trace contextRef="#ctx0" brushRef="#br0" timeOffset="60436.164">9452 5140,'5'23,"5"21,7 19,1 19,1 21,0 20,-5 14,-3 11,-3 3,-1-3,0-10,-2-13,1-20,2-18,2-22,-2-21</inkml:trace>
  <inkml:trace contextRef="#ctx0" brushRef="#br0" timeOffset="61993.744">9372 5314,'-8'-20,"1"0,2-1,-1 0,2 0,1 0,1 0,0-13,2 30,0 0,0 1,0-1,1 1,0-1,-1 1,1-1,0 1,1-1,-1 1,1 0,-1 0,1-1,0 1,0 0,0 1,1-1,-1 0,1 1,-1-1,1 1,0 0,0 0,0 0,0 0,0 0,1 1,-1-1,0 1,1 0,-1 0,1 1,-1-1,1 0,-1 1,1 0,2 0,128 55,-103-46,1-1,0-1,0-2,0-1,0-1,1-2,0-1,18-4,50-8,0-5,6-6,92-16,11 14,52 8,74-8,95-27,370-31,-31 57,402-56,-974 59,362-29,-29 12,-37 2,-150 21,-33 8,-87 6,-222 3,0 0,1-1,0 1,-1 0,1 0,-1 0,1 0,0 0,-1 0,1 0,-1 1,1 0,-1-1,1 1,-1 0,1 0,-1 0,0 1,0-1,1 1,-1-1,0 1,0 0,-1-1,1 1,0 0,0 0,-1 0,1 1,-1-1,0 0,0 0,0 1,1 1,-3 98,63 535,-32-467,26 77,-33-151,8 56,-23-96</inkml:trace>
  <inkml:trace contextRef="#ctx0" brushRef="#br0" timeOffset="63528.036">9613 6651,'165'-7,"129"-23,-88 6,2 4,915-69,118 65,-121-52,-758 44,927-117,-222 55,-909 82,98 7,-111-9,-93 14,-52 0,0 0,-1 0,1 0,-1 0,1 0,0 0,-1 0,1 0,0 0,-1-1,1 1,-1 0,1 0,0 0,0-1,-1 1,1 0,0 0,-1-1,1 1,0 0,0-1,-1 1,1 0,0-1,0 1,0 0,0-1,0 1,-1-1,1 1,0 0,0-1,0 1,0-1,0 1,0 0,0-1,0 1,0-1,0 1,1 0,-1-1,0 1,0 0,0-1,0 1,1-1,-1 1,0 0,0 0,1-1,-1 1,0 0,0-1,1 1,-1 0,0 0,1-1,-1 1,0 0,1 0,-1 0,0 0,1 0,-1-1,1 1,-1 0,0 0,1 0,-22-15,-4 0</inkml:trace>
  <inkml:trace contextRef="#ctx0" brushRef="#br0" timeOffset="73343.307">14987 4753,'0'-2,"2"1,1 10,2 17,5 23,5 23,7 22,9 20,6 16,3 10,2 7,-2 1,-5-4,-6-6,-9-9,-9-10,-7-25</inkml:trace>
  <inkml:trace contextRef="#ctx0" brushRef="#br0" timeOffset="74392.235">12861 4913,'3'-9,"0"-1,-3 6,-3 13,-1 14,-3 16,1 20,3 21,8 19,12 16,8 12,10 9,6 3,2 1,-4-3,-8-25</inkml:trace>
  <inkml:trace contextRef="#ctx0" brushRef="#br0" timeOffset="75332.831">11284 5007,'0'4,"2"16,3 24,6 30,2 37,2 35,-1 32,-4 24,-4 12,-2 2,-4-9,-2-20,-1-25,0-40</inkml:trace>
  <inkml:trace contextRef="#ctx0" brushRef="#br0" timeOffset="76556.033">13075 5983,'0'18,"2"15,1 11,5 10,0 4,-3 4,-2-8</inkml:trace>
  <inkml:trace contextRef="#ctx0" brushRef="#br1" timeOffset="84898.439">16403 2133,'-58'-3,"0"-3,0-2,-7-4,39 7,-58-10,-129-25,-2 10,-101 3,194 24,-2 1,-113-17,-31-14,164 22,0-5,-12-6,47 7,0 3,-1 4,0 2,-3 3,-190 9,98 0,-66-11,148-1,-245-6,-512 25,148 0,564-11,0 5,-9 6,-51 7,-63-7,213-8,1 1,0 2,0 2,0 1,2 2,-1 1,2 2,-31 19,3-5,16-10,1 2,2 2,0 2,2 2,0 1,3 3,-15 15,17-10,2 2,2 1,2 1,1 2,2 1,3 1,-4 12,22-43,1 1,0-1,1 1,1 0,0 1,1-1,0 0,2 1,-1-1,2 1,0-1,1 0,1 1,0-1,1 0,1-1,2 5,15 25,2 0,1-2,3-1,1-1,3-2,0 0,15 9,-13-15,2-1,2-1,0-3,2-1,1-2,1-1,1-3,0-1,2-2,0-3,36 8,145 29,3-9,1-10,2-10,54-9,244 5,1-24,136-34,-376-2,-2-14,280-91,364-169,-827 274,-2-4,28-20,-92 43,0-1,-2-2,-1-2,-1-2,-1-1,-2-1,-1-3,-17 17,-2-1,0 0,-1-1,-1-1,-1 0,-1 0,-1-1,-1 0,-1 0,-1-1,0 0,-2 0,-1 0,-1 0,0 0,-2-3,1 5,1-35,-2 0,-3-1,-2 1,-2 1,-3-1,-7-17,13 59,-1 0,0 1,-1 1,0-1,-1 1,-1 0,0 0,0 1,-1 1,0-1,-1 2,0-1,-1 2,0-1,0 2,0-1,-1 2,-1 0,1 0,-1 1,0 1,-1 0,-14-1,0 1,0 1,0 1,0 2,-1 1,1 1,0 2,0 1,0 1,1 1,0 2,0 1,1 1,-16 9,2-2</inkml:trace>
  <inkml:trace contextRef="#ctx0" brushRef="#br1" timeOffset="85679.627">16297 2119,'58'-16,"118"-11,138-2,-217 22,1108-50,-912 48,-275 10,-17 0,-1 0,0-1,0 1,0-1,0 1,0 0,-1-1,1 1,0 0,0-1,0 1,0-1,-1 1,1-1,0 1,-1-1,1 1,0 0,-1-1,1 0,-1 1,1-1,0 1,-1-1,1 1,-1-1,0 0,1 0,-1 1,1-1,-1 0,1 0,-1 1,0-1,1 0,-1 0,1 0,-1 0,0 0,0 0,-25-8,16-2</inkml:trace>
  <inkml:trace contextRef="#ctx0" brushRef="#br1" timeOffset="85985.808">18208 1691,'-2'3,"-1"0,1 0,-1 0,1 0,0 0,1 1,-1-1,0 1,1-1,0 1,0 0,0-1,0 1,1 0,-1 0,1-1,0 1,0 0,0 0,1 0,-1-1,1 1,0 0,0 0,0-1,1 1,-1-1,2 3,5 2,0 0,1-1,0 0,0-1,0 0,1 0,-1-1,1 0,1-1,-1 0,1 0,-1-1,1-1,4 1,120 23,-99-21,0 2,0 1,0 1,20 10,-53-18,-1 0,1-1,0 1,0 0,-1 1,1-1,-1 0,1 1,-1-1,0 1,0 0,0 0,0 0,0 0,0 0,0 0,0 1,-1-1,1 0,-1 1,0-1,0 1,0 0,0-1,0 1,0 0,-1 0,0 0,1-1,-1 1,0 0,0 0,0 0,-1 0,1-1,-1 1,0 2,-6 7,0 1,-1-2,-1 1,1-1,-2 0,0 0,0-1,-1-1,0 0,-1 0,1-1,-5 2,12-8,-378 232,347-208,36-26,0 0,-1 0,1 0,-1 0,1 0,-1 0,1 0,-1 0,1 0,-1 0,1 0,0 0,-1 1,1-1,-1 0,1 0,-1 1,1-1,-1 0,0 0,1 1,-1-1,1 1,-1-1,0 0,1 1,-1-1,0 1,1-1,-1 1,0-1,0 1,1-1,-1 1,0-1,0 1,0-1,0 1,0-1,0 1,0 0,0-1,0 1,0-1,0 1,0-1,0 1,0-1,0 1,-1-1,1 1,0-1,0 1,-1-1,1 1,0-1,-1 1,1-1,0 1,-1-1,1 0,0 1,-1-1,1 0,-1 1,1-1,-1 0,1 0,-1 1,29 0</inkml:trace>
  <inkml:trace contextRef="#ctx0" brushRef="#br1" timeOffset="93562.718">28636 1878,'-8'9,"1"1,0 0,1 0,0 0,1 1,0 0,0 0,1 0,1 0,0 1,0-1,1 1,1 0,0 0,0 9,2-17,1 1,-1-1,1 0,0 0,0 0,0 0,0 0,0 0,1-1,0 1,0-1,0 0,0 0,1 0,-1 0,1 0,-1-1,1 1,0-1,0 0,0 0,1-1,-1 1,0-1,0 0,2 0,3 1,0 0,0-1,0 0,0 0,1-1,-1-1,0 1,0-1,0-1,0 0,-1 0,7-3,-9 2,1-1,-1-1,0 1,0-1,0 0,-1 0,0-1,0 0,0 1,-1-2,0 1,0 0,0-1,-1 0,0 0,-1 0,1 0,-1 0,0-1,-1 1,0 0,0-1,-1 0,0 1,0-1,-1 1,1-1,-2 1,1 0,-1-1,0 1,-1 0,0 0,0 0,0 0,-1 1,0-1,-2-1,4 5,-1 0,1 1,-1-1,0 1,0 0,0-1,0 1,0 0,-1 1,1-1,-1 1,1-1,-1 1,1 0,-1 1,0-1,0 0,1 1,-1 0,0 0,0 0,1 1,-1-1,0 1,1 0,-1 0,0 0,1 0,-1 0,1 1,-3 1,-3 3,-1-1,2 2,-1-1,1 1,0 0,0 1,1 0,0 0,0 0,-3 8,3-6,2 0,-1 0,1 0,1 1,0 0,0 0,1 0,1 0,0 0,-1 12,4 11</inkml:trace>
  <inkml:trace contextRef="#ctx0" brushRef="#br1" timeOffset="100303.968">28382 2988,'-7'-3,"-1"0,1 1,-1 0,0 1,0-1,0 2,0-1,0 1,0 0,0 1,0 0,0 0,1 0,-1 1,0 1,1-1,-1 1,1 0,0 1,0 0,0 0,0 0,1 1,0 0,0 0,0 1,0 0,1 0,0 0,1 0,-1 1,1 0,0 0,1 0,-1 0,1 4,1-7,1 0,0 1,0-1,1 1,-1-1,1 1,0-1,0 1,1-1,-1 1,1-1,0 1,0-1,1 0,-1 1,1-1,0 0,0 0,0 0,1 0,-1-1,1 1,0-1,0 1,0-1,0 0,1 0,-1 0,1-1,0 1,0-1,0 0,0 0,0 0,0-1,1 1,22 5,0-1,0-1,0-2,0-1,1 0,-1-2,0-2,1 0,-1-1,15-6,-5 4,0-2,-1-2,-1-1,0-2,0-1,-1-2,3-4,-31 17,-1 0,-1-1,1 0,0 0,0 0,-1-1,0 1,0-1,0 0,0 0,-1 0,1-1,-1 0,0 1,0-1,-1 0,0 0,1 0,-2-1,1 1,-1-1,-1 6,0-1,0 1,0-1,0 1,0 0,0-1,0 1,0-1,0 1,-1-1,1 1,0-1,0 1,0-1,-1 1,1 0,0-1,-1 1,1 0,0-1,-1 1,1 0,-1-1,1 1,0 0,-1 0,1-1,-1 1,1 0,-1 0,1 0,-1 0,1 0,-1 0,1 0,-1-1,1 1,-1 1,1-1,-1 0,1 0,-1 0,1 0,0 0,-1 0,1 0,-1 1,1-1,-1 0,1 0,0 1,-1-1,1 0,-1 1,1-1,0 0,-23 20,20-17,0 0,1 1,-1-1,1 1,0 0,0-1,0 1,0 0,1 0,-1 1,1-1,0 0,1 0,-1 1,1-1,0 0,0 1,0-1,0 0,1 1,0-1,0 0,0 0,0 0,1 0,-1 0,1 0,0 0,0 0,1 0,-1-1,1 1,0-1,0 0,0 0,0 0,0 0,1-1,-1 1,1-1,0 0,0 0,3 2,2-2,0 1,0-1,0-1,0 1,1-2,-1 1,0-1,0-1,1 0,-1 0,0 0,0-2,3 0,-8 2,0 0,-1 0,1-1,0 0,-1 1,1-1,-1-1,0 1,0 0,0-1,0 1,0-1,0 0,-1 0,1 0,-1-1,0 1,0 0,0-1,0 1,-1-1,1 0,-1 0,0 1,0-1,-1 0,1 0,-1 0,0 0,0 0,0 0,0 0,-1 0,1 0,0 1,-1-1,0 1,0 0,0-1,-1 1,1 0,-1-1,1 1,-1 0,0 0,0 0,-1 1,1-1,-1 0,1 1,-1-1,0 1,0 0,0 0,0 0,0 1,0-1,0 1,-1-1,1 1,-1 0,1 0,-1 1,1-1,-1 1,1 0,-1 0,0 0,-1 0,1 0,-1 0,0 1,0-1,0 1,0 1,1-1,-1 1,1-1,-1 1,1 1,-1-1,1 1,0-1,0 1,0 0,1 1,-1-1,1 1,0-1,0 1,0 0,0 0,1 0,-2 3,3-5,1 0,-1 0,1 0,-1 0,1 0,0 0,0 0,0 0,0 0,0 0,0 0,0 0,1 0,-1 0,1 0,0 0,-1 0,1 0,0 0,0-1,0 1,0 0,0 0,1-1,-1 1,1-1,-1 0,1 1,-1-1,1 0,0 0,-1 0,1 0,0 0,0 0,0 0,0-1,0 1,0-1,0 1,0-1,22 6</inkml:trace>
  <inkml:trace contextRef="#ctx0" brushRef="#br1" timeOffset="101706.802">28837 2560,'17'1,"1"0,-1 0,0 2,0 0,0 1,0 1,-1 1,0 0,0 1,0 0,-1 2,0 0,-1 0,0 1,0 1,-1 1,0 0,-1 0,-1 1,0 1,0 0,-2 0,0 1,0 0,-2 0,0 1,0 0,-2 1,1 1,3 27,-1 0,-3 1,0 23,7 66,14-58,-25-75,0 0,1 0,-1 0,1-1,-1 1,1-1,0 1,-1-1,1 1,0-1,0 0,0 0,0 0,0 0,0 0,1 0,-1-1,0 1,0-1,1 1,-1-1,0 0,0 0,1 0,-1 0,0-1,1 1,-1 0,0-1,0 0,0 1,1-1,0-1,8-4,-1-1,1 0,-1-1,0 0,-1 0,0-1,-1-1,1 1,-2-2,1 1,-1-1,-1 0,0 0,-1 0,0-1,-1 0,0 0,0-2,4-27,-9 49,2 108,-2-116,1 1,0 0,0-1,0 1,0-1,0 1,0 0,0-1,0 1,1 0,-1-1,0 1,0-1,0 1,1-1,-1 1,0 0,1-1,-1 1,0-1,1 1,-1-1,1 1,-1-1,1 0,-1 1,1-1,-1 0,1 1,-1-1,1 0,-1 1,1-1,0 0,-1 0,1 0,-1 0,1 0,0 0,-1 0,1 0,0 0,-1 0,1 0,-1 0,1 0,0 0,-1 0,1-1,-1 1,1 0,0 0,-1-1,1 1,-1 0,1-1,-1 1,1-1,-1 1,1-1,-1 1,0-1,1 1,-1-1,24-36,46-150,-64 172,6 38,-5 33,-7-42,0 0,1 0,1 0,1-1,0 1,0 0,1-1,1 0,0 0,1 0,1-1,0 0,0 0,1 0,1-1,-1 0,8 5,-10-11,0-1,0 0,1 0,0-1,-1 0,1 0,1 0,-1-1,0 0,0 0,1-1,-1 0,1-1,-1 1,1-1,-1-1,1 1,-1-1,0-1,2 0,10-3,0-2,-1 0,0-1,-1 0,0-2,0 0,2-3,234-153,-252 165,1 1,-1-1,0 1,1-1,-1 0,1 1,-1-1,0 0,0 0,1 0,-1 0,0 0,0 0,0-1,0 1,0 0,-1 0,1-1,0 1,0-1,-1 1,1-1,-1 1,1-1,-1 1,0-1,0 1,0-1,0 1,0-1,0 1,0-1,0 1,0-1,-1 1,1-1,-1 1,1-1,-1 1,1-1,-1 1,0 0,0-1,0 1,0 0,0 0,0 0,0-1,0 1,0 0,0 0,-1 1,1-1,0 0,-1 0,0 0,-10-3,0 1,0 1,0 0,0 0,-1 1,1 1,0 0,0 1,-1 0,1 0,0 2,0-1,0 2,-7 2,11-3,0-1,0 1,0 1,0 0,1 0,0 0,0 1,0 0,0 0,1 1,0 0,0 0,0 0,1 1,0 0,0 0,1 0,0 0,0 1,0 0,1 0,-1 5,4-10,-1-1,1 1,0 0,0-1,1 1,-1 0,1 0,-1-1,1 1,0-1,0 1,0-1,0 1,0-1,0 1,1-1,-1 0,1 0,0 0,0 0,0 0,0 0,0 0,0-1,0 1,0-1,1 1,-1-1,2 1,3 1,0 0,0-1,0 0,0 0,1-1,-1 0,0 0,1 0,-1-1,3 0,-1-1,0 0,0 0,0-1,0 0,-1 0,1-1,-1 0,1-1,-1 0,0 0,-1 0,1-1,-1-1,0 1,0-1,0 0,-1-1,0 1,0-1,-1-1,0 1,0-1,0 1,-1-2,-1 1,1 0,-1-1,-1 1,2-7,2-32,-1-1,-3 0,-2 0,-1 1,-7-28,4 13,-18-510,21 535,-1 27,0 26,-14 257,13 18,3-239,3 1,2-1,2-1,2 1,4 4,-7-35,0 0,2-1,0 0,2 0,0-1,1 0,1 0,0-2,2 1,0-2,1 0,0 0,10 6,-9-10,1-1,0 0,0-1,1-1,0-1,1 0,0-2,0 0,1-1,-1-1,15 2,34-2</inkml:trace>
  <inkml:trace contextRef="#ctx0" brushRef="#br1" timeOffset="88824.169">19425 2292,'-7'-15,"1"0,1-1,0 0,1 0,1 0,0-1,1 1,1-1,1 1,0-1,1 1,1-1,1 1,2-10,20-50,-24 74,0 0,1-1,-1 1,1 0,-1 0,1 0,0 0,0 0,0 1,0-1,0 0,0 1,1 0,-1-1,0 1,1 0,-1 0,1 0,-1 1,1-1,-1 0,1 1,0 0,-1 0,1 0,0 0,-1 0,3 0,6 4,0 0,-1 1,0 0,0 0,0 1,0 0,-1 1,0 0,0 1,-1 0,0 0,0 0,-1 1,0 1,-1-1,0 1,1 2,-2-4,-1 2,0-1,0 0,-1 1,0 0,-1 0,0 0,0 0,-1 0,-1 0,1 1,-1-6,-1-1,1 1,-1-1,1 1,-1-1,0 1,-1-1,1 0,-1 1,0-1,0 0,0 0,-1 0,1-1,-1 1,0 0,0-1,0 0,-1 0,1 0,-1 0,0 0,0-1,0 1,-1-1,3 0,1-1,-1 0,0-1,0 1,0 0,1 0,-1-1,0 1,0-1,0 1,0-1,0 0,0 0,0 0,0 0,0 0,0-1,0 1,0 0,0-1,0 0,0 1,1-1,-1 0,0 0,0 0,1 0,-1 0,0 0,1-1,-1 1,1 0,0-1,-1 1,1-1,0 0,0 1,0-1,0 0,0 0,1 1,-1-1,0 0,1 0,0 0,-1 0,1 0,0 0,0 0,0 0,0 0,0 0,0 0,1-1,0-2,0 1,1-1,-1 1,1-1,0 1,0 0,0 0,1 0,0 0,-1 0,2 1,-1-1,0 1,0 0,1 0,0 0,0 0,0 0,0 1,0 0,0 0,3-1,101-31,-85 30,-16 4,0-1,0 1,-1-1,1 0,0-1,-1 0,1 0,-1 0,1-1,-1 0,0 0,0 0,-1-1,1 0,-1 0,1 0,-1-1,0 0,-1 0,1 0,-1 0,0-1,-1 0,1 0,1-5,-3-40,-3 51,0 0,0 0,1 0,-1 0,0 0,0 0,0 0,0 1,0-1,1 0,-1 0,0 1,0-1,0 0,1 1,-1-1,0 1,0-1,1 1,-1-1,0 1,1 0,-1-1,1 1,-1 0,1-1,-1 1,1 0,-1 0,1 0,0-1,-1 1,1 0,0 0,0 0,0 0,0-1,0 1,0 0,0 1,-6 9,0 1,2-1,-1 1,1 1,1-1,0 1,1-1,1 1,0-1,0 1,1 0,1 0,0-1,3 13,-2-21,0 0,1 0,-1 0,1 0,0 0,0-1,0 1,1-1,-1 0,1 0,0 0,0-1,0 1,0-1,0 0,1 0,-1 0,1-1,-1 1,1-1,1 0,102 9,-30-14,-4-5</inkml:trace>
  <inkml:trace contextRef="#ctx0" brushRef="#br1" timeOffset="93182.68">26831 1825,'-16'7,"1"0,0 2,0 0,1 1,0 0,1 1,-11 11,18-16,1 0,0 0,0 0,0 0,1 1,0 0,0 0,1 0,0 0,0 1,1-1,0 1,0-1,1 1,0 0,0 0,0 0,1 1,1-4,0-1,-1 1,1-1,1 0,-1 0,1 1,-1-1,1 0,0 0,1 0,-1-1,1 1,0-1,-1 1,2-1,-1 0,0 0,1 0,-1 0,1-1,0 0,0 1,0-1,2 0,7 4,0-1,1-1,0 0,0-1,0-1,0 0,2-1,10 1,0-1,1-2,-1 0,0-2,0-1,0-1,5-3,-20 5,1 0,-1-1,0-1,-1 1,1-2,-1 0,0 0,0-1,-1 0,0 0,0-1,0 0,-1-1,-1 0,1 0,-2-1,2-1,7-34,-15 45,-1 0,1 0,0 0,0 0,0 1,0-1,0 0,0 0,-1 0,1 0,0 0,0 0,0 0,0 0,-1 0,1 0,0 0,0 1,0-1,-1 0,1 0,0 0,0 0,0-1,0 1,-1 0,1 0,0 0,0 0,0 0,0 0,-1 0,1 0,0 0,0 0,0 0,0 0,-1-1,1 1,0 0,0 0,0 0,0 0,0 0,0-1,0 1,0 0,-1 0,1 0,0 0,0-1,-8 19,5-14,1 0,0 0,0 0,1 1,-1-1,1 1,0-1,0 1,1 0,-1-1,1 1,0 0,0 0,0-1,1 1,0 0,0-1,0 1,1-1,-1 1,1-1,0 0,0 0,0 1,1-1,0-1,0 1,0 0,0-1,0 1,1-1,-1 0,1 0,0-1,3 3,1-3,0 0,0-1,0 0,1 0,-1-1,0 0,0-1,0 0,0 0,0 0,0-1,0 0,0-1,0 0,-1 0,0-1,1 0,-1 0,0 0,4-5,2-1,0 0,-1-1,0-1,-1 0,0 0,-1-1,0-1,-1 0,5-11,-8 12,-12 16,-12 21,15-20,1-1,0 1,1-1,-1 1,1-1,-1 1,1 0,0 0,0 0,1 0,-1-1,1 1,0 0,0 0,0 0,1 0,-1 0,1 0,0 0,0 0,0-1,1 1,-1 0,1-1,0 1,0-1,0 0,1 1,-1-1,1 0,-1-1,1 1,0 0,6 3,0-1,0 0,1 0,0-1,0 0,0-1,0 0,0 0,2-1,47 9</inkml:trace>
  <inkml:trace contextRef="#ctx0" brushRef="#br1" timeOffset="90592.533">21123 1932,'-12'-3,"0"1,1 1,-1 0,0 1,1 0,-1 1,0 0,1 1,-1 0,1 1,-1 0,1 1,0 0,0 0,1 2,0-1,-1 1,2 1,-1 0,1 0,0 1,1 0,-1 0,2 1,-1 0,1 0,1 1,-1 0,2 0,-1 2,4-10,0 1,1-1,-1 0,1 1,0-1,0 1,0 0,0-1,0 1,1 0,-1-1,1 1,-1 0,1 0,0 0,0-1,0 1,1 0,-1 0,1-1,-1 1,1 0,0-1,0 1,0 0,1-1,-1 0,0 1,1-1,0 0,0 1,-1-1,1 0,0 0,0-1,1 1,-1 0,0-1,1 1,-1-1,1 0,-1 0,1 0,0 0,10-1,0 0,0-1,0-1,0 0,0 0,-1-2,1 1,-1-2,0 0,0 0,0-1,-1 0,0-1,0-1,0 0,-1 0,0-1,-1 0,0 0,3-6,1 1,0-2,0 1,-2-2,0 1,-1-2,0 1,-2-1,0-1,-1 1,-1-1,0-1,-2 1,0-1,-1 0,-1 1,-1-1,-1 0,-1 0,-1 0,0 0,-1 0,-1 1,-1-1,-1 1,-1 0,-5-10,-29-30,40 58,0 0,0 0,0 0,-1 0,1-1,0 2,0-1,-1 0,1 0,0 0,-1 0,1 1,-1-1,1 1,-1-1,0 1,1 0,-1-1,1 1,-1 0,1 0,-1 0,0 0,1 1,-1-1,1 0,-1 1,1-1,-1 1,1-1,-1 1,1 0,-1-1,1 1,0 0,-1 0,1 0,0 0,0 0,-1 2,-4 6,1 0,0 0,1 1,0 0,0 0,1 0,1 0,0 1,0-1,1 1,0-1,0 1,2 2,-2-5,-1 28,1 1,1-1,3 1,0-1,3 0,1 0,1 0,2-1,13 28,-20-54,1 0,0 0,1 0,0 0,1-1,0 0,0 0,0 0,1-1,0 0,1-1,-1 1,1-1,1-1,-1 0,1 0,0 0,0-1,0-1,1 1,-1-1,1-1,-1 0,1 0,0-1,0 0,0-1,0 0,0-1,0 0,0 0,4-2,-2-2,1 0,-2-1,1 0,-1-1,0 0,0-1,-1 0,0-1,0 0,-1 0,0-1,-1 0,0-1,-1 0,0 0,0-1,-1 1,-1-2,0 1,-1 0,0-1,-1 0,0 0,-1 0,0-9,-1 20,0-1,-1 0,0 0,1 0,-1 0,0 0,0 0,-1 0,1 0,0 0,-1 0,0 0,0 0,0 0,0 1,0-1,0 0,-1 1,0-1,1 1,-1-1,0 1,0 0,-1-1,0 3,1 1,-1 0,1 0,-1 0,1 0,-1 0,1 0,0 1,0-1,-1 1,1-1,0 1,0 0,1 0,-1 0,0 0,1 0,-1 0,1 1,-1-1,1 0,0 1,0-1,0 1,1-1,-1 1,0 0,-2 4,-1 0,1 0,0 0,0 1,1 0,0-1,0 1,1 0,0 0,0-1,1 1,0 0,0 0,1 0,0 0,0 0,1-1,0 1,1 0,-1-1,2 0,-1 1,1-1,0-1,0 1,1-1,-1 1,2-1,-1 0,1-1,-1 0,3 2,1-3,0 0,1 0,-1-1,1 0,-1-1,1 0,0 0,0-1,0 0,0-1,0 0,0-1,0 0,0-1,0 1,0-2,-1 0,1 0,-1 0,6-4,-1 0,0 0,0-1,-1-1,0 0,0 0,-1-2,-1 1,0-2,0 1,-1-2,0 1,6-11,-6 2,0 0,-1-1,-1 0,-1 0,4-19,-11 96,-2 129,7 0,13 43,11 69,-29-287,-2-16,-1-21,-17-164,5-179,14 343,1 1,2-1,1 1,1 0,1 0,1 0,4-8,-9 32,0 0,-1 0,1 0,0 0,1 0,-1 0,0 1,1-1,0 0,0 1,-1-1,1 1,1 0,-1 0,0 0,1 0,-1 0,1 0,-1 0,1 1,0-1,0 1,-1 0,1 0,0 0,0 0,0 0,0 1,1 0,-1-1,0 1,0 0,0 0,1 1,7 4,-1 0,1 1,-1 0,0 0,-1 1,0 1,0 0,-1 0,1 0,-2 1,1 0,-1 1,-1 0,0 0,0 0,-1 1,0 0,0 3,-3-10,1 0,-1 0,-1 0,1 0,0 1,-1-1,0 0,0 1,0-1,-1 1,0-1,1 0,-1 1,-1-1,1 1,-1-1,0 1,0-1,0 0,0 1,-1-1,0 0,0 0,0 0,0 0,-1 0,1-1,-1 1,0-1,0 0,0 1,-1-1,1-1,-1 1,0 0,-1 0,0-1,0 1,0-1,0 0,-1 0,1-1,-1 1,1-1,-1-1,0 1,1-1,-1 0,0 0,1 0,-1-1,1 0,-1 0,0-1,1 1,0-1,-1 0,1-1,0 1,4 0,-1 0,1 0,0 0,0 0,1 0,-1 0,0-1,1 1,-1 0,1 0,-1 0,1-1,0 1,0 0,0 0,1 0,-1-1,0 1,1 0,-1 0,1 0,0 0,0 0,0 0,0 0,0 0,0 0,0 0,1 0,-1 1,1-1,-1 0,1 1,0-1,0 1,-1 0,1 0,0 0,0 0,0 0,0 0,0 0,1 0,281-180,-262 165,0-1,0 0,-2-2,0 0,-1-1,-2-1,0-1,-1-1,-1 0,-1-1,-1 0,-1-1,-1 0,-2-1,0 0,-2-1,-1 0,-1 0,-1 0,0-22,-17-35,12 81,0 0,0-1,0 1,0 0,-1 0,1 0,-1 0,0 0,0 1,0-1,0 0,-1 1,1 0,0-1,-1 1,0 0,0 0,1 0,-1 1,0-1,-1 1,1 0,-1-1,0 3,-1-1,1 1,-1 0,1 0,-1 0,1 1,0-1,-1 1,1 0,0 1,0-1,0 0,1 1,-1 0,1 0,-1 0,1 1,0-1,0 1,1-1,-1 1,1 0,-1 0,1 0,1 1,-2 1,-14 31,2-1,1 2,2 0,2 0,1 1,3 1,0-1,2 10,1-15,1 0,2 0,1-1,1 1,2 0,9 32,-10-53,0 0,2 0,0 0,0 0,1-1,0 0,1 0,1-1,0 0,0 0,1-1,1 0,0 0,0-1,0 0,1-1,1 0,6 2,-5-3,1 0,-1-1,2-1,-1 0,0-1,1-1,0 0,0-1,0-1,0 0,0-1,0-1,0 0,0-1,-1 0,1-1,0-1,-1-1,0 0,0 0,0-2,-1 1,0-2,0 0,-1 0,0-2,0 1,-1-1,0-1,-1 0,0 0,0-3,-3 4,-1-1,0 0,0 0,-2 0,1-1,-1 0,-1 1,0-1,-1-2,-1 10,-1 1,1-1,-1 1,0-1,0 1,0-1,-1 1,1-1,-1 1,0-1,0 1,0-1,0 1,0 0,-1 0,0 0,1 0,-1 0,0 0,-1 0,1 0,0 1,-1-1,0 1,1 0,-1 0,0 0,0 0,0 0,0 1,-1-1,1 1,-2-1,-4 1,0 1,0 0,1 0,-1 0,0 1,0 1,0-1,1 2,-1-1,1 1,-1 0,1 1,0 0,0 0,1 1,-1 0,1 0,0 1,0-1,1 2,0-1,0 1,0 0,1 0,0 0,0 1,1 0,-3 7,5-12,0 0,0 0,0 1,1 0,-1-1,1 1,0 0,0-1,0 1,1 0,-1 0,1 0,0 0,0-1,0 1,0 0,1 0,0 0,0 0,0-1,0 1,0 0,1-1,0 1,-1-1,1 1,1-1,-1 0,0 0,1 0,2 2,3-2,0 0,1 0,-1-1,1 0,-1-1,1 1,0-2,0 1,0-1,0-1,-1 0,1 0,0 0,0-1,-1-1,1 1,-1-1,0-1,0 0,0 0,0 0,4-4,-1 0,1 0,-1-1,-1 0,0-1,0 0,-1 0,0-1,0 0,-2-1,1 0,-1 0,-1-1,0 0,-1 0,3-11,-30 148,21-119,1 0,-1 0,2 1,-1-1,0 0,1 0,0 0,0 0,0 0,1 0,0-1,0 1,0 0,0-1,1 1,0-1,-1 0,2 0,-1 0,0 0,1-1,0 1,0-1,0 0,0 0,3 1,22 6,0-5</inkml:trace>
  <inkml:trace contextRef="#ctx0" brushRef="#br1" timeOffset="92309.017">23730 1785,'-17'-2,"1"0,-1 2,1 0,-1 0,1 2,-12 2,22-3,1 0,-1 1,1 0,-1 0,1 0,0 1,0-1,0 1,0 1,1-1,-1 1,1 0,0 0,0 0,0 0,0 1,1-1,0 1,0 0,-2 4,3-5,0 1,0-1,1 1,-1 0,1 0,0 0,1 0,-1 0,1 0,0 0,0 0,1 0,-1 0,1-1,0 1,0 0,1 0,0 0,0-1,0 1,0-1,0 1,1-1,0 0,0 0,0 0,2 1,11 11,0-1,0-1,2-1,0 0,12 6,-22-15,-4-1,2 0,-1 0,1 1,0-1,-1 1,0 0,0 1,0-1,-1 1,1 0,-1 0,0 0,-1 1,1-1,-1 1,1 4,-4-7,-1 0,0 0,0 1,0-1,-1 0,1 0,-1 0,0 0,0 0,0-1,0 1,0 0,-1-1,1 0,-1 1,1-1,-1 0,0 0,0-1,0 1,0-1,0 1,0-1,0 0,-1 0,1 0,-2 0,-2 2,0 0,0 0,-1 0,1-1,-1 0,0-1,0 1,1-1,-1-1,0 0,0 0,0 0,-4-2,11 2,0 0,0-1,0 1,0-1,0 1,1-1,-1 1,0-1,0 1,1-1,-1 0,0 1,1-1,-1 0,0 0,1 0,-1 1,1-1,0 0,-1 0,1 0,0 0,-1 0,1 0,0 0,0 0,0 0,0 0,0 0,0 0,0 0,0 0,0 1,0-1,1 0,-1 0,0 0,1 0,-1 0,0 0,1 0,-1 0,1 1,0-1,-1 0,31-38,-6 21,0 0,1 2,1 1,0 1,1 1,0 2,1 0,1 2,24-4,11-6,15-22,-78 39,0 0,1 0,-1 0,0 0,0-1,-1 1,1-1,0 1,-1-1,1 0,-1 0,0 1,0-1,0 0,0 0,-1 0,1 0,-1 0,0-1,0 1,0 0,0 0,0 0,-1 0,1 0,-1 0,-1-1,2 3,0-1,0 1,0 1,0-1,-1 0,1 0,0 0,-1 0,1 0,-1 0,1 0,-1 0,0 0,1 1,-1-1,0 0,1 1,-1-1,0 0,0 1,0-1,1 1,-1-1,0 1,0-1,0 1,0 0,0-1,0 1,0 0,0 0,0 0,0 0,0 0,0 0,0 0,0 0,0 0,0 0,0 1,0-1,0 0,0 1,-36 29,29-20,1 1,0 0,1 0,0 1,1 0,0 0,1 0,0 0,1 1,0-1,1 1,1 0,0 0,0 0,2 6,-1-15,1 1,0 0,0 0,1-1,-1 1,1-1,0 1,0-1,0 0,1 0,0 0,0 0,0 0,0-1,0 1,1-1,-1 0,1 0,0 0,0 0,0-1,1 1,-1-1,0 0,4 0,4 2,1 0,0-1,-1-1,1 0,1-1,-1 0,0-1,13-1,-6-1,1 0,-1-1,0-1,0 0,-1-2,1-1,-1 0,0-1,-1-1,0-1,0 0,-1-2,-1 0,0 0,0-2,-2 0,6-6,-19 19,1-1,0 1,-1-1,1 1,-1-1,1 1,-1-1,0 0,0 0,0 0,0 0,0 0,0 0,0 0,-1 0,1 0,-1 0,1 0,-1 0,0-1,0 1,0 0,0 0,0 0,0 0,-1-1,1 1,-1 0,1 0,-1 0,0 0,0 0,0 0,0 0,0 1,-1-1,1 0,0 0,-1 1,1-1,-2 0,-7 0,0 1,0 0,0 0,1 1,-1 0,0 1,0 0,0 1,0 0,0 0,1 1,-1 0,1 1,0 0,0 0,0 1,-1 2,3-4,1 1,0 0,0 1,1-1,-1 1,1 0,0 1,0-1,0 1,-3 6,7-10,-1 0,1 1,0-1,0 0,0 1,1-1,-1 1,0-1,1 1,0-1,-1 1,1-1,0 1,0-1,1 1,-1-1,0 1,1-1,0 1,-1-1,1 0,0 1,0-1,0 0,1 1,-1-1,0 0,1 0,0 0,-1 0,1-1,2 3,6 2,0 0,1-1,0 0,0-1,0 0,1 0,0-2,-1 1,1-1,0-1,0 0,0-1,0 0,0-1,9-1,-12 2,0-1,0 0,0 0,0-1,0 0,-1 0,1-1,-1 0,0-1,1 0,-2 0,1-1,0 0,-1 0,0-1,0 0,2-3,-9 9,-1 0,1 0,0 0,-1 0,1 0,-1 0,1 0,-1 0,1 0,-1-1,1 1,0 0,-1 0,1 0,-1-1,1 1,0 0,-1-1,1 1,0 0,-1-1,1 1,0 0,-1-1,1 1,0 0,0-1,0 1,-1-1,1 1,0-1,0 1,0 0,0-1,0 1,0-1,0 1,0-1,0 1,0-1,0 1,0-1,0 1,0 0,0-1,0 1,1-1,-4 3,1 0,-1 1,1-1,0 1,-1-1,1 1,1 0,-1-1,0 1,1 0,-1 0,1 1,0-1,0 0,0 0,1 0,-1 1,1-1,-1 0,1 1,0-1,1 0,-1 1,0-1,1 0,0 1,0-1,0 0,0 0,0 0,1 0,-1 0,1 0,0 0,0 0,0-1,0 1,0-1,1 0,-1 1,1-1,6 0,-1-1,1 0,-1 0,1-1,0 0,0 0,-1-1,1 0,-1-1,1 0,-1 0,1 0,-1-2,0 1,0-1,-1 0,1 0,-1-1,0 0,0 0,0-1,-1 0,0 0,0 0,0-1,-1 0,0 0,0 0,-1-1,0 0,0 0,2-8,35-179,-41 194,0 0,0 0,0 0,0 0,0-1,0 1,1 0,-1 0,0 0,0 0,1 0,-1 0,1 0,-1 0,1 0,-1 0,1 0,0 0,-1 0,1 1,0-1,0 0,0 0,0 1,-1-1,1 0,0 1,0-1,0 1,0-1,0 1,0 0,1-1,-1 1,0 0,0 0,0 0,0 0,0 0,0 0,0 0,1 0,-1 0,0 0,0 1,0-1,0 0,0 1,0-1,0 1,0-1,0 1,75 93,-68-82,10 21,-2 1,-1 1,-2 0,-2 1,-1 1,-1-1,-3 1,-1 1,-1-1,-2 1,-2-1,-3 19,3-47,-1 14,1 1,1-1,1 1,1-1,1 1,1-1,0-1,2 1,1-1,11 21,27 3,-45-45,0 0,1 0,-1 0,1 0,0-1,-1 1,1-1,-1 1,1-1,0 1,-1-1,1 0,0 0,0 0,-1 0,1 0,0 0,-1-1,1 1,0-1,-1 1,1-1,0 1,-1-1,1 0,-1 0,1 0,-1 0,0 0,1 0,-1 0,0 0,0 0,0-1,0 1,0 0,5-10,-2 0,1 0,-2 0,1 0,-1 0,-1-1,0 1,-1-1,0 0,-1 1,0-1,-1 0,-1-8,-2-6,-1 0,-1 0,-1 0,-1 1,-1 0,-2 1,0 0,-2 0,0 1,-2 1,0 0,-1 1,-2 1,0 0,-1 2,-20-16,-8-11,47 44,0 1,-1-1,1 0,0 0,0 1,0-1,0 0,0 1,0-1,0 0,0 0,0 1,1-1,-1 0,0 1,0-1,0 0,1 1,-1-1,0 1,1-1,-1 0,1 1,-1-1,1 1,-1-1,1 1,-1-1,1 1,-1-1,1 1,0 0,-1-1,1 1,0 0,-1 0,1-1,0 1,-1 0,1 0,0 0,-1 0,1 0,0 0,0 0,-1 0,130-19,86-8,-214 26,1 0,0 1,-1-1,1 1,0 0,0-1,0 1,-1 0,1 1,0-1,0 0,-1 1,1-1,0 1,-1 0,1 0,0 0,-1 1,1-1,-1 0,0 1,1 0,-1-1,0 1,0 0,0 0,0 0,-1 0,1 1,0-1,-1 0,0 1,1 1,-1 42,-2-44,0 1,0 0,0-1,1 1,-1 0,1 0,0-1,-1 1,1 0,1 0,-1-1,0 1,1 0,-1 0,1-1,0 1,0 0,0-1,0 1,0-1,0 0,1 1,-1-1,1 0,0 0,0 1,0-1,0-1,0 1,0 0,0 0,1-1,-1 0,0 1,1-1,0 0,-1 0,1 0,-1 0,1-1,0 1,8-2,0 0,0-1,-1 0,1 0,-1-1,1 0,-1-1,0-1,0 1,-1-1,1-1,-1 0,-1 0,1-1,-1 0,0-1,0 1,3-6,-5 6,-1-1,0 1,0-1,0 0,-1-1,-1 1,1-1,-1 0,1-5,-3 12,-1-1,1 0,-1 0,1 0,-1 0,0 0,0 0,0 0,0 0,-1 0,1 0,-1 0,0 0,0 0,0 0,0 0,0 0,-1 1,1-1,-1 1,0-1,1 1,-1-1,0 1,-1 0,1 0,0 0,-1 0,1 1,-2-2,-3 1,1 1,-1 0,1 0,-1 1,0-1,0 1,1 1,-1-1,0 1,1 0,-1 1,1 0,0 0,-1 0,1 1,0 0,0 0,0 0,1 1,-1 0,1 0,-3 3,-1-1,0 1,0 0,1 0,0 1,0 0,1 0,0 1,0 0,1 0,0 1,1 0,0 0,1 0,-1 4,4-12,0 0,1 1,-1-1,1 0,0 0,0 0,0 1,0-1,0 0,0 0,0 1,1-1,-1 0,1 0,0 0,-1 0,1 0,0 0,0 0,1 0,-1 0,0 0,1-1,-1 1,1 0,-1-1,1 1,0-1,-1 0,1 1,0-1,0 0,2 1,73 10,27-35,-54 6</inkml:trace>
  <inkml:trace contextRef="#ctx0" brushRef="#br1" timeOffset="92592.256">25735 1598,'-18'-4,"-11"-3,-5 6,2 7,3 9,7 10,7 6,8 5,8 6,8 7,3-5</inkml:trace>
  <inkml:trace contextRef="#ctx0" brushRef="#br1" timeOffset="92593.256">25642 2079,'2'14,"3"11,3 6,5 2,4 0,7-3,10-7,13-8,15-5,12-12,-6-6</inkml:trace>
  <inkml:trace contextRef="#ctx0" brushRef="#br1" timeOffset="95294.409">19599 2948,'0'137,"4"30,-7 0,-8-1,-7 0,-19 63,8-133,28-97,1 1,0-1,0 0,-1 1,1-1,-1 1,1-1,0 1,-1-1,1 1,-1-1,1 1,-1-1,0 1,1 0,-1-1,1 1,-1 0,0-1,1 1,-1 0,0 0,1 0,-1 0,0-1,1 1,-1 0,0 0,1 0,-1 0,0 1,1-1,-1 0,0 0,1 0,-1 0,0 1,1-1,-1 0,1 1,-1-1,0 0,1 1,-1-1,1 1,-1-1,1 1,-1-1,1 1,0-1,-1 1,1 0,0-1,-1 1,1 0,0-1,0 1,0-1,-1 1,1 0,0 0,0-1,0 1,-30-209,-2 1,6 52,-3-129,29 274,-2 6,1-1,0 1,1-1,-1 1,1-1,0 0,0 1,1-1,-1 1,1-1,0 0,0 1,0 0,1-1,-1 1,1 0,0 0,1 0,-1 0,1 0,-1 0,1 1,0-1,1 1,-1 0,1 0,-1 0,2-1,7 1,-1 0,1 1,0 0,-1 0,1 1,0 1,0 0,0 1,0 0,0 0,-1 2,1-1,0 1,-1 1,0 0,0 1,4 2,-10-4,0 0,0 1,-1-1,1 1,-1 0,0 0,0 0,0 0,0 1,-1-1,0 1,0 0,0 0,-1 1,0-1,1 0,-2 1,1-1,-1 1,0 0,0-1,0 1,-1 0,0 0,0-1,-1 1,1 0,-1 0,-1-1,1 1,-1-1,0 1,0-1,0 0,-1 1,0 0,-3 3,0 0,0 0,0 0,-1-1,-1 0,1 0,-1-1,0 0,-1 0,0-1,0 0,0 0,-1-1,0-1,0 0,0 0,0 0,-1-2,-5 2,15-4,-1 1,1-1,0 0,-1 0,1 0,0 0,0 0,-1 0,1 0,0 0,0-1,-1 1,1 0,0-1,0 1,0-1,-1 1,1-1,0 0,0 1,0-1,0 0,0 0,0 0,0 1,0-1,1 0,-1-1,0 1,1 0,-1 0,0 0,1 0,-1 0,1-1,0 1,-1 0,1 0,0-1,0 1,0 0,0-1,17-53,-8 41,1 1,0 1,0 0,1 1,1 0,0 0,1 1,0 1,0 0,1 1,0 0,0 1,1 1,0 0,11-2,-22 7,0 0,-1 0,1 1,0-1,0 1,-1 0,1 0,0 0,0 0,-1 1,1 0,0 0,-1 0,1 0,-1 0,1 1,-1-1,0 1,1 0,-1 0,0 0,0 1,0-1,-1 1,1-1,-1 1,1 0,-1 0,0 0,0 0,0 1,-1-1,1 0,-1 1,27 118,-27-120,-1 0,1 0,0 0,0 0,0 0,0 0,0 0,1 0,-1 0,0-1,1 1,0-1,-1 1,1-1,0 1,0-1,-1 0,1 0,0 0,0 0,0 0,0 0,1-1,-1 1,0-1,0 1,0-1,0 0,1 0,-1 0,0 0,0 0,0-1,1 1,-1 0,0-1,2 0,73-40,-64 31,-1-1,-1 0,1 0,-2-1,0-1,0 0,2-5,-9 13,0-1,1 0,-2 0,1 0,-1 0,0 0,0-1,0 1,-1-1,0 1,0-1,-1 1,0-1,0 0,-1 1,0-1,0 1,0-1,-1 1,0 1,-1 1,0-1,0 1,0 0,-1 0,1 1,-1-1,0 1,0-1,-1 1,1 0,0 1,-1-1,0 1,0 0,1 0,-1 1,0-1,-1 1,1 0,0 0,0 1,0-1,0 1,-1 1,1-1,0 1,0-1,0 1,0 1,0-1,0 1,0 0,0 0,0 0,1 1,-1 0,1 0,0 0,0 0,-1 1,-1 1,0 1,1-1,-1 1,1 0,1 0,-1 0,1 1,0-1,0 1,0 3,3-7,-1-1,1 1,1 0,-1-1,0 1,1 0,-1 0,1-1,0 1,0 0,0 0,0-1,0 1,1 0,-1 0,1-1,0 1,0 0,0-1,0 1,0-1,1 1,-1-1,1 0,-1 1,1-1,0 0,0 0,1 1,20 12</inkml:trace>
  <inkml:trace contextRef="#ctx0" brushRef="#br1" timeOffset="95914.92">20227 2948,'15'1,"0"0,-1 1,1 1,-1 0,1 1,-1 0,-1 2,1-1,-1 1,1 1,-2 1,1 0,-1 0,0 1,-1 1,0 0,-1 0,0 1,0 0,-2 1,1 0,3 8,-4 8,-1 0,-1 0,-2 0,-1 1,-1 0,-1 0,-2 0,-1-1,-1 1,-1 0,-2-1,-7 22,10-33,-13 59,6-37,2 1,2 0,2 0,1 19,2-55,1 0,-1 0,1 0,1 0,-1 0,0 0,1 0,0 0,0 0,0 0,0-1,1 1,0 0,-1-1,1 1,1-1,-1 0,0 0,1 1,-1-1,1-1,0 1,0 0,0-1,1 0,-1 1,0-1,1-1,0 1,-1 0,1-1,0 0,0 0,2 1,4-4,0-1,0 0,-1 0,1-1,-1 0,0-1,0 0,-1 0,0-1,0 0,0-1,0 1,-1-1,0-1,-1 1,1-1,-1-1,-1 1,0-1,0 0,-1 0,4-9,-1 0,0 0,-1-1,0 1,-2-1,0 0,-2 0,0-1,0 1,-2-1,-1 1,0 0,-1-1,-1 1,-1 0,-5-14,5 21,0 0,-1 1,0-1,0 1,-2 0,1 0,-1 1,-1 0,0 0,0 1,-1 0,0 0,0 1,-1 0,0 1,-1 0,1 1,-1 0,-1 0,1 1,-1 1,0 0,0 0,-9 0,15 2,-1 1,1 0,0 0,-1 0,1 1,0 0,-1 1,1-1,-1 1,1 0,0 1,0-1,0 1,0 1,-4 1,10-4,0 0,-1 1,1-1,0 0,-1 1,1-1,0 1,-1-1,1 0,0 1,0-1,0 1,-1-1,1 1,0-1,0 1,0-1,0 1,0-1,0 0,0 1,0-1,0 1,0-1,0 1,0-1,0 1,0-1,1 1,-1-1,0 1,0-1,1 0,-1 1,0-1,0 1,1-1,-1 0,0 1,1-1,-1 0,0 1,1-1,-1 0,1 0,-1 1,1-1,-1 0,0 0,1 0,-1 0,1 0,-1 1,1-1,-1 0,1 0,-1 0,1 0,-1 0,1 0,-1-1,1 1,12 3,1-1,0-1,-1 0,1-1,0-1,0 0,-1-1,1 0,2-1,-11 2,328-65,-272 67,-60 0,1 0,-1-1,1 1,0 0,-1 0,0 0,1 0,-1 0,1 0,-1 0,0 1,0-1,0 0,0 1,0-1,0 1,0-1,0 1,-1-1,1 1,0-1,-1 1,0 0,1 0,-1-1,0 1,0 0,0-1,0 1,0 0,0 0,0 0,-32 107,8-42,23-66,0 0,1 0,-1 1,1-1,-1 0,1 0,-1 0,1 1,0-1,0 0,-1 0,1 1,0-1,0 0,0 0,1 1,-1-1,0 0,0 1,1-1,-1 0,1 0,-1 0,1 1,-1-1,1 0,0 0,-1 0,1 0,0 0,0 0,0 0,0-1,0 1,0 0,0 0,0-1,0 1,0 0,0-1,0 1,1-1,-1 0,0 1,0-1,1 0,-1 0,0 0,0 0,1 0,-1 0,0 0,1 0,-1 0,0 0,0-1,2 0,16-6</inkml:trace>
  <inkml:trace contextRef="#ctx0" brushRef="#br1" timeOffset="96176.45">20895 2801,'-13'0,"-3"2,8 1,16 0,5-1</inkml:trace>
  <inkml:trace contextRef="#ctx0" brushRef="#br1" timeOffset="96474.696">21243 2547,'-12'87,"3"0,5 0,3 0,10 72,-8-134,-2 0,2 1,0 0,2 0,0-1,2 0,1 0,1 0,1 0,1-1,1 0,1-1,1-1,7 9,-15-26,0 0,1 0,-1-1,1 0,0 0,0 0,0-1,0 0,1 0,0 0,-1 0,1-1,0 0,0 0,0-1,0 0,1 0,-1 0,0-1,0 0,1 0,-1 0,0-1,0 0,0 0,0 0,0-1,0 0,0-1,0 1,0-1,-1 0,0 0,1-1,-1 1,0-1,3-4,0-1,0 0,-1-1,-1 1,0-1,0-1,0 1,-2-1,1 0,-1 0,-1-1,0 1,-1-1,0 0,0 1,-2-1,1-2,-1 34,-2-12,2 1,-1 0,2-1,-1 1,1 0,0-1,1 1,0-1,0 1,1-1,0 0,0 0,1 0,0 0,0-1,1 1,1 0,-3-4,1-1,-1 0,1 0,0-1,0 1,0-1,0 0,0 0,0 0,1 0,-1-1,1 1,-1-1,1-1,-1 1,1-1,0 1,-1-1,4-1,21-3</inkml:trace>
  <inkml:trace contextRef="#ctx0" brushRef="#br1" timeOffset="96637.26">21751 2921,'-18'-2,"-9"-1,-1 0,4-2,5-1,7-1</inkml:trace>
  <inkml:trace contextRef="#ctx0" brushRef="#br1" timeOffset="96833.121">21270 2854,'25'3,"26"-3,26-2,17-2,8 1,0 2,-19 2</inkml:trace>
  <inkml:trace contextRef="#ctx0" brushRef="#br1" timeOffset="97116.587">22019 3376,'11'-4,"1"-1,-1 0,-1-1,1 0,-1 0,0-1,0 0,-1-1,0 0,0-1,-1 0,0 0,-1-1,0 0,0 0,-1 0,0-1,-1 0,-1 0,1-1,-2 1,0-1,0 0,-1 0,0 0,-1 0,-1 9,0 0,-1 0,1 0,-1-1,0 1,0 0,0 0,0 0,-1 1,1-1,-1 0,1 0,-1 1,0-1,0 1,0-1,-1 1,1 0,0 0,-1 0,0 0,1 1,-1-1,0 1,0-1,0 1,0 0,0 0,0 0,0 1,0-1,0 1,0-1,-1 1,1 0,0 0,0 1,0-1,-3 1,-3 3,0-1,1 2,0-1,0 1,0 0,0 1,1-1,0 2,0-1,1 1,-1 0,1 0,1 1,0 0,0 0,0 0,1 0,0 1,1 0,0 0,0 0,1 0,0 0,0 0,1 1,1-1,-1 0,2 1,-1-1,2 6,0-8,-1 0,2 0,-1-1,1 1,0-1,0 1,1-1,0 0,0 0,0-1,1 1,0-1,0 0,0 0,0 0,1-1,0 0,0 0,0-1,1 1,-1-1,6 2,11 2,-1 0,1-1,0-1,0-1,1-1,8 0,73-1,-5-5</inkml:trace>
  <inkml:trace contextRef="#ctx0" brushRef="#br1" timeOffset="97414.343">23315 3215,'3'16,"2"17,5 13,4 11,-1 10,-3 4,-5 4,-11 0,-12-3,-16-7,-1-15</inkml:trace>
  <inkml:trace contextRef="#ctx0" brushRef="#br1" timeOffset="98182.817">24050 3135,'-12'4,"0"0,1 1,-1 1,1-1,0 2,1-1,-1 2,1-1,1 1,-1 1,2 0,-1 0,1 1,0 0,1 0,0 1,1 0,0 0,1 0,-1 5,4-14,1 1,0-1,0 0,0 1,0-1,0 1,1-1,-1 1,1-1,0 1,0-1,0 1,0-1,0 1,0-1,0 1,1-1,0 1,-1-1,1 1,0-1,0 0,0 1,0-1,1 0,-1 0,1 0,-1 0,1 0,0 0,0 0,-1-1,1 1,1-1,-1 1,0-1,0 0,0 0,1 0,-1 0,2 1,7-2,-1-1,0 0,0 0,0-1,0-1,0 1,0-2,0 1,-1-1,0-1,1 0,-2 0,1 0,-1-1,0-1,0 0,0 0,-1 0,5-7,-5 7,0-1,0 0,-1-1,0 0,0 0,-1 0,0 0,-1-1,0 0,-1 0,0 0,1-7,-4 17,-1 1,1-1,-1 0,1 1,-1-1,0 0,1 1,-1-1,1 0,-1 0,0 1,1-1,-1 0,0 0,1 0,-1 0,0 0,0 0,1 0,-1 0,0 0,1-1,-1 1,0 0,1 0,-1 0,0-1,1 1,-1 0,1-1,-1 1,1-1,-1 1,1 0,-1-1,1 0,-1 1,1-1,-1 1,1-1,0 1,-1-1,1 0,0 1,0-1,-1 0,1 1,0-1,0 0,0 1,0-1,0 0,0 1,0-1,0 0,0 1,0-1,0 0,-3 6,-1 1,1-1,0 1,0 0,1-1,-1 1,1 1,1-1,-1 0,1 0,0 1,1-1,-1 1,1-1,0 0,1 1,0-1,0 0,0 1,1-1,0 0,0 0,0 0,1 0,0 0,0-1,0 1,1-1,0 0,2 2,-3-5,0 0,0-1,0 0,0 1,0-1,0-1,0 1,1 0,-1-1,0 1,0-1,1 0,-1 0,0 0,1-1,-1 1,0-1,0 0,0 0,1 0,-1 0,0 0,0-1,-1 0,3 0,62-56,-50 30,-1 0,-1-1,-2-1,-1 0,-1-1,-2 0,-1 0,-1-1,-2 0,-1 0,-2-1,-1 1,-3-28,3 22,-3 0,-1-1,-2 1,-1 1,-2-1,-4-6,-18-13,29 57,0 0,1-1,-1 1,0-1,-1 1,1 0,0 0,0 0,0-1,0 1,0 0,0 0,0 1,0-1,0 0,0 0,0 0,0 1,0-1,0 0,0 1,0-1,0 1,0 0,0-1,0 1,1-1,-1 1,0 0,0 0,1-1,-1 1,0 0,1 0,-1 0,1 0,-1 0,1 0,0 0,-1 0,1 0,0 0,0 0,-1 0,1 0,0 0,0 0,0 0,0 0,1 0,-1 0,0 1,0-1,-5 37,2 0,1 1,2-1,2 1,3 14,-4-50,6 91,5-1,3 0,23 71,-35-150,1-1,-1 0,2 0,0 0,1-1,0 0,0 0,1 0,1-1,0 0,1 0,0-1,1 0,-1-1,10 7,-16-15,-1 1,0-1,1 0,-1 0,1-1,0 1,-1 0,1-1,-1 0,1 0,0 1,-1-1,1-1,0 1,-1 0,1-1,0 1,-1-1,1 0,-1 0,2 0,17-13</inkml:trace>
  <inkml:trace contextRef="#ctx0" brushRef="#br1" timeOffset="98668.953">24171 2854,'-50'3,"50"-3,0 0,1 0,-1 0,0 0,1 0,-1 0,0 0,1 0,-1 0,0 0,0 0,1 0,-1 0,0 0,1 0,-1 0,0 0,0 1,1-1,-1 0,0 0,0 0,1 0,-1 1,0-1,0 0,1 0,-1 1,0-1,0 0,0 0,0 1,0-1,1 0,-1 1,0-1,0 0,0 0,0 1,0-1,0 0,0 1,0-1,0 0,0 1,0-1,0 0,0 0,0 1,0-1,0 0,-1 1,1-1,0 0,0 0,0 1,169 11,-31-12,-56-1,0 4,75 11,-151-14,0 1,0 0,0-1,0 2,-1-1,1 1,0 0,-1 0,1 0,-1 1,1 0,-1 0,0 0,0 1,-1 0,1 0,-1 0,0 0,0 1,0-1,0 1,-1 0,0 0,0 1,0-1,-1 0,0 1,0 0,0 0,0 2,-1 15,0 1,-1-1,-2 0,0 0,-4 13,-4 108,10-140,0-1,0 1,1-1,-1 0,1 1,-1-1,1 1,0-1,1 0,-1 0,0 0,1 0,0 0,0 0,-1 0,2 0,-1 0,0-1,1 1,-1-1,1 0,0 0,-1 0,1 0,0 0,0-1,0 1,1-1,-1 0,0 0,0 0,1 0,-1 0,1-1,-1 0,1 1,-1-1,0-1,1 1,-1 0,1-1,-1 0,0 0,1 0,7-5,0-2,-1 0,0 0,0 0,-1-1,0-1,0 0,-1 0,-1 0,0-1,0 0,-1-1,0 1,-1-1,-1-1,0 1,0 0,-1-1,-1 0,0-1,18-82,-23 163,9 71,-6-134,1 0,0 0,0 1,0-1,0 0,1 0,0 0,0 0,0-1,0 1,0 0,1-1,0 0,0 1,0-1,0 0,0 0,0-1,1 1,0-1,-1 0,1 0,0 0,0 0,0-1,0 1,0-1,0 0,1 0,0 0,23-1</inkml:trace>
  <inkml:trace contextRef="#ctx0" brushRef="#br1" timeOffset="99034.679">25481 3015,'-7'17,"2"1,0-1,0 1,2 0,0 1,1-1,1 0,1 1,0-1,1 0,4 14,-4-27,0 0,1-1,0 1,0-1,0 1,0-1,1 0,0 0,-1 0,1 0,1-1,-1 1,1-1,-1 0,1 0,0 0,0 0,0-1,1 0,-1 0,0 0,1 0,0 0,-1-1,1 0,0 0,-1 0,1-1,0 0,0 0,0 0,0 0,-1-1,1 0,0 0,0 0,-1 0,1-1,-1 0,1 0,0 0,6-5,0 0,-1 0,0-1,0-1,-1 0,0 0,-1 0,0-1,0 0,-1-1,0 0,-1 0,0-1,-1 1,0-1,-1 0,-1 0,1-1,-2 1,0-1,0 0,-7-23,-7 57,9-13,0 1,1-1,0 1,1 0,0-1,0 1,1 0,0 0,1 0,0-1,0 1,1 0,0-1,0 1,1-1,0 0,0 0,1 0,0 0,1 0,0-1,0 0,0 0,1 0,0-1,5 4,2-3,1-1,0 0,0-1,0-1,0 0,1-1,-1 0,1-2,0 1,0-2,4 0,47 0</inkml:trace>
  <inkml:trace contextRef="#ctx0" brushRef="#br1" timeOffset="99441.201">26483 3069,'-14'-3,"-1"0,1 2,-1 0,0 0,1 1,-1 1,0 1,1 0,-1 1,1 0,0 1,0 1,0 0,-2 2,13-4,-1-1,1 1,1-1,-1 1,0 0,1 0,-1 1,1-1,0 0,0 1,0 0,0-1,1 1,0 0,-1 0,1 0,1-1,-1 1,0 0,1 0,0 0,0 0,0 0,1 0,-1 0,1 0,0 0,0 0,0 0,1 0,-1-1,1 1,0 0,0-1,0 0,1 1,-1-1,1 0,0 0,-1 0,1-1,2 2,7 5,1-1,0 0,0-1,1 0,0-1,0-1,0 0,1-1,-1-1,1 0,0-1,0 0,1-1,-1-1,0-1,0 0,0 0,0-2,0 0,1-1,-3 1,0-1,0-1,-1 0,1 0,-1-1,0-1,-1 0,0-1,0 0,0-1,-1 0,-1 0,1-1,-1 0,-1-1,0 0,-1 0,0-1,0 0,-1 0,-1 0,0-1,1-6,-5 107,1-72,0 0,0 1,1-1,1 0,1 0,1-1,0 1,1-1,-5-11,0 0,0 0,0 0,0 0,1-1,0 1,0-1,0 0,0 0,0 0,1 0,-1-1,1 1,0-1,0 0,0 0,0 0,0 0,0-1,0 0,0 0,1 0,-1 0,1-1,-1 0,0 0,1 0,-1 0,0 0,1-1,-1 0,1 0,32-12,-3-5</inkml:trace>
  <inkml:trace contextRef="#ctx0" brushRef="#br1" timeOffset="99704.701">26925 2788,'-14'-3,"-4"3,7 2,18 4,18 0,5 0</inkml:trace>
  <inkml:trace contextRef="#ctx0" brushRef="#br1" timeOffset="103273.819">20161 4685,'-19'-13,"0"0,0 1,-1 1,0 0,-1 2,-1 0,-16-3,29 9,0 1,0 0,0 1,1 0,-1 1,0 0,0 0,0 1,0 0,0 0,0 1,0 0,1 1,-1 0,1 0,0 1,0 0,0 0,0 1,-6 5,4-1,1-1,0 2,1-1,0 1,1 1,0-1,1 1,0 1,0-1,1 1,1 0,0 0,0 0,1 0,1 1,0-1,1 1,0 0,1-1,1 1,0 0,0-1,1 1,1-1,0 1,2 4,-3-13,1 1,-1-1,1 0,0 0,0 0,0 0,1 0,-1-1,1 1,0-1,0 0,0 0,0-1,1 1,-1-1,1 0,-1 0,1 0,0-1,0 0,0 1,0-2,0 1,0-1,0 1,0-1,0-1,0 1,0-1,0 0,0 0,0 0,-1-1,4-1,8-5,0-1,0 0,-1-1,-1-1,0-1,0 0,-1 0,-1-1,0-1,-1 0,0-1,-1 0,-1 0,0-1,-1-1,-1 1,-1-1,0 0,-1-1,-1 1,0-1,-2 0,0 0,-1-4,-7-37,6 59,0-1,-1 1,1 0,0-1,-1 1,1 0,0 0,-1-1,1 1,-1 0,1 0,-1 0,1-1,0 1,-1 0,1 0,-1 0,1 0,-1 0,1 0,-1 0,1 0,-1 0,1 0,-1 0,1 1,0-1,-1 0,1 0,-1 0,1 0,-1 1,1-1,0 0,-1 1,1-1,0 0,-1 0,1 1,0-1,-1 1,1-1,0 0,0 1,-1-1,1 1,0-1,0 0,0 1,0-1,0 1,0-1,-1 1,1-1,0 1,0-1,0 1,1-1,-1 1,0-1,-5 14,2 0,-1 0,2 0,0 0,1 0,0 1,1-1,1 0,0 1,1-1,0 0,1 0,5 13,-7-21,1-1,0-1,0 1,0 0,1 0,-1-1,1 1,0-1,1 0,-1 0,1 0,-1 0,1-1,0 0,1 1,-1-1,0-1,1 1,0-1,0 0,-1 0,1 0,0 0,1-1,-1 0,0 0,0 0,0-1,1 0,-1 0,0 0,0-1,1 1,-1-1,0-1,1 1,12-7,-1 0,0 0,-1-2,0 0,0-1,-1 0,-1-1,0-1,0 0,-1-1,-1-1,-1 0,0 0,-1-1,0 0,-1-1,-1 0,-1-1,0 1,-1-5,-5 21,1-5,0-1,0 1,0-1,-1 0,0 1,0-1,0 0,-1 0,0 0,-1 1,1-1,-1 0,-1 0,1 1,-1 5,1 0,0 0,0 1,-1-1,1 1,-1-1,1 1,0 0,-1-1,1 1,-1 0,1 0,0 0,-1 0,1 0,-1 0,1 1,-1-1,1 0,0 1,-1-1,1 1,0-1,-1 1,1 0,0-1,0 1,0 0,-1 0,1 0,0 0,0 0,0 0,1 0,-1 1,0-1,0 0,0 0,1 1,-1-1,1 0,-1 1,-8 11,-1 0,2 1,0 0,1 1,0-1,1 1,1 0,0 1,1 0,1-1,0 1,1 0,1 0,1-11,1-1,-1 0,1 0,0 0,0 0,0-1,1 1,0 0,-1 0,1-1,0 1,1-1,-1 1,1-1,-1 0,1 0,0 0,0-1,0 1,1-1,-1 1,1-1,-1 0,1 0,0-1,0 1,-1-1,1 0,0 0,0 0,0 0,0-1,1 0,-1 0,0 0,2 0,16-1,-1-1,0-1,1-1,-1-1,0 0,-1-2,0 0,0-2,0 0,-1-1,0-1,-1 0,0-2,1-2,-11 9,-1 0,1-1,-1 0,-1 0,1-1,-1 0,0 0,-1 0,0-1,0 0,-1 0,0 0,-1 0,0-1,0 0,-1 1,0-1,-1 0,0 0,0 0,-1-4,0 13,0 0,1 0,-1 0,0 0,0 0,0 0,1 0,-1 0,0 0,0 0,-1 0,1 0,0 0,0 0,0 0,-1 0,1 0,0 0,-1 0,1 0,-1 0,0 0,1 0,-1 0,1 0,-1 1,0-1,0 0,0 0,1 1,-1-1,0 1,0-1,0 1,0-1,0 1,0-1,0 1,0 0,0 0,0-1,0 1,0 0,0 0,0 0,0 0,0 0,0 0,0 1,0-1,-1 0,1 1,0-1,1 0,-1 1,0-1,0 1,0-1,0 1,0 0,0-1,1 1,-1 0,0 0,0-1,1 1,-1 0,1 0,-1 1,-6 12,0 0,1 1,1 0,0 0,1 1,1-1,0 1,1 0,1 0,0 0,2 0,1 15,-2-25,1-1,0 1,0 0,0-1,0 1,1-1,0 1,1-1,-1 0,1 0,0 0,0 0,0-1,1 1,-1-1,1 0,0 0,1 0,-1 0,1-1,-1 0,1 0,0 0,0 0,1-1,-1 0,0 0,1 0,-1-1,1 0,0 0,-1 0,1-1,0 1,-1-2,1 1,0 0,-1-1,6-2,1-1,-1-1,-1 0,1-1,-1 0,0 0,0-1,-1-1,1 0,-2 0,1-1,-1 0,-1 0,0-1,0 0,-1 0,0 0,0-1,-2 0,1 0,-1-1,-1 1,0-1,0 1,-2-1,1 0,-1 0,-1-8,-6-30,6 50,0-1,-1 1,1-1,0 1,0 0,0-1,-1 1,1-1,0 1,-1 0,1 0,0-1,-1 1,1 0,0-1,-1 1,1 0,0 0,-1 0,1-1,-1 1,1 0,0 0,-1 0,1 0,-1 0,1 0,-1 0,1 0,-1 0,1 0,0 0,-1 0,1 0,-1 0,1 0,-1 1,1-1,0 0,-1 0,1 0,0 1,-1-1,1 0,0 0,-1 1,1-1,0 0,-1 1,1-1,0 0,0 1,-1-1,1 1,0-1,0 0,0 1,-14 24,10-17,0-1,0 1,1 0,0 0,1 0,0 0,0 0,1 1,0-1,1 1,-1-1,1 0,1 1,0-1,0 1,1-1,0 0,0 0,1 0,0 0,0 0,1 0,0-1,0 0,1 0,0 0,0 0,1-1,0 0,0 0,3 2,4-1,1-1,1 0,-1-2,0 1,1-2,0 0,0 0,3-1,56 5</inkml:trace>
  <inkml:trace contextRef="#ctx0" brushRef="#br1" timeOffset="104188.931">23288 4859,'32'8,"0"-1,1-2,-1-1,1-2,0-1,0-2,0-1,0-1,9-4,-33 6,260-33,-261 33,-6 1,0 0,0 1,0-1,0 0,0 0,0 0,0-1,0 1,0 0,0-1,0 1,0-1,0 0,0 1,0-1,0 0,0 0,-1-1,1 1,0 0,-1 0,1-1,-1 1,1-1,-1 0,0 1,0-1,0 0,0 0,0 1,0-1,0 0,0 0,-1 0,1 0,-1 0,1-1,-54-156,-141-317,114 276,79 199,1 0,-1 1,1-1,-1 0,1 0,0 0,-1 0,1 0,0 0,0 0,0 0,0 0,0 0,0 0,0 0,0 0,0 0,0 0,0 0,1 0,-1 0,0 0,1 1,-1-1,0 0,1 0,-1 0,1 0,0 1,-1-1,1 0,0 0,-1 1,1-1,0 0,0 1,-1-1,1 1,0-1,0 1,0 0,0-1,0 1,0 0,0 0,0-1,0 1,0 0,0 0,0 0,0 0,236-21,238-45,-455 66,-38 6,-8 2</inkml:trace>
  <inkml:trace contextRef="#ctx0" brushRef="#br1" timeOffset="104863.515">23730 4271,'-63'109,"1"19,63-122,10-21,4-17,-1 0,-1-1,-2-1,3-20,-4 17,-9 35,-1 0,0-1,1 1,-1 0,1 0,-1 0,1-1,0 1,0 0,0 0,0 0,1 0,-1 0,0 0,1 1,0-1,-1 0,1 1,0-1,0 1,-1 0,1-1,0 1,1 0,-1 0,0 0,0 1,0-1,0 0,1 1,-1 0,0-1,1 1,-1 0,0 0,1 0,-1 0,0 1,0-1,1 1,0 0,25 9,-2 2,0 0,0 2,-2 1,1 1,-2 1,3 3,-19-14,0-2,0 1,-1 0,1 1,-1-1,0 1,0 1,-1-1,0 1,0 0,0 0,-1 1,-4-6,0-1,0 1,0 0,0-1,-1 1,1 0,-1-1,1 1,-1-1,1 1,-1-1,0 1,0-1,0 0,0 1,0-1,0 0,0 0,0 1,0-1,-1 0,1 0,0 0,-1-1,1 1,-1 0,1 0,-1-1,1 1,-1-1,1 0,-1 1,0-1,1 0,-1 0,0 0,1 0,-1 0,0 0,1 0,-1-1,1 1,-2-1,-87 7,38-4,0 2,1 2,0 3,-16 6,20 5,47-20,0 1,0-1,-1 0,1 1,0-1,0 1,0-1,0 0,0 1,0-1,0 0,0 1,0-1,0 1,0-1,0 0,0 1,0-1,0 0,0 1,0-1,1 0,-1 1,0-1,0 0,0 1,1-1,-1 0,0 1,0-1,1 0,-1 0,0 1,1-1,-1 0,0 0,1 0,-1 1,0-1,1 0,-1 0,0 0,1 0,-1 0,0 0,1 0,-1 0,1 0,-1 0,0 0,1 0,-1 0,1 0,-1 0,0 0,1 0,-1 0,1 0,20 3</inkml:trace>
  <inkml:trace contextRef="#ctx0" brushRef="#br1" timeOffset="105352.171">25455 4285,'0'25,"-3"22,0 19,0 11,1 9,0 4,1 0,0-2,-1-7,-3-8,-3-11,-5-15,-2-15,1-12</inkml:trace>
  <inkml:trace contextRef="#ctx0" brushRef="#br1" timeOffset="105874.22">25307 4619,'-19'-141,"18"139,0-1,1 1,0-1,0 1,0-1,0 1,0 0,0-1,0 1,1-1,0 1,-1 0,1-1,0 1,0 0,0 0,0-1,0 1,1 0,-1 0,1 0,-1 1,1-1,0 0,0 1,0-1,0 1,0-1,0 1,0 0,0 0,1 0,6 0,0 1,0 1,1-1,-1 2,0-1,0 1,0 1,0-1,-1 2,1-1,-1 1,1 0,-1 1,-1 0,1 0,-1 1,0 0,0 0,0 1,1 3,-4-8,0 1,-1 0,1 0,-1 0,0 1,0-1,0 1,-1 0,1 0,-1 0,0 0,0 0,-1 0,1 1,-1-1,0 0,0 1,0-1,0 1,-1-1,0 1,0 0,0-1,-1 1,1-1,-1 1,0-1,0 1,-1-1,1 0,-1 0,0 1,-1-1,-3 2,-1-1,0 0,-1 0,1 0,-1-1,1-1,-1 1,-1-1,1 0,0-1,-1 0,1-1,-1 1,0-2,1 1,-1-1,0 0,-22-7,30 7,1-1,-1 1,1 0,0-1,0 1,-1-1,1 1,0-1,0 1,-1-1,1 1,0-1,0 1,0-1,0 1,0-1,0 1,0-1,0 1,0-1,0 0,0 1,0-1,0 1,0-1,1 1,-1-1,0 1,0-1,1 1,-1 0,0-1,0 1,1-1,-1 1,1-1,-1 1,0 0,1-1,-1 1,1 0,-1 0,1-1,-1 1,1 0,-1 0,1 0,-1-1,1 1,-1 0,1 0,-1 0,1 0,-1 0,1 0,118-42,-66 27,-36 9,3 2,-1-2,1 0,-1-1,0-1,-1 0,0-2,0 0,-1-1,0-1,-1 0,-1-1,0-1,1-2,-14 14,0 0,0 0,-1 0,1 0,-1-1,1 1,-1 0,0-1,0 1,0-1,0 1,0-1,-1 1,1-1,-1 0,0 1,1-1,-1 0,0 1,-1-1,1 0,0 1,-1-1,0 1,1-1,-1 0,0 1,0 0,-1-1,1 1,0 0,-1-1,1 1,-1 0,0 0,0 0,0 0,0 1,0-1,0 0,0 1,-1 0,1-1,0 1,-1 0,1 0,-1 0,0 1,0-1,0 0,-1 1,1 0,0 0,-1 0,1 0,0 1,-1-1,1 1,0 0,0 0,0 0,0 0,0 1,0-1,0 1,0 0,0-1,1 1,-1 1,1-1,-1 0,1 1,0-1,0 1,0-1,0 1,0 1,-35 87,35-85,0-1,1 1,0-1,1 1,-1 0,1 0,0-1,1 1,-1 0,1 0,0-1,0 1,1-1,0 1,0-1,0 0,1 1,-1-1,1 0,1-1,-1 1,0 0,1-1,0 0,0 0,1 0,-1 0,1-1,-1 0,6 3,2-1,1-1,-1 0,1-1,-1 0,1-1,0-1,0 0,0 0,3-1,56-3</inkml:trace>
  <inkml:trace contextRef="#ctx0" brushRef="#br1" timeOffset="107077.272">27273 4258,'-9'-2,"1"0,0 1,-1 0,1 0,-1 1,1 0,-1 0,1 1,-1 0,1 1,0 0,-1 0,1 1,0 0,0 0,1 1,-1 0,1 0,0 1,0 0,0 0,1 1,-1-1,1 1,1 1,-1-1,1 1,0 0,1 0,0 1,0-1,0 1,1 0,0 0,1 0,0 1,0-1,1 0,0 1,0-1,1 5,0-8,1 1,0-1,0 0,1 0,0 0,0 0,0-1,0 1,1 0,-1-1,1 0,1 0,-1 1,0-2,1 1,0 0,0-1,0 0,0 0,0 0,1 0,0-1,-1 1,1-1,0 0,3 0,8 4,1-2,0 0,0 0,0-2,0 0,0-1,9-1,10-3,0-1,-1-2,1-2,-2 0,1-3,-1-1,0-1,-2-2,1-2,26-18,-49 30,0 0,0-1,-1 0,1-1,-1 0,-1-1,0 0,0 0,0-1,-1 0,0 0,-1 0,0-1,-1 0,1 0,-2-1,1-3,-4 12,-1-1,1 1,-1 0,0-1,0 1,0-1,0 1,0-1,-1 1,1 0,-1-1,0 1,0 0,1 0,-1-1,-1 1,1 0,0 0,0 0,-1 0,1 0,-1 0,0 1,1-1,-1 1,0-1,0 1,0-1,0 1,0 0,-1 0,1 0,0 0,0 0,-1 1,0-1,-2 0,0 0,0 0,-1 1,1 0,0 0,-1 0,1 0,0 1,-1 0,1 0,0 0,0 1,0 0,0 0,0 0,0 1,1 0,0-1,0 1,1 1,-1-1,1 0,0 1,0 0,0 0,0 0,1 0,-1 0,1 1,0-1,0 0,1 1,0 0,-1-1,1 1,1 0,-1 0,1 0,0-1,0 1,0 0,1 0,0 0,0-1,0 1,0 0,1-1,-1 1,1-1,1 1,-1-1,0 0,1 0,0 0,0 0,0-1,1 1,-1-1,1 0,-1 0,1 0,0 0,1-1,0 1,15 6,1-1,-1-1,1-1,1-1,-1-1,1 0,-1-2,1-1,0 0,0-2,0 0,-1-2,1 0,-1-1,7-4,-5 3,-1-1,-1-1,1-1,-1-1,15-9,-28 14,0-1,-1 0,0 0,1-1,-2 1,1-1,-1-1,0 0,0 1,-1-2,0 1,0-1,-1 1,0-1,0-1,0 1,-4 5,1 1,0 0,0-1,-1 1,0 0,1-1,-1 1,0-1,0 1,0 0,-1-1,1 1,0-1,-1 1,0 0,1-1,-1 1,0 0,0 0,0 0,-1-1,1 1,0 0,-1 1,0-1,1 0,-1 0,0 1,0-1,0 1,0-1,0 1,0 0,0 0,0 0,-1 0,-4-2,0 1,0 0,0 0,0 1,0 0,-1 0,1 0,0 1,-1 1,1-1,-5 2,0 0,0 1,0 1,0 0,1 0,0 1,0 1,0 0,1 0,0 1,0 1,0-1,1 2,0-1,1 1,0 1,6-9,0 1,1-1,-1 1,1 0,0 0,-1 0,1 0,0 0,0 0,0 0,0 0,1 0,-1 0,0 0,1 1,0-1,-1 0,1 0,0 1,0-1,0 0,1 1,-1-1,1 0,-1 0,1 0,-1 1,1-1,0 0,0 0,0 0,1 0,-1 0,0-1,1 1,-1 0,1 0,-1-1,1 1,0-1,0 0,0 1,0-1,0 0,10 3,1 0,-1-1,1-1,0 0,0-1,0 0,0-1,0 0,1-1,-1-1,-1 0,1 0,0-2,-1 1,1-2,-1 0,4-2,-5 2,29-9,-39 14,0 0,0 0,0 0,0 0,-1 0,1 0,0 0,0 1,0-1,0 0,0 0,0 1,-1-1,1 1,0-1,0 1,-1-1,1 1,0-1,-1 1,1 0,0-1,-1 1,1 0,-1-1,1 1,-1 0,0 0,1 0,-1 0,0-1,1 1,-1 0,0 0,0 0,0 0,0 0,0 0,0 0,0-1,0 2,1 4,-2-4,1 1,0-1,0 1,0-1,0 1,0-1,0 1,1-1,-1 0,1 1,0-1,0 0,0 1,0-1,0 0,0 0,1 0,-1 0,1 0,-1 0,1 0,0 0,0-1,-1 1,1-1,0 1,1-1,-1 0,0 0,0 0,0 0,2 0,8 0,0-2,-1 1,1-1,0-1,-1 0,0-1,1 0,-1-1,0 0,-1-1,1 0,-1-1,0 0,0 0,-1-1,0 0,2-3,146-157,-155 164,1 0,-1 1,0-1,1 1,0 0,-1 0,1 0,0 0,0 0,0 1,0-1,0 1,1 0,-1 0,0 0,1 0,-1 1,0-1,1 1,-1 0,1 0,-1 0,1 0,-1 1,0-1,1 1,-1 0,0 0,1 0,-1 1,2 0,11 9,-2 0,1 0,-1 2,-1 0,0 0,-1 1,-1 1,0 0,-1 0,1 3,-10-16,0 0,1 0,-1 0,0 0,0 0,0 0,0 0,-1 1,1-1,0 0,-1 0,0 1,0-1,1 1,-1-1,-1 0,1 1,0-1,0 0,-1 1,0-1,1 0,-1 0,0 1,0-1,0 0,0 0,-1 0,1 0,0 0,-1-1,1 1,-1 0,0-1,0 1,0-1,0 1,-1 0,-5 2,0 0,-1-1,1 1,-1-2,0 1,0-1,1-1,-1 0,0 0,-1-1,1 0,0 0,0-1,-2-2</inkml:trace>
  <inkml:trace contextRef="#ctx0" brushRef="#br1" timeOffset="107339.167">29465 4406,'2'-7,"-6"-12,-2-1</inkml:trace>
  <inkml:trace contextRef="#ctx0" brushRef="#br0" timeOffset="117659.612">9920 3108,'-27'-102,"31"124,1-1,1 1,1-1,1-1,9 17,15 16,2-1,3-2,2-1,40 37,42 54,156 196,-241-295,32 36,4-3,2-3,25 14,-36-37,-14-13,-1 3,-2 2,23 27,134 157,-165-174,-3 1,-2 2,25 55,-30-55,60 86,-74-113,1-2,2 0,0 0,1-2,2 0,13 12,-32-33,-1-1,1 1,-1 0,1 0,-1 0,1 0,0-1,-1 1,1 0,0 0,0-1,-1 1,1-1,0 1,0-1,0 1,0-1,0 1,0-1,0 0,0 0,-1 1,1-1,0 0,0 0,0 0,0 0,0 0,0 0,0 0,0 0,0-1,0 1,0 0,0-1,0 1,0 0,0-1,0 1,0-1,-1 1,1-1,0 0,0 1,-1-1,1 0,0 0,-1 1,1-1,-1 0,1 0,-1-1,0 0,0-1,0 1,0 0,0 0,-1 0,1 0,-1-1,0 1,1 0,-1 0,0 0,0 0,0 1,0-1,-1 0,1 0,0 1,-1-1,1 0,-2 0,-11-11</inkml:trace>
  <inkml:trace contextRef="#ctx0" brushRef="#br0" timeOffset="118169.126">11617 5167,'-1'1,"0"-1,-1 1,1 0,-1-1,1 1,0 0,0 0,-1 0,1 0,0 0,0 0,0 0,0 0,0 0,0 0,0 1,1-1,-1 0,0 1,1-1,-1 1,1-1,-1 0,1 1,0-1,-1 1,1-1,0 1,0 0,0-1,0 1,1-1,-1 1,0-1,1 1,-1-1,0 0,1 1,0-1,-1 1,1-1,0 0,0 0,0 1,0-1,0 0,0 0,115 40,-95-34,0 2,-1 0,0 1,0 1,-2 1,1 1,-1 0,-1 1,11 13,-26-25,-1 0,-1-1,1 0,-1 0,1 0,-1 0,1 0,0 0,-1 0,1 0,0 0,0 0,0 0,0-1,0 1,0 0,0 0,0-1,0 1,0-1,0 1,0-1,0 1,0-1,1 0,-1 0,0 1,0-1,0 0,1 0,-1 0,0 0,0 0,0-1,1 1,-1 0,0-1,0 1,0 0,0-1,0 1,1-1,-1 0,0 1,0-1,-1 0,1 0,1 0,2-12,-1 0,0 0,0 0,-2 0,1-1,-2 1,0 0,0-1,-2 1,1 0,-2-1,0 1,0 0,-1 1,-1-1,0 1,0 0,-7-10,-5-14,-2 0,-1 2,-2 0,-2 1,-1 1,58 60,-19-15</inkml:trace>
  <inkml:trace contextRef="#ctx0" brushRef="#br0" timeOffset="118922.315">12500 5608,'-186'202,"95"-100,-5-4,-30 21,55-69,71-49,-1-1,0 1,0-1,0 1,0-1,0 1,0-1,0 1,0-1,0 0,0 0,0 0,0 1,0-1,0 0,0 0,0 0,0-1,0 1,0 0,0 0,0 0,0-1,0 1,0-1,0 1,1 0,-1-1,0 0,0 1,0-1,0 1,1-1,-1 0,0 0,1 0,-1 1,0-1,1 0,-1 0,1 0,0 0,-1 0,1 0,0 0,-1 0,1 0,0 0,0 0,-2-55,3 51,1-26,2 1,1-1,1 1,7-17,-13 45,0 0,0 0,1 1,-1-1,0 0,1 0,-1 1,1-1,0 0,0 1,0-1,-1 0,1 1,1-1,-1 1,0 0,0-1,0 1,1 0,-1 0,1-1,-1 1,1 1,-1-1,1 0,0 0,-1 0,1 1,0-1,0 1,-1-1,1 1,0 0,0 0,0 0,-1 0,1 0,0 0,0 0,0 1,-1-1,1 1,0-1,0 1,-1 0,1-1,0 2,102 104,-77-85,0-2,1-1,0-2,1 0,1-2,1-1,0-2,1-1,0-1,1-1,-22-5,24 3,-25-7</inkml:trace>
  <inkml:trace contextRef="#ctx0" brushRef="#br0" timeOffset="119368.634">12460 5889,'36'-11,"1"2,-1 2,1 1,36-1,-71 6,0 1,-1-1,1 1,-1 0,1 0,0 0,-1 0,1 0,0 0,-1 0,1 0,-1 0,1 1,0-1,-1 1,1 0,-1-1,1 1,-1 0,1 0,-1 0,0 0,0 0,1 0,-1 0,0 0,0 0,0 1,0-1,0 0,0 1,0-1,-1 1,1-1,-1 1,1-1,-1 1,1-1,-1 1,0 0,1-1,-1 1,0 0,0-1,-1 1,1-1,0 1,0 0,-1-1,1 1,-1-1,0 2,-44 71,45-74,0 0,-1 0,1 0,0 1,-1-1,1 0,0 0,0 1,-1-1,1 0,0 0,0 1,-1-1,1 0,0 1,0-1,0 0,0 1,-1-1,1 0,0 1,0-1,0 0,0 1,0-1,0 0,0 1,0-1,0 0,0 1,0-1,0 1,0-1,0 0,1 1,-1-1,0 0,0 1,0-1,0 0,1 0,-1 1,0-1,0 0,1 1,-1-1,0 0,0 0,1 0,-1 1,0-1,1 0,-1 0,0 0,1 0,-1 0,0 1,1-1,-1 0,0 0,1 0,-1 0,0 0,1 0,-1 0,1 0,27-6,-25 5,-2 1,14-6,1 2,0 0,0 0,0 2,1 0,-1 0,0 2,1 0,-1 1,13 2,-27-2,0-1,0 1,0 0,-1 0,1 0,0 0,0 0,-1 0,1 0,0 1,-1-1,1 0,-1 1,0-1,0 1,1 0,-1 0,0-1,0 1,0 0,-1 0,1 0,0 0,-1 0,1 0,-1 0,0 0,0 0,1 0,-1 0,-1 0,1 0,0 0,0 0,-1 0,1 0,-1 0,0 0,1 0,-1 0,-42 73,32-62,-1 1,0-2,-1 1,0-2,-1 0,0 0,-1-1,0-1,-5 2,18-10,0 0,0 0,0-1,0 1,0 0,0-1,0 1,0-1,0 0,0 1,0-1,0 0,0 0,-1-1,1 1,0 0,0-1,0 1,0-1,0 0,0 1,0-1,-1-1,-12-12</inkml:trace>
  <inkml:trace contextRef="#ctx0" brushRef="#br0" timeOffset="120548.114">11658 2828,'7'25,"0"0,2 0,1-1,1 0,1-1,1-1,0 0,2 0,1-1,1-1,0-1,1-1,4 2,-6-2,356 404,231 209,-274-299,-247-246,4-3,4-4,2-4,11 1,-21-25,-40-26,-1 2,0 2,13 15,-49-39,0 0,0 1,0 0,-1 0,0 0,0 1,0 0,-1-1,0 1,0 0,-1 0,0 1,0-1,-1 0,0 1,0-1,0 3,22 53,-23-62,0-1,1 0,-1 0,0 0,0 1,0-1,0 0,1 0,-1 1,0-1,0 0,0 1,0-1,0 0,0 0,0 1,0-1,0 0,0 1,0-1,0 0,0 0,0 1,0-1,0 0,0 1,0-1,0 0,0 0,0 1,0-1,0 0,-1 0,1 1,0-1,0 0,0 0,-1 1,1-1,0 0,0 0,0 0,-1 0,1 1,0-1,-1 0,1 0,0 0,0 0,-1 0,1 0,0 0,0 0,-1 0,1 0,0 0,-1 0,1 0,0 0,-1 0,1 0,0 0,0 0,-1 0,1 0,0 0,0 0,-1 0,1-1,-12 0</inkml:trace>
  <inkml:trace contextRef="#ctx0" brushRef="#br0" timeOffset="121040.709">13623 5301,'7'8,"1"1,-1-2,1 1,0-1,1 0,0 0,0-1,1-1,-1 0,1 0,0 0,0-1,1-1,-1 0,1 0,17 5,0-1,0-1,1-2,-1 0,1-2,0-1,8-2,-32 1,-1-1,1 1,0-1,-1 0,1 0,0 0,-1 0,0-1,1 0,-1 0,0 0,0-1,0 1,0-1,0 0,-1 0,1 0,-1 0,0-1,0 0,0 1,0-1,-1 0,1 0,-1-1,0 1,0 0,-1-1,1 1,-1-1,0 1,-1-1,1-1,2-23,-1-1,-2 1,0 0,-2 0,-2 0,0 0,-2 0,-1 1,-8-19,-3 3,17 44,1-1,-1 1,1-1,-1 1,1 0,-1-1,1 1,-1 0,1 0,-1 0,1-1,-1 1,1 0,-1 0,1 0,-1 0,1 0,-1 0,0 0,1 0,-1 0,1 0,-1 0,1 0,-1 0,0 1,1-1,-1 0,1 0,-1 1,1-1,-1 0,1 0,0 1,-1-1,1 1,-1-1,1 0,0 1,-1-1,1 1,0-1,-1 1,1-1,0 1,0-1,0 1,-1 0,1-1,0 1,0-1,0 1,0-1,0 1,0-1,0 1,0 0,0-1,0 1,0-1,1 1,-1-1,0 1,0-1,0 1,1-1,-1 1,-2 38,0 0,3 0,1 0,2 0,2-1,2 1,1-1,1-1,16 36,-8-23,-2-9</inkml:trace>
  <inkml:trace contextRef="#ctx0" brushRef="#br0" timeOffset="121625.847">14599 5421,'-9'31,"-1"-1,-1 0,-2-1,-1-1,-1 0,-1 0,-1-2,-2 0,0-1,-2-1,-1-1,-1-1,-13 10,5-2,-2-2,-1 0,-1-3,-1-1,-1-1,-1-2,-1-2,-1-2,0-1,-38 9,7-18,69-7,1 0,-1 0,0 0,1-1,-1 1,0 0,1-1,-1 0,1 1,-1-1,1 0,-1 0,1 0,-1 0,1 0,0 0,0 0,0-1,-1 1,1 0,0-1,1 1,-1 0,0-1,0 1,0-1,1 0,-1 1,1-1,0 0,-1 1,1-1,0 0,0 1,0-1,0 0,0 1,0-1,1-1,2-8,0-1,1 0,0 1,1 0,1 0,0 0,0 0,1 1,0 0,1 1,0 0,0 0,8-5,-13 10,1 0,-1 0,1 1,0 0,0-1,1 1,-1 1,1-1,-1 1,1 0,0 0,0 0,0 0,0 1,0 0,0 0,1 1,-1-1,0 1,0 0,0 0,1 1,-1 0,0 0,0 0,3 1,17 10,-1 0,0 2,-1 0,-1 2,10 9,35 23,-39-28,2-1,0-2,1-1,1-1,0-2,6 0,-35-12,-1 0,1 0,0 0,-1 0,1-1,0 0,0 1,0-1,-1 0,1 0,0-1,0 1,-1 0,1-1,0 0,-1 0,1 1,0-2,0 1,7-8</inkml:trace>
  <inkml:trace contextRef="#ctx0" brushRef="#br0" timeOffset="122000.534">14613 5756,'57'-12,"-54"11,1 1,0-1,0 1,-1 0,1 0,0 0,0 0,-1 1,1-1,0 1,0 0,-1 0,1 1,-1-1,1 1,-1 0,0 0,0 0,1 0,-1 0,0 1,-1-1,1 1,0 0,-1 0,0 0,0 0,0 0,0 0,0 1,0-1,-1 1,0 7,0 0,-1 0,-1 0,0 0,0 0,-1-1,-1 1,1 0,-2-1,1 0,-2 1,1-1,-1-1,-1 1,0-1,0 0,-1 0,-6 6,-28 49,40-63,0 0,0-1,1 1,-1 0,0 0,1 0,-1-1,1 1,-1 0,1 0,-1 0,1 0,0 0,-1 0,1 0,0 0,0 0,0 0,-1 0,1 0,0 0,1 0,-1 0,0 0,0 0,0 0,0 0,1 0,-1 0,1 0,-1 0,0-1,1 1,0 0,-1 0,1 0,-1 0,1-1,0 1,0 0,-1-1,1 1,0-1,0 1,0 0,0-1,0 0,0 1,0-1,-1 0,1 1,0-1,0 0,0 0,0 0,0 0,0 0,0 0,1 0,-1 0,19-2,1-1,-2 0,1-2,0 0,-1-1,0-1,0-1,7-5,-9 5,210-108,-161 74</inkml:trace>
  <inkml:trace contextRef="#ctx0" brushRef="#br0" timeOffset="123331.215">13716 2774,'58'74,"-6"-19,1-3,3-1,3-4,1-2,53 30,-4 0,-31-21,-2 4,-3 3,-3 3,-3 3,-3 3,20 30,90 165,-107-156,5-3,17 13,-6-24,4-4,4-3,3-5,6-3,-56-44,-2 1,-1 2,-2 1,-1 3,25 39,55 53,-60-44,-59-90,1-1,0 1,0-1,0 1,0-1,0 0,0 1,0-1,0 1,0-1,0 1,1-1,-1 1,0-1,0 1,0-1,1 1,-1-1,0 0,0 1,1-1,-1 1,0-1,1 0,-1 1,0-1,1 0,-1 0,1 1,-1-1,0 0,1 0,-1 1,1-1,-1 0,1 0,-1 0,1 0,-1 0,1 0,-1 0,1 0,-1 0,1 0,-1 0,0 0,1 0,-1 0,1 0,-1 0,1-1,-1 1,1 0,-1 0,0-1,1 1,-1 0,1 0,-1-1,0 1,1 0,-1-1,0 0,2-8</inkml:trace>
  <inkml:trace contextRef="#ctx0" brushRef="#br0" timeOffset="123807.819">16150 4900,'3'27,"1"0,1 0,1 0,2-1,0 0,2 0,1-1,1 0,2 1,147 247,-130-229,-48-48,-8-6,-8-4,-2 1,0 2,0 1,-4 1,-9 2,0 1,0 3,0 2,0 2,0 2,0 2,-33 9,57-7,17-3,11-3</inkml:trace>
  <inkml:trace contextRef="#ctx0" brushRef="#br0" timeOffset="124964.822">16912 5260,'-22'55,"-3"-2,-1-1,-3-1,-2-2,-2 0,-3-3,-1-1,-2-1,-32 25,62-60,0-2,-1 1,0-1,0-1,-1 0,0 0,0-1,0-1,-5 2,14-5,0-1,0 0,0 1,0-1,0 0,0 0,0 0,0 0,0 0,0-1,0 1,0-1,0 1,0-1,0 0,0 1,1-1,-1 0,0 0,1-1,-1 1,0 0,1 0,0-1,-1 1,1-1,0 1,-1-1,1 0,0 1,0-1,1 0,-1 0,0 0,0 1,1-3,-11-72,10 72,0 0,0-1,1 1,0 0,0-1,0 1,0-1,1 1,0 0,-1-1,2 1,-1 0,0 0,1 0,0 0,0 0,0 0,0 0,1 1,0-1,-1 1,1 0,0-1,1 1,-1 1,1-1,-1 0,1 1,0 0,0 0,0 0,0 0,2 0,5 2,1 1,0 0,0 0,0 1,0 1,-1 0,0 0,1 1,-1 1,0 0,-1 0,0 1,1 1,-2-1,1 2,5 4,3 2,-1 0,-1 0,0 2,-1 0,0 1,-2 0,12 18,-21-27,-2-4,-1 0,1 1,-1-1,1 0,0 0,1 0,-1-1,1 1,-1 0,1-1,0 0,1 0,-1 1,1-2,-1 1,1 0,0-1,0 0,0 0,0 0,0 0,0-1,0 1,1-1,-1 0,1-1,-1 1,1-1,-1 1,1-2,-1 1,4-1,9-6</inkml:trace>
  <inkml:trace contextRef="#ctx0" brushRef="#br0" timeOffset="125257.941">16992 5769,'4'-16,"5"-12,-1-6,2-1,-1 0,-3 4,-1 5,-3 9,0 12,-2 17,0 12,-1 11,3 9,3 2,3-1,3-5,-2-10</inkml:trace>
  <inkml:trace contextRef="#ctx0" brushRef="#br0" timeOffset="127028.949">16283 2708,'54'63,"207"162,-216-173,-3 2,-2 1,-2 3,5 15,85 125,-20-63,51 43,-49-58,62 93,-62-48,9 35,57 86,-151-248,101 150,82 88,-176-237,2-3,1 0,2-3,1-1,20 12,-56-43,-1 0,0 0,0 0,0 0,-1 0,1 0,0 0,0 0,0-1,0 1,0 0,1-1,-1 1,0 0,0-1,0 0,0 1,1-1,-1 0,0 1,0-1,1 0,-1 0,0 0,0 0,1 0,-1-1,0 1,0 0,1 0,-1-1,0 1,0-1,0 1,0-1,1 0,-1 1,0-1,0 0,0 0,0 1,0-2,2-8</inkml:trace>
  <inkml:trace contextRef="#ctx0" brushRef="#br0" timeOffset="127776.323">18008 5408,'0'3,"1"0,-1 0,1 1,0-1,0 0,0 0,0 0,1 0,-1-1,1 1,0 0,0-1,0 1,0-1,0 1,0-1,0 0,1 0,-1 0,1 0,0 0,0-1,0 1,73 29,-73-30,381 105,-378-104,-4-1,-1 0,0 0,0 0,0 0,0-1,0 1,1 0,-1-1,0 1,1 0,-1-1,0 0,1 1,-1-1,1 0,-1 0,1 1,-1-1,1 0,-1 0,0-1,1 1,-1 0,1 0,-1-1,0 1,1-1,-1 1,0-1,1 0,-1 0,0 1,0-1,1 0,-1 0,0 0,0 0,0 0,0 0,-1 0,1-1,0 1,0 0,-1 0,1-1,0 1,-1-1,0 1,-2-19,-2-1,0 1,-2 0,0 1,-1-1,-4-6,5 11,-9-22,-2 0,-2 2,-1 0,-1 1,-19-21,12 29,28 26,-1 1,1-1,-1 1,1-1,-1 1,1-1,-1 1,1-1,0 1,-1 0,1-1,0 1,-1 0,1-1,0 1,0 0,0-1,0 1,0 0,-1 0,1-1,1 1,-1 0,0-1,0 1,0 0,0 0,0-1,1 1,-1 0,0-1,0 1,1 0,-1-1,1 1,-1-1,0 1,1 0,-1-1,1 1,0-1,105 277,-102-265,1 0,0-1,1 1,0-1,1 0,0-1,1 0,0 0,0-1,1 1,0-2,10 8,-3-9</inkml:trace>
  <inkml:trace contextRef="#ctx0" brushRef="#br0" timeOffset="129380.329">20094 5395,'-109'147,"78"-103,-2-2,-1-1,-3-2,-1-2,-1-1,-2-2,-2-2,-1-2,-7 2,48-29,-1 1,0-1,-1-1,1 1,0-1,-1 1,0-1,1 0,-1-1,0 1,0-1,0 0,0 0,0-1,0 0,0 1,0-2,0 1,0 0,0-1,0 0,0 0,0-1,0 0,0 1,1-1,-1-1,1 1,-1-1,1 0,0 0,0 0,-3-3,0-9,1-1,0 1,1-1,1 0,0 0,1-1,1 1,0-1,2 1,0-1,1-6,-2 19,0 0,1-1,0 1,0-1,0 1,0-1,1 1,-1-1,1 1,0-1,1 1,-1 0,1 0,-1 0,2 0,-1 0,0 0,1 0,-1 1,1-1,0 1,0-1,0 1,1 0,-1 1,1-1,0 0,0 1,0 0,0 0,0 0,4-1,2 1,1 1,-1 0,1 0,-1 1,1 0,0 1,-1 0,1 1,-1 0,0 0,0 1,0 1,0 0,0 0,5 3,8 6,-1 1,0 0,-1 2,-1 0,14 15,-3 2,-2 1,-1 1,-2 2,9 18,4 4,-36-53,0 0,1-1,-1 1,2-1,-1 0,0 0,1 0,0 0,0-1,0 0,1 0,-1 0,1-1,0 0,0 0,0 0,0-1,1 0,-1 0,1-1,-1 1,1-1,-1-1,5 1,30-11,-2-5</inkml:trace>
  <inkml:trace contextRef="#ctx0" brushRef="#br0" timeOffset="129687.411">20468 5916,'0'5,"1"-1,0 0,1 1,-1-1,1 0,0 0,0 0,0 0,0 0,1 0,-1-1,1 1,0-1,0 0,0 0,1 0,-1 0,1-1,0 1,0-1,-1 0,1 0,1 0,-1 0,0-1,0 0,1 0,-1 0,0 0,1-1,-1 0,1 1,2-2,3 1,0 0,0 0,0-2,0 1,0-1,0-1,0 1,0-2,-1 0,1 0,-1 0,0-1,-1 0,1-1,-1 0,0-1,0 1,3-5,-9 8,0 1,-1-1,1 0,0 0,-1 0,1 0,-1 0,0 0,0 0,0 0,-1 0,1-1,-1 1,1 0,-1-1,0 1,-1 0,1 0,0-1,-1 1,0 0,0 0,0-1,0 1,0 0,-1 0,1 0,-1 1,0-1,0 0,0 1,-1-2,-4-4,0 1,0 1,0-1,-1 1,0 1,-1-1,1 1,-1 1,0 0,-5-2,2 2,-1 0,1 2,-1-1,0 1,0 1,0 1,0 0,0 0,0 1,0 1,0 0,0 1,0 0,1 1,-1 0,1 1,0 1,1 0,-1 0,1 1,1 0,-1 1,1 1,0 0,1 0,0 0,1 1,0 1,0-1,1 1,1 1,-1-1,2 1,-2 5,-8 29,7-6</inkml:trace>
  <inkml:trace contextRef="#ctx0" brushRef="#br0" timeOffset="130069.038">21083 5073,'-134'87,"3"6,-44 45,-164 165,-27 55,205-199,-366 367,453-452,74-74,-1 0,1 1,0-1,-1 1,1-1,-1 0,1 0,-1 1,1-1,0 0,-1 0,1 1,-1-1,0 0,1 0,-1 0,1 0,-1 0,1 0,-1 0,1 0,-1 0,1 0,-1 0,1 0,-1 0,1 0,-1-1,1 1,-1 0,1 0,-1 0,1-1,-1 1,1 0,-1-1,1 1,0 0,-1-1,1 1,0-1,-1 1,1-1,0 1,0-1,-1 1,1-1,0 1,0-1,0 1,-1-1,1 1,0-1,0 1,0-1,0 1,0-1,0 1,0-1,0 1,1-1,-1 1,0-1,0 1,0-1,1 0,0-31,5-4</inkml:trace>
  <inkml:trace contextRef="#ctx0" brushRef="#br0" timeOffset="130418.363">19225 5221,'27'20,"30"21,27 19,28 15,23 16,19 10,10 6,3 1,-5-2,-12-5,-17-7,-18-7,-22-8,-20-10,-17-10,-16-15,-16-19,-10-15</inkml:trace>
  <inkml:trace contextRef="#ctx0" brushRef="#br0" timeOffset="132736.479">22433 5956,'0'171,"-7"-137,6-34,0 0,0-1,0 1,0-1,0 1,1 0,-1-1,0 1,0-1,1 0,-1 1,0-1,1 1,-1-1,1 0,-1 0,1 1,-1-1,1 0,-1 0,1 0,0 1,-1-1,1 0,0 0,0 0,0 0,0 0,0 0,0 0,0 0,0 1,0-1,0 0,0 0,0 0,1 0,-1 0,1-19,1 1,1 0,1 0,1 0,0 1,1 0,1 0,1 0,0 1,1 0,7-8,-9 13,1 1,0-1,1 1,0 1,1 0,0 0,1 1,9-6,-16 12,0 1,-1-1,1 1,1 0,-1 1,0-1,0 1,1-1,-1 1,1 1,-1-1,1 1,-1-1,1 1,-1 0,1 1,-1-1,1 1,-1 0,1 0,-1 1,0-1,0 1,1 0,-1 0,0 0,-1 0,3 2,1 2,0 0,0 0,0 1,-1 0,1 0,-2 1,1 0,-1 0,0 0,-1 0,0 1,0-1,-1 1,0 0,-1 1,0-1,0 0,-1 1,0-1,-1 0,0 1,0-1,-1 3,0-9,0 0,-1 1,1-1,-1 0,1 0,-1 0,0 0,0-1,-1 1,1 0,0-1,-1 0,0 1,1-1,-1 0,0 0,0-1,0 1,0 0,-1-1,1 0,0 0,-1 0,1 0,-1-1,1 1,0-1,-1 0,1 0,-1 0,1 0,-1-1,1 1,-1-1,1 0,0 0,-1 0,1-1,0 1,0-1,0 1,0-1,0 0,0 0,1-1,-3-1,4 3,0 0,1 1,-1-1,0 0,1 0,-1 0,0 0,1 0,-1 0,1 0,-1 0,1 0,0 0,-1 0,1-1,0 1,0 0,0 0,0 0,0 0,0 0,0-1,0 1,1 0,-1 0,0 0,1 0,-1 0,0 0,1 0,0 0,-1 0,1 0,-1 0,1 0,0 0,0 0,0 1,-1-1,1 0,0 1,0-1,0 0,0 1,0-1,0 1,0-1,1 1,56-13,-47 12,27-1,-1-2,0-1,0-2,-1-2,0-1,0-2,-1-1,7-5,-36 15,-1 0,0 0,1-1,-1 1,0-1,-1 0,1-1,-1 1,0-1,0 0,0 0,-1 0,1 0,-1-1,-1 0,1 1,-1-1,0 0,0 0,0-2,-2 7,1-1,-1 1,0 0,0-1,0 1,0 0,0 0,0-1,0 1,0 0,-1-1,1 1,0 0,-1 0,1-1,-1 1,1 0,-1 0,0 0,0 0,1 0,-1 0,0 0,0 0,0 0,0 0,0 0,0 1,0-1,0 0,0 1,-1-1,1 0,0 1,0 0,-1-1,1 1,0 0,0 0,-1-1,1 1,0 0,-1 0,1 1,0-1,-1 0,-56 21,50-15,0 0,1 1,0-1,1 2,-1-1,2 1,-1 0,1 0,0 1,0-1,1 1,0 1,2-5,0-1,1 1,-1-1,1 1,0-1,1 1,-1 0,1-1,0 1,0 0,0-1,1 1,-1 0,1-1,1 1,-1-1,0 1,1-1,0 1,0-1,0 0,1 0,-1 0,1 0,0-1,0 1,7 3,-1-1,1 1,0-2,1 1,0-2,-1 1,1-1,1-1,-1 0,0-1,1 0,0 0,-1-1,1-1,9-1,73 1,-3-6</inkml:trace>
  <inkml:trace contextRef="#ctx0" brushRef="#br0" timeOffset="133581.824">24866 5728,'-8'38,"1"0,2 0,2 1,2-1,1 1,2-1,2 1,1-1,3 0,1 2,13 106,-15-93,-3 0,-2 1,-2-1,-3 0,-6 40,-14-28,22-65,1 1,-1-1,1 0,-1 1,1-1,-1 0,1 1,-1-1,1 0,-1 0,1 0,-1 0,1 1,-1-1,0 0,1 0,-1 0,1 0,-1 0,0 0,1 0,-1 0,1-1,-1 1,1 0,-1 0,1 0,-1-1,1 1,-1 0,1-1,-1 1,1 0,-1-1,1 1,-1 0,1-1,0 1,-1-1,1 1,0-1,-1 1,1-1,0 1,0-1,0 1,-1-1,1 1,0-1,0 0,0 1,0-1,0 1,0-1,0 1,0-1,-23-114,18 78,-91-551,84 501,12 86,1-1,-1 1,0-1,0 1,1 0,-1-1,1 1,-1-1,1 1,0 0,0-1,-1 1,1 0,0 0,0-1,0 1,0 0,0 0,1 0,-1 0,0 1,0-1,1 0,-1 0,0 1,1-1,-1 1,1-1,-1 1,1 0,-1-1,1 1,-1 0,1 0,-1 0,1 0,58 7,-58-7,40 10,-1 1,-1 1,0 3,-1 1,19 12,-56-27,1-1,0 1,-1 0,0 0,1 0,-1 0,1 0,-1 0,0 1,0-1,0 1,0-1,0 1,0 0,0 0,-1 0,1 0,-1 0,1 0,-1 1,0-1,0 0,0 1,0-1,0 1,0-1,-1 1,1-1,-1 1,0-1,0 1,0 0,0-1,0 1,0-1,-1 1,1-1,-1 1,0-1,0 1,0 0,-8 4,1-1,-1 0,0 0,0-1,0-1,-1 0,0 0,0 0,0-1,0-1,0 0,-1 0,1-1,-7 0,16-1,0 0,0 1,0-1,0 0,0 0,0 1,0-1,0 0,0 0,0 0,1 0,-1 0,0-1,0 1,0 0,0 0,0 0,0-1,0 1,0-1,1 1,-1-1,0 1,0-1,1 1,-1-1,0 1,0-1,1 0,-1 0,1 1,-1-1,1 0,-1 0,1 0,-1 1,1-1,0 0,-1 0,1 0,0 0,0 0,0 0,0 0,0 0,0 0,0 0,0 0,0 1,0-1,0 0,1 0,-1 0,0 0,1 0,-1 0,1 0,0 0,10-17,2 0,0 1,1 1,1 0,0 1,1 0,17-10,-28 20,23-20,2 2,0 0,2 2,31-15,-62 35,0 0,0 0,0 0,1 0,-1 0,0 1,0-1,0 1,1-1,-1 1,0-1,0 1,1-1,-1 1,0 0,1 0,-1 0,1 0,-1 0,0 0,1 0,-1 0,0 1,1-1,-1 1,0-1,0 1,1-1,-1 1,0-1,0 1,0 0,0 0,0 0,0 0,0-1,0 1,0 1,0-1,0 0,0 0,-1 0,1 0,-1 0,1 1,0-1,-6 177,5-173,1 0,0 0,0-1,0 1,0 0,1-1,0 1,0-1,0 0,0 0,1 0,-1 0,1 0,0 0,1 0,-1-1,1 0,-1 0,1 0,0 0,0 0,0-1,1 0,-1 1,0-2,1 1,-1 0,1-1,0 0,0 0,-1-1,1 1,0-1,0 0,0 0,-1 0,5-2,18-9,-5-4</inkml:trace>
  <inkml:trace contextRef="#ctx0" brushRef="#br0" timeOffset="133769.322">25361 5395,'-14'2,"-4"8,3 6,9 6,9 5,5-2</inkml:trace>
  <inkml:trace contextRef="#ctx0" brushRef="#br0" timeOffset="134353.506">25655 6037,'10'-5,"0"1,0-1,-1 0,1-1,-1 0,-1-1,1 0,-1 0,0-1,-1 0,0 0,0-1,-1 1,0-2,0 1,-1-1,0 1,-1-2,0 1,-1 0,0-1,0 1,-1-1,0 0,-1-11,0 20,-1-1,1 1,-1-1,1 0,-1 1,0-1,0 0,-1 1,1-1,-1 0,1 1,-1-1,0 1,0-1,0 1,0-1,0 1,0 0,-1-1,1 1,-1 0,0 0,1 0,-1 0,0 0,0 1,0-1,-1 0,1 1,0 0,-1-1,1 1,0 0,-1 0,1 1,-1-1,0 0,1 1,-1-1,0 1,1 0,-1 0,0 0,1 0,-1 1,0-1,0 1,-3 4,0 0,0 1,0-1,1 1,0 1,0-1,0 1,1-1,0 1,0 1,1-1,0 0,0 1,1 0,0-1,0 1,1 0,0 0,0 0,1 0,0 0,1 7,-1-7,1 0,0-1,0 1,0-1,1 1,0-1,1 1,0-1,0 0,0 0,1-1,0 1,0-1,1 0,0 0,0 0,0 0,1-1,0 0,0 0,0-1,0 0,1 0,0 0,0-1,0 1,0-2,0 1,1-1,-1 0,1-1,3 1,-2-1,0 1,0-2,0 1,0-1,0 0,0-1,1 0,-1-1,0 1,-1-2,1 1,0-1,-1-1,1 0,-1 0,0 0,0-1,-1 0,0-1,1 0,-2 0,1 0,-1-1,0 0,0 0,-1 0,4-8,0-4,-1 0,-1 0,-1-1,0 1,-2-1,0 0,-2-1,0 1,-1-21,-1 39,-1 0,1 0,-1 0,1 0,0 0,0 0,0 0,0 0,1 0,-1 0,0 0,1 0,0 0,-1 0,1 0,0 0,0 0,0 1,0-1,0 0,0 0,1 1,-1-1,1 1,-1-1,1 1,-1 0,1 0,0 0,0 0,-1 0,1 0,0 0,0 0,0 1,0-1,0 1,1-1,110 22,-96-18,-5-1,1 0,-1 1,1 0,-1 1,0 0,-1 1,1 0,-1 1,0 0,6 4,-13-5,-1 0,0-1,0 1,0 0,0 1,-1-1,0 0,0 1,0-1,0 1,-1 0,0 0,-1-1,1 1,-1 0,0 0,0 0,-1 0,0 0,0-1,0 1,1-1,0 0,-1 0,2 0,-1 0,1 1,-1-1,1 0,1 0,-1 0,1 0,0 0,0-1,0 1,1-1,0 1,-1-1,2 0,-1 0,0 0,1 0,0-1,1 2,8 1,1-1,-1-1,1 0,0-1,0 0,0-1,0 0,0-2,1 1,-1-2,0 0,5-1,101-19,-70 5</inkml:trace>
  <inkml:trace contextRef="#ctx0" brushRef="#br0" timeOffset="135129.107">27005 5782,'-6'-5,"0"1,0 0,0 0,-1 1,1 0,-1 0,0 0,0 1,0 0,0 0,0 1,0 0,0 0,-1 0,1 1,0 0,-1 1,1 0,0 0,0 0,0 1,0 0,0 1,0-1,0 1,1 0,-1 1,1 0,0 0,0 0,0 1,1 0,0 0,-1 1,2-2,1-1,0 1,1-1,-1 1,1 0,-1 0,1 0,1 0,-1 0,0 1,1-1,0 1,0-1,0 1,1-1,-1 1,1-1,0 1,1-1,-1 1,1-1,0 1,0-1,0 1,0-1,1 0,0 1,0-1,0 0,0 0,1 0,-1-1,1 1,0-1,0 1,1-1,-1 0,1 0,-1 0,1-1,1 1,1 0,0 0,0-1,1 0,0 0,-1 0,1-1,0 0,-1 0,1-1,0 0,0 0,0-1,0 1,-1-1,1-1,0 1,-1-1,1-1,-1 1,0-1,0 0,0 0,0-1,3-2,2-3,0 0,-1 0,0-1,0 0,-1-1,-1 0,0-1,0 1,-1-1,-1-1,4-9,2-19,-1 0,-2-1,-2-1,-2 1,-2-1,-1 0,-3 0,-1 0,-2 0,-3 1,0 0,-8-17,12 41,0 3,1 1,-2 1,0-1,0 0,-1 1,-1 0,0 0,-3-3,9 16,0-1,-1 1,1-1,0 0,-1 1,1-1,0 1,-1-1,1 1,-1-1,1 1,-1-1,1 1,-1 0,1-1,-1 1,1 0,-1-1,0 1,1 0,-1 0,1-1,-1 1,0 0,1 0,-1 0,0 0,1 0,-1 0,0 0,1 0,-1 0,1 0,-1 0,0 1,1-1,-1 0,0 0,1 1,-1-1,1 0,-1 1,1-1,-1 1,1-1,-1 0,1 1,-1-1,1 1,-1 0,-15 32,6 5,1 0,2 0,2 1,1 0,3 0,0 0,3 0,3 14,-1-19,1 1,2-1,1 0,1-1,2 0,2-1,1 0,8 12,-14-29,1-1,0 1,1-2,1 1,0-1,0-1,2 0,-1-1,2 0,-1-1,1-1,1 0,0 0,0-2,1 0,-1-1,2 0,0-1,-7-3,0-1,0 0,0-1,0 0,0 0,0-1,0 0,0-1,-1 0,1-1,-1 0,1 0,-1-1,0 0,0-1,-1 0,1 0,-1-1,0 0,-1 0,1-1,-1 0,0 0,-1-1,3-4,134-172,-142 183,1-1,0 0,0 1,-1-1,1 0,0 0,-1 0,0-1,1 1,-1 0,0 0,0-1,0 1,0-1,-1 1,1-1,-1 1,1-1,-1 1,0-1,0 1,0-1,0 1,-1-1,1 0,-1 1,1 0,-1-1,0 1,0-1,-8-2</inkml:trace>
  <inkml:trace contextRef="#ctx0" brushRef="#br0" timeOffset="136664.743">27726 5662,'0'0,"-1"-5,-1 1,1-1,-1 1,0 0,-1 0,1 0,-1 0,0 0,1 1,-2-1,1 1,0-1,-1 1,0 1,1-1,-1 0,0 1,0 0,-1 0,1 0,0 0,-1 1,-4-2,4 3,0 0,0 0,0 0,0 0,0 1,1 0,-1 0,0 0,0 1,0-1,1 1,-1 0,1 1,-1-1,1 1,0 0,0 0,0 0,1 0,-1 1,1-1,-1 1,1 0,1 0,-1 1,0-1,-5 9,1 0,1 0,0 0,1 0,0 1,1 0,1 0,-2 8,4-14,0 1,0-1,1 0,0 1,0-1,1 0,0 1,0-1,1 0,0 0,1 0,0 0,0-1,0 1,1-1,0 1,1-1,0-1,0 1,0-1,1 1,0-2,0 1,0-1,1 0,0 0,0 0,4 1,10 3,0-1,0-1,1-1,-1-1,1 0,1-2,-1-1,0-1,1 0,-1-2,14-2,60-6</inkml:trace>
  <inkml:trace contextRef="#ctx0" brushRef="#br2" timeOffset="162064.756">6939 2560,'-1'-4,"0"0,-1 0,1-1,-1 1,0 0,0 0,0 1,-1-1,1 0,-1 1,0 0,0-1,0 1,0 0,-1 1,1-1,-1 0,0 1,1 0,-1 0,0 0,-1 1,1-1,0 1,0 0,0 0,-1 0,-1 0,-21-9,-35-18,43 18,-1 1,0 0,0 2,-1 0,-15-2,-212-13,178 3,-72-11,-90 25,201 2,0 1,-1 2,1 1,0 1,0 2,0 1,0 1,-2 3,-238 86,244-84,-30 12,1 2,1 3,1 3,2 1,1 3,2 2,2 2,-1 4,36-30,0 1,0 0,1 1,1 1,0 0,2 0,-1 0,2 1,0 0,1 1,1 0,1 0,0 0,2 0,0 0,0 8,2 7,1-1,1 0,2 1,2-2,0 1,2-1,2 0,12 29,-9-25,2 0,1-2,1 0,2-1,2-1,0 0,2-2,16 15,-3-10,2-1,2-1,0-2,2-2,40 19,-33-29,0-2,1-1,1-3,0-3,0-1,1-3,0-2,0-2,0-3,9-3,32 4,319-4,-350-1,0-4,-1-2,0-2,-1-4,28-12,284-132,-354 154,15-8,4 2,-2-2,1-1,-2-2,-1-1,0-2,-1-1,-2-1,0-2,-2-1,23-28,-28 19,-2 0,-1-2,-2 0,-1-2,-2 0,-2 0,-2-1,2-17,-7 20,-1 1,-2-1,-2 0,-1 0,-2 0,-2 0,-1 1,-2 0,-2 0,-1 0,-2 1,-1 1,-2 0,-4-4,12 24,0 0,-1 0,-1 1,-1 0,0 0,-1 1,0 1,-1 0,0 0,-1 1,0 1,-1 0,0 1,0 1,-1 0,-1 1,1 0,-1 1,0 1,-13-3,0 4,0 2,1 1,-1 1,0 1,0 1,1 2,-1 1,1 1,0 2,1 0,0 2,0 1,1 1,1 1,0 2,0 0,2 2,0 0,-9 11,0 3</inkml:trace>
  <inkml:trace contextRef="#ctx0" brushRef="#br2" timeOffset="163366.474">7020 3082,'-13'-1,"29"0,4 0,183-19,-81 6,2 6,37 5,-122 4,0 2,0 2,-1 1,1 2,-2 1,1 3,-1 1,-1 1,13 9,20 18,-3 3,-2 3,-1 3,8 12,-5-5,28 22,21 13,-5 6,-4 5,29 41,-92-90,11 14,3-2,3-3,3-2,9 3,-45-43,38 29,-2 2,-3 3,38 46,173 240,-235-292,-2 3,-3 1,-1 1,12 37,-24-49,2-1,1-1,2-1,1-1,14 13,-31-43,-26-22,-4 6,-1 1</inkml:trace>
  <inkml:trace contextRef="#ctx0" brushRef="#br2" timeOffset="163770.221">9907 5434,'35'17,"0"2,-2 1,0 1,13 12,82 52,-123-81,0 0,0-1,1 0,-1 0,0 0,1 0,0-1,0 0,0 0,0-1,0 1,0-1,0-1,0 1,0-1,0 0,1 0,-1-1,0 0,0 0,0-1,0 1,0-1,-1 0,1-1,0 1,-1-1,0-1,5-2,-3-6,0-1,0 0,-1-1,-1 1,0-1,-1 0,-1-1,0 1,-1-1,0 1,-1-1,-1 1,0-1,-1 0,-1 1,0-1,-1 1,-4-13,-10-41,-3 1,-21-42,24 75,14 38,4 11,1 5</inkml:trace>
  <inkml:trace contextRef="#ctx0" brushRef="#br2" timeOffset="164618.765">10375 5876,'-3'16,"0"16,0 19,1 17,3 17,1 15,2 10,1 8,0 3,0 0,3-5,-1-8,2-14,0-16,2-21,-2-29,-1-20</inkml:trace>
  <inkml:trace contextRef="#ctx0" brushRef="#br2" timeOffset="165161.768">10121 6076,'-2'-7,"0"0,1 1,0-1,0 0,1 0,0 0,0 0,1 0,-1 0,1 0,1 0,0 0,0 1,0-1,0 1,1-1,0 1,1 0,-1 0,1 0,1 1,-1-1,2-1,5-1,-1 0,1 1,1 0,-1 1,1 0,0 0,1 2,-1-1,1 2,0-1,0 2,0 0,0 0,1 1,-1 1,0 0,0 1,1 1,3 1,-14-3,0 1,0 0,0 0,0 0,0 0,0 0,0 1,0-1,-1 1,1 0,-1 0,1 0,-1 0,0 0,1 0,-1 1,-1-1,1 1,0 0,-1-1,1 1,-1 0,0 0,1 0,-2 0,1 0,0 0,-1 0,1 0,-1 0,0 0,0 1,0-1,0 4,-1-1,0 1,0 0,-1 0,0-1,0 1,-1-1,1 0,-1 0,-1 0,1 0,-1 0,0 0,-4 3,-66 39,47-35,57-8,36-6,121 7,-184-6,0 0,0 0,1 1,-1-1,0 1,0-1,0 1,0 0,0 0,0 1,0-1,0 1,0-1,-1 1,1 0,0 0,-1 0,0 0,1 0,-1 1,0-1,0 1,0 0,-1-1,1 1,0 1,-3-1,-1-1,1 1,0-1,-1 1,0-1,1 0,-1 0,0 1,0-1,0-1,0 1,-1 0,1 0,-1-1,1 0,-1 1,1-1,-1 0,1 0,-1 0,-2 0,0 1,-108 33,88-29,1 0,0 2,0 1,0 1,-16 10,39-20,0 0,1 0,-1 0,1 0,-1 0,1 1,-1-1,1 0,-1 0,1 0,-1 0,1 1,-1-1,1 0,-1 0,1 1,-1-1,1 0,-1 1,1-1,0 1,-1-1,1 0,0 1,-1-1,1 1,0-1,0 1,-1-1,1 1,0-1,0 1,0-1,0 1,0 0,-1-1,1 1,0-1,0 1,0-1,1 1,-1-1,0 1,0 0,0-1,0 1,0-1,1 1,-1-1,0 1,1-1,-1 0,0 1,1-1,-1 1,0-1,1 1,-1-1,1 0,-1 1,0-1,1 0,0 0,11 4</inkml:trace>
  <inkml:trace contextRef="#ctx0" brushRef="#br2" timeOffset="165482.145">10842 6130,'11'9,"0"0,1-1,-1 0,1-1,1 0,0-1,7 3,-16-7,0-1,1 0,-1 0,1 0,-1 0,1-1,-1 1,1-1,0 0,-1-1,1 1,-1-1,1 0,-1 0,1 0,-1-1,0 0,0 1,0-1,0-1,0 1,0-1,0 1,3-4,-2 1,0 0,0-1,-1 1,1-1,-1 0,0 0,-1-1,0 1,0-1,0 1,-1-1,1 0,-2 0,1 0,-1 0,0-1,-1 1,1 0,-2 0,1-1,-1 1,0 0,0 0,-1 0,0 0,0 0,-1 0,1 1,-2-1,1 1,-1 0,0-1,0 2,0-1,-1 0,0 1,0 0,-1 0,-2-1,4 4,1 0,-1 0,0 1,0-1,0 1,0 0,0 0,0 1,0-1,0 1,0 0,0 0,-1 0,1 1,0-1,0 1,0 0,0 0,0 1,0-1,1 1,-1-1,0 1,1 1,-1-1,1 0,0 1,-2 2,-8 6,2 1,0 0,0 1,1 1,1-1,-6 11,-27 51,2 1</inkml:trace>
  <inkml:trace contextRef="#ctx0" brushRef="#br0" timeOffset="179874.609">5267 7855,'-3'-13,"4"19,6 24,18 112,-5 1,-1 138,-5-71,-11-174,1 1,2 0,1-1,6 12,-13-45,1 0,0 0,0 0,0 0,0-1,0 1,1 0,-1-1,1 1,0-1,0 1,-1-1,2 0,-1 0,0 0,0 0,1 0,-1-1,1 1,-1-1,1 1,0-1,0 0,-1 0,1 0,0 0,0-1,0 1,0-1,0 0,0 0,0 0,0 0,0 0,1-1,227-1,576 4,-527-8,-259 5,55 9,-75-8,0 0,-1 0,1 0,-1 0,1 0,-1 0,1 0,-1 0,1 1,-1-1,1 0,0 0,-1 1,0-1,1 0,-1 1,1-1,-1 0,1 1,-1-1,0 1,1-1,-1 1,0-1,1 1,-1-1,0 1,0-1,1 1,-1-1,0 1,0-1,0 1,0 0,0-1,0 1,0-1,0 1,0-1,0 1,0-1,0 1,0 0,-1-1,1 1,0-1,0 1,-1-1,1 1,0-1,0 1,-1-1,1 1,-1-1,1 0,0 1,-1-1,0 1,-29 14,9-10</inkml:trace>
  <inkml:trace contextRef="#ctx0" brushRef="#br0" timeOffset="180516.892">5374 7707,'1'-9,"0"0,0 0,1 0,0 0,0 0,1 0,0 1,1 0,0-1,0 1,1 0,0 1,0-1,1 1,0 0,0 1,1-1,6-4,4-3,2 1,0 0,0 1,1 2,0 0,1 1,3-1,2 2,-1 1,2 1,-1 1,1 1,-1 1,1 2,0 0,25 4,213 41,-139-19,-18-8,0-5,1-4,42-6,-145-2,6-1,1 0,0 1,-1 1,1 0,0 0,-1 1,1 1,-1 0,0 1,0 0,0 1,5 3,-12-2,0 1,0-1,-1 1,0 0,-1 0,0 0,0 1,0-1,-1 1,0-1,0 1,-1 0,0 0,0 0,-1 0,0 0,-1 0,0-1,0 1,-1 2,1 5,-10 335,17-241,4 1,6-2,24 87,-26-142</inkml:trace>
  <inkml:trace contextRef="#ctx0" brushRef="#br0" timeOffset="181049.292">5803 8001,'9'27,"5"26,8 21,3 21,3 19,-1 16,-3 10,-6 7,-7 0,-9-6,-9-13,-8-20,-1-28</inkml:trace>
  <inkml:trace contextRef="#ctx0" brushRef="#br0" timeOffset="181547.832">5762 8322,'1'-16,"-1"0,2 0,0 1,1-1,1 0,0 1,1 0,1 0,0 0,1 0,1 1,0 1,0-1,2 1,0 1,0-1,1 2,1 0,-1 0,2 1,0 0,0 1,0 1,1 0,1 0,0 2,54-14,-67 19,0 1,1 0,-1-1,1 1,-1 0,0 0,1 1,-1-1,0 0,1 1,-1 0,0-1,1 1,-1 0,0 0,0 0,0 0,0 1,0-1,0 1,0-1,-1 1,1-1,0 1,-1 0,1 0,0 2,-1 3,0-1,-1 1,0 0,0 0,-1 0,0 0,0 0,-1 0,1 0,-2-1,1 1,-1-1,0 1,0-1,0 0,-1 0,0-1,0 1,-1-1,1 0,-4 3,-105 112,175-144,-43 14,-1 2,1 0,1 1,-1 1,1 1,0 0,1 2,-1 0,19 1,-38 1,0 1,1 0,-1 0,1 0,-1 0,0 0,1 1,-1-1,0 0,1 1,-1-1,0 1,1-1,-1 1,0 0,0-1,0 1,0 0,0 0,1 0,-2 0,1 0,0 0,0 0,0 0,0 0,-1 0,1 0,0 1,-1-1,1 0,-1 1,1-1,-1 0,0 1,0-1,1 0,-1 1,0-1,0 0,-1 1,1-1,0 1,0 0,-5 7,0 0,-1 0,0 0,0 0,-1-1,0 0,0-1,-1 1,0-1,0-1,-1 0,0 0,-5 2,5-1,0 0,0-1,-1-1,1 0,-2 0,1 0,0-2,-1 1,0-1,1-1,-1 0,-4 0,14-2,1 0,-1 0,0 0,0-1,1 1,-1 0,1 0,-1-1,0 1,1 0,-1-1,1 1,-1-1,0 1,1-1,-1 1,1-1,0 1,-1-1,1 0,-1 1,1-1,0 1,0-1,-1 0,1 1,0-1,0 0,0 0,0 1,-1-1,1 0,0 1,0-1,1 0,-1 1,0-1,0 0,0 0,0 1,1-1,-1 0,0 1,0-1,1 1,-1-1,1 0,-1 1,0-1,1 1,-1-1,1 1,0-1,-1 1,1-1,-1 1,1 0,-1-1,1 1,0 0,-1 0,1-1,0 1,0 0,-1 0,2 0,17-16</inkml:trace>
  <inkml:trace contextRef="#ctx0" brushRef="#br0" timeOffset="181827.146">6378 8336,'-7'-16,"-2"-12,0-8,0-5,1-2,2-1,4 3,3 6,3 9,3 15,3 20,0 23,-2 25,-3 23,-6 18,-10 9,-3-15</inkml:trace>
  <inkml:trace contextRef="#ctx0" brushRef="#br0" timeOffset="184688.754">682 10167,'-2'9,"2"14,0 16,0 11,1 7,-1 3,-1-5,-2-9,0-13</inkml:trace>
  <inkml:trace contextRef="#ctx0" brushRef="#br0" timeOffset="186961.156">429 9953,'20'-14,"0"0,1 0,1 2,0 1,1 1,0 1,1 1,-1 0,2 2,-1 1,0 1,1 1,8 1,-23 2,0 0,-1 1,1 0,-1 1,0 0,1 0,-1 1,0 0,0 0,-1 1,1 1,-1-1,0 1,0 1,0 0,-1 0,1 0,-2 1,1 0,-1 0,0 0,0 1,-1 0,0 0,3 9,4 15,-2 2,-2-1,-1 1,-1 0,-2 0,-1 1,-2-1,-2 1,-3 23,4-40,3 37,-2-54,-1-1,1 1,-1 0,1-1,0 1,-1 0,1-1,0 1,-1-1,1 0,0 1,0-1,-1 1,1-1,0 0,0 0,0 1,-1-1,1 0,0 0,0 0,0 0,0 0,-1 0,1 0,0 0,0 0,0-1,0 1,-1 0,1 0,0-1,0 1,0 0,-1-1,1 1,0-1,-1 1,1-1,0 0,-1 1,1-1,-1 1,1-1,-1 0,1 0,-1 1,0-1,1 0,-1 0,0 1,1-1,-1-1,22-26,-2-2,-1 0,-1-1,-2-1,1-5,-12 26,40-83,-45 94,0 0,0 0,0 1,0-1,0 0,0 0,0 0,0 0,1 1,-1-1,0 0,0 0,0 0,0 0,1 0,-1 0,0 0,0 0,0 0,0 1,1-1,-1 0,0 0,0 0,0 0,1 0,-1 0,0 0,0 0,0 0,1 0,-1 0,0-1,0 1,0 0,0 0,1 0,-1 0,0 0,0 0,0 0,0 0,1 0,-1-1,0 1,0 0,0 0,0 0,0 0,0-1,0 1,1 0,-1 0,0 0,0 0,0-1,0 1,0 0,2 21,-2-16,0 15,2 1,0-1,2 0,0 0,1 0,1-1,3 8,-7-22,0 0,1 0,0 0,-1-1,2 1,-1 0,0-1,1 0,0 0,0 0,0-1,0 1,1-1,-1 0,1 0,0 0,0-1,0 0,0 0,0 0,1 0,-1-1,1 0,-1 0,1-1,-1 1,1-1,-1 0,4-1,-4 1,0-1,1 0,-1 0,0 0,0-1,0 1,0-1,0-1,0 1,-1-1,1 1,-1-1,1 0,-1-1,0 1,0-1,-1 0,1 0,-1 0,0 0,0-1,0 1,-1-1,1 0,-1 0,0-2,5-14,-1-1,-1 0,-1 0,-1 0,0-17,0-2,6-6,-9 47,1 0,-1-1,1 1,0 0,-1-1,1 1,0 0,-1-1,1 1,0 0,-1 0,1 0,0 0,-1 0,1 0,0 0,-1 0,1 0,0 0,-1 0,1 0,0 0,-1 1,1-1,0 0,-1 1,1-1,-1 0,1 1,-1-1,1 0,0 1,-1-1,0 1,1-1,-1 1,1-1,-1 1,1 0,-1-1,0 1,0-1,1 1,-1 0,0-1,0 1,0 0,0-1,1 1,-1 0,0-1,0 1,0 0,-1 0,1-1,0 1,0 0,41 101,-33-76,2-1,0 0,2 0,0-1,2-1,1 0,0-1,7 6,-17-23,-1 0,1 0,0-1,0 0,0 0,1 0,-1-1,1 0,0 0,0 0,0 0,0-1,1 0,-1-1,1 1,-1-1,1-1,-1 1,1-1,-1 0,1 0,-1-1,1 0,-1 0,1-1,-1 0,0 0,1 0,-1-1,0 0,3-3,1 0,-1-1,0 0,0-1,-1 0,0-1,-1 1,0-2,0 1,-1-1,0 0,-1 0,0 0,0-1,-1 1,-1-1,2-8,3-15,-2-2,-2 1,-1 0,-1-36,10 108,13 82,10 51,7 104,-36-211,-2 0,-3 1,-2-1,-4 0,-2 0,-2 0,-6 7,13-59,0-1,-1 0,0 0,0 0,-1 0,-1-1,0 0,0 1,-1-2,0 1,0-1,-1 0,0 0,0 0,-4 1,9-8,1 0,-1 0,0 0,-1 0,1 0,0 0,0-1,0 1,0-1,-1 1,1-1,0 0,0 0,-1 0,1 0,0 0,0-1,0 1,-1-1,1 1,0-1,0 0,0 0,0 0,0 0,0 0,0 0,0-1,1 1,-1-1,0 1,1-1,-1 0,0-1,-38-72,26 19,2-1,3 0,3-1,2 0,2-19,1 23,2 0,2 0,3 0,5-15,-7 47,2 0,0 0,1 0,1 1,2 0,0 0,1 1,0 1,2 0,1 0,6-6,-11 16,1 0,0 1,0-1,0 2,1 0,0 0,1 1,6-2,-13 5,-1 1,1 0,1 0,-1 1,0 0,0 0,1 0,-1 0,0 1,1 0,-1 0,0 1,1-1,-1 1,0 0,1 0,-1 1,0 0,0 0,0 0,2 2,-3-2,-1 1,1 0,-1 1,1-1,-1 1,0-1,0 1,-1 0,1 0,-1 0,0 1,0-1,0 0,-1 1,0-1,1 1,-2 0,1-1,0 1,-1 0,0-1,0 1,0 0,-1 0,0-1,0 2,0 3,-1-1,0 0,-1 0,0 0,0 0,-1 0,0-1,0 0,-1 1,1-2,-2 1,1 0,-1-1,-2 2,3-4,0 0,0 0,0-1,0 1,0-1,-1-1,1 1,-1-1,0 0,0 0,0 0,0-1,0 0,0 0,0-1,0 0,0 0,0 0,0-1,0 0,0 0,0 0,-2-1,7 1,-1 0,0 0,1 0,0 0,-1 0,1 0,0-1,-1 1,1 0,0-1,0 1,0-1,0 1,0-1,1 0,-1 1,0-1,1 0,-1 1,1-1,0 0,-1 0,1 0,0 1,0-1,0 0,0 0,1 0,-1 1,0-1,1 0,-1 0,1 1,0-1,-1 0,1 1,0-1,44-53,-23 42,0 1,1 0,1 2,0 1,0 1,1 1,-1 1,2 2,-1 0,0 1,1 2,-1 0,1 2,6 2,56 11,-60-17,-26 2,-1 1,1-1,0 1,0 0,-1-1,1 1,0 0,0 0,-1 0,1 0,0 0,0 1,0-1,-1 0,1 1,0-1,-1 1,1 0,0 0,-1 0,1-1,-1 1,1 1,0-1,39 64,-40-60,1-1,0 1,0 0,0-1,0 1,1-1,0 0,-1 0,2 0,-1 0,0 0,1-1,0 0,-1 1,1-1,1-1,-1 1,0 0,1-1,-1 0,1 0,0-1,1 1,-3-1,0 0,1 0,-1-1,1 1,-1-1,1 0,-1 0,1 0,-1 0,1-1,-1 1,0-1,1 0,-1 0,0-1,1 1,-1 0,0-1,0 0,0 0,0 0,-1 0,1 0,0-1,-1 1,0-1,1 1,-1-1,0 0,0 0,-1 0,2-1,30-132,-21 72,-10 111,-3-19,-1-21,1 0,0 0,0 0,1 0,0-1,0 1,0 0,1 0,0 0,0 0,1 0,0-1,0 1,1-1,-1 1,2-1,-1 0,0 0,1 0,0-1,1 1,-1-1,1 0,0 0,4 3,-1-5,1 0,-1 0,1-1,-1 0,1 0,0-1,-1 0,1-1,0 0,0 0,0-1,-1 0,1 0,0-1,-1 0,1-1,-1 0,0 0,0-1,0 0,0 0,-1-1,4-3,9-7,0 0,-1-1,-1-2,-1 1,0-2,-1 0,10-19,-4-3,-1-1,-2-1,-3-1,-1 0,-2-1,-2-1,-2 0,-2 0,-2-1,-2 0,-3 1,-4-42,5 67,-2 1,-1-1,0 0,-1 1,-2 0,0-1,-1 2,-4-9,9 25,0 1,0-1,0 1,0-1,0 1,0-1,-1 1,0 0,1 0,-1 0,0 0,0 0,0 0,0 1,0-1,0 1,0-1,-1 1,1 0,-1 0,1 0,-1 0,1 0,-1 0,1 1,-1-1,0 1,1 0,-1 0,0 0,1 0,-1 0,0 1,1-1,-1 1,-2 0,-5 7,-1 0,1 0,1 1,-1 1,2-1,-1 2,1-1,1 1,0 0,1 0,0 1,0 0,1 0,1 1,0-1,-1 8,-5 13,1 0,1 0,2 1,2 0,0 0,3 0,1 0,1 1,2-1,1 0,2 0,1-1,2 0,1 0,2-1,1 0,1-1,19 29,-12-27,2 0,2-2,0-1,3-1,0-1,1-1,2-2,1-1,9 5,-36-26,0 1,1-1,-1 0,1 0,0 0,0-1,0 0,0 0,0 0,0-1,1 0,-1 0,0-1,0 0,1 0,5-1,12-7</inkml:trace>
  <inkml:trace contextRef="#ctx0" brushRef="#br0" timeOffset="187919.422">3917 10020,'-18'7,"1"1,-1 1,1 0,1 1,0 1,0 0,1 2,1-1,0 2,0 0,2 0,-7 11,17-23,0 0,0 0,1 0,-1 0,1 0,0 0,0 0,0 0,0 1,0-1,0 0,0 1,1-1,-1 1,1-1,0 0,-1 1,1-1,1 1,-1-1,0 1,0-1,1 1,0-1,-1 1,1-1,0 0,0 0,0 1,0-1,1 0,-1 0,1 0,-1 0,1 0,0 0,-1-1,1 1,1 0,11 3,-1 0,1-1,0 0,0-1,1-1,-1 0,0-1,1-1,-1 0,15-2,54-4,84 3,-164 3,0 0,-1 0,1 0,0 0,-1 0,1 0,0 1,-1-1,1 1,-1 0,1 0,-1 0,1 0,-1 0,1 0,-1 1,0-1,0 1,0 0,0 0,0-1,0 1,0 0,-1 1,1-1,-1 0,1 0,-1 1,0-1,0 1,0-1,0 1,-1-1,1 1,-1 0,1-1,-1 1,0 0,0-1,0 1,0 0,-1-1,1 1,-1-1,1 1,-1 0,0 0,-4 4,0-1,0 1,-1-1,0 0,0-1,0 0,-1 0,1 0,-1-1,0 0,-1 0,1-1,-1 1,1-2,-1 1,0-1,0 0,-6 0,13-2,-1 0,1 1,0-1,0 0,0 0,-1 0,1 0,0 0,0 0,0-1,-1 1,1 0,0-1,0 1,0 0,0-1,0 0,0 1,0-1,0 1,0-1,0 0,0 0,0 0,0 1,0-1,1 0,-1 0,0 0,1 0,-1 0,1-1,-1 1,1 0,-1 0,1 0,0 0,0-1,-1 1,13-49,1 29,0 0,2 1,0 1,2 0,0 1,1 1,1 1,0 0,1 2,0 0,2 1,-1 1,7-2,-24 12,-1-1,1 0,0 1,0 0,0 0,0 0,1 0,-1 1,1 0,-1-1,1 2,-1-1,1 0,-1 1,1 0,0 0,-1 1,1-1,-1 1,1 0,-1 0,1 0,-1 1,0-1,1 1,-1 0,0 1,0-1,0 1,-1-1,1 1,-1 0,1 0,2 4,15 90,-5-13,-15-81,0-1,0 1,1 0,-1-1,1 1,-1-1,1 1,0-1,0 0,0 0,0 0,1 0,-1 0,0 0,1-1,0 1,-1-1,1 0,0 1,-1-1,1 0,0-1,0 1,0-1,0 1,0-1,0 0,0 0,0 0,0 0,0 0,0-1,-1 0,1 1,2-2,7-1,-1-1,1-1,-1 0,0 0,-1-1,1-1,-1 0,2-2,8-8,-1 0,-1-1,-1-1,-1-1,0 0,-1-1,-2-1,6-11,-9 13,-2 19,-8 18,-1-14,0 6,0 0,0 0,1-1,0 1,0 0,1 0,0 0,1 0,0-1,0 1,1-1,0 1,1-1,-1 0,2 0,-1-1,1 1,0-1,1 0,-1 0,1-1,1 0,-1 0,1 0,7 4,-5-6,0 0,0-1,1 0,-1-1,1 0,-1-1,1 0,0 0,-1-1,1 0,0-1,-1 0,1 0,-1-1,1-1,-1 1,0-2,0 1,4-3,11-5,0-2,-1 0,-1-2,0 0,-1-1,10-11,-8 6,-1-2,-1 0,-1-1,-1-1,-1 0,-1-2,-1 0,-2-1,-1 0,-1-1,-1-1,-2 0,-1 0,-1-1,-2 0,-1 0,-1 0,-2 0,-1-9,0 33,0 1,0-1,-1 0,0 0,0 1,0-1,-1 0,0 1,-1-1,1 1,-1 0,0 0,-1 0,1 0,-1 1,-1-1,1 1,-1 0,1 0,-1 1,-1-1,1 1,-1 0,1 0,-1 1,0 0,-1 0,1 0,0 1,-5-1,3 2,1 1,-1 0,0 1,0 0,0 0,1 0,-1 1,0 0,1 1,0 0,-1 0,1 0,1 1,-1 0,0 1,1-1,0 1,0 0,0 1,-6 6,1 0,0 0,1 1,0 0,1 1,0 0,1 1,-4 11,5-10,1 0,1 1,0 0,1 0,1 1,1-1,0 1,1-1,1 1,1-1,0 1,1-1,1 1,1-1,1 0,0 0,1 0,0-1,2 0,0 0,1-1,0 0,1-1,1 0,0 0,1-1,6 5,0-3,1-1,0-1,1-1,1-1,-1-1,2 0,-1-2,1-1,0 0,23 3,11 0</inkml:trace>
  <inkml:trace contextRef="#ctx0" brushRef="#br0" timeOffset="188708.229">6150 9967,'20'30,"-3"1,0 0,-2 1,-2 1,-1 1,-1 0,3 23,-4-25,-2-45,6-45,-3 13,1 1,3 1,9-20,4 23,-28 39,1 1,-1 0,1-1,0 1,-1 0,1-1,0 1,-1 0,1 0,0 0,-1-1,1 1,0 0,0 0,-1 0,1 0,0 0,0 0,-1 1,1-1,0 0,-1 0,1 0,0 1,-1-1,1 0,0 1,-1-1,1 1,-1-1,1 1,-1-1,1 1,-1-1,1 1,-1-1,1 1,-1-1,0 1,1 0,-1-1,0 1,1 0,-1-1,0 1,0 0,0 0,0-1,0 1,0 0,0 0,9 41,-4 29,-6-56,1-1,1 1,1 0,0 0,1 0,0-1,1 1,1-1,0 0,1 1,34 19,-17-26</inkml:trace>
  <inkml:trace contextRef="#ctx0" brushRef="#br0" timeOffset="189208.749">6739 10247,'-6'-10,"1"0,0 0,1-1,1 0,-1 0,2 0,-1 0,2-1,-1 1,2 0,-1-5,0 0,-4-169,5 184,1 0,-1 0,0 1,1-1,-1 0,1 0,-1 1,1-1,-1 0,1 1,-1-1,1 0,0 1,-1-1,1 1,0-1,0 1,-1-1,1 1,0 0,0-1,0 1,0 0,-1 0,1-1,0 1,0 0,0 0,0 0,0 0,0 0,0 0,-1 0,1 1,0-1,0 0,0 0,0 1,-1-1,1 0,0 1,0-1,0 1,-1-1,1 1,0 0,-1-1,1 1,8 2,181 37,-187-39,1 1,-1-1,0 1,0-1,0 1,0 0,-1 0,1 1,0-1,-1 0,0 1,1 0,-1-1,0 1,0 0,-1 0,1 0,0 0,-1 0,0 1,0-1,0 0,0 1,-1-1,1 1,-1-1,0 1,0-1,0 1,0 1,-24 107,21-103,-7 19,7-23,1 1,-1-1,1 1,0-1,0 1,1 0,-1-1,1 1,1 0,-1 0,1 0,0 0,0 0,1 0,-1 0,2-1,-1 1,0 0,1 0,2 3,1-6,0 1,0-1,0 0,1-1,0 1,-1-1,1 0,0-1,0 1,0-1,0 0,0-1,0 1,0-1,1 0,-1-1,0 0,0 0,0 0,1-1,91-28,-68 17</inkml:trace>
  <inkml:trace contextRef="#ctx0" brushRef="#br0" timeOffset="189471.517">7580 10220,'5'-4,"-3"-4,-10-1,-2 2</inkml:trace>
  <inkml:trace contextRef="#ctx0" brushRef="#br0" timeOffset="190512.69">949 11263,'9'-11,"0"0,1 0,0 1,0 0,1 1,0 0,1 1,0 0,0 1,1 0,0 1,0 0,1 1,-1 1,1 0,0 1,0 0,0 1,1 1,-1 0,8 1,-17 1,0-1,0 2,0-1,0 0,0 1,0 0,0 0,-1 0,1 1,-1 0,0 0,0 0,0 0,0 0,0 1,0 0,-1 0,0 0,0 0,0 0,0 1,-1-1,0 1,0 0,0 0,0 0,-1 0,0 0,0 0,0 0,0 4,-2 12,-1 1,-1-1,-1 0,-1 0,0 0,-2 0,0-1,-1 0,-2-1,0 0,0 0,-2-1,-11 14,-2 1,0-2,-2-1,-2-1,-15 12,44-41,0 0,0 0,1 0,-1 0,0 0,1 0,-1 0,0 0,1 0,-1 1,0-1,0 0,1 0,-1 0,0 0,1 0,-1 0,0 1,0-1,1 0,-1 0,0 0,0 1,0-1,1 0,-1 0,0 1,0-1,0 0,0 0,0 1,1-1,-1 0,0 1,0-1,0 0,0 1,0-1,0 0,0 0,0 1,0-1,0 0,0 1,0-1,0 0,0 1,-1-1,35-10,-34 10,33-8,0 2,0 0,1 3,0 1,-1 1,1 2,2 1,42-1,-19-1,-45 0</inkml:trace>
  <inkml:trace contextRef="#ctx0" brushRef="#br0" timeOffset="191408.043">2634 11424,'-7'-2,"-1"0,1 1,0 0,-1 0,1 1,-1 0,1 0,-1 1,1 0,-1 0,1 1,0 0,0 0,0 1,0 0,0 0,0 0,1 1,0 0,-1 0,2 1,-1 0,0 0,1 0,0 1,0-1,1 1,-1 0,1 1,1-1,-1 1,1 0,0 0,1 0,-1 2,2-8,0 1,1-1,-1 1,1-1,-1 1,1 0,0-1,-1 1,1-1,0 1,0 0,0-1,0 1,1 0,-1-1,0 1,1-1,-1 1,1-1,-1 1,1-1,0 1,0-1,0 1,0-1,0 0,0 0,0 1,0-1,0 0,0 0,1 0,-1 0,0 0,1 0,-1-1,1 1,-1 0,1-1,-1 1,1-1,-1 0,1 1,4-1,0 0,-1 0,1 0,0-1,0 1,-1-1,1-1,-1 1,1-1,-1 0,1 0,-1-1,0 1,0-1,0 0,-1-1,1 1,-1-1,0 0,1 0,6-7,-1 0,0-1,0 0,-1-1,0 0,5-14,-4 3,-1-1,-1-1,-2 0,0 0,-2 0,-1 0,-1-1,-1 1,-1-1,-2 0,0 1,-2 0,-5-18,-11-22,20 66,0 0,0 1,0-1,0 0,0 1,0-1,0 0,0 1,-1-1,1 0,0 1,0-1,0 0,-1 1,1-1,0 0,0 0,0 1,-1-1,1 0,0 0,-1 1,1-1,0 0,-1 0,1 0,0 0,-1 0,1 0,0 1,-1-1,1 0,0 0,-1 0,1 0,0 0,-1 0,1 0,0 0,-1 0,1-1,0 1,-1 0,1 0,0 0,-1 0,1 0,0-1,-1 1,1 0,0 0,0 0,-1-1,1 1,0 0,0 0,-1-1,1 1,0 0,0-1,-9 150,8-87,-1 38,5 0,7 29,-11-122,1 1,1-1,0 0,0 0,0 0,1 0,0 0,0 0,0 0,1 0,1-1,-1 1,1-1,0 0,0 0,0 0,1-1,0 0,0 0,1 0,0 1,0-6,1 0,-1-1,0 1,0-1,0 0,0-1,0 1,-1-1,1-1,0 1,-1-1,1 0,-1 0,0 0,0-1,0 1,-1-1,1-1,-1 1,0 0,0-1,-1 0,2-2,9-10,0 0,-1-1,-1-1,-1 0,-1-1,-1 0,0 0,-1-1,-2 0,0-1,-1 1,-1-1,-1-3,-2 21,0 0,0-1,-1 1,0 0,0-1,0 1,-1 0,1-1,-1 1,0 0,0 0,0-1,-1 1,0 0,1 0,-2 0,1 0,1 3,0 1,1 0,-1-1,0 1,1 0,-1 0,0 0,0 0,1 0,-1 0,0 0,0 0,1 0,-1 0,0 0,1 0,-1 0,0 0,0 1,1-1,-1 0,0 1,1-1,-1 0,1 1,-1-1,0 1,1-1,-1 1,1-1,-1 1,1-1,-1 1,1 0,0-1,-1 1,1 0,0-1,0 1,-1 0,-4 10,1 0,0 0,1 0,0 0,1 1,0-1,0 1,2-1,-1 1,1 0,1-1,0 1,1-1,0 2,1-3,-1 0,2 0,-1 0,1 0,1-1,0 1,0-1,1 0,0-1,1 1,-1-1,2 0,-1-1,1 0,0 0,0-1,1 0,0 0,0-1,1 0,-1 0,1-1,0-1,0 0,0 0,1-1,3 1,7 0,1-1,-1 0,1-2,-1 0,20-4,29-6</inkml:trace>
  <inkml:trace contextRef="#ctx0" brushRef="#br0" timeOffset="192203.227">4078 11210,'27'146,"-24"-134,62 293,-61-269,-1 0,-1 0,-2 1,-2-1,-1 0,-2 0,-5 19,9-48,0 0,0 0,-1-1,0 1,0-1,-1 1,0-1,0 0,0 0,-1 0,0-1,0 1,0-1,-1 0,0 0,-4 3,7-8,1 0,-1 0,0 0,0 0,0-1,0 1,0-1,0 1,0-1,0 0,0 0,1 0,-1 0,0 0,1 0,-1 0,0 0,1-1,0 1,-1-1,1 1,0-1,0 1,0-1,0 0,0 1,0-1,0 0,0 0,1 0,-1 0,1 0,0 0,-1 0,1 0,0 0,0-1,-12-54,3 0,2-1,3 1,3-58,1 115,-3-28,2 0,2 0,0 0,2 0,1 0,1 0,1 1,2 0,1 0,11-25,-18 49,-1-1,1 1,0 0,0 0,0 0,0 0,1 0,-1 1,1-1,0 1,0 0,0-1,0 1,0 1,0-1,0 0,0 1,1-1,-1 1,1 0,-1 0,1 1,0-1,-1 1,1-1,-1 1,1 0,0 1,-1-1,1 1,0-1,-1 1,1 0,-1 0,0 1,1-1,-1 1,0-1,0 1,2 1,-2 0,1 0,0 0,-1 0,0 0,0 1,0-1,0 1,-1 0,1 0,-1 0,0 0,0 0,-1 0,1 0,-1 1,0-1,0 1,0-1,-1 1,1-1,-1 1,0-1,-1 1,1 0,-1-1,0 1,0-1,0 0,0 1,-1-1,0 0,0 0,0 0,0 0,-1 0,0 0,0-1,0 1,0-1,0 0,-2 2,-4 0,0 0,0-1,0 0,0 0,-1-1,1 0,-1 0,0-1,0-1,-2 0,12-1,0 0,0 0,0 0,0 0,0-1,0 1,0 0,1 0,-1 0,0 0,0-1,0 1,0 0,0 0,0 0,0 0,0-1,0 1,0 0,0 0,0 0,0 0,0-1,0 1,-1 0,1 0,0 0,0 0,0-1,0 1,0 0,0 0,23-9,71-21,-34 12,0-2,-2-3,29-16,-37 2,-49 36,0 0,-1 0,1 0,0-1,0 1,0 0,-1-1,1 1,-1 0,1-1,-1 1,0-1,1 1,-1 0,0-1,0 1,0-1,0 1,0-1,0 1,0-1,-1 1,1-1,0 1,-1 0,0-1,1 1,-1 0,0-1,1 1,-1 0,0 0,0 0,0 0,0-1,0 1,0 0,0 1,-1-2,1 1,-1-1,1 1,-1-1,0 1,1-1,-1 1,0 0,0 0,0 0,0 0,0 0,0 0,0 1,0-1,0 0,0 1,-1 0,1 0,0-1,0 1,0 1,-1-1,1 0,0 0,0 1,0-1,0 1,0 0,0 0,0 0,0 0,0 0,0 0,0 0,0 0,1 1,-1-1,0 1,1-1,0 1,-1 0,0 4,0 0,1 0,0 1,0-1,0 0,1 1,-1-1,2 1,-1-1,1 0,0 1,0-1,1 0,-1 0,1 0,1 0,-1 0,1 0,0-1,1 1,-1-1,1 0,0 0,0 0,1 0,-1-1,1 0,0 0,0 0,1-1,-1 1,1-1,-1 0,5 0,8 4,1-1,0-1,0 0,0-2,1 0,-1-2,1 0,0-1,-1 0,1-2,-1-1,5-1,41-7</inkml:trace>
  <inkml:trace contextRef="#ctx0" brushRef="#br0" timeOffset="174084.571">9827 9405,'0'18,"2"15,1 16,0 13,1 10,1 8,1 7,2 4,5 3,1-4,1-5,1-8,-1-11,-2-9,-4-10,-3-9,-3-10</inkml:trace>
  <inkml:trace contextRef="#ctx0" brushRef="#br0" timeOffset="175807.467">9800 9539,'-6'-18,"-3"-11,2 1,0-1,2 0,1-1,2 1,0-8,2 33,1 1,0-1,-1 0,1 0,1 0,-1 1,1-1,-1 0,1 1,0-1,0 1,0 0,1 0,-1 0,1 0,0 0,0 0,0 1,0-1,0 1,0 0,1 0,-1 0,1 0,0 1,-1 0,1-1,0 1,2 0,6-2,1 1,-1 0,0 1,1 0,-1 1,1 1,-1 0,0 0,1 2,89 19,100 15,284-35,80 6,369 12,-13 2,-579-18,130-23,-118 0,5 16,338-11,1066 14,-1523-24,-172 14,-67 11,0 1,-1-1,1 0,-1 1,0-1,1 1,-1 0,0-1,0 1,0 0,0 0,0 0,0 0,-1-1,1 1,-1 0,1 0,-1 0,0 0,0 1,0-1,0 0,0 0,0 0,0 0,-1 0,1 0,-1 0,0 1,0 6,2 168,8-1,27 144,4 61,-23-73,-16-302,-1-2,0-1,0 0,0 1,0-1,1 0,-1 1,1-1,0 0,0 0,0 1,1-1,-1 0,1 0,0-1,0 1,1 2,-2-5,0 0,0 0,-1 0,1 0,0 0,0 0,0 0,0 0,-1 0,1-1,0 1,0 0,-1-1,1 1,0 0,0-1,-1 1,1-1,0 1,-1-1,1 1,-1-1,1 1,-1-1,1 0,-1 1,1-1,-1 0,0 0,1 1,-1-1,0 0,1 0,-1 0,11-19</inkml:trace>
  <inkml:trace contextRef="#ctx0" brushRef="#br0" timeOffset="178349.123">10094 10368,'-3'-1,"0"0,0 0,0 0,0 1,0-1,0 1,0 0,0-1,0 2,0-1,0 0,1 0,-1 1,0 0,0 0,0 0,0 0,0 0,1 0,-1 1,1-1,-1 1,1 0,-1-1,1 1,0 0,0 1,0-1,0 0,0 1,1-1,-1 1,1-1,-1 1,1 0,0-1,0 1,0 0,0 0,1 0,-1 0,1 2,-3 3,3-8,0-1,-1 1,1-1,0 1,-1 0,1-1,0 1,-1 0,1-1,-1 1,1 0,-1 0,1 0,-1-1,1 1,-1 0,1 0,-1 0,1 0,-1 0,1 0,-1 0,1 0,-1 0,1 0,-1 0,1 0,-1 0,1 0,-1 1,1-1,-1 0,1 0,-1 0,1 1,-1-1,1 0,0 1,-1-1,1 0,-1 1,1-1,0 1,-1-1,1 0,0 1,0-1,-1 1,1-1,0 1,0-1,0 1,0-1,0 1,0-1,-1 1,1-1,0 1,0-1,1 1,-1 0,0-1,-26-33,25 34,0-1,0 1,0 0,1 0,-1 0,0-1,0 1,1 0,-1 0,0 0,1 0,-1 0,1 0,-1 0,1 0,0 1,-1-1,1 0,0 0,0 0,0 0,0 0,0 1,0-1,0 0,0 0,0 0,1 0,-1 0,0 1,1-1,-1 0,1 1,19 376,-20 40,1-418,-1-1,0 1,0 0,1-1,-1 1,0 0,0-1,1 1,-1 0,0-1,1 1,-1 0,1 0,-1 0,0-1,1 1,-1 0,1 0,-1 0,1 0,-1 0,0 0,1 0,-1 0,1 0,-1 0,1 0,-1 0,0 0,1 0,-1 0,1 0,-1 0,1 1,-1-1,0 0,1 0,-1 0,0 1,1-1,-1 0,0 1,1-1,-1 0,0 1,1-1,-1 0,0 1,0-1,0 0,1 1,-1-1,0 1,0-1,0 1,0-1,0 0,0 1,0-1,0 1,0-1,0 1,0-1,0 1,5-5,14-5,-1 0,1 1,1 1,-1 1,1 0,0 2,1 0,-1 2,1 0,3 1,401-10,195-37,56-1,-485 43,392-21,-394 10,166-15,82 15,-53 30,-156-2,117-14,1-23,264-9,-125 37,-233 13,25 36,97-43,-287 1,-41-3,-1-3,1-1,21-3,120-26,-181 27,-6 0,1 1,-1-1,0 0,1 1,-1-1,0 0,1 0,-1 0,1 0,-1 1,0-1,1 0,-1 0,1 0,-1 0,0 0,1 0,-1 0,1 0,-1 0,1 0,-1 0,0 0,1 0,-1-1,1 1,-1 0,0 0,1 0,-1-1,0 1,1 0,-1 0,0-1,1 1,-1 0,0-1,1 1,-1 0,0-1,0 1,0 0,1-1,-1 1,0 0,0-1,0 1,0-1,0 1,0 0,0-1,0 1,0-1,0 1,0-1,0 1,0 0,0-1,0 1,0-1,0 1,0 0,-7-13,-2-1</inkml:trace>
  <inkml:trace contextRef="#ctx0" brushRef="#br0" timeOffset="194176.188">11551 9218,'9'18,"5"18,3 20,1 24,-3 23,-4 22,-4 18,-3 13,-2 5,-2-3,2-7,5-14,5-18,2-30</inkml:trace>
  <inkml:trace contextRef="#ctx0" brushRef="#br0" timeOffset="194897.479">13516 9258,'0'18,"3"22,-1 25,6 26,3 25,1 20,2 14,3 9,2 0,4-6,4-12,6-18,-2-29</inkml:trace>
  <inkml:trace contextRef="#ctx0" brushRef="#br0" timeOffset="195645.475">15869 9284,'0'19,"0"21,0 29,2 30,6 28,5 27,6 20,4 14,2 5,4-2,-3-33</inkml:trace>
  <inkml:trace contextRef="#ctx0" brushRef="#br0" timeOffset="192778.819">5749 11117,'-8'1,"0"2,-1-1,1 1,0 1,1-1,-1 1,0 1,1-1,0 1,0 0,1 1,-1 0,1 0,0 0,1 1,0 0,0 0,0 0,0 3,2-6,1 0,-1 1,1 0,0 0,0-1,1 1,-1 0,1 0,0 0,1 1,-1-1,1 0,0 0,0 0,1 0,-1 1,1-1,0 0,1 0,-1 0,1 0,0-1,0 1,1 0,-1-1,1 0,0 1,0-1,1 0,-1 0,4 3,6 0,0 0,0-1,0 0,1-1,-1 0,1-1,1-1,-1 0,0-1,1-1,-1 0,1 0,-1-2,1 0,-1-1,0 0,1-1,-1 0,9-5,-1 3,-2 0,1-2,-1 0,0-1,0-1,-1-1,-1-1,1-1,-2 0,0-1,0-1,-1-1,-1 0,0-1,-1 0,1-5,5-40,-19 59,-1 1,0 0,1-1,-1 1,0 0,0-1,0 1,0 0,0-1,0 1,-1-1,1 1,0 0,-1-1,1 1,-1 0,1 0,-1-1,0 1,1 0,-1 0,0 0,0 0,0 0,0 0,0 0,0 0,0 0,0 0,0 1,-1-1,1 0,0 1,0-1,-1 1,1-1,0 1,-1 0,1-1,0 1,-1 0,1 0,-1 0,-4 2,0 0,0 0,0 1,1 0,-1 0,1 0,0 1,0-1,0 1,0 1,1-1,-1 1,1-1,0 1,0 1,1-1,0 0,0 1,-2 5,1-6,1 0,0 0,0 0,0 0,1 1,0-1,0 1,0 0,1 0,-1-1,2 1,-1 0,0 0,1 0,0 0,1 0,-1 0,1 0,1 0,-1 0,1-1,0 1,0 0,0-1,1 1,0-1,0 0,0 0,1 0,-1-1,1 1,0-1,1 1,3 0,1-1,0 0,-1 0,1 0,1-1,-1-1,0 0,1 0,-1 0,1-1,0-1,-1 0,1 0,8-2,132-33,-93 12</inkml:trace>
  <inkml:trace contextRef="#ctx0" brushRef="#br0" timeOffset="193351.435">6698 11196,'-6'-5,"0"-1,0 1,-1 0,0 0,0 1,0 0,-1 0,1 1,-1 0,0 0,0 0,0 1,0 1,0-1,-1 2,1-1,0 1,-1 0,1 0,0 1,0 0,-1 1,1 0,0 0,0 1,1 0,-1 0,0 1,0 0,6-3,0 1,-1-1,1 1,0-1,0 1,0 0,0 0,0 0,0 0,1 0,-1 0,1 0,-1 1,1-1,0 0,0 1,0-1,0 1,0-1,1 1,-1 0,1-1,-1 1,1 0,0-1,0 1,1 0,-1 0,0-1,1 1,0-1,-1 1,1 0,1 0,1 3,0 0,0-1,0 1,1-1,0 0,0 0,1 0,0-1,-1 1,1-1,1 0,-1-1,6 4,-4-3,1 0,0 0,0 0,0-1,0-1,1 1,-1-1,1-1,0 1,-1-2,1 1,0-1,0 0,0-1,-1 0,1-1,-1 1,1-2,-1 1,1-1,-1 0,0-1,-1 0,1 0,0-1,-1 0,0 0,4-5,45-67,-56 77,0-1,0 1,0 0,1-1,-1 1,0-1,0 1,0 0,0-1,1 1,-1 0,0-1,0 1,1 0,-1-1,0 1,1 0,-1-1,0 1,1 0,-1 0,0 0,1-1,-1 1,0 0,1 0,-1 0,1 0,-1 0,0 0,1-1,-1 1,1 0,-1 0,1 0,-1 1,0-1,1 0,-1 0,1 0,-1 0,0 0,1 0,-1 1,0-1,1 0,-1 0,1 0,-1 1,0-1,0 0,1 1,-1-1,0 0,1 0,-1 1,0-1,0 1,0-1,1 0,-1 1,6 30,-5-21,1-2,0 0,0 0,0 0,1-1,0 1,1-1,0 0,0 0,4 5,-7-10,0 0,1 0,-1-1,1 1,0-1,-1 1,1-1,0 0,0 1,0-1,0 0,0 0,0-1,0 1,1 0,-1-1,0 1,0-1,0 0,1 1,-1-1,0 0,0-1,1 1,-1 0,0-1,0 1,1-1,-1 1,0-1,0 0,0 0,0 0,0 0,0-1,0 1,-1 0,14-10,-2-1,0 0,0 0,-1-2,-1 1,0-1,0-3,44-50,-51 61,0 0,0 1,1 0,0 0,0 0,1 0,-1 1,1 0,0 0,0 1,0-1,1 1,-1 0,1 1,0 0,0 0,-1 1,1-1,0 1,1 1,-1-1,0 1,0 1,0-1,0 1,0 0,0 1,-1 0,5 1,-2 2,-1 0,1 1,-1 0,0 0,-1 1,0 0,0 0,0 1,-1 0,0 0,0 0,-1 1,0 0,-1 0,0 0,0 1,-1-1,0 1,-1 0,0 0,-1 0,1 0,-2 0,0 0,0 0,-1 0,0 0,0 0,-1 0,-1-1,0 1,0 0,-1-1,0 0,0 0,-3 3,-3-1,0-1,0-1,-1 0,-1 0,1-1,-1-1,-1 0,1 0,-1-1,-1-1,1 0,0-1,-1-1,0 0,0 0,-14 0,-8-2</inkml:trace>
  <inkml:trace contextRef="#ctx0" brushRef="#br2" timeOffset="205991.286">10722 6344,'18'-2,"-1"2,1 0,0 1,-1 0,1 2,-1 0,1 1,-1 0,0 2,-1 0,0 1,0 0,0 1,-1 1,0 1,0 0,-1 1,-1 0,0 1,0 1,-1 0,-1 1,0 0,-1 0,9 30,-1 0,-2 1,-2 1,-3 0,4 30,2 2,54 187,29 49,26 83,-33-79,40 68,-89-273,36 93,40 62,-61-97,-40-104,31 24,-46-86,93 177,-75-142,-22-40,0 0,0-1,-1 1,1 0,0 0,0 0,0-1,0 1,0 0,-1 0,1 0,0-1,0 1,0 0,0 0,0-1,0 1,0 0,0 0,0-1,0 1,0 0,0 0,0-1,0 1,0 0,0 0,0-1,1 1,-1 0,0 0,0 0,0-1,0 1,0 0,1 0,-1 0,0-1,0 1,0 0,1 0,-1 0,0 0,0 0,0-1,1 1,-1 0,0 0,0 0,1 0,-1 0,0 0,0 0,-6-12</inkml:trace>
  <inkml:trace contextRef="#ctx0" brushRef="#br2" timeOffset="206385.413">11952 9565,'4'9,"1"0,-1 0,2-1,-1 0,1 0,1 0,-1-1,1 0,0 0,1-1,0 1,0-2,5 4,-9-6,250 200,-214-174,-39-29,0 0,0 0,0 0,0 0,0-1,0 1,0 0,0 0,0-1,0 1,0-1,0 1,0-1,0 1,0-1,0 0,0 1,0-1,-1 0,1 0,0 0,-1 1,1-1,0 0,-1 0,1 0,-1 0,1 0,-1 0,0 0,1 0,-1 0,0-1,0 1,0 0,0 0,0 0,0 0,0 0,0 0,0 0,-1 0,1 0,0-1,-1 1,1-1,1-54,-3 0,-2 0,-2 1,-3 0,-3 0,-13-40,-20-102,42 168,3 30,0-1,0 0,0 0,1 0,-1 0,0 0,0 0,0 0,1 0,-1 0,0 1,0-1,0 0,1 0,-1 0,0 0,0 0,1 0,-1-1,0 1,0 0,1 0,-1 0,0 0,0 0,0 0,1 0,-1 0,0 0,0-1,6 20</inkml:trace>
  <inkml:trace contextRef="#ctx0" brushRef="#br2" timeOffset="207269.908">12353 10140,'29'340,"-22"-284,17 148,-4 117,-23-251,-5-87,-31-252,-23 0,23 108,-2-58,38 203,1 8,1 0,-1-1,1 1,1 0,0 0,0 0,0 0,1-1,0 1,1 0,0 0,0 0,2-4,-1 9,1 0,-1 0,1 0,-1 0,1 1,0 0,0 0,0 0,0 0,0 1,0-1,0 1,1 0,-1 0,0 1,1-1,-1 1,1 0,-1 0,0 1,1-1,-1 1,4 1,3-2,201 12,-210-12,0 0,0 0,0 0,0 0,0 0,-1 0,1 1,0-1,0 0,0 1,0 0,-1-1,1 1,0 0,-1 0,1 0,-1 0,1 0,-1 0,1 0,-1 1,1-1,-1 0,0 1,0-1,0 1,0 0,0-1,0 1,0 0,-1-1,1 1,-1 0,1 0,-1 0,0 0,1-1,-1 1,0 0,0 0,0 0,-1 0,1 0,0 0,-1-1,1 1,-1 0,0 0,0 0,-9 15,-1 0,-1-1,0 0,-1-1,-1 0,0-1,-1-1,-1 0,0-1,0-1,-1-1,-7 3,14-7,-5 3,23-11,15-8,1 2,0 1,0 0,1 2,0 1,0 0,0 2,6 1,-27 1,0 1,0-1,0 0,0 1,0 0,-1 0,1 0,0 0,-1 1,1 0,0-1,-1 1,0 0,1 1,-1-1,0 1,0-1,-1 1,1 0,0 0,-1 0,0 0,0 1,0-1,0 0,0 1,-1 0,1-1,-1 1,0 0,0 0,0 0,-1-1,1 1,-1 0,0 0,-1 4,-1 3,-2-1,1 0,-1 0,-1 0,0 0,0 0,-1-1,0 0,-1-1,0 1,0-1,0 0,-1-1,-1 0,1 0,-1-1,0 0,-1 0,-8 3,16-7,-1 0,1-1,-1 1,0-1,0 0,1 1,-1-1,0 0,0-1,0 1,-1-1,1 1,0-1,0 0,0 0,0 0,0 0,0-1,0 1,0-1,0 0,0 0,0 0,0 0,0-1,-1 0,4 0,-1 0,1 0,0 0,0 0,-1 0,1 0,0 0,1 0,-1 0,0 0,1 0,-1 0,1 0,-1 0,1 0,0 0,0 0,0 1,0-1,0 0,1 1,-1-1,0 0,1 1,-1 0,1-1,1 0,-2 1,19-20</inkml:trace>
  <inkml:trace contextRef="#ctx0" brushRef="#br2" timeOffset="207527.079">12928 10488,'21'72,"-20"-70,0 0,0-1,-1 1,1 0,0-1,1 1,-1-1,0 1,0-1,1 0,-1 0,0 1,1-1,-1 0,1 0,0 0,-1-1,1 1,0 0,-1-1,1 1,0-1,0 1,0-1,0 0,-1 0,1 0,0 0,0 0,0 0,0 0,-1-1,1 1,0 0,0-1,0 0,-1 1,1-2,6-3,0-1,-1 0,1 0,-1-1,-1 0,0 0,0-1,0 1,-1-1,0-1,0 1,-1-1,0 0,-1 0,0 0,0 0,-1 0,0-1,0-4,-1 9,0 0,0 1,-1-1,1 1,-1-1,0 0,0 1,-1-1,1 0,-1 1,0-1,0 1,0-1,-1 1,0 0,0-1,0 1,0 0,-1 0,1 1,-1-1,0 0,0 1,-1 0,1-1,0 1,-1 1,0-1,0 0,0 1,0 0,0 0,-1 0,1 0,0 1,-1 0,1 0,-1 0,-3 0,1 2,0 0,0 1,0 0,0 0,0 1,1-1,-1 2,1-1,0 1,0-1,0 2,0-1,1 1,-1 0,1 0,-4 6,-66 95,74-105,-24 42</inkml:trace>
  <inkml:trace contextRef="#ctx0" brushRef="#br0" timeOffset="213519.242">12273 6290,'43'30,"138"47,-101-43,-1 3,-1 3,9 11,-61-31,0 1,-2 1,0 1,-2 1,0 1,-2 1,-1 1,-1 1,12 26,99 148,-65-105,-4 2,-1 9,175 419,-205-468,42 83,-7 4,26 93,28 162,-97-137,36-50,-38-15,-15-179,1-1,0 0,1 0,1-1,1 0,0 0,11 15,25 59,-36-75,-4-13,-7-13,1 4,0 1,-1-1,1 1,-1-1,-1 1,1 0,0 0,-1 0,0 1,0-1,0 1,0 0,0 0,-1 1,0-1,1 1,-1 0,-3-1,-9-4</inkml:trace>
  <inkml:trace contextRef="#ctx0" brushRef="#br0" timeOffset="213877.185">13957 9686,'0'0,"0"1,0-1,0 1,0-1,0 1,0-1,0 1,0 0,0-1,0 1,0-1,-1 1,1-1,0 1,0-1,-1 1,1-1,0 1,0-1,-1 1,1-1,-1 0,1 1,0-1,-1 1,1-1,-1 0,1 0,-1 1,1-1,-1 0,1 0,-1 1,1-1,-1 0,1 0,-1 0,1 0,-1 0,0 0,1 0,-1 0,1 0,-1 0,1 0,-1 0,1 0,-1-1,1 1,-1 0,1 0,-1-1,1 1,-1 0,1 0,-1-1,1 1,-1-1,1 1,0 0,-1-1,1 1,0-1,-1 1,1-1,0 1,0-1,-1 1,1-1,0 0,12 21,0 0,2-1,0-1,1 0,11 9,-7-7,5 9,1-2,2-2,1 0,0-1,2-2,11 5,-40-26,0 0,0 0,0 0,0 0,0 0,0-1,1 1,-1 0,0-1,1 1,-1-1,0 1,1-1,-1 1,1-1,-1 0,0 0,1 0,-1 0,1 0,-1 0,1 0,-1 0,1-1,-1 1,0-1,1 1,-1-1,0 1,1-1,-1 0,0 1,0-1,0 0,1 0,-1 0,0 0,0 0,0 0,-1 0,1-1,0 1,0 0,-1 0,1-1,0 1,-1 0,1-1,-1 1,0-1,0 1,1 0,-1-1,0 0,-1-19,0 1,-1-1,-1 1,-1 0,-1 0,-1 1,-2-5,2 4,-39-107,27 81,2-1,2-1,-6-40,18 67</inkml:trace>
  <inkml:trace contextRef="#ctx0" brushRef="#br0" timeOffset="-214584.857">14987 9859,'-55'100,"-3"-2,-5-3,-4-3,-4-3,-51 47,119-133,-3 4,0 0,0-1,-1 0,0 0,0 0,-1-1,0 0,0-1,0 0,0 0,0 0,-1-1,0 0,-7 0,14-3,0 0,0 0,0-1,1 0,-1 1,0-1,0 0,0 0,1 0,-1 0,0 0,1 0,-1 0,1 0,-1-1,1 1,0-1,0 1,-1-1,1 1,0-1,0 0,1 0,-1 1,0-1,1 0,-1 0,1 0,-1 0,1 0,0 0,-3-64,4 53,1 0,0 0,1-1,0 2,1-1,1 0,0 1,0 0,2 0,-1 0,1 1,1 0,0 0,1 1,0 0,0 1,7-6,-14 14,0-1,1 0,-1 1,0-1,1 1,-1 0,1 0,-1 0,1 0,0 0,-1 0,1 1,0-1,0 1,-1 0,1 0,0 0,0 0,-1 0,1 1,0-1,0 1,-1 0,1 0,-1 0,1 0,-1 0,1 0,-1 1,1-1,-1 1,0 0,0 0,0-1,0 2,0-1,1 1,63 84,29 29,-86-108,0 1,1-2,-1 1,2-2,-1 1,1-1,0-1,0 0,1-1,-1 0,1 0,0-1,0-1,1 0,-1-1,0 0,0-1,1 0,-1-1,0 0,2-2,-11 3,0-1,1 0,-1-1,-1 1,1-1,0 1,0-1,0 0,-1 0,1 0,-1 0,0 0,1-1,-1 1,0-1,0 1,-1-1,1 0,1-2,3-13</inkml:trace>
  <inkml:trace contextRef="#ctx0" brushRef="#br0" timeOffset="-214193.143">15066 10247,'78'-16,"50"-6,-126 22,0 0,0 0,1 0,-1 1,0-1,0 0,0 1,0 0,0-1,0 1,0 0,0 0,0 0,0 1,0-1,0 0,-1 1,1-1,-1 1,1-1,-1 1,1 0,-1-1,0 1,0 0,0 0,0 0,0 0,0 0,-1 0,1 1,-1-1,1 0,-1 0,0 0,0 0,0 1,0-1,0 0,0 0,-1 0,1 0,-1 1,1-1,-1 0,0 0,-1 1,-52 97,53-100,1 1,0 0,-1-1,1 1,0-1,0 1,0 0,0-1,0 1,0 0,0-1,0 1,0-1,0 1,0 0,0-1,0 1,0 0,0-1,1 1,-1-1,0 1,1 0,-1-1,0 1,1-1,-1 1,0-1,1 1,-1-1,1 1,-1-1,1 0,-1 1,1-1,0 0,-1 1,1-1,-1 0,1 0,0 0,-1 1,1-1,-1 0,1 0,0 0,-1 0,1 0,0 0,-1 0,1 0,0 0,-1-1,1 1,43-6,-39 5,21-4,-10 0,0 2,0 0,0 1,1 0,-1 1,0 1,1 1,-1 0,8 3,-22-4,0 0,0 0,0 1,0-1,0 1,0 0,0-1,0 1,0 0,0 0,-1 0,1 0,0 1,-1-1,1 0,-1 1,1-1,-1 1,0-1,1 1,-1 0,0 0,0-1,0 1,-1 0,1 0,0 0,-1 0,1 0,-1 0,1 0,-1 0,0 0,0 0,0 1,0-1,-1 0,1 0,0 0,-1 0,1 0,-1 0,0 0,0 0,-7 9,-1 1,0-1,0-1,-1 0,-1 0,0-1,0 0,-1-1,0 0,0-1,0 0,-8 2,5-2,1 0,-1-2,-1 1,1-2,-1 0,1-1,-1 0,0-1,-8-1,-17-4</inkml:trace>
  <inkml:trace contextRef="#ctx0" brushRef="#br0" timeOffset="-212962.387">14238 6170,'1'6,"0"-1,1 1,0-1,0 0,0 1,1-1,0 0,-1 0,2 0,-1-1,1 1,0-1,-1 0,2 0,-1 0,0 0,1-1,0 0,0 0,0 0,0-1,0 1,1-1,2 0,0 3,337 167,-301-142,-2 2,-2 2,0 1,-3 3,-1 1,-2 1,-2 2,-1 1,-2 1,9 24,280 529,75 18,-308-488,25 29,114 123,-196-247,-1 2,-2 1,-1 1,-2 1,1 7,7 18,123 231,-118-232,-3 1,-3 2,7 24,-31-77,-13-24,-1 0</inkml:trace>
  <inkml:trace contextRef="#ctx0" brushRef="#br0" timeOffset="-212501.912">16297 9325,'-2'6,"1"1,0 0,0 0,0 0,1-1,0 1,0 0,0 0,1 0,0 0,1-1,0 1,0 0,0-1,0 0,1 1,0-1,1 0,-1 0,1-1,1 1,-1-1,0 0,1 0,0 0,1-1,-1 0,167 110,-58-44,-51-30,-60-41,0 0,-1 0,1 0,0 0,-1 0,0-1,1 1,-1-1,0 1,0-1,0 0,0 0,0 0,0 0,0 0,-1-1,1 1,-1-1,1 1,-1-1,0 1,0-1,0 1,-1-1,1 0,-1 0,1 1,-1-1,0-2,1 4,5-18,-1 0,-1-1,0 0,-2 1,0-1,-1 0,-1 0,-1 0,-1 0,0 1,-2-1,0 1,-1-1,-1 1,-5-11,11 30,0-1,0 1,0-1,0 1,0-1,0 1,0-1,-1 1,1-1,0 1,0-1,0 1,0-1,-1 1,1-1,0 1,0-1,-1 1,1 0,0-1,-1 1,1-1,-1 1,1 0,0-1,-1 1,1 0,-1 0,1-1,-1 1,1 0,-1 0,1 0,-1 0,1-1,-1 1,1 0,-1 0,1 0,-1 0,1 0,-1 0,1 0,-1 0,1 1,-1-1,1 0,-1 0,1 0,-1 1,1-1,-1 0,1 0,-1 1,1-1,0 0,-1 1,1-1,-1 0,1 1,-8 34,7 1,1 0,2-1,1 1,2-1,2 0,10 33,20 97,-30-118</inkml:trace>
  <inkml:trace contextRef="#ctx0" brushRef="#br0" timeOffset="-212007.188">17006 10007,'-28'58,"-2"-1,-3-1,-2-2,-2-1,-3-2,-2-2,-12 8,46-47,-1-2,0 1,-1-1,0-1,0 1,0-2,-1 1,0-2,-1 1,1-2,-1 1,0-2,0 1,0-2,0 0,-1 0,1-1,-1 0,-11-2,20 0,-1-1,1 0,-1 0,1 0,0-1,0 0,0 1,0-1,0-1,1 1,0 0,-1-1,1 0,0 0,1 0,-1 0,1 0,-1 0,1-1,1 1,-1-1,1 1,-1-1,1 0,1 0,-1 0,1-3,-1 0,0 0,1-1,0 1,1 0,0-1,0 1,1 0,0 0,1 0,-1 0,2 1,-1-1,1 1,0-1,4-5,-4 9,-1 0,1 0,0 0,0 1,0-1,1 1,-1 0,1 0,0 0,-1 1,1 0,0 0,1 0,-1 0,0 1,0 0,1 0,-1 1,0-1,1 1,-1 0,1 0,-1 1,0 0,1 0,-1 0,0 1,0-1,0 1,0 0,0 1,0-1,3 3,18 14,-1 0,-1 1,-1 1,-1 2,-1 0,1 3,-2-2,0-1,2-1,1 0,0-2,2-1,5 3,-27-20,-1 0,1-1,-1 1,1 0,0-1,-1 1,1-1,0 0,0 0,0 0,0 0,0 0,0-1,0 0,1 1,-1-1,0 0,0-1,0 1,0 0,0-1,0 0,0 0,0 0,0 0,0 0,3-2,6-9</inkml:trace>
  <inkml:trace contextRef="#ctx0" brushRef="#br0" timeOffset="-211676.074">17032 10340,'133'-11,"-132"11,1 0,-1 0,1 0,-1 0,0 0,1 0,-1 1,0-1,1 0,-1 1,0-1,1 1,-1-1,0 1,0 0,1 0,-1-1,0 1,0 0,0 0,0 0,0 0,0 0,0 0,-1 0,1 1,0-1,-1 0,1 0,0 1,-1-1,0 0,1 1,-1-1,0 0,1 1,-1-1,0 1,-15 52,-139 174,153-227,0 0,0 1,1-1,-1 0,0 0,0 1,1-1,-1 0,1 1,-1-1,1 1,0-1,-1 1,1-1,0 1,0-1,0 1,0-1,0 1,1-1,-1 1,0-1,1 0,-1 1,1-1,-1 1,1-1,0 0,-1 1,1-1,0 0,0 0,0 0,0 0,0 0,0 0,0 0,1 0,-1 0,0 0,0-1,1 1,0 0,5 0,0-1,0 0,0-1,0 1,0-1,0 0,0-1,0 0,0 0,0 0,-1-1,1 0,-1-1,0 1,2-2,-4 3,154-102,-116 68</inkml:trace>
  <inkml:trace contextRef="#ctx0" brushRef="#br0" timeOffset="-210276.833">16631 5876,'11'27,"1"-1,2 0,1 0,0-1,2-1,1-1,1-1,1 0,1-2,20 17,38 42,-24-16,-3 3,-3 2,-3 2,-3 3,10 29,57 134,-5 20,-42-101,350 877,-367-911,6-2,4-3,6-2,5-3,16 14,271 312,-328-404,-3 0,0 2,-3 1,7 17,-6-6,-20-41</inkml:trace>
  <inkml:trace contextRef="#ctx0" brushRef="#br0" timeOffset="-209859.408">18730 9392,'0'2,"-2"20,2 0,1 0,0 0,2 0,1-1,0 1,2-1,0 0,5 11,15 15,1-2,2-1,2-1,7 4,29 41,-67-87,1-1,0 1,-1-1,1 0,0 1,-1-1,1 1,-1-1,1 1,-1-1,1 1,-1 0,0-1,1 1,-1-1,0 1,1 0,-1 0,0-1,0 1,1 0,-1-1,0 1,0 0,0 0,0-1,0 1,0 0,0 0,0-1,-1 1,1 0,0-1,0 1,-1 0,1-1,0 1,-1 0,1-1,0 1,-1 0,1-1,-1 1,1-1,-1 1,1-1,-1 1,0-1,1 0,-1 1,0-1,1 0,-1 1,0-1,1 0,-1 0,0 1,1-1,-1 0,0 0,0 0,1 0,-1 0,0 0,0 0,1-1,-170-15,119 12,0 3,0 2,0 2,-11 4,36-3</inkml:trace>
  <inkml:trace contextRef="#ctx0" brushRef="#br0" timeOffset="-209236.534">20067 9659,'-162'269,"126"-217,-2-1,-3-2,-1-2,-34 28,68-67,0-1,0 0,0 0,-1-1,0 0,0-1,0 0,-1 0,1-1,-1-1,0 1,-1-1,1-1,0 0,-6 0,13-2,1-1,-1 0,0 1,0-1,1 0,-1 0,0 0,1-1,-1 1,1-1,0 1,-1-1,1 0,0 0,0 0,0 0,0 0,1 0,-1-1,1 1,-1-1,1 1,0-1,-1 1,2-1,-1 0,0 0,-10-76,11 70,1 1,1-1,-1 0,1 1,0 0,1-1,0 1,0 0,1 0,4-6,-6 11,0 0,-1 1,1-1,0 1,1-1,-1 1,0 0,1 0,-1 0,1 0,0 0,-1 1,1-1,0 1,0 0,0 0,0 0,0 0,0 0,0 0,1 1,-1 0,0 0,0 0,0 0,1 0,-1 0,0 1,0 0,3 0,5 5,1 0,-1 1,0 0,-1 0,1 1,-2 1,1 0,-1 0,0 1,-1 0,2 3,9 9,4 4,-8-5,1-2,1 1,1-2,0-1,2 0,0-1,0-1,2-1,-1-1,2-1,0 0,0-2,6 1,145 16,-155-22</inkml:trace>
  <inkml:trace contextRef="#ctx0" brushRef="#br0" timeOffset="-208946.317">20441 10301,'0'-50,"8"-104,7 117,-14 37,-1-1,1 1,-1-1,0 1,1-1,-1 1,1-1,-1 1,1-1,-1 1,1 0,0-1,-1 1,1 0,-1 0,1-1,0 1,-1 0,1 0,0 0,-1 0,1 0,-1 0,1 0,0 0,-1 0,1 0,0 0,-1 0,1 0,0 0,-1 1,1-1,0 0,-1 1,1-1,-1 0,1 1,-1-1,1 0,-1 1,1-1,-1 1,1-1,-1 1,0-1,1 1,-1 0,0-1,1 1,-1-1,0 1,0 0,0 0,6 11,-1 1,-1 1,0-1,-1 0,0 1,-1 0,0 0,-2 0,1-1,-2 6,2 4,2 275,-3-290,0 0,0 0,1 0,0 0,0 0,1 0,0 0,0 0,1 0,0-1,1 1,-1-1,1 0,1 0,-1-1,1 1,1-1,4 5,4-3</inkml:trace>
  <inkml:trace contextRef="#ctx0" brushRef="#br0" timeOffset="-208509.964">21176 9271,'-26'18,"2"2,0 0,1 1,0 2,-6 9,3-3,-652 725,253-256,-172 287,520-684,63-97,17-23,-3 18,10-32</inkml:trace>
  <inkml:trace contextRef="#ctx0" brushRef="#br0" timeOffset="-208150.196">19452 9552,'48'63,"2"-2,3-3,3-2,1-2,31 18,358 268,-249-198,-6 8,3 19,78 97,-232-234</inkml:trace>
  <inkml:trace contextRef="#ctx0" brushRef="#br0" timeOffset="-207417.048">22380 9793,'0'18,"0"22,2 22,6 24,3 17,2 12,-1 2,0-2,-2-8,-4-13,-1-16,-3-20</inkml:trace>
  <inkml:trace contextRef="#ctx0" brushRef="#br0" timeOffset="-206946.754">22246 10355,'-14'-31,"-40"-118,53 146,0 0,0 0,1 0,-1 0,1 0,0 0,0 0,0 0,0 0,1 0,-1 0,1 0,-1 0,1 0,0 0,1 1,-1-1,0 0,1 1,-1-1,1 1,0-1,0 1,0 0,0-1,0 1,0 0,1 1,-1-1,2-1,10-2,-1 1,1 0,0 1,0 0,0 1,0 0,1 2,-1-1,0 2,1 0,-1 1,0 0,5 2,-6-2,0 1,-1 1,1 0,-1 1,0 0,0 0,0 2,-1-1,0 2,1 1,-7-6,-1 0,0 0,-1 1,1 0,-1 0,0 0,0 0,0 1,0-1,-1 1,1-1,-1 1,0 0,-1 0,1 0,-1 0,0 0,-1 0,1 1,-1-1,0 0,0 0,0 0,-1 1,0-1,-1 4,-1-1,0-1,0 0,0 1,-1-1,-1-1,1 1,-1 0,0-1,0 0,-1 0,0-1,0 0,0 0,-1 0,1-1,-1 1,0-2,-1 1,1-1,-1 0,1-1,-8 2,13-3,0-1,0 1,0-1,0 0,1 0,-1 0,0 0,0 0,0-1,0 1,1 0,-1-1,0 1,0-1,1 0,-1 0,0 1,1-1,-1 0,1-1,-1 1,1 0,-1 0,1 0,0-1,0 1,0-1,-1 1,1-1,1 1,-1-1,0 0,0 0,1 1,-1-1,1 0,-1 0,1 0,-1-3,1-1,-1 1,1 0,0-1,1 1,-1 0,1-1,0 1,1 0,-1 0,1-1,2-3,8-10,0 1,2 0,0 0,1 1,1 1,1 1,0 0,1 1,0 1,1 1,0 1,1 0,3 0,108-41,-124 50,1 0,1 0,-1 1,0 0,0 1,0-1,1 2,-1-1,0 1,0 0,0 1,0 0,0 0,0 1,6 2,-4 4,-1-1,0 2,0-1,-1 1,-1 0,1 1,-2-1,1 2,-2-1,1 1,-2-1,1 1,-2 1,0-1,0 1,-1-1,0 5,5 14,-6-28,0 1,-1 0,1 0,0-1,0 1,0 0,1-1,-1 1,1-1,0 1,0-1,0 0,0 0,1 0,-1 0,1 0,0 0,2 1,-3-4,0 0,0-1,-1 1,1-1,0 1,0-1,0 1,-1-1,1 0,0 0,0 0,-1 0,1 0,-1 0,1-1,-1 1,0 0,1-1,-1 1,0-1,0 1,0-1,0 0,0 1,0-1,-1 0,1 0,-1 0,1 1,-1-1,1-1,0 1,11-30</inkml:trace>
  <inkml:trace contextRef="#ctx0" brushRef="#br0" timeOffset="-206761.211">22968 9365,'-18'-7,"-13"-2,-6 1,-1 3,4 7,7 9,9 8,11 6,15 6,14 3,15 4,8 2,-4-6</inkml:trace>
  <inkml:trace contextRef="#ctx0" brushRef="#br0" timeOffset="-206183.378">23315 10327,'14'-18,"-2"-1,-1 0,0-1,-1 0,-1 0,-1-1,-1-1,-1 1,-1-1,-1 0,-1 0,1-23,-13-19,8 62,1 0,-1 0,1 0,-1 0,0 0,0 0,0 0,0 0,0 0,0 1,-1-1,1 0,0 1,-1-1,1 1,-1-1,0 1,0 0,1 0,-1 0,0 0,0 0,0 0,0 0,0 1,0-1,-2 1,0 1,0 0,1 0,-1 1,1 0,-1 0,1 0,0 0,0 0,0 1,0-1,0 1,0 0,1 0,-1 0,1 0,0 1,0-1,0 0,0 1,1-1,0 1,-1 0,1 0,0 1,-5 11,1 0,1 1,0 0,1 0,1 0,1 0,0 0,1 1,1-1,2 8,-2-14,1-1,0 1,0-1,2 0,-1 0,1 0,0 0,1-1,0 0,1 0,0 0,0 0,1-1,0 0,1-1,-1 0,7 5,-7-8,0-1,0 0,1 0,-1 0,1-1,0 0,-1 0,1-1,0 0,0-1,0 1,0-2,0 1,0-1,0 0,-1-1,1 1,0-2,-1 1,1-1,-1 0,0-1,0 1,0-1,0-1,-1 1,0-1,0-1,0 1,0-1,-1 0,0 0,0 0,-1-1,4-6,3-5,0-1,-1 0,-1-1,-1 0,0-1,-2 1,-1-1,0-1,-1 1,-2-1,0 1,-1-1,-1 0,0 17,-1 4,1 0,-1-1,1 1,0-1,-1 1,1 0,0-1,0 1,0-1,0 1,0 0,0-1,0 1,1-1,-1 1,0-1,1 1,-1 0,1-1,0 1,-1 0,1 0,0-1,0 1,-1 0,1 0,0 0,0 0,0 0,1 0,-1 0,0 1,0-1,0 0,1 0,-1 1,0-1,2 1,79 57,-31-33,-43-22,0 0,0 1,-1 0,0 1,1-1,-1 1,-1 1,1-1,-1 1,1 1,-1-1,-1 1,1 0,-1 0,0 1,-1-1,1 1,-1 0,1 3,-2 2,-1 0,0 1,-1-1,0 1,-1-1,0 1,-1 0,-2 10,2 76,2-95,0 0,1 0,-1-1,0 1,1-1,0 1,0-1,0 0,0 1,1-1,-1 0,1-1,-1 1,1 0,0-1,0 1,1-1,-1 0,0 0,1 0,-1-1,1 1,-1-1,1 0,0 0,1 0,103 3,-69-11,-1-1,0-2,-1-2,30-14,2-3</inkml:trace>
  <inkml:trace contextRef="#ctx0" brushRef="#br0" timeOffset="-205118.412">24759 10100,'-8'-4,"-1"1,0 0,1 1,-1 0,-1 1,1-1,0 2,0-1,0 1,-1 1,1-1,0 2,0-1,0 1,0 1,0-1,1 1,-1 1,1 0,-1 0,1 1,1 0,-1 0,1 1,0 0,0 0,0 0,1 1,0 0,1 1,-1-1,1 1,1 0,0 0,-3 7,5-11,1-1,0 1,0-1,0 1,0 0,1-1,-1 1,1 0,0-1,0 1,0 0,1 0,-1-1,1 1,0-1,0 1,0 0,1-1,-1 0,1 1,0-1,0 0,0 0,0 0,0 0,1 0,-1 0,1-1,0 0,0 1,0-1,0 0,0 0,0 0,3 0,1 0,0 0,1 0,-1-1,1 0,-1-1,1 1,-1-2,1 1,-1-1,1 0,-1 0,1-1,-1 0,0-1,0 1,0-1,0-1,0 1,5-5,2-1,0-1,0-1,-1 0,-1 0,0-1,0-1,-1 0,3-6,-3 0,0-1,0 0,-2 0,-1-1,0 0,-2-1,0 1,-2-1,0 0,-2-1,0 1,-1-6,-1-12,-2-1,-2 1,-1-1,-3 1,-1 1,-4-11,-29-47,42 96,0 0,0 0,-1 0,1 0,0 1,0-1,-1 0,1 0,0 0,-1 0,1 1,-1-1,1 0,-1 0,0 1,1-1,-1 0,0 1,1-1,-1 1,0-1,0 1,1-1,-1 1,0 0,0-1,0 1,0 0,0-1,0 1,1 0,-1 0,0 0,0 0,0 0,0 0,0 0,0 0,0 0,0 1,0-1,1 0,-1 1,0-1,0 0,0 1,0-1,1 1,-1-1,0 1,1 0,-1-1,0 1,1 0,-1-1,1 1,-1 0,1 0,-1-1,1 1,-1 0,1 0,0 0,-17 64,9 7,4 2,2-1,4 0,3 0,6 20,28 82,-35-164,1 1,0-1,0 0,1 0,0 0,1-1,0 0,1-1,0 1,0-2,1 1,0-1,6 4,-12-9,1-1,0 0,0 1,0-1,0 0,1-1,-1 1,0-1,1 0,-1 0,1 0,-1-1,1 0,0 1,-1-2,1 1,-1 0,1-1,-1 0,1 0,-1 0,0-1,1 1,-1-1,0 0,0 0,0-1,0 1,-1-1,1 0,2-2,3-7,0 1,0-1,-1-1,-1 0,0 0,-1 0,0-1,-1 0,-1 0,0 0,1-13,11-31,-15 58,-1 0,0 0,0 1,0-1,1 0,-1 0,0 0,0 1,1-1,-1 0,0 0,0 0,1 0,-1 0,0 0,1 0,-1 0,0 0,0 0,1 0,-1 0,0 0,1 0,-1 0,0 0,1 0,-1 0,0 0,0 0,1 0,-1 0,0 0,0-1,1 1,-1 0,0 0,0 0,1-1,-1 1,0 0,0 0,0 0,1-1,-1 1,0 0,0 0,0-1,0 1,0 0,0-1,0 1,0 0,1 0,-1-1,0 1,0 0,0-1,0 1,0 0,-1 0,1-1,0 1,0 0,0-1,0 1,0 0,0 0,0-1,0 1,6 22,2 22,-5-22,1 0,0 0,2 0,1-1,1 0,2 3,-9-21,0 0,0-1,0 1,0 0,1-1,-1 0,1 1,0-1,0 0,0 0,0 0,0 0,0 0,0 0,1-1,-1 1,1-1,-1 0,1 1,-1-1,1 0,0-1,0 1,-1 0,1-1,0 1,0-1,0 0,0 0,0 0,-1-1,1 1,0-1,0 1,0-1,-1 0,3-1,10-9,-1 0,-1-2,0 1,0-2,-1 0,-1 0,-1-1,0 0,-1-1,2-3,37-72,-48 91,0 0,0 1,1-1,-1 0,0 1,0-1,1 0,-1 1,0-1,0 0,1 0,-1 1,0-1,1 0,-1 0,1 1,-1-1,0 0,1 0,-1 0,1 0,-1 0,0 0,1 0,-1 0,1 0,-1 0,1 0,-1 0,0 0,1 0,-1 0,1 0,-1 0,0 0,1 0,-1-1,1 1,-1 0,0 0,1-1,-1 1,0 0,1 0,-1-1,0 1,0 0,1-1,3 23,2-1,0 0,2 0,0-1,1 0,2 2,-7-16,0 0,0 0,1 0,-1 0,1-1,0 0,1 0,-1 0,1-1,0 0,0 0,0 0,1-1,-1 0,1 0,0-1,0 0,0 0,0 0,5 0,-5-2,0 0,0 0,0 0,0-1,-1 0,1 0,0 0,0-1,-1 0,1-1,-1 0,0 0,0 0,0 0,0-1,0 0,-1 0,0-1,0 1,0-1,0 0,0-2,5-6,0-1,-1 0,0 0,-1-1,-1 0,0 0,-1-1,3-12,2-24,-3-1,-1 0,-3 0,-3 0,-2-10,0-65,-6 1,-20-98,18 182,1 29,0 32,-4 59,3 0,2 64,5-104,-2 43,4 1,3-1,4 4,-4-59,1 1,2-1,0 0,1-1,2 1,0-1,2-1,0 0,2 0,0-2,12 14,-19-26,2 0,0 0,0-1,0 0,1-1,0 0,1 0,-1-1,1 0,1 0,-1-1,1-1,0 0,0 0,0-1,0 0,0-1,1-1,6 1,-14-3,0 1,-1-1,1 0,-1 0,1 0,-1-1,1 1,-1-1,0 0,0 0,0 0,0-1,0 1,0 0,-1-1,1 0,-1 0,0 0,0 0,0 0,0 0,0 0,0-1,-1 0,10-24</inkml:trace>
  <inkml:trace contextRef="#ctx0" brushRef="#br0" timeOffset="-204909.214">25521 9739,'23'0,"25"0,26-2,20-3,19-6,16-4,8-3,1-3,-8 2,-23 5,-29 4</inkml:trace>
  <inkml:trace contextRef="#ctx0" brushRef="#br2" timeOffset="-194113.83">7340 7213,'-54'-30,"-63"-35,-2 5,-6 3,84 41,0 2,-1 1,-1 3,0 1,0 2,-1 2,0 2,-9 2,12 4,0 1,1 2,-1 2,1 2,1 1,0 2,-32 16,-27 18,2 3,-31 27,50-32,2 4,3 2,2 4,3 3,-53 58,101-92,1 1,1 1,2 0,1 1,0 1,2 0,2 1,0 0,2 1,1 0,2 0,1 0,1 1,1 0,3 23,0 5,3-1,2 0,3-1,2 1,3-2,2 0,3-1,2 0,8 10,-10-25,3-1,1-1,1-2,3 0,0-2,3-1,0-1,2-1,2-2,0-1,2-2,19 9,2-6,1-3,1-3,2-2,0-3,0-2,2-4,0-2,0-2,1-4,-1-2,1-3,0-3,-1-3,57-13,-59 8,0-3,-1-2,-1-3,-1-2,0-3,27-18,-48 22,-2-1,0-2,-2-2,0 0,-2-3,-1 0,-2-2,-1-1,-1-1,3-9,-2-2,-3-2,-1 0,-2-2,-3 0,-1-1,-3-1,-2 0,-2-1,-3-1,-1 1,-3-1,-2 0,-3 1,-1-1,-10-44,2 51,-1 0,-2 0,-3 1,-1 1,-2 1,-2 0,-2 2,-1 1,-2 1,-2 1,-2 1,-1 2,-1 1,-2 1,-29-19,23 21,-1 1,-2 3,0 1,-2 3,0 1,-2 3,0 1,-1 3,0 2,-1 2,0 2,0 2,-1 3,-24 1,35 5,1 1,0 2,0 2,1 1,0 3,0 0,1 3,1 1,1 1,0 2,1 2,-18 14,25-15,1 1,0 2,2 0,1 2,0 0,2 2,1 0,1 2,2 0,1 0,1 2,1 0,2 0,-6 25,-1 44</inkml:trace>
  <inkml:trace contextRef="#ctx0" brushRef="#br2" timeOffset="-193099.015">6724 8121,'4'3,"0"-1,-1 1,1-1,0 0,0 0,0-1,0 1,1-1,-1 0,0 0,0 0,1-1,-1 1,1-1,2 0,40-1,0-2,0-1,0-3,40-11,-12 3,116-17,1 9,0 8,1 9,0 7,108 19,-50 9,222 54,-428-73,0 2,-1 1,0 3,-1 1,-1 3,-1 1,0 2,-2 1,-1 2,-1 2,29 29,-31-19,-1 3,-2 1,-2 1,-2 1,-2 2,-2 1,-1 2,41 106,21 87,-74-209,140 405,-114-326,17 94,-26-105,-23-119,-22-24,5 30</inkml:trace>
  <inkml:trace contextRef="#ctx0" brushRef="#br2" timeOffset="-192557.966">10027 9900,'98'108,"-73"-84,-1 1,-1 2,-1 0,-1 1,-2 1,-1 1,5 12,-18-27,-27-41,-11-27,-2 2,-3 1,-2 2,-1 2,-31-25,18 31,40 39,24 15,-3-9,1-1,-1 0,1-1,1 1,-1-2,0 1,1-1,-1 0,1-1,0 0,-1 0,1-1,0 0,0-1,-1 1,1-2,5-1,32-6,-1-3,-1-2,42-19,93-26,-176 57,0 1,0 0,0 0,0 0,0 0,0 1,0-1,0 1,0 0,0 0,0 0,0 0,0 1,0-1,0 1,0-1,0 1,0 0,0 1,0-1,-1 0,1 1,0-1,-1 1,1 0,-1 0,1 0,-1 0,0 0,0 1,0-1,0 1,-1 4,1 1,-1 0,0 0,-1 0,0 0,0 0,-1 0,0 0,0-1,-1 1,0 0,0 0,-1-1,0 0,0 1,-1-1,2-2,-122 290,117-260,6-11</inkml:trace>
  <inkml:trace contextRef="#ctx0" brushRef="#br2" timeOffset="-192266.403">10642 10274,'0'14,"0"17,3 21,2 18,5 19,4 17,3 14,1 13,1 6,-2 3,-1-3,-3-7,-4-12,-4-15,-4-19,-8-19,-8-21,-3-19</inkml:trace>
  <inkml:trace contextRef="#ctx0" brushRef="#br2" timeOffset="-191766.352">10348 10675,'0'-25,"1"-1,1 1,1 0,1 0,3-6,-5 23,0 1,1-1,0 1,0-1,0 1,1 0,0 1,1-1,0 1,0 0,0 0,0 0,1 0,0 1,0 0,1 1,-1-1,6-1,4 0,0 1,1 0,0 1,0 1,0 1,0 0,0 1,0 1,1 1,16 2,-31-3,0 0,0 0,0 0,0 0,0 0,0 1,0-1,0 1,0 0,0 0,0 0,0 1,0-1,-1 1,1-1,0 1,-1 0,1 0,-1 0,0 0,0 0,0 1,0-1,0 1,0-1,-1 1,1 0,-1-1,0 1,0 0,1 2,-3 5,0-1,-1 1,0 0,0 0,-1-1,0 1,-1-1,0 0,0 0,-1 0,0 0,-1-1,0 0,0 0,-1-1,-7 7,-52 47,66-61,0 0,-1 0,1 0,-1 0,1 1,-1-1,1 0,0 0,-1 0,1 0,-1 1,1-1,0 0,-1 0,1 1,0-1,-1 0,1 1,0-1,0 0,-1 1,1-1,0 1,0-1,-1 0,1 1,0-1,0 1,0-1,0 0,0 1,0-1,0 1,0-1,0 1,0-1,0 1,0-1,0 0,0 1,0-1,0 1,0-1,1 1,-1-1,0 0,0 1,0-1,1 0,-1 1,0-1,1 0,-1 1,0-1,1 0,-1 1,0-1,1 0,-1 0,1 0,-1 1,0-1,1 0,-1 0,1 0,-1 0,0 0,1 0,-1 0,39 1,-30-1,45-2,-27 0,1 1,-1 1,1 2,25 5,-50-7,-1 0,1 0,-1 1,1-1,-1 1,1-1,-1 1,1 0,-1 0,1 0,-1 0,0 1,0-1,0 1,0-1,0 1,0 0,0 0,0 0,-1 0,1 0,0 0,-1 0,0 0,0 1,0-1,0 0,0 1,0-1,0 1,-1-1,1 1,-1 0,0-1,0 1,0-1,0 1,0 0,-1-1,1 2,-4 4,-1 0,0-1,0 1,0-1,-1 0,0-1,0 1,0-1,-1 0,0 0,-1-1,1 0,-1-1,0 1,-4 0,2 1,-102 48,112-54,0 0,0 0,0-1,0 1,0 0,0 0,0 0,0-1,0 1,0 0,0 0,0 0,0-1,-1 1,1 0,0 0,0 0,0-1,0 1,0 0,0 0,-1 0,1 0,0 0,0 0,0-1,0 1,-1 0,1 0,0 0,0 0,0 0,-1 0,1 0,0 0,0 0,0 0,-1 0,1 0,0 0,0 0,0 0,-1 0,1 0,0 0,0 0,-1 0,11-9</inkml:trace>
  <inkml:trace contextRef="#ctx0" brushRef="#br2" timeOffset="-191482.244">11057 10795,'6'-43,"-4"21,1 0,1 0,1 0,1 0,1 1,1 0,0 1,10-17,-17 36,-1 0,0 0,1 0,-1-1,1 1,-1 0,1 0,-1 0,1 0,0 1,0-1,-1 0,1 0,0 0,0 0,0 1,0-1,0 0,0 1,0-1,0 1,0-1,0 1,0 0,1-1,-1 1,0 0,0 0,0 0,0 0,1 0,-1 0,0 0,0 0,0 0,0 0,0 1,1-1,-1 1,0-1,0 1,0-1,0 1,0-1,0 1,0 0,0-1,-1 1,1 0,0 0,0 0,-1 0,1 0,5 10,-1 0,-1 0,0 1,0-1,-1 1,-1 0,0 0,0 9,3 7,9 58,-3 0,-4 0,-3 1,-5 16,-8-12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18.7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0 215,'54'16,"23"-9,-1-4,1-2,-1-4,30-7,33 0,-108 7,-20 2,-1 0,0 0,1 1,-1 0,1 1,-1 0,1 1,1 0,-25 5,-18-5,14-1</inkml:trace>
  <inkml:trace contextRef="#ctx0" brushRef="#br0" timeOffset="988.742">789 1,'1'3,"0"-1,0 1,1 0,-1-1,0 1,1-1,0 1,-1-1,1 0,0 0,0 0,0 0,0 0,1 0,-1 0,1-1,-1 1,1-1,-1 0,1 0,0 0,-1 0,1 0,0-1,0 1,0-1,0 1,1-1,2 1,3 2,28 6,-1 2,0 1,0 3,18 10,-45-21,-1 1,1 0,-1 1,-1-1,1 2,-1-1,0 1,0 0,-1 0,0 1,0 0,-1 0,0 0,-1 1,1 0,-2 0,1 0,-1 0,0 0,0 6,-2-7,-1-1,1 1,-2 0,1-1,-1 1,0-1,0 1,-1-1,0 1,0-1,-1 0,0 0,0 0,-1 0,0-1,0 1,0-1,-1 0,0 0,0-1,-1 1,1-1,-1-1,-1 1,-11 9,-1-1,-1-2,0 0,-1-1,0 0,0-2,-10 2,-38 19,70-14,9-11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7.1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248 600,'-15'5,"0"0,1 2,-1 0,2 0,-1 1,1 1,0 0,1 1,0 1,1-1,0 2,0 0,1 0,1 1,0 0,1 0,0 1,1 0,1 0,0 1,1 0,-2 9,7-23,-1 1,0-1,1 1,-1-1,1 1,0-1,-1 1,1 0,0-1,0 1,0 0,0-1,0 1,1-1,-1 1,0 0,1-1,-1 1,1-1,0 1,-1-1,1 1,0-1,0 0,0 1,0-1,0 0,0 0,0 0,1 1,-1-1,0 0,0-1,1 1,-1 0,1 0,-1-1,1 1,-1 0,1-1,-1 0,1 1,0-1,-1 0,1 0,0 0,-1 0,1 0,-1 0,1 0,0-1,-1 1,1 0,-1-1,1 0,12-7,0 0,-1-1,0 0,-1-1,0-1,0 0,-1 0,-1-1,0-1,-1 0,0 0,-1-1,0 0,-1 0,-1-1,2-4,7-24,-2-1,-2 0,-2-1,-1 0,-3 0,-2-1,-1 0,-3 1,-1-1,-8-38,-17-49,6 95,20 38,0 0,0-1,1 1,-1 0,0 0,0 0,0 0,0 0,0 0,0 0,0 0,0 0,0 0,0 0,0 1,1-1,-1 0,0 1,0-1,0 1,0-1,1 1,-1-1,0 1,0-1,1 1,-1 0,1-1,-1 1,0 0,1 0,-1-1,1 1,0 0,-1 0,1 0,0 0,-1 0,1 0,0-1,0 1,0 1,-9 19,2 1,0 0,2 0,0 1,2-1,0 1,2 11,-1-17,-3 32,1 1,3-1,2 1,3-1,1 1,3-1,1 0,8 17,-14-56,0 0,0 0,1 0,0-1,1 1,0-1,0 0,1-1,0 1,1-1,0 0,0 0,1-1,-1 0,2-1,-1 0,1 0,0 0,0-1,0-1,1 1,0-2,0 1,0-1,0-1,0 0,5 0,-1-3,-1 0,1-1,-1-1,1-1,-1 0,0 0,-1-1,1-1,-1 0,0-1,0 0,-1-1,0 0,0 0,-1-1,0-1,-1 0,0 0,-1-1,0 0,0-1,-1 1,-1-2,0 1,0 0,-1-1,-1 0,0 0,-1-1,-1 1,0-1,0-1,-12-50,9 63,1 1,-1 0,1-1,-1 1,0-1,0 1,0 0,0-1,0 1,0 0,0 0,0 0,0 0,0 0,-1 0,1 0,0 0,-1 0,1 1,-1-1,1 1,-1-1,1 1,-1-1,1 1,-1 0,0 0,1 0,-1 0,1 0,-1 0,0 0,1 0,-1 1,1-1,-1 0,1 1,-1 0,-5 4,0 0,0 1,1 0,0 0,0 0,0 1,1 0,0 0,0 1,1-1,0 1,0 0,1 0,0 0,0 1,1-1,0 1,1-1,-1 9,1-10,-1 0,1 0,1 0,-1 1,1-1,1 0,-1 0,1 0,0 1,1-1,0 0,0 0,0-1,1 1,0 0,0-1,1 0,0 1,0-1,0-1,1 1,0-1,0 0,0 0,1 0,-1-1,1 1,0-1,1-1,2 2,12 3,-1-1,1 0,0-2,0-1,1 0,17 0,50 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9.1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367 865,'-34'-6,"22"2,1 1,-1 0,0 1,1 0,-1 1,0 0,0 1,0 0,0 1,0 0,0 1,0 0,1 1,-1 0,1 1,0 1,0-1,0 2,1-1,0 2,-5 3,7-2,0 1,1 0,1 0,-1 0,1 1,1 0,0 0,0 1,1-1,0 1,1 0,1 0,-1 0,2 1,-1-1,2 10,-1-18,1-1,0 1,0-1,0 1,1-1,-1 1,1 0,-1-1,1 1,0-1,0 0,0 1,0-1,0 0,1 1,-1-1,1 0,-1 0,1 0,0 0,0-1,0 1,0 0,0-1,0 1,0-1,1 0,-1 0,0 0,1 0,-1 0,1 0,-1-1,1 1,-1-1,1 0,-1 1,1-1,0-1,8-1,1-1,-1-1,-1 0,1 0,0-1,-1-1,0 0,0 0,-1-1,0 0,0 0,0-1,-1-1,0 1,-1-1,0 0,0-1,-1-1,2 1,0-2,-1 1,-1-1,0 0,-1 0,0 0,-1-1,0 0,-1 0,0 0,-1 0,0-1,-2 1,1 0,-2 13,1 0,0 1,0-1,-1 0,1 1,0-1,-1 0,1 0,-1 1,1-1,0 0,-1 0,1 0,-1 0,1 1,0-1,-1 0,1 0,-1 0,1 0,-1 0,1 0,-1 0,1 0,0 0,-1 0,1 0,-1 0,1-1,-1 1,1 0,0 0,-1 0,1-1,-1 1,1 0,0 0,-1-1,1 1,0 0,-1-1,1 1,0 0,0-1,-1 1,1 0,0-1,0 1,0-1,0 1,-1-1,1 1,0 0,0-1,0 1,0-1,0 1,0-1,0 1,0-1,0 1,-19 34,13-21,1 1,1 0,0 0,1 0,0 0,1 0,1 0,0 2,1-12,0 0,0 1,0-1,1 0,-1 0,1 0,0 0,0 0,1 0,-1 0,1 0,0 0,0-1,0 1,0 0,1-1,-1 0,1 0,0 0,0 0,0 0,1 0,-1-1,1 0,-1 0,1 0,0 0,-1 0,4 0,1 1,-1-1,1 0,0 0,0-1,0 0,0-1,0 0,0 0,0-1,0 0,7-1,-12 0,-1 0,0 0,0-1,0 1,-1 0,1-1,0 1,-1-1,0 0,1 1,-1-1,0 0,-1 0,1 0,0 0,-1 0,0 1,1-1,-1 0,0 0,-1 0,1 0,0 0,-1 0,0 0,0-2,0-5,-17-152,-8 0,-6 2,-11-11,10 58,94 332,-38-88,-6 0,-1 78,-16-202,1-3,-1 18,0 1,2 0,1-1,1 1,1-1,1 0,1-1,1 1,0-1,11 17,-16-34,1 0,-1 1,1-2,0 1,0 0,1-1,-1 0,1 0,-1 0,1-1,0 1,0-1,0 0,1-1,-1 1,0-1,0 0,1 0,-1-1,1 0,-1 0,1 0,-1 0,0-1,1 0,-1 0,0 0,1-1,-1 0,0 0,4-2,280-128,-163 88,-124 43,-1-1,1 1,0-1,-1 0,1 0,-1 0,1 0,-1 0,0 0,0 0,0 0,0-1,0 1,-1 0,1 0,-1-1,1 1,-1-1,0 1,0 0,0-1,0 1,0-1,-1 1,1 0,-1-1,1 1,-1 0,0 0,0-1,0 1,0 0,0 0,-1 0,1 0,-1 0,1 0,-1 1,0-1,0 1,1-1,-1 1,0-1,0 1,-1 0,1 0,0 0,0 0,0 0,-1 1,1-1,0 1,-3-1,-2-2,0-1,-1 2,0-1,1 1,-1 0,0 1,0 0,0 0,-1 1,1 0,0 0,0 1,0 0,0 0,0 1,1 0,-1 0,0 1,1 0,-1 1,1-1,0 1,0 1,1-1,-1 1,1 0,0 1,0 0,0 1,1-1,0 1,0 0,1 0,0 0,0 1,0 0,1-1,1 1,-1 0,1 0,1 1,-1-1,1 0,1 1,-1-1,2 0,-1 1,1-1,1 7,0-13,-1 1,0 0,0-1,1 0,-1 1,1-1,0 0,0 0,0 0,0 0,0 0,0 0,0-1,1 1,-1-1,0 1,1-1,0 0,-1 0,1 0,0 0,-1-1,1 1,0-1,0 1,-1-1,1 0,0 0,0-1,0 1,-1 0,3-1,4-1,0 0,0-1,0 0,-1 0,0 0,1-1,-1-1,0 1,4-5,4-4,-1 0,-1-2,0 0,-1 0,0-1,-1-1,-1 0,-1-1,8-18,-13 64,-6-20,0 0,0 0,0 0,1 0,1 0,-1 0,1 0,1 0,-1 0,1 0,1 0,-1-1,1 1,1-1,-1 0,1 0,1 0,-1 0,1-1,0 0,1 0,-1 0,1 0,0-1,1 0,-1 0,1-1,0 0,5 2,-4-4,0 0,0-1,0 0,1 0,-1-1,0 0,0-1,0 0,0 0,1 0,-1-1,-1 0,1-1,0 0,-1 0,1-1,-1 0,0 0,0 0,0-1,-1 0,0-1,0 1,0-1,-1 0,1-1,-1 1,-1-1,0 0,0 0,0-1,-1 1,0-1,1-1,9-32,-1 0,-3-1,-1 0,-2-1,-2 1,-1-25,-1 31,46-575,-39 482,-10 130,1 0,-1 0,1-1,-1 1,1 0,-1 0,0-1,1 1,-1 0,0-1,1 1,-1-1,0 1,0-1,0 1,1-1,-1 0,0 1,0-1,0 0,0 0,0 0,0 0,0 1,1-1,-1 0,0-1,0 1,0 0,0 0,0 0,0 0,0-1,0 1,1 0,-1-1,0 1,0-1,0 1,1-1,-1 1,0-1,1 0,-1 1,0-1,1 0,-1 1,1-1,-1 0,1 0,-1 0,1 1,0-1,-1 0,1 0,0 0,0 0,-1 0,1 0,0 0,0 1,0-1,0 0,0 0,-9 21,0 1,2 0,0 1,1 0,1 0,2 0,0 1,0 16,3-35,-9 92,5-1,4 1,4 0,5 0,19 87,-23-157,1 0,2-1,0 1,2-2,1 1,7 11,-14-29,0 0,0-1,1 1,0-1,0 0,0-1,1 1,0-1,0 0,0 0,1-1,0 0,-1 0,1 0,1-1,-1 0,1 0,-1-1,1 0,-1-1,1 1,0-2,7 1,-4-2,1-1,0-1,-1 0,1 0,-1-1,0-1,0 0,0 0,-1-1,0 0,0-1,0 0,-1-1,0 0,-1 0,0-1,0 0,-1-1,0 1,0-1,-1-1,0 1,-1-1,-1 0,0 0,0-1,-1 1,0-1,-1 0,0 1,-1-1,0 0,-1-1,-15-45,15 57,0 0,-1 0,1-1,0 1,-1 0,0 0,1 0,-1 0,0-1,1 1,-1 0,0 0,0 1,0-1,0 0,0 0,0 0,0 1,0-1,0 0,0 1,-1-1,1 1,0-1,0 1,-1 0,1-1,0 1,0 0,-1 0,1 0,0 0,-1 0,1 0,0 1,0-1,-1 0,1 0,0 1,0-1,-1 1,0 0,-3 4,-1 0,1 1,0-1,0 1,1 0,0 0,0 1,0-1,1 1,0 0,0 0,1 0,-2 7,-2 3,1 1,0 0,1 0,1 0,1 1,1-1,0 1,3 17,-2-29,1 0,0-1,1 1,-1 0,1 0,1-1,-1 1,1-1,0 1,1-1,-1 0,1-1,0 1,1-1,0 1,-1-1,2-1,-1 1,0-1,1 0,0 0,0 0,0-1,0 0,1 0,7 2,0-2,0 1,0-2,0 0,1 0,-1-1,0-1,1-1,-1 0,1-1,-1 0,0-1,0 0,0-2,-1 1,1-2,-1 0,0 0,4-4,20-16</inkml:trace>
  <inkml:trace contextRef="#ctx0" brushRef="#br0" timeOffset="1222.714">380 919,'-11'-6,"0"2,0 0,0 0,0 0,-1 2,1-1,-1 2,0-1,0 2,0-1,1 2,-1 0,0 0,0 1,1 0,-1 1,-7 3,6-1,-1 1,1 0,0 1,1 1,-1 0,2 0,-1 1,-10 11,18-16,0 1,0-1,1 1,0 0,-1 0,1 0,1 1,-1-1,1 1,0 0,0-1,1 1,0 0,0 0,0 0,1 0,-1 0,1 0,1 0,-1 0,1 0,0 0,1 0,1 2,0 0,0 0,1 0,0-1,1 1,0-1,0 0,0-1,1 1,0-1,0 0,1 0,0-1,-1 0,2 0,-1-1,1 0,-1 0,1-1,0 1,0-2,1 1,-1-1,1-1,-1 0,1 0,-1 0,1-1,0 0,-1-1,1 0,-1 0,1-1,-1 0,0 0,0-1,0 0,1-1,5-3,-1 1,0-2,-1 0,1 0,-2-1,1-1,-1 0,-1 0,1-1,-2 0,0-1,0 0,-1-1,-1 0,0 0,0 0,-2-1,0 0,0 0,-1 0,-1-1,1-6,0-42,-2-1,-4 0,-2 1,-3 0,-2 0,-3 0,-3 1,-13-30,27 90,-3-14,-6-28,-3 1,-1 0,-2 1,-8-12,23 54,1 0,0 1,0-1,0 0,0 0,-1 1,1-1,0 0,0 0,-1 0,1 0,0 1,0-1,-1 0,1 0,0 0,0 0,-1 0,1 0,0 0,-1 0,1 0,0 0,-1 0,1 0,0 0,0 0,-1 0,1 0,0 0,-1 0,1 0,0 0,0 0,-1 0,1 0,0-1,0 1,-1 0,1 0,0 0,0-1,-1 1,1 0,0 0,0-1,0 1,0 0,-1 0,1-1,0 1,0 0,0 0,0-1,0 1,0 0,0-1,0 1,0 0,0 0,0-1,0 1,0 0,0-1,-3 28,3-23,-5 474,1-381,-1 43,8 76,-2-206,-1 3,1 0,0 0,1 0,0 0,1 0,1-1,0 1,4 6,-8-19,0 0,0 0,0 0,0 0,0-1,0 1,1 0,-1 0,0 0,0 0,0 0,0-1,1 1,-1 0,0 0,0 0,0 0,0 0,1 0,-1 0,0 0,0 0,0 0,1 0,-1 0,0-1,0 1,0 1,1-1,-1 0,0 0,0 0,0 0,1 0,-1 0,0 0,0 0,0 0,1 0,-1 0,0 0,0 1,0-1,0 0,0 0,1 0,-1 0,0 0,0 1,0-1,0 0,0 0,0 0,0-18,-23-38,17 46</inkml:trace>
  <inkml:trace contextRef="#ctx0" brushRef="#br0" timeOffset="1899.977">1249 438,'20'-3,"23"0,22 1,26-3,23-4,23-6,20-6,8-10,-11-5,-30 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5.0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1 898,'0'-29,"2"0,0 0,2 0,1 0,2 1,1-1,1 2,1-1,1 2,2-1,-12 22,1 1,0-1,1 1,-1 0,1-1,0 1,0 1,0-1,1 0,-1 1,1-1,0 1,0 0,0 1,0-1,0 1,1-1,-1 1,1 1,-1-1,1 0,0 1,0 0,0 0,-1 1,1-1,0 1,0 0,0 1,0-1,0 1,0 0,0 0,-1 0,3 2,3 5,0 0,-1 1,-1 0,1 0,-2 1,1 0,-1 1,-1-1,0 1,0 1,-1-1,-1 1,0 0,0 0,-1 0,-1 1,0-1,0 1,0-5,0 0,-1 0,0 0,0 0,-1 1,0-1,0 0,-1 0,0 1,-1-1,1 0,-2 0,1 0,-1-1,0 1,-1 0,1-1,-2 0,1 0,-1 0,-5 5,9-11,0 0,-1-1,1 1,0 0,-1-1,1 1,-1-1,1 0,-1 1,1-1,-1 0,1 0,-1 0,1 0,-1 0,1 0,-1-1,1 1,-1 0,1-1,-1 1,1-1,0 1,-1-1,1 0,0 0,-1 1,1-1,0 0,0 0,0 0,0-1,0 1,0 0,0 0,0 0,0-1,0 1,1-1,-1 1,1 0,-1-1,1 1,-1-1,1 1,0-1,0 1,0-1,0 1,0-1,0 1,0-1,0 1,1-1,-1 1,0-1,1 1,0-1,-1 1,2-2,0-2,0 0,1 1,0-1,0 0,0 1,1 0,0 0,-1 0,2 0,-1 0,0 1,1 0,-1 0,1 0,0 0,0 1,3-2,93-28,42 8,-104 20,-1-2,0-2,-1-1,25-10,-60 19,0 0,0-1,0 1,0-1,0 1,0-1,0 0,0 0,0 0,-1 0,1 0,0 0,-1 0,1-1,-1 1,1 0,-1-1,1 1,-1-1,0 0,0 1,0-1,0 0,0 0,0 0,-1 0,1 0,-1 0,1 0,-1 0,0 0,1 0,-1 0,0 0,0 0,-1 0,1 0,0 0,-1 0,1 0,-1-1,-3-2,0 1,-1 0,1-1,-1 1,0 1,0-1,0 1,0 0,-1 0,1 0,-1 1,0 0,1 0,-1 0,0 1,0 0,0 0,0 1,-1-1,1 1,0 1,0-1,0 1,0 0,0 0,0 1,0 0,0 0,0 0,2 3,-1 1,1-1,0 1,1 0,-1-1,1 2,0-1,1 0,0 0,0 1,0 0,1-1,-1 1,2 0,-1 0,1-1,0 1,0 0,1 0,0-1,0 1,1 0,0-1,0 1,0-1,1 0,0 1,0 0,2 4,0 0,1-1,0 1,1-1,0 0,0-1,1 1,0-2,1 1,0-1,0 0,1-1,-1 0,2-1,-1 0,1 0,0-1,0-1,0 0,1 0,0-1,0 0,-1-1,1-1,0 0,1 0,-1-2,0 1,0-1,0-1,-5-1,0 1,0-2,0 1,-1-1,1 0,-1-1,0 1,0-1,-1 0,1-1,-1 1,0-1,-1 0,1 0,-1-1,0 1,-1-1,0 0,0 0,0 0,-1-1,7-21,-1-1,-2 0,-1 0,0-17,-2 20,-3 16,1 1,0 0,0 0,1 0,1 0,0 0,0 1,2-4,-4 12,1 0,-1 1,1-1,-1 1,1 0,-1 0,1-1,-1 1,1 0,-1 0,1 0,-1 1,1-1,-1 0,1 0,-1 1,1-1,-1 1,0-1,1 1,-1 0,0 0,1-1,-1 1,0 0,0 0,0 0,0 0,0 0,0 1,0-1,0 0,0 0,-1 1,2 0,2 3,154 138,-147-130,-1 0,-1 0,0 0,-1 1,0 1,-1 0,3 10,20 37,-29-58,1 1,0 0,1 0,-1-1,1 1,0-1,0 0,0 0,1 0,-1 0,1-1,0 1,0-1,0 0,0 0,1 0,0-1,-1 0,1 1,0-2,0 1,0-1,0 1,0-1,0-1,0 1,0-1,2 0,4-4,0-2,-1 1,0-1,0-1,0 0,-1 0,0-1,-1 0,0 0,0-1,0 0,-1-1,-1 0,0 0,0 0,-1-1,0 1,-1-1,0 0,2-11,-6 22,0-1,0 0,-1 1,1-1,0 0,0 1,0-1,0 0,0 1,0-1,0 0,0 1,0-1,0 0,0 1,1-1,-1 0,0 1,0-1,1 0,-1 1,0-1,1 1,-1-1,0 0,1 1,-1-1,1 1,-1-1,1 1,-1 0,1-1,0 1,-1 0,1-1,-1 1,1 0,0-1,-1 1,1 0,0 0,-1 0,1 0,0 0,-1 0,1 0,0 0,0 0,-1 0,1 0,0 0,-1 0,1 0,0 1,-1-1,1 0,-1 1,1-1,0 0,-1 1,1-1,-1 1,1-1,-1 1,1-1,-1 1,1-1,-1 1,40 96,-34-79,0-1,1 1,1-1,1 0,10 14,11-3,-17-24</inkml:trace>
  <inkml:trace contextRef="#ctx0" brushRef="#br0" timeOffset="249.4">1739 350,'-16'-2,"-7"1,-3 6,4 6,10 8,16 6,16 2,5-2</inkml:trace>
  <inkml:trace contextRef="#ctx0" brushRef="#br0" timeOffset="1151.062">2514 724,'-22'-13,"0"1,-1 1,0 1,-1 2,0 0,0 1,-1 1,0 2,0 0,-14 1,31 4,0 0,1 1,-1 0,0 0,1 1,0 0,-1 0,1 0,1 1,-1 1,0-1,1 1,0 0,0 0,0 1,1-1,0 1,0 1,0-1,1 1,0 0,0 0,1 0,0 0,0 0,0 1,1 0,1-1,-1 1,1 0,0 0,1 0,0 0,0-1,1 1,0 0,0 0,0 0,1-1,1 1,-1-1,1 1,1-1,-1 0,2 1,-2-3,1 0,0 0,0 0,1-1,0 1,-1-1,1 0,1-1,-1 1,1-1,-1 0,1 0,0-1,0 0,0 0,0 0,0-1,0 1,1-2,-1 1,1-1,-1 0,0 0,1 0,-1-1,0 0,0-1,1 1,-1-1,3-2,2 1,0-1,0-1,0 0,-1-1,0 0,0 0,-1-1,1 0,-2-1,1 0,-1 0,0-1,-1 0,0 0,0-1,2-4,13-60,-16 91,-1 1,1-1,0-1,1 1,0-1,2 0,0-1,0 0,2 0,6 7,-12-16,0-1,0 0,0 0,1-1,0 1,0-1,0 0,0-1,1 1,-1-1,1-1,0 1,0-1,0 0,0-1,0 0,0 0,0 0,0-1,1 0,-1 0,0-1,0 0,0 0,2-1,7-5,1 0,-1-1,0-1,-1 0,0-1,-1-1,0 0,0-1,-1-1,-1 0,0 0,-1-1,0-1,-1 0,-1 0,-1-1,0 0,0 0,3-16,4-17,-2-1,-3-1,-2 0,-2-1,-2 1,-2-1,-3 0,-2 0,-8-42,-19-54,3 106,26 42,-1-1,1 1,0 0,0-1,-1 1,1 0,0 0,0 0,-1 0,1 0,0 0,-1 1,1-1,0 0,0 0,0 1,-1-1,1 1,0-1,0 1,0 0,0 0,0-1,0 1,0 0,0 0,0 0,0 0,0 0,1 0,-1 0,0 0,1 0,-1 0,1 0,-1 1,1-1,-10 17,1 0,2 1,0-1,0 2,2-1,0 3,-14 66,4 0,3 0,5 2,3 7,3-53,2 1,2-1,7 38,-7-68,0 0,0 0,1 0,1-1,0 0,1 0,0 0,1-1,1 0,0 0,0 0,1-1,1-1,0 1,-3-6,0 0,0 0,1 0,-1-1,1 0,0-1,0 0,1 0,-1-1,0 0,1 0,0-1,-1 0,1 0,0-1,-1-1,1 1,0-1,-1-1,1 1,-1-1,1-1,-1 0,0 0,0 0,0-1,-1-1,1 1,-1-1,0 0,-1-1,1 0,-1 0,0 0,0 0,-1-1,0 0,2-3,35-81,-43 91,1 0,0 1,0-1,-1 1,1-1,0 0,0 1,0-1,-1 1,1-1,0 1,0-1,0 0,0 1,0-1,0 1,0-1,0 1,0-1,0 1,0-1,1 1,-1-1,0 0,0 1,0-1,0 1,1-1,-1 1,0-1,0 0,1 1,-1-1,0 0,1 1,-1-1,0 0,1 0,-1 1,1-1,-1 0,1 0,-1 0,0 1,1-1,-1 0,1 0,-1 0,1 0,-1 0,1 0,-1 0,0 0,1 0,-1 0,1 0,-1 0,1 0,-1 0,1-1,-1 1,0 0,1 0,-1 0,1-1,-1 1,0 0,1-1,-1 1,1 0,0 5,4 8,0-1,0 0,1 0,1 0,0-1,0 0,1 0,8 8,-12-15,0 0,0-1,0 1,0-1,1 0,-1 0,1 0,0 0,0-1,0 0,0 0,0 0,0-1,0 0,1 0,-1 0,1 0,-1-1,1 0,-1 0,0-1,1 1,0-1,-1-1,0 1,0-1,0 0,0 0,-1-1,1 1,-1-1,0 0,1 0,-1 0,-1-1,1 0,0 1,-1-1,0 0,0-1,0 1,-1-1,1 1,-1-1,0 0,0 1,-1-1,1 0,-1 0,0-1,-1 1,1 0,0-4,0 0,-1 0,0 0,-1 0,1 0,-2 0,1 0,-1 0,-1 0,0 1,0-1,0 1,-1 0,-1 0,-3-6,6 11,0-1,0 1,0-1,-1 1,0 0,1 0,-1 0,0 1,-1-1,1 1,0-1,-1 1,1 0,-1 0,0 1,0-1,1 1,-1 0,0 0,0 0,0 0,0 1,0-1,-1 1,1 0,0 1,0-1,0 1,0-1,0 1,0 0,-3 2,0 3,0 0,1 1,0 0,0 0,0 1,1-1,0 1,1 1,0-1,0 0,0 1,1 0,1 0,-1 0,2 0,-1 0,0 7,1-10,0-1,0 1,0-1,1 1,0 0,0-1,0 1,1-1,0 1,0 0,0-1,0 1,1-1,0 0,0 0,1 1,0-1,-1-1,1 1,1 0,-1-1,1 0,0 1,0-2,0 1,0 0,1-1,0 0,-1 0,1 0,0 0,1-1,-1 0,1 0,30-3,-2-7</inkml:trace>
  <inkml:trace contextRef="#ctx0" brushRef="#br0" timeOffset="1344.75">3477 216,'-16'0,"-12"4,-8 9,-3 9,2 10,6 6,8 3,14 2,14 0,14-2,9-2,1-7</inkml:trace>
  <inkml:trace contextRef="#ctx0" brushRef="#br0" timeOffset="1621.062">3544 751,'7'16,"6"14,7 12,3 4,7 2,11-2,8-8,11-9,12-11,13-14,-8-8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1.0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535 0</inkml:trace>
  <inkml:trace contextRef="#ctx0" brushRef="#br0" timeOffset="603.076">134 642,'2'18,"3"13,3 8,0 4,2 2,0-3,1-3,-1-7,0-8,-2-9</inkml:trace>
  <inkml:trace contextRef="#ctx0" brushRef="#br0" timeOffset="1318.765">0 468,'43'-6,"1"2,0 2,0 2,-1 2,41 6,-73-6,0 1,-1 0,1 1,-1 0,1 1,-1 0,0 0,-1 1,0 0,0 1,0 0,0 1,-1 0,-1 0,1 0,-1 1,-1 0,0 1,0-1,0 1,-2 0,1 1,-1-1,0 3,34 190,-19-140,-18-62,-1 1,1 0,0-1,0 1,0 0,0-1,1 1,-1-1,0 0,1 1,-1-1,1 0,-1 0,1 0,-1 0,1 0,0 0,-1 0,1-1,0 1,0-1,0 1,0-1,-1 1,1-1,0 0,0 0,0 0,0 0,0-1,0 1,0 0,6-5,-1 1,0-1,-1 0,1-1,-1 0,0 0,0 0,-1 0,0-1,0 0,-1 0,1-1,-2 1,1-1,-1 0,0 0,-1 0,1 0,-2 0,1-1,-1 1,0-4,-1 10,0 1,-1 0,1 0,0 0,0 0,-1 0,1 1,0-1,0 0,0 0,0 0,0 0,0 0,1 0,-1 0,0 0,0 0,1 1,-1-1,0 0,1 0,-1 0,1 0,-1 1,1-1,-1 0,1 0,0 1,-1-1,1 1,0-1,0 0,-1 1,1 0,0-1,0 1,0-1,0 1,-1 0,1-1,0 1,0 0,0 0,0 0,0 0,0 0,0 0,0 0,0 0,0 0,-1 0,1 1,0-1,0 0,0 1,0-1,0 1,123 131,-116-123,0 1,1-1,0 0,1-1,0 0,0-1,0 0,1 0,0-1,0 0,1-1,0-1,0 0,0 0,0-1,0-1,9 1,-17-4,0 0,0 1,0-2,0 1,0 0,0-1,-1 0,1 0,-1 0,1 0,-1-1,1 1,-1-1,0 0,0 0,-1 0,1 0,-1-1,1 1,-1-1,0 1,0-1,0 0,-1 0,0 0,1 0,-1-1,18-114,-18 15,-4 0,-5 1,-20-94,-12-1,31 173,4 26,0 83,5 0,3 0,4 0,4 0,3-1,25 79,-29-131,1 1,1-2,2 0,7 11,-17-33,0-1,1 1,0-1,0-1,1 1,0-1,0 0,0 0,1 0,0-1,0 0,0-1,1 1,-1-1,1-1,0 0,0 0,1 0,1 0,19-2,-5-5</inkml:trace>
  <inkml:trace contextRef="#ctx0" brushRef="#br0" timeOffset="1597.101">775 522,'-16'4,"-7"2,2 2,11 0,20-2,23-7,27-6,23-8,19-3,-9 1</inkml:trace>
  <inkml:trace contextRef="#ctx0" brushRef="#br0" timeOffset="2871.428">1578 1043,'-14'-244,"12"148,2 93,1-2,-1 0,0 0,0 1,0-1,-1 0,1 0,-1 1,-1-1,1 1,0-1,-1 1,0-1,0 1,-1 0,1 0,-1 0,-2-4,4 8,0 0,0 0,0 0,0 0,0 1,0-1,0 0,0 0,0 1,0-1,0 0,0 1,0-1,0 1,0-1,0 1,1 0,-1-1,0 1,0 0,1-1,-1 1,0 0,1 0,-1 0,1 0,-1-1,1 1,0 0,-1 0,1 0,0 0,-1 0,1 0,0 0,0 0,0 0,0 0,0 0,0 0,0 0,1 0,-1 0,0 0,0 0,1 0,-1 0,1 0,-1 2,1 0,0 0,0 0,0-1,0 1,0 0,1-1,0 1,-1-1,1 1,0-1,0 0,0 1,0-1,0 0,1-1,-1 1,1 0,-1-1,1 1,-1-1,1 0,0 0,0 0,0 0,77 13,136-23,-212 9,0 0,0-1,0 1,0 1,0-1,0 1,0-1,0 1,0 1,0-1,0 0,-1 1,1 0,-1-1,1 2,-1-1,1 0,-1 1,0-1,0 1,-1 0,1 0,0 0,-1 0,0 1,0-1,0 0,0 1,0 0,-1-1,1 1,-1 0,0 0,0 1,1 12,-1 1,-1-1,0 1,-1-1,-1 1,0-1,-4 9,-5 92,11-115,1 1,-1-1,1 0,0 0,0 1,0-1,0 0,1 0,-1 0,1 0,0 0,-1 0,1-1,1 1,-1 0,0-1,1 0,-1 0,1 1,0-1,-1-1,1 1,0 0,0-1,0 0,1 1,-1-1,0 0,0-1,1 1,-1 0,0-1,1 0,-1 0,0 0,1 0,-1-1,2 0,30-4,-1-1,0-2,0-2,-1-1,-1-1,23-13,-19 9,152-61,-146 51,-41 25,0 0,0 0,0 0,-1 0,1 0,-1 0,1 0,-1-1,1 1,-1 0,0 0,1-1,-1 1,0 0,0 0,0-1,0 1,0 0,0-1,-1 1,1 0,0 0,0-1,-1 1,1 0,-1 0,1 0,-1 0,0 0,0-1,1 1,-1 0,0 1,0-1,-1-1,-5-7,-1 1,0 0,-1 0,0 0,0 2,-1-1,0 1,0 0,0 1,-1 0,0 1,0 0,0 1,-3-1,11 4,1 0,-1-1,1 1,-1 1,0-1,1 0,-1 1,1-1,-1 1,1 0,0 0,-1 0,1 0,0 0,-1 0,1 1,0-1,0 1,0 0,0-1,0 1,1 0,-1 0,1 0,-1 0,1 0,-1 1,1-1,0 0,0 1,0-1,1 1,-1-1,1 1,-1 1,-1 5,0 0,1 0,0 0,1 0,0 0,0 0,1 0,0 0,2 6,-1-10,-1 0,1 0,0 0,0-1,0 1,1-1,-1 0,1 1,0-1,0-1,1 1,-1 0,1-1,0 1,0-1,0 0,0-1,1 1,-1-1,1 0,-1 0,1 0,0 0,0-1,0 0,0 0,0 0,0-1,0 1,0-1,0-1,0 1,0-1,0 1,0-1,0-1,0 1,-1-1,1 0,0 0,-1 0,1-1,-1 1,0-1,0 0,0 0,0-1,1-1,37-75,-41 80,-1 0,1 0,-1-1,1 1,-1 0,1 0,0 0,-1 0,1 0,-1 0,1 0,-1 0,1 0,0 0,-1 0,1 0,-1 0,1 0,-1 0,1 1,0-1,-1 0,1 0,-1 1,1-1,-1 0,1 1,-1-1,0 1,1-1,-1 0,1 1,-1-1,0 1,1-1,-1 1,0-1,0 1,1-1,-1 1,0 0,0-1,0 1,0-1,0 1,0-1,0 1,0 0,0-1,0 1,0-1,0 1,0 0,22 66,-17-48,1-1,1 1,0-1,1-1,10 16,-16-30,0 0,0 0,0 0,1 0,0 0,-1 0,1-1,0 1,0-1,1 0,-1 0,0 0,1 0,-1 0,1-1,0 0,-1 0,1 0,0 0,0 0,-1-1,1 1,0-1,0 0,0-1,0 1,0 0,-1-1,1 0,0 0,0 0,-1-1,1 1,-1-1,1 0,-1 0,0 0,0 0,1-1,-2 1,1-1,0 0,0 1,-1-2,8-12,-1 0,-1-1,0 0,-1 0,-1-1,-1 0,0 0,-1 0,-1-1,-1 0,-1 1,-1-1,0 0,-1-4,1-1,0 22,0 0,0 0,0 0,0 0,0 0,0 1,1-1,-1 0,1 0,-1 0,1 0,-1 1,1-1,0 0,0 1,0-1,0 1,0-1,1 1,-1-1,0 1,1 0,-1-1,1 1,-1 0,1 0,-1 0,1 0,0 1,0-1,-1 0,1 1,0-1,0 1,0 0,0-1,0 1,-1 0,1 0,1 0,9 0,0-1,0 2,0 0,0 0,0 1,0 0,-1 1,1 1,-1 0,1 0,-2 1,1 0,0 1,-1 0,0 1,0 0,-1 1,0 0,-1 0,1 1,-1 0,5 9,28 57,23 32,-60-102,1 0,-1 0,1-1,0 0,1 0,-1 0,1-1,0 0,0 0,0 0,0 0,0-1,1 0,-1-1,0 1,1-1,5 0,4-3,0 0,1 0,-1-2,-1 0,1 0,-1-2,0 0,0-1,0 0,-1-1,0-1,-1 0,0-1,0 0,-1-1,1-2,-5 7,1-1,-1 0,-1 0,0-1,0 0,0 0,-1-1,0 0,-1 0,1 0,-2-1,0 0,0 0,-1 0,0 0,1-3,-5 10,0 1,1 0,-1-1,0 1,0 0,0 0,-1 0,1 0,0 0,-1 0,0 0,1 0,-1 1,0-1,0 1,0-1,0 1,0-1,0 1,0 0,0 0,0 0,-1 1,1-1,0 0,-1 1,1-1,0 1,-1 0,1 0,-1 0,1 0,0 0,-1 1,1-1,-1 1,1-1,0 1,0 0,-1 0,1 0,0 0,0 0,0 1,0-1,0 1,0-1,1 1,-1 0,0-1,1 1,-1 0,1 0,-1 2,-1 0,0 0,0 1,0 0,1-1,-1 1,1 0,0 0,1 0,-1 1,1-1,0 0,1 0,-1 1,1-1,0 1,0-1,1 0,-1 1,1-1,1 0,-1 0,1 0,-1 1,1-2,1 1,-1 0,1 0,0-1,0 1,0-1,1 0,-1 0,1 0,0-1,0 1,0-1,1 0,-1 0,1 0,0-1,0 1,1-1,16 5,-1-1,2-1,-1 0,1-2,-1-1,1-1,0-1,0 0,4-3,58-3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38.6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2 348,'0'-1,"0"1,-1-1,1 1,0 0,0-1,0 1,0-1,0 1,0-1,0 1,0-1,0 1,0 0,0-1,0 1,0-1,0 1,0-1,0 1,0 0,1-1,-1 1,0-1,0 1,1 0,-1-1,0 1,0-1,1 1,-1 0,0 0,1-1,-1 1,0 0,1 0,-1-1,1 1,-1 0,0 0,1 0,-1-1,1 1,-1 0,1 0,-1 0,1 0,-1 0,0 0,1 0,-1 0,1 0,-1 0,1 1,-1-1,1 0,-1 0,0 0,1 0,-1 1,1-1,-1 0,0 0,1 1,2-2,178-35,111-5,-274 39,26-4,0 2,1 1,0 3,36 5,-71-4,0 1,0 0,0 1,-1 0,1 1,-1 0,0 0,0 1,0 0,-1 1,5 3,-6 0,-12-9,-14-9,-9-19,22 18</inkml:trace>
  <inkml:trace contextRef="#ctx0" brushRef="#br0" timeOffset="405.384">523 0,'23'19,"1"-2,1 0,0-2,1-1,0-1,1-1,1-1,0-1,3-1,-10-2,292 91,-307-95,-4-3,0 0,0 0,0 0,0 0,0 0,0 1,0-1,0 1,0 0,0-1,0 1,0 0,-1 0,1 0,0 0,-1 1,1-1,0 0,-1 1,1-1,-1 1,0-1,0 1,1 0,-1-1,0 1,-1 0,1 0,0 0,0 0,-1 0,1 0,-1 0,0 0,1 0,-1 0,0 0,0 0,0 0,-1 0,1 0,0 0,-1 2,-13 14,-1-1,0 0,-2-1,0 0,0-1,-8 3,-3 5,-137 116,152-131,10-8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42.9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101 546,'-9'8,"1"0,-1 0,1 1,1 0,-1 1,2 0,-1 0,1 0,1 1,0 0,0 0,1 0,1 0,0 1,0 0,1-1,1 1,0 0,1 0,0 0,0 0,1 0,1 0,1 1,-3-9,0 0,1 0,0 0,0 0,0-1,0 1,1 0,0 0,-1-1,1 1,1-1,-1 1,0-1,1 0,0 0,-1 0,1 0,0-1,1 1,-1-1,0 1,1-1,-1-1,1 1,0 0,0-1,-1 1,1-1,0 0,0-1,0 1,0-1,0 0,0 1,1-2,-1 1,0 0,0-1,0 0,0 0,0 0,8-7,0 0,-1-1,0 0,-1-1,0 0,0 0,-1-1,0-1,-1 1,0-1,-1-1,-1 1,0-1,3-10,5-20,-1 0,-3-1,-1 0,-2-1,-2 0,-3 0,-1 0,-2 0,-2-1,-2 2,-2-1,-2 1,-8-20,-9-17,26 80,-1 1,0 0,1-1,-1 1,0 0,1-1,-1 1,0 0,1 0,-1 0,0 0,0 0,1 0,-1 0,0 0,0 0,1 0,-1 0,0 0,0 0,1 0,-1 1,0-1,1 0,-1 1,0-1,1 0,-1 1,1-1,-1 1,0-1,1 1,-1-1,1 1,0 0,-1-1,1 1,-1-1,1 1,0 0,-1-1,1 1,0 0,0 0,0-1,-1 1,1 0,0 0,0-1,0 1,0 0,0-1,1 1,-1 0,0 0,0 0,-8 29,1 1,1 0,2 0,1 1,1 11,1-18,0-17,-5 60,3 1,3 0,4-1,2 1,3 0,-7-57,0 0,1 1,0-1,1 0,0-1,1 1,1-1,0 0,0 0,1-1,0 0,1 0,0 0,1-1,0 0,0-1,0 0,1-1,1 0,-1 0,1-1,0 0,1-1,-1 0,1-1,0-1,0 0,0-1,-1 0,1-1,-1-1,1 0,-1-1,1 0,-1 0,1-1,-1-1,0 0,0 0,0-1,-1-1,1 0,-1 0,0-1,0 0,-1-1,0 0,0-1,-1 0,1 0,-2 0,1-1,-1 0,-1-1,0 0,0 0,-1 0,0 0,-1-1,0 0,0 0,-1 0,-1 0,0-1,0-7,-2 9,0 0,0 0,-1 0,0 1,-1-1,0 0,-1 1,0-1,0 1,-1 0,0 0,-1 0,0 1,0 0,-1 0,-3-4,9 11,0 1,-1-1,0 0,1 0,-1 1,1-1,-1 0,0 1,0-1,1 0,-1 1,0-1,0 1,0-1,1 1,-1 0,0-1,0 1,0 0,0 0,0 0,0-1,0 1,0 0,0 0,0 0,0 0,0 1,1-1,-1 0,0 0,0 1,0-1,0 0,0 1,0-1,1 1,-1-1,0 1,0-1,0 1,1 0,-1-1,0 1,1 0,-1-1,1 1,-1 0,-13 48,14-36,0-1,0 1,2 0,-1-1,2 1,0-1,0 0,1 0,0 0,1 0,1-1,0 0,0 0,1 0,0-1,1 0,0 0,1-1,0 0,0 0,1-1,0-1,1 0,-1 0,1-1,1 0,5 2,4 0,1 0,1-2,0 0,-1-1,2-2,7 1,51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39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227 585,'3'14,"2"13,1 13,1 10,0 5,-2 2,-1-2,-1-5,-2-12</inkml:trace>
  <inkml:trace contextRef="#ctx0" brushRef="#br0" timeOffset="739.036">0 478,'13'-14,"0"1,0 0,1 1,1 1,0 0,1 1,0 0,0 2,1 0,0 0,1 2,-1 0,1 1,1 1,-1 1,11-1,-15 1,-1 1,1 1,-1 0,1 1,-1 0,1 1,-1 0,1 1,-1 1,1 0,-1 1,-1 0,1 1,0 1,-1 0,0 0,-1 1,1 1,-1 0,-1 0,1 1,-2 1,1-1,-1 2,5 6,-2 8,0 0,-2 1,0 0,-2 0,-1 1,-1 0,-1 1,-2-1,-1 1,0-1,-3 2,14 105,7-71,-19-61,0-1,0 0,-1 0,1 1,0-1,0 0,0 0,0 0,0 0,0 0,1 0,-1 0,0 0,0-1,1 1,-1 0,1-1,-1 1,0-1,1 0,-1 1,1-1,-1 0,1 0,-1 0,1 0,-1 0,1 0,-1 0,1 0,-1-1,1 1,-1-1,0 1,1-1,-1 1,1-1,-1 0,0 0,0 0,1 0,7-8,-1 1,-1-1,1-1,-2 0,1 0,-1 0,-1-1,0 1,0-1,-1-1,0 1,-1 0,0-3,33-158,-30 160,0 33,1 18,2 0,2-1,1 0,2 0,10 17,-18-43,0-1,0 0,1 0,0 0,1-1,1 0,-1 0,1-1,1 0,0-1,0 0,0-1,1 0,0 0,1-1,0-1,0 0,0 0,1-1,-3-2,-1-1,1 0,0-1,0 0,-1-1,1 0,0 0,-1-1,1 0,-1-1,0 0,0 0,0-1,0 0,0-1,-1 1,0-2,0 1,0-1,-1-1,0 1,0-1,-1-1,1 1,-2-1,1 0,-1 0,0-1,-1 1,0-1,0 0,2-8,6-27,-1-1,-2 0,-3 0,-1-1,-2 0,-2 0,-2 0,-7-39,-13-120,-14-33,29 203,1 31,4 21,2 133,6-1,7 0,13 35,-25-172,1 24,2 0,2 0,1-1,2 0,1-1,2 0,1-1,1-1,9 13,-22-41,1-1,-1 1,1 0,0-1,0 0,0 0,0 1,0-2,1 1,-1 0,1-1,0 0,-1 0,1 0,0 0,1 0,-1-1,0 0,0 0,12-2</inkml:trace>
  <inkml:trace contextRef="#ctx0" brushRef="#br0" timeOffset="1017.319">1163 424,'-25'0,"-15"0,-6 0,4 3,10-1,21 1,24 0,30-4,27-5,22-7,19-6,12-1,5 2,-5 7,-23 5</inkml:trace>
  <inkml:trace contextRef="#ctx0" brushRef="#br0" timeOffset="2262.018">1831 1053,'-8'-356,"8"350,-1 5,0-1,1 1,-1 0,1 0,0 0,-1-1,1 1,0 0,0 0,0 0,0-1,0 1,0 0,0 0,0-1,1 1,-1 0,0 0,1 0,-1-1,1 1,-1 0,1 0,-1 0,1 0,0 0,0 0,0 0,-1 0,1 0,0 0,0 1,0-1,0 0,0 1,1-1,87 29,129 1,-216-29,1 1,0-1,-1 1,1 0,-1-1,1 1,-1 0,0 0,1 1,-1-1,0 0,0 1,0 0,0-1,0 1,0 0,-1 0,1 0,0 0,-1 0,0 0,1 0,-1 1,0-1,0 0,0 1,0-1,-1 1,1-1,-1 1,0 0,1-1,-1 1,0 1,-16 91,13-85,-4 19,-22 120,29-146,0 0,0 0,0 0,1 1,-1-1,1 0,0 0,0-1,0 1,0 0,0 0,1 0,-1-1,1 1,-1-1,1 1,0-1,0 1,0-1,1 0,-1 0,1 0,-1-1,1 1,-1 0,1-1,0 0,0 1,-1-1,1 0,0-1,0 1,0 0,0-1,0 0,0 0,3 0,17 0,1-2,-1 0,0-2,0 0,0-2,-1 0,19-9,-27 10,33-10,-1-1,0-3,-1-2,-1-2,-2-2,2-3,-37 22,0 1,0-1,-1-1,0 1,0-1,0 0,-1-1,0 1,0-1,1-5,-5 11,1-1,-1 0,0 0,0 0,-1 0,1 0,-1 0,1 0,-1 0,0 0,0 0,0 0,-1 0,1 0,-1 0,1 0,-1 0,0 0,0 1,0-1,-1 0,1 0,-1 1,1-1,-1 1,0 0,0-1,0 1,0 0,-1 0,1 0,-2-1,1 1,-1-1,0 1,0 0,0 0,0 0,0 1,0 0,0-1,0 1,-1 1,1-1,-1 0,1 1,0 0,-1 0,1 1,-1-1,1 1,0 0,-1 0,1 0,0 1,0-1,0 1,0 0,0 0,0 1,1-1,-3 2,-3 3,-1 1,1 0,1 1,-1 0,1 0,1 1,0 0,0 0,1 1,-1 2,2-3,0 1,0-1,1 1,0 1,1-1,0 0,1 1,0-1,1 1,0 0,1-1,0 1,1 0,2 7,-2-15,0-1,0 0,1 0,-1 0,1 1,0-2,0 1,0 0,0 0,1-1,-1 1,1-1,-1 0,1 1,0-1,0-1,0 1,0 0,0-1,1 1,-1-1,0 0,1 0,-1 0,0-1,1 1,-1-1,1 0,-1 0,1 0,-1 0,2-1,8 0,0-1,0-1,-1 0,1-1,-1 0,1-1,10-6,-9 5,-1-1,0-1,0 0,-1-1,0 0,0-1,-1 0,-1-1,0 0,0-1,-1 0,0 0,-1-1,-1 0,1-2,-7 92,-1-70,0 0,1-1,0 1,0 0,1-1,0 1,0-1,1 0,-1 1,2-1,-1-1,0 1,1 0,0-1,0 1,1-1,0-1,0 1,0-1,0 1,0-1,1-1,0 1,0-1,0 0,0 0,0-1,1 0,-1 0,1 0,0-1,-1 0,1 0,2-1,-2 0,0 0,0 0,0-1,0 0,0-1,-1 1,1-1,0 0,-1-1,1 0,-1 0,0 0,0-1,0 0,0 0,-1 0,0-1,0 0,0 0,0 0,-1 0,0-1,0 0,0 0,0-2,4-7,-1-1,-1 0,0 0,-1-1,-1 0,0 1,-2-2,0 1,0-12,-2-87,1 115,-1 0,0 0,0 0,1 0,-1 0,0 0,1 1,-1-1,1 0,0 0,-1 0,1 0,0 1,-1-1,1 0,0 1,0-1,-1 0,1 1,0-1,0 1,0-1,0 1,0 0,0-1,0 1,0 0,0 0,0-1,0 1,0 0,0 0,0 0,0 0,0 1,0-1,0 0,0 0,0 1,0-1,0 0,41 17,-26-9,0 1,-1 0,0 1,0 0,-1 2,-1 0,0 0,0 1,-1 1,-1 0,-1 0,0 1,0 0,-2 1,0 0,0 1,-2-1,5 17,-8-17,-3-10,1 0,0 0,0 0,0 0,0 0,1-1,0 1,0 0,1-1,0 1,0-1,0 0,0 0,1 0,0-1,0 1,0-1,1 0,-1 0,1 0,0-1,0 1,0-1,5 2,5-3,1 0,0-1,-1 0,1-1,0-1,-1-1,1 0,-1-1,1-1,-1 0,0-1,0 0,-1-1,0-1,0-1,7-4,-4 3,-1-1,0 0,-1-1,0 0,-1-1,13-14,-23 21,1 1,-1-1,-1 0,1 0,-1 0,0-1,0 1,0-1,-1 0,0 1,0-1,0 0,-1 0,0-1,0 1,-1 0,1 0,-2 0,1-1,0 1,-1 0,-1-5,1 8,0 0,0-1,0 1,0 0,0 0,-1 0,1 0,-1 0,0 0,0 0,0 0,0 0,-1 1,1 0,-1-1,1 1,-1 0,0 0,0 0,0 0,0 1,0-1,0 1,-1 0,1 0,0 0,-1 0,1 1,-1-1,1 1,-1 0,1 0,0 0,-1 1,1-1,-1 1,1-1,0 1,-1 0,1 1,0-1,0 1,0-1,0 1,0 0,0 0,0 0,1 0,-1 1,1-1,-2 2,0 3,0 1,0-1,1 1,-1 0,2 0,-1 0,1 1,1-1,-1 0,1 1,1-1,-1 1,2-1,-1 1,1-1,0 1,1-1,0 0,0 1,1-1,0 0,1 0,-1-1,1 1,1-1,0 0,0 0,0 0,1-1,-1 0,2 0,-1 0,1-1,-1 0,2 0,-1-1,0 0,1 0,6 2,7 2,1-1,0-2,0 0,0-1,1-1,-1-1,1-2,0 0,12-2,48-4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44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662 1097,'-6'-1,"-1"1,1 0,-1 0,1 1,-1 0,1 0,0 0,-1 1,1 0,0 0,0 0,0 1,0 0,1 0,-1 1,1-1,0 1,0 1,0-1,0 1,1-1,0 1,0 0,0 1,1-1,-1 1,1 0,-1 4,2-3,0 0,0-1,1 1,0 0,1 0,0 0,0 0,0 0,1 0,0 0,0 0,0 0,1-1,0 1,1 0,-1-1,1 0,1 1,-1-1,1-1,0 1,0 0,1-1,0 0,0 0,0 0,0-1,1 0,0 0,-1 0,2 0,3 1,5 1,-1 0,1-1,1 0,-1-1,1-1,-1 0,1-1,0-1,0-1,0 0,0-1,0-1,0 0,-1-1,1 0,9-5,-2 1,0-2,-1 0,0-2,-1 0,0-1,0-2,-2 0,0-1,0 0,9-12,-23 22,0 1,0-1,-1-1,1 1,-1-1,-1 1,1-1,-1 0,0 0,0-1,0 1,-1-1,0 1,0-1,-1 0,0 0,-1 6,0 1,0-1,0 1,0-1,0 1,0-1,0 1,-1 0,1-1,0 1,0-1,0 1,-1-1,1 1,0-1,0 1,-1 0,1-1,0 1,-1 0,1-1,-1 1,1 0,0-1,-1 1,1 0,-1 0,1 0,-1-1,1 1,-1 0,1 0,-1 0,1 0,-1 0,1 0,-1 0,1 0,-1 0,1 0,-1 0,1 0,-1 0,1 0,-1 1,1-1,0 0,-1 0,1 0,-1 1,1-1,-1 0,1 1,0-1,-1 0,1 1,0-1,-1 0,1 1,0-1,0 1,-1 0,-24 24,21-21,0 1,0 0,0 0,1 1,0-1,0 1,0 0,0 0,1-1,0 2,1-1,-1 0,1 0,0 0,1 1,-1-1,1 0,1 1,-1-1,1 0,0 1,0-1,1 0,0 0,0 0,0 0,1 0,0 0,0-1,1 0,2 4,5-2,0 0,1 0,0-1,0-1,1 0,-1-1,1 0,0-1,0 0,0-1,1-1,-1 0,0-1,12-1,-3 3,1-2,-1-1,0 0,0-2,0 0,0-2,-1 0,0-1,0-2,0 0,-1-1,0-1,-1-1,0 0,0-2,-2 0,1-1,-2-1,11-11,6-47,-33 71,1 0,-1-1,0 1,1 0,-1 0,0 0,0 0,-1 0,1 0,0 0,-1 0,1 0,-1-1,0 1,0 1,1-1,-1 0,-1 0,1 0,0 0,0 1,-1-1,1 1,0-1,-1 1,0-1,1 1,-1 0,0 0,0 0,0 0,0 0,0 0,0 0,0 0,-3 0,0 0,0 1,0-1,0 1,0 0,0 0,0 0,0 1,0 0,0 0,1 0,-1 0,0 1,1 0,-1 0,1 0,-1 1,1-1,0 1,0 0,0 0,0 0,-1 3,-3 1,1 1,0 0,0 1,1-1,0 1,0 0,1 1,0 0,1-1,-2 8,5-14,-1 0,1 0,0 1,0-1,1 0,-1 0,1 1,-1-1,1 0,0 1,1-1,-1 1,0-1,1 0,0 0,0 1,0-1,0 0,0 0,1 0,-1 0,1 0,0 0,0 0,0-1,0 1,0-1,1 1,-1-1,1 0,0 0,-1 0,1 0,0-1,0 1,0-1,0 0,3 1,2 0,0-1,-1-1,1 0,0 0,-1 0,1-1,-1 0,1-1,-1 0,1 0,-1 0,0-1,0 0,0 0,0-1,-1 0,1 0,-1-1,0 1,0-2,-1 1,0 0,0-1,0 0,0 0,-1-1,0 1,0-1,13 0,-9 30,-6-16,1 7,1 0,0-1,1 1,0-1,2 0,-1 0,1-1,1 0,0 0,1-1,0 0,1 0,0-1,0 0,1-1,1 0,4 2,-12-9,0-1,0 1,1-1,-1 0,1 0,-1-1,0 1,1-1,-1 0,1 0,-1 0,1-1,-1 0,1 0,-1 0,0 0,0-1,1 1,-1-1,0 0,0 0,-1-1,1 1,0-1,1-1,74-87,-68 74,0 0,-2 0,0-2,-1 1,0-1,-2 0,0 0,-2-1,0 0,-1 1,0-1,-2-1,-1 1,-1-17,7 20,14 28,-14-7,178 103,-130-79,-1 1,-2 4,-1 1,18 19,-27-9,-40-43,0 0,0 1,0-1,0 0,-1 1,1-1,0 0,-1 1,1-1,-1 1,1-1,-1 1,0 0,0-1,0 1,0-1,0 1,0-1,0 1,0 0,0-1,-1 1,1-1,-1 1,1-1,-1 1,0-1,1 0,-1 1,0-1,0 0,0 1,0-1,0 0,0 0,-6 3,1 0,0-1,-1 0,0 0,0 0,0-1,0 0,0 0,0-1,-5 0,8 0,-55 8</inkml:trace>
  <inkml:trace contextRef="#ctx0" brushRef="#br0" timeOffset="715.029">1130 1137,'18'-11,"13"-7,6 1,1 2,-1 4,-8 9,-8 9,-14 8,-18 10,-23 11,-26 7,-3-3</inkml:trace>
  <inkml:trace contextRef="#ctx0" brushRef="#br0" timeOffset="15716.59">4031 1177,'1'1,"-1"0,1 0,-1 0,1 0,0 0,0 0,-1 0,1 0,0 0,0 0,0 0,0 0,0-1,0 1,0 0,0-1,0 1,0-1,1 1,-1-1,0 0,0 1,0-1,1 0,-1 0,0 0,0 0,2 0,-3 0,41 5,0-2,0-2,0-2,0-2,22-4,-23 3,241-22,99 11,-339 14,-60 8,8 0</inkml:trace>
  <inkml:trace contextRef="#ctx0" brushRef="#br0" timeOffset="16847.225">6745 1271,'20'-323,"-20"319,0 0,-1-1,2 1,-1 0,0-1,1 1,0 0,0 0,0-1,1 1,-1 0,1 0,0 0,0 1,0-1,1 0,-1 1,1 0,0-1,0 1,0 0,0 0,1 1,-1-1,1 1,0-1,-1 1,1 0,0 1,0-1,1 1,-1 0,0 0,0 0,0 0,1 1,-1-1,2 1,10 4,-1 1,0 0,0 1,0 1,0 0,-1 0,0 2,-1 0,0 0,0 2,-1-1,-1 1,1 1,6 9,-12-12,1 0,-1 0,-1 1,0-1,0 1,-1 0,0 1,0-1,-2 1,1-1,-1 3,-1-9,0 0,-1 1,0-1,0 0,0 0,0 0,-1 0,1 0,-1 0,0 0,0 0,-1 0,1 0,-1-1,0 1,0 0,0-1,0 0,-1 1,1-1,-1 0,0 0,0 0,0-1,0 1,0-1,-1 0,1 1,-1-2,-3 3,4-3,0 0,-1 0,1 0,-1 0,1-1,0 1,-1-1,1 0,-1 0,1 0,-1 0,1-1,-1 0,1 1,0-1,-1 0,1-1,0 1,0 0,-1-1,1 0,1 0,-1 0,0 0,0 0,1-1,-1 1,1-1,0 1,0-1,0 0,0 0,0 0,1 0,-1 0,1 0,0-1,0 1,1 1,0 0,0 0,0 0,0 0,1 0,-1 0,1 0,-1 0,1 1,0-1,0 0,0 0,0 1,0-1,0 0,0 1,1-1,-1 1,1 0,-1-1,1 1,-1 0,1 0,-1 0,1 0,0 0,0 0,0 1,0-1,1 0,60-13,-62 14,68-9,-35 7,0-2,0-2,0-1,-1-2,-1-1,8-4,-26 8,0-1,-1 0,1-1,-1 0,-1-1,0-1,0 0,0 0,-2-1,1-1,-1 0,-1 0,7-13,-15 24,0 0,-1-1,1 1,0 0,-1-1,1 1,-1 0,0-1,0 1,1-1,-1 1,0 0,0-1,0 1,0-1,0 1,-1 0,1-1,0 1,-1 0,1-1,-1 1,1 0,-1-1,0 1,0 0,1 0,-1 0,0 0,0-1,0 1,0 1,0-1,0 0,0 0,-1 0,1 0,0 1,0-1,-1 1,1-1,0 1,-1-1,1 1,-1 0,1 0,0-1,-1 1,1 0,-1 0,1 1,0-1,-1 0,1 0,-1 1,1-1,0 1,-1-1,1 1,-1 0,-13 3,0 1,0 1,0 0,1 1,0 1,0 0,1 1,0 0,1 1,0 0,0 1,4-3,-1 0,2 0,-1 1,1 0,1 1,0-1,0 1,-2 6,6-13,1 0,0 1,0-1,0 1,0-1,0 1,0-1,1 1,0-1,0 1,0-1,0 1,1-1,-1 1,1-1,0 1,0-1,0 1,0-1,1 0,-1 0,1 1,0-1,0 0,0-1,0 1,0 0,1 0,-1-1,9 5,-1 0,1-1,0-1,0 0,1 0,0-1,-1 0,1-1,1 0,-1-1,0-1,0 0,10-1,46 2,0-3,0-2,27-8,3-1</inkml:trace>
  <inkml:trace contextRef="#ctx0" brushRef="#br0" timeOffset="23198.524">12774 642,'0'14,"3"11,2 8,5 5,4 6,1 0,-2-2,-3-4,-3-10</inkml:trace>
  <inkml:trace contextRef="#ctx0" brushRef="#br0" timeOffset="24894.536">12493 361,'71'-1,"-26"-1,1 2,0 1,0 3,0 1,-1 3,0 2,17 6,-50-11,0 0,-1 0,1 1,-1 1,-1 0,1 0,-1 1,0 1,-1-1,0 1,0 1,-1 0,0 0,-1 1,0 0,-1 0,0 0,-1 1,0 0,-1 0,0 0,-1 1,0-1,-1 2,5 181,-7-193,0 0,0 0,-1 0,1 0,0 0,1 0,-1 0,0 0,0 0,1 0,0 0,-1 0,1 0,0 0,0 0,0 0,0 0,0 0,0-1,1 1,-1-1,0 1,1-1,-1 1,1-1,0 0,-1 0,1 0,0 0,0 0,0 0,0 0,0 0,0-1,0 1,0-1,0 0,0 1,0-1,0 0,0 0,0 0,0-1,2 1,8-6,0-1,0-1,-1 1,0-2,0 1,-1-2,-1 1,1-1,-1-1,-1 0,0 0,-1 0,5-10,27-54,-39 75,1 0,-1 0,1 0,-1 0,0 0,1 0,-1 0,1 0,-1 0,1 0,-1 0,0 0,1 0,-1 0,1 0,-1 0,0 0,1 1,-1-1,1 0,-1 0,0 1,1-1,-1 0,0 0,1 1,-1-1,0 0,0 1,1-1,-1 0,0 1,0-1,0 0,1 1,-1-1,0 1,0-1,0 0,0 1,0-1,0 1,0-1,0 1,0-1,0 0,0 1,0-1,0 1,0-1,0 1,0-1,0 0,-1 1,1-1,0 0,0 1,-1-1,1 1,0-1,0 0,-1 1,1-1,0 0,-1 0,1 1,0 3,1 12,1 1,1 0,0-1,1 0,1 1,0-2,1 1,1-1,2 3,-6-13,-1 0,1 0,0-1,1 1,-1-1,1 0,0 0,0 0,0 0,1-1,-1 1,1-1,0 0,0-1,0 1,0-1,0 0,0 0,1-1,-1 1,1-1,-1-1,1 1,-1-1,1 0,0 0,-1 0,6-2,-3 0,0-1,0 0,-1 0,0-1,0 0,0 0,0-1,0 0,-1 0,0 0,0-1,0 0,-1 0,0-1,0 1,-1-1,0 0,0-1,0 1,-1-1,0 1,-1-1,0 0,0 0,0 0,-1 0,0 0,-1-4,1 27,0 0,1 1,0-1,1 0,1 0,4 12,-5-20,0 1,0-1,0 0,1-1,0 1,1 0,-1-1,1 0,0 0,1-1,-1 1,1-1,0 0,1-1,-1 0,1 0,0 0,0 0,0-1,0-1,0 1,1-1,0 0,-1-1,1 0,0 0,-1 0,1-1,0 0,0-1,-1 0,1 0,0-1,-1 1,1-2,5-2,3-6,0-1,-1-1,0 0,-1-1,-1-1,0 0,-1 0,0-2,-2 1,0-1,-1-1,0 0,-2 0,0-1,-1 0,-1 0,1-9,0 10,2 35,106 649,-84-405,-36-208,5-53,1 1,-1-1,1 0,-1 0,1 1,-1-1,1 0,-1 0,1 0,-1 0,1 0,-1 0,0 0,1 0,-1 0,1 0,-1 0,1 0,-1 0,1 0,-1-1,1 1,-1 0,1 0,-1-1,1 1,-1 0,1-1,-1 1,1 0,0-1,-1 1,1-1,0 1,-1 0,1-1,0 1,0-1,-1 1,1-1,0 1,0-1,0 1,-1-1,1 1,0-1,0 0,0 1,0-1,0 1,-12-30,1 0,1-1,2 0,1-1,-1-11,5 26,-23-135,7 0,3-82,15 218,0 8,0-1,1 1,-1-1,2 1,-1-1,2 1,-1-1,1 1,0-1,0 1,1 0,1 0,-1 0,1 0,-2 6,0 0,0 0,0 1,0-1,0 0,1 1,-1 0,0-1,1 1,-1 0,1 0,-1 0,1 1,0-1,-1 1,1-1,0 1,-1 0,1 0,0 0,0 0,-1 0,1 1,0 0,1 0,67 25,-48-15,-1 0,0 2,0 1,-2 0,0 2,0 0,-2 1,0 1,0 2,-16-19,0 1,0-1,-1 1,1 0,-1 0,1 0,-1 0,0 0,0 0,0 0,0 0,0 0,0 0,0 0,-1 1,1-1,-1 0,0 1,1-1,-1 0,0 1,0-1,-1 0,1 1,0-1,-1 0,0 1,1-1,-1 0,0 0,0 0,0 0,0 0,-1 0,1 0,0 0,-1 0,0 0,1-1,-1 1,-2 1,-2 0,-1 0,0 0,1-1,-1 1,-1-2,1 1,0-1,0 0,0 0,-1-1,1 0,0 0,-1-1,1 0,0 0,0-1,-7-2,10 4,1-2,-1 1,0 0,1-1,0 1,-1-1,1 0,0 0,0 0,0-1,0 1,0-1,1 0,-1 0,1 1,-1-2,1 1,0 0,0 0,1-1,-1 1,1-1,0 1,0-1,0 0,0 1,0-1,1 0,0 0,0 1,0-1,0 0,0 0,1-3,2 0,-1 0,1 0,0 0,0 0,1 0,0 1,0-1,0 1,1 0,0 0,0 1,1-1,-1 1,1 1,0-1,1 1,-1 0,4-1,10-6,0 1,0 1,1 1,1 1,15-2,-31 6,1 0,0 1,-1 0,1 1,0-1,0 1,0 1,1-1,-1 1,0 0,0 1,0 0,0 0,0 0,0 1,0 0,-1 0,1 1,-1 0,1 0,-1 1,0-1,0 1,0 1,-1-1,0 1,1 0,-2 0,1 1,-1-1,1 1,1 4,25 120,-30-129,-1 1,1-1,0 1,0-1,0 0,0 1,0-1,1 0,-1 0,0 0,1 0,-1 0,0 0,1 0,-1-1,1 1,-1 0,1-1,0 1,-1-1,1 0,-1 1,1-1,0 0,-1 0,1 0,0 0,-1 0,1-1,0 1,-1 0,1-1,0 1,-1-1,1 0,-1 1,1-1,-1 0,0 0,1 0,54-42,-46 31,0-1,-1-1,0 1,-1-2,-1 1,0-1,-1 0,0 0,-2-1,0 0,0 0,0-15,7 102,-9-55,1 0,1-1,1 1,0-1,1 1,1-2,0 1,1-1,0 0,4 4,-8-13,0 1,1-1,-1-1,1 1,0 0,0-1,1 0,-1-1,1 1,0-1,0 0,0 0,0-1,0 0,1 0,-1 0,1-1,-1 0,1 0,0 0,-1-1,1 0,0-1,-1 0,1 0,3-1,4-3,0-2,0 0,0-1,-1 0,0-1,-1-1,0 0,0 0,-1-1,-1-1,1 0,-2 0,0-1,0 0,-2-1,1 0,-2 0,1-3,12-29,-2 0,-3-1,-1-1,-3-1,-2 1,-2-1,-2 0,-2-1,-2 1,-3 0,-3-15,5 48,0 0,-1 0,-1 0,0 0,-1 1,-1-1,0 1,-1 0,-1 0,-6-8,13 21,-1 1,0-1,0 1,0 0,0-1,0 1,0 0,0 0,0 0,0 0,0 0,-1 0,1 0,0 0,-1 0,1 0,-1 1,1-1,-1 1,1-1,-1 1,0 0,1-1,-1 1,1 0,-1 0,0 0,1 0,-1 0,1 1,-1-1,1 0,-1 1,1-1,-1 1,1 0,-1-1,1 1,-1 0,1 0,0 0,-1 0,1 0,0 0,-40 65,32-32,1 0,2 0,1 1,1 0,3 0,0 0,2 0,2 0,1-1,2 1,2 2,0 2,2 0,1-1,3 0,0-1,3-1,1-1,1 0,2-1,1-1,24 26,-13-27</inkml:trace>
  <inkml:trace contextRef="#ctx0" brushRef="#br0" timeOffset="26103.374">16103 509,'-16'-2,"1"2,-1 0,0 1,1 0,-1 1,1 1,-1 0,1 2,0-1,0 2,1 0,0 1,0 0,0 1,-5 4,16-10,0-1,1 1,-1-1,1 1,-1 0,1 0,0 0,-1 0,1 0,0 0,0 1,1-1,-1 1,0 0,1-1,0 1,-1 0,1 0,0 0,1 0,-1 0,0 0,1 0,0 0,-1 0,1 0,0 0,1 0,-1 0,1 0,-1 0,1 0,0 2,7 3,0 0,0-1,0 0,1 0,0 0,1-1,-1-1,1 1,0-2,0 1,1-1,-1-1,5 1,-8-1,165 57,-169-59,-1 0,0 0,0 0,0 0,0 0,-1 0,1 0,0 1,0-1,-1 1,1-1,-1 1,1 0,-1-1,0 1,0 0,1 0,-1 0,-1 0,1 0,0 0,0 0,-1 0,1 1,-1-1,0 0,1 0,-1 0,0 1,-1-1,1 0,0 0,0 0,-1 1,0-1,1 0,-1 0,0 0,0 0,0 0,0 0,-1 0,-2 4,-1 0,0-1,0 0,-1 0,1-1,-1 0,0 1,0-2,0 1,-1-1,0 0,1 0,-1-1,0 0,0 0,0-1,0 0,0 0,-1 0,0-1,7 0,0 0,0 0,-1-1,1 1,0 0,0 0,0-1,0 1,0-1,0 1,0-1,0 1,0-1,0 0,0 1,0-1,0 0,0 0,1 0,-1 0,0 0,0 0,1 0,-1 0,1 0,-1 0,1 0,0 0,-1 0,1 0,0 0,0-1,-1 1,1 0,0 0,0 0,0 0,1-1,-1 1,0 0,0 0,1 0,-1 0,20-51,-5 31,1 1,0 1,2 0,0 1,1 1,1 1,0 1,1 0,1 2,0 0,1 2,17-7,-37 16,0 0,-1 0,1 1,0-1,1 1,-1 0,0 0,0 0,0 0,1 0,-1 0,1 1,-1 0,0 0,1 0,-1 0,0 0,1 1,-1-1,0 1,1 0,-1 0,0 0,0 1,0-1,0 1,0 0,0-1,0 1,0 1,-1-1,3 2,3 80,-9-78,0-1,1 0,-1 0,1 1,0-1,0 0,1 0,-1 1,1-1,0 0,1 0,-1 0,1 0,0 0,0 0,1 0,-1-1,1 1,0-1,0 0,1 0,-1 0,1 0,3 2,-4-4,-1-1,1 0,0 0,0 0,-1 0,1 0,0-1,0 1,0-1,0 0,0 0,0 0,-1 0,1-1,0 1,0-1,0 1,0-1,-1 0,1 0,0-1,-1 1,1 0,-1-1,1 1,-1-1,0 0,1 0,52-65,-47 49,0 0,-1 0,0-1,-2 0,0 0,-1-4,1 3,-5 20,0 0,0 0,0 0,0 0,0 0,0 0,1 0,-1 1,0-1,0 0,0 0,0 0,0 0,0 0,1 0,-1 0,0 0,0 0,0 0,0 0,0 0,1 0,-1 0,0 0,0 0,0 0,0 0,0 0,1 0,-1 0,0 0,0 0,0 0,0 0,0-1,0 1,1 0,-1 0,0 0,0 0,0 0,0 0,0 0,0 0,0-1,3 20,-3-17,2 15,0 1,2 0,0-1,0 1,2-1,5 11,-8-21,0-1,1 1,-1-1,1 0,1 0,-1-1,1 1,0-1,0 0,0 0,1-1,0 0,-1 0,2 0,-1 0,0-1,1 0,2 0,-5-2,0 0,0 0,0-1,0 1,0-1,1 0,-1 0,0-1,0 1,0-1,0 0,0 0,0 0,0-1,0 0,0 1,-1-1,1 0,-1-1,1 1,-1-1,0 1,0-1,0 0,0 0,0 0,-1-1,1 1,5-9,0 0,-1 0,0 0,-1-1,-1 1,0-2,3-10,-3 9,-1 0,0 0,-2-1,1 1,-2-1,0 1,-1-1,-1 1,0-1,-1 1,0-1,-2 1,0-1,60 27,53 0,-89-11,0 1,-1 1,1 0,-1 2,0 0,0 2,0 0,2 1,-17-4,0 0,0 0,0 0,-1 0,1 0,-1 1,0 0,0 0,0 0,0 0,-1 0,0 0,1 0,-2 1,1-1,0 1,-1 0,0-1,0 1,-1 0,1 0,-1 0,0 0,0-1,0 1,-1 0,0 0,0 0,0 0,5 70,-4-73,1 0,0 0,0 1,0-1,0 0,1 0,-1 0,0 0,1-1,-1 1,1 0,0-1,0 1,-1-1,1 1,0-1,0 0,0 0,1 0,-1 0,0 0,0 0,1-1,-1 1,0-1,0 1,1-1,-1 0,1 0,-1 0,0 0,2-1,73-22,-65 16,0-1,0-1,0 0,-1 0,-1-1,1 0,-2-1,1 0,-2-1,1 1,-2-2,1 1,-2-1,0 0,3-10,-3 7,-2 42,-4 5,-2-17,0 0,1 0,1 0,0 0,1 0,1 0,0-1,0 1,2 0,0-1,0 1,1-1,1 0,0-1,1 0,0 0,7 9,-10-18,-1 0,1 0,0-1,0 1,0-1,0 0,0 0,1 0,-1-1,0 1,1-1,-1 0,5 0,21 0</inkml:trace>
  <inkml:trace contextRef="#ctx0" brushRef="#br0" timeOffset="26380.321">17788 0,'-14'0,"-9"3,-2 4,2 4,6 1</inkml:trace>
  <inkml:trace contextRef="#ctx0" brushRef="#br0" timeOffset="17402.471">9259 843,'-7'-2,"-1"-1,1 2,-1-1,1 1,-1 0,0 0,1 1,-1 0,0 1,0 0,1 0,-1 0,1 1,-1 0,1 1,0-1,0 1,0 1,0 0,1-1,-1 2,1-1,0 1,-5 5,3-2,1-1,0 1,1 1,0-1,0 1,1 0,0 0,0 1,1-1,1 1,-1 0,2 0,-1 0,1 1,1-1,0 0,0 1,1-1,1 3,0-9,1-1,0 1,-1-1,1 1,1-1,-1 0,0 0,1 0,0 0,0 0,0 0,0-1,0 1,0-1,1 0,-1 0,1 0,-1 0,1-1,0 0,-1 0,1 0,0 0,0 0,0-1,0 1,0-1,0 0,0 0,0-1,0 1,0-1,0 0,0 0,-1 0,1-1,0 1,-1-1,1 0,-1 0,1 0,-1 0,0-1,0 1,0-1,2-3,5-2,0-1,-1-1,-1 0,1 0,-1 0,-1-1,0 0,-1-1,0 1,-1-1,0-1,-1 1,0-1,-1 1,0-1,-1 0,0 0,-1 0,-1 0,-1-9,-2 4,3 18,0 0,0 0,0 1,0-1,0 0,0 0,0 1,0-1,0 0,0 0,0 1,0-1,0 0,0 0,0 1,0-1,0 0,0 0,0 0,0 1,-1-1,1 0,0 0,0 0,0 1,0-1,0 0,-1 0,1 0,0 0,0 1,0-1,-1 0,1 0,0 0,0 0,-1 0,1 0,0 0,0 0,-1 0,1 0,0 1,0-1,-1 0,1 0,0-1,0 1,-1 0,1 0,0 0,0 0,0 0,-1 0,1 0,-2 11,1 0,0 1,1-1,0 1,1-1,0 1,1-1,0 0,1 0,0 0,0 0,2 0,-1-1,1 0,1 0,-1 0,2 0,0-1,0 0,0-1,1 1,0-1,1-1,0 0,0 0,2 1,35 11,-3-7</inkml:trace>
  <inkml:trace contextRef="#ctx0" brushRef="#br0" timeOffset="18184.507">9847 856,'-8'-1,"0"0,0 1,0-1,0 2,0-1,0 1,0 0,0 1,1 0,-1 0,0 0,1 1,0 1,0-1,0 1,0 0,0 0,1 1,-1 0,1 0,1 1,-1 0,1 0,0 0,0 0,1 1,-1 0,2 0,-1 0,1 0,0 1,0-1,1 1,0 0,1 0,-1 0,2-1,-1 3,0-8,1 1,0-1,-1 1,1-1,0 1,0-1,1 1,-1-1,0 1,1-1,-1 0,1 1,0-1,0 0,0 1,0-1,0 0,1 0,-1 0,1 0,-1 0,1 0,-1-1,1 1,0 0,0-1,0 1,0-1,0 0,1 0,-1 0,0 0,0 0,1 0,-1 0,1-1,-1 1,0-1,1 0,-1 0,1 0,-1 0,1 0,-1 0,1-1,12-3,0-2,-1 0,1 0,-1-2,0 1,-1-2,0 0,0 0,-1-2,0 1,-1-1,0-1,-1 0,0-1,-1 0,2-4,3-8,-1 0,-2-1,0 0,-1-1,-2 0,-1 0,-1-1,-1 0,-2 0,-1-1,-1 1,-1 0,-1-1,-2 1,-1 0,-1 0,-2 0,-7-19,-19-23,32 70,0-1,1 1,-1-1,0 1,0 0,1-1,-1 1,0 0,0-1,0 1,0 0,1 0,-1 0,0 0,0 0,0 0,0 0,0 0,0 0,1 0,-1 1,0-1,0 0,0 1,1-1,-1 0,0 1,0-1,1 1,-1-1,0 1,1-1,-1 1,0 0,1-1,-1 1,1 0,-1 0,1-1,0 1,-1 0,1 0,0 0,-1-1,1 1,0 0,0 0,0 0,0 0,-7 18,0 0,2 0,0 0,1 1,2-1,0 1,0 13,1-15,-4 49,3-1,6 61,-2-104,0 0,2 1,1-1,1 0,1-1,1 0,1 0,1-1,1 0,1 0,-8-14,0 1,0-1,1-1,0 1,0-1,1 0,0 0,0 0,0-1,0 0,1 0,0-1,0 0,1 0,-1-1,1 0,-1 0,1 0,0-1,0 0,0-1,0 0,1 0,-1-1,0 0,0 0,0-1,1 0,-1 0,0-1,0 0,0-1,5-2,-1-5,0 1,-1-2,0 0,-1 0,-1-1,1 0,-2-1,0 0,0 0,-1-1,-1 0,0 0,-1 0,-1-1,0 1,-1-1,-1 0,0-1,-1 1,0 0,-1 0,-1 0,-1-2,4 70,-2-43,1 1,1-1,-1 0,2 0,-1 0,2 0,-1 0,1-1,1 1,0-1,0 0,0-1,1 1,1-1,-1 0,1 0,1-1,0 0,0-1,0 1,0-1,1-1,0 0,0 0,9 3,-15-8,0 0,0 1,1-1,-1 0,0-1,1 1,-1 0,0-1,0 0,1 0,-1 0,0 0,0 0,0-1,0 0,0 1,-1-1,1 0,0 0,-1 0,1-1,-1 1,0-1,0 1,0-1,0 0,0-1,36-84,-16-84,-24 186,0 0,2-1,0 1,0 0,2 0,-1-1,2 1,0-1,0 1,1-1,1 0,0 0,1-1,1 0,-1 0,2 0,0-1,0 0,1 0,7 6,25 6,-1-7</inkml:trace>
  <inkml:trace contextRef="#ctx0" brushRef="#br0" timeOffset="22617.389">11251 816,'-15'-8,"0"1,0 1,0 0,-1 1,0 0,0 2,0 0,0 0,-1 2,0 0,11 1,1 1,0 0,0 0,0 1,0 0,0-1,0 2,0-1,1 0,-1 1,1 0,0 0,-1 1,1-1,1 1,-1 0,1 0,-1 0,1 0,0 0,0 1,0 2,-42 110,41-103,0 0,0 1,2 0,0-1,0 1,1 0,1 0,1 0,0-1,1 1,0 0,3 6,-3-17,0 0,0-1,1 1,-1-1,1 0,0 0,0 0,0 0,0 0,0-1,1 1,0-1,-1 0,1 0,0 0,0 0,0-1,0 0,0 0,0 0,0 0,0 0,2-1,101-4,78-43,-97 15</inkml:trace>
  <inkml:trace contextRef="#ctx0" brushRef="#br0" timeOffset="31356.294">154 2421,'-8'1,"0"1,1 1,-1-1,1 1,-1 1,1 0,0 0,0 0,1 0,-1 1,1 0,0 1,1 0,-1-1,1 2,0-1,0 1,1-1,0 1,0 0,1 1,0-1,0 1,1-1,-1 1,1 3,0-5,0 1,1 0,0 0,0-1,0 1,1 0,0 0,1 0,-1 0,1 0,1 0,-1-1,1 1,0 0,1-1,-1 0,1 1,1-1,-1 0,1-1,0 1,0 0,1-1,0 0,-1 0,2-1,-1 1,1-1,-1 0,4 1,3 0,0 0,1 0,-1-2,1 1,0-2,0 0,0 0,0-1,0-1,1 0,-1-1,0 0,0-1,0-1,0 0,0-1,16-5,-1-1,0-2,-1-1,0-1,-1-1,11-10,46-36,-82 61,-1-1,1 1,0-1,-1 1,1 0,0-1,-1 1,1 0,0-1,0 1,-1 0,1 0,0 0,0 0,0 0,-1 0,1 0,0 0,0 0,0 0,-1 0,1 1,0-1,0 0,-1 0,1 1,0-1,0 0,-1 1,1-1,-1 1,1-1,0 1,-1-1,1 1,-1 0,1-1,-1 1,1 0,-1-1,0 1,1 0,-1-1,0 1,12 41,-10-28,-1-10,-1 0,1 0,0 0,0 0,0 0,0 0,1 0,0 0,0 0,0-1,0 1,0 0,1-1,-1 0,1 0,0 0,0 0,0 0,1 0,-1-1,1 0,-1 0,1 0,0 0,0 0,-1-1,1 1,0-1,1 0,-1 0,0-1,0 1,0-1,3 0,1-3,-1 0,1 0,-1-1,0 0,0-1,0 1,0-1,-1-1,0 1,0-1,0 0,-1-1,0 1,0-1,-1 0,0 0,0 0,0-1,-1 1,0-1,-1 0,0 0,0 0,0 0,-1 0,-1 0,1-1,-1 1,-1 0,1 0,-1-1,-1 1,0-4,1 9,0-1,0 1,-1-1,1 1,-1-1,0 1,1 0,-1 0,-1 0,1 0,0 0,-1 0,1 0,-1 1,0 0,0-1,0 1,0 0,-1 0,1 1,0-1,-1 1,1-1,-1 1,1 0,-1 1,0-1,1 0,-1 1,0 0,0 0,1 0,-1 1,0-1,1 1,-1 0,0 0,1 0,-2 1,-1 2,0 0,0 1,0 0,1 1,-1-1,1 1,1 0,-1 0,1 1,0-1,0 1,1 0,0 0,0 0,1 0,0 1,0-1,1 1,0-1,0 5,0-8,0 0,1 1,0-1,0 0,0 1,0-1,1 1,0-1,-1 0,2 0,-1 1,0-1,1 0,0 0,0 0,0-1,0 1,1 0,0-1,-1 1,1-1,0 0,1 0,-1 0,0-1,1 1,0-1,-1 1,1-1,0-1,0 1,0 0,1-1,-1 0,3 1,27-1,-3-6</inkml:trace>
  <inkml:trace contextRef="#ctx0" brushRef="#br0" timeOffset="32183.03">903 1966,'-5'-2,"-1"1,1 0,0 1,0-1,0 1,-1 0,1 0,0 1,0 0,-1-1,1 2,0-1,0 1,0-1,0 1,1 1,-1-1,0 1,1 0,0 0,-1 0,1 0,1 1,-1 0,0-1,1 1,0 1,0-1,0 0,-1 2,-2 6,0 0,1 1,0-1,0 1,2 0,-1 0,2 1,0-1,0 0,1 1,1 6,1-2,1 0,0 0,2-1,0 1,0 0,2-1,0 0,1-1,1 1,0-1,1-1,1 1,1-2,2 4,10 9,2-2,0-1,1 0,1-2,1-1,28 15,-54-35,34 22,0-2,2-1,1-2,8 2,-46-20,0 1,0-1,0 0,0 1,0-1,0 0,0 0,0 0,0 1,-1-1,1 0,0 0,0-1,0 1,0 0,0 0,0 0,0-1,0 1,0 0,0-1,-1 1,1-1,0 1,0-1,0 1,-1-1,1 1,0-1,-1 0,1 1,0-1,-1 0,1 0,-1 0,1 1,-1-1,0 0,1 0,-1 0,0 0,0 0,1 0,-1 0,0 0,0 0,-2-52,1 44,-10-67,6 43,0 0,2-1,1 1,2 0,4-33,-4 64,1-1,-1 0,1 0,-1 0,1 1,0-1,0 0,0 1,0-1,1 1,-1-1,1 1,-1 0,1-1,0 1,0 0,0 0,0 0,0 0,0 1,1-1,-1 1,1-1,-1 1,1 0,-1 0,1 0,0 0,0 0,-1 1,1-1,0 1,0 0,0 0,-1 0,1 0,0 0,0 1,0-1,11 5,0 0,0 1,-1 0,0 1,-1 0,0 1,0 1,0 0,-1 0,0 1,4 7,-7-10,-1 2,0-1,-1 1,0 0,0 0,-1 1,0 0,-1 0,0 0,0 0,-1 0,-1 1,0 0,0-1,-1 1,0 0,-1 0,0 3,-1 5,1-12,-1 0,1 0,0 0,0 0,1 0,0 0,0 0,1 0,-1-1,2 1,-1 0,1-1,0 0,0 0,1 2,0-7,0 1,-1-1,1 0,0 0,0 0,0 0,0-1,0 1,0-1,0 0,0 0,0-1,0 1,0-1,0 0,0 0,0 0,0-1,0 1,-1-1,1 0,-1 0,1 0,-1-1,0 1,0-1,0 1,0-1,1-2,-4 5,136-100,-135 99,1 0,-1 0,0 0,1 1,-1-1,1 0,-1 1,1-1,-1 1,1-1,0 1,-1 0,1-1,0 1,-1 0,1 0,0 0,-1 1,1-1,-1 0,1 1,0-1,-1 1,1-1,-1 1,1 0,-1-1,0 1,1 0,-1 0,0 0,1 0,-1 0,0 1,0-1,0 0,0 0,0 1,0 0,21 39,-20-35,0 0,1 0,-1 0,1-1,1 1,-1 0,1-1,0 0,0 0,0 0,1-1,0 1,0-1,0 0,0-1,1 1,0-1,-1 0,1 0,0-1,4 1,-6-2,0 0,0-1,1 1,-1-1,0 0,0 0,0-1,0 1,0-1,1 0,-1 0,0 0,-1-1,1 1,0-1,0 0,-1 0,1 0,-1-1,1 1,-1-1,0 0,0 0,0 0,-1 0,1 0,-1-1,0 1,0-1,0 0,0 0,2-3,-1 0,-1-1,1 1,-1-1,0 1,-1-1,0 0,0 1,-1-1,0 0,0 0,-1 1,0-1,0 0,0 1,-3-5,1 4,0 1,0-1,-1 1,-1-1,1 1,-1 1,0-1,-1 1,0 0,0 0,-4-3,8 7,0 1,0-1,0 1,0-1,-1 1,1 0,0 0,-1 0,1 0,-1 0,0 0,1 1,-1-1,0 1,1 0,-1 0,0 0,1 0,-1 0,0 1,1-1,-1 1,1-1,-1 1,0 0,1 0,0 1,-1-1,1 0,0 1,0-1,-1 1,1 0,0-1,1 1,-1 0,-1 1,-1 3,0 0,1 0,-1 1,1-1,0 1,1-1,0 1,0 0,0 0,1 0,0 0,0 0,0 1,1-1,1 0,-1 0,1 0,0 0,1 0,-1 0,1 0,1 0,-1 0,3 3,12 20</inkml:trace>
  <inkml:trace contextRef="#ctx0" brushRef="#br0" timeOffset="32615.258">2413 2661,'-12'-52,"1"-1,3 0,2-1,3 1,3-48,-1 100,1 1,0-1,0 0,-1 0,1 0,0 0,0 0,0 1,0-1,0 0,0 0,0 0,0 0,0 0,0 0,0 1,1-1,-1 0,0 0,1 0,-1 0,0 1,1-1,-1 0,1 0,-1 1,1-1,0 0,-1 1,1-1,0 1,-1-1,1 1,0-1,0 1,-1-1,1 1,0 0,0-1,0 1,0 0,0 0,-1 0,1 0,0 0,0 0,0 0,0 0,0 0,0 0,0 0,-1 0,1 1,0-1,0 0,0 0,0 1,-1-1,1 1,0-1,0 1,-1-1,1 1,0 0,91 64,44 9,-131-67,0 1,0-1,-1 1,0 0,0 0,-1 1,0-1,0 1,-1-1,0 1,-1 0,0 0,0 0,-1 0,0 0,0 0,-1 0,0 0,-1 0,0-1,-1 2,1 7,1-7,-1-7,1 1,0 0,0-1,0 1,1 0,-1 0,1 0,0-1,0 1,0 0,0 0,1 0,0 0,0-1,0 1,0 0,0-1,1 1,-1-1,1 1,0-1,0 0,0 0,1 0,-1 0,1 0,0 0,0-1,0 1,0-1,0 0,1 1,9-1,1-1,-1 0,1 0,-1-2,1 0,-1 0,1-1,-1-1,0 0,0-1,0 0,5-3,-12 5,57-19,-4-1</inkml:trace>
  <inkml:trace contextRef="#ctx0" brushRef="#br0" timeOffset="32983.306">3310 2580,'31'-12,"-17"7,0 0,-1-1,0-1,0 0,-1 0,0-1,0-1,5-5,-16 13,1 0,-1 0,0 0,1 0,-1 0,0-1,0 1,0-1,0 1,0 0,0-1,0 0,-1 1,1-1,-1 1,1-1,-1 0,1 1,-1-1,0 0,0 0,0 1,0-1,0 0,0 0,-1 1,1-1,0 0,-1 1,0-1,1 0,-1 1,0-1,0 1,1-1,-1 1,0 0,-1-1,1 1,0 0,0-1,-1 1,1 0,0 0,-1 0,1 0,-1 1,1-1,-1 0,0 1,1-1,-1 1,-1-1,-2 0,0 0,0 1,0-1,0 1,-1 0,1 1,0-1,0 1,0 0,0 0,0 1,1-1,-1 1,0 0,1 1,-1-1,1 1,0 0,0 0,0 0,0 0,0 1,0 0,-5 5,1 0,1 0,0 0,0 1,1 0,0 0,0 0,1 1,-2 7,-2 65,9-80,0-1,0 1,1-1,0 1,-1-1,1 1,0-1,0 1,0-1,1 0,-1 1,0-1,1 0,0 0,-1 0,1 0,0 0,0-1,0 1,0 0,0-1,1 0,-1 1,0-1,1 0,-1 0,0 0,1-1,0 1,0 0,4-2,0 0,0 0,0-1,0 0,0 0,0-1,-1 0,1 0,-1 0,0-1,0 0,0 0,0 0,-1-1,0 0,0 0,0 0,0-1,-1 0,0 1,0-2,-1 0,74-141,-69 138,-5 27,-1-7,-1 0,2-1,-1 0,1 1,1-1,0-1,0 1,0 0,1-1,1 0,-1 0,1 0,1-1,-1 0,1 0,0-1,1 0,0 0,0-1,0 0,0 0,1-1,0 0,0 0,0-1,0 0,1 0,122 15,-68-17</inkml:trace>
  <inkml:trace contextRef="#ctx0" brushRef="#br0" timeOffset="33653.078">5461 2701,'-1'-13,"1"-1,0 1,1-1,1 1,0 0,0-1,4-7,-3 9,3-17,1-1,1 1,1 1,2 0,1 0,14-23,-25 49,1 0,-1 0,0 0,0 0,1 0,-1 0,1 1,0-1,-1 0,1 1,0-1,0 1,0 0,0 0,0 0,0 0,1 0,-1 0,0 0,0 0,1 1,-1 0,0-1,1 1,-1 0,0 0,1 0,-1 0,0 1,1-1,-1 1,0-1,1 1,-1 0,0 0,0 0,0 0,0 0,0 0,0 1,2 0,13 13,-1 0,0 1,-1 1,0 0,-2 1,8 12,-14-19,0 0,0 0,-1 0,-1 1,0 0,0 0,0 5,-4-14,0-1,-1 1,1 0,-1 0,0 0,0-1,1 1,-2 0,1 0,0 0,-1 0,1-1,-1 1,0 0,0 0,0-1,0 1,0-1,-1 1,1-1,-1 1,1-1,-1 0,0 0,0 0,0 0,0 0,-1 0,1-1,0 1,-1-1,1 1,-1-1,1 0,-3 0,-63 8,68-9,0 0,-1 0,1 0,0 0,-1 0,1 0,-1 0,1 0,0 0,-1 0,1 0,0-1,-1 1,1 0,0 0,-1 0,1-1,0 1,0 0,-1 0,1-1,0 1,0 0,-1-1,1 1,0 0,0-1,0 1,0 0,-1-1,1 1,0 0,0-1,0 1,0-1,0 1,0 0,0-1,0 1,0 0,0-1,0 1,0 0,0-1,1 1,-1-1,0 1,0 0,0-1,0 1,1 0,-1-1,0 1,0 0,1 0,-1-1,0 1,0 0,1 0,-1-1,0 1,1 0,21-17,170-77,-173 84,-3 4,-1-1,1-1,-1 0,-1-1,0-1,0 0,-1-1,0 0,-1-1,0 0,-1-1,1-3,-11 15,0-1,1 1,-1-1,0 1,0-1,-1 0,1 0,0 1,-1-1,1 0,-1 0,1 0,-1 0,0 0,0 0,1 0,-2 0,1 0,0 0,0 1,-1-1,1 0,-1 0,1 0,-1 0,0 0,0 1,1-1,-2 0,1 1,0-1,0 1,0-1,-1 1,1-1,0 1,-1 0,0 0,1 0,-1 0,0 0,1 0,-1 0,0 0,0 1,0-1,1 1,-1 0,0-1,0 1,0 0,0 0,0 0,0 0,-1 0,-4 4,0-1,1 1,0 0,0 0,0 1,0 0,0 0,1 0,0 1,0-1,1 1,-1 1,2-1,-1 0,0 1,1 0,0 0,1 0,0 0,0 0,0 1,1-1,0 0,0 1,1 0,0 0,1 0,0 0,0 0,0 0,1 0,0 0,1-1,0 1,0-1,1 0,-1 0,1 0,1 0,0-1,0 1,0-1,0-1,1 1,0-1,0 0,1 0,0 0,-1-1,1 0,1-1,-1 0,0 0,1 0,0-1,-1 0,1 0,8 0,60 10,-1-7</inkml:trace>
  <inkml:trace contextRef="#ctx0" brushRef="#br0" timeOffset="34100.342">7508 2112,'34'2,"1"-2,0-1,0-2,-1-1,1-2,-1-1,-1-2,1-1,-1-1,-1-2,10-7,-23 11,-2 0,1-2,-1 0,-1-1,0 0,0-1,3-5,-15 13,1 1,-1-1,0-1,0 1,0 0,-1-1,0 0,0 0,0 0,-1 0,0 0,0 0,0-1,-1 1,0-1,-1 1,1-1,-1 1,0-1,-1 0,1 1,-1-1,-2-5,3 9,-1 0,1 1,-1-1,0 0,0 1,0-1,0 1,0-1,0 1,-1-1,1 1,-1 0,1 0,-1 0,0 0,0 0,0 0,0 0,0 1,-1-1,1 1,0-1,-1 1,1 0,-1 0,1 0,-1 0,0 0,1 1,-1-1,0 1,0 0,1 0,-1 0,0 0,1 0,-1 1,0-1,0 1,1-1,-1 1,1 0,-1 0,1 0,-1 1,-5 7,1 0,0 0,1 1,0 0,0 1,1-1,0 1,1 0,0 0,1 0,0 1,1-1,0 1,1 7,-12 83,4 1,5 60,2-84,-5 460,7-501</inkml:trace>
  <inkml:trace contextRef="#ctx0" brushRef="#br0" timeOffset="34631.053">7560 2474,'112'-16,"-1"-4,2-6,-47 10,287-72,-341 84,-22 6,-14 5,1 1,0 2,0 0,1 1,1 1,0 1,0 1,2 1,-1 1,-2 5,-22 44,42-63,1 0,0 0,1 0,-1 0,0 1,1-1,-1 0,1 0,-1 1,1-1,0 0,0 1,0-1,1 0,-1 0,0 1,1-1,-1 0,1 0,0 0,0 0,0 1,0-1,0 0,0-1,1 1,-1 0,1 0,-1 0,1-1,-1 1,2 0,6 1,-1 0,1-1,0 0,-1-1,1 1,0-2,0 1,0-1,0-1,0 1,0-2,0 1,-1-1,1 0,-1-1,1 0,-1 0,0-1,0 0,0-1,0 0,0 0,3-1,0 1,0-2,-1 1,0-2,0 1,-1-1,1-1,-2 1,1-1,-1-1,-1 0,0 0,0-1,-1 1,0-1,-1-1,-1 1,1-1,-2 1,1-1,-2-1,1-2,-9-13,6 27,-1 1,1 0,0-1,0 1,-1 0,1-1,0 1,-1 0,1 0,0-1,-1 1,1 0,-1 0,1-1,0 1,-1 0,1 0,-1 0,1 0,-1 0,1 0,-1 0,1 0,0 0,-1 0,1 0,-1 0,1 0,-1 0,1 0,-1 0,1 0,0 1,-1-1,1 0,-1 0,1 1,0-1,-1 0,1 0,0 1,-1-1,1 0,0 1,0-1,-1 0,1 1,0-1,0 1,-1-1,1 0,0 1,0-1,0 1,0-1,0 1,0-1,-5 9,0 1,1-1,1 0,0 1,0 0,1 0,0 0,0 0,1 0,1 0,0 0,0 0,1 0,1 9,-1-13,1-1,0 1,0-1,0 1,1-1,-1 0,1 0,1 0,-1 0,1 0,-1-1,1 1,1-1,-1 0,0 0,1-1,0 0,0 1,0-1,0-1,1 1,-1-1,1 0,-1 0,5 0,8 2,-1-1,1 0,0-2,-1 0,1 0,0-2,16-2,18-5</inkml:trace>
  <inkml:trace contextRef="#ctx0" brushRef="#br0" timeOffset="34891.437">9152 2340,'-16'-5,"-8"-1,-1 1,0 2,5 8,4 4,4 1</inkml:trace>
  <inkml:trace contextRef="#ctx0" brushRef="#br0" timeOffset="35143.304">8991 2406,'-2'3,"-3"2,-4 1,1 2,1-1</inkml:trace>
  <inkml:trace contextRef="#ctx0" brushRef="#br0" timeOffset="35651.817">9245 2354,'-2'0,"-25"-2,-1 1,1 2,0 1,0 1,0 1,0 1,1 1,0 2,0 1,-20 9,43-16,0-1,0 1,0 0,0 0,1 0,-1 0,0 1,1-1,0 0,0 1,0 0,0 0,0-1,0 1,1 0,-1 1,1-1,0 0,0 0,0 0,0 1,1-1,-1 0,1 1,0-1,0 1,0-1,0 0,1 1,-1-1,1 0,0 1,0-1,0 0,1 0,-1 0,1 0,1 3,6 4,1 0,0-1,0-1,1 1,0-1,1-1,0 0,0-1,0 0,0-1,1-1,0 1,0-2,1 0,-1-1,1 0,1-1,15 2,-1-1,1-1,0-2,0-1,0-2,-1-1,0-1,0-1,0-1,-1-2,0-1,-1-1,0-2,-1 0,-1-2,0-1,-1-1,-1 0,8-10,8-20,-39 47,1 0,0 0,0 0,-1 0,1 0,0-1,-1 1,1 0,-1 0,0-1,1 1,-1 0,0 0,0-1,0 1,0 0,0-1,0 1,0 0,0-1,-1 1,1 0,0 0,-1-1,1 1,-1 0,1 0,-1 0,0-1,0 1,1 0,-1 0,0 0,0 0,0 0,0 1,0-1,0 0,0 0,0 1,-1-1,1 0,0 1,-3-1,1-1,-1 1,1 1,-1-1,0 1,1-1,-1 1,0 0,0 0,1 1,-1-1,0 1,1-1,-1 1,1 1,-1-1,1 0,-1 1,1-1,0 1,0 0,0 0,0 1,0-1,0 1,-2 2,0 0,1 0,-1 0,1 1,0 0,0-1,0 2,1-1,0 0,1 1,-1-1,1 1,0 0,0 6,1-8,1-1,0 1,0-1,1 1,-1-1,1 1,0-1,0 1,1-1,-1 0,1 0,0 0,0 0,0 0,1 0,-1 0,1-1,0 1,0-1,0 0,1 0,-1 0,1 0,0 0,-1-1,1 0,0 0,0 0,1 0,9 4,1 0,0-1,0-1,0-1,0 0,1-1,15 1,6-3,-1-2,1-1,-1-1,0-3,30-9,10-5</inkml:trace>
  <inkml:trace contextRef="#ctx0" brushRef="#br0" timeOffset="36035.948">11985 2073,'0'20,"0"19,0 9,3 5,0 1,2-4,1-7,-2-10</inkml:trace>
  <inkml:trace contextRef="#ctx0" brushRef="#br0" timeOffset="36503.872">11732 1953,'43'-9,"0"2,1 2,0 2,0 2,44 5,-77-4,1 0,-1 1,0 1,0 0,0 1,0 0,0 0,-1 1,1 1,-1 0,0 0,0 1,-1 0,1 1,-2 0,1 0,-1 1,0 0,5 6,-5 4,0-1,-1 1,-1 1,-1-1,0 1,-1 0,-1 0,-1 0,-1 0,-1 1,0-1,-2 0,-1 8,1 46,2-71,-1 0,1 1,0-1,0 0,0 0,0 0,0 1,0-1,1 0,-1 0,1 0,-1 0,1 0,0 0,0 0,0 0,0 0,0 0,0 0,1 0,-1-1,1 1,-1 0,1-1,0 1,-1-1,1 0,0 0,0 0,0 0,0 0,0 0,0 0,0 0,0-1,0 1,0-1,1 0,-1 1,0-1,0 0,0 0,2-1,11-3,1-1,-1 0,-1-1,1-1,-1 0,0-1,-1-1,0 0,0-1,-1 0,0-1,-1 0,0-1,8-11,-9 10,0 0,-1-1,0 1,-2-2,1 1,-2-1,0 0,0 0,-2-1,0 0,-1 0,1-7,-4 23,0 0,-1 0,1 0,0 0,0 0,0 0,-1 1,1-1,0 0,0 0,0 0,-1 0,1 0,0 0,0 0,0 0,-1 0,1 0,0 0,0 0,0 0,-1 0,1 0,0-1,0 1,-4 17,1 0,0-1,2 1,0 0,0 0,2 0,0 0,1 0,1 0,1 0,2 7,-2-15,0 0,1-1,0 0,0 0,1 0,0-1,0 1,1-2,0 1,0-1,0 0,1 0,0-1,0 0,1 0,-1-1,1 0,0-1,0 1,0-2,5 2,36 7</inkml:trace>
  <inkml:trace contextRef="#ctx0" brushRef="#br0" timeOffset="37068.454">13376 2247,'-12'-3,"0"0,0 1,0 1,-1 0,1 1,0 0,0 1,0 0,-1 1,1 0,1 1,-1 0,0 1,1 1,0 0,0 0,0 1,0 0,1 1,0 0,1 1,-1 0,2 0,-1 1,-3 4,10-11,0 1,0-1,0 0,1 0,-1 1,1-1,-1 1,1-1,0 1,-1 0,2 0,-1-1,0 1,0 0,1 0,0 0,-1 0,1 0,0 0,0-1,1 1,-1 0,1 0,-1 0,1 0,0 0,0-1,0 1,1 0,-1-1,0 1,2 0,7 5,1-1,0-1,0 0,1 0,-1-1,1 0,0-1,1-1,-1 0,1-1,-1 0,1 0,0-2,0 1,3-2,-8 1,19 4,-1-2,1-1,0-1,-1-2,1 0,-1-2,0-1,0-1,0-1,-1-1,0-1,15-9,6-28,-46 49,0 1,1-1,-1 1,1 0,0-1,0 1,0-1,0 1,1-1,-1 0,1 0,0 1,0-1,0 0,0-1,1 1,-1 0,1-1,-1 1,1-1,0 0,0 0,0 0,1 0,-1 0,0-1,0 0,1 1,-1-1,1 0,5 2,1 0,0 0,-1 0,1-1,0-1,0 0,0 0,0-1,0 0,0-1,1 0,-2 0,1-1,0-1,0 0,-1 0,1 0,-1-1,0-1,0 0,-1 0,1-1,-1 1,0-2,-1 1,1-1,-1-1,-1 1,1-1,-5 3,-1 0,1 1,-1-1,0 0,0 0,-1 0,1 0,-1 0,0 0,0 0,-1 0,0 0,1 0,-2 0,1 1,0-1,-1 0,0 1,0-1,-1 1,1-1,-1 1,0 0,0 0,0 0,-1 1,1-1,-1 1,0 0,0 0,0 0,0 0,0 1,-1 0,1 0,-1 0,0 0,0 1,1-1,-1 1,0 1,0-1,0 1,0-1,0 1,0 1,0-1,0 1,0 0,0 0,0 1,-5 1,1 1,0 0,0 1,1 0,-1 1,1-1,0 2,0-1,1 1,0 0,0 1,1-1,0 1,0 1,1-1,0 1,0 0,1 0,0 0,1 1,0-1,1 1,-1 1,3-9,-1 0,1 0,0 1,-1-1,1 0,0 0,0 0,1 0,-1 1,0-1,1 0,-1 0,1 0,0 0,-1 0,1 0,0 0,0 0,1 0,-1 0,0-1,0 1,1 0,-1-1,1 1,0-1,-1 1,1-1,0 0,0 0,0 0,0 0,0 0,0 0,1 0,31 5,1-5</inkml:trace>
  <inkml:trace contextRef="#ctx0" brushRef="#br0" timeOffset="37614.436">14071 1779,'-11'-1,"0"0,0 1,0 0,0 1,0 0,0 1,1 0,-1 1,1 0,-1 1,1 0,0 0,0 1,1 1,-3 1,6-3,0-1,1 1,0 1,0-1,0 1,0 0,1 0,0 0,0 1,0-1,0 1,1 0,0 0,0 1,1-1,0 0,0 1,1-1,-1 1,1 0,1 0,-1-1,1 1,1 6,3 6,2-1,0 0,1 0,1-1,0 0,1 0,1-1,1 0,1 0,6 6,-14-16,224 276,-155-212,-72-70,0 1,0-1,0 1,0-1,0 0,0 1,0-1,0 0,0 0,0 0,0 0,0 0,0 0,0 0,0 0,0 0,0 0,0 0,0-1,0 1,0 0,0-1,0 1,0-1,0 1,0-1,-1 1,1-1,0 0,0 1,0-1,-1 0,1 0,-1 1,1-1,0 0,-1 0,1 0,-1 0,1-1,12-43,-3-70,-10 93,1 0,1 1,0-1,2 1,0-1,2 1,0 0,1 1,1 0,6-9,-11 24,1 0,0 0,0 0,0 1,0 0,1 0,0 0,0 0,0 1,0-1,1 1,-1 1,1-1,-1 1,1 0,0 0,0 1,0-1,0 1,0 1,0-1,1 1,-1 0,0 1,0-1,0 1,0 0,0 1,0 0,0 0,0 0,-1 0,3 2,2 0,-1 0,1 0,-1 0,0 1,-1 1,0 0,1 0,-2 0,1 1,-1 0,0 1,0-1,-1 1,0 1,-1-1,0 1,0 0,0 0,-1 0,-1 1,0 0,0-1,-1 1,0 0,0 6,-13 132,11-147,0 1,0 0,0 0,0-1,0 1,1 0,-1-1,1 1,-1 0,1-1,-1 1,1-1,0 1,0-1,0 1,0-1,0 1,0-1,0 0,0 0,1 1,-1-1,0 0,1 0,-1 0,1-1,-1 1,1 0,-1 0,1-1,0 1,-1-1,1 0,0 1,-1-1,1 0,1 0,69-4,-64 3,43-8</inkml:trace>
  <inkml:trace contextRef="#ctx0" brushRef="#br0" timeOffset="38697.85">15541 2032,'-12'-2,"0"0,-1 0,1 2,-1-1,1 1,-1 1,1 0,0 1,-1 0,1 1,0 1,0 0,1 0,-1 1,1 0,0 1,0 1,1-1,0 2,0 0,0 0,1 0,-2 4,9-9,0 0,0 1,0-1,1 1,-1 0,1-1,0 1,0 0,0 0,1 0,-1 0,1 0,0 0,0-1,0 1,1 0,-1 0,1 0,0 0,0 0,0 0,1-1,-1 1,1-1,0 1,0-1,0 0,1 1,-1-1,1 0,-1 0,1-1,0 1,1 0,16 9,1-1,0 0,0-2,1 0,0-1,0-2,1 0,0-1,0-2,1 0,-1-1,1-2,2 0,13 1,1-2,-1-1,0-2,0-2,0-1,-1-3,0 0,0-3,-2-1,1-2,-2-1,0-1,-2-3,17-12,-17 0,-33 33,0-1,-1 0,1 0,0 1,0-1,-1 0,1 0,0 1,-1-1,1 0,-1 0,1 1,-1-1,1 1,-1-1,1 0,-1 1,0-1,1 1,-1 0,0-1,1 1,-1-1,0 1,0 0,1 0,-1-1,0 1,0 0,0 0,0 0,1 0,-1 0,0 0,0 0,0 0,1 0,-1 0,0 1,0-1,0 0,1 0,-1 1,0-1,1 1,-1-1,-12 2,0 1,1 1,0 0,0 0,0 1,1 0,-1 1,1 1,0 0,1 0,0 1,0 0,1 1,-4 4,10-11,1 0,0 0,0 0,1 0,-1 0,0 0,1 0,-1 1,1-1,0 1,0-1,0 1,0-1,0 1,0 0,1-1,-1 1,1 0,0-1,0 1,0 0,0 0,0 0,1-1,-1 1,1 0,0-1,-1 1,1-1,1 1,-1-1,0 1,0-1,1 1,0-1,-1 0,1 0,0 0,0 0,0 0,0-1,0 1,1 0,-1-1,1 0,1 2,6-1,-1 1,1-1,0-1,0 0,0 0,0-1,0 0,0-1,0 0,0 0,0-1,-1 0,1-1,0 0,-1-1,0 0,0-1,0 1,-1-2,1 1,-1-1,0 0,-1-1,0 0,0 0,0-1,4-5,-9 9,-2 4,0 0,0-1,0 1,0-1,0 1,0 0,0-1,0 1,0 0,0-1,1 1,-1 0,0-1,0 1,0 0,0-1,1 1,-1 0,0-1,0 1,0 0,1 0,-1-1,0 1,1 0,-1 0,0-1,0 1,1 0,-1 0,0 0,1 0,-1 0,1-1,-1 1,0 0,1 0,-1 0,0 0,1 0,-1 0,0 0,1 0,-1 0,1 0,-1 1,0-1,1 0,-1 0,0 0,1 0,-1 0,0 1,0-1,1 0,-1 0,0 1,1-1,-1 0,0 0,0 1,0-1,1 0,-1 1,0-1,0 1,1 3,-1 1,1 0,-1 0,1-1,1 1,-1 0,1-1,0 1,0-1,0 0,0 0,1 0,0 0,0 0,0 0,0-1,0 1,1-1,0 0,-1 0,1 0,0-1,1 1,-1-1,0 0,1 0,-1-1,1 1,2 0,0-2,-1-1,1 0,-1 0,1 0,-1-1,0 0,0 0,0 0,0-1,0 0,0 0,-1-1,1 1,-1-1,0 0,0-1,-1 1,1-1,-1 0,0 0,0 0,-1-1,1 1,-1-1,-1 0,1 0,-1 0,0 0,0-1,-1 1,1 0,-1-1,-1-3,6-133,-6 141,-1 0,1 0,0 1,0-1,0 0,0 0,0 0,0 0,1 0,-1 1,1-1,-1 0,1 0,0 1,-1-1,1 0,0 1,0-1,0 1,0-1,1 1,-1-1,0 1,1 0,-1 0,1-1,-1 1,1 0,-1 0,1 1,0-1,-1 0,1 0,0 1,0-1,-1 1,1 0,0-1,0 1,0 0,0 0,0 0,-1 0,1 1,0-1,1 1,16 1,-1 1,0 1,0 1,-1 0,1 2,-1 0,-1 0,1 2,-1 0,7 6,-19-11,0 0,0 1,0 0,-1-1,0 1,0 0,0 1,-1-1,1 0,-1 1,0 0,-1-1,1 1,-1 0,-1 0,1-1,-1 1,0 0,0 0,0 0,-1 0,0 0,0-1,-1 1,0 0,-2 4,-2 85,7-93,0 1,0 0,0 0,0-1,1 1,-1-1,1 1,-1-1,1 0,0 1,0-1,0 0,0 0,1 0,-1-1,0 1,1-1,-1 1,1-1,0 0,-1 0,1 0,0 0,0 0,0-1,0 1,-1-1,1 0,2 1,86-8,-82 6,0-1,1 0,-1-1,0 0,0 0,-1-1,1 0,-1-1,0 0,0 0,0-1,-1 0,0 0,0-1,0 0,-1 0,0 0,-1-1,1 0,-2 0,1 0,-1-1,0 1,-1-1,0 0,0 0,-1-1,0 1,0 0,-1-1,-1 1,0-1,0 1,-1-3,1 8,-1 1,1-1,-1 1,0-1,-1 1,1-1,0 1,-1 0,0 0,0 0,0 0,0 0,0 0,0 0,-1 1,0-1,1 1,-1 0,0 0,0 0,0 0,0 0,0 0,-1 1,1 0,-1 0,1 0,0 0,-1 0,0 1,1-1,-1 1,1 0,-1 0,0 0,1 1,-1-1,1 1,-1 0,1 0,0 0,-1 0,1 1,0-1,0 1,-1 0,1 0,1 0,-1 1,-2 1,1 2,0-1,0 0,0 1,1 0,0-1,0 1,1 1,-1-1,1 0,1 0,-1 1,1-1,0 1,0 0,1-1,0 1,0 0,1-1,0 1,0-1,0 1,1-1,0 0,0 1,1-1,0 0,0 0,0-1,1 1,-1 0,1-1,1 0,-1 0,1-1,0 1,4 3,3-1,1-1,0 0,0-1,0 0,1-1,-1 0,1-1,0-1,0 0,0-1,0-1,0 0,2-1,180-27,-66-5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4:12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14 856,'10'-145,"-5"104,-2 0,-1 0,-4-33,0 54,-1 1,-1-1,0 1,-2 0,-6-16,18 45,1-1,1 0,0-1,0 0,0 0,1 0,0-1,1-1,0 0,0 0,1 0,10 6,0 0,0-2,1 0,0-2,0 0,1-1,0-2,8 1,-28-5,0 1,0-1,0 0,0 1,0 0,-1 0,1 0,-1 0,1 0,-1 1,0-1,1 1,-1-1,-1 1,1 0,0 0,-1 0,1 0,-1 0,0 0,0 0,0 0,0 0,-1 1,1-1,-1 0,0 0,0 1,0-1,-1 0,1 1,3 19,1 1,-4-16,1 1,0-1,0 1,1-1,0 0,0 0,1 0,0 0,1 0,0 0,0-1,0 0,1 0,0 0,0 0,1-1,0 1,-3-6,1 1,-1-1,0 0,1 0,-1 0,0 0,1 0,-1-1,1 1,0-1,-1 0,1 0,-1-1,1 1,-1-1,1 1,-1-1,0 0,1 0,-1-1,0 1,0-1,1 0,1-1,67-57,9-45,-81 105,0 0,0-1,0 1,0 0,0-1,0 1,0-1,1 1,-1 0,0-1,0 1,0 0,1-1,-1 1,0 0,0 0,1-1,-1 1,0 0,1 0,-1-1,0 1,1 0,-1 0,0 0,1 0,-1 0,0-1,1 1,-1 0,0 0,1 0,-1 0,1 0,-1 0,0 0,1 0,-1 0,0 0,1 0,-1 1,1-1,-1 0,0 0,1 0,-1 0,0 1,1-1,-1 0,0 0,0 0,1 1,-1-1,0 0,0 1,1-1,-1 0,0 1,0-1,0 0,1 1,-1-1,0 0,0 1,0-1,3 28,-3-27,0 0,12 109,-11-106,0 1,0-1,1 1,0-1,0 1,0-1,0 0,1 0,-1 0,1 0,0-1,1 1,-1-1,0 1,1-1,0 0,0-1,0 1,0-1,0 1,3 0,10 2</inkml:trace>
  <inkml:trace contextRef="#ctx0" brushRef="#br0" timeOffset="268.885">616 268,'18'9,"6"3</inkml:trace>
  <inkml:trace contextRef="#ctx0" brushRef="#br0" timeOffset="589.698">910 0,'19'38,"-1"1,-2 1,-2 0,-1 1,-3 1,-1 0,-1 5,30 357,-39-396,1 0,0 0,1 0,0-1,0 1,1 0,0 0,0-1,0 1,1-1,0 0,1 0,0 0,0 0,0 0,1-1,0 0,0 0,1 0,0-1,0 0,0 0,0 0,1-1,0 1,2-1,0-1,1-1,-1 0,1-1,-1 0,1-1,0 0,-1 0,1-1,-1 0,1-1,-1 0,1-1,-1 0,0 0,0-1,-1 0,1 0,-1-1,1 0,-2-1,1 0,-1 0,1 0,-2-1,1 0,1-3,5-13</inkml:trace>
  <inkml:trace contextRef="#ctx0" brushRef="#br0" timeOffset="802.132">897 455,'23'-5,"23"-7,19-8,13-4,-7 2</inkml:trace>
  <inkml:trace contextRef="#ctx0" brushRef="#br0" timeOffset="1931.637">1659 481,'6'17,"18"50,2-2,3-1,18 26,-45-86,-1-1,0 0,1 0,-1 0,1 0,0 0,0 0,0 0,1 0,-1-1,0 1,1-1,0 0,0 1,0-1,0-1,0 1,0 0,0-1,0 1,1-1,-1 0,0 0,1-1,-1 1,1-1,-1 1,1-1,-1 0,1 0,-1-1,1 1,-1-1,2 0,6-6,-1-1,0-1,-1 1,0-2,0 1,-1-1,0 0,-1-1,0 0,-1 0,0 0,-1-1,3-9,22-67,-27 145,6 53,-8-105,0 1,0 0,1-1,0 1,0-1,0 0,1 1,0-1,0 0,0-1,1 1,-1-1,1 1,0-1,0 0,1 0,3 3,-4-6,-1 1,1-1,0 1,-1-1,1 0,0 0,-1-1,1 1,0-1,0 0,0 0,0 0,0 0,-1-1,1 1,0-1,0 0,-1 0,1-1,-1 1,1-1,-1 1,1-1,-1 0,2-2,70-67,-63 56,0-1,-1-1,-1 0,-1 0,0-1,4-14,-7 14,1 30,-3 9,0-1,1 0,2 0,0-1,1 0,0 0,7 9,-12-22,1-1,-1 0,1 0,0-1,0 1,0-1,0 0,1 0,0 0,0-1,0 0,0 0,0 0,1 0,-1-1,1 0,0 0,-1 0,1-1,0 0,0 0,0-1,0 1,0-1,0 0,0-1,0 0,2 0,2-3,-1 0,1 0,-1-1,0 0,0-1,-1 0,0 0,0-1,0 0,-1-1,0 1,0-1,-1-1,0 1,0-1,-1 0,0 0,-1-1,0 1,-1-1,0 0,0 0,-1 0,0-1,-1 1,0-4,10-35,-11 49,1-1,-1 1,0 0,0 0,0-1,0 1,1 0,-1-1,0 1,0 0,0 0,1 0,-1-1,0 1,1 0,-1 0,0 0,0 0,1 0,-1-1,0 1,1 0,-1 0,0 0,1 0,-1 0,0 0,1 0,-1 0,0 0,0 0,1 0,-1 0,0 0,1 1,-1-1,0 0,1 0,-1 0,0 0,0 0,1 1,-1-1,0 0,0 0,1 0,-1 1,0-1,0 0,0 0,1 1,-1-1,0 0,0 1,0-1,0 0,0 0,0 1,0-1,0 0,1 1,-1-1,0 0,0 1,0-1,-1 0,10 25,-8-24,12 58,-11-45,0-1,1 1,0-1,1 0,1 0,0 0,1 0,0-1,1 0,1 0,5 7,-11-17,1 0,-1 1,1-1,-1 0,1 0,0 0,-1-1,1 1,0-1,0 1,0-1,0 0,1 0,-1 0,0-1,0 1,1-1,-1 0,0 0,1 0,-1 0,0 0,0-1,1 0,-1 1,0-1,0 0,0-1,0 1,0 0,0-1,0 0,0 0,-1 0,1 0,0 0,7-7,1-1,-2 0,1 0,-2-1,1 0,-1 0,-1-1,1-2,27-91,-35 105,1 0,-1-1,1 1,-1 0,1 0,-1 0,1 0,-1 0,0 0,1 0,-1 0,1 0,-1 0,1 0,-1 0,1 0,-1 0,1 0,-1 0,1 0,-1 1,0-1,1 0,-1 0,1 1,-1-1,0 0,1 0,-1 1,1-1,-1 0,0 1,0-1,1 1,-1-1,0 0,0 1,1-1,-1 1,0-1,0 1,0-1,0 1,0-1,0 1,0-1,0 0,0 1,0-1,0 1,0-1,0 1,0-1,0 1,0-1,0 1,-1-1,1 1,0-1,0 0,-1 1,3 3,5 13,1-1,1 0,0-1,1 1,1-2,0 0,1 0,0-1,1 0,1-1,9 6,-15-12,0 0,0-1,1 0,-1-1,1 0,0 0,1-1,-1 0,0-1,1 0,0 0,-1-1,1 0,0-1,0 0,-1 0,1-1,0 0,-1-1,1 0,-1-1,3-1,8-6,0-1,-1-1,-1-1,0-1,0 0,-2-1,0-1,0 0,-2-2,0 1,-1-2,-1 0,0 0,-2-1,0 0,-1-1,1-7,2-5,-1-1,-1-1,-2 1,-2-2,-1 1,-2-1,-1 1,-2-1,-1 0,-3-14,3 41,0 0,-1 0,1 0,-2 0,1 0,-1 1,-1-1,0 1,0 0,0 0,-1 0,0 1,0-1,-1 1,0 0,-5-4,9 10,0 0,0 0,0-1,0 1,0 0,0 1,-1-1,1 0,0 1,0-1,-1 1,1-1,0 1,-1 0,1 0,0 0,-1 1,1-1,0 0,0 1,-1-1,1 1,0 0,0 0,0 0,0 0,0 0,0 1,0-1,0 0,0 1,1-1,-1 1,1 0,-1 0,-41 74,36-55,2 0,0 0,1 1,2-1,0 1,1 0,1-1,1 1,1 0,1-1,0 1,2-1,1 0,1 0,0-1,1 0,2 0,0-1,1 0,0-1,2 0,0-1,1 0,1-1,0-1,1 0,1-1,9 5,0-3,0-1,2-1,-1-1,30 8,16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4:11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254 216,'0'16,"3"15,2 12,3 10,1 1,-3-1,-1-3,-1-8,-3-8,0-11</inkml:trace>
  <inkml:trace contextRef="#ctx0" brushRef="#br0" timeOffset="437.429">1 70,'13'-9,"1"0,0 1,1 1,-1 0,1 1,1 1,-1 0,1 1,0 1,0 0,0 1,0 1,1 0,0 2,-1-2,-1 1,1 1,0 1,0 0,0 1,-1 1,1 1,-1 0,0 0,0 2,-1 0,0 0,0 1,-1 1,0 1,0-1,-1 2,-1 0,0 0,8 12,-2 1,-2 1,0 0,-2 1,-1 1,-1 0,-1 1,-2 0,0 1,-2-1,-1 1,-2 1,-1-1,-1 0,-1-21,0-5,0-1,0 1,0 0,0-1,0 1,0-1,1 1,-1-1,1 1,0 0,-1-1,1 0,0 1,1-1,-1 0,0 1,1-1,0 1,21-21,0-16,-3-1,0-1,-2-1,5-18,-13 30,0 5,-9 20,0 0,0 1,0-1,0 1,0 0,0-1,-1 1,1 0,0-1,0 1,-1 0,1 0,0-1,-1 1,1 0,-1 0,1 0,-1 0,0 0,1 0,-1 0,0 0,0 0,1 0,-1 0,0 0,0 0,0 0,0 0,-1 0,1 0,0 0,0 0,0 0,-1 0,1 0,-1 0,2 3,-1 8,1-1,0 0,1 0,1 1,0-2,0 1,1 0,0-1,1 1,0-1,0 0,1-1,1 1,-1-1,2-1,-1 1,1-1,0 0,1-1,0 0,2 1,6 0,-1 0,1-2,0 0,0 0,1-2,7 1,39 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29,'148'10,"7"-5,0-8,133-20,-250 12,-32 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33,'11'0,"13"0,16 0,13 0,8 0,6-2,0-4,-2 0,-8-1,-8 0,-18 3,-14 3</inkml:trace>
  <inkml:trace contextRef="#ctx0" brushRef="#br0" timeOffset="1">67 207,'19'4,"16"2,15 0,14-2,12-3,7-4,3-4,-2-1,-6-1,-16 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128 237,'-8'16,"-8"190,-78 234,93-435,-1 0,0 0,1 0,0 0,0 0,0 0,1 0,0 0,0 0,0 0,1 1,-1-1,1 0,0 0,1 0,-1 0,1 0,0-1,0 1,1-1,0 1,-1-1,1 0,0 0,1 0,2 3,4-4,0 0,1-1,-1 0,1-1,-1 0,1 0,0-2,-1 1,1-1,-1 0,1-1,-1-1,0 1,1-2,-1 1,-3 1,327-96,-303 91</inkml:trace>
  <inkml:trace contextRef="#ctx0" brushRef="#br0" timeOffset="1">556 838,'4'1,"0"0,0 0,0 0,0 0,0-1,0 0,0 0,0 0,0 0,0-1,0 0,0 1,0-1,0-1,0 1,-1-1,1 1,0-1,-1 0,1 0,-1-1,0 1,1-1,-3 2,14-8,1 0,-1-2,-1 0,0 0,0-1,-1-1,-1-1,0 1,-1-2,-1 0,0 0,0-1,-9 15,0 0,0-1,0 1,0-1,0 1,0-1,0 1,0-1,-1 1,1-1,0 0,-1 1,0-1,1 0,-1 1,0-1,0 0,0 0,0 1,0-1,0 0,0 0,-1 1,1-1,-1 0,1 1,-1-1,0 1,1-1,-1 1,0-1,0 1,0-1,0 1,-1 0,1-1,0 1,0 0,-1 0,1 0,-1 0,1 0,-1 0,1 0,-1 1,1-1,-1 1,0-1,0 1,0-1,-6 4,-1 0,1 0,0 0,1 1,-1 0,1 1,-1 0,1 0,1 0,-1 1,1 0,0 0,0 1,1-1,-1 1,2 1,-1-1,1 1,-3 7,-2 1,1 1,1 0,1 1,0-1,2 1,-2 9,5-20,-1 0,2 0,-1 0,1 1,0-1,0 0,1 0,0 1,1-1,-1 0,1 0,1 0,-1-1,1 1,0 0,1-1,3 5,-3-6,0-1,0 0,1 0,-1-1,1 1,0-1,0 0,0 0,1 0,-1-1,1 0,-1 0,1 0,0-1,-1 0,1 0,0 0,0-1,0 0,0 0,3-1,9-1,0 0,0-1,0-1,-1-1,0-1,5-2,39-18</inkml:trace>
  <inkml:trace contextRef="#ctx0" brushRef="#br0" timeOffset="2">1184 611,'1'1,"1"-1,0 1,-1 0,1-1,-1 1,1-1,0 0,-1 1,1-1,0 0,-1 0,1 0,0 0,0-1,-1 1,1 0,0-1,-1 1,1-1,-1 1,1-1,-1 0,1 0,-1 1,1-2,-1 2,36-17,-1-2,-1-2,-1 0,-1-3,-1-1,-1-1,17-19,-34 32,0 0,0-1,-2-1,0 0,0-1,-2 0,0-1,0 0,-2-1,0 1,-1-2,-1 1,-1-1,0 0,-2 0,0 0,0-9,-3 24,0 0,0 1,0-1,0 0,-1 0,1 0,-1 1,0-1,0 0,0 1,-1-1,1 1,-1-1,0 1,0 0,0 0,0 0,-1 0,1 0,-1 0,0 0,0 1,0 0,0-1,0 1,0 0,-1 1,1-1,0 0,-1 1,0 0,1 0,-1 0,0 0,0 1,1-1,-1 1,0 0,0 0,0 1,1-1,-1 1,0-1,0 1,1 0,-1 1,0 0,-3 4,1 0,0 0,0 1,0 0,1 0,0 1,1-1,0 1,0 0,1 0,-1 1,2-1,-1 1,1-1,1 1,-1 0,1 8,-6 67,3 0,3 1,5-1,3 1,15 67,-6-32,-9-67,7 46,-4 0,-5 1,-4 0,-7 50,-29-1,15-103</inkml:trace>
  <inkml:trace contextRef="#ctx0" brushRef="#br0" timeOffset="3">1358 1079,'1'-15,"0"1,1 0,1 0,1 0,0 0,0 1,2-1,-1 1,2 0,0 1,0-1,1 1,1 1,0 0,0 0,1 1,0 0,1 0,2 0,160-107,-143 87,0-2,-3-1,-1-1,-1-2,-2 0,-2-1,-1-2,-2 0,-1-1,-3 0,-1-1,-2-1,-1 0,-3 0,-2-1,1-32,-5 66,-2 18,1-1,-17 286,5-137,8 139,5-265,2 0,1 0,1-1,2 1,9 24,-13-46,0 0,1 0,0 0,0-1,1 0,0 0,1 0,0 0,0-1,0 0,1 0,0-1,0 0,1 0,0-1,0 0,0 0,1-1,-1 0,9 3,-12-6,0 0,0 0,1 0,-1-1,0 0,1 0,-1 0,0 0,1-1,-1 0,0 0,0-1,0 1,0-1,0 0,0-1,0 1,0-1,-1 0,0 0,1 0,-1-1,0 1,-1-1,1 0,-1 0,1-1,-1 1,0-1,-1 1,1-1,-1 0,1-3,12-35,-5 0</inkml:trace>
  <inkml:trace contextRef="#ctx0" brushRef="#br0" timeOffset="4">2080 638,'-27'-9,"-23"-3,-14 0,-6 3,5 5,12 2,14 5,14 4,17 3,23 0,24-2,23-3,25-3,24-8,20-7,16-3,-17 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16,'-16'-7,"-5"-2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31 193,'10'47,"-3"-1,-2 1,-2 0,-2 1,-3 14,2-30,-2 0,-2 0,0-1,-2 0,-2 0,-7 21,14-53,1 1,0 0,0 0,0-1,0 1,0 0,0 0,0-1,0 1,-1 0,1 0,0 0,0-1,0 1,0 0,-1 0,1 0,0 0,0-1,-1 1,1 0,0 0,0 0,0 0,-1 0,1 0,0 0,-1 0,1-1,0 1,0 0,-1 0,1 0,0 0,0 0,-1 1,1-1,0 0,0 0,-1 0,1 0,0 0,0 0,-1 0,1 0,-4-47,3-1,2 0,3-18,-1 6,7-265,-18 368,7-34,2 72,-1-79,0 1,1-1,0 0,-1 0,1 0,0 0,0 0,0 0,1 0,-1 0,0 0,1 0,-1 0,1-1,-1 1,1-1,0 1,0-1,0 0,0 1,0-1,0 0,0 0,0-1,0 1,0 0,1-1,-1 1,0-1,0 0,1 0,-1 0,0 0,10-1,0-2,-1 0,1 0,-1-1,0 0,0-1,-1 0,1-1,-1 0,0 0,-1-1,1-1,-2 0,2-1,15-15,-1-1,-1-1,-1-1,-2-1,0-1,9-21,-15 27,-14 23,-1 1,1-1,0 0,0 0,-1 1,1-1,0 0,0 1,-1-1,1 0,0 1,0-1,0 0,0 1,-1-1,1 0,0 1,0-1,0 1,0-1,0 0,0 1,0-1,0 1,0-1,0 0,0 1,1-1,-1 0,0 1,0-1,0 1,0-1,0 0,1 1,-1-1,0 0,0 1,1-1,-1 0,0 0,1 1,-1-1,0 0,1 0,-1 0,0 1,1-1,-1 0,0 0,1 0,-1 0,0 0,1 0,-1 1,1-1,-1 0,0 0,1 0,-1 0,1-1,-1 1,0 0,1 0,-1 0,0 0,1 0,-37 243,35-235,-7 47,3-1,1 1,4 1,2 19,-1-66,0 0,0 0,1 0,0 0,0 0,1-1,0 1,1-1,0 1,0-1,1 0,0-1,0 1,0-1,1 0,1 0,-1-1,1 0,0 0,0-1,3 2,22 8</inkml:trace>
  <inkml:trace contextRef="#ctx0" brushRef="#br0" timeOffset="1">1008 73,'-12'-4,"1"0,0 0,-1 1,0 1,0 0,0 1,1 0,-1 0,0 2,0-1,0 2,0-1,0 1,0 1,1 1,-1-1,1 2,0-1,0 2,1-1,0 1,-1 1,2 0,-1 0,1 1,1 0,-1 1,1 0,-1 3,7-8,0 0,0 0,1 1,-1-1,1 1,0-1,1 1,-1 0,1-1,0 1,0 0,0-1,1 1,0-1,0 1,0 0,0-1,0 0,1 1,0-1,0 0,0 0,1 0,-1 0,1 0,0-1,0 1,0-1,1 0,-1 1,1-2,0 1,0 0,2 1,28 19,1-1,1-2,31 12,52 29,-109-55,1 0,-1 0,0 0,0 2,-1-1,0 1,0 0,-1 1,0 0,0 0,-1 1,-1 0,4 7,-9-15,0 1,-1-1,1 1,-1-1,0 1,0-1,0 1,0-1,0 1,0-1,-1 1,1-1,-1 1,0-1,1 0,-1 1,0-1,-1 0,1 0,0 1,-1-1,1 0,-1 0,1 0,-1-1,0 1,0 0,0-1,0 1,0-1,-2 1,-74 33,52-27,-1-2,0 0,0-2,0-1,0-1,-1-1,-4-2,29 2,0-1,-1 0,1 0,0 0,0 0,-1-1,1 1,0-1,0 0,0 0,0 0,0 0,0-1,0 1,0-1,0 0,1 0,-1 0,1 0,-1 0,1 0,0-1,0 1,0-1,0 1,0-1,-1-3,1-16</inkml:trace>
  <inkml:trace contextRef="#ctx0" brushRef="#br0" timeOffset="2">1435 220,'-27'271,"13"-22,7-486,3 194,0-11,-2-1,-3 2,-2-1,-12-29,5 50,17 32,1 1,0-1,-1 1,1-1,-1 1,1-1,-1 1,1 0,-1-1,1 1,-1 0,1-1,-1 1,0 0,1 0,-1 0,1 0,-1-1,0 1,1 0,-1 0,1 0,-1 0,0 0,1 0,-1 0,1 1,-1-1,0 0,1 0,-1 0,1 1,-1-1,1 0,-1 1,0-1,1 0,0 1,-1-1,1 1,-1-1,1 0,-1 1,1-1,0 1,-1-1,1 1,0 0,0-1,-1 1,1-1,0 1,0 0,0-1,0 0,0-1,1 1,-1-1,0 1,1 0,-1-1,1 1,-1-1,0 1,1 0,-1 0,1-1,-1 1,1 0,-1 0,1-1,-1 1,1 0,-1 0,1 0,0 0,-1 0,1 0,-1 0,1 0,-1 0,1 0,-1 0,1 0,-1 0,1 1,-1-1,1 0,-1 0,1 0,-1 1,1-1,-1 0,1 1,-1-1,1 0,-1 1,0-1,1 1,-1-1,0 1,1-1,-1 1,0-1,0 1,1-1,-1 1,0-1,0 1,0-1,0 1,0-1,0 1,0-1,0 1,0 0,10-6,0 0,0 1,0 0,1 1,-1 0,1 0,0 1,0 1,0 0,0 0,-1 1,1 1,0 0,0 0,0 1,0 0,4 2,-4-2,0 0,-1 1,1 0,-1 1,0 0,0 0,0 1,0 1,-1-1,0 1,0 1,0 0,-1 0,0 1,-1 0,1 0,-2 1,2 1,-7-7,0 0,0 0,0-1,-1 1,1 0,-1 0,0-1,0 1,0 0,0 0,0 0,-1 0,1-1,-1 1,0 0,0-1,0 1,0 0,0-1,0 1,-1-1,1 1,-1-1,0 0,1 0,-3 2,-58 47,-108 35,200-84,13-8,1 2,0 2,37 3,-65 0,1 1,-1 0,0 2,0 0,-1 0,1 2,-1 0,0 0,-1 1,1 1,-1 1,0 0,-11-7,1 0,-1 1,0-1,0 1,0-1,0 1,0 0,-1 0,1 0,-1 0,0 1,0-1,0 1,0-1,-1 1,1 0,-1-1,0 1,0 0,0 0,-1 0,1 0,-1 0,0 0,0 0,-1 0,1 0,-1-1,0 1,1 0,-2 0,1 0,0-1,-1 1,0 0,0-1,0 0,0 1,-1-1,1 0,-2 2,-8 2,-1 0,1-1,-1 0,0-1,-1 0,1-1,-1-1,0 0,0 0,0-2,0 0,12 0,-153 8,181-20,-4 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0 161,'19'7,"16"5,19-1,21-1,15-2,12-6,5-5,-1-1,-7-4,-14 1,-15 1,-21 4,-26 2,-17 1</inkml:trace>
  <inkml:trace contextRef="#ctx0" brushRef="#br0" timeOffset="1">562 1,'92'10,"-6"-1,0 4,-1 3,24 10,-98-24,0 1,0 0,0 1,0 0,-1 1,0 0,1 0,-2 1,1 0,-1 1,0 0,0 1,-1 0,0 0,0 0,0 4,-7-7,0 0,0 0,-1 1,0-1,0 0,0 1,-1-1,0 0,0 0,0 0,0 0,-1 0,0 0,0 0,-1 0,1 0,-1-1,0 1,0-1,0 0,-1 0,0 0,1-1,-1 1,-1-1,1 0,0 0,-4 2,-23 18,-2-1,0-2,-36 17,-36 21,89-47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19.9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13 112,'10'-78,"-10"78,0 1,0-1,-1 0,1 0,0 1,0-1,0 0,0 1,0-1,0 0,0 0,-1 1,1-1,0 0,0 1,0-1,0 0,0 1,0-1,0 0,1 0,-1 1,0-1,0 0,0 1,0-1,0 0,0 0,0 1,1-1,-1 0,0 0,0 1,0-1,1 0,-1 0,0 1,0-1,1 0,-1 0,0 0,0 0,1 0,-1 1,0-1,1 0,-1 0,0 0,0 0,1 0,-1 0,0 0,1 0,-1 0,0 0,1 0,-1 0,0 0,0 0,1 0,-1-1,0 1,1 0,-1 0,0 0,0 0,1-1,3 51,-1 0,-3 0,-2 0,-2-1,-7 30,0 17,7-63,1-19,1 0,1-1,0 1,0 0,2 0,0 0,0 0,2 0,-1 0,4 8,-4-18,0-1,0 0,0 0,0 0,1 0,-1-1,1 1,0 0,-1-1,1 0,0 0,1 0,-1 0,0 0,0-1,1 1,-1-1,1 0,-1 0,1 0,0-1,-1 1,1-1,2 0,89-12,-29-9,-44 12,1 2,-1 1,1 0,0 2,1 0,18 1,-39 2,0 1,0 0,-1 0,1 1,0-1,0 0,-1 1,1 0,-1-1,1 1,0 0,-1 1,1-1,-1 0,0 1,0-1,1 1,-1 0,0 0,0-1,0 1,-1 1,1-1,0 0,-1 0,0 1,1-1,-1 1,1 1,1 10</inkml:trace>
  <inkml:trace contextRef="#ctx0" brushRef="#br0" timeOffset="1">1056 85,'-18'0,"0"0,0 1,0 1,1 1,-1 0,1 2,0 0,0 0,0 2,1 0,0 1,0 1,1 0,0 1,-4 4,15-12,1 0,-1 0,1 1,-1-1,1 1,0 0,-1 0,2 0,-1 0,0 1,1-1,-1 1,1 0,0 0,0 0,1 0,-1 0,1 0,0 0,0 0,0 0,1 1,-1-1,1 0,0 1,0-1,1 0,-1 1,1-1,0 0,0 0,0 0,1 1,-1-1,1-1,1 2,9 7,0-1,1-1,1 0,0-1,0-1,1 0,0 0,0-2,0 0,1-1,0 0,0-1,10 1,-13-2,53 13,-37-11,0 2,-1 1,-1 2,1 0,0 2,-27-11,1-1,-1 1,1 0,-1-1,1 1,-1 0,0 0,1 0,-1 0,0 0,0 0,0 0,0 1,0-1,0 0,0 1,0-1,-1 0,1 1,0-1,-1 1,1-1,-1 1,0-1,1 1,-1 0,0-1,0 1,0-1,0 1,0-1,0 1,-1 0,1-1,-1 1,1-1,-1 1,1-1,-1 1,0-1,1 0,-1 1,0-1,0 0,0 0,0 1,0-1,-1 0,1 0,0 0,-1 0,-19 14,0-1,0-1,-2-1,1-1,-1 0,-1-2,0-1,-7 1,26-8,-124 34,129-36,0 1,1 0,-1-1,0 1,0 0,1-1,-1 1,0-1,0 1,0 0,0-1,1 1,-1-1,0 1,0-1,0 1,0 0,0-1,0 1,0-1,0 1,0-1,-1 1,1 0,0-1,0 1,0-1,0 1,-1 0,1-1,0 1,0-1,0 1,-1 0,1-1,0 1,-1 0,1 0,0-1,-1 1,1 0,-1 0,1-1,0 1,-1 0,1 0,-1 0,1 0,0 0,-1 0,1-1,-1 1,1 0,-1 0,1 0,0 0,-1 1,1-1,-1 0,1 0,-1 0,1 0,0 0,-1 0,1 1,23-23,7-2</inkml:trace>
  <inkml:trace contextRef="#ctx0" brushRef="#br0" timeOffset="2">1524 219,'-18'38,"3"1,1 0,1 1,3 0,1 1,2 0,2 0,2 1,1-1,3 1,5 40,-3-63,2-47,-11-209,1 139,4-1,7-45,-5 143,-2-8,1 1,1 0,0 0,0 0,0-1,1 1,0 0,1 1,0-1,0 0,0 1,1 0,0-1,1 1,0 1,0-1,0 1,1 0,0-1,-3 6,0 0,0 0,0 0,0 1,0-1,0 0,0 1,0 0,0 0,0 0,0 0,0 0,1 1,-1 0,0-1,0 1,-1 0,1 0,0 1,0-1,0 0,-1 1,1 0,-1 0,1-1,0 2,53 61,-51-55,0-1,-1 1,0 0,-1 1,0-1,0 1,-1-1,0 1,0 0,-1-1,-1 1,0 0,0 0,-1 0,0 0,0-1,-1 1,-1 0,0-1,0 0,-1 1,0-1,0-1,-1 1,0 0,-1-1,0 0,-3 3,-59 45,124-61,-42 5,-1 0,1 1,-1 0,0 1,0 1,0 0,0 1,0 0,-1 1,1 0,-1 1,0 1,-1 0,0 0,0 1,-1 0,1 1,-2 0,1 1,-2 0,1 1,-1-1,-1 2,0-1,0 1,0 3,-5-10,0 1,-1-1,0 0,0 1,0-1,-1 1,1-1,-1 1,-1-1,1 1,-1-1,0 1,0-1,0 1,-1-1,0 0,0 0,0 0,-1 0,0 0,0 0,0-1,0 1,-1-1,1 0,-1 0,0 0,-1 0,1-1,-4 2,-7 5,-1-1,0 0,-1-2,1 0,-2 0,1-2,0 0,-1-1,0-1,0-1,0 0,-3-1,21-1,-1 0,0 1,1-1,-1 0,0 1,1-1,-1 0,0 0,1 1,-1-1,0 0,1 0,-1 0,0 0,0 0,1 0,-1 0,0 0,1-1,-1 1,0 0,1 0,-1 0,0-1,1 1,-1 0,1-1,-1 1,0-1,1 1,-1 0,1-1,-1 0,1 1,-1-1,1 1,0-1,-1 1,1-1,0 0,-1 1,1-1,0 0,0 1,0-1,-1 0,1 1,0-1,0 0,0 1,0-1,0 0,0 0,1 1,-1-1,0 0,0 1,0-1,1 0,-1 1,0-1,11-14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7:37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189 5,'0'20,"0"19,0 13,0 12,0 6,0 6,0-2,0-2,0-2,-5-6,-3-7,-3-11,0-13</inkml:trace>
  <inkml:trace contextRef="#ctx0" brushRef="#br0" timeOffset="1">1 45,'21'-9,"1"1,0 1,0 1,1 1,0 1,0 1,0 1,0 1,0 1,0 1,0 1,0 1,0 1,6 3,78 35,-103-39,0-1,0 1,0-1,-1 1,0 0,1 1,-1-1,0 1,-1-1,1 1,0 0,-1 0,0 0,0 0,0 0,-1 0,1 1,-1-1,0 1,-1-1,1 1,-1-1,1 1,-1-1,-3 8,-1-1,0 1,0-1,-1-1,0 1,-1-1,0 1,-1-2,0 1,-1-1,0 0,0-1,-1 1,0-2,0 1,-6 2,-116 75,107-69,24-16,1-1,-1 1,1 0,-1 0,0 0,1 1,-1-1,0 0,1 0,-1 0,0 0,1 0,-1 0,0 0,1 0,-1 1,0-1,0 0,1 0,-1 1,0-1,0 0,1 0,-1 1,0-1,0 0,0 0,1 1,-1-1,0 0,0 1,0-1,0 0,0 1,0-1,1 0,-1 1,0-1,0 0,0 1,0-1,0 0,-1 1,1-1,0 0,0 1,0-1,0 0,0 1,0-1,0 0,-1 1,1-1,0 0,0 1,0-1,-1 0,1 0,0 1,0-1,-1 0,125-4,-104 5,0 0,0 0,0 2,-1 1,1 0,-1 1,0 1,13 7,-25-10,-1 0,0 0,0 1,0-1,0 1,0 1,-1-1,0 1,0 0,0 0,0 1,-1-1,0 1,0 0,-1 0,0 0,0 1,0-1,0 1,-1 0,-1-1,1 1,-1 0,0 0,0 0,-1 2,0-2,-1 0,0 1,-1-1,1 0,-1 0,-1 0,1 0,-1 0,0-1,-1 1,0-1,0 0,0 0,-1 0,1-1,-1 1,-1-1,1 0,-1-1,-1 1,-7 6,-1-1,0-1,-1-1,0 0,0-1,-1-1,-14 4,9-4,-1-1,0-1,0-1,0-2,0 0,-1-1,-10-11,31 1</inkml:trace>
  <inkml:trace contextRef="#ctx0" brushRef="#br0" timeOffset="2">1404 98,'-12'-7,"0"2,-1-1,0 2,0 0,0 0,0 1,0 1,-1 0,0 1,1 1,-1 0,1 0,-1 2,0-1,1 2,0 0,0 1,0 0,-11 5,8-3,1 0,0 1,0 0,1 1,0 1,0 0,1 1,1 1,-1 0,2 0,-1 1,2 1,0 0,0 0,-5 12,13-22,1 1,-1 0,1 0,0 0,0 0,0 0,1 0,-1 1,1-1,0 0,0 0,1 0,-1 0,1 0,0 0,0 1,0-1,1-1,-1 1,1 0,0 0,0-1,0 1,1-1,-1 1,1-1,0 0,0 0,0 0,0-1,0 1,2 0,18 11,0-1,1-1,1-1,0-1,0-2,8 2,41 15,-53-18,0 2,-1 1,0 0,-1 2,0 0,8 8,-21-16,-1 0,0 1,0 0,0 0,0 0,-1 1,0 0,0 0,0 0,-1 0,0 0,0 1,-1-1,0 1,0 0,0 0,-1 0,0 0,0 0,-1 0,0 0,0 4,-1-5,-1 1,1-1,-1 0,-1 0,1 0,-1 0,0-1,0 1,0-1,-1 0,0 0,0 0,0 0,-1 0,1-1,-1 0,0 0,-1 0,1-1,-1 0,1 0,-5 2,-9 3,1-1,-1-1,-1-1,1 0,-1-1,-13 0,8-1,0-1,0-1,-1-2,1 0,-14-3,26 0,9 0</inkml:trace>
  <inkml:trace contextRef="#ctx0" brushRef="#br0" timeOffset="3">1739 192,'0'0,"0"0,-1 0,1 0,0 0,0 0,0 0,-1 0,1 0,0 0,0 0,0 0,-1 0,1 0,0 0,0 0,0 0,-1 0,1 0,0 0,0 0,0 0,0 0,-1-1,1 1,0 0,0 0,0 0,0 0,-1 0,1 0,0-1,0 1,0 0,0 0,0 0,0 0,0-1,-1 1,1 0,0 0,0 0,0-1,0 1,0 0,-9 21,-3 32,2 2,2-1,3 1,2 0,2 0,4 11,14 96,-15-155,0 1,1 0,-1-1,2 1,-1-1,1 0,0 0,0 0,1-1,0 0,0 0,0 0,1 0,0-1,0 0,1 0,-1 0,1-1,1 0,13 3,1-1,1-1,-1-1,0-1,1-2,0 0,-1-1,1-1,0-1,-1-1,1-1,3-2,6 1,174-21,-139 31,-60 7,-11 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10.0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1,'12'329,"-8"-86,11-2,14 32,65 222,19 141,-16 380,-5-257,-41-430,40 105,-75-365,20 155,-9 1,-10 0,-13 199,-3-404,31 698,-1-31,-30-438,10 0,11 0,28 102,-13-177,8 32,-9 1,-6 39,8 528,-30-691,15 141,-10 2,-9-1,-21 162,-23-78,-27 315,58 147,11-470,7-72,26 129,-22-244,46 440,-56-490,-2-13,1 1,3-1,3 1,1-1,3-1,5 11,9-9,-14-37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43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0,'9'10,"10"2,11-1,11-4,8-5,5-6,-2-2,-6 0,-10 1</inkml:trace>
  <inkml:trace contextRef="#ctx0" brushRef="#br0" timeOffset="250.39">108 241,'14'2,"15"2,15-1,11-3,10-6,5-4,-10-1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41.6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346 23,'-19'5,"0"1,0 0,0 2,1 0,0 1,1 1,0 0,0 2,1 0,0 0,1 1,-1 4,2-6,0 1,2 0,-1 1,2 1,0 0,0 0,1 1,1 1,-3 7,12-21,-1 0,0 0,1 0,0 0,0 0,-1 1,1-1,1 0,-1 0,0 1,0-1,1 0,-1 0,1 0,0 0,0 0,0 0,0 0,0 0,0 0,0 0,0 0,1-1,-1 1,1-1,-1 1,1-1,0 1,0-1,0 0,-1 0,1 0,2 1,70 25,-33-17,-11-4,0 1,0 1,-1 2,-1 0,0 2,0 2,-1 0,19 14,-41-23,1 0,0 0,-1 1,0 0,0 0,-1 0,1 0,-2 1,1 0,-1 0,1 0,-1 1,-2-5,0 0,-1 0,1 0,0 0,-1 1,0-1,1 0,-2 0,1 1,0-1,0 0,-1 0,0 0,1 0,-1 0,-1 0,1 0,0 0,-1 0,1 0,-1 0,0-1,0 1,0-1,0 1,0-1,-1 0,1 0,-3 1,-8 4,0-1,-1-1,0 0,0-1,0 0,0-1,-1-1,1 0,-1-1,0-1,1 0,-13-2,7 2,-74 0,81 10,32-2,-3-5</inkml:trace>
  <inkml:trace contextRef="#ctx0" brushRef="#br0" timeOffset="1127.321">842 157,'0'-7,"0"2,0 12,0 13,0 15,2 12,3 10,3 5,2 0,3-3,0-3,0-6,1-7,-2-7,-4-9</inkml:trace>
  <inkml:trace contextRef="#ctx0" brushRef="#br0" timeOffset="1390.617">868 652,'4'2,"7"1,5 0,5-1,6 0,2-1,2-1,-3-2,-6-1</inkml:trace>
  <inkml:trace contextRef="#ctx0" brushRef="#br0" timeOffset="1686.825">694 90,'14'-5,"15"-5,15-4,11-2,10 0,5 0,-10 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44.7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415 493,'-19'0,"0"1,0 1,0 0,0 2,1 0,-1 1,1 0,0 2,0 0,1 1,0 1,-13 9,17-11,0-1,1 1,0 1,0 0,1 1,0 0,1 1,0 0,0 1,1 0,1 0,0 1,0 0,-4 10,11-18,0-1,0 1,0 0,1-1,-1 1,1 0,0 0,0 0,0-1,1 1,-1 0,1-1,0 1,0 0,0-1,1 1,-1-1,1 1,0-1,0 0,0 0,0 0,0 0,1 0,0 0,-1-1,1 1,90 54,-14-25,-54-25,-1 2,-1 1,0 1,0 1,-1 1,-1 1,0 0,-1 2,1 1,-17-13,0 0,0 0,-1 0,1 1,-1-1,0 1,0 0,-1 0,1 0,-1 0,0 0,0 0,-1 1,1-1,-1 1,-1-1,1 1,-1-1,0 1,0 0,0-1,-1 1,0-1,0 1,-1-1,1 0,-1 1,0-1,0 0,-1 0,0 0,0 0,0-1,0 1,-1-1,1 0,-1 0,0 0,-1 0,1-1,-1 0,-1 1,-5 1,0 0,0-1,-1-1,1 0,-1-1,0 0,0 0,0-2,1 1,-1-1,0-1,0 0,0-1,0 0,1-1,-1 0,1-1,0 0,0-1,0 0,-8-6,18 11,1 0,-1 0,0 0,1-1,-1 1,0 0,1 0,-1 0,0-1,1 1,-1 0,1 0,-1-1,1 1,-1 0,0-1,1 1,-1-1,1 1,0-1,-1 1,1-1,-1 1,1-1,0 0,-1 1,1-1,0 1,0-1,-1 0,1 1,0-1,0 0,0 1,0-1,0 0,0 1,0-1,0 0,0 1,0-1,0 0,1 1,-1-1,0 1,0-1,1 0,-1 1,0-1,1 1,-1-1,0 1,1-1,-1 1,1-1,-1 1,19-7,3 2</inkml:trace>
  <inkml:trace contextRef="#ctx0" brushRef="#br0" timeOffset="868.608">630 1122,'25'-13,"-1"-1,-1-1,0 0,0-2,-2-1,0-1,-1-1,-1 0,-1-1,-1-1,-15 20,0 1,-1-1,1 1,-1-1,1 0,-1 1,0-1,0 0,1 0,-1 0,0 0,-1 0,1 0,0 0,-1 0,1 0,-1-1,1 1,-1 0,0 0,0 0,0-1,0 1,-1 0,1 0,-1 0,1-1,-1 1,0 0,1 0,-1 0,0 0,0 0,-1 0,1 1,0-1,-1 0,1 1,-1-1,1 1,-1-1,0 1,0-1,1 1,-3-1,0 1,-1 1,1 0,0-1,-1 1,1 1,0-1,0 1,-1-1,1 1,0 0,0 1,0-1,0 1,0 0,0 0,0 0,1 0,-1 1,1-1,0 1,-1 0,1 0,1 0,-2 2,-2 2,0 1,1 0,0 0,1 1,-1-1,2 1,-1 0,1 0,1 0,-2 7,2-8,1 1,-1 0,1 0,1-1,0 1,0 0,1 0,0 0,0 0,1-1,0 1,1-1,0 1,0-1,1 0,0 0,0 0,1-1,0 1,0-1,1 0,-1-1,2 1,-1-1,1 0,0-1,0 0,0 0,1 0,0-1,0 0,0-1,0 0,8 2,-8-3,1-1,0-1,0 0,-1 0,1 0,0-1,-1-1,1 1,-1-1,1-1,-1 0,0 0,0 0,0-1,0 0,-1-1,1 0,-1 0,-1 0,1-1,-1 0,0 0,5-6,-1-1,0 0,-1 0,0-1,-1 0,-1 0,0-1,-1 0,-1 0,0-1,-1 1,0-1,-1-9,-1 19,-1-1,0 0,-1 0,0 0,0 0,-1 0,1 0,-2 0,1 0,-1 0,0 0,0 1,-1-1,1 1,-2 0,0-3,-8 7,19 19,2-12,1 0,-1-1,1-1,0 1,0-2,0 1,0-1,0-1,1 0,-1 0,0-1,6-1,-2 1,16 0,51 9,-78-6,0 0,-1 0,1 0,-1 1,0-1,0 1,0-1,-1 1,1 0,-1-1,0 1,0 0,0 0,0 0,-1 0,0 0,0 0,0 0,0 0,0 0,-1 0,0 0,0 2,0 8,-1 113,3-125,-1 1,1-1,-1 0,1 1,-1-1,1 0,0 0,0 0,0 0,1 0,-1 0,0 0,1 0,-1 0,1-1,-1 1,1 0,0-1,0 0,0 1,0-1,0 0,0 0,0 0,0 0,0 0,1-1,-1 1,0-1,0 1,1-1,-1 0,0 0,1 0,1 0,81-24,-66 13,1 0,-2-1,0-1,0-1,-1-1,13-14,-24 23,0 0,0 0,0-1,-1 0,0 0,0 0,-1-1,0 1,0-1,-1 0,0 0,0-1,-1 1,0-1,-1 1,1-4,-1 35,1 0,2-1,0 1,1-1,1 0,2 0,9 20,-15-37,1 0,0-1,0 1,0-1,1 0,-1 0,1 0,0-1,0 1,0-1,1 0,-1 0,1 0,0-1,-1 1,5 0,16 5</inkml:trace>
  <inkml:trace contextRef="#ctx0" brushRef="#br0" timeOffset="1138.959">1845 480,'-13'12,"-5"7,5 6,10 3,12-1,4-5</inkml:trace>
  <inkml:trace contextRef="#ctx0" brushRef="#br0" timeOffset="1744.389">2541 921,'-14'-9,"0"0,0 1,-1 1,0 0,0 1,-1 1,0 0,0 1,0 1,0 0,0 1,-1 1,1 1,-10 1,21 0,0 1,0 0,1 0,-1 0,1 1,-1-1,1 1,0 0,0 0,0 1,1-1,-1 1,1 0,0 0,0 0,0 0,1 1,-1-1,1 1,0 0,0-1,0 4,-2 3,1-1,1 1,0 0,1 0,0 1,0-1,1 0,1 0,1 9,-2-15,1 0,0 0,0-1,0 1,0-1,1 1,0-1,0 1,0-1,1 0,-1 0,1 0,0 0,0 0,0-1,1 1,-1-1,1 0,0 0,0 0,0-1,0 1,1-1,-1 0,0 0,1-1,0 1,-1-1,1 0,0 0,-1-1,1 1,0-1,0 0,0 0,2-1,6-3,0 0,-1-1,0 0,0-1,-1 0,1-1,-1 0,-1 0,1-2,-2 1,1-1,-1-1,0 0,-1 0,0 0,-1-1,0 0,0-1,-1 0,-1 0,0 0,-1 0,0-1,0-1,-3 9,1 0,-1 0,0 0,0 0,0 0,0 0,-1 0,0 0,0 0,-1 0,1 0,-1 0,0 0,-1-3,1 8,0-1,0 1,1 0,-1 0,0 0,1 0,-1 0,0 0,0 1,1-1,-1 0,0 0,1 0,-1 1,0-1,1 0,-1 1,0-1,1 0,-1 1,1-1,-1 1,1-1,-1 1,1-1,-1 1,1 0,0-1,-1 1,1 0,0-1,-1 1,1 0,0-1,0 1,-1 0,1-1,0 1,0 0,0-1,0 1,0 0,0 0,0-1,1 1,-1 0,0-1,0 1,0 0,1 0,-3 8,0 0,0 0,1 0,1 0,0 0,0 0,0 1,1-1,1 0,0 0,0 0,0 0,1-1,1 1,-1-1,2 1,-1-1,1 0,0-1,0 1,1-1,0 0,1-1,-1 1,1-1,0 0,1-1,-1 0,1 0,0-1,1 0,4-1,-1 0,1-1,1-1,-1 0,0-1,0-1,0 0,0 0,0-1,0-1,0 0,-1-1,0 0,1-1,-1-1,-1 1,1-2,-1 0,0 0,-1-1,0 0,0-1,0 0,-1-1,-1 0,0 0,0-1,-1 0,0 0,-1-1,0 0,2-7,2-16,-2 0,-1 0,-2-1,-1 1,-2-1,-1 0,-2 0,-1 0,-2 1,-2-1,-1 1,-7-20,10 32,-1 1,-1 0,0 0,-2 0,-1 1,0 0,-2 1,0 0,-1 0,-11-12,22 30,0 1,0 0,-1 0,1 0,0-1,0 1,-1 0,1 0,-1 1,1-1,-1 0,1 0,-1 1,1-1,-1 1,0-1,1 1,-1 0,0 0,1 0,-1 0,0 0,1 0,-1 0,0 0,1 1,-1-1,0 0,1 1,-1 0,1-1,-1 1,1 0,-1 0,1 0,-1 0,1 0,0 0,0 0,0 0,-1 1,1-1,-35 69,24-19,1 0,3 0,3 1,1 0,3 0,3 17,-1-20,3 0,1 0,9 32,-10-64,0 0,2 0,-1 0,2-1,0 0,1 0,1 0,0-1,1-1,1 0,11 12,-11-18,0 1,0-2,1 0,0 0,0-1,1 0,0-1,0-1,0 0,0-1,1 0,-1-1,1 0,0-1,-1-1,1 0,0-1,0-1,8-1,47-9</inkml:trace>
  <inkml:trace contextRef="#ctx0" brushRef="#br0" timeOffset="2142.562">4172 159,'4'27,"7"26,3 21,4 16,1 12,0 3,-4 1,-1-7,-4-11,-3-16,-1-15,-1-18</inkml:trace>
  <inkml:trace contextRef="#ctx0" brushRef="#br0" timeOffset="3606.17">4546 667,'-4'14,"0"1,0-1,1 1,1-1,1 1,0 0,0 0,2 0,0 0,1 0,0-1,1 1,0-1,2 1,-1-1,2 0,0-1,1 1,2 3,-6-13,0-1,0 1,1-1,-1 1,1-1,-1 0,1 0,0-1,0 1,0-1,1 0,-1 0,1 0,-1 0,1-1,-1 0,1 0,0 0,0-1,-1 1,1-1,0 0,0-1,-1 1,1-1,0 0,-1 0,1 0,0-1,-1 0,0 0,1 0,-1 0,0 0,0-1,0 0,0 0,2-3,5-9,-1 0,0 0,-2-1,0 0,0-1,-2 0,0 0,-1-1,2-9,9-27,-5 95,-11-33,1 0,0 1,1-1,-1 0,1 0,1 0,0 0,0 0,0-1,1 1,0-1,1 0,-1 0,1-1,1 1,-1-1,1 0,0 0,1-1,-1 0,1 0,0 0,0-1,1 0,-1-1,1 1,0-2,0 1,2 0,8-2,-1-1,1-1,-1 0,1-2,-1 0,0 0,0-2,0 0,0-1,-1 0,0-2,-1 0,1-1,-1 0,-1-1,0-1,0 0,-1-1,-1 0,4-6,-5 6,0-1,-1-1,-1 0,-1 0,0-1,0 0,-1 0,-1-1,-1 1,3-16,-7 65,2 132,7 0,8-1,11 24,1 25,-23-134,-7-80,0 0,0-1,-1 1,1 0,0 0,0-1,-1 1,1 0,0-1,0 1,-1 0,1 0,0 0,0-1,-1 1,1 0,0 0,-1 0,1 0,0-1,-1 1,1 0,0 0,-1 0,1 0,-1 0,1 0,0 0,-1 0,1 0,0 0,-1 0,1 0,0 1,-1-1,1 0,0 0,-1 0,1 0,0 0,-1 1,1-1,0 0,0 0,-1 1,1-1,0 0,0 0,-1 1,1-1,0 0,0 1,0-1,0 0,-1 1,1-1,0 0,0 1,0-1,0 0,-15-23,2-1,1-1,0-1,2 0,-5-20,4 15,-15-39,4 0,2-2,4 0,3-1,3 0,2-23,8 79,0 1,1-1,1 1,0 0,2 0,0-1,0 1,-2 11,0 0,-1 1,2-1,-1 1,0 0,1-1,0 1,0 0,0 0,0 1,1-1,0 1,-1-1,1 1,0 0,1 1,-1-1,0 1,1 0,0 0,-1 0,1 1,0-1,0 1,0 0,6 2,0-1,0 2,0 0,0 0,0 1,-1 0,1 1,-1 0,0 0,0 1,0 1,-1 0,0 0,0 1,0 0,-1 0,0 1,-1 0,1 0,-2 1,1 0,-1 0,0 1,-1 0,0 0,-1 0,0 0,-1 1,0 0,1 5,-3-13,0 0,-1 1,1-1,-1 0,1 1,-1-1,0 0,0 1,-1-1,1 0,-1 0,1 1,-1-1,0 0,-1 0,1 0,0 0,-1 0,1 0,-1 0,0-1,0 1,0 0,-1-1,1 0,0 1,-1-1,0 0,1 0,-1-1,0 1,0 0,0-1,0 0,0 0,0 0,-1 0,1 0,0-1,0 1,-1-1,1 0,-2 0,2 0,0 0,0 0,1-1,-1 1,0-1,0 0,0 0,0 0,1 0,-1 0,1-1,-1 1,1-1,-1 0,1 0,0 0,0 0,0 0,0 0,0 0,0-1,1 1,-1-1,1 1,-1-1,1 1,0-1,0 0,0 0,1 0,-1 0,1 1,-1-1,1 0,0 0,0 0,0 0,1 0,-1 0,1 0,-1 0,1 1,1-2,1-6,2 0,-1 1,2-1,-1 1,1 0,0 1,1-1,0 1,0 1,1-1,0 1,0 1,1-1,0 1,0 1,0 0,1 0,-1 1,1 0,0 0,1 1,-1 1,7-2,-11 4,0-1,-1 1,1-1,0 2,-1-1,1 0,0 1,-1 0,1 1,-1-1,1 1,-1 0,0 0,0 1,0 0,0 0,0 0,-1 0,1 1,-1-1,0 1,0 0,0 1,0-1,-1 1,0-1,0 1,0 0,-1 0,1 1,-1-1,-1 0,1 1,-1-1,1 6,5 23,13 42,-19-74,1 0,-1 0,0 0,1 0,-1 0,1 0,0 0,-1 0,1-1,0 1,0-1,0 1,0-1,1 0,-1 0,0 0,0 0,1 0,-1-1,0 1,1-1,-1 1,1-1,-1 0,1 0,-1 0,1 0,-1 0,1-1,9-3,0 0,0-1,0-1,-1 0,0-1,0 0,-1 0,0-1,0 0,-1-1,0 0,0-1,-1 0,0 0,-1 0,0-1,2-7,27-59,-24 104,-9-13,0 0,1-1,1 1,0-1,1 0,0 0,1-1,1 0,0 0,0 0,1-1,0-1,1 1,1-1,-1-1,2 0,-1-1,1 0,0-1,1 0,0-1,3 1,-12-6,1 0,0-1,0 0,0 0,0 0,-1 0,1-1,0 0,0 0,-1 0,1-1,-1 0,1 1,-1-1,1-1,-1 1,0-1,0 0,0 0,-1 0,1 0,-1 0,1-1,1-2,5-7,-1 0,0 0,0-1,-1 0,-1-1,5-13,0-15,-1 0,-3-1,-1 0,-2 0,-2-1,-3 1,-1-13,1 45,-9-296,3 270,6 38,0 1,0-1,0 1,-1-1,1 0,0 1,0-1,0 1,-1-1,1 0,0 1,0-1,-1 0,1 1,0-1,-1 0,1 1,0-1,-1 0,1 0,0 1,-1-1,1 0,-1 0,1 0,-1 0,1 0,0 1,-1-1,1 0,-1 0,1 0,-1 0,1 0,0 0,-1 0,1 0,-1-1,1 1,-1 0,1 0,0 0,-1 0,1-1,-1 1,1 0,0 0,-1-1,1 1,0 0,-1-1,1 1,0 0,-34 166,30-135,-6 36,3 0,3 0,3 0,6 52,-4-105,0 0,2 0,0 0,0-1,1 1,1-1,0 0,1 0,0-1,1 0,0 0,1 0,0-1,1 0,0-1,1 0,0 0,1-1,0 0,0-1,1 0,0-1,0 0,1-1,-1-2,0 0,0 0,0-1,1-1,-1 0,0-1,1 0,-1-1,1 0,10-2,-17 1,0 0,0-1,0 1,0-1,0-1,0 1,-1-1,1 0,-1 0,1 0,-1-1,0 0,0 0,-1 0,1 0,-1-1,0 0,0 0,-1 0,1 0,-1-1,0 1,10-30</inkml:trace>
  <inkml:trace contextRef="#ctx0" brushRef="#br0" timeOffset="3860.52">6351 521,'9'0,"17"0,24 0,24-5,20-3,15-6,4-2,-17 2</inkml:trace>
  <inkml:trace contextRef="#ctx0" brushRef="#br0" timeOffset="5111.81">4345 1002,'10'0,"4"0,5 0,4 0,2 0,-3-3,-4 0</inkml:trace>
  <inkml:trace contextRef="#ctx0" brushRef="#br0" timeOffset="5620.817">4132 105,'7'0,"9"0,10-2,11-5,3-7,-5 0</inkml:trace>
  <inkml:trace contextRef="#ctx0" brushRef="#br0" timeOffset="6882.545">7862 921,'7'14,"4"8,5 9,4 4,-1 4,-4 0,-4 0,-9 2,-14-1,-13-3,-10-5,1-8</inkml:trace>
  <inkml:trace contextRef="#ctx0" brushRef="#br0" timeOffset="7145.401">8517 614,'11'20,"7"14,-1 8,-3 4,-3-2,-4-4,-4-8</inkml:trace>
  <inkml:trace contextRef="#ctx0" brushRef="#br0" timeOffset="7854.809">8303 534,'103'-13,"0"5,39 3,-134 4,0 1,0-1,1 1,-1 1,0-1,0 1,0 1,0-1,0 2,0-1,-1 1,1 0,-1 0,0 1,0 0,0 1,0-1,-1 1,1 0,-1 1,-1 0,1 0,-1 0,0 0,0 1,-1 0,0 0,1 2,-1 5,-1 1,-1 0,-1-1,1 1,-2 0,0 0,-1-1,-1 1,-1 7,-4 54,7-75,0 0,-1 0,1-1,0 1,0 0,0 0,0-1,0 1,0 0,0 0,0 0,0-1,0 1,0 0,0 0,0 0,1-1,-1 1,0 0,1 0,-1-1,0 1,1 0,-1-1,1 1,-1 0,1-1,-1 1,1-1,0 1,-1-1,1 1,0-1,-1 0,1 1,0-1,0 0,-1 1,1-1,0 0,0 0,-1 0,1 0,0 1,0-1,0 0,-1 0,1-1,0 1,0 0,0 0,-1 0,1-1,39-23,-24 8,-1 0,0-1,-1-1,-1 0,0-1,-2 0,0-1,1 1,-12 18,0 0,0 1,0-1,1 1,-1-1,0 0,1 1,-1-1,0 1,1-1,-1 1,1-1,-1 1,0-1,1 1,-1 0,1-1,0 1,-1-1,1 1,-1 0,1 0,-1-1,1 1,0 0,-1 0,1 0,0 0,-1 0,1 0,0 0,-1 0,1 0,0 0,-1 0,1 0,-1 0,1 0,0 0,-1 1,1-1,-1 0,1 1,0-1,-1 0,1 1,-1-1,1 1,-1-1,1 1,19 32,-14-21,2 2,0-1,1 0,1 0,-1-1,2-1,0 0,7 6,-14-14,-1 0,1 0,0-1,0 0,0 1,0-1,0-1,1 1,-1-1,0 1,1-1,-1-1,1 1,-1-1,1 1,0-1,-1 0,1-1,-1 1,1-1,-1 0,1 0,-1-1,1 1,-1-1,0 0,3-2,4-5,-1 0,0-1,0-1,-1 0,-1 0,0-1,0 0,-1 0,-1 0,0-1,-1 0,0 0,-1-1,-1 0,0 1,0-1,-2 0,0 0,0-8,6-104,-5 1,-13-107,1 134,10 98,-1 0,1 0,0 0,-1 0,1 0,0 0,0 0,-1 0,1 0,0 0,-1 0,1 0,0 0,-1 0,1 0,0 0,0 0,-1 0,1 0,0 0,0-1,-1 1,1 0,11 247,-7-171,-3-11,4 0,2 0,3-1,11 35,-17-87,0 1,1-1,1 0,0 0,0-1,1 0,0 0,1 0,9 8,-13-14,1-1,-1 0,1 0,0-1,-1 1,2-1,-1 0,0-1,1 1,-1-1,1 0,0 0,-1-1,1 0,0 0,0 0,0-1,0 0,0 0,0 0,0-1,4 0,24-12,-7-3</inkml:trace>
  <inkml:trace contextRef="#ctx0" brushRef="#br0" timeOffset="8113.103">9225 240,'-13'2,"-8"1,1 2,3 5,7 3,12 1,17-1,19-3,21-4,17-4,11-3,-10-2</inkml:trace>
  <inkml:trace contextRef="#ctx0" brushRef="#br0" timeOffset="8422.804">9827 774,'12'-162,"-12"124,2-130,-2 167,0 1,1-1,-1 1,1-1,-1 0,0 1,1-1,-1 1,1 0,-1-1,1 1,-1-1,1 1,-1 0,1-1,0 1,-1 0,1 0,-1-1,1 1,0 0,-1 0,1 0,0 0,-1 0,1 0,0 0,-1 0,1 0,0 0,-1 0,1 0,0 1,-1-1,1 0,-1 0,1 1,-1-1,1 0,0 1,-1-1,1 0,-1 1,1-1,-1 1,0-1,1 1,-1-1,1 1,-1-1,0 1,1 0,-1-1,0 1,3 1,140 96,-141-94,1-1,0 2,-1-1,0 0,0 0,0 1,0-1,-1 1,0-1,0 1,0-1,0 1,-1 0,0 0,0-1,0 1,0 0,-1 0,0-1,0 1,0-1,-1 1,1-1,-1 1,0-1,0 0,-2 3,-10 39,13-44,0 1,0 0,0-1,0 1,0 0,0 0,1 0,-1 0,1 0,0 0,0-1,0 1,0 0,1 0,-1 0,1 0,-1 0,1 0,0 0,0-1,0 1,1 0,-1-1,1 1,-1-1,1 1,0-1,0 0,0 0,0 0,0 0,1 0,0 0,49 7,-22-8</inkml:trace>
  <inkml:trace contextRef="#ctx0" brushRef="#br0" timeOffset="8593.454">10535 761,'0'-2,"-5"-8,0-2</inkml:trace>
  <inkml:trace contextRef="#ctx0" brushRef="#br0" timeOffset="10289.999">201 2459,'117'-316,"-66"191,-50 124,-1-1,1 1,0-1,-1 1,1 0,0-1,0 1,0 0,0 0,0 0,0 0,0 0,1 0,-1 0,0 0,0 0,1 1,-1-1,1 0,-1 1,1-1,-1 1,1-1,-1 1,1 0,-1 0,1 0,-1 0,1 0,-1 0,1 0,-1 0,1 1,-1-1,1 1,-1-1,1 1,-1-1,1 1,-1 0,0 0,1 0,12 12,0 0,-2 2,0-1,0 1,-1 1,-1 0,8 17,-8-14,12 17,-2 2,-2 1,13 39,-24-22,-7-55,0 1,0-1,0 0,0 0,0 0,-1 0,1 0,0 1,-1-1,1 0,-1 0,1 0,-1 0,1 0,-1 0,0 0,0 0,1-1,-1 1,0 0,0 0,0-1,0 1,0 0,0-1,0 1,0-1,0 1,0-1,0 0,0 1,-1-1,1 0,0 0,0 0,0 0,0 0,-1 0,1 0,0 0,0 0,0 0,0-1,0 1,-1-1,-6-2,1-1,0 0,0 0,0-1,0 0,1 0,-1-1,1 0,1 0,-1 0,1 0,0-1,1 0,-1 0,1-2,3 8,1 0,-1 0,0 0,1-1,-1 1,1 0,0-1,-1 1,1 0,0-1,0 1,0 0,0-1,0 1,0 0,0-1,0 1,1 0,-1-1,0 1,1 0,-1-1,1 1,0 0,-1 0,1 0,0 0,0-1,0 1,-1 0,1 0,0 1,1-1,-1 0,0 0,0 0,0 1,0-1,1 0,-1 1,0-1,62-16,-49 14,25-3,-1-2,0-2,-1-2,0-1,0-1,-2-3,0 0,3-5,10-35,-47 55,0 1,0-1,-1 0,1 1,-1-1,1 0,-1 1,0-1,0 0,1 0,-1 1,0-1,-1 0,1 0,0 1,0-1,-1 0,1 1,-1-1,1 0,-1 1,0-1,0 1,0-1,0 1,0-1,0 1,0 0,0-1,0 1,-1 0,1 0,-1 0,1 0,-1 0,1 0,-1 0,1 1,-1-1,-1 0,1 0,0 0,0 1,0-1,0 0,-1 1,1-1,0 1,0 0,-1 0,1 0,0 0,-1 0,1 0,0 1,-1-1,1 1,0-1,0 1,0 0,0 0,0 0,0 0,0 1,0-1,0 0,0 1,0-1,1 1,-1 0,1-1,-1 1,1 0,0 0,0 0,-1 2,-1 2,0 0,0 0,1 0,0 1,0-1,1 1,0 0,0-1,0 1,1 0,0-1,0 2,1-1,0 1,0 0,1 0,0-1,1 1,-1-1,1 0,1 0,-1 0,1 0,1 0,-1-1,1 0,0 0,0 0,1-1,0 1,0-1,0-1,0 1,1-1,0 0,0 0,0-1,0 0,0-1,1 1,0-1,-1-1,1 1,0-1,0-1,-1 1,1-1,0-1,0 1,0-2,-1 1,1-1,0 0,-1 0,0-1,5-2,-6 1,0 0,1 0,-1-1,-1 0,1-1,-1 1,0-1,0 0,-1 0,1 0,-1-1,-1 0,1 0,-1 0,0 0,-1 0,0 0,0-1,-1 1,1-1,-2 1,1-1,-1 0,0 1,-1-1,1 1,-2-1,1 0,-1 1,0 0,-1-1,0 0,-19-53,22 60,1-1,0 0,0 0,-1 1,1-1,0 1,0-1,1 1,-1-1,0 1,0-1,1 1,-1 0,1 0,-1 0,1 0,-1 0,1 0,0 0,-1 0,1 1,0-1,0 1,0-1,-1 1,1 0,0 0,0 0,0 0,0 0,0 0,-1 0,1 0,2 1,4-2,225-6,-226 6,1 0,-1 1,0 0,1 0,-1 1,0 0,0 0,1 0,-1 1,0 1,-1-1,1 1,0 0,-1 0,1 1,-1 0,0 0,0 0,-1 1,1 0,-1 0,0 1,0-1,-1 1,0 0,0 0,0 0,-1 1,1 1,1 109,-7-70,2-46,0 0,0 1,0-1,0 0,0 1,0-1,0 0,1 1,-1-1,0 0,1 0,-1 1,1-1,-1 0,1 0,0 0,0 0,-1 0,1 0,0 0,0 0,0 0,0 0,0 0,0 0,0-1,0 1,1 0,-1-1,0 1,0-1,1 1,-1-1,0 0,0 0,1 1,-1-1,0 0,1 0,-1 0,0 0,1-1,-1 1,0 0,1 0,-1-1,0 1,0-1,1 1,-1-1,1 0,14-8,0 0,0-1,-1-1,0 0,-1-1,0 0,-1-1,0-1,-1 0,5-9,52-81,-59 125,-9-10,0-1,1 1,0-1,0 0,1 0,1 0,0 0,0 0,1-1,0 1,0-1,1 0,0-1,1 0,0 0,0 0,1-1,0 0,0 0,1-1,11 2</inkml:trace>
  <inkml:trace contextRef="#ctx0" brushRef="#br0" timeOffset="10553.394">1873 1710,'18'11,"6"4</inkml:trace>
  <inkml:trace contextRef="#ctx0" brushRef="#br0" timeOffset="11452.035">2581 2111,'-43'-74,"41"72,0 0,0 0,0 0,0 0,0 1,0-1,0 0,-1 1,1 0,-1 0,1-1,-1 2,1-1,-1 0,1 0,-1 1,0-1,0 1,1 0,-1 0,0 0,1 0,-1 0,0 1,0-1,1 1,-1 0,1 0,-3 1,-3 2,0 2,1-1,-1 1,1 0,1 1,-1-1,1 1,0 0,1 1,0 0,0 0,1 0,-1 0,2 1,-1-1,1 1,1 0,0 0,0 0,-1 9,3-17,0 1,0 0,0 0,0-1,0 1,0 0,0-1,1 1,-1 0,0 0,1-1,0 1,-1-1,1 1,0 0,0-1,0 1,0-1,0 0,0 1,0-1,0 0,1 0,-1 0,0 1,1-1,-1-1,1 1,-1 0,1 0,0-1,-1 1,1 0,0-1,-1 0,1 1,0-1,-1 0,1 0,0 0,0 0,0 0,73-21,-64 15,-1 0,0-1,-1-1,1 0,-1 0,-1-1,0 0,0 0,0-1,-1 0,-1 0,0 0,3-9,-8 19,-1 0,1 0,-1 0,1 0,-1 0,1 0,-1 0,0 0,1 0,-1 0,1 0,-1 0,1 0,-1 1,0-1,1 0,-1 0,1 1,-1-1,0 0,1 0,-1 1,0-1,1 0,-1 1,0-1,0 0,1 1,-1-1,0 1,0-1,0 1,0-1,1 0,-1 1,0-1,0 1,0-1,0 1,0-1,0 1,0-1,0 0,0 1,0-1,0 1,-1-1,1 1,0-1,0 0,0 1,0-1,-1 1,2 1,29 88,-28-87,0 1,0-1,0 1,1-1,-1 0,1 0,0 0,-1 0,2-1,-1 1,0-1,0 1,1-1,-1 0,1-1,0 1,-1-1,1 1,0-1,0 0,0 0,2-1,8-1,0-1,-1-1,1-1,-1 1,0-2,0 0,-1-1,1 0,-1-1,0 0,-1-1,0 0,0-1,-1 0,0-1,0 0,-1 0,6-10,3-2,-1 0,0-2,-2 0,-1 0,-1-2,-1 1,-1-2,-1 0,-2 0,0 0,-2-1,-1 0,-2 0,0-1,-2 1,-1-1,-1 1,-2-1,-1 1,-1 0,-7-24,-29-23,40 73,0 0,-1 0,1 1,-1-1,1 0,-1 1,0-1,0 1,1 0,-1-1,0 1,0 0,-1 0,1 0,0 1,0-1,0 0,-1 1,1 0,0-1,0 1,-1 0,1 0,0 0,-1 0,1 1,0-1,0 1,-1-1,1 1,0 0,0 0,0 0,-1 0,-5 6,1 1,0-1,1 1,-1 0,1 1,1 0,0 0,0 0,1 0,0 1,0-1,1 1,1 0,-1 0,2 1,-1 4,-7 31,1 1,3 0,2 1,2-1,2 1,2-1,2 0,2 0,3 3,-6-35,0-1,1 1,1-1,0 0,1-1,0 0,1 0,1 0,0-1,7 7,-11-13,1-1,-1 0,1 0,0-1,0 0,1 0,-1 0,1-1,0 0,0 0,0-1,0 0,0 0,1 0,-1-1,0 0,1-1,-1 1,1-2,-1 1,1-1,1 0,2-2,-1 1,1-2,-1 1,0-2,0 1,0-1,0-1,-1 0,0 0,0-1,-1 0,1 0,-2-1,1 0,-1 0,0-1,-1 0,0 0,0-1,-1 0,-1 0,1 0,-2 0,1-1,1-8,17 123,-21-99,0-1,1 0,0 0,0 0,0 0,0 0,0 0,1-1,0 1,0-1,0 0,0 0,0 0,1 0,-1 0,1-1,0 1,0-1,0 0,0-1,0 1,0 0,0-1,1 0,-1 0,0 0,1-1,-1 0,1 0,-1 0,1 0,-1 0,0-1,1 0,-1 0,1 0,3-4,0 0,1-1,-2 0,1 0,-1-1,0 0,0 0,-1-1,0 1,0-2,-1 1,0 0,0-1,-1 0,0 0,-1 0,0-1,0 1,-1-1,0 0,-1 1,0-1,-1 0,0-5,1 11,-1 0,0 0,-1 0,1 0,-1 0,1 0,-1 0,0 1,-1-1,1 0,0 0,-1 1,0-1,0 1,0 0,-1 0,1-1,-1 1,1 1,-1-1,0 0,0 1,0-1,-1 1,1 0,0 0,-1 0,0 1,1-1,-1 1,0 0,0 0,1 0,-1 0,0 1,0 0,0 0,0 0,0 0,0 0,0 1,0 0,0 0,1 0,-2 0,-3 5,1 0,-1 0,2 1,-1 0,1 0,0 0,0 1,1 0,0 0,0 1,1-1,0 1,1 0,0 0,0 0,1 0,0 1,1-1,-1 9,1-14,1 0,0-1,0 1,0 0,1 0,-1 0,1-1,0 1,0 0,0-1,0 1,1-1,0 1,-1-1,1 0,0 1,1-1,-1 0,1 0,-1-1,1 1,0 0,0-1,0 0,0 0,0 0,0 0,1 0,-1 0,1-1,-1 0,1 0,1 1,25 4</inkml:trace>
  <inkml:trace contextRef="#ctx0" brushRef="#br0" timeOffset="11710.384">3624 1643,'-14'9,"-8"10,-6 9,2 5,3 3,6 2,8 1,7-2,10 0,7 1,1-7</inkml:trace>
  <inkml:trace contextRef="#ctx0" brushRef="#br0" timeOffset="11881.923">3650 2124,'16'12,"12"5,8 3,7 0,8-4,6-4,5-4,6-6,-9-3</inkml:trace>
  <inkml:trace contextRef="#ctx0" brushRef="#br0" timeOffset="12420.212">4800 1978,'-4'-2,"-1"1,1 0,-1 0,0 1,0-1,1 1,-1 0,0 0,1 1,-1-1,0 1,1 0,-1 0,1 1,-1-1,1 1,0 0,-1 0,1 1,0-1,0 1,1 0,-1 0,0 1,-1 2,1 0,0 1,0 0,1 0,0 0,0 0,1 0,0 1,0-1,0 1,1-1,0 1,1 2,0-7,-1 1,1-1,1 0,-1 0,0 1,1-1,-1 0,1 0,0 0,0 0,0 0,1 0,-1 0,1 0,0 0,-1-1,1 1,1-1,-1 1,0-1,0 0,1 0,-1 0,1 0,0 0,0 0,-1-1,1 1,0-1,0 0,0 0,2 0,6-1,-1 0,0-1,1-1,-1 0,0 0,1-1,-1 0,-1-1,1 0,0 0,-1-1,0 0,0-1,-1 0,1-1,-2 1,1-2,0 1,-1-1,-1 0,5-6,0 0,-1-1,-1 0,0 0,-1-1,0-1,-1 1,-1-1,-1 0,0 0,-1-1,-1 1,-1-1,-1 0,0 0,-1 1,-1-1,0 0,-2 0,0 1,-1-1,0 1,-2 0,-1-4,-1-1,-1-1,-1 1,0 1,-2 0,-1 1,-7-10,20 29,-1-1,0 0,0 1,0-1,0 0,0 1,0-1,0 1,0 0,0-1,-1 1,1 0,-1 0,1-1,-1 1,1 0,-1 1,0-1,1 0,-1 0,0 1,1-1,-1 1,0 0,0-1,0 1,0 0,1 0,-1 0,0 0,0 0,0 1,0-1,1 0,-1 1,0 0,0-1,1 1,-1 0,0 0,1 0,-1 0,1 0,-1 0,0 1,-2 6,-1-1,1 2,1-1,0 0,0 1,0 0,1 0,1-1,-1 4,-6 38,2 2,2-1,3 1,2-1,2 1,10 48,-9-77,1 0,1-1,0 0,2 0,1-1,1 0,10 17,-16-31,1 0,-1 0,1-1,1 0,-1 0,1 0,0-1,0 1,1-1,0-1,-1 1,2-1,-1-1,0 1,1-1,-1 0,1-1,0 0,0 0,0-1,0 0,0 0,6-1,-8 0,0-1,0 0,1-1,-1 1,0-1,-1 0,1-1,0 1,-1-1,1 0,-1-1,0 1,0-1,0 0,0 0,-1-1,0 1,0-1,0 0,0 0,-1 0,0-1,0 1,0-1,-1 0,0 0,0 1,0-1,-1-1,0 1,0-1,3-8,-2 0,0 1,0-1,-2 0,1 0,-2 0,0 0,-1 0,-3-11,5 27,0-1,0 1,-1-1,1 1,0-1,0 0,-1 1,1-1,0 1,0-1,-1 0,1 1,0-1,-1 0,1 0,-1 1,1-1,0 0,-1 0,1 1,-1-1,1 0,-1 0,1 0,-1 0,1 0,0 0,-1 0,1 0,-1 0,1 0,-1 0,1 0,-1 0,1 0,-1 0,1 0,-1-1,1 1,0 0,-1 0,1 0,-1-1,1 1,0 0,-1-1,1 1,-1 7,1 1,0-1,0 1,1-1,0 0,1 1,-1-1,1 0,1 0,-1 0,1 0,0-1,1 1,-1-1,2 1,-1-1,0-1,1 1,0-1,1 1,-1-1,1-1,0 1,0-1,0 0,1-1,-1 1,5 1,10 3,0-1,1-1,0 0,0-2,23 2,36 1</inkml:trace>
  <inkml:trace contextRef="#ctx0" brushRef="#br0" timeOffset="13673.454">6551 1951,'-14'-9,"-1"1,1 1,-2 1,1 0,-1 1,0 1,-10-2,20 5,0 0,0 1,-1 0,1 0,0 1,0-1,0 1,-1 0,1 1,0 0,1 0,-1 0,0 0,1 1,-1 0,1 1,0-1,0 1,0 0,0 0,-2 3,2-2,1 1,-1 0,1 0,0 1,1-1,-1 1,1 0,1 0,-1 0,1 0,0 0,1 0,0 1,0-1,0 1,1-1,0 2,0-4,1-1,-1 1,1-1,0 1,0 0,0-1,1 0,0 1,-1-1,1 0,1 0,-1 0,1 0,-1 0,1-1,0 1,1-1,-1 0,1 0,-1 0,1 0,0 0,0-1,0 0,0 0,0 0,4 1,-2-1,0-1,0 0,0-1,0 1,0-1,0 0,0-1,0 1,-1-1,1 0,0-1,0 1,0-1,-1 0,1-1,-1 1,0-1,0 0,0-1,0 1,0-1,-1 0,7-5,-2 0,1-1,-1 0,-1 0,0-1,0 0,-1 0,-1-1,3-5,0-14,0 0,-3-1,0 0,-2 0,-2 0,-1 0,-1 0,-1 0,-2 0,-2 0,-1 0,-5-16,3 7,-1 0,-2 0,-14-32,26 72,-1 1,0-1,0 0,0 0,0 1,0-1,0 0,0 0,-1 1,1-1,0 0,0 0,-1 1,1-1,0 0,-1 1,1-1,0 0,-1 1,1-1,-1 1,1-1,-1 1,0-1,1 1,-1-1,1 1,-1-1,0 1,1 0,-1-1,0 1,0 0,1 0,-1 0,0-1,0 1,1 0,-1 0,0 0,0 0,1 0,-1 0,0 1,0-1,1 0,-1 0,0 1,-13 37,6 50,3 1,6 82,-1-168,1 32,1 1,1-1,2 1,1-2,9 26,-12-50,0 0,1-1,0 1,1-1,0 0,0 0,1 0,0-1,0 0,1 0,0-1,0 0,1 0,0 0,0-1,1-1,-1 1,1-1,1-1,-1 1,9 1,-5-3,0 0,0-2,0 1,1-2,-1 1,0-2,0 0,0 0,1-2,-1 1,-1-2,1 0,0 0,-1-1,0 0,0-1,-1-1,1 0,-1-1,-1 0,1 0,-2-1,1 0,-1-1,0 0,-1 0,-1-1,1 0,-2-1,1 1,-2-1,1-1,-1-1,-4 11,0-1,0 0,0 0,0 0,-1 0,1 0,-1 1,0-1,0 0,-1 0,1 0,-1 0,0 0,0 0,0 1,0-1,-1 0,0 1,1-1,-1 1,0-1,-1 1,1 0,-1 0,1 0,-1 0,0 1,0-1,0 1,0 0,-1-1,-1 0,3 3,0 0,0 0,0 0,0 0,0 0,0 0,0 0,0 1,0-1,0 1,0-1,0 1,1 0,-1 0,0 0,0 0,1 0,-1 0,1 0,-1 1,1-1,-1 1,1-1,0 1,0-1,0 1,0 0,0-1,0 1,0 0,-20 58,13 33,8-89,0-1,0 1,1-1,-1 1,1-1,0 1,0-1,0 1,0-1,1 0,0 0,-1 1,1-1,0 0,0-1,1 1,-1 0,0-1,1 1,0-1,-1 0,1 1,0-2,2 2,2-2,-1-1,0 1,0-2,1 1,-1-1,0 0,0 0,1-1,-1 1,-1-1,1-1,0 1,0-1,-1 0,1 0,-1-1,0 0,0 0,0 0,-1 0,0-1,1 0,-2 1,1-2,1-1,66-111,-62 153,19 94,-26-123,0 0,1-1,0 1,0-1,0 0,1 0,0 0,0 0,0 0,0-1,1 0,-1 0,1 0,0-1,1 0,-1 0,1 0,-1 0,1-1,3 1,-5-2,1 0,-1-1,1 1,-1-1,1 0,-1 0,1-1,0 1,-1-1,0 0,1 0,-1-1,1 1,-1-1,0 0,0 0,0-1,0 1,0-1,-1 0,4-2,59-78,-49 44,-1-1,-2-1,-3 0,0 0,-3-1,-2 0,-1-1,-2 1,-2-1,-2 0,-2-3,2 26,0-111,-3 96,4 34,0 1,0 0,0 0,0-1,0 1,0 0,0 0,0-1,0 1,0 0,0-1,0 1,0 0,0 0,0-1,0 1,0 0,0 0,0-1,0 1,0 0,-1 0,1 0,0-1,0 1,0 0,0 0,-1 0,1-1,0 1,0 0,0 0,-1 0,1 0,0-1,0 1,-1 0,1 0,0 0,0 0,-1 0,1 0,0 0,0 0,-1 0,1 0,0 0,0 0,-1 0,1 0,0 0,0 0,-1 0,1 0,0 0,0 0,-1 1,1-1,0 0,0 0,0 0,-1 0,1 1,0-1,0 0,0 0,-1 0,1 1,-9 18,-7 34,3 2,3 0,1 0,3 12,5-59,-5 25,1 0,2 0,2 0,1 0,1 1,2-1,1 0,1-1,2 1,2-1,2 2,-8-26,0-1,1 0,0 0,0 0,0-1,1 0,0 0,1 0,-1 0,1-1,0 0,1 0,-1 0,1-1,0 0,0 0,0-1,0 0,1 0,-1-1,1 0,0 0,-1-1,1 0,0 0,0-1,0 0,0 0,0-1,0 0,-1 0,1-1,0 0,-1 0,1-1,-1 0,0 0,0-1,0 0,2-3,0-1,-1 1,0-1,-1-1,0 0,0 0,-1 0,0-1,-1 0,0 0,0 0,-1-1,0 1,-1-1,0 0,-1 0,0 0,-1 0,0-1,-3 23,1 0,0-1,1 1,0 0,1-1,1 1,-1 0,1-1,1 0,0 1,1-1,0 0,0-1,1 1,0-1,1 0,0 0,0 0,1-1,0 0,0 0,1-1,5 4,-5-7,1 0,0 0,0-1,0 0,0-1,0 1,0-2,0 0,1 0,-1 0,1-1,-1-1,1 1,-1-2,0 1,0-1,1-1,-1 0,27-11</inkml:trace>
  <inkml:trace contextRef="#ctx0" brushRef="#br0" timeOffset="13952.251">7313 1697,'7'16,"18"5,28-6,31-14,35-18,29-23,-9-5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9:03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93,'34'202,"-17"-74,-6 1,-4 28,-7-172,0 0,1-1,1 1,0 0,1 0,1 0,0 0,1 1,1 0,0 0,1 0,0 0,1 1,1 1,0-1,2 0,-9 10,1 0,0 1,0-1,0 0,1 1,-1 0,0 0,1 0,0 0,-1 0,1 1,0-1,0 1,0 0,0 0,0 1,0-1,0 1,0 0,0 0,0 0,0 1,0-1,0 1,0 0,0 0,0 1,0-1,0 1,-1 0,1 0,-1 0,1 0,-1 0,0 1,0 0,0-1,0 1,0 0,-1 1,1-1,-1 0,0 1,0-1,1 4,0-1,-1-1,0 1,0 0,0 0,-1 0,0 0,0 0,-1 0,0 0,0 0,0 0,-1 0,1 0,-1 0,-1 0,1 0,-1-1,0 1,-1 0,1-1,-1 0,0 1,0-1,-1 0,0-1,0 1,0 0,0-1,-1 0,1 0,-1-1,0 1,0-1,0 0,-1 0,-3 1,5-2,-1 0,1 1,-1-2,0 1,0 0,0-1,0 0,0 0,0-1,0 1,0-1,0 0,0 0,0-1,0 0,0 1,0-2,0 1,0-1,0 1,0-1,1-1,-4-1,-1-28,13 14</inkml:trace>
  <inkml:trace contextRef="#ctx0" brushRef="#br0" timeOffset="248.765">548 26,'0'-14,"2"3,6 12,7 19,12 20,9 20,8 17,3 11,-4 10,-9 6,-17 3,-21 2,-26-2,-21-5,-15-9,3-20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9:13.2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1805 1853,'0'-2,"2"1,1 8,0 12,0 16,-2 21,0 18,0 16,-3 10,-1 4,0 0,3-6,6-10,6-14,6-15,0-17</inkml:trace>
  <inkml:trace contextRef="#ctx0" brushRef="#br0" timeOffset="-1770.232">0 1091,'55'311,"12"347,-15 62,-17-11,-30-558,-6 0,-6-1,-10 22,5-86,-7 36,6 1,5 0,6 39,15 466,-12-557,2-1,4 1,2-1,10 31,-11-71,7 30,-3 1,-2 0,0 29,7 296,-7-226,-16-145,3-15</inkml:trace>
  <inkml:trace contextRef="#ctx0" brushRef="#br0" timeOffset="-871.323">202 2308,'71'11,"106"0,1-7,137-17,-267 10,304-20,-328 22</inkml:trace>
  <inkml:trace contextRef="#ctx0" brushRef="#br0" timeOffset="-420.118">1444 1868,'-2'2,"-1"8,0 8,1 14,3 11,1 16,2 15,4 15,-1 12,0 6,-2 3,-2-3,-2-9,0-12,-1-13,2-18,3-17,1-16</inkml:trace>
  <inkml:trace contextRef="#ctx0" brushRef="#br0" timeOffset="1228.11">1859 2282,'9'3,"1"0,-1-1,1 0,0 0,0-1,0-1,0 0,9 0,4 0,217 11,-142-3,0-5,1-3,41-8,181-13,1 15,29 15,-278-4,67 5,0-6,133-13,-222-4,-43 6</inkml:trace>
  <inkml:trace contextRef="#ctx0" brushRef="#br0" timeOffset="117242.39">4333 1559,'-9'28,"3"-1,0 1,1 0,2 0,1 0,1 1,2-1,0 1,2-1,6 25,-6-30,103 1167,-97-1026,8 119,15 24,-7-158,-11-86,-4-1,-2 1,-3 1,-3-1,-2 1,-4 4,-46 128,20 26,25-189,1-1,2 1,1 0,2 0,1 0,3 11,43 164,-48 80</inkml:trace>
  <inkml:trace contextRef="#ctx0" brushRef="#br0" timeOffset="117241.39">4359 1666,'-15'-39,"3"-2,1 0,2 0,1-1,2-5,6 47,-45-161,44 160,1 0,-1 0,0 0,1 0,0 0,-1 0,1 0,0-1,-1 1,1 0,0 0,0 0,0-1,0 1,0 0,0 0,0 0,1-1,-1 1,0 0,1 0,-1 0,1 0,-1 0,1 0,-1 0,1 0,0 0,0 0,-1 0,1 0,0 0,0 0,0 1,0-1,0 0,0 1,0-1,0 0,0 1,0 0,1-1,-1 1,0 0,0-1,0 1,0 0,1 0,187-18,438-14,473-12,131-15,-176-12,-712 46,544-20,-326 38,47 0,-380 8,137 26,-178-12,-49-16,-136 2,0-1,0 1,0 0,0 0,0 0,0 0,0 0,0 0,-1 1,1-1,0 1,-1-1,1 1,-1-1,1 1,-1 0,0 0,0 0,0 0,0 0,0 0,0 0,-1 0,1 0,-1 0,1 0,-1 0,0 1,1-1,-1 0,-1 0,1 0,0 1,0-1,-1 0,1 0,-1 0,0 0,0 0,1 0,-1 0,-1 0,1 0,0 1,-4 17,-4 72,4-1,5 69,1-79,-6 152,-13 38,4-53,10 1,9 0,17 77,-11-110,-9 60,0-27,52 267,-42-154,2-25,13 88,-28-296,-1-46,2 0,3 0,5 24,-8-76,0 0,0 1,0-1,0 0,0 1,0-1,1 1,-1-1,0 0,1 1,-1-1,1 0,0 0,-1 1</inkml:trace>
  <inkml:trace contextRef="#ctx0" brushRef="#br0" timeOffset="117240.393">11947 5451,'-25'-96,"8"-6,5 3</inkml:trace>
  <inkml:trace contextRef="#ctx0" brushRef="#br0" timeOffset="27349.374">8142 89,'0'18,"0"18,0 13,0 11,0 5,0 2,0-2,0-7,0-10,0-9,0-13</inkml:trace>
  <inkml:trace contextRef="#ctx0" brushRef="#br0" timeOffset="27870.038">8089 63,'13'-4,"1"2,0 0,0 0,0 1,0 1,1 0,9 2,-4-1,-13 0,13-2,0 2,0 0,-1 1,1 1,0 1,-1 0,0 2,0 0,0 1,-1 1,10 6,-26-13,-1 0,1 0,-1 1,1-1,-1 0,0 1,1-1,-1 1,0-1,0 1,0-1,0 1,0 0,-1 0,1-1,0 1,-1 0,1 0,-1 0,0 0,0 0,1-1,-1 1,0 0,-1 0,1 0,0 0,0 0,-1 0,0 0,1-1,-1 1,0 0,1 0,-1-1,0 1,-1-1,1 1,0 0,-59 51,-114 30,174-82,-1-1,0 0,1 0,-1 0,1 0,-1 1,1-1,-1 0,0 1,1-1,-1 0,1 1,-1-1,1 1,0-1,-1 1,1-1,-1 1,1-1,0 1,-1-1,1 1,0-1,0 1,-1 0,1-1,0 1,0-1,0 1,0 0,0-1,0 1,0 0,0-1,0 1,0-1,0 1,0 0,0-1,1 1,-1-1,0 1,0 0,1-1,-1 1,0-1,1 1,-1-1,1 1,-1-1,1 1,-1-1,1 1,33 16,-33-16,74 26,-45-17,0 1,0 2,-1 0,-1 2,11 8,-36-21,0-1,0 1,0 0,0 0,0 0,-1 0,1 0,-1 0,0 1,1-1,-1 1,0 0,0-1,-1 1,1 0,-1 0,1 0,-1 0,0 1,0-1,0 0,-1 0,1 1,-1-1,0 0,0 1,0-1,0 0,0 1,-1-1,0 0,0 1,-7 5,0 0,-1-1,0 0,-1 0,0-1,0 0,0-1,-1 0,0 0,0-1,-1-1,1 0,-1 0,-24 8,0-1,0-1,-1-2,0-2,-15 0,73-14,0 1</inkml:trace>
  <inkml:trace contextRef="#ctx0" brushRef="#br0" timeOffset="28575.564">9132 89,'-15'-6,"1"1,-1 1,1 0,-1 1,0 0,0 1,-1 1,1 0,0 1,-1 1,1 1,0 0,0 0,0 2,0 0,1 0,0 2,0 0,0 0,0 1,-12 9,22-13,0 0,0 0,0 0,1 0,-1 1,1-1,-1 1,1 0,0 0,1 0,-1 0,1 1,0-1,0 1,0-1,0 1,1 0,0 0,0-1,0 1,1 0,-1 0,1 0,0 0,1 0,-1 0,1 0,0 0,0 0,1-1,-1 1,1 0,0-1,1 1,-1-1,1 0,1 2,7 4,0 0,1-1,1-1,-1 0,2 0,-1-1,1-1,-1 0,2-1,-1-1,7 1,59 25,-70-26,-1 1,0 0,0 0,-1 1,0 1,0-1,0 1,3 5,-9-10,0 0,0 0,0 0,-1 1,1-1,-1 0,0 1,0-1,0 1,0 0,0-1,0 1,-1 0,1-1,-1 1,0 0,0 0,0-1,0 1,0 0,0 0,-1-1,1 1,-1 0,0-1,0 1,0 0,0-1,-1 0,1 1,-1-1,1 0,-2 2,-8 5,0 0,-1-1,0 0,-1-1,1 0,-1-1,0-1,-1 0,0 0,1-2,-1 0,0 0,-1-1,-7 0,8 0,-53 6,76-15,7 1</inkml:trace>
  <inkml:trace contextRef="#ctx0" brushRef="#br0" timeOffset="29204.168">9466 156,'0'70,"2"12,-5-1,-2 1,-5 3,8-77,2-4,0 1,-1-1,0 1,0-1,0 0,0 0,-1 0,0 1,0-1,0-1,0 1,0 0,-1 0,-1 1,3-5,0-1,-1 1,1 0,0-1,0 1,-1 0,1-1,0 1,0-1,0 0,0 1,0-1,0 0,0 0,0 0,0 0,0 0,0 0,0 0,1 0,-1 0,0 0,1 0,-1 0,1 0,-1-1,1 1,-1 0,1 0,0-1,0 1,0 0,0-1,0 1,0 0,0 0,-6-37,1 1,2-1,1 0,4-27,-2 12,0 32,-1-18,2 0,2 0,1 0,7-28,-10 63,0 0,0 0,0 0,1 0,-1 1,1-1,0 0,0 1,0-1,0 1,1 0,-1-1,1 1,0 0,0 1,0-1,0 1,1-1,-1 1,1 0,-1 0,1 0,0 1,-1-1,1 1,0 0,0 0,0 0,0 1,4-1,11 1,0 1,0 0,0 2,0 0,-1 1,1 1,-1 0,0 2,0 0,-1 1,3 2,-16-9,0 1,-1-1,1 1,0 0,-1 0,1 0,-1 0,1 1,-1-1,0 1,0 0,0 0,-1 0,1 1,-1-1,0 0,0 1,0 0,0-1,0 1,-1 0,1 0,-1 0,0 0,-1 0,1 0,-1 0,0 0,1 0,-2 0,1 0,0 1,-1-1,0 0,0 0,-1 3,-8 2,0 0,0-1,-1 0,0 0,0-1,-1-1,0 0,0-1,0 0,-1-1,1 0,-1-1,-9 1,12-1,-26 5,27-6,-1-1,0 2,1-1,0 1,0 1,0 0,0 0,0 1,-2 1,10-4,-1-1,1 0,-1 1,1-1,0 1,0-1,0 1,0-1,0 1,0 0,0 0,1-1,-1 1,1 0,-1 0,1 0,0 0,-1 0,1-1,0 1,0 0,1 0,-1 0,0 0,0 0,1 0,-1-1,1 1,0 0,0 0,-1 0,2 0,39 50,-10-27,1-1,2-2,0-1,1-1,1-3,29 11,-47-21,1 0,1-1,-1-1,1-1,-1-1,1-1,0 0,0-2,7 0,2-3</inkml:trace>
  <inkml:trace contextRef="#ctx0" brushRef="#br0" timeOffset="29454.605">10295 557,'0'-2,"-7"-1,-9 0,-2 1</inkml:trace>
  <inkml:trace contextRef="#ctx0" brushRef="#br0" timeOffset="38948.664">5041 2121,'-7'23,"1"1,1 0,1 0,2 0,0 0,1 1,2 4,-2 4,1 221,-2-303,-2 1,-3-1,-1 1,-2 1,-3 0,-1 0,-3 1,-11-22,25 63,2 4,0 0,0 0,-1-1,1 1,0-1,0 1,0-1,0 1,1-1,-1 0,0 1,1-1,-1 0,1 0,-1 1,1-1,0 0,0 0,0 0,0 1,0-1,0 0,0 0,1 0,-1 1,1-1,-1 0,1 0,0 1,0-1,-1 1,1-1,0 1,1-1,-1 1,0-1,0 1,0 0,1 0,-1-1,1 1,-1 0,1 0,-1 1,2-2,17-1,0 0,1 1,-1 1,0 1,18 3,1-2,32 0,153 12,-208-11</inkml:trace>
  <inkml:trace contextRef="#ctx0" brushRef="#br0" timeOffset="39351.845">5041 2375,'4'4,"0"1,1-1,-1 0,1 0,0 0,0-1,0 0,1 0,-1 0,1-1,0 1,-1-2,1 1,0 0,0-1,0 0,0-1,1 1,0-1,118-10,54-27,-178 37,0 0,0 0,1 0,-1-1,0 1,0 0,0 0,0 1,1-1,-1 0,0 0,0 1,0-1,0 0,0 1,1-1,-1 1,0 0,0-1,0 1,-1 0,1-1,0 1,0 0,0 0,0 0,-1 0,1 0,0 0,-1 0,1 0,-1 0,1 0,-1 0,0 0,1 1,-1-1,0 0,0 0,0 0,0 1,-5 55,2-41,0 6,0-12,1 0,1 1,0-1,0 1,1-1,0 0,1 1,0-1,1 1,1 4,20 6,-10-19</inkml:trace>
  <inkml:trace contextRef="#ctx0" brushRef="#br0" timeOffset="39599.219">5589 2121,'-14'-2,"-9"-1,-4 2,-1 4,4 6,7 6,11 5,13 1,14 2,11 1,-1-3</inkml:trace>
  <inkml:trace contextRef="#ctx0" brushRef="#br0" timeOffset="40102.908">5762 2522,'16'-9,"-1"-1,-1-1,0 0,0-1,-1-1,-1 0,5-6,3-7,-1-1,-1 0,-1-2,-1 0,-2 0,-1-1,-2-1,-1 0,-1-1,-1 0,-2 0,-2-1,0 1,-2-10,-12-24,9 65,-1 0,0 1,1-1,-1 1,0-1,0 1,1-1,-1 1,0 0,0 0,1 0,-1 0,0 0,0 1,1-1,-1 0,0 1,1-1,-1 1,0 0,1 0,-1-1,1 1,-1 0,1 0,-1 0,1 1,0-1,-1 0,1 0,0 1,0-1,0 1,0-1,0 1,0-1,1 1,-1 0,0 0,-15 24,1 0,2 1,0 0,2 1,1 0,1 1,2 0,0 1,0 15,2-15,1 0,2 0,0 0,2 1,3 14,-2-35,0 0,0 0,2-1,-1 1,1-1,0 1,1-1,0 0,0 0,1 0,1-1,-1 0,1 0,0 0,1-1,0 0,0 0,6 4,-6-7,1 0,-1 0,1-1,0 0,1 0,-1-1,0 0,1-1,-1 1,1-2,-1 1,1-1,-1 0,1-1,-1 0,1 0,-1-1,1 0,-1-1,0 0,0 0,0-1,-1 1,1-2,-1 1,0-1,0 0,0-1,-1 1,0-1,0-1,0 1,-1-1,2-3,1-1,1-1,-2 0,0-1,0 0,-1 0,-1-1,0 1,-1-1,0 0,-1 0,1-13,-4 26,0 0,1 0,-1 1,0-1,0 0,1-1,-1 1,0 0,0 0,0 0,0 0,-1 0,1 0,0 0,0 0,0 0,-1 0,1 0,-1 1,1-1,-1 0,1 0,-1 0,1 0,-1 0,0 1,1-1,-1 0,0 1,0-1,0 0,1 1,-1-1,0 1,0-1,0 1,0 0,0-1,0 1,0 0,0 0,0 0,0-1,0 1,0 0,0 0,0 0,0 1,0-1,0 0,0 0,0 1,0-1,0 0,0 1,0-1,0 1,0-1,1 1,-1-1,0 1,0 0,0 0,1-1,-1 1,0 0,1 0,-1 0,1-1,-1 2,-6 3,0 2,1-1,-1 1,1 0,0 0,1 1,0-1,0 1,1 0,0 1,0-1,1 1,0 0,1-1,0 1,0 1,1-1,0 0,0 0,1 0,0 1,1-1,0 0,2 7,2-10,0 0,0 0,1 0,-1-1,2 0,-1 0,0-1,1 1,0-1,0-1,0 1,0-1,0-1,1 1,0-1,-1-1,1 1,0-1,0 0,0-1,-1 0,1 0,0-1,7-1,60-4,-4-5</inkml:trace>
  <inkml:trace contextRef="#ctx0" brushRef="#br0" timeOffset="44307.45">7741 1988,'-4'13,"-2"15,-2 10,-2 11,-2 10,0 7,-2 4,1-2,1-2,1-7,3-8,2-8,2-14,2-12</inkml:trace>
  <inkml:trace contextRef="#ctx0" brushRef="#br0" timeOffset="44601.753">7875 1961,'0'-3,"0"5,2 8,1 11,0 12,0 12,-4 8,-3 10,-4 6,-5-1,-2 1,1-6,1-6,2-6,4-10,2-9,3-10</inkml:trace>
  <inkml:trace contextRef="#ctx0" brushRef="#br0" timeOffset="44943.462">7473 2308,'-42'5,"56"0,35-4,1-2,-1-2,0-2,9-5,-27 6,354-52,-389 58,-11 1</inkml:trace>
  <inkml:trace contextRef="#ctx0" brushRef="#br0" timeOffset="45203.547">7460 2495,'14'0,"16"0,18-4,17-5,14-4,9-3,1 2,-3 1,-10 2,-15 3,-16 4,-15 3,-13 6,-12 1,-9-3,-4-1</inkml:trace>
  <inkml:trace contextRef="#ctx0" brushRef="#br0" timeOffset="45993.592">8597 2081,'-11'20,"-4"17,0 7,4 7,2 3,4 2,3-2,-2-4,-1-5,-3-6,-2-7,1-10</inkml:trace>
  <inkml:trace contextRef="#ctx0" brushRef="#br0" timeOffset="46460.092">8477 2081,'8'-5,"1"0,0 1,0 1,0-1,0 1,1 1,-1 0,1 0,-1 1,1 0,0 1,0 0,-1 0,1 1,0 0,-1 1,1 0,-1 1,1 0,-1 0,0 1,0 0,-1 1,1 0,-1 0,2 2,-6-3,-1 0,-1 0,1 0,-1 0,1 1,-1-1,0 1,-1-1,1 1,-1 0,0-1,0 1,0 0,-1 0,1 0,-1 0,-1 0,1 0,-1 0,1-1,-2 1,1 0,0 0,-1-1,0 1,0-1,0 1,0-1,-3 3,-5 9,-1-1,0 0,-1-1,-1 0,0-1,-1 0,-4 1,-90 63,131-78,-17-2,0 1,0 0,0 1,1 0,-1 0,0 0,1 0,-1 1,0 0,1 1,-1-1,1 1,-1 1,0-1,0 1,0 0,0 0,0 1,0 0,-1 0,1 0,-1 1,0-1,0 1,0 0,0 1,-1-1,1 1,-1 0,-1 0,2 2,-2-2,-1 0,0 1,0-1,0 0,0 0,-1 1,0-1,0 1,0 0,-1-1,0 1,0-1,0 1,-1-1,0 1,0 0,0-1,-1 0,0 1,0-1,0 0,0 0,-1 0,0 0,0-1,-1 1,1-1,-1 1,0-1,0-1,0 1,0 0,-1-1,0 0,0 1,-85 22,87-25,0-1,0 1,-1-1,1 0,0 0,0-1,0 1,0-1,-1 1,1-1,0 0,0 0,0 0,1-1,-1 1,0-1,0 0,1 1,-1-1,1 0,-1-1,1 1,0 0,0-1,0 1,0-1,-1-1,-2-12</inkml:trace>
  <inkml:trace contextRef="#ctx0" brushRef="#br0" timeOffset="47111.536">8931 2134,'24'0,"-11"-1,-1 0,1 0,-1 1,1 1,-1 0,0 1,1 0,-1 1,0 0,0 1,0 0,-1 1,0 0,0 1,0 0,8 7,-17-11,0-1,-1 1,1 0,-1 0,0 0,1 0,-1 0,0 0,0 0,0 0,-1 0,1 0,0 1,-1-1,0 0,1 1,-1-1,0 0,0 1,0-1,0 0,-1 0,1 1,-1-1,1 0,-1 0,0 1,0-1,0 0,0 0,0 0,0 0,-1 0,1 0,-1-1,1 1,-1 0,-1 1,-75 56,76-57,-111 54,127-61,1 1,0 0,0 1,0 1,0 0,1 1,-1 1,0 0,0 1,1 1,-1 0,0 1,13 5,-24-6,0 0,0 1,-1-1,1 1,0 0,-1 0,0 1,0-1,0 1,0 0,0-1,-1 1,1 0,-1 0,0 1,-1-1,1 0,-1 1,1-1,-1 1,-1 0,1-1,-1 1,0-1,0 1,0 0,0-1,-1 1,0 0,0-1,0 1,0-1,-1 0,0 1,0-1,0 0,0 0,-1 0,0 0,0-1,0 1,0-1,-2 2,-2 2,-1 0,0-1,-1-1,1 1,-1-1,0 0,-1-1,1 0,-1-1,0 0,1-1,-1 1,0-2,-1 1,1-2,0 1,-2-1,-15-8,22 2</inkml:trace>
  <inkml:trace contextRef="#ctx0" brushRef="#br0" timeOffset="47331.464">9506 2134,'0'-2,"0"1,0 6,2 6,1 6,2 5,0-2</inkml:trace>
  <inkml:trace contextRef="#ctx0" brushRef="#br0" timeOffset="47561.922">9599 2469,'-2'13,"-1"3,3-4,3-8,1-6</inkml:trace>
  <inkml:trace contextRef="#ctx0" brushRef="#br0" timeOffset="48320.189">9907 2282,'-4'12,"1"1,0 0,1 0,1 0,0 0,1 0,0 0,1 0,1 4,-1-12,0 1,1 0,0 0,0-1,0 1,1-1,-1 0,1 1,1-1,-1-1,1 1,0 0,0-1,0 0,0 0,1 0,0 0,-1-1,1 0,1 0,0 0,5 1,-1 0,0-1,1-1,0 0,0 0,0-1,-1-1,1 0,0 0,0-1,0 0,0-1,-1 0,1-1,-1 0,1-1,-1 0,0 0,-1-1,1-1,-1 1,0-2,0 1,-1-1,0 0,0-1,0 0,-1 0,-1-1,1 0,-1 0,-1 0,0-1,0 0,-1 0,0 0,0 0,-2-1,1 0,-1 1,-1-1,1 0,-2 0,0 0,0 0,-1-2,0 5,0-1,-1 1,0 0,-1-1,1 1,-1 0,-1 0,0 1,0-1,0 1,-1-1,0 2,0-1,-1 0,0 1,0 0,-1 0,1 1,-1 0,0 0,-1 1,1 0,-1 0,0 0,0 1,0 0,0 1,-1 0,1 0,-1 1,1 0,-1 0,1 1,-1 0,0 1,-6 3,1 1,0 0,0 1,1 1,0 0,0 0,0 2,1-1,0 2,1-1,0 2,0-1,1 2,1-1,-7 11,-20 27</inkml:trace>
  <inkml:trace contextRef="#ctx0" brushRef="#br0" timeOffset="50063.566">9572 2509,'-2'5,"1"3,4 1,3-2,3-2,2-3,-1-5,-2-4,-2-4,-3-1,-3-1,-5 1,-3 3,-2 3,-3 5,1 4,4 5,2 0</inkml:trace>
  <inkml:trace contextRef="#ctx0" brushRef="#br0" timeOffset="50064.566">9546 2095,'-25'61,"25"-60,-1 0,1 1,-1-1,1 1,0-1,0 1,0-1,0 1,0-1,0 1,0-1,1 1,-1-1,0 1,1-1,0 0,-1 1,1-1,-1 0,1 1,0-1,0 0,0 0,0 0,0 1,0-1,0 0,0-1,0 1,1 0,-1 0,0 0,1-1,-1 1,0-1,1 1,-1-1,1 1,-1-1,1 0,-1 0,2 1,0-1,-1 1,1-1,0 0,0 0,-1 0,1-1,0 1,-1-1,1 1,-1-1,1 0,0 0,-1 0,0 0,1-1,-1 1,0 0,1-1,-1 0,0 0,0 1,-1-1,1 0,0-1,0 1,-1 0,0 0,1-1,-1 1,0-1,0 1,0-1,0 1,-1-1,0 2,-1-1,0 1,0 0,0 0,1 0,-1 0,0 1,0-1,-1 0,1 0,0 1,0-1,0 0,0 1,0-1,-1 1,1 0,0-1,-1 1,1 0,0 0,0 0,-1-1,1 1,0 1,-1-1,1 0,0 0,-1 0,1 1,0-1,0 1,-1-1,1 1,0-1,0 1,0 0,0 0,0-1,0 1,0 0,0 0,0 0,0 1,-18 13,3 2</inkml:trace>
  <inkml:trace contextRef="#ctx0" brushRef="#br0" timeOffset="60771.696">5201 3578,'-2'3,"3"-3,-1 1,0-1,0 1,0-1,0 1,0-1,0 1,0 0,-1-1,1 1,0-1,0 1,0-1,0 1,-1-1,1 1,0-1,0 0,-1 1,1-1,0 1,-1-1,1 0,-1 1,1-1,0 0,-1 1,1-1,-1 0,1 0,-1 1,1-1,-1 0,1 0,-1 0,1 0,-1 1,1-1,-1 0,1 0,-1 0,1 0,-1 0,0-1,1 1,-1 0,1 0,-1 0,1 0,-1-1,1 1,-1 0,1 0,0-1,-1 1,1 0,-1-1,1 1,0 0,-1-1,1 1,-1-1,-60-103,55 95,-1 1,-1 1,0-1,0 1,0 0,-1 1,0 0,-2-1,8 5,0 1,1 0,-1-1,0 1,0 0,0 0,0 1,0-1,-1 1,1-1,0 1,0 0,0 0,0 0,0 1,-1-1,1 1,0 0,0-1,0 2,0-1,1 0,-1 0,0 1,0 0,1-1,-1 1,1 0,-3 2,-3 9,0 0,0 1,2-1,0 1,0 1,1-1,1 1,0 0,1 0,1 0,0 0,1 0,1 1,1 12,-1-27,-2 21,1-1,1 1,0 0,2-1,1 1,0-1,2 0,0 0,1 0,5 8,-9-25,1 0,-1-1,1 1,1 0,-1-1,0 1,1-1,-1 0,1 0,0-1,0 1,0-1,1 0,-1 0,0 0,1-1,0 1,-1-1,1 0,-1 0,1-1,0 0,0 1,-1-1,1-1,0 1,2-1,8-2,1 0,0-1,0 0,-1-1,0-1,0-1,6-3,134-94,-155 104,0-1,1 1,-1 0,1-1,-1 1,0 0,1 0,-1-1,1 1,-1 0,1 0,-1 0,1 0,-1-1,1 1,-1 0,1 0,-1 0,1 0,-1 0,1 0,-1 0,1 0,-1 1,1-1,-1 0,1 0,-1 0,1 0,-1 1,1-1,-1 0,1 1,-1-1,0 0,1 1,-1-1,1 0,-1 1,0-1,0 1,1-1,-1 0,0 1,0-1,1 1,-1-1,0 1,0-1,0 1,0-1,0 1,0-1,0 1,0-1,0 1,0 37,-1-31,9 63,-8-68,1-1,0 1,0 0,0-1,0 1,0-1,0 1,0-1,0 0,1 1,-1-1,0 0,1 0,-1 0,1 0,0 0,-1 0,1 0,0 0,-1-1,1 1,0-1,0 1,0-1,-1 0,1 0,0 0,0 0,0 0,0 0,-1 0,1-1,0 1,0 0,0-1,1 0,2-1,1 0,0-1,-1 1,0-1,1 0,-1-1,0 1,-1-1,1 0,-1 0,0 0,0-1,0 0,0 0,-1 0,0 0,0 0,0 0,0-1,-1 0,0 1,-1-1,1 0,-1 0,0 0,0 0,-1 0,0 0,0 0,0 0,-1 0,0 0,0 0,0 0,-1 0,0 0,0 1,0-1,-1 1,0 0,0-1,0 1,-1 0,0 1,0-1,0 1,0-1,-1 1,1 1,-1-1,-2-1,5 4,0 0,-1-1,1 1,0 0,-1 0,1 0,-1 0,1 1,-1-1,1 1,-1-1,0 1,1 0,-1 0,1 0,-1 0,0 0,1 1,-1-1,1 1,-1 0,1 0,-1 0,1 0,0 0,-1 0,1 1,0-1,0 1,0 0,0-1,0 1,-1 2,3-3,0 0,0 0,0 1,0-1,0 0,1 0,-1 1,0-1,1 0,-1 0,1 1,-1-1,1 0,-1 0,1 0,0 0,0 0,-1 0,1 0,0 0,0 0,0 0,0-1,0 1,0 0,0-1,1 1,-1-1,0 1,0-1,0 1,1-1,-1 0,0 1,0-1,1 0,-1 0,0 0,0 0,1 0,-1-1,0 1,0 0,1 0,-1-1,1 1,25 0,1-2,0 0,-1-1,22-7,63-6,-109 15,0 1,0-1,0 1,1 0,-1 0,0 0,0 0,0 1,0-1,0 1,1-1,-1 1,0 0,0 1,-1-1,1 0,0 1,0 0,-1-1,1 1,-1 0,1 0,-1 1,0-1,0 0,0 1,0-1,0 1,-1 0,1 0,-1-1,1 3,1 119,-3-123,0 0,0 0,0 0,0-1,0 1,0 0,0 0,0 0,0-1,0 1,1 0,-1 0,0-1,1 1,-1 0,1-1,-1 1,0 0,1-1,-1 1,1 0,0-1,-1 1,1-1,0 1,-1-1,1 0,0 1,-1-1,1 0,0 1,0-1,-1 0,1 0,0 1,0-1,-1 0,1 0,0 0,0 0,0 0,-1 0,1-1,0 1,0 0,0 0,-1 0,1-1,0 1,0 0,-1-1,1 1,0-1,36-26,59-91,-96 118,0-1,0 1,0-1,0 1,0-1,0 1,1 0,-1-1,0 1,0-1,1 1,-1 0,0-1,0 1,1-1,-1 1,0 0,1-1,-1 1,1 0,-1 0,0-1,1 1,-1 0,1 0,-1 0,1 0,-1-1,1 1,-1 0,0 0,1 0,-1 0,1 0,-1 0,1 0,-1 0,1 0,-1 0,1 1,-1-1,1 0,-1 0,0 0,1 0,-1 1,1-1,-1 0,0 1,1-1,-1 0,5 26,-4-14,24 77,-24-86,0-1,0 1,0 0,1-1,-1 1,1-1,0 1,0-1,0 0,0 0,0 0,0 0,0 0,1 0,-1-1,1 1,-1-1,1 1,0-1,0 0,-1 0,1-1,0 1,0 0,0-1,0 0,0 1,0-1,2-1,-1 0,1 0,-1-1,1 1,-1-1,0 0,1-1,-1 1,0-1,0 0,-1 0,1 0,-1 0,1 0,-1-1,0 0,0 0,-1 0,1 0,-1 0,1-2,35-91,-21 22,-3-1,-3 0,-4 0,-2-78,-4 132,0 420,0-380,0 1,1-1,2 1,0-1,0 0,2-1,-4-12,-1 0,1-1,0 1,1-1,-1 1,1-1,0 0,0 0,0-1,1 1,-1-1,1 1,0-1,0 0,0 0,0-1,1 1,-1-1,1 0,-1 0,1-1,0 1,0-1,2 0,22 1,-4-5</inkml:trace>
  <inkml:trace contextRef="#ctx0" brushRef="#br0" timeOffset="60963.259">6003 3458,'25'2,"22"1,19 0,14-1,5 2,-13 0</inkml:trace>
  <inkml:trace contextRef="#ctx0" brushRef="#br0" timeOffset="61936.465">6524 3872,'14'-59,"-3"-2,-3 0,-1-11,-10 43,1 46,7-13,0 0,0 0,0-1,0 0,0 0,0 0,1 0,0-1,-1 0,1 0,0-1,0 0,0 0,0 0,0 0,0-1,0 0,1-1,0 2,6 0,-9-2,-1 1,1-1,-1 1,1 0,-1 0,1 1,-1-1,1 1,-1 0,1 0,-1 0,0 0,1 0,-1 1,0-1,0 1,0 0,0 0,0 0,-1 1,1-1,-1 0,1 1,-1 0,0 0,0-1,0 1,0 1,1 1,-2 6,1 1,-2-1,1 1,-2-1,1 1,-2-1,1 1,-2-1,0 3,-7 69,10-81,0 1,1 0,-1-1,0 1,1-1,0 1,-1-1,1 1,0-1,0 1,1-1,-1 0,0 1,1-1,-1 0,1 0,0 0,0 0,-1 0,1-1,1 1,-1-1,0 1,0-1,1 0,-1 1,0-1,1 0,-1-1,1 1,-1 0,1-1,0 1,0-1,6 0,-1 1,0-1,0-1,0 0,0 0,0 0,0-1,0 0,0-1,5-2,0-2,-1 1,0-2,0 0,-1 0,0-1,0 0,-1-1,0 0,-1-1,0 0,2-5,-17 85,6-66,0 0,1 0,-1-1,1 1,0 0,0-1,0 1,0-1,0 1,0-1,1 1,-1-1,1 0,-1 0,1 0,0 0,0 0,0 0,0 0,1-1,-1 1,0-1,1 1,-1-1,1 0,-1 0,1 0,-1 0,1 0,0-1,-1 1,1-1,0 0,0 0,4 1,0-1,0 0,-1 0,1 0,0-1,0 0,-1-1,1 1,-1-1,1 0,-1-1,0 0,6-3,-8 3,0 0,0 0,-1 0,1-1,-1 1,1-1,-1 0,0 0,-1 0,1-1,-1 1,0-1,0 1,0-1,0 0,-1 0,0 1,0-1,0 0,-1 0,0 0,0 0,0 0,0 0,-1 0,0 0,0 0,0 0,-1-1,0-1,-1 0,0 0,0 0,0 0,-1 1,0-1,0 1,0 0,-1 0,0 1,0-1,-1 1,0 0,1 1,-2-1,1 1,0 0,-1 1,-2-1,-46-5,55 9,0 1,0-1,0 0,0 1,-1-1,1 1,0-1,0 0,0 1,0-1,0 0,0 1,0-1,0 1,0-1,0 0,1 1,-1-1,0 0,0 1,0-1,0 0,0 1,1-1,-1 0,0 1,0-1,1 0,-1 1,0-1,0 0,1 0,-1 0,0 1,1-1,-1 0,0 0,1 0,-1 0,0 1,1-1,-1 0,0 0,1 0,-1 0,1 0,-1 0,0 0,1 0,-1 0,1 0,-1 0,0 0,1-1,-1 1,0 0,1 0,-1 0,0 0,1 0,-1-1,0 1,1 0,-1 0,0-1,0 1,1 0,13-2,-1 0,1 0,-1-1,1-1,-1 0,0-1,-1 0,1-1,-1-1,8-5,7-3,-2-2,1 0,-2-2,-1-1,0 0,13-18,-26 27,-1 0,0 0,-1-1,-1-1,0 1,0-1,-1 0,-1-1,0 1,-1-1,0 0,-1 0,-1 0,0-1,-1-3,-1 11,-1 1,1-1,-1 1,-1 0,1-1,-1 1,0 0,0 0,-1 0,0 0,0 1,0-1,-1 1,-3-5,5 8,0 0,0 0,0 0,0 0,0 0,-1 1,1-1,-1 1,1-1,-1 1,1 0,-1 0,1 0,-1 1,0-1,0 0,1 1,-1 0,0 0,0 0,0 0,1 0,-1 0,0 1,0-1,1 1,-1 0,0 0,1 0,-1 0,1 0,-1 1,1-1,0 1,-1 0,-7 8,1 0,0 0,0 1,1 0,0 1,1 0,1 0,0 0,0 1,1 0,1 0,0 0,1 1,0-1,0 11,-2-5,1 0,1 1,0 0,1 0,2 0,0 0,1 0,1 0,0 0,2-1,0 1,2-1,0 0,1 0,1-1,0 1,2-2,0 0,1 0,0 0,1-2,8 8,15 5,-4-9</inkml:trace>
  <inkml:trace contextRef="#ctx0" brushRef="#br0" timeOffset="62483.592">6966 2375,'-2'9,"1"3,3 0,6-5,2-8,1-4,-1-3,-3-3,-4 1,-3 2</inkml:trace>
  <inkml:trace contextRef="#ctx0" brushRef="#br0" timeOffset="62746.884">7046 2683,'0'-2,"0"-2</inkml:trace>
  <inkml:trace contextRef="#ctx0" brushRef="#br0" timeOffset="63279.868">8035 3686,'2'0,"1"-3,3 0,-1-2,-3 0,-1 0</inkml:trace>
  <inkml:trace contextRef="#ctx0" brushRef="#br0" timeOffset="63547.932">8062 3939,'3'7,"0"0,0-4,-1-4,-1 0,0 3,0 0</inkml:trace>
  <inkml:trace contextRef="#ctx0" brushRef="#br0" timeOffset="65850.899">8757 3525,'-5'88,"-3"0,-4 0,-10 29,-11 23,33-140,0-1,-1 1,1-1,0 1,0-1,0 1,0-1,-1 1,1-1,0 1,-1 0,1-1,0 1,-1-1,1 1,0 0,-1-1,1 1,-1 0,1-1,-1 1,1 0,0 0,-1-1,1 1,-1 0,0 0,1 0,-1 0,1 0,-1 0,1 0,-1 0,1 0,-1 0,1 0,-1 0,1 0,-1 0,1 0,-1 0,1 1,-1-1,1 0,-1 0,1 1,-1-1,1 0,0 1,-1-1,1 0,-1 1,1-1,0 1,-1-1,1 0,0 1,0-1,-1 1,1-1,0 1,0-1,0 1,0-1,0 1,-1 0,-11-45,12 44,-9-62,3-1,2 1,5-63,-2 103,1 0,1 0,0 0,2 0,1 0,1 0,0 1,2 0,0 0,1 0,2 1,0 0,1-1,-7 17,0 0,0 0,0 0,0 1,0-1,1 1,-1 0,1 0,0 1,0-1,0 1,0 0,1 0,-1 1,0 0,1 0,-1 0,1 0,-1 1,1 0,-1 0,1 1,0-1,-1 1,0 1,4 0,2 1,-1 1,0-1,0 2,0 0,0 0,-1 1,0 0,0 0,0 1,-1 0,0 1,0 0,-1 0,1 2,-1 0,0 1,0-1,-1 1,-1 1,0-1,0 1,-1 0,1 5,-4-12,0 1,0-1,0 1,-1 0,0-1,0 1,0 0,0-1,-1 1,0 0,-1-1,1 1,-1-1,0 0,0 1,-1-1,1 0,-1 0,0 0,0-1,-3 3,-1 0,-1 0,0 0,0-1,0 0,-1-1,0 0,0 0,0-1,-1 0,1-1,-1 0,0 0,0-1,0 0,0-1,0 0,0-1,-1 0,1 0,0-1,0-1,0 0,0 0,0-1,-7-3,-2 6,29 23,0-5,2 0,0 0,1-1,0-1,1 0,1-1,1 0,0-1,1-1,0-1,1 0,0-2,1 0,0-1,1 0,0-2,0 0,1-1,0-2,91 2,-97-7</inkml:trace>
  <inkml:trace contextRef="#ctx0" brushRef="#br0" timeOffset="66384.101">9613 3418,'-14'-1,"1"2,0 0,-1 0,1 1,0 1,0 0,0 1,1 0,-1 1,1 0,0 1,0 1,1-1,0 2,0 0,1 0,-1 1,2 0,0 1,0 0,0 0,2 1,-1 0,1 1,1-1,0 1,1 1,0-1,0 1,-1 10,2-5,1 1,1-1,0 1,2 0,0-1,1 1,1 0,0-1,2 1,0-1,4 10,-5-17,1-1,0 1,1-1,0 0,0-1,1 1,0-1,1 0,0-1,0 1,1-2,0 1,1-1,-1 0,1 0,1-1,-1-1,1 0,0 0,1 0,-7-3,0 0,0-1,0 1,0-1,1 0,-1 0,1 0,-1-1,0 1,1-1,-1 0,1-1,-1 1,1-1,-1 0,1 0,-1 0,0 0,0-1,0 0,0 0,0 0,0 0,0-1,0 1,-1-1,1 0,-1 0,0 0,0-1,0 1,-1-1,1 1,-1-1,0 0,0 0,0 0,0 0,0-3,0 1,0 0,0 0,-1-1,0 1,0 0,-1 0,1 0,-2-1,1 1,0 0,-1 0,0-1,-1 1,0 0,1 0,-2 0,1 1,-1-1,0 0,0 1,0 0,-1 0,0 0,0 0,0 0,-1 1,1 0,-1 0,0 0,0 1,-1-1,1 1,-1 0,1 1,-2-1,2 3,-1 0,1 1,0-1,0 1,0 1,0-1,0 1,0-1,0 1,0 1,0-1,1 1,0 0,-1 0,1 0,0 0,0 1,1 0,-1-1,1 2,0-1,0 0,0 0,0 1,1 0,0-1,0 1,0 0,0 0,1 0,0 0,0 1,0-1,-1 18</inkml:trace>
  <inkml:trace contextRef="#ctx0" brushRef="#br0" timeOffset="66744.204">9960 3525,'-5'4,"0"0,-1 0,2 1,-1-1,0 1,1 0,0 1,0-1,1 1,-1-1,1 1,1 0,-1 1,3-6,0 0,0-1,0 1,0 0,0 0,0 0,1-1,-1 1,0 0,0 0,1-1,-1 1,1 0,-1 0,1-1,-1 1,1 0,-1-1,1 1,-1-1,1 1,0-1,-1 1,1-1,0 1,-1-1,1 0,0 1,0-1,0 0,-1 0,1 1,0-1,0 0,0 0,-1 0,1 0,0 0,0 0,0 0,0 0,-1-1,1 1,0 0,0 0,-1-1,1 1,0 0,0-1,-1 1,1-1,0 1,-1-1,1 1,0-1,-1 1,1-1,-1 0,1 1,-1-1,0 0,1 0,-1 1,0-1,1-1,0 1,1 0,-1 0,0-1,0 1,0-1,0 1,0-1,0 1,0-1,0 1,0-1,-1 0,1 0,-1 1,1-1,-1 0,0 0,0 0,0 1,0-1,0 0,0 0,0 0,-1 1,1-1,0 0,-1 0,0 1,1-1,-1 0,0 1,0-1,0 1,0-1,0 1,0-1,0 1,-1 0,1 0,0-1,-1 1,1 0,-1 0,0 0,1 1,-1-1,1 0,-1 1,-1-1,-27 10,18 2</inkml:trace>
  <inkml:trace contextRef="#ctx0" brushRef="#br0" timeOffset="67008.515">9973 3926,'3'-7,"2"-4,1-3,0-4,-2 0,-4 0,-4 3,-3 4,-4 4,1 6,0 5,-1 6,1 6,3 3,7 0,10-3,10-4,2-4</inkml:trace>
  <inkml:trace contextRef="#ctx0" brushRef="#br0" timeOffset="67379.597">10428 3578,'-7'1,"1"0,-1 0,1 0,-1 1,1-1,-1 2,1-1,0 1,0 0,0 0,0 1,1-1,-1 1,1 1,0-1,0 1,0-1,1 2,0-1,0 0,0 1,1 0,-1-1,1 2,1-1,-1 0,1 0,0 1,1-1,-1 1,1 0,1-1,-1 1,1 0,0-1,1 1,0 0,0-1,0 1,0 0,1-1,1 0,-1 1,1-1,0 0,0 0,0-1,1 1,4 4,-2-4,0-1,1 1,0-2,-1 1,1-1,1 0,-1 0,1-1,-1 0,1-1,0 1,0-2,0 1,0-1,0 0,0 0,1-1,-1-1,0 1,0-1,0 0,0-1,0 0,1-1,2 0,0 0,-1-1,1 0,-1-1,0 0,0-1,-1 0,1-1,-1 0,-1 0,1-1,-1 0,-1 0,1-1,-2 0,1 0,1-3,-4 2,0 0,-1 0,0 0,0 0,-1-1,-1 1,1 0,-2-1,0 0,0 1,0-1,-2 1,1 0,-1-1,-1 1,0 0,0 0,-1 0,0 0,-1 1,0 0,0 0,-1 0,0 0,-1 1,0 0,0 1,-1-1,1 1,-2 1,1-1,-1 2,0-1,0 1,-1 0,1 1,-1 0,0 1,0 0,-1 0,3 3,1-1,0 1,0 1,-1 0,1 0,0 0,0 1,0 0,0 0,0 1,1 0,-1 0,1 0,0 1,0 0,0 0,0 1,0 1,-86 97,44-33</inkml:trace>
  <inkml:trace contextRef="#ctx0" brushRef="#br0" timeOffset="101965.599">4934 4634,'-10'128,"-7"47,16-213,2-231,12 178,-12 89,0-1,0 1,0-1,0 1,1-1,-1 1,1 0,0 0,-1-1,1 1,0 1,0-1,0 0,1 0,-1 1,0-1,1 1,-1 0,1 0,-1 0,1 0,-1 0,1 0,0 1,-1-1,1 1,0 0,0-1,-1 1,1 1,0-1,5 1,-1 0,1 0,-1 1,0 0,0 1,0-1,0 1,-1 1,1-1,-1 1,0 0,0 1,0-1,0 1,-1 0,0 1,0-1,0 1,-1 0,0 0,0 1,0-1,-1 1,1 2,-3-6,-1 1,0-1,0 0,0 0,0 0,-1 0,1 0,-1 0,1 1,-1-1,0 0,-1-1,1 1,0 0,-1 0,1 0,-1-1,0 1,0-1,0 1,0-1,-1 0,1 0,0 0,-3 1,-69 40,16-25,69-21,1 1,-1 0,1 1,-1 0,1 0,-1 1,1 1,-1 0,1 1,-1 0,1 0,-1 1,0 1,0 0,-1 1,1-1,-1 2,0 0,0 0,-1 1,0 0,1 1,-7-4,-1 0,0 0,0 0,0 0,0 0,-1 0,1 1,-1-1,0 1,0-1,-1 0,1 1,-1-1,0 1,-1-1,1 1,-1-1,1 1,-1-1,-1 1,1-1,-1 0,1 0,-1 0,0 0,-1 0,1 0,-1 0,0-1,0 1,0-1,0 0,0 0,-1 0,1 0,-1-1,0 1,0-1,0 0,0 0,0-1,0 1,-1-1,1 0,0 0,-1 0,1 0,-1-1,1 0,-1 0,-1 0,4-1,0 1,0-1,0 1,0-1,0 0,0 1,1-1,-1 0,0 0,0 0,1-1,-1 1,1 0,-1-1,1 1,0 0,-1-1,1 0,0 1,0-1,0 0,0 0,1 1,-1-1,0 0,1 0,-1 0,1 0,-1 0,1 0,0 0,0 0,0 0,0 0,0 0,1 0,-1 0,1 0,-1 0,1 0,0 1,-1-1,1 0,0 0,0 0,0 1,1-1,-1 1,0-1,1 1,-1-1,2 0,13-8,0 0,1 1,0 1,0 1,1 0,0 1,7 0,-9 1,121-22,-136 27,1 0,0 0,0 0,-1 0,1 0,0 0,0 0,-1 0,1 1,0-1,-1 1,1-1,0 1,-1 0,1 0,-1 0,1 0,-1 0,1 0,-1 0,0 0,1 0,-1 1,0-1,0 0,0 1,0-1,0 1,-1 0,1-1,0 1,-1-1,1 1,-1 0,1 0,-1-1,0 1,0 0,0 0,0 0,2 33,-3-29,1 1,-1-1,1 0,0 0,1 0,0 1,0-1,0 0,0 0,1 0,0 0,0-1,1 1,0 0,0-1,0 0,0 1,1-1,0-1,0 1,0-1,3 3,25-3,-17-9</inkml:trace>
  <inkml:trace contextRef="#ctx0" brushRef="#br0" timeOffset="102245.855">5402 4488,'4'9,"7"3,1-1</inkml:trace>
  <inkml:trace contextRef="#ctx0" brushRef="#br0" timeOffset="102511.461">5749 4367,'0'4,"0"7,0 8,0 7,0 9,0 9,0 7,0 6,0 2,3-2,2-3,3-5,3-9,-2-5,-1-8,-2-7</inkml:trace>
  <inkml:trace contextRef="#ctx0" brushRef="#br0" timeOffset="102769.608">5616 4755,'9'0,"14"0,18 0,12-3,11-2,6-1,-2-1,-6 0,-13 1</inkml:trace>
  <inkml:trace contextRef="#ctx0" brushRef="#br0" timeOffset="103289.855">6739 4555,'-22'77,"-2"-1,-22 41,17-44,1-6,23-59,6-16,6-16,29-99,-6-2,-5-5,-12 68,1 13,-14 48,1 1,-1 0,1 0,-1-1,1 1,-1 0,1 0,-1 0,1 0,-1 0,1 0,-1 0,1 0,-1 0,1 0,-1 0,1 0,-1 0,1 0,-1 1,1-1,-1 0,1 0,-1 0,1 1,-1-1,0 0,1 1,-1-1,1 0,-1 1,0-1,1 1,-1-1,0 0,0 1,1-1,-1 1,0-1,0 1,0-1,1 1,-1-1,0 1,0-1,0 1,0 0,57 146,87 187,-137-312</inkml:trace>
  <inkml:trace contextRef="#ctx0" brushRef="#br0" timeOffset="104304.931">6645 4795,'54'6,"1"-3,0-2,0-3,1-2,-36 3,271-28,-320 43,20-10,0 0,1 0,0 1,0 0,0 0,1 1,-1 0,1 1,1-1,-1 1,1 0,1 1,-1-1,1 1,0 1,1-1,0 0,0 1,0 2,4-10,0 1,0 0,0 0,0-1,0 1,0 0,0 0,0-1,1 1,-1 0,0 0,1-1,0 1,-1-1,1 1,0 0,0-1,0 0,0 1,0-1,0 1,0-1,1 0,-1 0,0 0,1 0,-1 0,1 0,-1 0,1 0,0-1,-1 1,1 0,0-1,-1 1,1-1,0 0,-1 0,1 0,0 0,72-8,-61 3,-1-1,0 1,0-2,0 0,-1 0,0-1,0 0,-1-1,0-1,-1 1,0-1,0-1,-1 0,0 0,-1 0,-1-1,0 0,0-1,-1 1,2-10,-6-12,-1 33,0 1,0-1,0 1,0-1,0 0,0 1,0-1,0 1,0-1,0 1,-1-1,1 1,0-1,0 1,-1-1,1 1,0-1,0 1,-1-1,1 1,-1 0,1-1,0 1,-1-1,1 1,-1 0,1 0,-1-1,1 1,-1 0,1 0,-1-1,1 1,-1 0,1 0,-1 0,1 0,-1 0,0 0,1 0,-1 0,1 0,-1 0,1 0,-1 0,1 0,-1 1,1-1,-1 0,1 0,-1 1,1-1,-1 0,1 1,-1-1,-18 26,26-54,-1 0,-2 0,-1-1,-1 1,-1-21,-12-126,6 154,5 21,0 0,0 1,0-1,0 0,0 0,0 0,-1 0,1 1,0-1,0 0,0 0,0 0,0 0,0 0,-1 1,1-1,0 0,0 0,0 0,0 0,0 0,-1 0,1 0,0 0,0 0,0 0,0 0,-1 0,1 0,0 0,0 0,0 0,-1 0,1 0,0 0,0 0,0 0,0 0,-1 0,1 0,0 0,0 0,0 0,0 0,-1-1,1 1,-2 22,-2 45,3 0,4 1,2-1,3 0,3 1,12-1,-22-65,0 0,0 0,1-1,-1 1,1-1,-1 1,1-1,0 1,-1-1,1 0,0 1,0-1,0 0,0 0,0-1,0 1,0 0,0-1,1 1,-1-1,0 0,0 0,0 1,0-2,1 1,-1 0,0 0,0-1,0 1,1-1,21-7,-1-1</inkml:trace>
  <inkml:trace contextRef="#ctx0" brushRef="#br0" timeOffset="105247.786">7767 4768,'0'-1,"0"0,0 0,0 0,0 0,-1 0,1 0,0 0,-1 0,1 1,-1-1,1 0,-1 0,1 0,-1 1,0-1,1 0,-1 1,0-1,0 0,1 1,-1-1,0 1,0-1,0 1,0 0,0-1,0 1,0 0,1 0,-1-1,0 1,-2-2,-1 1,0-1,0 1,0 0,0 0,0 0,0 0,0 1,0-1,0 1,0 0,0 1,0-1,0 1,0-1,0 1,0 0,0 1,0-1,0 1,1 0,-1 0,1 0,-1 0,1 0,0 1,0-1,0 1,0 0,0 0,0 0,0 1,-2 3,0 0,0 1,1-1,0 1,0 0,1 0,0 0,0 0,1 0,0 1,0-1,1 1,0 0,1-1,0 2,0-7,0 0,0 0,1 1,-1-1,1 0,0 0,0 0,0 0,0 0,1 0,-1 0,1 0,0-1,-1 1,1 0,1-1,-1 0,0 1,1-1,-1 0,1 0,-1 0,1-1,0 1,0-1,0 1,0-1,0 0,0 0,3 0,0 1,1-2,-1 1,1-1,-1 0,1 0,-1-1,1 1,-1-1,0-1,1 0,-1 1,0-2,0 1,0-1,1-1,2-1,-1-1,0 0,0-1,-1 0,1 0,-2-1,1 0,-1 0,0-1,-1 1,1-1,-2 0,1-1,-2 1,1-1,-1 0,-1 0,1 0,-1-5,3-19,-2 1,-2-1,-1 0,-1 0,-3-10,-2-16,-3 1,-2 1,-5-9,6 42,10 24,0 1,0 0,-1-1,1 1,0 0,-1-1,1 1,0 0,-1 0,1 0,0-1,-1 1,1 0,-1 0,1 0,0 0,-1 0,1 0,-1 0,1-1,-1 1,1 0,0 1,-1-1,1 0,-1 0,1 0,0 0,-1 0,1 0,-1 0,1 1,0-1,-1 0,1 0,0 0,-1 1,1-1,0 0,-1 1,1-1,0 0,0 1,-1-1,1 0,0 1,0-1,0 0,-1 1,1-1,0 1,0-1,0 0,0 1,0-1,0 1,0-1,0 0,0 1,0-1,0 1,0-1,0 1,0-1,0 0,1 1,-1-1,0 0,0 1,-5 29,1 0,2 0,1 0,2 17,-1-6,0-35,10 213,-8-201,1 1,1-1,1 0,0 0,2-1,0 1,0-1,2-1,0 1,8 9,-11-19,0-1,0 1,1-1,-1 0,1-1,1 1,-1-1,1-1,0 1,0-1,8 2,-13-5,-1 0,1 0,0 0,0-1,0 1,0-1,0 1,0-1,-1 0,1-1,0 1,0 0,0-1,0 1,0-1,0 0,-1 0,1 0,0-1,-1 1,1 0,-1-1,1 0,-1 1,0-1,0 0,0 0,0-1,0 1,0 0,0-1,-1 1,1-1,-1 1,0-1,0 0,1-1,2-12,0 0,0 0,-2 0,0 0,0-1,-2 1,0-1,-1-2,0-23,1 41,0 0,-1 0,1 0,0 0,-1 0,1 0,0 0,0 0,0-1,0 1,0 0,0 0,0 0,0 0,1 0,-1 0,0 0,1 0,-1 0,1 0,-1 0,1 0,-1 0,1 0,0 0,-1 0,1 0,0 1,0-1,0 0,0 1,0-1,-1 0,1 1,0-1,0 1,0-1,0 1,1 0,-1-1,0 1,0 0,0 0,0 0,0 0,0 0,0 0,0 0,1 0,-1 0,0 1,0-1,0 0,157 44,-156-43,0-1,1 1,-1 0,0 0,0 0,0 0,-1 1,1-1,0 0,0 1,-1 0,1-1,-1 1,1 0,-1 0,0-1,0 1,0 0,0 0,0 0,0 1,0-1,-1 0,1 0,-1 0,1 1,-1-1,0 0,0 0,0 1,0-1,0 0,-1 0,1 1,-1-1,1 0,-1 0,0 0,0 0,-1 2,-11 24,10-24,1 1,-1-1,1 1,0-1,0 1,1 0,-1-1,1 1,0 0,1 0,-1 0,1 0,0 2,2-4,0 0,0 0,0-1,1 1,-1-1,1 1,0-1,0 0,-1 0,1 0,1-1,-1 1,0-1,0 1,0-1,1 0,-1 0,1-1,-1 1,1-1,-1 0,1 0,-1 0,1 0,-1 0,-2 0,20 2,1-2,-1 0,0-1,0-1,0-1,0 0,0-2,0-1,-1 0,17-9,0-3</inkml:trace>
  <inkml:trace contextRef="#ctx0" brushRef="#br0" timeOffset="107190.657">8824 4714,'-4'6,"3"-55,1 47,0 1,0 0,-1 0,1-1,0 1,-1 0,1 0,-1-1,0 1,1 0,-1 0,0 0,1 0,-1 0,0 0,0 0,0 0,0 0,0 0,0 1,0-1,0 0,0 1,-1-1,1 0,0 1,0 0,-1-1,1 1,0 0,0 0,-1-1,1 1,0 0,-2 0,1 1,0 0,1 0,-1 1,0-1,1 0,-1 1,1-1,0 1,-1-1,1 1,0-1,0 1,0 0,0 0,0 0,0-1,0 1,1 0,-1 0,1 0,-1 0,1 0,0 0,0 0,0 0,0 0,0 1,0-1,1 0,-1 0,1 0,3 19</inkml:trace>
  <inkml:trace contextRef="#ctx0" brushRef="#br0" timeOffset="107499.909">8904 5022,'0'1,"-1"0,1 0,0-1,0 1,-1 0,1 0,0-1,0 1,0 0,0 0,0 0,0-1,0 1,0 0,0 0,0 0,0-1,0 1,1 0,-1 0,0 0,1-1,-1 1,0 0,1-1,-1 1,1 0,-1-1,1 1,-1-1,1 1,0-1,-1 1,1-1,0 1,-1-1,1 1,0-1,-1 0,1 1,0-1,0 0,0 0,-1 0,1 0,0 0,0 0,0 0,-1 0,1 0,0 0,0 0,0 0,-1 0,1-1,0 1,0 0,1-3,0 1,-1 0,1-1,-1 1,0-1,1 0,-1 1,0-1,-1 0,1 0,0 1,-1-1,1 0,-1 0,0 0,0 0,0 0,-1 0,1 0,-1 1,1-1,-1 0,0 0,0 0,0 1,0-1,-1 1,1-1,-1 1,0-1,-1-1,0 4,0 0,0 1,0-1,0 1,0-1,1 1,-1 0,0 0,1 1,-1-1,0 0,1 1,-1-1,1 1,0 0,0 0,0 0,0 0,0 0,0 1,0-1,0 0,1 1,0-1,-1 1,1 0,0 0,0-1,0 1,1 0,-1 1,-1 1,0 1,0-1,1 0,0 0,0 1,0-1,1 1,-1-1,1 1,1-1,-1 0,1 1,0-1,1 5,4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19.32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3705 1106,'7'3,"0"-1,0 0,0-1,0 1,0-1,0-1,1 1,-1-1,0-1,0 1,1-1,-1-1,0 1,0-1,0 0,0-1,-1 0,1 0,-1 0,3-2,4-3,0 0,-1-2,0 1,0-1,-1-1,0 0,-1-1,0 0,-1-1,-3 6,0-1,-1 0,0-1,-1 1,0-1,0 0,-1 0,0 0,0 0,-1 0,-1-1,1 1,-1-6,-1 14,0 0,0 0,0-1,0 1,0 0,0 0,-1-1,1 1,0 0,-1 0,1 0,0 0,-1-1,0 1,1 0,-1 0,0 0,1 0,-1 0,0 0,0 1,0-1,0 0,0 0,0 0,0 1,0-1,0 1,0-1,0 1,0-1,-1 1,1 0,0-1,0 1,-1 0,1 0,0 0,0 0,0 0,-1 0,-45 25,37-13,1 0,1 1,0 1,1-1,0 1,1 0,0 1,2-1,-1 1,2 0,0 1,1-1,0 0,1 1,1 1,-1-11,1 0,0 0,-1 1,2-1,-1 0,1 0,0 1,0-1,1 0,0 0,0 0,0 0,1-1,0 1,0-1,0 1,1-1,0 0,0 0,0-1,0 1,1-1,0 0,0 0,0-1,0 1,1-1,-1 0,1 0,0-1,-1 0,1 0,1 0,4 0,-1-2,1 0,0 0,-1-1,1-1,0 0,-1 0,0-1,1 0,-1-1,0 0,-1-1,1 0,-1 0,5-4,7-6,-1-1,0 0,-1-2,-1 0,9-11,-5 0,-1 0,-2-1,-1-1,-1-1,-1-1,-3 0,0-1,-2 0,-1-1,-3 0,0 0,-2-1,-2 0,-1 0,-2-15,0 38,-1-1,0 1,0 0,-2-1,1 1,-2 0,0 0,0 1,-1-1,-1 1,-3-5,8 15,0 0,0 1,0-1,0 0,0 1,0-1,0 1,-1-1,1 1,-1 0,1 0,-1-1,1 1,-1 0,0 0,0 1,1-1,-1 0,0 1,0-1,0 1,0-1,0 1,0 0,0 0,0 0,0 0,1 0,-1 0,0 0,0 1,0-1,0 1,0 0,0-1,1 1,-1 0,0 0,0 0,1 0,-1 0,1 0,-1 1,1-1,0 1,-2 0,-4 8,0 0,1 1,0-1,1 1,0 0,0 1,1-1,-1 8,-11 41,3 0,3 1,2 1,3 0,2 28,3-56,0 0,3 0,1 0,1-1,2 0,3 7,-7-29,1 0,0-1,0 0,1 0,0 0,1 0,0-1,0 0,1 0,0-1,1 0,0 0,0 0,1-1,0-1,0 1,0-2,1 1,0-1,6 2,-3-3,1 0,-1-1,0 0,1-1,0-1,-1 0,1-1,0-1,-1 0,1 0,-1-2,1 1,-1-2,0 0,0 0,0-1,-1-1,1 0,-2-1,1 0,-1-1,0 0,0-1,-1 0,0-1,-1 0,0 0,0-1,-1 0,-1 0,0-1,0 0,-2-1,4-8,-4 9,-2 0,1-1,-1 0,-1 0,0 0,-1 0,0 0,-1 0,-1 0,0 0,-1 0,0 0,-4-11,6 23,0-1,0 0,-1 1,1-1,-1 0,1 1,-1-1,0 1,1-1,-1 1,0-1,0 1,0-1,0 1,-1 0,1 0,0-1,0 1,-1 0,1 0,-1 0,1 0,-1 1,1-1,-1 0,1 1,-1-1,0 1,1-1,-1 1,0 0,0 0,1 0,-1 0,0 0,1 0,-1 0,0 1,1-1,-1 0,0 1,1-1,-1 1,0 0,1 0,-1 0,1-1,0 1,-1 1,1-1,0 0,-1 0,1 0,0 1,0-1,0 0,0 1,-6 9,1 1,0-1,1 1,0 0,0 1,2-1,-1 1,2-1,0 1,0 0,1 0,1 0,1 13,-1-20,0 0,1 0,0-1,0 1,1 0,0 0,0-1,0 1,1-1,-1 1,1-1,0 0,1 0,0-1,-1 1,1-1,1 1,-1-1,1 0,-1-1,1 1,0-1,0 0,1 0,-1-1,1 1,-1-1,1-1,0 1,0-1,3 1,7 0,0-1,0 0,1-2,-1 1,0-2,0 0,1-2,46-10</inkml:trace>
  <inkml:trace contextRef="#ctx0" brushRef="#br0" timeOffset="517.655">5376 799,'-13'4,"-1"1,1 0,0 1,0 0,1 1,0 0,0 1,0 0,-9 10,16-13,0 0,1-1,0 1,-1 1,2-1,-1 1,1-1,0 1,0 0,0 0,1 1,0-1,0 0,1 1,-1-1,2 1,-1 0,1-1,0 1,0-1,0 1,1 1,1-2,0 1,0 0,0-1,1 1,0-1,0 0,1 0,0 0,0 0,0 0,1-1,-1 0,1 0,1 0,-1-1,1 0,-1 0,1 0,0-1,1 1,8 3,0 0,0-1,1-1,0-1,0 0,0-1,0 0,3-1,5-1,0 0,0-2,0-1,0 0,0-2,-1-1,1-1,-1-1,-1-1,1-1,-1 0,-1-2,0-1,0-1,-1 0,-1-1,-1-2,0 1,0-2,-2-1,0 0,-1-1,-1 0,-1-1,0-1,0-4,4-21,-2-1,-2-1,-2 0,-2-1,-2 1,-3-1,-2-1,-2-32,1 21,-2 0,-3-1,-3 1,-8-30,-1 46,16 45,-1-1,1 0,0 0,-1 0,1 0,-1 1,1-1,-1 0,0 0,1 1,-1-1,0 0,1 1,-1-1,0 1,0-1,0 1,0-1,1 1,-1-1,0 1,0 0,0 0,0-1,0 1,0 0,0 0,0 0,0 0,0 0,1 0,-1 0,0 1,0-1,0 0,0 0,0 1,0-1,0 0,0 1,1-1,-1 1,0-1,0 2,-4 3,-1 1,2 0,-1 0,1 1,0-1,0 1,1 0,0 0,0 0,1 1,-1-1,-17 57,2 1,2 1,4 0,3 1,2 0,3 22,4-53,1 0,1 0,3 0,1 0,1 0,2-1,2 0,1-1,5 10,-9-28,0 0,0-1,1 0,1 0,1-1,0 0,1-1,0 0,1-1,0-1,1 0,0 0,1-2,0 0,1 0,0-1,0-1,0-1,16 4,-26-8,-1 0,0-1,1 1,-1-1,1 0,-1 0,1-1,0 0,-1 0,1 0,0-1,-1 0,1 0,-1 0,1-1,-1 1,0-1,1-1,-1 1,0-1,-1 0,1 0,0 0,-1 0,0-1,1 0,-1 0,2-4,8-28,-8-1</inkml:trace>
  <inkml:trace contextRef="#ctx0" brushRef="#br0" timeOffset="792.077">5537 465,'18'0,"24"0,26 0,28-5,23-3,16-1,8 1,-20 3</inkml:trace>
  <inkml:trace contextRef="#ctx0" brushRef="#br0" timeOffset="2011.8">6539 1160,'41'-237,"-40"229,3-13,0 0,-2-1,-1 1,-1-1,0 1,-2-1,0 1,-2-1,0 1,-6-15,10 34,-1 0,1 0,-1 0,0 0,0 0,0 1,0-1,0 0,0 1,-1-1,1 1,0-1,-1 1,1-1,-1 1,1 0,-1 0,0 0,0 0,1 0,-1 0,0 1,0-1,0 0,0 1,0 0,0-1,0 1,0 0,0 0,0 0,0 0,0 0,0 1,0-1,0 1,0-1,1 1,-1 0,0 0,0-1,0 1,1 0,-1 1,-1 0,-33 47,35-48,0 1,1-1,-1 1,1-1,-1 1,1 0,-1 0,1-1,0 1,0 0,0-1,0 1,0 0,0 0,1-1,-1 1,0 0,1-1,-1 1,1 0,0-1,0 1,0-1,-1 1,1-1,0 1,1-1,-1 0,0 0,0 1,1-1,-1 0,1 0,6 3,0-1,1 0,-1 0,1-1,0 0,-1-1,1 0,0 0,0-1,0 0,8-1,-8 1,225-10,-230 9,0 0,0 1,-1 0,1-1,0 1,0 1,0-1,-1 0,1 1,0 0,0 0,-1 0,1 0,-1 1,1-1,-1 1,1 0,-1 0,0 0,0 1,0-1,0 1,0-1,-1 1,1 0,-1 0,0 0,0 1,0-1,0 0,-1 1,1-1,0 3,0 14,0-1,-1 1,-1 0,-1 0,-1 0,-3 17,-2 93,7-126,1 1,-1 0,1-1,0 0,0 1,1-1,0 0,-1 1,1-1,1 0,-1 0,1-1,-1 1,1 0,0-1,0 0,1 0,-1 0,0 0,1 0,0 0,0-1,0 0,0 0,0 0,0 0,1-1,-1 0,0 1,1-2,-1 1,1 0,2-1,12-1,0-1,0-1,0-1,0 0,-1-2,1 0,-1-1,0 0,-1-2,0 0,-1-1,1-1,-2 0,0-1,0-1,7-9,16-6,-34 55,-6 2,0 61,3-87,0 0,-1 0,1 0,0 1,1-1,-1-1,0 1,1 0,0 0,-1 0,1-1,0 1,1-1,-1 0,0 1,1-1,-1 0,1 0,-1-1,1 1,0 0,0-1,0 0,0 0,3 1,-1 0,1-1,0 0,-1 0,1-1,0 0,0 0,-1 0,1 0,0-1,0 0,-1 0,1-1,-1 1,1-1,-1-1,0 1,0-1,0 0,0 0,0 0,0 0,-1-1,0 0,0 0,0 0,0-1,-1 1,1-1,-1 0,0 0,-1 0,1 0,-1-1,0 1,0 0,-1-1,0 0,0 1,0-1,0 0,-1 0,0 1,0-1,-1 0,1 0,-2-2,-1-3,-1 0,0 1,0-1,-1 1,-1 0,0 0,0 0,-1 1,0 0,0 0,-1 1,0 0,-1 1,0-1,0 1,0 1,-1 0,0 0,0 1,-1 1,1-1,-1 2,0-1,0 2,0-1,-1 1,1 1,0 0,-1 1,1 0,-4 1,-10 6,25-7,0 0,0 0,1 0,-1 0,0 0,1 0,-1 0,0 0,0 0,1 0,-1 1,0-1,0 0,0 0,1 0,-1 1,0-1,0 0,0 0,1 0,-1 1,0-1,0 0,0 0,0 1,0-1,0 0,1 0,-1 1,0-1,0 0,0 1,0-1,0 0,0 0,0 1,0-1,0 0,0 1,0-1,-1 0,1 0,0 1,0-1,0 0,0 0,0 1,0-1,-1 0,1 0,0 1,0-1,0 0,-1 0,1 0,0 1,0-1,-1 0,1 0,0 0,-1 0,13 3,-1-1,1 0,-1-1,1 0,-1-1,1 0,0-1,2-1,7 1,252-14,-266 14,-1 0,1 0,0 1,0 1,0-1,-1 1,1 0,0 0,0 1,-1 0,1 0,-1 1,0-1,0 1,0 1,0-1,0 1,-1 0,0 1,1-1,-2 1,1 0,0 0,-1 0,1 3,0 4,-2 0,0 0,0 0,-1 0,0 1,-1-1,-1 0,0 1,0-1,-1 2,4 81,-2-92,-1-1,1 1,-1-1,1 1,0-1,-1 1,1-1,1 0,-1 0,0 1,0-1,1 0,-1 0,1 0,0 0,0-1,-1 1,1 0,0-1,1 1,-1-1,0 0,0 0,0 0,1 0,-1 0,1 0,-1-1,1 1,-1-1,1 1,-1-1,1 0,-1 0,1 0,-1 0,1-1,-1 1,2-1,12-5,-1 0,0-2,0 1,0-2,-1 0,-1 0,1-2,-1 1,-1-2,0 0,-1 0,0-1,-1 0,0-1,-2 0,1-1,-1 0,-1 0,-1 0,4-14,-3 11,-5 53,-3-27,0 0,0 0,1 0,0 0,1 0,0 0,0 1,1-1,0-1,0 1,0 0,1 0,1-1,-1 0,1 1,0-1,1-1,0 1,0-1,0 0,1 0,0 0,0-1,0 0,1 0,0 0,2 0,8 1,-1-1,1 0,0-2,1 0,-1-1,0-1,1 0,-1-1,1-1,-1-1,1 0,-1-2,0 1,0-2,-1-1,1 0,-1-1,1-1,-4 1,-1 0,-1-1,0 0,0 0,0-1,-1-1,-1 0,1 0,-2-1,1 0,-2-1,1 0,-2 0,1 0,-2-1,0 0,0 0,-1 0,-1-1,0 1,-1-1,0 0,-1 0,-1-3,-4-6,-10 31,8 7,1 1,1 0,0 0,1 0,1 1,0-1,1 0,1 2,0-6,-2 5,2 1,0-1,1 0,1 1,1-1,2 8,-4-20,0 0,1 0,0-1,0 1,0 0,0-1,1 0,0 1,0-1,0 0,0 0,1-1,-1 1,1-1,0 0,0 1,0-2,1 1,-1 0,1-1,-1 0,1 0,0-1,1 1,0-1,0 0,1 0,0 0,-1-1,1 0,-1-1,1 0,-1 0,1 0,-1 0,4-2,27-11</inkml:trace>
  <inkml:trace contextRef="#ctx0" brushRef="#br0" timeOffset="2288.227">8879 478,'-9'16,"3"9,11 8,12 3,4-5</inkml:trace>
  <inkml:trace contextRef="#ctx0" brushRef="#br0" timeOffset="2827.153">9694 919,'-13'-8,"0"0,-1 1,0 0,-1 1,1 1,-1 0,0 1,0 1,0 0,-1 1,-5 0,13 2,0-1,0 2,-1-1,1 1,0 1,0 0,0 0,0 0,0 1,0 0,1 0,-1 1,1 0,0 1,0-1,1 1,-1 0,1 1,0 0,1 0,-5 5,6-6,0 1,0 0,1-1,-1 1,1 0,0 1,1-1,0 0,0 1,0 0,1-1,0 1,0 0,0 0,1-1,0 1,1 0,0 0,0 0,0-1,0 1,1 0,0-1,1 0,0 1,0-1,0 0,0 0,1-1,0 1,0-1,1 0,0 0,0 0,0 0,2 0,9 4,1-1,0 0,0-2,1 0,-1-1,1-1,1 0,-1-1,0-1,1-1,-1-1,1 0,-1-2,1 0,-1-1,0 0,0-2,7-3,0 1,0-1,0-1,-1-2,0 0,-1-2,0 0,-1-1,-1-2,0 0,-1-1,-1-1,-1-1,6-8,-29 34,0 2,1-1,0 0,0 1,1 0,0 0,1 0,0 0,0 0,0 4,2-11,0 1,0 0,0-1,0 1,0-1,1 1,-1-1,1 1,-1 0,1-1,0 0,0 1,0-1,0 1,1-1,-1 0,1 0,-1 0,1 0,0 0,-1 0,1 0,0-1,1 1,-1-1,0 1,0-1,0 0,1 0,-1 0,1 0,-1 0,1 0,-1-1,1 1,-1-1,1 0,7 2,0-1,0-1,0 0,1 0,-1-1,0 0,0-1,0 0,2-1,-2 0,1-1,-1-1,0 1,0-1,-1-1,0 0,0 0,0-1,-1 0,0-1,0 0,2-3,-7 7,0 1,0-1,0 0,-1 0,0 0,1-1,-2 1,1-1,0 1,-1-1,0 0,0 1,0-1,0 0,-1 0,0 1,0-1,0 0,-1 0,0 0,0 1,0-1,0 0,-1 1,1-1,-1 1,0 0,-1-1,0 1,1-1,-2 1,1 0,0 0,-1 0,0 1,0-1,0 1,0 0,-1 0,1 0,-1 0,0 1,1 0,-1 0,0 0,0 1,-1 0,1 0,0 0,0 0,0 1,-1 0,1 0,0 0,-6 2,1-1,0 1,0 1,0 0,0 0,0 1,1 0,-1 1,1 0,0 0,1 1,-1 0,-5 6,6-6,1 0,0 1,1 0,-1 1,2-1,-1 1,1 0,0 1,0-1,1 1,0 0,1 0,0 0,0 0,1 1,1-1,-1 1,1 0,1-1,0 10,1-15,0 0,1 0,0 0,-1-1,1 1,1 0,-1-1,0 1,1-1,0 0,0 1,0-1,0-1,0 1,0 0,1-1,-1 0,1 0,0 0,0 0,0 0,0-1,0 0,0 0,0 0,0 0,1 0,6 0,-1 0,1-1,-1 0,1 0,-1-1,0 0,1-1,-1 0,0-1,6-2,-2-1,0-1,-1 0,0-1,0-1,-1 0,0 0,0-1,-1-1,0 0,5-8,20-27</inkml:trace>
  <inkml:trace contextRef="#ctx0" brushRef="#br0" timeOffset="3158.038">10269 291,'-22'7,"-1"2,1 0,1 1,0 2,0 0,1 1,1 1,0 1,1 0,1 2,0 0,1 1,1 0,-5 10,17-23,0-1,0 0,1 1,0-1,0 1,0 0,1-1,-1 1,1 0,0 0,1 0,-1 0,1 0,0 1,0-1,0 0,1 0,0 0,0 0,0 0,1-1,0 1,-1 0,2-1,1 4,6 4,1 0,0-1,1 0,0-1,1 0,0-1,0 0,1-1,0-1,1 0,11 3,5 4,-14-8,-1 1,0 1,0 0,-1 1,0 1,0 0,-1 1,0 1,-1 0,-1 1,0 0,0 1,-2 0,1 1,-2 0,0 0,1 5,21 162,-31-178,1-1,1 1,-1-1,0 1,1-1,-1 0,1 0,0 0,0 0,1 0,-1 0,0 0,1-1,0 1,0-1,-1 0,1 0,0 0,1 0,-1 0,0-1,1 1,-1-1,1 0,-1 0,1 0,-1-1,1 1,-1-1,2 0,109-14,-71 2</inkml:trace>
  <inkml:trace contextRef="#ctx0" brushRef="#br0" timeOffset="3436.964">11312 1226,'-29'-18,"-11"-6</inkml:trace>
  <inkml:trace contextRef="#ctx0" brushRef="#br0" timeOffset="-3244.592">270 839,'-17'-4,"11"1,0 0,-1 1,1 0,0 0,-1 0,0 1,1 0,-1 1,0-1,0 1,1 0,-1 1,0 0,1 0,-1 0,1 1,-1 0,1 0,-1 0,1 1,0 0,0 0,1 1,-1 0,-1 1,-4 12,0 0,1 0,1 1,1 0,1 0,0 1,1 0,2 0,-1 0,2 1,1 0,0 0,2 7,7 34,-6-60,-1 1,1-1,-1 0,1 0,0 0,-1 0,1 0,0 0,0 0,0 0,0 0,0 0,0 0,0 0,0-1,0 1,0 0,0-1,1 1,-1-1,0 1,0-1,1 0,-1 1,0-1,1 0,-1 0,0 0,1 0,-1 0,0 0,0 0,1-1,-1 1,0 0,1-1,-1 1,0-1,0 1,0-1,0 0,1 0,-1 1,0-2,11-7,-1 0,0-1,-1 0,0-1,-1 0,0-1,-1 0,0 0,-1-1,0 1,4-13,-1 4,0-1,-1 0,-2 0,0-1,-1 0,-2-1,0 1,-2-1,0-8,-4 14,-3 18,2 9,0-1,0 1,1 0,0-1,1 1,0 0,0 0,1 0,0 1,0 6,-1 4,1 1,1-1,1 0,1 1,0-1,2 0,0-1,7 16,-9-26,1-1,0 0,0-1,0 1,1-1,0 0,0 0,1 0,0-1,0 0,1 0,-1 0,1-1,1 0,-1 0,1-1,0 0,-1 0,2-1,-1 0,7 1,-10-3,-1 0,1 0,0-1,0 0,-1 0,1 0,0-1,0 1,-1-1,1 0,0-1,-1 1,1-1,-1 0,0 0,1 0,-1-1,0 1,0-1,-1 0,2-1,18-19</inkml:trace>
  <inkml:trace contextRef="#ctx0" brushRef="#br0" timeOffset="-2983.048">590 732,'-1'-80,"-3"0,-4 0,-12-45,17 113,3 23,57 301,-45-235,-4 1,-2 0,-5 0,-2-1,-4 1,-14 67,-22 21,-7-19</inkml:trace>
  <inkml:trace contextRef="#ctx0" brushRef="#br0" timeOffset="-1513.451">1432 585,'18'-2,"16"1,8 1,4 3,-6 0</inkml:trace>
  <inkml:trace contextRef="#ctx0" brushRef="#br0" timeOffset="-1773.317">1620 932,'0'-11,"0"3,0 9,0 14,0 14,0 10,2 9,1 2,2-1,1-3,-2-6,-1-9</inkml:trace>
  <inkml:trace contextRef="#ctx0" brushRef="#br0" timeOffset="-1220.23">1820 866,'106'343,"-86"-300,-19-42,0-1,0 1,-1-1,1 0,0 0,0 1,0-1,0 0,0 0,0 0,0 0,0 0,0 0,0 0,0 0,0 0,0-1,0 1,0 0,-1-1,1 1,0 0,0-1,0 1,0-1,-1 1,1-1,0 0,0 1,-1-1,1 0,-1 0,1 1,-1-1,1 0,-1 0,1 0,-1 0,1 1,-1-1,0 0,0 0,1 0,-1 0,0 0,0 0,0 0,0 0,91-237,-46 133,-45 105,0 0,0 1,0-1,0 0,0 1,0-1,0 0,0 1,0-1,0 0,0 0,0 1,0-1,0 0,0 1,1-1,-1 0,0 0,0 1,0-1,1 0,-1 0,0 1,0-1,0 0,1 0,-1 0,0 1,1-1,-1 0,0 0,0 0,1 0,-1 0,0 0,1 0,-1 0,0 0,1 0,-1 0,0 0,1 0,-1 0,0 0,0 0,1 0,-1 0,0 0,1 0,-1 0,0 0,1 0,-1-1,0 1,0 0,1 0,-1 0,0-1,0 1,-10 126,9-117,-2 14,1-1,2 1,0 0,1-1,3 17,-4-33,1-1,1 0,-1 0,1 0,0 0,0 0,0 0,1 0,0-1,0 1,0-1,0 0,1 0,-1 0,1 0,0-1,1 1,-1-1,0 0,1 0,0-1,-1 1,1-1,0 0,0 0,6 0,6 1,0-2,1 0,-1-1,1-1,-1 0,0-1,0-1,1-1,-2 0,1-1,0-1,54-18</inkml:trace>
  <inkml:trace contextRef="#ctx0" brushRef="#br0" timeOffset="-19663.62">3986 4302,'-11'235,"10"0,15 72,27 244,-5-109,-20 162,-16-594,-14 109,8-105</inkml:trace>
  <inkml:trace contextRef="#ctx0" brushRef="#br0" timeOffset="-17659.07">3946 4302,'108'-14,"0"4,14 5,463 21,32-40,-371 4,452-30,-144 35,139 3,-614 12,532 13,-56 15,80-1,-18-29,-111-25,-355 15,-149 13,0 0,0-1,0 1,0 0,-1 1,1-1,0 0,0 0,-1 1,1-1,-1 1,1-1,-1 1,0 0,1 0,-1-1,0 1,0 0,-1 0,1 0,0 0,0 0,-1 0,1 0,-1 1,0-1,0 0,0 0,0 0,0 0,0 0,0 0,-1 1,1-1,-1 0,0 0,0 2,0 9,-1 624,13-450,8-1,11 19,-6-41,13 56,8-2,29 62,-32-120,3 61,-13-82,41 113,-26-99,-28-109,-14-48,-2-13,-1-6</inkml:trace>
  <inkml:trace contextRef="#ctx0" brushRef="#br0" timeOffset="-15166.708">4067 6735,'-22'566,"16"-330,6-234,0 0,0-1,0 1,0 0,1-1,-1 1,0 0,1-1,-1 1,1-1,0 1,0-1,-1 1,1-1,0 1,0-1,0 0,1 0,-1 1,0-1,0 0,1 0,-1 0,0 0,1 0,-1-1,1 1,0 0,-1-1,1 1,-1-1,1 1,0-1,-1 0,1 0,0 0,-1 0,1 0,0 0,0 0,-1 0,1-1,-1 1,1-1,0 1,-1-1,1 0,0 0,216-49,340 6,529-58,-1045 96,191-28,1 9,166 8,-93 30,156 1,-231-25,-84 2,0 7,74 11,-35 12,173 12,-198-27,143 24,-248-21,51 7,0-4,45-3,177-3,-277-2,110 20,-111-10,1-3,0-2,1-3,0-1,0-3,47-5,113-11,-58 15,-49 13,-30-5,-76-10,0 1,0-1,0 0,0-1,0 1,-1 0,1 0,0 0,-1 0,1 0,-1-1,1 1,-1 0,1-1,-1 1,0 0,0-1,0 1,0 0,0-1,0 1,0 0,0-1,0 1,-1 0,1-1,0 1,-1 0,0 0,0-1,1 1,-8-30,-3-3</inkml:trace>
  <inkml:trace contextRef="#ctx0" brushRef="#br0" timeOffset="6782.116">4520 4970,'1'-1,"-1"0,1 1,-1-1,0 0,0 1,1-1,-1 0,0 1,0-1,1 0,-1 1,0-1,0 0,0 0,0 1,0-1,0 0,0 0,-1 1,1-1,0 0,0 1,0-1,-1 0,1 1,0-1,-1 0,1 1,-1-1,1 1,0-1,-1 1,1-1,-1 1,0-1,1 1,-1-1,1 1,-1-1,0 1,1 0,-1 0,0-1,1 1,-1 0,0 0,0 0,1 0,-1 0,0 0,1 0,-1 0,0 0,0 0,-42 9,24-2,2 1,-1 0,1 1,1 1,-1 1,2 0,-1 1,2 1,0 0,0 1,-3 5,15-17,0 0,1 0,-1 0,1 0,0 0,0 0,-1 0,1 0,0 0,1 1,-1-1,0 0,1 1,-1-1,1 1,0-1,0 0,0 1,0-1,0 1,0-1,1 0,-1 1,1-1,0 0,-1 1,1-1,0 0,1 0,-1 0,0 0,0 0,1 0,0 0,-1 0,1 0,0-1,0 1,-1-1,1 1,0-1,1 0,-1 0,0 0,1 1,120 23,-41-12,-74-12,0 1,0 1,-1-1,1 1,-1 1,1-1,-1 1,0 1,-1-1,1 1,-1 0,0 1,0-1,0 1,-1 0,0 1,0-1,-1 1,0 0,0 0,0 1,-1-1,0 1,0-1,-1 1,0 0,-1 0,0 0,0 3,0-6,-1-1,0 0,0 0,0 1,0-1,-1 0,0 0,0 1,0-1,0 0,0 0,-1 0,0 0,0-1,0 1,0 0,-1-1,1 1,-1-1,0 0,0 0,0 0,-1 0,1-1,-1 1,1-1,-1 0,0 0,0 0,0 0,0-1,0 0,0 0,0 0,-2 0,-12 1,-1-1,1 0,-1-2,1 0,-1-1,1-1,0-1,0-1,0 0,-9-5,-14-2,39 12,0-1,1 0,0 0,-1 0,1 0,-1 1,1-1,-1 1,1-1,-1 1,1-1,-1 1,0 0,1 0,-1 0,1 0,-1 0,0 0,1 0,-1 1,1-1,-1 0,1 1,-1-1,1 1,-1 0,1 0,-1-1,1 1,0 0,-1 0,1 0,0 0,0 0,-1 2,3-1,0 0,1 0,-1 0,0 0,1 0,-1 0,1 0,0 0,0-1,-1 1,1-1,0 1,0-1,1 0,-1 1,0-1,0 0,1-1,-1 1,0 0,2 0,-2-1,23 9</inkml:trace>
  <inkml:trace contextRef="#ctx0" brushRef="#br0" timeOffset="7120.989">4828 4997,'7'-9,"2"1,0 9,-3 12,-1 9,-2 11,-1 9,-1 3,1 4,3-2,3-2,2-4,2-5,-1-6,-3-6,-3-7</inkml:trace>
  <inkml:trace contextRef="#ctx0" brushRef="#br0" timeOffset="7385.828">4801 5478,'16'0,"12"0,6 0,1 0,0-2,-4-1,-7 0</inkml:trace>
  <inkml:trace contextRef="#ctx0" brushRef="#br0" timeOffset="7651.158">4668 4836,'13'-7,"12"-4,11-1,5 2,4 3,0 2,-3 5,-9 6,-9 3</inkml:trace>
  <inkml:trace contextRef="#ctx0" brushRef="#br0" timeOffset="8591.628">4133 6106,'77'41,"-3"2,-1 4,17 17,-86-60,-2-4,0 1,1 0,-1 1,0-1,0 0,0 1,0-1,0 1,0 0,0-1,-1 1,1 0,-1 0,1 0,-1 0,0 1,0-1,1 0,-2 0,1 1,0-1,0 1,-1-1,1 1,-1-1,0 1,0-1,0 1,0-1,0 1,-1-1,1 0,-1 3,-6 2,0 0,-1 0,0 0,0-1,-1 0,0-1,0 0,0 0,-1-1,-8 6,-23 12,-2 0,1 3,1 1,-25 21,55-33,13-11</inkml:trace>
  <inkml:trace contextRef="#ctx0" brushRef="#br0" timeOffset="9047.446">4921 6147,'-9'-1,"0"0,-1 0,1-1,0 0,0-1,0 0,0 0,0-1,-6-4,-21-8,31 14,1 1,-1 0,0 0,0 1,1-1,-1 1,0 0,0 0,1 0,-1 1,0 0,0 0,1 0,-1 0,1 1,-1 0,1 0,0 0,0 0,-1 1,2-1,-1 1,0 0,0 1,1-1,0 0,-3 4,-4 5,0 1,1 0,0 0,1 0,1 1,0 1,-4 13,7-21,0 1,1-1,0 0,1 1,0-1,0 1,1 0,-1 0,2 0,-1 0,1 0,0 0,1 0,0-1,0 1,1 0,0 0,0-1,1 1,0-1,0 0,0 1,1-1,1-1,-1 1,1-1,0 0,0 0,1 0,3 2,0-3,1 0,0 0,0-1,0-1,0 0,1 0,-1-1,1 0,-1-1,1 0,0-1,0 0,-1-1,1 0,0 0,1-2,10-1,0-2,-1-1,1 0,-1-2,-1 0,1-2,2-2,49-41,-45 28</inkml:trace>
  <inkml:trace contextRef="#ctx0" brushRef="#br0" timeOffset="9304.564">5202 6066,'0'16,"0"12,0 10,0 6,0 4,0 1,0-1,0-2,0-4,0-5,0-6,0-9</inkml:trace>
  <inkml:trace contextRef="#ctx0" brushRef="#br0" timeOffset="9616.729">5470 6079,'-13'21,"-1"-1,0-1,-2 0,0-1,-1 0,-1-2,-1 0,-2 0,-38 36,58-52,0 1,1-1,-1 0,0 1,0-1,0 1,0 0,0-1,1 1,-1-1,0 1,1 0,-1 0,0-1,1 1,-1 0,1 0,-1 0,1 0,0 0,-1 0,1 0,0 0,0 0,-1 0,1-1,0 1,0 0,0 0,0 0,0 0,0 0,1 0,-1 0,0 0,0 0,1 0,-1 0,1 0,-1 0,1 0,-1 0,1-1,-1 1,1 0,0 0,0 0,91 22,240 27,-301-46</inkml:trace>
  <inkml:trace contextRef="#ctx0" brushRef="#br0" timeOffset="10652.864">6767 6587,'-17'21,"1"1,1 0,2 0,0 2,1 0,1 0,1 1,2 0,0 0,2 1,1 1,4-26,1 0,0 0,-1 1,1-1,0 0,0 0,0 0,0 1,0-1,0 0,0 0,0 0,0 1,1-1,-1 0,0 0,1 0,-1 0,1 0,0 0,-1 0,1 0,0 0,-1 0,1 0,0 0,0 0,0 0,0-1,0 1,0 0,0-1,0 1,0 0,0-1,0 0,0 1,1-1,-1 0,0 1,0-1,0 0,1 0,-1 0,0 0,0 0,0 0,1 0,-1-1,7-2,0-1,0 0,-1 0,1 0,-1-1,0-1,-1 1,1-1,-1 0,0 0,-1-1,1 0,-1 0,0-1,24-30,-2-2,-2-1,-1-1,-2-1,-3-1,-1-1,-2 0,2-17,-3-50,-15 107,0 0,0 1,-1-1,1 1,-1-1,0 1,-1 0,1-1,-1 1,0 0,0 0,0 0,0 0,-1 0,1 0,-1 1,0-1,0 1,-1 0,1 0,-1 0,1 0,-3 0,2 1,0 0,1 1,-1 0,0 0,0 0,0 0,0 0,-1 1,1 0,0 0,0 0,0 0,0 1,0 0,0 0,0 0,0 0,0 0,0 1,1 0,-1 0,0 0,1 0,0 0,-1 1,1-1,0 1,-2 3,-5 3,1 1,1 0,0 0,0 1,1 0,0 1,1-1,-2 8,2-4,1 0,1 0,1 0,0 0,1 0,0 1,1-1,1 1,1-1,0 1,1-1,2 9,8 23,1 0,3-1,8 14,14 44,-30-78,-4-12,0-1,1 1,0-1,1 0,1-1,0 1,2 1,0-5,-1-4</inkml:trace>
  <inkml:trace contextRef="#ctx0" brushRef="#br0" timeOffset="10983.048">7048 6881,'2'12,"0"0,1-1,1 1,0-1,0 0,1 0,0 0,2 0,-5-8,-1 0,1 0,0 0,1-1,-1 1,0-1,1 1,0-1,-1 0,1 0,0 0,0 0,0 0,0-1,0 1,1-1,-1 0,0 0,1 0,-1 0,1-1,-1 0,1 1,-1-1,1 0,-1-1,1 1,-1-1,2 0,-1 0,0-1,1 1,-1-1,0-1,0 1,0-1,-1 1,1-1,0 0,-1 0,0-1,0 1,0-1,0 1,0-1,-1 0,0 0,1 0,-1 0,-1-1,1-1,17-96,-18 99,-1 0,1 0,-1 0,0 0,0 0,0 0,0 0,-1 0,1 0,-1 0,0 0,0 0,0 0,0 0,0 1,-1-1,1 0,-1 1,0-1,0 1,0 0,0 0,0-1,0 1,0 1,-1-1,1 0,-1 0,1 1,-1 0,0-1,0 1,0 0,1 0,-1 1,0-1,0 0,0 1,-3 0,-1 3,0 0,0 1,0-1,1 2,-1-1,1 1,0 0,0 0,0 0,1 1,0 0,0 0,1 1,-1-1,1 1,1 0,-1 0,1 0,1 1,-1-1,1 1,0 0,-2 59,11-41</inkml:trace>
  <inkml:trace contextRef="#ctx0" brushRef="#br0" timeOffset="11539.684">7836 6320,'-12'1,"0"2,1-1,-1 2,1-1,0 2,0-1,0 1,0 1,1 0,0 1,0 0,1 0,0 1,0 0,1 1,0 0,0 0,1 0,0 1,1 1,0-1,1 1,0 0,-2 5,3-3,0-1,0 1,1 0,1 1,0-1,1 0,0 1,1-1,1 0,0 1,0-1,2 0,-1 0,2 0,0 0,0 0,1-1,1 0,0 0,2 2,-5-10,0-1,-1 0,1 0,0-1,1 1,-1-1,0 1,1-1,-1 0,1 0,0-1,0 1,0-1,0 0,0 0,0 0,0 0,0-1,0 1,0-1,0 0,0-1,0 1,0-1,0 1,4-2,1-2,1 1,-2-1,1-1,0 1,-1-2,0 1,0-1,-1 0,1-1,-1 1,-1-2,13-13,-2-2,0 0,-2-1,-1 0,-1-1,-1-1,-1 0,-1-1,-1 0,-2 0,0-1,-2 0,-1 0,-1-9,-2 23,0 0,0 0,-2 0,1 0,-2 0,0 1,0-1,-2 0,0 1,0 0,-1 0,0 0,-6-7,11 18,-1 1,0-1,0 0,0 1,0-1,-1 1,1-1,0 1,-1 0,1-1,-1 1,1 0,-1 0,1 0,-1 0,0 0,0 0,1 1,-1-1,0 1,0-1,0 1,0-1,0 1,0 0,1 0,-1 0,0 0,0 1,0-1,0 0,0 1,0-1,0 1,1 0,-1-1,0 1,1 0,-1 0,0 1,-5 5,0 1,1 0,0 1,1-1,-1 1,2 0,-1 0,2 1,-1-1,1 1,0 0,1 0,0 0,1 0,0 5,-6 78,4-1,4 1,4 0,4-1,5 6,-14-94,18 114,-13-92</inkml:trace>
  <inkml:trace contextRef="#ctx0" brushRef="#br0" timeOffset="11800.039">8157 6695,'-2'13,"-1"12,-3 8,-1 6,-1 2,0-1,0-2,2-4,5-7,2-9</inkml:trace>
  <inkml:trace contextRef="#ctx0" brushRef="#br0" timeOffset="12262.788">8705 6267,'-19'27,"2"2,1-1,1 2,1 0,2 1,1 0,2 1,-5 27,10-41,0 0,2 0,0 0,1 0,1 1,1 7,-1-22,0 1,1 0,0-1,0 1,0 0,0-1,1 1,0-1,0 0,0 0,0 1,1-2,0 1,-1 0,1 0,1-1,-1 1,0-1,1 0,0 0,0-1,0 1,0-1,0 0,0 0,0 0,2 0,0 0,1-1,-1 0,1 0,-1-1,1 0,0 0,-1 0,1-1,-1 0,1 0,-1-1,1 1,-1-1,0-1,0 0,0 1,0-2,0 1,-1-1,1 0,8-7,0 0,0-1,-2-1,1 0,-2 0,10-15,-8 10,-1-2,0 1,-2-1,0-1,-1 1,-2-2,0 1,-1-1,-1 0,-1 0,-1-1,0 1,-2-1,-1 0,-1 1,-1-1,-1 1,-1-4,1 17,0 0,0 0,-1 0,0 0,0 1,-1 0,0 0,-5-7,8 14,1-1,0 0,-1 1,1-1,-1 1,0-1,1 1,-1 0,0-1,0 1,0 0,0 0,0 1,0-1,0 0,0 1,0-1,0 1,0-1,0 1,-1 0,1 0,0 0,0 0,0 1,0-1,-1 0,1 1,0 0,0-1,0 1,0 0,0 0,0 0,1 0,-1 1,0-1,0 0,1 1,-1-1,0 1,-8 11,0 1,1-1,1 1,0 1,0 0,2 0,0 1,0-1,2 1,0 0,1 0,0 1,1 7,-4 15,3 0,1 0,1 0,3 1,1-1,5 21,-5-39,2 0,1 0,0-1,1 1,1-2,1 1,1-1,1 0,0-1,2-1,0 0,11 12,-4-12,-5-6</inkml:trace>
  <inkml:trace contextRef="#ctx0" brushRef="#br0" timeOffset="12613.252">9160 6681,'140'1,"-138"-1,0 0,-1 0,1-1,0 2,-1-1,1 0,0 0,0 0,-1 1,1-1,0 1,-1-1,1 1,-1 0,1 0,-1 0,1-1,-1 2,1-1,-1 0,0 0,0 0,0 0,1 1,-1-1,0 1,-1-1,1 1,0-1,0 1,-1-1,1 1,-1 0,1-1,-1 1,1 0,-1-1,0 1,0 1,-2 7,-1 0,0 0,0 0,-1 0,-1-1,1 1,-2-1,1 0,-1 0,-3 3,-9 16,10-16,3-6,1 0,-1 1,2 0,-1 0,1 0,-1 0,2 1,-1-1,1 1,1-1,-1 1,1 0,0 3,3-8,0 0,-1 0,1-1,1 1,-1 0,0-1,1 0,-1 1,1-1,0 0,-1 0,1 0,0-1,0 1,1-1,-1 0,0 1,0-1,1-1,-1 1,0 0,1-1,-1 0,1 0,-1 0,0 0,1 0,-1-1,2 0,14 0,0-1,0-2,0 1,-1-2,0-1,7-2,18-9</inkml:trace>
  <inkml:trace contextRef="#ctx0" brushRef="#br0" timeOffset="13180.408">9842 6334,'-16'39,"1"2,3-1,1 2,2-1,2 1,2 1,1 6,3-44,-1 1,1-1,1 1,-1 0,1-1,0 1,0 0,0-1,1 1,0 0,0-1,1 1,-1-1,1 1,0-1,1 0,-1 0,1 0,0 0,0 0,1-1,-1 1,1-1,0 0,0 0,0 0,1-1,0 0,-1 1,1-2,0 1,1 0,7-3,1 0,-1 0,1-1,0-1,-1 0,0-1,0-1,0 0,0-1,0 0,-1 0,0-2,0 1,0-2,-1 0,0 0,-1-1,0 0,0 0,-1-1,5-7,0-2,0 0,-1-1,-1 0,0-1,-2-1,-1 1,0-2,-2 1,0-1,-2 0,0-1,-2 1,-1-1,0 1,-2-1,-1 0,0 0,-2 1,-1-1,-1 1,-1 0,-2-3,4 13,-1 0,0 1,-1-1,-1 1,0 0,0 1,-1 0,-7-8,13 17,-1-1,1 0,-1 0,1 1,-1 0,0-1,0 1,0 0,-1 1,1-1,0 0,-1 1,1 0,-1 0,1 0,-1 0,0 0,1 1,-1-1,0 1,1 0,-1 1,0-1,1 0,-1 1,1 0,-1 0,0 0,1 0,0 1,-1-1,1 1,0 0,-1 1,-3 2,1 0,0 1,0-1,0 2,1-1,0 1,0-1,0 1,1 1,0-1,1 1,-1-1,2 1,-1 0,1 0,-1 3,-10 135,15-105,2 0,1 0,2-1,2 0,2 0,2-1,1-1,2 0,1-1,2 0,2-2,1 0,2-2,15 17,-21-30</inkml:trace>
  <inkml:trace contextRef="#ctx0" brushRef="#br0" timeOffset="13655.332">10376 6561,'25'0,"-1"1,0 1,1 1,-1 2,0 0,18 7,-39-12,0 1,-1 0,1 0,-1 0,1 0,-1 0,0 0,1 0,-1 1,0-1,0 1,0 0,0-1,0 1,0 0,0 0,-1 1,1-1,-1 0,1 0,-1 1,0-1,0 1,0-1,0 1,-1-1,1 1,-1 0,1-1,-1 1,0-1,0 1,0 0,0 0,-1-1,1 1,-1-1,1 1,-1 0,0-1,0 1,0-1,-1 1,-6 10,0-2,-1 1,0-1,-1 0,0-1,-1 0,0-1,-7 5,-18 15,36-29,0 1,-1-1,1 0,-1 0,1 0,0 0,-1 0,1 1,0-1,-1 0,1 0,0 0,-1 1,1-1,0 0,0 1,-1-1,1 0,0 1,0-1,0 0,0 1,-1-1,1 0,0 1,0-1,0 0,0 1,0-1,0 1,0-1,0 0,0 1,0-1,0 1,0-1,0 0,0 1,0-1,0 0,1 1,-1-1,0 0,0 1,0-1,0 0,1 1,-1-1,0 0,1 1,-1-1,0 0,0 0,1 1,-1-1,0 0,1 0,-1 0,0 1,1-1,-1 0,1 0,-1 0,29 3,-26-3,21 0,-17-1,1 0,-1 1,1 0,-1 0,1 0,-1 1,0 0,1 1,-1 0,0 0,0 0,0 1,0 0,0 0,-1 0,1 1,-1 0,0 1,0 0,-1-1,1 2,2 3,-4-5,-1 1,0 1,0-1,0 0,-1 1,0-1,0 1,0 0,0 0,-1 0,0 0,-1 0,1 0,-1 0,0 0,0 0,-1 0,0 0,0 0,-1 0,1-1,-1 1,0 0,-1-1,1 1,-1-1,0 0,-1 0,1 0,-1 0,0 0,0-1,0 0,-1 0,0 0,1 0,-6 2,1-2,1-1,-1 0,0 0,0-1,0 0,0 0,-1-1,1-1,0 1,0-1,-7-2,-9-1</inkml:trace>
  <inkml:trace contextRef="#ctx0" brushRef="#br0" timeOffset="14200.04">10295 7497,'0'18,"0"17,0 17,3 18,0 16,2 20,1 18,-2 23,-2 20,-6 16,-3 11,0 2,0-5,2-15,3-18,8-26,4-28,1-31</inkml:trace>
  <inkml:trace contextRef="#ctx0" brushRef="#br0" timeOffset="14936.864">8838 7523,'0'16,"0"21,3 25,2 27,3 27,1 27,0 27,-1 23,-2 18,-4 11,-5 3,-2-8,0-19,1-23,1-32,1-39</inkml:trace>
  <inkml:trace contextRef="#ctx0" brushRef="#br0" timeOffset="15655.335">7863 7390,'0'20,"0"30,2 34,1 33,2 35,1 31,-2 26,-1 20,-3 15,-4 7,-3-3,-4-12,1-21,2-47</inkml:trace>
  <inkml:trace contextRef="#ctx0" brushRef="#br0" timeOffset="16435.884">6913 7309,'0'-2,"0"1,0 15,0 25,0 36,5 44,3 42,6 41,2 35,0 22,-1 13,-5 1,-3-10,-5-18,-3-50</inkml:trace>
  <inkml:trace contextRef="#ctx0" brushRef="#br0" timeOffset="17343.571">2315 6427,'16'0,"14"-2,16-4,18-2,21-4,23-4,21-2,18-1,13 0,5 4,-5 5,-15 3,-20 3,-31 3</inkml:trace>
  <inkml:trace contextRef="#ctx0" brushRef="#br0" timeOffset="18101.582">2114 4943,'18'5,"23"1,21 2,26 0,23-2,17-2,15-1,9-1,5-2,1-2,-7-2,-13-1,-16-3,-29 0</inkml:trace>
  <inkml:trace contextRef="#ctx0" brushRef="#br0" timeOffset="18794.168">3585 4849,'4'0,"7"3,5 0,10 0,9-1,5-4,4-10,-7-3</inkml:trace>
  <inkml:trace contextRef="#ctx0" brushRef="#br1" timeOffset="207895.076">11767 8446,'-67'-1,"1"-2,-1-3,-49-12,34 0,-165-32,-83 0,-380 6,-848 11,1555 33,-1162 47,1013-37,0 6,1 7,1 7,1 6,2 7,3 6,1 6,-61 38,142-61,2 2,1 4,2 2,1 2,-28 31,68-58,1 1,1 1,0 0,2 1,0 1,1 0,1 0,0 1,1 2,6-14,0 1,0-1,1 1,0-1,1 1,0 0,0-1,1 1,0 0,0 0,1 0,1-1,-1 1,1-1,1 1,-1-1,1 0,1 0,0 0,0 0,0 0,1-1,5 6,6 3,1 0,1-2,1 0,-1-1,2-1,0-1,1 0,-1-2,2 0,-1-1,14 2,119 31,0-7,2-6,2-7,100-2,1235 21,-949-48,0-24,198-50,-384 23,285-86,-545 117,-2-4,80-38,-165 66,0 0,0 0,0-1,-1-1,1 0,-1 0,-1-1,1 0,-1-1,-1 0,1 0,-1-1,-1 0,1 0,-2-1,1 0,-1 0,-1-1,0 0,0 1,1-9,-6 2,-2-1,0 1,0 0,-2 0,0 1,-1-1,-1 1,0 0,-1 0,-1 1,0 0,-1 0,-1 1,-7-9,-8-14,-2 1,-1 1,-2 2,-1 0,-1 3,-7-4,26 23,-1 1,1 0,-1 1,-1 1,0 1,0 0,-1 0,1 2,-1 0,-1 1,1 0,-1 1,1 1,-1 1,0 0,1 1,-17 3,20-1,0 1,0 0,1 1,-1 0,1 1,0 1,0 0,1 0,-1 2,1-1,1 1,-6 6,-14 17</inkml:trace>
  <inkml:trace contextRef="#ctx0" brushRef="#br1" timeOffset="208557.114">12061 8914,'1'86,"-4"1,-3-1,-13 55,-37 75,57-216,-1-1,1 0,-1 1,1-1,0 1,-1-1,1 1,0 0,-1-1,1 1,0 0,0-1,0 1,-1 0,1 0,0 0,0 0,0 0,-1 0,1 0,0 0,0 0,0 0,-1 0,1 0,0 0,0 1,-1-1,1 0,0 1,0-1,-1 1,1-1,0 0,-1 1,1 0,-1-1,1 1,-1-1,1 1,-1 0,1-1,-1 1,1 0,-1-1,0 1,1 0,-1 0,0-1,0 1,0 0,1 0,-1 0,0-1,0 1,0 0,0 0,0 0,-1-1,1 1,0 0,0 0,0 0,-1-1,1 1,0 0,-1 0,1-1,-1 1,225-108,-98 65,-124 41,0 0,0-1,0 1,0 0,0-1,0 1,0-1,-1 1,1-1,-1 0,1 0,-1 0,0 0,0 0,1 0,-1 0,-1 0,1-1,0 1,0 0,-1 0,0-1,1 1,-1 0,0-1,0 1,0-1,-1-1,-12-70,11 67,2 7,-7-21,7 21,0 1,0-1,0 0,0 0,-1 0,1 0,0 0,0 1,0-1,0 0,-1 0,1 0,0 0,0 0,0 0,0 0,-1 0,1 0,0 0,0 0,0 0,-1 0,1 0,0 0,0 0,0 0,-1 0,1 0,0 0,0 0,0 0,-1 0,1 0,0 0,0-1,0 1,0 0,0 0,-1 0,1 0,0 0,0 0,0-1,0 1,0 0,0 0,-1 0,1 0,0-1,0 1,0 0,-5 132,-20 239,15-285</inkml:trace>
  <inkml:trace contextRef="#ctx0" brushRef="#br1" timeOffset="209290.078">12703 8727,'10'18,"0"1,-1 0,-1 0,0 1,-2 0,0 0,-2 1,0 0,-1 0,-1 0,-1 12,2 57,-4 0,-5 0,-6 25,1-3,10-91,10-33,35-214,-43 223,-1 1,1 0,0-1,0 1,0 0,0 0,0 0,0 0,0 0,1 0,-1 0,1 0,0 0,-1 0,1 1,0-1,0 1,0 0,0-1,0 1,0 0,0 0,1 0,-1 0,0 1,0-1,1 1,-1-1,1 1,-1 0,0 0,1 0,-1 0,1 0,-1 0,0 1,1-1,-1 1,0 0,1 0,8 5,0 1,0 0,-1 1,0 0,0 1,-1 0,0 0,-1 1,0 0,0 1,-1-1,-1 1,0 1,0-1,2 10,-6-18,-1 0,0 0,0 1,0-1,0 1,0-1,-1 1,1 0,-1-1,0 1,0-1,-1 1,1 0,-1-1,1 1,-1-1,0 1,-1-1,1 0,0 1,-1-1,0 0,0 0,0 0,0 0,0 0,-1-1,1 1,-1-1,0 1,1-1,-1 0,0 0,-1 0,1 0,-1 0,-59 13,62-15,-1 0,1 1,-1-1,1 0,-1 0,1 0,-1 0,1-1,-1 1,1 0,-1-1,1 1,-1-1,1 1,-1-1,1 0,0 0,-1 1,1-1,0 0,0 0,0 0,0 0,0 0,0-1,0 1,0 0,0 0,0-1,0 1,1-1,-1 1,1 0,-1-1,1 1,0-1,-1 1,1-1,0-1,2-6,1 1,0 0,0-1,1 1,0 0,0 0,1 1,0 0,1-1,-1 2,1-1,1 1,-1-1,1 2,0-1,1 0,12-11,2 1,-1 0,2 2,0 0,0 2,1 0,1 2,0 0,6 0,-27 9,-1-1,0 1,1 0,-1 1,1-1,-1 0,1 1,0 0,-1 0,1 0,-1 0,1 1,-1-1,1 1,-1 0,1 0,-1 0,0 0,1 1,-1-1,0 1,0 0,0 0,0 0,0 0,-1 1,1-1,-1 1,1 0,-1-1,0 1,2 3,12 83,-16-79,0-1,1 1,0-1,1 0,0 0,0 1,1-1,0-1,1 2,-3-8,1 0,-1 0,0 0,1 0,-1-1,1 1,0 0,0-1,-1 1,1-1,0 0,0 1,0-1,0 0,1 0,-1 0,0-1,0 1,1 0,-1-1,0 0,1 1,-1-1,0 0,1 0,0-1,18-2</inkml:trace>
  <inkml:trace contextRef="#ctx0" brushRef="#br1" timeOffset="209484.072">13237 8766,'0'0</inkml:trace>
  <inkml:trace contextRef="#ctx0" brushRef="#br1" timeOffset="209933.608">13665 8540,'13'16,"-1"0,0 1,-1 0,-1 1,-1 0,0 1,-1 0,-1 0,-1 1,-1 0,0 0,-2 0,0 1,-2-1,0 4,-3 32,-3 0,-2 0,-14 52,-7 49,26-150,0-1,1 0,-1 0,2 1,-1-1,1 1,-1-1,2 1,-1-1,1 0,0 1,0-1,1 0,0 1,0-1,0 0,1-1,0 1,0 0,0-1,1 1,0-1,0 0,0 0,0-1,1 1,0-1,0 0,0 0,1-1,-1 1,3 0,5-2,1 1,-1-2,1 1,0-2,-1 0,1-1,-1 0,1-1,-1 0,1-1,-1-1,0 0,0-1,-1 0,1-1,-1-1,-1 1,1-2,-1 0,0 0,-1-1,0 0,0-1,-1 0,0-1,-1 0,0 0,-1 0,0-1,-1-1,0 1,-1-1,-1 1,0-2,3-12,2-17,0 87,-9-43,1 19,1 0,0 0,2 0,0-1,1 1,1-1,1 0,5 8,-11-25,0 1,0-1,1 1,-1-1,1 0,0 1,0-1,0 0,0 0,0 0,0-1,1 1,-1 0,0-1,1 0,-1 1,1-1,0 0,-1 0,1-1,0 1,0 0,-1-1,1 0,0 1,1-1,17-4</inkml:trace>
  <inkml:trace contextRef="#ctx0" brushRef="#br1" timeOffset="210191.226">14454 9008,'-16'2,"-8"-1,1-1</inkml:trace>
  <inkml:trace contextRef="#ctx0" brushRef="#br1" timeOffset="210439.1">13544 8860,'19'-2,"23"-8,30-11,33-13,32-13,31-9,-12 4</inkml:trace>
  <inkml:trace contextRef="#ctx0" brushRef="#br2" timeOffset="-198483.851">3425 3406,'-3'0,"0"0</inkml:trace>
  <inkml:trace contextRef="#ctx0" brushRef="#br2" timeOffset="-193732.741">4975 3821,'-8'-8,"0"1,0 1,-1 0,0 0,0 0,0 1,-1 1,1-1,-1 2,0-1,0 1,-1 1,1 0,-7 0,-402-81,295 50,-1 5,-1 6,-1 5,0 7,-1 4,-31 7,62 13,1 4,1 5,-36 15,42-13,12-3,-1-3,-58 4,53-13,0 3,1 3,1 4,-9 7,-380 161,432-168,1 2,1 2,1 1,1 1,-6 9,19-17,4-6,1 0,0 0,1 2,1 0,0 0,1 2,1 0,0 0,1 1,1 0,0 1,1 0,1 0,1 1,1 0,-3 13,7 3,0-1,2 1,2 0,3 12,2-25,0-1,2-1,0 1,1-1,1-1,1 0,1-1,0 0,2-1,0 0,5 3,-18-17,6 6,30 37,2-2,3-1,0-2,3-2,1-2,9 2,187 110,-214-127,0-2,2 0,0-2,1-1,23 8,302 99,-322-114,0-1,1-2,-1-1,1-2,0-2,1-1,-1-1,16-4,41 2,258 17,-172-2,62-6,47-1,-145 32,92-1,-38-18,30 16,-10-16,-193-20,0-1,0-1,0-1,0-1,17-7,-13 4,-4 3,-1-1,1-1,-1-1,-1-1,0-1,0 0,-1-2,0-1,-1-1,-1 0,0-1,14-16,-25 19,0-1,0-1,-1 1,-1-1,0-1,-1 1,-1-1,14-34,70-148,-83 179,-1 1,-1-1,0 0,-2 0,0 0,0-1,-2 1,-1 0,0 0,-1 0,-1 0,-5-15,-4-30,1-18,-3 0,-4 2,-4 0,-2 1,-28-52,41 105,-5-11,-1 1,-2 0,-1 2,-2 0,-4-2,-111-153,118 169,0 1,-1 0,-1 2,-1 0,0 2,-1 0,0 2,-16-6,4 0,3 6,-1 1,0 2,-1 1,0 2,0 1,-1 2,1 1,-1 2,-18 3,14-3,-15 0</inkml:trace>
  <inkml:trace contextRef="#ctx0" brushRef="#br2" timeOffset="-192980.865">2074 2630,'-7'-11,"0"-2,6 6,8 14,4 18,4 20,0 17,-1 14,-4 9,-3 2,-1-1,1-7,0-10,0-12,2-15,-1-16</inkml:trace>
  <inkml:trace contextRef="#ctx0" brushRef="#br2" timeOffset="-192228.249">2328 2965,'152'213,"-149"-208,29 38,-31-42,-1 0,1-1,0 1,0 0,0-1,0 1,0 0,0-1,0 1,0-1,0 1,0-1,0 0,0 0,1 1,-1-1,0 0,0 0,0 0,0 0,1 0,-1 0,0-1,0 1,0 0,0 0,0-1,0 1,0-1,0 1,0-1,0 0,0 1,0-1,0 0,0 1,0-1,0 0,-1 0,1 0,0 0,-1 0,9-13,-1 0,0-1,-1 0,-1 0,0 0,-2-1,1 1,-2-1,0-1,-1 1,0-7,3-13,3 56,-8-6,1 0,0-1,2 1,-1-1,2 1,-1-1,2 0,0 0,0-1,2 0,-1 0,1 0,1 0,0-1,1-1,0 1,8 6,-15-16,1 1,-1-1,0 0,1 0,-1 0,0 0,1 0,-1-1,1 1,-1-1,1 0,0 1,-1-1,1 0,-1-1,1 1,-1 0,1-1,-1 1,1-1,-1 0,1 0,-1 0,0 0,0 0,1-1,-1 1,0-1,0 1,0-1,0 0,1-1,41-74,-34 34,-2 0,-1 0,-3 0,-1-1,-3 1,-1-1,-2 0,-3 1,-1 0,-1 0,-3 1,-3-5,7 23,-66-205,60 205,12 24,1 0,-1 0,0 0,1 0,-1 0,1 0,-1 0,1 0,-1 0,0 1,1-1,-1 0,1 0,-1 1,1-1,-1 0,1 1,-1-1,1 0,-1 1,1-1,0 1,-1-1,1 1,-1-1,1 1,0-1,0 1,-1-1,1 1,0-1,0 1,0-1,-1 1,1 0,0-1,0 1,0-1,0 1,0-1,0 1,0 0,1-1,-1 1,0-1,0 1,0 0,0-1,1 1,-1-1,0 1,1-1,-1 1,1 0,2 42,2 1,1-1,3 0,12 35,-17-61,24 84,4-1,4-2,42 80,-77-178,54 91,-53-87,1-1,0 1,1 0,-1-1,1 0,0 0,-1 0,1 0,0-1,1 1,-1-1,0 0,1 0,-1-1,1 1,0-1,-1 0,1 0,0-1,1 1,-2-2,0 0,-1 1,1-1,-1-1,0 1,1 0,-1-1,0 0,0 0,0 0,0 0,0 0,0 0,-1-1,1 1,-1-1,0 0,0 0,0 0,0 0,0 0,0 0,-1-1,1-1,11-27</inkml:trace>
  <inkml:trace contextRef="#ctx0" brushRef="#br2" timeOffset="-192027.749">2756 2711,'-18'0,"-11"2,-2 1,6 0,14-1,18-2,24-7,22-8,23-7,17-3,13-3,4 4,-17 6</inkml:trace>
  <inkml:trace contextRef="#ctx0" brushRef="#br2" timeOffset="-190741.504">3305 3152,'11'-220,"-9"61,-5 143,4 16,-1 0,0 0,0 0,0 1,1-1,-1 0,0 0,0 0,1 0,-1 0,0 0,0 0,1 0,-1 0,0 0,0 0,0 0,1 0,-1 0,0 0,0-1,1 1,-1 0,0 0,0 0,0 0,1 0,-1 0,0 0,0-1,0 1,0 0,1 0,-1 0,0-1,0 1,0 0,0 0,0 0,0-1,0 1,1 0,10 8,1-1,0 0,0-1,1 0,0-1,0-1,1 0,-1 0,13 1,48 14,-70-17,0 1,-1-1,1 1,0-1,-1 1,0 0,0 1,0-1,0 0,0 1,-1 0,1-1,-1 1,0 0,0 0,0 0,-1 1,1-1,-1 0,0 1,-1-1,1 1,-1-1,0 0,0 1,0-1,0 1,-1-1,0 1,0-1,0 2,4 64,-1-67,-1 1,1-1,-1 0,1 1,0-1,0 0,1 0,-1-1,1 1,-1 0,1-1,0 1,0-1,0 0,0 0,0 0,0 0,1-1,-1 1,1-1,-1 0,1 0,-1 0,1-1,0 1,-1-1,4 0,101-9,-84 3,0-1,0-2,-1 0,0-1,-1-1,16-12,-28 17,0 0,-1-1,0-1,-1 1,1-1,-1-1,-1 0,0 0,0 0,-1-1,0 0,0 0,-1 0,-1-1,3-6,-6 14,0 1,0 0,-1-1,1 1,0 0,-1-1,0 1,1-1,-1 1,0-1,0 1,0-1,-1 1,1-1,-1 1,1-1,-1 1,0 0,0-1,0 1,0 0,0 0,-1 0,1 0,0 0,-1 0,0 0,1 0,-1 0,0 1,0-1,0 1,0-1,0 1,-1 0,1 0,0 0,0 0,-1 0,1 1,-1-1,1 1,-1-1,-1 1,-4 2,1 0,-1 0,1 1,-1 0,1 1,0 0,0 0,0 0,1 1,0 0,0 0,0 0,0 1,1 0,0 0,0 0,0 1,1 0,0 0,1 0,-1 0,1 1,1-1,-2 5,2-6,0 1,0-1,1 1,0-1,0 1,0 0,1-1,0 1,1 0,0 5,-1-10,1 0,0 0,-1 1,1-1,0 0,0 0,0 0,1 0,-1 0,0 0,1 0,-1-1,1 1,0 0,-1-1,1 0,0 1,0-1,0 0,0 0,0 0,0 0,1 0,-1 0,0 0,0-1,1 0,-1 1,0-1,0 0,3 0,7-2,0 0,-1-1,1-1,-1 0,0 0,0-1,-1-1,1 0,-1 0,0-1,-1 0,1 0,-2-1,1-1,-1 0,0 0,-1 0,0-1,0 0,3-8,32-54,-44 101,-8 80,10-106,0 1,1-1,-1 0,1 1,0-1,-1 0,2 1,-1-1,0 0,1 0,-1 0,1 0,0 0,0 0,0-1,0 1,1-1,-1 1,1-1,-1 0,1 0,0 0,0 0,0-1,0 1,0-1,0 1,0-1,0 0,3 0,-3 0,1-1,-1 0,1 0,-1 0,1 0,-1 0,1-1,-1 1,0-1,1 0,-1 0,0 0,1 0,-1-1,0 0,0 1,0-1,0 0,-1 0,1-1,0 1,-1 0,0-1,1 0,-1 1,0-1,0-1,36-89,-17-113,-21 205,-1-1,1 0,-1 0,1 0,0 1,0-1,0 0,0 0,0 0,0 0,0 0,1 1,-1-1,1 0,-1 0,1 1,0-1,0 0,0 1,0-1,0 1,0-1,0 1,0-1,0 1,1 0,-1-1,1 1,-1 0,1 0,-1 0,1 0,-1 0,1 1,0-1,0 0,-1 1,3-1,8 4,0 0,0 1,0 0,0 1,-1 0,1 1,-2 0,1 1,8 6,-12-8,-1 0,0 0,0 0,0 0,0 1,-1 0,0 0,0 1,0 0,-1-1,0 1,-1 1,1-1,-1 0,-1 1,1 0,-1 0,-1-1,0 1,0 0,0 2,5 135,-5-142,0 0,0-1,1 1,-1-1,1 1,-1-1,1 0,0 1,0-1,0 0,0 0,0 0,0-1,1 1,-1 0,1-1,-1 0,1 1,-1-1,1 0,0 0,0-1,-1 1,1 0,0-1,0 0,0 0,78-9,-65 4,-1-1,0-1,0 0,-1-1,0-1,-1 0,0 0,0-2,-1 0,0 0,-1-1,0 0,-1-1,0 0,-1-1,-1 0,0 0,-1-1,1-3,-6 14,-1 1,1-1,-1 0,1 1,-1-1,-1 0,1 0,0 0,-1 0,0 1,0-1,0 0,0 0,-1 0,1 0,-1 0,0 1,0-1,-1 0,1 1,-1-1,0 1,0-1,0 1,0 0,0 0,-1 0,1 0,-1 0,0 0,0 1,0-1,0 1,0 0,-1 0,1 0,-1 1,1-1,-5 0,5 1,0 1,-1 0,1 0,-1 0,1 0,-1 1,1-1,0 1,-1 0,1 0,0 0,0 1,0-1,0 1,0 0,0-1,0 1,0 0,1 1,-1-1,1 0,0 1,-1 0,1-1,0 1,1 0,-1 0,0 0,1 1,-3 2,2 1,-1-1,1 1,0-1,0 1,1 0,-1 0,2 0,-1 0,1 0,0 0,0 0,1 0,0 1,1-2,0 1,1-1,0 0,-1 0,2-1,-1 1,1-1,0 0,0 1,0-2,1 1,-1 0,1-1,1 0,-1 0,0-1,1 1,0-1,0 0,0-1,0 1,0-1,1 0,18 5,1-1,0-1,0-1,26 0,35 1</inkml:trace>
  <inkml:trace contextRef="#ctx0" brushRef="#br2" timeOffset="-189561.616">6165 2804,'1'-6,"6"-53,2 0,3 1,6-13,-18 68,0 1,0-1,1 1,-1 0,1-1,0 1,-1-1,1 1,0 0,1 0,-1-1,0 1,1 0,-1 0,1 0,-1 0,1 1,0-1,0 0,0 1,0-1,0 1,0 0,0 0,0 0,1 0,-1 0,0 0,1 0,-1 1,1-1,-1 1,1 0,-1-1,1 1,-1 1,1-1,-1 0,1 0,-1 1,1 0,-1-1,0 1,1 0,-1 0,0 0,0 0,0 1,1 0,5 6,-1 0,0 1,-1 0,0 1,0-1,-1 1,0 0,-1 0,0 1,0-1,-1 1,-1 0,0 0,0 0,-1 0,0 0,-1 7,-1-11,0-1,0 1,0 0,-1 0,0-1,0 1,-1-1,0 0,0 1,0-1,-1-1,1 1,-2 0,1-1,0 0,-1 0,0 0,-1-1,1 0,0 0,-4 2,9-5,-1-1,1 1,0-1,0 1,-1-1,1 0,0 1,0-1,-1 1,1-1,-1 0,1 1,0-1,-1 0,1 1,-1-1,1 0,-1 1,1-1,-1 0,1 0,-1 0,1 0,-1 1,1-1,-1 0,1 0,-1 0,1 0,-1 0,1 0,-1 0,1 0,-1-1,1 1,-1 0,1 0,-1 0,1 0,-1-1,1 1,-1 0,1-1,-1 1,1 0,0-1,-1 1,1 0,-1-1,1 1,0-1,0 1,-1-1,1 1,0-1,0 1,-1-1,1 1,0-1,0 1,0-1,0 1,0-1,0 1,8-11,1 2,1-1,0 1,0 1,1 0,-1 0,5-1,10-8,18-12,-31 24,-2-1,1 0,0-1,-1 0,-1-1,1 0,-1 0,0-1,-1 0,0-1,-1 0,0 0,0 0,-1-1,0 0,-1 0,-1-1,3-8,-6 18,-1-1,1 1,-1-1,1 0,-1 1,0-1,0 1,-1-1,1 1,0-1,-1 0,1 1,-1 0,0-1,0 1,0-1,0 1,0 0,-1 0,1-1,-1 1,1 0,-1 0,0 1,0-1,0 0,0 1,0-1,0 1,0-1,-1 1,1 0,0 0,-3-1,2 5,0-1,-1 1,1 0,1 0,-1 0,0 1,1-1,-1 0,1 1,0 0,0-1,0 1,1 0,-1 0,1 0,0 0,0 0,1 0,-1 1,1-1,0 0,0 4,0-8,-2 10,0-1,1 1,0 0,0 0,1-1,0 1,1 0,0 0,1-1,0 1,0-1,1 1,0-1,1 0,0 0,0 0,1-1,0 0,1 0,0 0,0 0,0-1,1 0,0 0,1-1,-1 0,1 0,0-1,1 0,-1 0,1-1,3 1,-5-4,0 0,1 0,-1-1,0 0,0-1,0 0,0 0,0 0,0-1,0 0,0 0,-1-1,1 0,-1 0,0 0,0-1,0 0,0 0,0-1,-1 1,0-1,0 0,0-1,-1 1,1-1,-2 0,1 0,0 0,-1-1,0 1,-1-1,0 0,0 1,0-1,0-6,2-2,-1 0,-1 0,0 0,-1 0,-1 0,0 0,-1-1,-1 1,0 0,-1 0,-1 0,0 1,-5-10,9 23,0 1,-1-1,1 1,0-1,0 1,0-1,0 1,0-1,0 1,-1-1,1 1,1-1,-1 0,0 1,0-1,0 1,0-1,0 1,0-1,1 1,-1-1,0 1,0-1,1 1,-1-1,0 1,1 0,-1-1,0 1,1-1,-1 1,1 0,-1-1,0 1,1 0,-1 0,1-1,-1 1,1 0,-1 0,1 0,-1-1,1 1,0 0,-1 0,1 0,-1 0,1 0,-1 0,1 0,37 0,-27 1,168-16,-177 15,1-1,0 1,-1 0,1 0,0 0,0 0,-1 1,1-1,0 1,-1 0,1-1,-1 1,1 0,-1 1,1-1,-1 0,0 1,1-1,-1 1,0 0,0 0,0 0,0 0,-1 0,1 0,0 0,-1 0,1 1,-1-1,0 1,0-1,0 1,0-1,0 2,2 82,-4-77,0 0,1 0,0 0,0 0,1 0,0 0,0-1,1 1,1 0,-1 0,1-1,1 0,-1 1,3 1,-4-7,0 0,1-1,-1 1,1-1,-1 1,1-1,0 0,0 0,0 0,1 0,-1-1,0 1,1-1,-1 0,1 0,-1 0,1 0,-1-1,1 1,0-1,-1 0,1 0,-1 0,1-1,0 1,-1-1,1 0,-1 0,1 0,-1-1,2 0,6-2,-1-2,1 1,-1-1,0-1,-1 0,1 0,-1-1,-1 0,1-1,2-3,-2 0,1 0,-2-1,0 0,0-1,-1 0,-1 0,-1 0,0-1,0 1,-2-1,1 0,-2-1,0-2,-3-3,1 21,0 0,0 0,-1 0,1 1,0-1,0 0,0 0,0 0,0 0,-1 0,1 0,0 0,0 1,0-1,-1 0,1 0,0 0,0 0,0 0,-1 0,1 0,0 0,0 0,0 0,0 0,-1 0,1 0,0 0,0 0,0 0,-1 0,1 0,0-1,0 1,0 0,-1 0,1 0,0 0,0 0,0 0,0 0,0-1,-1 1,1 0,0 0,0 0,0 0,0-1,0 1,0 0,0 0,0 0,-5 12,2 1,0 0,0 0,1 1,1-1,0 1,1 5,-1 0,5 75,-3-91,0 0,0 0,0 0,0 0,0-1,0 1,1 0,0-1,-1 1,1-1,0 1,0-1,0 0,0 0,1 0,-1 0,1 0,-1 0,1-1,0 1,-1-1,1 0,0 0,0 0,0 0,0 0,0-1,2 1,20 0</inkml:trace>
  <inkml:trace contextRef="#ctx0" brushRef="#br2" timeOffset="-189312.793">7449 2002,'-5'18,"6"13,7 8,2-3</inkml:trace>
  <inkml:trace contextRef="#ctx0" brushRef="#br2" timeOffset="-189110.405">7729 2591,'12'-12,"0"1,0-2,-1 0,-1 0,0-1,-1 0,0 0,-2-1,1-1,-2 1,0-1,-1 0,0 0,0-7,-6-27,1 49,1 0,-1-1,-1 1,1 0,0 0,0 0,0 1,0-1,-1 0,1 0,0 0,-1 0,1 0,-1 0,1 0,-1 0,0 1,1-1,-1 0,0 0,1 1,-1-1,0 0,0 1,0-1,0 1,1-1,-1 1,0-1,0 1,0 0,0 0,0-1,0 1,0 0,0 0,0 0,0 0,0 0,0 0,0 0,0 0,0 1,0-1,-1 0,-3 5,-1-1,1 1,0 0,0 0,0 0,0 1,1-1,0 1,1 1,-1-1,1 0,0 1,0-1,1 1,0 0,0 0,1 0,0 3,-1-4,0 1,1-1,-1 0,2 0,-1 1,1-1,0 1,0-1,0 0,1 1,0-1,1 0,-1 1,1-1,0 0,1 0,0-1,-1 1,2 0,-1-1,1 0,0 0,0 0,0 0,1 0,-1-1,1 0,0 0,0 0,1-1,-1 0,1 0,2 1,9 1,0 0,0-1,0 0,1-2,-1 0,6-1,44 1</inkml:trace>
  <inkml:trace contextRef="#ctx0" brushRef="#br2" timeOffset="-188433.178">9239 2229,'-15'-2,"-1"0,0 1,0 1,1 0,-1 1,0 1,0 0,1 1,-10 4,18-5,-1 1,1-1,0 2,0-1,0 1,0 0,1 0,0 1,0 0,0 0,0 0,1 1,0 0,0 0,0 0,1 1,0 0,0 0,1 0,-1 1,3-5,0-1,0 1,0 0,0 0,0 1,1-1,-1 0,1 0,0 0,0 0,0 0,0 0,1 1,-1-1,1 0,0 0,0 0,0 0,0 0,0-1,1 1,-1 0,1 0,0-1,0 1,0-1,0 0,0 1,1-1,-1 0,0 0,1-1,0 1,-1 0,1-1,0 0,0 1,0-1,1 0,4 1,1 0,-1-1,1 0,0-1,-1 1,1-2,0 1,-1-1,1 0,-1-1,1 0,-1-1,0 1,0-1,0-1,0 0,7-4,6-5,0-1,-1-1,-1-1,0 0,11-14,-16 13,0-1,-1 0,-1 0,-1-1,-1-1,-1 0,0 0,-1-1,-2 0,0 0,-1 0,-1-1,-1 0,-1 0,-1 0,-1 0,-1 0,-1 0,0 0,-2 1,-1-1,0 1,-2 0,-7-16,14 35,0 0,0 0,0 0,-1 0,1 0,-1 0,1 0,-1 1,0-1,0 0,1 1,-1-1,0 0,-1 1,1-1,0 1,0-1,-1 1,1 0,-1-1,1 1,-1 0,1 0,-1 0,0 0,1 1,-1-1,0 0,0 1,0-1,0 1,1-1,-1 1,0 0,0 0,0 0,0 0,0 0,0 1,0-1,0 0,0 1,-3 5,0-1,1 1,0 0,0 0,0 1,1-1,0 1,0 0,0 0,0 3,-6 14,1 1,1 0,1 0,1 1,1-1,1 1,1 0,2 0,1 0,1 0,1-1,1 1,1 0,1-1,1 0,2-1,6 13,-11-30,-1 0,1 0,0-1,1 1,0-1,0 0,0-1,1 1,0-1,0 0,0-1,0 0,1 1,0-2,0 1,0-1,0 0,0-1,1 1,-1-2,1 1,-1-1,1 0,0 0,-1-1,1 0,7-1,-1-4,-1 1,1-2,-1 0,0 0,0-1,-1-1,0 0,-1-1,1 0,-2-1,1 0,-1 0,-1-1,0-1,-1 1,0-1,0-1,-1 0,-1 0,1-4,-5 13,1 0,-1 0,-1-1,1 1,-1 0,1-1,-1 1,-1-1,1 0,0 1,-1-1,0 1,0-1,-1 0,1 1,-1-1,0 1,0-1,-1 1,1-1,-1 1,0 0,0 0,0 0,-1 0,0 0,0 0,0 3,-1 1,1-1,-1 1,1 0,-1 0,1 1,-1-1,1 1,-1-1,1 1,-1 0,1 1,0-1,0 0,0 1,-1 0,1 0,1 0,-1 0,0 0,0 0,1 1,0 0,-1-1,1 1,0 0,0 0,0 0,1 0,-1 0,1 1,-1 1,-2 1,-1 1,2 0,-1 1,1-1,0 0,0 1,1 0,0 0,1-1,-1 1,2 0,-1 0,1 0,0 1,1-1,0 0,0-1,0 1,1 0,1 0,-1 0,1-1,0 0,1 1,0-1,0-1,2 3,4-1,-1-1,1 0,1-1,-1 0,1-1,0 0,0-1,1 0,-1-1,1 0,0-1,0 0,0-1,6 0,51 5</inkml:trace>
  <inkml:trace contextRef="#ctx0" brushRef="#br2" timeOffset="-187135.389">10937 2069,'-8'-2,"-1"0,0 1,1 0,-1 1,0-1,0 2,0-1,1 1,-1 1,0-1,1 1,-1 1,1 0,0 0,0 0,0 1,0 1,1-1,-1 1,1 0,0 1,1 0,-1 0,1 0,0 1,1 0,0 0,0 0,-2 4,4-3,-1 0,1 0,1 0,-1 0,1 1,1 0,0-1,0 1,0 0,2 8,-1-15,0 1,0 0,0 0,1-1,0 1,-1 0,1 0,0-1,0 1,0-1,1 1,-1-1,1 1,-1-1,1 0,0 0,0 0,0 0,0 0,0 0,0 0,1-1,-1 1,0-1,1 0,0 1,-1-1,1 0,-1-1,1 1,0 0,0-1,-1 1,1-1,1 0,7-2,0-1,1 0,-2-1,1 0,0-1,-1 0,0 0,0-1,0-1,-1 1,0-2,0 1,0-1,-1 0,-1-1,0 0,0 0,0-1,4-10,2 1,-1-1,-1-1,-1 0,-1-1,-1 0,-1 0,-1-1,-1 0,0 0,-2 0,-1 0,-1-1,-1 1,-1-1,-1 1,-1 0,-1 0,-1 0,-1 0,-1 1,-2-3,-27-39,35 63,0-1,0 1,0 0,0-1,0 1,-1 0,1 0,0 0,-1 0,1 0,-1 0,1 1,-1-1,0 0,1 1,-1-1,0 1,1 0,-1 0,0-1,1 1,-1 0,0 0,0 0,1 1,-1-1,0 0,1 1,-1-1,0 1,1 0,-1-1,1 1,-1 0,1 0,-1 0,1 0,0 0,-1 1,-4 4,1 1,-1-1,2 1,-1 0,1 1,0-1,1 1,-1 0,2 0,-2 6,-6 16,2 0,1 0,1 1,2-1,1 1,1 0,2 1,3 26,-2-43,1 0,1 0,1 0,0 0,0-1,2 0,0 0,0 0,1-1,1 0,0 0,1-1,1 0,-1 0,2-1,0-1,0 1,1-2,2 2,-1-3,0 0,0-1,1 0,0-1,0-1,0 0,1-1,0 0,0-1,0-1,0-1,0 0,0-1,1 0,-1-1,0-1,0 0,0-2,0 1,-1-2,1 0,-1 0,0-2,-1 1,0-2,0 0,0 0,-1-2,0 1,-1-1,2-3,-7 6,0-1,-1 0,1 0,-2 0,1-1,-1 0,0 0,-1 0,0 0,0-6,-2 12,0 0,0-1,-1 0,0 1,1-1,-1 1,-1-1,1 1,0-1,-1 1,0-1,0 1,0-1,0 1,0 0,-1-1,0 1,1 0,-1 0,0 0,-1 0,1 1,0-1,-1 1,1-1,-1 1,0 0,0 0,-1-1,0 1,0 0,0 1,0-1,0 1,0 0,0 0,0 1,0-1,0 1,0 0,-1 0,1 0,0 1,0-1,0 1,0 0,0 0,0 0,0 1,0 0,0-1,1 1,-1 1,1-1,-1 0,0 2,-4 2,1 0,-1 1,1 0,1 1,-1 0,1 0,0 0,1 1,0-1,-2 6,2-3,1 1,0 0,1 0,0 1,0-1,2 1,-1-1,2 8,-1-15,1 0,1 0,-1 0,1-1,0 1,0 0,0 0,0-1,1 1,0-1,0 1,0-1,1 0,-1 0,1 0,0 0,0 0,1-1,-1 1,1-1,-1 0,1 0,2 1,-1-1,0-1,0-1,0 1,0-1,0 1,0-1,0-1,0 1,0-1,0 0,1 0,-1 0,0-1,0 0,0 0,0 0,0-1,0 1,0-1,-1 0,1-1,2-1,4-2,0-1,-1 0,0-1,0 0,0-1,-1 0,0 0,4-7,-5 5,0 0,-1-1,0 0,-1 0,-1 0,1 0,-2-1,0 0,-1 0,0 0,-1-1,1-3,-13 45,8-13,1 1,0-1,1 1,1 0,1-1,0 1,2 7,-3-17,1-1,-1 1,1-1,0 0,0 1,1-1,0 0,0 0,0-1,0 1,1-1,-1 1,1-1,0 0,1-1,-1 1,1-1,-1 0,1 0,0 0,0 0,3 0,-3-2,-1 0,1 0,0 0,0-1,0 0,0 0,0 0,-1-1,1 1,0-1,0 0,0 0,-1-1,1 0,-1 1,1-2,-1 1,0 0,0-1,0 0,0 0,0 0,0 0,-1-1,0 1,1-2,8-9,-1 0,-1 0,0-1,-1 0,-1-1,5-11,5-28,-2 0,-3-1,-2-1,-2 0,-3 0,-3-1,-3-40,0 96,-7-222,6 218,1 4,0 0,0-1,0 1,0-1,-1 1,1-1,-1 1,1-1,-1 1,0 0,0-1,0 1,0 0,-1 0,1 0,-1 0,1 0,-1 0,0 0,1 1,-3-3,1 6,1-1,-1 0,1 0,0 1,0-1,-1 1,1 0,0 0,0 0,0 0,1 0,-1 0,1 0,-1 1,1-1,-1 1,1-1,0 1,0-1,1 1,-1 0,-1 0,-20 50,2 1,3 1,2 1,2 0,3 1,-1 35,9-62,1-1,1 1,1-1,2 1,1-1,1 0,2 0,0-1,3 3,-6-19,1-1,0 1,0-1,1 0,1 0,0 0,0-1,1 0,0-1,1 0,0 0,0-1,1 0,0 0,1-1,0-1,0 1,0-2,0 0,1 0,0-1,4 0,-8-2,1-1,0 0,0 0,0-1,0-1,0 1,0-1,0-1,-1 0,1 0,0-1,-1 0,0 0,0-1,0 0,0 0,0-1,-1 0,0 0,0-1,0 0,-1 0,0-1,0 0,0 0,-1 0,0-1,-1 1,0-1,0 0,0-1,-1 1,1-6,1 0,0 0,-1-1,-1 1,0-1,-1 0,-1 0,0 0,-1 0,0 0,-2 0,-1-9,3 23,1 0,-1 0,0 0,0 0,0 0,0 0,0 0,0 0,-1 0,1 0,0 0,0 0,-1 0,1 1,-1-1,1 0,0 0,-1 0,0 0,1 0,-1 1,1-1,-1 0,0 0,0 1,1-1,-1 1,0-1,0 1,0-1,0 1,0-1,0 1,0 0,0-1,0 1,0 0,0 0,0 0,0 0,0 0,0 0,0 0,0 0,0 0,0 0,0 0,0 1,1-1,-1 0,0 1,0-1,-1 1,-3 7,1 0,0 0,0 0,0 1,1-1,1 1,-1 0,1 0,1 0,0 0,0 0,0 1,1-6,-2 14,1 1,0 0,2 0,0 0,1-1,1 1,0-1,6 15,-7-26,0-1,1 1,0 0,0-1,0 0,1 1,0-1,1-1,-1 1,1-1,0 1,0-2,0 1,1 0,0-1,0 0,0 0,0-1,1 0,0 0,-1 0,1-1,0 0,2 0,70-7,-47-7</inkml:trace>
  <inkml:trace contextRef="#ctx0" brushRef="#br2" timeOffset="-186874.072">11566 1788,'-18'0,"-9"0,10-2,21-1,33-4,40-11,40-11,1 0</inkml:trace>
  <inkml:trace contextRef="#ctx0" brushRef="#br3" timeOffset="-136405.656">1726 7336,'3'-2,"0"-3,2-4,0 1</inkml:trace>
  <inkml:trace contextRef="#ctx0" brushRef="#br3" timeOffset="-133681.59">1874 7309,'15'5,"0"0,0-1,1-1,-1 0,1-1,0-1,0 0,0-2,-1 1,17-4,362-27,-330 29,13 2,0-4,-1-3,1-4,47-13,21-21,-88 25,1 3,0 2,1 3,1 2,51-2,-26 12,148-9,114-32,-133 21,81-23,-37 25,-164 9,1-3,-2-5,0-4,58-22,-122 34,12-2,-1-2,-1-1,-1-3,0-1,-1-2,-1-1,-1-2,-1-1,-1-2,-1-1,-1-2,25-31,-15 5,-2-1,-3-2,8-23,-10 20,-3 3,-2-1,16-52,-41 96,0-1,-1 0,-1 0,0 0,-1 0,-1 0,0 0,-1 0,-1 0,-2-7,3 13,-1 1,-1-1,0 1,0 0,-1 0,0 0,0 0,-1 1,0 0,-1 0,0 0,0 1,0-1,-1 2,0-1,-1 1,1 0,-1 0,0 1,-1 0,1 0,-1 1,0 1,0-1,0 1,-1 1,-8-2,-330-31,81 21,-206 9,214 31,181-15,-334 42,363-44,1 2,0 2,-21 10,-48 13,-250 37,351-71,-673 117,597-96,1 4,2 4,1 3,1 5,-46 30,-247 145,336-188,1 2,1 2,2 2,1 2,2 1,1 2,0 3,15-14,1 1,2 2,0-1,2 2,1 0,2 1,0 1,-6 30,15-52,1 0,0 1,1-1,0 1,1 0,0-1,0 1,1 0,1 0,0-1,0 1,1 0,1-1,-1 0,2 1,-1-1,2 0,-1-1,1 1,1-1,-1 0,2 0,-1 0,1-1,1 0,-1-1,7 5,1-1,1-2,1 0,0-1,0-1,0 0,1-1,0-1,0-1,0-1,1 0,11-1,19 0,0-2,0-3,42-7,11-10,0-4,-1-4,35-19,-75 27,64-17,-81 26</inkml:trace>
  <inkml:trace contextRef="#ctx0" brushRef="#br3" timeOffset="-132408.119">684 9208,'-25'-44,"23"37,-15-55,2 0,3-1,3 0,0-43,8 90,1 0,0 1,1-1,1 0,0 1,4-12,-5 23,0-1,1 0,0 0,0 1,0-1,1 1,-1 0,1 0,0 0,0 0,0 0,1 1,0-1,-1 1,1 0,0 0,0 0,1 1,-1-1,1 1,-1 0,1 0,0 1,3-1,0 0,0 1,0 1,0-1,0 1,0 1,0-1,0 2,0-1,0 1,0 0,-1 0,1 1,-1 0,1 1,-1-1,0 1,0 1,6 4,0 0,0 1,0 1,-1 0,-1 0,0 1,-1 1,5 7,-6-7,-1 0,-1 0,0 0,-1 1,-1 0,0 0,0 0,-2 1,0-1,0 1,-1 0,-1 0,-1 0,0 0,-1 7,1-20,0 0,0 0,1 0,-1 0,0 0,-1 0,1 0,0 0,0 0,-1 0,0 0,1-1,-1 1,0 0,0 0,1 0,-2-1,1 1,0-1,0 1,0-1,-1 1,1-1,-1 1,1-1,-1 0,1 0,-1 0,0 0,0 0,1 0,-1-1,0 1,0 0,0-1,0 0,0 1,0-1,0 0,0 0,0 0,0 0,1 0,-1-1,0 1,0 0,0-1,0 0,0 1,-1-2,-2-2,1-1,-1 0,1 0,0 0,1 0,-1-1,1 1,0-1,0 0,1 0,0 0,0 0,0-1,1 1,0 0,0-1,1 1,0-1,0 1,0-1,1 1,0-1,0 1,0 0,1-1,0 1,0 0,1 0,0 0,0 1,0-1,0 1,1-1,2-1,14-13,0 1,2 0,0 2,19-12,16-12,-49 34,2 2,-1-2,0 1,0-1,-1 0,1-1,-2 0,1 0,-1-1,0 0,-1 0,0-1,-1 0,0 1,0-2,-1 1,0-1,0-4,-4 12,-1 1,0 0,0 0,0 0,0 0,0 0,0 0,0 0,-1 0,1 0,-1 1,0-1,1 0,-1 1,0 0,0-1,0 1,0 0,0 0,0 0,0 0,0 0,0 1,-1-1,1 0,0 1,-1 0,1 0,0-1,0 2,-1-1,1 0,0 0,-1 1,1-1,0 1,0-1,-1 1,1 0,0 0,0 0,0 0,0 1,0-1,1 0,-1 1,0-1,0 1,-3 2,0 0,1 1,-1-1,1 1,0 0,0 1,0-1,1 0,-1 1,2 0,-1 0,0 0,1 0,0 0,1 1,-1-1,1 0,1 1,-1-1,1 1,0-1,1 7,0-3,0 0,0 0,1 0,1 0,0 0,0-1,1 1,0-1,1 0,0 0,0 0,1-1,0 1,3 2,-4-6,0 0,1 0,0 0,0-1,0 0,1 0,-1 0,1-1,0 0,0 0,0-1,0 1,1-2,-1 1,0-1,1 0,-1-1,1 0,-1 0,1 0,-1-1,1 0,-1-1,0 1,0-2,1 1,-1-1,-1 0,1 0,0-1,0 0,26-22,-5-2</inkml:trace>
  <inkml:trace contextRef="#ctx0" brushRef="#br3" timeOffset="-131884.689">1500 8433,'-9'-16,"9"16,0 0,0 0,0 1,-1-1,1 0,0 0,0 0,0 0,0 0,0 0,0 0,0 0,-1 0,1 0,0 0,0 0,0 0,0 0,0 1,-1-1,1 0,0 0,0 0,0 0,0-1,0 1,-1 0,1 0,0 0,0 0,0 0,0 0,0 0,6 24,2 0,0-1,2 0,1-1,12 20,35 23,-56-63,0-1,0 1,1-1,-1 0,1 0,-1 0,1 0,0 0,-1 0,1 0,0-1,0 0,-1 1,1-1,0 0,0 0,-1-1,1 1,0-1,0 1,-1-1,1 0,-1 0,1 0,-1 0,1 0,-1-1,1 1,0-2,7-6,-2-1,1 0,-2-1,1 1,-1-1,-1-1,0 1,-1-1,0 0,0-1,-2 1,1-1,-2 0,1 0,-2 0,0-1,1 5,-1-1,0 1,-1 0,0-1,-1 1,1-1,-2 1,1 0,-3-6,-2 24,5 2,0-1,1 0,0 1,1-1,0 1,0-1,1 0,1 0,0 0,0 0,3 5,-4-11,0 0,0 0,0 0,1 0,-1-1,1 1,0-1,0 0,0 0,0 0,1 0,-1-1,1 1,0-1,0 0,0 0,0 0,0-1,0 1,0-1,1 0,-1 0,0-1,1 1,-1-1,0 0,1 0,2-1,-1 0,1 0,-1 0,0-1,0 0,-1 0,1-1,0 1,-1-1,1-1,-1 1,0-1,0 0,0 0,-1 0,1 0,-1-1,0 0,-1 0,1 0,-1 0,0-1,0 1,0-2,2-4,-1 1,0-1,-1 1,0-1,-1 0,0-1,0 1,-1 0,-1 0,0 0,-1-1,0-5,-9-24,18 66,1-1,1 0,1 0,1-1,1 0,1-1,1-1,10 11,30 4,-31-29</inkml:trace>
  <inkml:trace contextRef="#ctx0" brushRef="#br3" timeOffset="-131511.353">2301 8152,'0'19,"0"1,2 0,0-1,1 1,1-1,1 3,-2-15,-1-1,1 0,0 1,0-1,0 0,1 0,0-1,0 1,1-1,-1 0,1 0,0 0,1-1,-1 0,1 0,0 0,0-1,0 1,1-1,-2-1,0 0,1-1,-1 1,0-1,0 0,1-1,-1 1,1-1,-1 0,0 0,1-1,-1 0,0 0,1 0,-1 0,0-1,0 0,0 0,0 0,0-1,-1 0,1 1,-1-2,1 1,-1 0,0-1,-1 0,1 0,-1 0,1-1,-1 1,0-1,-1 1,1-1,5-8,-1 0,0 0,-1-1,-1 0,0 0,-1-1,0 1,-1-1,-1 0,0 1,-1-1,-1-12,0 28,-1-1,1 0,0 1,-1-1,1 0,-1 1,1-1,0 0,-1 0,1 1,-1-1,1 0,-1 0,1 0,-1 0,1 0,-1 0,1 0,-1 0,1 0,-1 0,1 0,-1 0,1 0,-1 0,1 0,-1 0,1-1,0 1,-1 0,1 0,-1 0,1-1,-1 1,1 0,0-1,-1 1,1 0,0-1,-1 1,1-1,0 1,-1 0,1-1,0 1,0-1,0 1,0-1,-1 1,1-1,0 1,0-1,0 1,0-1,0 1,0-1,0 1,0-1,0 1,0-1,0 1,1-1,-1 1,0-1,0 1,0 0,1-1,-5 8,2 0,-1 0,1 0,0 1,0-1,0 1,1-1,1 1,-1-1,1 1,1 0,-1-1,1 1,1-1,-1 1,1-1,0 0,1 1,1 0,0-3,1-1,0 0,0 0,0 0,1-1,-1 0,1 0,0 0,0-1,0 0,0 0,0 0,0-1,1 0,-1 0,0-1,1 0,-1 0,1 0,-1-1,0 0,1 0,-1 0,0-1,0 0,4-2,43-11</inkml:trace>
  <inkml:trace contextRef="#ctx0" brushRef="#br3" timeOffset="-130922.494">3211 8018,'-14'-1,"1"-1,0 2,0 0,0 0,-1 1,1 1,0 0,0 1,0 0,-9 5,17-6,-1 0,1 0,0 1,0 0,0 0,1 0,-1 1,1-1,-1 1,1 0,0 0,1 1,-1-1,1 1,0 0,0 0,0 0,1 0,0 0,0 1,0-1,0 1,1-1,0 1,0 5,1-9,-1 1,1-1,0 1,0-1,1 1,-1 0,0-1,1 1,0-1,0 1,-1-1,1 1,0-1,1 0,-1 1,0-1,1 0,-1 0,1 0,0 0,0 0,0-1,0 1,0 0,0-1,0 1,0-1,1 0,-1 0,0 0,1 0,-1 0,2 0,2 0,-1 0,1 0,0-1,-1 0,1 0,0 0,-1 0,1-1,0 0,-1 0,1-1,-1 0,0 0,1 0,0-1,5-4,0 0,0 0,-1-1,0-1,0 0,-1 0,-1-1,1 0,-1-1,-1 0,0 0,-1 0,0-1,-1 0,0 0,0 0,-2-1,1 1,-2-1,0 0,0-1,-2 13,1 1,-1 0,0-1,0 1,1-1,-1 1,0-1,0 1,0-1,0 1,0-1,0 0,0 1,0-1,0 1,0-1,0 1,0-1,0 1,0-1,0 1,0-1,0 1,-1-1,1 1,0-1,0 1,-1-1,1 1,0 0,-1-1,1 1,0-1,-1 1,1 0,-1-1,1 1,-1 0,1 0,-1-1,1 1,-1 0,1 0,-1 0,1 0,-1-1,1 1,-1 0,-1 5,0 1,1-1,-1 0,1 1,0-1,1 1,-1-1,1 1,0-1,0 1,1 0,0-1,0 0,0 1,1-1,-1 0,1 1,0-1,1 0,0 0,-1-1,1 1,1 0,-1-1,1 0,0 0,-1 0,2 0,-1-1,0 1,1-1,0 0,0-1,-1 1,2-1,-1 0,0 0,0 0,1-1,-1 0,1 0,-1 0,1-1,-1 0,1 0,-1 0,1-1,-1 1,1-2,4 0,6-8,-1 0,1-1,-2-1,0-1,0 1,-1-2,-1 0,0-1,-1 0,-1 0,0-1,-1-1,-1 0,0 0,-2 0,3-10,2-9,-1-2,-2 1,-2-1,-1 0,-2 0,-1 0,-3-1,-1 1,-1-2,2 24,-1 0,0 0,-1 1,-1-1,0 1,-1-1,-1 1,0 1,-1-1,-8-10,14 23,0 0,0 0,0 0,0 0,0 0,-1 1,1-1,-1 0,1 1,-1 0,0-1,1 1,-1 0,0 0,0-1,0 2,0-1,0 0,0 0,0 1,0-1,-1 1,1-1,0 1,0 0,0 0,0 0,-1 0,1 0,0 1,0-1,0 1,0-1,0 1,0 0,0 0,0 0,0 0,0 0,0 0,0 1,1-1,-1 0,0 1,1-1,-1 1,-7 12,1-1,1 1,0 0,1 0,0 1,1 0,1 0,0 0,1 0,1 1,0-1,1 1,1 0,0-1,2 11,-1-8,0-1,2 1,0 0,1-1,1 1,0-1,1-1,1 1,1-1,0 0,1-1,1 0,0 0,1-1,1 0,0-1,0 0,2-1,-1-1,2 0,12 7,-3-6,1-1,0-2,1 0,0-2,0-1,1-1,0-1,-1-1,6-2,52 2</inkml:trace>
  <inkml:trace contextRef="#ctx0" brushRef="#br3" timeOffset="-129790.27">2021 9382,'-4'-7,"-1"1,0 0,0 0,-1 1,0-1,1 1,-2 0,1 1,-1 0,1 0,-1 0,0 1,-1 0,1 0,-1 0,1 1,-1 1,1-1,-1 1,0 0,0 1,0 0,1 0,-1 1,0 0,0 0,1 1,-1 0,0 0,1 1,0 0,0 0,0 1,0 0,0 0,1 0,0 1,0 0,0 0,0 1,1 0,0 0,0 0,-3 4,1 0,1 0,0 1,0-1,1 2,0-1,1 0,0 1,1 0,1 0,-1 0,2 0,0 0,0 0,1 1,1-1,0 0,0 0,2 0,-1 0,2 3,-1-10,-1 0,1 0,0 0,0 0,0-1,1 1,0-1,0 0,0 0,0 0,1 0,-1-1,1 0,0 0,0 0,0-1,0 1,1-1,-1-1,1 1,-1-1,1 0,-1 0,1 0,0-1,-1 0,1 0,0 0,0-1,-1 0,1 0,-1 0,1-1,-1 0,0 0,1 0,-1-1,0 1,0-1,-1-1,1 1,-1-1,1 1,0-3,6-4,-2 0,1-1,-1 0,-1 0,0-1,-1 0,0 0,0-1,-2 0,0 0,0-1,-1 1,1-6,1-14,0 1,-2-1,-2 0,-1 0,-2-8,0 4,-3 1,-1 0,-1 0,-2 0,-2 1,-1 1,-1-1,-11-17,5 24,18 28,-1-1,1 1,-1 0,1-1,-1 1,1 0,-1-1,1 1,-1 0,0 0,1 0,-1 0,1 0,-1-1,0 1,1 0,-1 0,1 0,-1 1,0-1,1 0,-1 0,1 0,-1 0,0 1,1-1,-1 0,1 0,-1 1,1-1,-1 0,1 1,-1-1,1 1,-1-1,1 1,0-1,-1 1,1-1,-1 1,1-1,0 1,0-1,-1 1,1-1,0 1,0 0,0-1,0 1,0-1,0 1,0 0,0-1,0 1,0 0,0-1,0 1,0-1,0 1,0 0,1-1,-1 1,0 0,-4 43,1 0,2 0,2 0,1 1,7 24,-7-38,1-1,1 0,2-1,0 1,3-1,0 0,2-1,1 0,1-1,1 0,2-1,5 6,-18-27,1-2,-1 1,1 0,0 0,0-1,0 0,0 0,0 0,1-1,-1 1,1-1,0 0,0 0,0 0,0-1,0 0,0 0,0 0,0-1,0 0,1 0,-1 0,0 0,0-1,0 0,0 0,0 0,0-1,0 0,0 0,0 0,-1 0,3-2,8-8,0-1,-1 0,-1-1,-1 0,0-1,0 0,-2-1,0-1,-1 1,0-1,-1-1,-1 0,-1 0,-1 0,0 0,-1-1,0-16,-2 23,-1 1,0-1,0 0,-2 1,1-1,-2 0,1 1,-1-1,-1 1,0 0,-1 0,0 0,-1 0,0 1,-2-2,7 11,0 0,-1 0,0 0,1 0,-1 0,1 0,-1 0,0 0,0 0,0 0,0 0,1 1,-1-1,0 0,0 1,0-1,0 0,-1 1,1 0,0-1,0 1,0-1,0 1,0 0,-1 0,1 0,0 0,0 0,0 0,0 0,-1 0,1 0,0 1,0-1,0 0,0 1,0-1,0 1,-1-1,1 1,0-1,0 1,1 0,-1 0,0-1,0 1,0 0,0 0,1 0,-1 0,0 0,1 0,-1 0,-2 8,0 0,1 0,0 0,1 0,-1 0,2 1,-1-1,1 0,1 0,0 1,0-1,1 0,0 0,0 0,1 0,0-1,1 1,0-1,0 1,1-1,0-1,0 1,5 4,-2-3,0-2,1 1,-1-1,1 0,1-1,-1 0,1 0,0-1,1 0,-1-1,1 0,0-1,0 0,0-1,0 0,0 0,0-1,1-1,-1 0,7-1,42-5</inkml:trace>
  <inkml:trace contextRef="#ctx0" brushRef="#br3" timeOffset="-128769.337">3451 8633,'-5'12,"-11"20,2 0,2 1,0 0,3 1,0 0,0 17,8-47,0-1,1 1,-1 0,1-1,-1 1,1-1,0 1,1 0,-1-1,1 1,-1-1,1 1,0-1,0 1,1-1,-1 1,1-1,0 0,0 0,0 0,0 0,0 0,0 0,1-1,0 1,-1-1,1 0,0 0,0 0,0 0,0 0,1 0,-1-1,0 0,1 1,-1-1,1-1,-1 1,1 0,2-1,13-3,0-1,-1-1,1-1,-1 0,0-1,-1-1,1-1,-2-1,1 0,-1-1,-1 0,0-2,8-8,9-4,-1-1,-1-2,-1-1,-2-1,-1-1,-1-2,-2 0,17-33,-22 2,-17 63,-1-1,0 1,0-1,0 1,0-1,0 0,0 1,-1-1,1 1,-1-1,1 1,-1-1,1 1,-1 0,0-1,1 1,-1 0,0-1,0 1,0 0,0 0,0 0,0 0,-1 0,1 0,0 0,0 0,-1 0,1 0,-1 1,1-1,-1 1,1-1,-1 1,1-1,-1 1,1 0,-2 0,-3 1,-1 0,0 0,1 1,-1 0,1 0,0 1,-1 0,1 0,0 0,1 1,-1 0,1 0,0 0,0 1,0 0,0 0,1 0,0 0,0 1,0 0,1 0,0 0,0 0,0 0,1 0,0 1,-1 4,1-6,0 1,1-1,0 1,0 0,0-1,1 1,-1 0,1 0,1 0,-1-1,1 1,0 0,0 0,1-1,0 1,0-1,0 0,0 1,1-1,0 0,0 0,1-1,-1 1,1-1,0 1,0-1,0 0,1-1,-1 1,1-1,0 0,0 0,0 0,1-1,2 1,4 1,0-1,0 0,0-1,0 0,0-1,0 0,1-1,-1-1,0 0,0 0,0-1,0-1,0 0,0-1,0 0,-1 0,0-1,0-1,0 0,2-3,5-3,0 0,-2-2,1 0,-2 0,0-2,-1 0,0 0,-1-2,-1 1,-1-2,3-6,-8 13,0 0,0 0,-1-1,-1 0,0 0,-1 0,0-1,-1 1,0-6,-2 18,0 0,0 0,0 0,0 0,-1 0,1 0,0 0,0 0,-1 0,1 0,-1 0,1 0,-1 1,1-1,-1 0,1 0,-1 0,0 1,1-1,-1 0,0 1,0-1,1 1,-1-1,0 1,0-1,0 1,0-1,0 1,0 0,0 0,0-1,0 1,0 0,0 0,0 0,0 0,0 0,0 0,0 0,0 0,0 1,0-1,0 0,-43 17,37-13,0 0,0 0,0 1,0-1,1 2,0-1,0 1,1 0,-1 0,1 0,0 1,1 0,0 0,0 0,0 0,1 1,0-1,0 3,3-8,0 0,0 1,0-1,1 0,-1 0,0 0,1 1,0-1,0 0,-1 0,1 0,0 0,1 0,-1 0,0 0,0 0,1-1,-1 1,1 0,0-1,-1 1,1-1,0 0,0 1,0-1,0 0,0 0,0 0,0-1,0 1,1 0,-1-1,0 0,77 10,-74-10,1 1,-1-1,0-1,0 1,1-1,-1 0,0 0,0 0,0-1,0 1,0-2,0 1,-1 0,1-1,-1 0,0 0,1 0,-1 0,0-1,-1 1,1-1,-1 0,0-1,0 1,0 0,0-1,-1 0,1 1,-1-1,-1 0,1 0,-1 0,0 0,0 0,0-1,-1 1,1 0,-1 0,-1-3,-23-50,24 58,0 0,0 1,0-1,0 0,0 1,0-1,0 0,0 1,0-1,0 0,0 1,0-1,0 0,0 1,-1-1,1 0,0 1,0-1,0 0,-1 0,1 1,0-1,0 0,-1 0,1 1,0-1,-1 0,1 0,0 0,-1 1,1-1,0 0,-1 0,1 0,0 0,-1 0,1 0,0 0,-1 0,1 0,0 0,-1 0,1 0,0 0,-1 0,1 0,-1 0,1 0,0-1,0 1,-1 0,1 0,0 0,-1-1,1 1,0 0,-1 0,1 0,0-1,0 1,0 0,-1-1,1 1,0 0,0-1,0 1,-2 31,3-24,1-1,-1 1,1-1,0 1,0-1,1 0,0 0,0 0,0 0,1-1,0 1,0-1,0 0,1 0,0 0,0-1,0 1,0-1,1 0,-1-1,1 0,0 0,0 0,0 0,1-1,-1 0,1 0,6 0,-3 0,0-1,0 0,0 0,0-1,0-1,0 0,0 0,0-1,0 0,0 0,0-1,-1-1,0 0,1 0,-1-1,-1 0,1 0,-1-1,1-1,12-13</inkml:trace>
  <inkml:trace contextRef="#ctx0" brushRef="#br3" timeOffset="-128381.959">5029 7965,'-14'3,"1"0,1 1,-1 1,0 0,1 1,0 0,1 1,-1 0,1 1,0 1,1-1,0 1,1 1,0 0,0 0,1 1,-1 1,8-11,0 1,-1-1,1 0,0 1,0-1,0 0,0 1,0 0,0-1,0 1,0-1,1 1,-1 0,1 0,-1-1,1 1,0 0,-1 0,1 0,0 0,0-1,0 1,1 0,-1 0,0 0,1-1,-1 1,1 0,0 0,-1-1,1 1,0-1,0 1,0 0,0-1,1 1,8 1,0 0,-1-1,2-1,-1 1,0-2,0 1,0-1,0-1,0 0,2-1,4 1,25-3,-26 2,1 0,-1 1,1 0,0 2,-1 0,1 0,-1 2,1-1,1 3,-14-4,-1 0,1 0,-1 0,1 1,-1-1,0 1,1-1,-1 1,0 0,0 0,0 0,-1 0,1 0,0 1,-1-1,1 0,-1 1,0-1,0 1,0 0,0-1,0 1,-1 0,1-1,-1 1,0 0,0 0,0-1,0 1,0 0,0 0,-1-1,0 1,0 1,-1 5,0 0,-1 0,-1-1,0 1,0-1,0 0,-1 0,0 0,-5 5,1-2,-1-1,1-1,-2 0,1 0,-1-1,-1 0,1-1,-1 0,0-1,-1 0,0-1,1-1,-2 0,1 0,-3-1,-10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9:05.3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008C3A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2354 1424,'0'21,"0"15,-2 11,-1 7,-2 0,-1-1,2-8,1-9,1-13,0-11</inkml:trace>
  <inkml:trace contextRef="#ctx0" brushRef="#br0" timeOffset="291.907">2154 1237,'48'3,"0"2,0 3,-1 1,0 2,-1 3,8 4,-37-14,0 1,0 1,0 0,-1 1,1 1,-2 1,1 0,-1 1,-1 1,0 0,0 1,-1 0,6 8,-17-17,-1 0,1 0,-1 0,0 0,1 0,-1 0,-1 0,1 0,0 0,-1 1,0-1,1 0,-1 0,-1 1,1-1,0 0,-1 0,0 1,1-1,-1 0,0 0,-1 0,1 0,-1 0,1 0,-1-1,0 1,0 0,0-1,0 0,0 1,-1-1,1 0,-2 1,-7 6,-1 0,0-1,-1 0,0-1,0 0,-14 4,8-3,0-1,0-1,-1 0,1-2,-1 0,0-1,-1-1,1-1,0-1,-1-1,20 2,0-1,-1 0,1 0,0 0,0 0,-1 0,1 0,0 0,-1-1,1 1,0 0,0-1,-1 1,1-1,0 1,0-1,0 0,0 1,0-1,0 0,0 0,0 0,0 0,0 0,0 0,0 0,0 0,1 0,-1 0,1 0,-1 0,1-1,-1 1,1 0,-1 0,1-1,0 1,0 0,0-1,0 1,0 0,0-1,0 1,0 0,0 0,1-1,-1 1,1 0,-1 0,1-1,-1 1,1 0,-1 0,2-1,14-19</inkml:trace>
  <inkml:trace contextRef="#ctx0" brushRef="#br0" timeOffset="569.521">2903 1291,'-23'59,"3"1,2 1,3 1,3 0,1 14,8 24,3-97,0 1,1 0,0-1,0 1,0 0,1-1,-1 1,1-1,0 0,0 0,0 1,0-1,0 0,1-1,-1 1,1 0,0-1,0 1,0-1,0 0,0 0,0 0,1-1,-1 1,1-1,20 4,-1-1,1-1,0-1,0-1,0-2,0 0,0-1,-1-2,16-3,-20 4,121-24,-79 12</inkml:trace>
  <inkml:trace contextRef="#ctx0" brushRef="#br0" timeOffset="867.733">4025 1371,'-16'-8,"0"1,-1 0,0 2,0 0,0 0,-1 2,0 0,1 1,-1 1,0 1,0 1,0 0,0 1,-1 1,6 0,0 0,0 1,0 1,0 0,1 1,-1 0,2 1,-1 0,1 1,0 0,0 1,1 0,-9 10,13-13,1 1,0 0,0 0,0 1,1-1,0 1,0 0,1 0,0 0,0 0,1 1,0-1,1 1,0 0,0-1,1 1,0 0,0-1,1 1,1 0,-1-1,2 4,0-3,0 0,1 0,0 0,1-1,0 0,0 0,1 0,0-1,0 0,0 0,1 0,0-1,1 0,-1-1,1 1,0-1,1-1,-1 0,8 3,9 3,1-2,0-1,0 0,1-2,0-2,11 1,192-6,-166-3</inkml:trace>
  <inkml:trace contextRef="#ctx0" brushRef="#br0" timeOffset="-750.591">336 1559,'4'15,"7"15,5 14,5 8,1 4,-1 0,-4-3,-7-8,-8-10,-4-10</inkml:trace>
  <inkml:trace contextRef="#ctx0" brushRef="#br0" timeOffset="-311.696">229 1411,'32'-3,"-1"1,1 1,0 2,0 1,0 2,-1 1,0 1,8 4,-25-7,0 0,0 1,0 1,0 0,-1 1,0 0,0 1,0 0,-1 1,0 1,-1 0,0 0,0 1,-1 1,0 0,-1 0,0 1,-1 0,-1 0,4 8,-5 1,0 1,-2 0,0 1,-2-1,0 0,-2 1,0-1,-3 14,3-34,-1-1,1 0,-1 0,1 0,0 0,-1 0,1 0,0 0,0 0,0 0,0 0,0 0,0 0,0 0,0 0,0 0,0 0,1 0,-1 0,0 0,1 0,-1 0,1 0,-1 0,1 0,-1 0,1 0,0 0,0 0,-1-1,1 1,0 0,0-1,0 1,0 0,-1-1,1 1,0-1,0 1,0-1,0 0,0 0,1 1,-1-1,0 0,0 0,7-3,-1 0,0 0,0-1,0 0,0-1,-1 1,1-1,-1-1,0 1,-1-1,3-3,-4 5,13-12,-1-1,0 0,-2-1,0-1,-1 0,0-1,6-17,-23 46,0 0,1 0,0 0,0 0,1 0,0 1,0-1,1 1,1 0,0-1,0 1,0 0,1-1,1 1,0-1,0 1,1-1,0 0,1 0,-1 0,2-1,-1 1,1-1,1 0,0 0,0-1,1 2,5-2,1 0,0-1,1 0,-1-1,1 0,0-1,0-1,1 0,-1-1,1 0,-1-1,1-1,0-1,61 1</inkml:trace>
  <inkml:trace contextRef="#ctx0" brushRef="#br1" timeOffset="168998.001">13623 10635,'0'0</inkml:trace>
  <inkml:trace contextRef="#ctx0" brushRef="#br0" timeOffset="132531.027">3530 8777,'0'-28,"-1"14,3 32,22 304,-21 223,23-353,-40-8,15-66,-1-117,0 0,0 0,0 0,1 1,-1-1,0 0,0 0,1 0,-1 0,1 0,-1 0,1 0,-1 0,1 0,0 0,0-1,-1 1,1 0,0 0,0-1,0 1,0 0,0-1,0 1,-1-1,2 1,-1-1,0 1,0-1,0 0,0 0,0 1,0-1,0 0,0 0,0 0,0 0,1 0,47-11,-34 6,18-2,-1 0,1 2,0 2,0 1,9 2,180 1,261 9,-288 1,177-13,493-32,-559 35,577-14,-247-2,-70-11,69-1,609 28,-1024 13,-59-14,-55 14,89-7,-189-6,-5 0,1-1,-1 1,0 0,1-1,-1 1,0-1,1 0,-1 1,1-1,-1 0,1 0,-1 0,1 0,-1 0,1 0,-1 0,0-1,1 1,-1-1,1 1,-1-1,0 1,1-1,-1 0,0 1,0-1,1 0,-1 0,0 0,0 0,0 0,0 0,0 0,0 0,-1-1,1 1,0-1,-25-108,-55-352,57 271,1-160,5 90,-11 151,27 109,-1 0,1-1,-1 1,1-1,0 1,-1-1,1 0,0 1,0-1,0 1,0-1,0 1,1-1,-1 1,0-1,1 1,-1-1,1 1,-1-1,1 1,0-1,0 1,0 0,-1 0,1-1,0 1,0 0,1 0,-1 0,0 0,0 0,2 0,13-9</inkml:trace>
  <inkml:trace contextRef="#ctx0" brushRef="#br0" timeOffset="133454.133">8678 7882,'2'-14,"1"-6,0 6,-1 13,0 16,-1 14,-1 11,1 8,-4 3,0-1,-2-2,-1-4,-1-8,1-5,-2-8,2-8</inkml:trace>
  <inkml:trace contextRef="#ctx0" brushRef="#br0" timeOffset="133714.432">8610 8270,'3'0,"4"0,7 0,5 0,6 0,1 0,-2 0,-2 0,-5 0</inkml:trace>
  <inkml:trace contextRef="#ctx0" brushRef="#br0" timeOffset="133937.867">8571 7761,'-3'-2,"3"-1,4 0,7 1,9 0,9 1,7 1,4 0,2 0,-1 0,-6 0,-9 0</inkml:trace>
  <inkml:trace contextRef="#ctx0" brushRef="#br0" timeOffset="140404.887">9092 7976,'-3'-6,"-2"18,8 14,26-59,-25 26,0 0,0 0,-1 0,0-1,-1 1,1-1,-2 0,1 0,-1 0,0 0,0 0,-1 0,0 0,-1 0,0 0,0 0,-1-2,2 10,0-1,0 0,0 1,0-1,-1 1,1-1,0 1,0-1,0 0,0 1,-1-1,1 1,0-1,-1 1,1-1,0 1,-1 0,1-1,0 1,-1-1,1 1,-1 0,1-1,-1 1,1 0,-1 0,1-1,-1 1,1 0,-1 0,1 0,-1-1,0 1,1 0,-1 0,1 0,-1 0,1 0,-1 0,0 0,1 1,-1-1,1 0,-1 0,1 0,-1 0,1 1,-1-1,1 0,-1 1,1-1,-1 0,1 1,-1-1,1 0,0 1,-1-1,1 1,0-1,-1 1,1-1,0 1,-16 34,9 17,6-28</inkml:trace>
  <inkml:trace contextRef="#ctx0" brushRef="#br0" timeOffset="140694.147">9146 8229,'2'-2,"1"-3,0-4,-3 1,-4 1,-3 2,-3 6,-2 6,1 6,3 2,2 5,2-1,7-2,7-4,9-5,0-4</inkml:trace>
  <inkml:trace contextRef="#ctx0" brushRef="#br0" timeOffset="141062.256">9479 8015,'7'-29,"2"1,0-1,2 2,1 0,2 0,0 1,2 1,5-7,5-7,-26 39,0 0,0 1,0-1,0 0,0 1,0-1,0 0,-1 0,1 1,0-1,0 0,0 1,0-1,0 0,1 1,-1-1,0 0,0 1,0-1,0 0,0 0,0 1,0-1,1 0,-1 0,0 1,0-1,0 0,1 0,-1 1,0-1,0 0,1 0,-1 0,0 1,0-1,1 0,-1 0,0 0,0 0,1 0,-1 0,0 0,1 0,-1 0,0 0,1 1,-1-2,0 1,1 0,-1 0,0 0,0 0,1 0,-1 0,0 0,1 0,-1 0,0 0,0-1,1 1,-1 0,0 0,0 0,-1 30,-17 89,-19 208,36-298</inkml:trace>
  <inkml:trace contextRef="#ctx0" brushRef="#br0" timeOffset="141277.977">9573 8242,'-2'0,"4"0,5 0,10-2,7-1,10-2,5-3,4-2,-2-1,-3-2,-8 2</inkml:trace>
  <inkml:trace contextRef="#ctx0" brushRef="#br0" timeOffset="141542.147">10067 7534,'0'9,"-2"14,-3 22,-5 21,-6 20,-4 14,-4 7,-2 0,1-7,5-12,6-13,5-21</inkml:trace>
  <inkml:trace contextRef="#ctx0" brushRef="#br0" timeOffset="142426.403">10148 8015,'13'-15,"-1"0,-1-1,0 0,-1-1,-1 0,-1 0,0-1,-1 0,-1-1,-1 0,0 1,-1-8,-4 84,-2 275,-7-272,9-60,-1 1,1 0,0 0,-1-1,0 1,1 0,-1-1,0 1,0-1,0 1,0-1,0 1,0-1,0 0,-1 1,1-1,0 0,-1 0,1 0,-1 0,1 0,-1 0,1 0,-1-1,0 1,0-1,1 1,-1-1,0 1,0-1,-1 0,27-4,174-8,-171 6</inkml:trace>
  <inkml:trace contextRef="#ctx0" brushRef="#br0" timeOffset="145533.412">4065 8924,'14'342,"-13"-133,-2-207,1-1,0 1,0 0,0-1,0 1,0-1,0 1,0 0,1-1,-1 1,1-1,-1 1,1-1,-1 1,1-1,0 1,0-1,0 0,0 1,0-1,0 0,0 0,0 1,0-1,1 0,-1 0,0 0,1-1,-1 1,1 0,-1 0,1-1,-1 1,1-1,-1 0,1 1,-1-1,1 0,0 0,-1 0,1 0,0 0,-1 0,1 0,0-1,185-18,-29 26,-145-4</inkml:trace>
  <inkml:trace contextRef="#ctx0" brushRef="#br0" timeOffset="146051.406">4667 9432,'1'1,"-1"0,1 0,-1 0,1 0,0-1,0 1,0 0,-1 0,1 0,0-1,0 1,0-1,0 1,0 0,0-1,0 0,0 1,0-1,0 1,1-1,-1 0,0 0,0 0,0 0,0 0,0 0,1 0,-1 0,0 0,0-1,0 1,0 0,0-1,0 1,0-1,0 1,1-1,38-23,-38 22,5-3,1 0,-1 0,0-1,0 0,-1-1,0 1,0-1,0-1,-1 1,0-1,0 0,-1 0,0 0,-1 0,0-1,0 1,1-8,-4 14,-1 0,1 0,0 0,-1 0,1 1,-1-1,0 0,0 0,0 1,0-1,0 0,0 1,0-1,0 1,-1 0,1-1,0 1,-1 0,1 0,-1-1,0 1,1 1,-1-1,0 0,0 0,1 1,-1-1,0 1,0-1,0 1,0 0,0 0,0-1,0 2,1-1,-1 0,0 0,0 0,0 1,0-1,0 1,1 0,-1 0,0-1,0 1,1 0,-1 0,1 0,-1 1,1-1,-1 0,1 1,-1 0,-4 3,0 0,0 1,1 0,0 0,0 0,1 0,-1 1,1 0,1 0,-1 0,1 0,1 0,-1 1,1-1,1 1,-1 0,1 0,0 4,1-6,-1-1,1 1,0 0,1-1,-1 1,1 0,0-1,1 1,0-1,-1 0,1 1,1-1,-1 0,1 0,0 0,0-1,1 1,-1-1,1 0,0 0,0 0,0 0,1 0,-1-1,5 2,0-1,0 0,1-1,-1-1,1 0,-1 0,1-1,0 0,0 0,-1-1,1-1,0 1,0-2,-1 1,10-4,14-3</inkml:trace>
  <inkml:trace contextRef="#ctx0" brushRef="#br0" timeOffset="147872.449">5054 9298,'0'0,"1"1,-1-1,0 0,1 0,-1 0,0 0,1 0,-1 0,0 0,1 0,-1 0,0 0,0 0,1 0,-1 0,0 0,1 0,-1 0,0 0,1-1,-1 1,0 0,0 0,1 0,-1 0,0-1,1 1,-1 0,0 0,0 0,0-1,1 1,-1 0,0 0,0-1,0 1,0 0,0-1,1 1,-1 0,0-1,0 1,0 0,0-1,0 1,0 0,0 0,0-1,0 1,0 0,0-1,0 1,0-1,15 30,-14-27,68 174,-68-174,0 1,0-1,1 1,-1-1,1 1,-1-1,1 0,0 0,0 0,0 0,0 0,0 0,1 0,-1-1,1 1,-1-1,1 0,-1 1,1-1,0 0,-1-1,1 1,0 0,0-1,0 0,-1 1,1-1,0 0,0-1,0 1,0 0,-1-1,1 0,0 1,0-1,-1 0,1-1,-1 1,1 0,-1-1,1 1,-1-1,0 0,2-1,5-5,0 0,0-1,-1 0,0 0,0-1,-1 0,0-1,-1 0,0 0,-1 0,0 0,-1-1,0 0,-1 0,-1 0,1 0,-2 0,0-1,0 1,-1-1,-4 1,-1 27,4-8,-1 1,2-1,-1 0,1 1,0-1,1 0,0 1,0-1,0 0,1 0,0 0,0 0,1 0,0 0,0-1,1 1,0-1,0 0,0 0,1-1,0 1,0-1,0 0,1 0,-1 0,1-1,0 0,1 0,-1-1,1 1,5 1,2-3,1 0,-1-1,0-1,1 0,-1 0,0-2,0 0,1 0,-1-2,-1 0,1 0,0-1,-1-1,0 0,-1-1,1 0,-1-1,0 0,-1-1,0 0,-1-1,0 0,0-1,-1 0,0-1,2-4,-7 11,-1 0,1 0,-1 0,0 0,-1 0,1-1,-1 1,0-1,-1 0,1 0,-1 1,0-1,0 0,-1 0,0-4,0 9,0 0,-1 1,1-1,0 0,-1 0,1 1,-1-1,1 0,-1 1,1-1,-1 0,0 1,1-1,-1 1,0-1,1 1,-1-1,0 1,1 0,-1-1,0 1,0 0,0 0,1-1,-1 1,0 0,0 0,0 0,0 0,1 0,-1 0,0 0,0 0,0 1,0-1,1 0,-1 0,0 1,0-1,1 0,-1 1,0-1,0 1,-34 19,25-13,1 0,-1 0,1 1,1 0,0 0,0 1,0 1,1-1,0 1,1 0,-4 9,10-18,0 0,0 1,0-1,0 0,0 0,0 1,1-1,-1 0,0 0,1 1,-1-1,1 0,-1 0,1 0,0 0,-1 0,1 0,0 0,0 0,0 0,0 0,-1 0,1 0,1 0,-1-1,0 1,0-1,0 1,0 0,0-1,1 0,-1 1,0-1,0 0,1 0,-1 1,0-1,0 0,1 0,-1 0,0-1,1 1,-1 0,0 0,0-1,0 1,1-1,-1 1,0-1,0 1,0-1,0 0,0 0,0 1,1-2,18-5,-1-2,0 0,0 0,-1-2,-1 0,0-2,0 1,-1-2,7-8,-10 21,-11 22,-1-9,63 262,-57-247,40 225,-46-240,-1 0,0 0,0 1,-2-1,1 0,-1 0,-1 0,0 0,-2 1,4-9,0 0,-1 0,0-1,0 1,0-1,0 1,-1-1,1 0,-1 0,0 0,0 0,0-1,0 1,0-1,0 1,-1-1,1 0,-1-1,0 1,1-1,-1 1,0-1,0 0,0 0,0-1,0 1,0-1,-4 0,4 0,-1-1,1 0,0 0,-1 0,1 0,0-1,0 1,0-1,0 0,0 0,0-1,1 1,-1-1,1 0,-1 0,1 0,0 0,0 0,1-1,-1 1,1-1,0 0,-1-2,-3-4,1 0,1-1,0 0,1 0,0 0,0 0,2 0,-2-8,3 0,0 0,1 1,1-1,1 0,1 0,0 1,1 0,1 0,1 0,6-10,99-166,-97 170,19-24,-2-2,-2-1,-2-1,-2-2,-3-1,-2 0,-3-2,-2 0,4-36,-16 50,-1 0,-2 0,-2 0,-1 0,-3-2,-17-18,21 63,0-1,1 0,-1 1,0-1,0 1,1-1,-1 1,0-1,0 1,0 0,0-1,1 1,-1 0,0 0,0-1,0 1,0 0,0 0,0 0,0 0,0 0,0 1,0-1,0 0,0 0,1 0,-1 1,0-1,0 1,0-1,0 0,1 1,-1 0,0-1,0 1,1-1,-1 1,0 0,1-1,-1 2,-24 31,14-10,1 0,1 0,1 1,2 1,0-1,1 1,2 0,0 0,2 0,0 0,2 1,1-1,1 0,1 0,4 11,70 203,-53-174,-2 1,-4 1,-1 9,-14-57,-3-19,0 0,-1 0,1 0,0-1,0 1,0 0,-1-1,1 1,0 0,0-1,-1 1,1-1,0 1,-1-1,1 1,-1-1,1 0,0 1,-1-1,1 0,-1 0,0 1,1-1,-1 0,0 0,1 1,-1-1,0 0,0 0,0 0,1 0,-1 1,0-1,0 0,0 0,-1 0,1 0,0 1,0-2,0 0,9-24,1-7,1 0,2 1,1 0,1 1,11-14,-3 21,-22 24,-1-1,1 1,0 0,-1 0,1 0,0 0,-1 0,1-1,0 1,-1 0,1 0,0 1,-1-1,1 0,-1 0,1 0,0 0,-1 0,1 1,0-1,-1 0,1 1,-1-1,1 0,-1 1,1-1,-1 1,1-1,-1 1,1-1,-1 1,0-1,1 1,-1-1,0 1,1-1,-1 1,0 0,0-1,0 1,1 0,-1-1,0 1,0-1,0 2,24 211,-24-212,0 0,1 0,-1 0,0 0,0 0,1 0,-1 0,1 0,-1 0,1 0,-1 0,1 0,-1 0,1-1,0 1,0 0,-1 0,1-1,0 1,0 0,0-1,0 1,0-1,0 1,0-1,0 0,0 1,0-1,0 0,0 0,0 1,0-1,0 0,0 0,7-5</inkml:trace>
  <inkml:trace contextRef="#ctx0" brushRef="#br0" timeOffset="148255.44">6712 8723,'7'-28,"-2"46,2 393,28-28,-34-376</inkml:trace>
  <inkml:trace contextRef="#ctx0" brushRef="#br0" timeOffset="148511.786">6539 9098,'-3'-2,"7"-1,9 0,14 1,13 0,10-1,4-3,1 0,-5-2,-8 1,-10 2,-7 1,-4 2,-5 1</inkml:trace>
  <inkml:trace contextRef="#ctx0" brushRef="#br0" timeOffset="148997.555">7367 9178,'-2'7,"1"2,4 0,0-2</inkml:trace>
  <inkml:trace contextRef="#ctx0" brushRef="#br0" timeOffset="149259.849">7354 9459,'9'9,"6"3,-1-2,-2-9,-3-3</inkml:trace>
  <inkml:trace contextRef="#ctx0" brushRef="#br0" timeOffset="152276.719">8584 8844,'-1'40,"-2"0,-2 1,-1-1,-2-1,-2 1,-1-2,-2 1,-2-2,-5 7,-41 82,60-125,0 0,0 0,0 0,0 0,0 0,1 0,-1 1,0-1,1 0,-1 0,1 1,0-1,-1 0,1 1,0-1,0 0,0 1,0-1,0 0,0 1,0-1,0 1,0-1,1 0,-1 0,1 1,-1-1,1 0,-1 1,1-1,0 0,-1 0,1 0,0 0,0 0,0 0,0 0,0 0,0 0,0 0,0-1,0 1,1 0,-1-1,0 1,1 0,13 0,-1 0,1-1,0-1,-1 0,1-1,-1-1,1 0,-1-1,8-3,11-2,217-44,-224 50</inkml:trace>
  <inkml:trace contextRef="#ctx0" brushRef="#br0" timeOffset="152526.039">8811 9125,'-2'4,"-1"9,0 11,1 13,3 13,1 15,0 12,-2 11,-4 9,-1-13</inkml:trace>
  <inkml:trace contextRef="#ctx0" brushRef="#br1" timeOffset="165630.018">9346 8804,'-16'-13,"0"0,-1 1,0 1,-1 0,0 1,-1 1,0 1,0 1,-1 0,0 2,0 0,0 1,-1 1,-11 1,-25 0,-1 3,1 3,0 2,0 3,1 2,0 3,1 2,-20 10,49-17,0 1,0 2,1 1,1 0,0 2,1 1,0 1,2 0,0 2,1 1,0 0,2 2,-5 7,3 3,1 0,2 2,1 0,1 0,3 2,0 0,2 0,2 1,2 0,1 0,1 1,3-1,1 7,0-24,1-1,2 1,0 0,1-1,0 1,2-1,0 0,1-1,1 0,1 0,1 0,0-1,1-1,1 0,0 0,2-1,-1-1,2 0,10 8,11 0,1 0,1-3,0-1,2-2,0-1,0-3,1-1,1-2,-1-1,2-3,-1-1,0-3,35-2,-29 0,0-2,-1-2,1-3,-1-1,-1-2,0-3,41-17,-58 18,0-1,-1-1,-1-1,-1-1,0-2,-1-1,-1 0,-1-2,-1-1,-1-1,-1 0,7-13,-10 12,-1-2,-2 0,0 0,-2-1,-1-1,-2 0,0 0,-2-1,-2 0,0 0,-2-1,-1 1,-2-1,-1 1,-1-1,-1 1,-2 0,-1 0,-2 0,-1 1,-1 0,-9-18,4 19,-1 0,-1 0,-2 2,-1 0,-1 1,0 1,-2 2,-1 0,-1 1,-22-14,26 21,0 1,0 1,-1 1,0 1,-1 1,0 1,-1 1,0 0,0 2,0 2,0 0,-1 1,1 1,-14 2,24 0,-1 1,1 0,0 1,0 0,0 1,0 1,1 0,0 1,0 0,0 1,1 1,0 0,0 0,1 2,0-1,0 1,1 1,1-1,0 2,0-1,1 1,1 1,-2 3,-14 58,14-4</inkml:trace>
  <inkml:trace contextRef="#ctx0" brushRef="#br1" timeOffset="166328.347">9787 9539,'-1'16,"0"1,1-1,1 0,0 1,1-1,1 0,0 0,1 0,1 0,1-1,6 15,8 9,0-2,3 0,25 32,31 26,4-4,5-4,3-3,3-5,10 0,216 192,-291-242,-20-19,0 0,0-1,1 0,1-1,-1 0,1 0,1-1,-1-1,4 1,-2-3</inkml:trace>
  <inkml:trace contextRef="#ctx0" brushRef="#br1" timeOffset="167047.513">10951 10395,'51'80,"-20"-34,-2 0,-2 2,-2 1,-2 0,2 15,-12 16,-13-78,-1 0,1 1,0-1,-1 0,1 0,-1 0,0 0,0 1,0-1,0-1,0 1,0 0,0 0,-1 0,1 0,-1-1,1 1,-1-1,0 1,1-1,-1 0,0 0,0 1,0-1,0-1,0 1,0 0,0 0,-1-1,1 1,0-1,0 0,0 1,-2-1,-10-1,0 1,0-2,0 0,0 0,0-1,1-1,-1-1,1 0,-21-6,26 9,-17-6,1 1,-1 1,-1 2,1 0,-1 2,-10 0,27 4,8 1</inkml:trace>
  <inkml:trace contextRef="#ctx0" brushRef="#br1" timeOffset="167730.272">11458 10354,'-9'92,"4"-1,5 31,0-45,1-15,-9 124,26-250,-15 58,-1 0,1 0,0 0,0 1,1-1,0 1,0 0,0 0,1 1,-1-1,1 1,0 0,0 0,1 0,-1 1,1 0,0 0,0 0,0 1,0 0,0 0,0 1,0-1,1 1,-1 1,1-1,-1 1,1 0,-1 0,1 1,-1 0,0 0,1 1,-1 0,1 0,0 1,0 0,-1 1,1-1,-1 1,0 1,0-1,-1 1,1 0,-1 0,0 0,0 1,-1 0,0 0,0 0,0 0,0 1,-1 0,-1-1,1 1,-1 0,0 0,0 1,-1-1,0 0,0 0,-1 6,-1-10,1 0,-1 0,0 0,-1 0,1 0,0 0,-1-1,0 1,1 0,-1-1,0 0,-1 1,1-1,0 0,0 0,-1 0,0 0,1 0,-1-1,0 1,0-1,0 0,1 1,-1-1,-1-1,1 1,-2 0,-88 5,88-6,-1 0,0 0,0-1,1 0,-1 0,1-1,-1 1,1-1,-1 0,1-1,0 1,0-1,0 0,-2-2,7 3,-1 0,1 0,-1 0,1 0,-1 1,1-1,0 0,0 0,0 0,0 0,1 0,-1 0,0 0,1 0,0 0,-1 0,1 1,0-1,0 0,0 0,0 1,0-1,0 0,0 1,1 0,-1-1,0 1,1 0,0-1,-1 1,1 0,-1 0,1 0,0 0,1 0,23-15,0 2,1 0,0 1,1 2,1 1,0 2,0 0,23-2,89-6,-138 16,-1 0,1 1,-1-1,1 1,-1-1,1 1,-1 0,0 0,1 0,-1 0,0 0,0 1,0-1,0 1,0-1,0 1,0 0,0 0,0-1,-1 1,1 1,-1-1,0 0,1 0,-1 0,0 1,0-1,-1 1,1-1,0 1,-1-1,0 1,1-1,-1 1,0-1,0 2,3 31,15 74,-16-104,-1-1,1 0,0 0,0 0,0 0,1 0,-1-1,1 1,0-1,0 0,0 0,0 0,1 0,-1 0,1 0,0-1,0 0,0 0,0 0,0 0,0-1,0 1,1-1,50-10,-31-5</inkml:trace>
  <inkml:trace contextRef="#ctx0" brushRef="#br1" timeOffset="167993.768">12060 10395,'0'0</inkml:trace>
  <inkml:trace contextRef="#ctx0" brushRef="#br1" timeOffset="168330.895">12434 10167,'-30'83,"4"1,4 1,3 1,4 0,4 2,2 24,6-82,2 1,1-1,2 1,1-1,3 10,-5-32,1-1,0 0,0 1,1-1,0 0,0 0,0 0,1-1,0 1,1-1,0 0,0 0,0 0,0-1,1 0,0 0,0 0,0-1,1 0,-1 0,1-1,0 1,5 0,3-1,-1 0,1-1,0-1,0-1,1 0,-1-1,0 0,0-2,-1 1,1-2,0 0,-1-1,0 0,0-1,-1 0,1-2,-1 1,-1-2,1 1,-2-2,1 0,-1 0,-1-1,6-6,-6 9,-14 24,0-5,2-6,0 0,0 0,1 0,-1 0,1 0,0 0,1 1,-1-1,1 0,0 1,0-1,1 0,0 0,0 1,0-1,0 0,1 0,0 0,0 0,0 0,1-1,-1 1,1-1,0 1,1-1,-1 0,1 0,-1-1,1 1,1-1,-1 0,2 2,1-2,-1-1,1 0,-1 0,1-1,0 1,0-1,-1-1,1 1,0-1,0 0,0-1,0 0,0 0,-1 0,1-1,1 0,29-12</inkml:trace>
  <inkml:trace contextRef="#ctx0" brushRef="#br1" timeOffset="168594.965">13102 10822,'-16'-2,"-9"-1,-4 0,4-1,6-3,6-2,3-7,2-5,1 2</inkml:trace>
  <inkml:trace contextRef="#ctx0" brushRef="#br1" timeOffset="168796.425">12434 10341,'21'0,"17"0,17 0,12-2,11-3,8-3,2-3,-12 1</inkml:trace>
  <inkml:trace contextRef="#ctx0" brushRef="#br2" timeOffset="202343.213">11659 7440,'-167'27,"-17"-14,127-5,-41 7,-1-4,-24-3,-160 17,243-24,1-1,0-3,0-1,-29-7,-87-12,-35-28,169 46,1 0,-1 0,0 2,-1 1,-20 0,-8-1,-175-15,151 18,-254-14,166-2,-134 6,-67 10,98-27,-69 28,70 13,-746-15,643 15,-153-14,274 13,172-10,1 3,-44 11,-407 42,-11-7,12 9,258 0,229-52,0 2,1 1,0 2,-15 9,38-16,-1 0,1 1,0 0,1 1,0 0,1 1,-1 0,2 1,0 0,0 0,1 1,0 0,0 2,2-4,1-1,0 1,1 1,0-1,0 1,1 0,0-1,1 1,1 1,-1-1,2 0,0 0,0 0,1 0,0 1,1-1,0 0,0 0,2-1,-1 1,1-1,1 1,4 7,5-1,1-1,0 0,1-1,0 0,1-2,1 0,0 0,1-2,0 0,1-2,0 0,0-1,22 5,30 5,2-3,-1-4,38 0,37 6,223 38,20-36,-56-6,64 14,-73-1,-180-21,100 16,-127-10,0-5,67-8,-46 0,263 2,-144-13,-37 0,83-15,56 29,-127-15,168 1,-86 0,68 6,179 1,-67 33,-65-28,-5-25,-161 3,-234 20,0-2,-1-1,1-2,-2 0,1-2,-1-2,18-9,-32 11,-1-1,0 0,-1-1,0-1,-1 0,-1 0,0-1,0 0,-1-1,-1-1,-1 1,0-1,-1-1,-1 1,3-14,-2 8,-2 0,0 0,-2-1,0 0,-2 0,0 0,-2-3,2 7,-2 0,-1 0,0 0,-1 0,-1 0,-1 1,3 13,1 0,-1 0,-1 1,1-1,0 1,-1-1,0 1,0 0,0 0,-1 0,1 1,-1-1,0 1,0 0,0 0,0 0,-1 0,1 1,-1 0,0 0,1 0,-1 0,0 1,-5-1,-139-3,72 6,-65-9,-80-16,117 9</inkml:trace>
  <inkml:trace contextRef="#ctx0" brushRef="#br2" timeOffset="203850.099">11619 7601,'-16'-5,"-6"-1</inkml:trace>
  <inkml:trace contextRef="#ctx0" brushRef="#br2" timeOffset="204150.338">11445 7560,'-12'0,"-3"-2,3 1,10 4,15 5,19 4,22 0,24-3,24-2,18 0,4 3,-17 5,-26-1</inkml:trace>
  <inkml:trace contextRef="#ctx0" brushRef="#br2" timeOffset="211430.203">11792 6478,'-4'-4,"-1"0,0 0,-1 1,1-1,-1 1,1 0,-1 1,0 0,0 0,0 0,0 0,-1 1,1 0,0 1,-1-1,1 1,0 0,-1 1,1-1,0 1,0 1,0-1,-1 1,1 0,1 0,-1 1,0 0,1 0,-1 0,0 1,-3 3,1 1,-1 0,1 1,0 0,1 0,0 0,1 1,0 0,0 1,1-1,1 1,-1 0,0 7,3-12,0 0,0 1,1-1,0 0,0 1,1-1,0 1,0-1,1 1,-1-1,1 1,1-1,-1 0,1 1,0-1,1 0,-1 0,1 0,0-1,1 1,-1-1,1 0,0 0,1 0,-1 0,7 4,1-1,0 0,1-1,-1 0,1-1,0-1,5 2,66 34,-82-40,0 1,1-1,-1 1,0 0,0-1,0 1,0 0,0 0,0 0,-1 1,1-1,-1 0,1 1,-1-1,0 1,0-1,0 1,0-1,-1 1,1 0,-1 0,1-1,-1 1,0 0,0 0,0-1,-1 1,1 0,-1 0,1-1,-1 1,0 0,0-1,0 1,0-1,0 1,-1-1,1 0,-1 0,0 1,0-1,1 0,-2 0,-5 6,0-1,0 0,-1 0,1-1,-1 0,-1 0,1-1,-1-1,0 0,0 0,-1-1,1 0,-1 0,-2-1,12-2,0 0,0 1,0-1,-1 0,1 0,0 0,0-1,-1 1,1 0,0 0,0-1,0 1,-1-1,1 1,0-1,0 1,0-1,0 0,0 1,0-1,0 0,0 0,0 0,1 0,-1 0,0 0,0 0,1 0,-1 0,1 0,-1 0,1 0,-1 0,1-1,0 1,-1 0,1 0,0-1,0 1,0 0,0 0,0-1,0 1,1 0,-1 0,0 0,0-1,1 1,-1 0,1 0,-1 0,1 0,0 0,-1 0,1 0,0 0,0 0,0 0,-1 0,1 0,0 0,0 1,0-1,0 0,1 1,-1-1,9-4,1 0,0 0,0 1,1 1,-1 0,1 0,0 1,7 0,-1-1,-2 0</inkml:trace>
  <inkml:trace contextRef="#ctx0" brushRef="#br2" timeOffset="212479.74">11819 6918,'20'-6,"0"-1,0-1,-1-1,0-1,0-1,-1-1,0 0,-2-1,1-1,-1 0,3-5,-18 18,0 0,1 0,-1 1,0-1,0 0,0 0,0 0,0 0,0-1,0 1,0 0,0 0,-1 0,1-1,0 1,-1 0,1-1,-1 1,1-1,-1 1,0-1,0 1,1-1,-1 1,0 0,0-1,-1 1,1-1,0 1,0-1,-1 1,1-1,-1 1,1 0,-1-1,0 1,1 0,-1 0,0-1,0 1,0 0,0 0,0 0,0 0,0 0,0 0,0 0,-1 0,1 1,0-1,-1 0,1 1,0-1,-1 1,1 0,-1-1,0 1,-4 0,1 1,-1 0,1 1,-1-1,1 1,0 0,0 1,0-1,0 1,0 0,1 0,-1 0,1 1,0 0,0 0,0 0,0 0,1 0,0 1,0-1,0 1,0 0,1 0,0 0,0 0,0 1,1-1,-1 0,1 1,0-1,1 1,0 0,0-1,0 1,2 2,0-1,1 1,0-1,0 0,1 0,-1 0,2-1,-1 1,1-1,0 0,0 0,1 0,-1-1,1 0,1 0,-1-1,0 1,1-2,0 1,0-1,1 1,-1-2,0 1,1-1,0-1,-1 1,1-1,0 0,0-1,-1 0,1 0,0-1,0 0,1 0,-3-1,0 0,0 0,0-1,-1 1,1-1,-1-1,0 1,0-1,0 1,0-1,-1-1,1 1,-1-1,0 0,-1 0,1 0,-1 0,2-4,39-106,-28-55,-16 170,0 0,0-1,0 1,1 0,-1-1,0 1,0 0,0 0,1 0,-1-1,0 1,0 0,1 0,-1 0,0-1,0 1,1 0,-1 0,0 0,1 0,-1 0,0 0,0 0,1-1,-1 1,0 0,1 0,-1 0,0 0,1 0,-1 1,0-1,0 0,1 0,-1 0,0 0,1 0,-1 0,0 0,0 1,1-1,-1 0,0 0,0 0,1 1,-1-1,0 0,0 0,0 0,1 1,-1-1,0 0,0 1,0-1,0 0,0 0,1 1,-1-1,0 0,0 1,0-1,3 3,15 8,0-1,1-1,0 0,1-2,-1 0,1-1,4 0,40 13,-61-19,-1 1,1-1,-1 1,1 0,0 0,-1 0,0 0,1 0,-1 1,0-1,1 1,-1-1,0 1,0 0,-1 0,1 0,0 0,0 0,-1 0,0 1,1-1,-1 0,0 1,0-1,0 1,0-1,-1 1,1 0,-1-1,1 1,-1 0,0 0,-23 60,-1 17,26-77,-1 1,1-1,0 0,0 0,0 0,0 0,0 0,1-1,-1 1,1-1,0 0,0 1,0-1,0 0,0-1,0 1,1 0,-1-1,0 0,1 0,-1 0,1 0,-1-1,1 1,0-1,-1 0,1 0,0 0,-1 0,1-1,-1 1,1-1,7 0,0-1,0 0,0-1,0 0,-1-1,1 0,-1-1,0 0,0 0,0-1,-1 0,0-1,0 0,-1-1,0 1,0-1,-1-1,0 0,0 0,-1 0,0-1,-1 0,0 0,0 0,-1-1,-1 1,0-1,0 0,0-6,-2 3,-8 40,6-21,-4 13,1 0,0 1,2 0,0 0,1 0,1 0,0 0,3 8,-3-25,1 1,-1-1,1 0,0 0,0 0,0 0,0 0,0 0,0 0,1 0,-1 0,1 0,-1-1,1 1,-1-1,1 1,0-1,0 1,0-1,0 0,0 0,0 0,0 0,0-1,0 1,1 0,-1-1,0 1,0-1,1 0,-1 0,2 0,22-3</inkml:trace>
  <inkml:trace contextRef="#ctx0" brushRef="#br2" timeOffset="212742.597">12969 6304,'0'16,"9"10,12 4,3-2</inkml:trace>
  <inkml:trace contextRef="#ctx0" brushRef="#br2" timeOffset="213680.053">13303 6759,'-8'-4,"1"1,-1 0,0 0,-1 0,1 1,0 1,-1 0,1 0,-1 0,1 1,-1 0,1 1,-1 0,1 0,-1 1,1 0,0 0,0 1,0 0,0 1,0-1,1 2,0-1,-1 1,2 0,-1 0,1 1,-1 0,2 0,-1 0,1 1,0 0,0 0,0 0,1 1,1 0,-2 3,3-9,1 1,0-1,0 1,0-1,1 1,-1 0,1-1,-1 1,1 0,0 0,0-1,0 1,0 0,1-1,-1 1,1 0,-1-1,1 1,0 0,0-1,0 1,0-1,1 0,-1 1,1-1,-1 0,1 0,0 0,0 0,0 0,0 0,0-1,0 1,1-1,-1 1,0-1,1 0,-1 0,3 1,7-1,0 0,0 0,0-1,0-1,0 0,0-1,0 0,0 0,-1-2,1 1,-1-1,0-1,0 0,0-1,0 0,-1-1,6-4,-7 5,-1 0,0 0,0-1,-1 0,0 0,0 0,0-1,-1 0,0-1,-1 1,0-1,0 0,-1-1,0 1,-1-1,0 1,0-1,-1 0,0 0,0-7,-3 17,1 1,-1-1,1 1,-1-1,1 1,-1-1,1 0,-1 1,0-1,1 0,-1 1,1-1,-1 0,0 0,1 0,-1 0,0 0,1 1,-1-1,0 0,1 0,-1-1,0 1,1 0,-1 0,0 0,1 0,-1-1,0 1,1 0,-1 0,1-1,-1 1,0 0,1-1,-1 1,1-1,-1 1,1-1,-1 1,1-1,0 1,-1-1,1 0,0 1,-1-1,1 1,0-1,0 0,0 1,-1-1,1 0,0 1,0-1,0 0,0 1,0-1,0 0,0 1,0-1,1 0,-4 5,1 0,0 0,0 0,0 1,0-1,1 1,-1-1,1 1,1-1,-1 1,1-1,-1 1,1 0,1-1,-1 1,0 0,1-1,0 1,0-1,1 1,-1-1,1 1,0-1,0 0,1 0,-1 0,1 0,0 0,0-1,0 1,0-1,0 0,1 0,0 0,-1 0,1-1,0 0,4 2,2-1,1-1,0-1,-1 0,1 0,0-1,-1 0,1-1,0 0,-1-1,1 0,-1-1,0 0,1-1,-2 0,7-3,5-4,0 0,-2-1,1-1,-1-1,-1-1,11-12,-8 2,-1-1,-2 0,-1-1,-1-1,-1-1,-2 0,0-1,-2 0,-2-1,-1 0,-1-1,-1 0,-2 0,-2 0,0 0,-2 0,-2 0,-4-25,6 46,-1 1,0-1,-1 1,0 0,-1-1,1 1,-2 0,0 1,0-1,-1 1,0-1,0 2,-1-1,-1 0,6 7,-1 1,1-1,-1 1,1 0,-1 0,0 0,0-1,0 2,0-1,0 0,0 0,0 1,0-1,0 1,0-1,0 1,0 0,0 0,0 0,-1 0,1 0,0 0,0 1,0-1,0 1,0 0,0-1,0 1,0 0,0 0,0 0,1 0,-1 1,0-1,1 0,-1 1,0 0,-50 68,36-28,1 1,2 0,2 1,2 1,2 0,2 0,2 0,2 1,2 4,-2-17,2 0,1 0,2-1,1 1,1-1,2 0,1-1,2 1,0-2,3 0,0 0,2-2,3 3,29 36,-33-45</inkml:trace>
  <inkml:trace contextRef="#ctx0" brushRef="#br2" timeOffset="214331.474">12488 7507,'0'20,"0"12,0 7,0 1,0-1,-3-5,-2-9,-1-8</inkml:trace>
  <inkml:trace contextRef="#ctx0" brushRef="#br2" timeOffset="-214678.725">12367 7253,'16'15,"0"0,0-2,2 0,-1-1,2 0,-1-1,2-2,18 8,94 57,-126-68,-1 0,1 0,-1 0,0 1,0 0,-1 0,0 0,0 0,-1 1,0-1,0 1,-1 0,0 0,0 0,-1 0,0 0,-1 0,1 1,-1-1,-1 0,0 0,0 0,0 1,-1-1,-2 4,2-5,1-5,1-1,-1 0,0 0,0 1,1-1,-1 0,0 1,1-1,-1 1,1-1,0 1,0-1,-1 1,1-1,0 1,0-1,0 1,1-1,-1 1,0-1,1 1,-1-1,0 1,1-1,0 1,-1-1,1 0,0 1,0-1,0 0,0 0,0 0,0 0,0 1,0-1,0-1,0 1,1 0,-1 0,0 0,1-1,-1 1,0 0,1-1,-1 0,1 1,-1-1,1 0,-1 1,9-4,0 0,0-1,0 0,0-1,-1 1,0-2,0 1,-1-1,1-1,-1 0,-1 0,1 0,-1-1,6-8,-7 8,-1 0,0-1,0 0,-1 0,0 0,0 0,-1 0,1-9,-4 2,-8 27,5-1,0-1,1 1,0-1,0 1,1 0,1 0,-1 0,1 0,2 5,-2-11,1-1,-1 1,1-1,0 1,0-1,1 0,-1 1,1-1,-1 0,1 0,0 0,0 0,1-1,-1 1,0 0,1-1,0 0,-1 1,1-1,0 0,0-1,0 1,1 0,-1-1,0 0,0 0,1 0,1 0,6 1,1-2,-1 0,1 0,-1-1,1 0,-1-1,0 0,0-1,0 0,0-1,0 0,0-1,-1 0,0-1,1-1,28-16</inkml:trace>
  <inkml:trace contextRef="#ctx0" brushRef="#br2" timeOffset="-213628.533">13329 7414,'-14'25,"2"2,0 0,2 0,0 1,2 0,1 1,2 0,-2 20,-5 52,5 1,4 0,4 0,11 67,-10-265,-3-30,0-45,13-85,6 164,-18 91,0-1,1 1,-1 0,1 0,-1-1,1 1,0 0,0 0,-1 0,1 0,0 0,0 0,0 0,0 0,0 0,0 0,0 1,1-1,-1 0,0 1,0-1,1 1,-1-1,0 1,0-1,1 1,-1 0,1 0,-1 0,0 0,1 0,-1 0,0 0,1 0,-1 0,0 1,1-1,-1 1,0-1,0 1,1-1,-1 1,0 0,0-1,0 1,1 1,48 44,-48-44,2 3,12 11,-1 2,0 0,-2 1,0 1,-1 0,2 5,-14-24,1 1,-1-1,1 1,-1-1,1 1,-1 0,0-1,0 1,1-1,-1 1,-1 0,1-1,0 1,0-1,0 1,-1 0,1-1,-1 1,1-1,-1 1,0-1,0 0,0 1,1-1,-1 0,0 1,-1-1,1 0,0 0,0 0,0 0,-1 0,1 0,0 0,-1-1,1 1,-1 0,1-1,-1 1,1-1,-1 1,0-1,1 0,-1 0,-2 1,0 0,0-1,0 1,0-1,0 0,1 0,-1 0,0-1,0 1,0-1,0 0,1 0,-1-1,0 1,1-1,-1 1,1-1,-2-2,3 3,0-1,0 0,1 0,-1 0,1 0,-1 0,1 0,0 0,0 0,0 0,0-1,0 1,0 0,1-1,-1 1,1-1,0 1,-1-1,1 1,0-1,1 1,-1-1,0 1,1-1,-1 1,1 0,0-1,0 1,0 0,0-1,0 1,0 0,1-1,58-59,-53 56,1 0,-1 1,1 0,0 0,1 1,-1 0,1 1,0-1,-1 2,2-1,-1 1,0 1,0 0,0 0,1 0,-1 1,9 2,-15-1,-1 0,0 0,0 0,1 0,-1 1,0-1,-1 1,1 0,0-1,0 1,-1 0,1 0,-1 0,1 0,-1 0,0 1,0-1,0 0,0 0,0 1,-1-1,1 1,-1-1,1 1,-1-1,0 0,0 2,-7 72,4-55,2-20,1 0,-1 0,1 1,0-1,0 0,-1 0,1 0,0 1,0-1,0 0,1 0,-1 0,0 0,0 1,1-1,-1 0,0 0,1 0,-1 0,1 0,0 0,-1 0,1 0,0 0,-1 0,1 0,0 0,0 0,0-1,0 1,0 0,0 0,0-1,0 1,0-1,0 1,0-1,0 0,1 1,-1-1,0 0,0 0,0 0,1 0,-1 0,0 0,0 0,0 0,1 0,-1 0,0-1,0 1,0-1,0 1,0-1,0 1,1-1,11-4,-1-1,0 0,0 0,0-1,-1-1,0 0,-1 0,1-1,-2 0,1-1,-1 0,-1-1,0 0,0 0,-1 0,-1-1,0 0,3-10,0-18,-19 46,5 2,1 0,1 0,-1 0,1 0,1 0,0 1,0-1,0 1,1 0,1 0,-1-1,1 1,1 0,0 0,1 7,-1-14,0 0,0 0,0 0,1 0,-1 0,1-1,-1 1,1 0,-1-1,1 1,0-1,0 1,0-1,0 0,0 0,0 0,0 0,0 0,0-1,0 1,1 0,-1-1,0 0,0 0,1 1,-1-1,0 0,1-1,-1 1,0 0,1-1,67-25,-53 11,-1-2,0 0,-1 0,-1-1,-1-1,-1-1,0 1,-1-2,-2 0,0 0,-1-1,-1 0,-1 0,-1 0,1-19,16-128,-24 140,2 30,0-1,1 1,-1-1,-1 0,1 1,0-1,0 1,0-1,0 1,0-1,0 0,0 1,0-1,-1 1,1-1,0 0,0 1,-1-1,1 0,0 1,0-1,-1 0,1 0,0 1,-1-1,1 0,0 0,-1 1,1-1,-1 0,1 0,0 0,-1 0,1 0,-1 0,1 1,0-1,-1 0,1 0,-1 0,1 0,0-1,-1 1,1 0,-1 0,1 0,-1 0,1 0,0 0,-1-1,1 1,0 0,-1 0,1 0,0-1,-1 1,1 0,0-1,-1 1,1 0,0-1,0 1,0 0,-1-1,1 1,0 0,0-1,0 1,0-1,-11 26,1 1,1 0,1 0,2 1,1 0,-2 25,5-43,-3 22,2 1,1-1,1 1,1 0,2-1,2 1,0 0,-2-22,0-1,0 0,1 0,0 0,1 0,0 0,0 0,1-1,0 0,0 0,1 0,0-1,0 0,1 0,0 0,0-1,1 0,0 0,0-1,0 0,0-1,1 1,0-2,0 1,1-1,-8-2,1 0,0 0,0 0,0 0,-1 0,1-1,0 0,0 1,0-1,0 0,0 0,0-1,0 1,0-1,0 1,-1-1,1 0,0 0,0 0,-1 0,1-1,-1 1,1-1,-1 1,1-1,-1 0,0 0,0 0,0 0,0-1,0 1,-1-1,1 1,-1-1,1 1,-1-1,0 0,7-22</inkml:trace>
  <inkml:trace contextRef="#ctx0" brushRef="#br2" timeOffset="-213380.206">13998 7373,'-13'-2,"-8"-1,-2 0,8 3,15 1,21 1,24 0,26-5,21-7,10-5,-7-6,-18 1</inkml:trace>
  <inkml:trace contextRef="#ctx0" brushRef="#br0" timeOffset="-205397.892">10870 5248,'19'10,"8"-4,-1-2,1-1,0-1,0-2,0 0,12 0,806 1,-836 0,-1-1,1 0,-1-1,1 0,-1 0,1-1,-1 0,0 0,0-1,3-1,3-4</inkml:trace>
  <inkml:trace contextRef="#ctx0" brushRef="#br0" timeOffset="-204824.214">12354 4873,'-16'3,"-12"6,-6 13,-1 12,2 15,5 10,7 9,8 7,7-1,10-4,11-7,12-9,13-12,8-11,8-10,-6-9</inkml:trace>
  <inkml:trace contextRef="#ctx0" brushRef="#br0" timeOffset="-204538.471">12702 4967,'20'-5,"17"6,7 9,5 15,-5 14,-5 9,-9 8,-10 4,-8 1,-9-4,-6-4,-8-7,-7-6,-2-8,-2-10,2-10,5-8</inkml:trace>
  <inkml:trace contextRef="#ctx0" brushRef="#br0" timeOffset="-204251.233">13129 5261,'16'0,"14"0,14 0,13 0,12 0,11 0,7 0,3 0,-3 0,-9 0,-15 0,-17 0,-18 0,-19 0,-10 0</inkml:trace>
  <inkml:trace contextRef="#ctx0" brushRef="#br0" timeOffset="-203930.727">13932 4111,'0'-82,"36"370,-6 185,-20-232,7 127,27 102,-25-352,6 0,5-2,5-1,27 56,23 39,-56-135</inkml:trace>
  <inkml:trace contextRef="#ctx0" brushRef="#br3" timeOffset="-172903.25">1338 3791,'-15'-12,"0"0,-2 1,1 1,-1 1,-1 0,1 1,-2 1,1 1,-1 0,1 2,-2 0,1 1,0 0,-20 2,8 1,-1 2,1 1,0 2,0 1,0 1,0 2,1 1,-25 12,7 1,0 1,2 3,0 2,3 1,0 3,2 1,1 2,2 2,2 1,2 2,1 1,2 2,2 1,2 1,2 1,3 2,1 0,3 1,1 1,1 9,-4 72,5 1,6 0,6 0,13 111,-10-233,8 183,18 75,-17-204,3 0,3-1,3-1,3 0,2-1,4 0,-5-23,1 0,3-2,1 0,1-2,2-1,1-2,2 0,1-3,2-1,0-1,2-2,1-2,0-1,2-2,0-2,2-2,-1-1,2-3,0-1,42 4,-1-6,-1-3,1-3,0-5,-1-3,1-4,-1-3,-1-4,0-4,-2-3,0-4,-2-3,-1-4,30-20,-70 35,0-2,-2-2,0-1,-2-2,-1-1,-1-1,-1-2,-1-1,-2-2,-2-1,-1 0,-1-2,8-20,3-26,-3-1,-4-2,-4-2,-3 0,-4-1,-5 0,2-70,-1 15,-5-2,-7 1,-6-1,-6 1,-7 1,-6 0,-34-109,40 196,-2 0,-3 2,-2 0,-2 2,-3 1,-23-29,35 55,-1 1,-1 1,-2 1,0 0,-1 2,-1 1,-1 1,0 1,-1 1,-1 1,-1 2,0 0,-17-4,13 9,-1 0,0 2,0 2,-1 1,1 1,0 2,-1 2,1 0,0 3,0 0,0 3,1 0,0 2,-7 5,-18 8,1 3,1 2,2 3,1 2,2 2,1 2,-14 16,-2 8,3 2,3 3,-4 10,-26 43</inkml:trace>
  <inkml:trace contextRef="#ctx0" brushRef="#br3" timeOffset="-171400.203">1071 2681,'-33'12,"0"1,1 1,1 2,0 1,2 2,0 0,1 2,-17 17,32-28,1 0,-1 1,2 1,0 0,0 0,1 1,1 1,0-1,1 1,-5 13,12-25,1-1,-1 1,1 0,-1 0,1 0,0 0,0-1,0 1,0 0,0 0,0 0,1 0,-1-1,1 1,-1 0,1 0,0-1,-1 1,1 0,0-1,0 1,0 0,0-1,0 0,1 1,-1-1,0 0,1 0,-1 1,1-1,-1 0,1 0,0-1,-1 1,1 0,0 0,0-1,-1 1,1-1,0 0,0 1,0-1,0 0,1 0,60 11,-46-10,0 0,0 2,0 0,0 0,0 2,-1 0,0 1,0 0,0 2,-1 0,0 0,-1 2,0-1,0 2,-1 0,0 1,10 11,-21-19,1 0,-1 0,0 0,0 0,0 0,-1 1,1-1,-1 1,0-1,0 1,-1-1,1 1,-1-1,0 1,0 0,-1-1,1 1,-1-1,0 1,0-1,-1 0,1 1,-1-1,0 0,0 0,-1 0,1 0,-1 0,1-1,-1 1,-1-1,1 1,0-1,-1 0,1-1,-1 1,0 0,-3 0,-16 8,0-1,0-1,-1-1,0-1,-1-1,1-2,-1 0,0-1,0-2,-18-1,30 1,13-1,0 0,0 0,1 0,-1 0,0 1,0-1,0 0,0 0,0 0,0 0,0 1,1-1,-1 0,0 0,0 0,0 1,0-1,0 0,0 0,0 0,0 1,0-1,0 0,0 0,0 0,0 1,-1-1,1 0,0 0,0 0,0 1,0-1,0 0,0 0,0 0,0 0,-1 1,1-1,0 0,0 0,0 0,0 0,-1 0,23 8,-5-4</inkml:trace>
  <inkml:trace contextRef="#ctx0" brushRef="#br3" timeOffset="-171049.073">1204 3310,'56'-119,"-41"93,-2-1,-1 0,-1-1,-1-1,5-25,-14 54,-1-1,1 0,-1 0,1 0,-1 1,1-1,-1 0,0 0,1 0,-1 0,0 0,0 0,0 0,0 0,0 1,0-1,0 0,0 0,0 0,0 0,0 0,0 0,-1 0,1 0,0 0,-1 1,1-1,-1 0,1 0,-1 0,1 1,-1-1,0 0,1 1,-1-1,0 0,0 1,1-1,-1 1,0-1,0 1,0 0,0-1,1 1,-1 0,0-1,0 1,0 0,0 0,0 0,0 0,0 0,0 0,0 0,0 0,1 0,-1 1,0-1,0 0,0 0,0 1,0-1,-6 7,1 0,0 1,1 0,0-1,0 2,0-1,1 0,1 1,-1 0,1 0,1 0,0 0,0 1,1-1,0 0,0 1,1 2,-1-6,0 1,1-1,-1 1,1 0,1-1,-1 1,1-1,0 1,1-1,0 0,0 1,0-1,1 0,-1 0,1 0,1-1,-1 1,1-1,0 0,0 0,1 0,0 0,-1-1,2 0,-1 0,0 0,1 0,-1-1,1 0,0 0,0-1,6 2,-5-3,1 0,-1-1,0 0,0-1,1 1,-1-1,0-1,0 1,0-1,0 0,0-1,0 0,-1 0,1-1,26-14</inkml:trace>
  <inkml:trace contextRef="#ctx0" brushRef="#br3" timeOffset="-170462.976">1646 2948,'-10'23,"9"-10,2 0,-1 1,2-1,0 0,0 0,1 0,1 0,0 0,1 0,0-1,1 0,4 6,-9-17,0 1,0-1,0 1,0-1,0 0,0 0,0 1,0-1,1 0,-1 0,1 0,-1 0,1 0,-1 0,1-1,-1 1,1-1,0 1,-1-1,1 1,0-1,-1 0,1 0,0 0,0 0,-1 0,1 0,0 0,0 0,-1-1,1 1,0-1,-1 1,1-1,-1 0,1 0,-1 0,1 1,-1-1,1-1,-1 1,0 0,0 0,1 0,-1-2,50-65,8-82,-55 147,-2 13,-2 18,-1-24,0 1,1-1,-1 1,1-1,0 0,0 1,0-1,1 1,-1-1,1 1,0-1,0 0,1 1,-1-1,1 0,0 0,0 0,1 0,-1-1,1 1,-1-1,1 1,0-1,1 0,-1 0,0 0,1 0,0-1,0 1,0-1,0 0,0-1,0 1,0 0,0-1,1 0,5-2,-1-1,1-1,-1 0,0 0,0 0,-1-1,1-1,-1 1,0-2,0 1,0-1,-1 0,1 0,-2-1,1 0,-1 0,0-1,0 0,1-4,0 3,-1 0,-1-1,0 0,0 0,-1-1,-1 1,1-1,-2 0,1 1,-2-1,1 0,-2-1,1-8,-5 102,4-76,0 0,1 0,0 0,0 0,0-1,1 1,-1 0,1-1,1 1,-1-1,1 1,0-1,0 0,1 0,-1-1,1 1,0-1,1 1,-1-1,1-1,-1 1,1-1,0 1,1-2,-1 1,0 0,1-1,-1 0,1 0,5 0,15 1</inkml:trace>
  <inkml:trace contextRef="#ctx0" brushRef="#br3" timeOffset="-169536.706">2435 2735,'96'248,"-96"-246,0-1,0 0,0 1,1-1,-1 0,1 1,-1-1,1 0,-1 0,1 1,-1-1,1 0,0 0,0 0,0 0,0 0,0 0,0 0,0 0,0 0,0 0,0-1,0 1,0 0,1-1,-1 1,0-1,1 1,-1-1,0 0,1 0,-1 1,0-1,1 0,-1 0,0 0,1 0,-1-1,0 1,1 0,-1-1,0 1,1 0,-1-1,0 0,0 1,1-1,-1 0,0 1,0-1,0 0,1-1,11-14,-1 0,-1-1,0 0,-1-1,-1-1,0 1,-2-1,0-1,-1 1,-1-1,-1 0,-1-1,4-25,-15 59,6-8,0 1,0-1,0 1,1 0,-1 0,1-1,1 1,-1 0,1 0,0 0,1 0,-1 0,1 0,0 0,1-1,-1 1,1 0,1-1,-1 1,1-1,-1 0,1 0,1 0,-1 0,1 0,0-1,0 0,0 1,1-2,-1 1,1 0,11 1,1-1,-1 0,1-1,0 0,0-2,0 0,0-1,0 0,0-2,0 0,0-1,0 0,-1-2,0 0,13-6,-8 5,-1-1,-1-1,0-1,0 0,0-2,-1 0,-1-1,0-1,0 0,-2-1,11-13,-24 26,0-1,0 0,-1 1,1-1,-1 0,1 0,-1 0,0 0,1-1,-1 1,0 0,-1 0,1-1,0 1,-1 0,1-1,-1 1,1-1,-1 1,0 0,0-1,-1 1,1-1,0 1,-1-1,1 1,-1 0,0-1,0 1,0 0,0 0,0 0,0-1,-1 1,1 0,-1 1,-1-3,-3 3,-1 0,0 0,0 0,1 1,-1 0,0 0,0 1,1 0,-1 0,0 1,1 0,-1 0,1 0,0 1,-1 0,1 0,1 0,-1 1,0 0,1 0,0 0,0 1,-4 5,2-4,0 0,0 1,1 0,0 0,1 1,0 0,0 0,0 0,1 0,0 1,1 0,0-1,0 1,0 2,3-9,0 1,0-1,0 0,0 0,0 0,0 0,0 0,1 0,-1 0,1 0,-1 0,1 0,0 0,0 0,0 0,0 0,0 0,0-1,1 1,-1 0,1-1,-1 1,1-1,-1 0,1 1,0-1,0 0,-1 0,1 0,0 0,0-1,0 1,0 0,0-1,0 1,0-1,0 0,1 0,-1 1,0-1,1-1,89-10,-77 5,0 0,-1-1,0 0,0-1,-1-1,0 0,-1-1,0-1,0 1,-1-2,7-9,-6 6,-12 56,0-39,1 1,-1 0,1-1,-1 1,1 0,0-1,0 1,0-1,1 0,-1 1,1-1,-1 0,1 0,0 0,-1 0,1 0,0 0,0 0,1-1,-1 1,0-1,0 1,1-1,-1 0,1 0,-1 0,1 0,-1-1,1 1,2 0,3 0,0 0,-1-1,1 1,0-1,0-1,-1 0,1 0,0 0,-1-1,4-1,6-6,0 0,0-1,-1 0,0-2,-1 0,0-1,-1 0,-1-1,0 0,0-1,-2-1,0 0,-1-1,0 1,-2-2,7-17,-4 10,-2 0,-1-1,0 0,-2-1,-1 1,-2-1,0 0,-2 0,0 0,-2 0,-1 0,-4-16,-26-44,30 85,1-1,0 1,-1 0,1 0,-1 0,1 0,-1 0,0 1,0-1,0 0,0 1,0-1,0 1,-1 0,1 0,0 0,-1 0,1 0,-1 0,1 1,-1-1,1 1,-1 0,1-1,-1 1,1 0,-1 1,1-1,-1 0,1 1,-1-1,1 1,-3 1,-1 1,-1 1,1 1,0-1,0 1,0 0,1 0,-1 1,1 0,1-1,-1 2,1-1,0 0,-2 7,-8 13,2 0,1 2,1-1,1 1,2 1,1-1,1 1,1 0,2 1,0 20,2-39,0 0,0-1,1 1,0 0,1 0,0 0,1-1,0 1,0-1,1 0,1 0,0 0,0-1,1 0,0 0,0 0,1 0,0-1,1 0,0-1,0 0,1 0,0-1,0 0,2 1,4-1,1-1,-1 0,1-2,0 1,1-2,-1 0,0-1,1-1,-1 0,0-1,1-1,12-3,44-10</inkml:trace>
  <inkml:trace contextRef="#ctx0" brushRef="#br3" timeOffset="-167937.097">6927 1718,'-67'45,"41"-30,2 1,0 1,1 1,1 2,0 0,2 1,0 0,-2 7,20-26,0 0,0 0,1 0,-1 0,1 1,0-1,-1 0,1 1,0-1,0 1,0-1,1 1,-1 0,1-1,-1 1,1 0,0 0,0-1,0 1,1 0,-1-1,1 1,-1 0,1-1,0 1,0-1,0 1,0-1,0 1,1-1,-1 0,1 0,-1 1,7 1,0 1,1-1,-1-1,1 1,-1-1,1-1,0 0,0 0,0-1,1 0,-1 0,0-1,0 0,9-2,21-1,-1-1,0-2,0-2,0-1,-1-2,-1-2,0-1,0-2,-2-1,0-2,6-5,-28 16,1 0,-1 0,0-1,0 0,-1-1,-1-1,0 0,0 0,-1-1,0 0,-1 0,-1-1,0 0,0-1,-2 1,3-9,-7 21,0-1,-1 1,1-1,-1 1,1-1,-1 1,1-1,-1 0,0 1,0-1,0 1,0-1,0 0,0 1,0-1,0 1,-1-1,1 0,-1 1,1-1,-1 1,1-1,-1 1,0 0,0-1,0 1,0 0,0-1,0 1,0 0,0 0,-1 0,1 0,0 0,-1 0,1 0,0 1,-1-1,1 0,-1 1,1-1,-1 1,0-1,1 1,-1 0,1 0,-1 0,0 0,1 0,-1 0,1 0,-1 0,0 1,-9 4,1 1,-1 0,1 0,0 1,1 0,0 1,0 0,0 1,1-1,1 2,-1-1,2 1,-1 0,1 0,-2 7,6-14,0 0,0 1,0 0,0-1,1 1,-1 0,1 0,0 0,0 0,1 0,-1 0,1 0,0 0,0 0,0 0,1 0,-1 0,1 0,0 0,0 0,0 0,1 0,-1-1,1 1,0 0,0-1,0 0,1 1,-1-1,1 0,0 0,0 0,0-1,0 1,0-1,3 2,13 4,1 0,0-1,0-1,0-1,1-1,0-1,0-1,0-1,0 0,0-2,21-2,114-21,-92 7</inkml:trace>
  <inkml:trace contextRef="#ctx0" brushRef="#br3" timeOffset="-167170.564">7929 1679,'0'-3,"-1"0,0 0,0 0,0 0,0 0,0 0,-1 1,1-1,-1 1,0-1,1 1,-1-1,0 1,-1 0,1 0,0 0,-1 0,1 0,-1 1,1-1,-1 1,0-1,0 1,1 0,-1 0,0 0,0 1,0-1,0 1,0-1,0 1,0 0,-1 0,1 1,0-1,0 1,0-1,0 1,1 0,-1 0,0 0,0 0,-1 2,-4 1,1 0,-1 1,1 0,0 0,1 1,-1 0,1 0,0 0,1 1,-1 0,1 0,1 0,-1 1,1 0,2-4,-1 1,1-1,0 1,0 0,1 0,-1 0,1 0,0 0,1 0,-1 0,1 0,0 0,0 0,0 0,1 0,0 0,0 0,0 0,1 0,-1 0,1-1,0 1,1-1,0 3,0-4,0 0,0 0,0 0,0 0,0-1,0 1,1-1,0 0,-1 0,1 0,0 0,0-1,0 1,0-1,0 0,0-1,0 1,0-1,0 1,0-1,1 0,-1-1,0 1,0-1,4 0,2-2,-1 1,1-2,0 1,-1-1,0 0,0-1,0 0,0-1,-1 0,1-1,2-3,-1 0,0-1,0-1,-1 1,-1-2,0 1,0-1,-2 0,1-1,-2 1,1-4,-7 21,1 0,-1 0,1 0,-1 0,1 0,0 0,1 0,-1 0,1 0,0 0,0 0,0 0,0 0,1 0,-1-1,1 1,0 0,0-1,1 0,-1 1,1-1,-1 0,2 0,1 1,-1-1,1 0,0 0,1 0,-1-1,0 0,1 0,-1 0,1 0,0-1,0 0,-1 0,1-1,0 0,0 0,0 0,0-1,-1 0,1 0,0 0,-1 0,1-1,4-2,0 0,0-1,-1 0,0-1,0 1,0-2,-1 1,0-1,0-1,0 1,-1-1,0-1,3-5,70-179,-79 190,1 0,0 0,1 0,-1 0,0 1,1-1,0 1,0-1,-1 1,1 0,0 0,1 1,-1-1,0 0,0 1,1 0,-1 0,1 0,-1 0,1 1,-1-1,1 1,0 0,-1 0,1 0,-1 0,1 1,-1 0,1-1,-1 1,1 1,-1-1,0 0,1 1,0 0,9 5,-1 0,1 1,-1 0,-1 1,0 0,0 1,-1 0,3 3,-5-4,0 1,0 0,-1 0,0 0,-1 1,0 0,0 0,-1 3,-4-13,-1 1,0 0,0 0,0-1,0 1,0 0,0 0,-1-1,1 1,-1 0,1-1,-1 1,0 0,1-1,-1 1,0-1,0 1,0-1,0 0,0 1,0-1,-1 0,1 0,0 1,-1-1,1 0,-1-1,1 1,-1 0,1 0,-1-1,0 1,1 0,-1-1,0 0,1 1,-1-1,0 0,0 0,1 0,-1 0,0 0,0-1,1 1,-1 0,0-1,1 1,-1-1,-15 2,51-10,-11 3</inkml:trace>
  <inkml:trace contextRef="#ctx0" brushRef="#br3" timeOffset="-166918.289">9011 1665,'-6'-3,"-3"0</inkml:trace>
  <inkml:trace contextRef="#ctx0" brushRef="#br0" timeOffset="1129.53">4627 1759,'9'-3,"-2"-2,-1-1</inkml:trace>
  <inkml:trace contextRef="#ctx0" brushRef="#br3" timeOffset="-168626.211">4908 2360,'-6'-3,"0"1,0 0,0 0,-1 0,1 1,0 0,-1 0,1 1,-1 0,1 0,0 0,-1 1,1 0,0 0,-1 0,1 1,0 0,0 0,0 1,0 0,1 0,-1 0,1 1,0-1,0 1,0 1,0-1,1 1,-1-1,1 1,0 1,1-1,-1 0,1 1,0 0,1 0,-1 0,1 0,0 0,1 0,0 0,0 1,0-1,1-3,1 0,-1-1,1 1,0-1,0 1,0-1,0 1,0-1,0 1,1-1,-1 0,1 0,0 1,-1-1,1-1,0 1,0 0,1 0,-1-1,0 1,0-1,1 0,-1 1,1-1,-1 0,1-1,-1 1,1 0,0-1,-1 1,1-1,0 0,0 0,-1 0,1 0,0-1,-1 1,1-1,0 1,-1-1,1 0,1-1,13-3,0 0,0-2,0 0,-1-1,0 0,-1-1,0-1,0-1,-1 0,0-1,-1 0,0-1,-1 0,-1-1,0-1,1-2,2-9,-2 0,0-1,-2 0,-1-1,-1 0,-2-1,0 1,-2-1,-1 0,-2 0,0-1,-2 1,-2 0,0 0,-2 0,-1 1,-1-1,-6-13,11 38,1 0,0-1,0 1,-1-1,0 1,0-1,0 1,0 0,-1 0,1 0,-1 0,0 1,-3-4,5 7,-1 0,1 0,0 0,0 0,0 1,0-1,0 0,0 0,0 1,0-1,0 1,0-1,0 1,0-1,1 1,-1 0,0-1,0 1,0 0,1 0,-1 0,0 0,1-1,-1 1,1 0,-1 0,1 0,-1 0,1 0,0 0,0 0,-1 0,1 1,0-1,0 0,0 0,0 0,0 0,-7 35,1 0,1 0,3 0,0 0,3 7,-1-6,-2 1,1 1,2-1,2 0,1 1,2-2,2 1,2-1,6 17,-14-49,-1-1,1 0,-1 1,1-1,1 0,-1 0,0 0,1 0,0 0,0-1,0 1,0-1,1 0,0 0,-1 0,1 0,0-1,0 1,0-1,1 0,-1 0,0-1,1 1,-1-1,1 0,0 0,-1-1,1 1,0-1,-1 0,1 0,0-1,-1 1,1-1,-1 0,1 0,0-1,-1 1,8-9,0 0,-1 0,0-1,-1 0,0-1,-1 0,0-1,-1 0,0 0,-2-1,1 1,-1-2,-1 1,-1-1,0 1,-1-1,0 0,-1-1,-1 0,1 6,4-106,-7 116,1 1,0-1,0 0,0 0,-1 0,1 0,0 1,0-1,-1 0,1 0,0 0,0 0,-1 0,1 0,0 0,0 0,-1 0,1 0,0 0,-1 0,1 0,0 0,0 0,-1 0,1 0,0 0,0 0,-1 0,1 0,0 0,0 0,-1 0,1-1,0 1,0 0,-1 0,1 0,0-1,0 1,0 0,0 0,-1 0,1-1,0 1,0 0,0 0,0-1,0 1,0 0,-1 0,1-1,0 1,0 0,0-1,0 1,0 0,0-1,-9 26,6-17,0 0,1 1,0-1,0 1,1 0,0-1,1 1,0 0,0 0,1-1,0 1,0 0,1-1,0 1,1-1,0 0,0 1,1-1,0-1,0 1,1 0,0-1,0 0,1 0,-1-1,2 0,-1 0,1 0,0-1,1 1,4-1,0 0,0-1,0-1,1 0,-1 0,1-1,0-1,12 0,42-1</inkml:trace>
  <inkml:trace contextRef="#ctx0" brushRef="#br3" timeOffset="-163281.279">790 7360,'24'365,"6"942,-29-1190,-2 1868,8-1567,-5-338</inkml:trace>
  <inkml:trace contextRef="#ctx0" brushRef="#br3" timeOffset="-162255.233">777 7414,'-28'94,"-3"0,-4-2,-46 82,0-30,113-178,-30 31,1-1,-1 0,1 1,0 0,-1-1,1 1,1 0,-1 1,0-1,1 0,0 1,-1 0,1 0,0 0,0 0,0 1,0-1,0 1,1 0,-1 1,0-1,0 1,1-1,-1 1,0 0,2 1,134 40,-121-38,0-1,0 0,0-1,0-2,0 1,0-2,0-1,0 0,-1-1,8-4,-23 7,-1 0,1 0,-1 0,0 0,1-1,-1 1,0-1,0 0,0 0,0 1,0-1,-1 0,1-1,0 1,-1 0,0 0,1-1,-1 1,0-1,0 1,0-1,-1 1,1-1,-1 0,1 1,-1-1,0 0,0 1,0-1,0 0,-1 1,1-1,-1 0,1 1,-1-1,0 1,0-1,-1-1,-84-245,56 172,-36-88,64 163,2 0,0 0,-1 1,0-1,1 1,-1-1,0 0,0 1,0 0,0-1,0 1,0-1,0 1,0 0,-1 0,1 0,0 0,-1 0,1 0,-1 0,1 0,-1 1,0-1,1 0,-1 1,0-1,-10 7</inkml:trace>
  <inkml:trace contextRef="#ctx0" brushRef="#br3" timeOffset="-154567.07">643 12828,'117'8,"1"-6,-1-4,103-17,-62 6,-85 1,-71 10,-1 0,0-1,0 1,0 0,0 0,0-1,0 1,-1-1,1 1,-1 0,0-1,1 1,-1-1,0 1,0-1,-1 1,1-1,-1 1,1-1,-1 1,0 0,0-2,-1-5,-27-225,22 98,1 14,-16-87,21 205,0-7,0 1,-1-1,0 1,-1 0,0-1,-1 1,0 1,0-1,-1 1,0 0,-6-8,1 13,18 18,-3-10,2 0,-1 0,0-1,1 0,0 0,0 0,0-1,0 0,0-1,0 1,0-1,1-1,-1 1,0-1,2-1,19 4,266 41,-292-43,1-1,0 0,-1 1,1-1,0 1,-1 0,1 0,-1 0,1 0,-1 0,0 1,1-1,-1 1,0-1,0 1,0 0,0 0,0 0,-1 0,1 0,0 0,-1 0,0 1,1-1,-1 1,0-1,0 1,-1-1,1 1,0 0,-1 1,3 198,-3 302,0-501,-1-2,0 1,1-1,0 0,-1 0,1 1,0-1,0 0,-1 1,1-1,0 0,0 1,0-1,1 0,-1 1,0-1,0 0,1 0,-1 1,1-1,-1 0,1 0,0 0,-1 1,1-1,0 0,0 0,0 0,-1 0,1 0,0-1,0 1,1 0,-1 0,0-1,0 1,0 0,0-1,1 1,-1-1,0 0,0 1,1-1,-1 0,0 0,1 0,76-24,-7 17,0 4,57 5,-79-1,109 5,-60 0,1-5,51-8,-137 6,-7 1,-1 0,1 0,-1 0,1-1,-1 0,1 0,-1 0,0-1,1 0,-1 0,0 0,0-1,0 1,-1-1,1 0,-1-1,3-2,-6-47,-4 35,-49-238,9 60,31 129,3-1,3 1,3-1,3-15,0 78,0-2,0 0,1 0,0 0,0 0,0 0,1 0,0 0,0 0,1 1,0-1,0 0,-2 7,0 0,0 0,0 0,0 0,0 0,-1 0,1 0,0 0,0 0,0 0,0 1,0-1,-1 0,1 1,0-1,0 0,-1 1,1-1,0 1,0 0,-1-1,1 1,-1-1,1 1,0 0,-1-1,1 1,-1 0,0 0,1-1,-1 1,0 0,1 0,2 3,7 3,0 0,0 0,1 0,0-2,0 1,1-2,-1 1,1-1,0-1,0 0,0-1,1 0,-1-1,1-1,11 0,-7 1,77 5,-31-3,-1 3,1 2,16 7,-75-14,-2-2,-1 1,1 0,0 0,0 1,-1-1,1 0,0 0,0 1,-1-1,1 1,-1 0,1-1,0 1,-1 0,1 0,-1 0,0 0,1 0,-1 0,0 0,0 1,1-1,-1 0,0 1,0-1,0 1,-1-1,1 1,0-1,-1 1,1 0,-1-1,1 1,-1 0,0-1,1 3,-39 135,36 143,5-211,3-1,3 0,3-1,19 61,-31-129,0 0,0 0,0 0,0-1,1 1,-1 0,0 0,0-1,1 1,-1 0,0 0,1-1,-1 1,1 0,-1-1,1 1,-1 0,1-1,0 1,-1-1,1 1,0-1,-1 0,1 1,0-1,0 1,-1-1,1 0,0 0,0 1,-1-1,1 0,0 0,0 0,0 0,0 0,-1 0,1 0,0 0,0 0,0-1,-1 1,1 0,0 0,0-1,-1 1,1-1,0 1,-1 0,1-1,0 1,-1-1,1 0,-1 1,1-1,0 1,-1-1,0 0,1 0,3-2,5-5,1 0,0 1,0 0,1 1,-1 0,1 1,1 0,-1 0,1 1,0 1,3-1,22 1,0 2,0 1,0 1,0 3,10 2,64 6,310-6,-415-6,-4 0,1 1,-1 0,0-1,0 0,0 0,1 1,-1-1,0-1,1 1,-1 0,0 0,0-1,0 1,1-1,-1 0,0 0,0 0,0 0,0 0,0 0,0 0,0-1,-1 1,1-1,0 1,-1-1,1 0,-1 1,0-1,1 0,-1 0,0 0,0 0,0 0,-1 0,1-1,0 1,-1-1,7-67,-4-1,-3 1,-4 0,-2 0,-3 0,-8-22,-79-253,86 322,9 32,1-7,0 1,0 1,0 0,1-1,-1 1,1 0,0-1,0 1,0-1,1 1,-1-1,1 0,-1 1,1-1,0 0,1 0,-1 0,0-1,1 1,0-1,-1 1,1-1,0 0,0 0,1 0,-1 0,0 0,2-1,246 19,59-13,-299-7,42 10,-72 34,16-33,0 1,1 0,0 0,1-1,0 1,1 0,0 0,2 8,0 16,3 80,6 1,16 69,-2-75,-24-110,0 0,0 0,1 0,-1-1,0 1,1-1,-1 1,0-1,1 1,-1-1,1 0,-1 0,0 0,1 1,-1-1,1-1,-1 1,1 0,-1 0,1-1,-1 1,0 0,1-1,-1 1,0-1,1 0,-1 0,0 1,0-1,0 0,0 0,1 0,-1 0,0 0,-1 0,2-1,10-5,12-3,1 2,1 1,0 1,-1 1,2 1,-1 2,0 0,1 2,14 2,39-3,377-30,-311 18,125 6,-268 7,-2 1,0 0,0-1,0 0,0 1,1-1,-1 0,0 1,0-1,0 0,0 0,1 0,-1 0,0 0,0 0,0 0,1-1,-1 1,0 0,0-1,0 1,0-1,0 1,0-1,0 1,0-1,0 0,0 1,0-1,0 0,0 0,0 0,-1 0,1 0,0 0,-1 0,1 0,-1 0,1 0,-1 0,1 0,-1 0,0-1,1 1,-1 0,0 0,0 0,0 0,0-1,0 1,0 0,0 0,-1 0,1-1,-76-257,-57-218,135 457,19 32,-11-6,10 4,2-2,-1 0,1-1,0-1,1-1,-1-1,1-1,0-1,0-1,0-2,14-1,-14 2,142-6,-164 5,0 0,0 1,0 0,0-1,0 1,0 0,1-1,-1 1,0 0,0 0,1 0,-1 0,0 0,0 0,0 0,1 1,-1-1,0 0,0 1,0-1,0 1,0-1,0 1,0-1,0 1,0 0,0 0,0-1,0 1,0 0,0 0,-1 0,1 0,0 0,-1 0,1 0,0 0,-1 0,0 0,1 1,-1-1,0 0,1 0,-1 0,0 1,0-1,0 0,0 0,0 0,0 1,-6 45,2 1,2 0,3-1,1 1,3-1,2 1,1-2,3 1,2-1,2-1,1 0,14 23,-29-65,0 1,1-1,-1 1,1-1,0 1,-1-1,2 0,-1 0,0 0,1 0,-1 0,1-1,0 1,0-1,0 0,0 0,0 0,0 0,1 0,-1-1,0 1,1-1,0 0,-1 0,1 0,0-1,-1 1,1-1,0 0,0 0,0 0,165-55,-107 49,0 3,1 3,58 7,55 0,-175-6,0-1,0 0,0 0,0 0,0 1,0-1,0 0,0 0,0 0,0-1,0 1,0 0,0 0,0 0,-1-1,1 1,0-1,0 1,0 0,0-1,0 0,0 1,-1-1,1 1,0-1,0 0,-1 0,1 1,-1-1,1 0,-1 0,1 0,-1 0,1 0,-1 0,0 0,1 0,-1 1,0-1,0 0,0 0,1 0,-1 0,-1 0,1 0,0 0,0 0,0 0,0 0,-1 0,1 0,-10-237,10 155,-4 0,-4 0,-8-30,6 69,-2 1,-1 1,-3 0,-1 1,-9-13,24 51,-6-15,20 15,19 13,1-2,0 0,1-2,0-2,-1-1,1-1,0-2,16-3,-4 3,-12-1,71 9,-102-7,0 0,0 0,-1 0,1 0,-1 0,1 1,-1-1,1 1,-1-1,0 1,0-1,0 1,0 0,0 0,0-1,0 1,0 0,-1 0,1 0,-1 0,1 0,-1 0,0 0,0 0,0 0,0 0,0 0,0 0,-1 0,1 0,-1 0,1 0,-1 0,0-1,0 1,1 0,-2 1,-3 26,28 168,-16-124,-5-26,2-1,2 1,3-1,1 0,2 0,3-2,10 22,-24-63,0 0,0 1,1-1,-1 0,1 0,0 0,0 0,0 0,1 0,-1-1,1 1,-1-1,1 1,0-1,0 0,0 0,0-1,0 1,0 0,1-1,-1 0,0 0,1 0,-1 0,1-1,-1 1,1-1,-1 0,1 0,0 0,-1 0,2-1,238-65,-159 55,0 4,0 3,58 6,-92-1,144 24,-132-13,-26-9,-44-29,-19-110,22 98,-80-521,84 556,0 2,1 0,-1 0,0 0,1-1,-1 1,1 0,-1 0,1-1,0 1,-1 0,1 0,0-1,0 1,0 0,0-1,0 1,0 0,1-1,-1 1,0 0,1-1,-1 1,0 0,1 0,0 0,-1-1,1 1,0 0,-1 0,1 0,0 0,0 0,0 0,0 0,0 0,0 1,0-1,0 0,1 1,-1-1,0 1,0-1,1 1,-1-1,0 1,0 0,1 0,0-1,227 7,23-31,-251 25,-1-1,1 1,-1-1,1 1,0-1,-1 1,1 0,0-1,-1 1,1 0,0-1,0 1,-1 0,1 0,0 0,0 0,-1-1,1 1,0 0,0 0,0 0,-1 1,1-1,0 0,0 0,-1 0,1 1,0-1,0 0,-1 1,1-1,0 0,-1 1,1-1,0 1,-1-1,1 1,-1 0,1-1,-1 1,1-1,-1 1,0 0,1-1,-1 1,0 0,1 0,-1-1,0 1,0 0,0 0,1-1,-1 1,0 0,0 0,0 0,0-1,-1 1,-2 8,0-2,0 0,0 0,1 0,0 1,1-1,-1 1,2-1,-1 1,1 7,8 112,7 79,21 89,-36-293,0 1,0 0,0-1,0 1,0-1,1 1,-1-1,1 1,0-1,-1 0,1 1,0-1,1 0,-1 1,0-1,1 0,-1 0,1 0,0 0,-1-1,1 1,0 0,0-1,0 1,1-1,-1 0,0 1,0-1,1 0,-1 0,0-1,1 1,-1 0,1-1,-1 0,3 1,144-15,48 8,80 14,-177-4,-88-4,-10 1,0 0,1 0,-1-1,0 1,1-1,-1 1,1-1,-1 0,1 0,-1 0,1 0,-1-1,1 1,-1-1,1 0,-1 1,0-1,1 0,-1 0,0 0,0-1,1 1,-1 0,0-1,-1 0,1 1,0-1,0 0,-1 0,1 0,-1 0,1 0,-1 0,0-1,0 1,0 0,0-1,0 1,0-2,-14-161,8 127,-18-108,-7 2,-20-51,29 108,21 85,0 0,1 0,0 0,-1 1,1-1,0 0,0 1,0-1,0 1,0-1,0 1,0-1,0 1,1-1,-1 1,0 0,1 0,0 0,-1 0,1 0,-1 0,1 0,0 1,0-1,-1 0,1 1,0 0,0-1,0 1,0 0,-1 0,1 0,0 0,0 0,0 0,0 1,-1-1,1 1,0-1,1 1,12-1,458-40,-470 40,0-1,-1 0,1 0,0 1,0-1,-1 1,1 0,0 0,0 0,0 0,-1 0,1 1,0-1,0 1,-1-1,1 1,0 0,-1 0,1 1,-1-1,1 0,-1 1,0 0,1-1,-1 1,0 0,0 0,0 0,-1 0,1 1,0-1,-1 0,1 1,-1 0,11 45,-3 0,-2 1,-2 0,-1 27,-5 86,7 128,-5-280,0 0,0 0,1 0,0 0,0 0,1 0,1-1,-1 1,2-1,0 1,-3-8,1 0,0 0,-1-1,1 1,0-1,0 0,0 1,0-1,0-1,0 1,0 0,0-1,0 1,0-1,0 0,0 0,0 0,1-1,-1 1,0-1,0 0,0 1,2-2,8 0,155-14,1 8,103 11,211 21,-448-22,-27-7,-23-4,-23-7,-6-1</inkml:trace>
  <inkml:trace contextRef="#ctx0" brushRef="#br3" timeOffset="-153038.004">1446 12266,'-172'336,"151"-304,19-43,66-156,10-6,-73 172,-1 0,0 0,0 0,0 1,0-1,0 0,0 0,0 0,1 0,-1 1,0-1,0 0,1 0,-1 1,1-1,-1 0,1 1,-1-1,1 0,-1 1,1-1,-1 0,1 1,0-1,-1 1,1-1,0 1,-1 0,1-1,0 1,0 0,0-1,-1 1,1 0,0 0,0 0,0 0,0 0,-1 0,1 0,0 0,0 0,0 0,-1 0,1 0,0 1,0-1,0 0,-1 1,1-1,0 0,0 1,-1-1,1 1,0-1,-1 1,3 2,5 10,2 0,0-1,0 0,1 0,0-1,1-1,0 0,4 1,67 40,-82-50,0 0,-1 1,0-1,1 0,-1 1,0-1,1 0,-1 1,0-1,0 0,0 1,0-1,-1 1,1-1,0 0,0 1,-1-1,1 0,-1 0,1 1,-1-1,0 0,1 0,-1 0,0 0,0 1,0-1,0 0,0-1,0 1,0 0,0 0,0 0,0-1,-1 1,1 0,0-1,0 1,-1-1,1 1,0-1,-1 0,1 0,0 0,-1 0,1 0,0 0,-2 0,1 1,-51 18,-1-3,-1-2,0-2,-19 0,66-11,-46-3,46-4</inkml:trace>
  <inkml:trace contextRef="#ctx0" brushRef="#br3" timeOffset="-151733.342">2742 12120,'-36'130,"7"-27,30-102,0-1,0 1,-1-1,1 0,0 1,0-1,0 0,-1 1,1-1,0 0,0 0,0 0,0 0,0 0,0 0,-1 0,1 0,0 0,0 0,0 0,0 0,0-1,-1 1,1 0,0-1,0 1,0-1,-1 1,1-1,0 1,-1-1,1 1,0-1,-1 0,1 1,-1-1,1 0,-1 1,9-5,7 0,1 0,-1 1,0 0,1 2,0 0,0 0,0 2,0 0,0 1,-1 1,1 0,0 2,-1 0,0 0,14 7,-17-4,-6-2,-11-9,-154-144,104 88,47 46</inkml:trace>
  <inkml:trace contextRef="#ctx0" brushRef="#br3" timeOffset="-150418.538">4493 12200,'-5'1,"1"2,-1-1,0 0,1 1,-1 0,1 0,0 0,0 1,0-1,1 1,-1 0,1 0,0 0,0 1,0-1,1 1,-1-1,1 1,0 0,1 0,-2 4,-1 0,-48 133,88-173,-33 29,0 1,0 0,0 0,0 0,1 0,-1 0,0 1,1-1,-1 1,0 0,1 0,-1 0,1 1,-1-1,0 1,0 0,1 0,-1 0,0 0,0 1,0-1,0 1,0-1,0 1,0 1,27 10,-16-9,-1-1,1 0,0 0,1-2,-1 0,0 0,1-2,-15 1,0 0,0 0,-1-1,1 1,0 0,0-1,0 1,0 0,0-1,0 1,0 0,0-1,-1 1,1 0,0-1,1 1,-1 0,0-1,0 1,0 0,0-1,0 1,0 0,0-1,0 1,1 0,-1-1,0 1,0 0,0 0,1-1,-1 1,0 0,0 0,1-1,-1 1,0 0,0 0,1 0,-1-1,0 1,1 0,-1 0,0 0,1 0,-1 0,0 0,1 0,-1 0,0 0,1 0,-1 0,0 0,1 0,-1 0,0 0,1 0,-1 0,0 0,1 0,-1 1,0-1,1 0,-1 0,0 0,0 0,1 1,-1-1,-25-15,18 11,-10-7,1 0,0-1,0 0,2-2,-1 0,2 0,0-1,-6-10,17 23,0 0,0 0,0-1,0 1,0-1,1 1,-1-1,1 0,0 1,0-1,0 0,0 0,0 0,1 0,-1 0,1 0,0 0,-1 1,2-1,-1 0,0 0,0 0,1 0,0 0,0 0,0 0,0 0,0 1,0-1,1 0,0-1,10-3</inkml:trace>
  <inkml:trace contextRef="#ctx0" brushRef="#br3" timeOffset="-149205.834">6258 12066,'-2'0,"1"1,-1-1,1 0,-1 1,1-1,0 1,-1-1,1 1,0 0,-1-1,1 1,0 0,0 0,-1 0,1 0,0 0,0 0,0 0,1 0,-1 1,0-1,0 0,1 1,-1-1,0 0,1 1,-1-1,1 1,-1-1,-94 166,95-167,-1 0,1 1,0-1,-1 0,1 1,-1-1,1 1,0-1,-1 1,1-1,0 1,-1-1,1 1,0-1,0 1,-1-1,1 1,0-1,0 1,0-1,0 1,0 0,0-1,0 1,0-1,0 1,0 0,0-1,0 1,0-1,1 1,-1-1,0 1,0-1,1 1,-1-1,0 1,1-1,-1 1,0-1,1 1,-1-1,1 1,-1-1,1 0,-1 1,1-1,-1 0,1 0,-1 1,1-1,-1 0,1 0,-1 0,1 0,0 1,-1-1,1 0,-1 0,1 0,-1 0,1 0,0-1,-1 1,1 0,-1 0,1 0,0-1,165 2,-71 5,-93-8,-1 0,1 0,-1 0,0 0,0 0,1-1,-2 1,1 0,0 0,0-1,-1 1,1-1,-1 1,0 0,0-1,0 1,0-1,0 1,0-1,-1 1,1 0,-1-1,0 1,1-1,-1 1,0 0,-1 0,1 0,0 0,0 0,-1-1,0 0,-74-159,72 135,6 18</inkml:trace>
  <inkml:trace contextRef="#ctx0" brushRef="#br3" timeOffset="-147565.665">7581 11878,'-54'61,"-60"87,113-147,0 0,1-1,-1 1,0 0,1 0,-1 0,1-1,-1 1,1 0,-1 0,1 0,-1 0,1 0,0 0,0 0,-1 0,1 0,0 0,0 0,0 0,0 0,0 0,0 0,0 0,1 0,-1 0,0 0,1 0,-1 0,0 0,1 0,-1 0,1 0,-1 0,1-1,0 1,-1 0,1 0,0-1,0 1,-1 0,1-1,0 1,0-1,0 1,0-1,0 1,0-1,0 0,0 1,0-1,0 0,0 0,0 0,0 0,0 0,0 0,136 6,-89-8,14-4,-61 5,0-1,-1 1,1-1,-1 0,1 1,-1-1,0 0,0 1,0-1,0 0,0 0,0 1,0-1,-1 0,1 1,-1-1,1 0,-1 1,1-1,-1 1,0-1,0 1,0-1,0 1,0 0,0-1,0 1,-1 0,-1-6,-53-104,49 101</inkml:trace>
  <inkml:trace contextRef="#ctx0" brushRef="#br3" timeOffset="-146225.726">9011 11826,'0'15,"-1"-1,0 1,-2 0,1 0,-2-1,0 0,-1 1,0-2,-1 1,-1 0,0-1,0-1,-2 1,-8 10,15-20,1-3,0 0,0 0,1 0,-1 1,0-1,0 0,1 1,-1-1,1 0,-1 1,0-1,1 1,-1-1,1 1,-1-1,1 1,-1 0,1-1,-1 1,1 0,0-1,-1 1,1 0,0-1,-1 1,1 0,0 0,0-1,0 1,0 0,0 0,0-1,0 1,0 0,0 0,0-1,0 1,1 0,-1 0,0-1,0 1,1 0,-1-1,0 1,1 0,-1-1,1 1,-1 0,1-1,-1 1,1-1,-1 1,1-1,0 1,-1-1,1 0,0 1,-1-1,1 0,0 1,0-1,188-3,-174 4,-12 0,1-1,-1 0,1 1,0-1,-1 0,1-1,-1 1,1-1,-1 1,1-1,-1 0,1-1,-1 1,0 0,2-2,-4 1,-1 0,0-1,1 1,-1 0,0 0,0-1,0 1,-1 0,1-1,0 1,-1 0,0 0,1 0,-1-1,0 1,0 0,0 0,0 0,-1 0,1 0,-4-7,-10-32,14 33,-1 0,1 0,-2 1,1-1,-1 1,0 0,-1 0,0 0,0 0,0 0,-1 1,0 0,0 0,-1 0,0 1,0-1,0 2,0-1,-1 0,0 1,0 1,0-1,0 1,-6-2,12 5,0-1,-1 1,1 0,0 0,0-1,0 1,-1 0,1 0,0 0,0 0,-1 1,1-1,0 0,0 0,0 1,0-1,0 1,-1-1,1 1,0-1,0 1,0 0,0-1,0 1,1 0,-1 0,0 0,0 0,0 0,0 0,-1 8</inkml:trace>
  <inkml:trace contextRef="#ctx0" brushRef="#br3" timeOffset="-144945.829">10361 11826,'0'0,"0"0,0 0,0 1,0-1,-1 0,1 0,0 1,0-1,0 0,0 1,0-1,0 0,0 0,0 1,-1-1,1 0,0 1,0-1,1 0,-1 1,0-1,0 0,0 0,0 1,0-1,0 0,0 1,0-1,0 0,1 0,-1 1,0-1,0 0,0 0,1 1,-1-1,0 0,0 0,1 0,-1 1,0-1,0 0,1 0,-1 0,0 0,0 0,1 0,-1 0,0 1,1-1,-1 0,0 0,1 0,-1 0,0 0,0 0,1-1,-1 1,0 0,1 0,-1 0,0 0,0 0,1 0,-1 0,0-1,1 1,-1 0,0 0,0 0,-10 28,9-25,-60 137,61-140,-1 1,0 0,0 0,1-1,-1 1,0 0,1 0,-1 0,1 0,-1 0,1 0,0 0,-1 0,1 0,0 0,0 0,0 0,-1 0,1 0,0 0,0 0,1 0,-1 0,0 1,0-1,0 0,1 0,-1 0,1 0,-1 0,0 0,1-1,0 1,-1 0,1 0,0 0,-1 0,1-1,0 1,0 0,0-1,-1 1,1 0,0-1,0 1,1-1,74-20,162 17,-238 3,0-1,-1 1,1 0,-1-1,1 1,-1-1,1 1,0-1,-1 1,1-1,0 0,0 1,-1-1,1 1,0-1,0 0,0 1,0-1,0 1,0-1,-1 0,2 1,-1-1,0 0,0 1,0-1,0 1,0-1,0 0,1 1,-1-1,0 1,1-1,-1 1,0-1,1 0,-1 1,0 0,1-1,-1 1,1-1,-1 1,1-1,-1 1,1 0,-1 0,1-1,0 1,-1 0,1 0,-1-1,1 1,0 0,-1 0,1 0,0 0,-1 0,1 0,-1 0,1 0,-40-27,32 23,-1 0,1 0,0-1,0 0,0 0,1-1,0 0,0 0,0 0,1 0,0-1,0 0,1 0,0-1,0 1,0-1,1 0,0 0,0-6,2-7</inkml:trace>
  <inkml:trace contextRef="#ctx0" brushRef="#br3" timeOffset="-137820.561">1405 13416,'-2'19,"-1"18,0 16,1 11,0 10,-1 2,-1 1,1-2,0-5,2-9,2-11,4-12,1-12</inkml:trace>
  <inkml:trace contextRef="#ctx0" brushRef="#br3" timeOffset="-136063.555">1699 13737,'14'66,"-5"-14,37 149,-21-149,-24-51,0 0,0 0,0 0,0 0,-1 0,1 0,1 0,-1-1,0 1,0 0,0-1,0 1,0-1,1 1,-1-1,0 1,0-1,1 0,-1 1,0-1,1 0,-1 0,0 0,1 0,-1 0,0-1,1 1,-1 0,0-1,0 1,1 0,-1-1,0 0,0 1,0-1,0 0,1 1,-1-1,0 0,0 0,9-10,-1 0,1 0,-2-1,0 0,0 0,-1-1,-1 0,0 0,0-1,-2 0,1 0,-1-3,20-132,-26 157,0 0,0 1,1-1,1 1,-1-1,2 1,-1 0,1-1,0 1,1-1,0 0,0 1,1-1,0 0,0 0,1-1,0 1,0-1,1 0,0 0,0 0,1 0,-1-1,2 0,-1 0,1-1,-1 0,6 3,-3-6,0 0,0 0,0 0,1-1,-1-1,0 0,1 0,-1-1,1 0,-1 0,0-1,0 0,0-1,0 0,0 0,0-1,-1-1,0 1,0-1,0 0,0-1,-1 0,0 0,0-1,-1 1,0-1,0-1,1-2,-4 6,-1 0,1-1,-1 1,0-1,-1 1,1-1,-1 0,0 0,0 0,-1 0,1 0,-1 0,0 0,0 0,-1 0,1 0,-1 1,0-1,-1 0,1 0,-1 1,0-1,-2-3,4 8,0 0,0 1,0-1,-1 0,1 0,0 0,0 1,0-1,0 0,-1 0,1 0,0 1,0-1,0 0,-1 0,1 0,0 0,0 1,-1-1,1 0,0 0,0 0,-1 0,1 0,0 0,0 0,-1 0,1 0,0 0,-1 0,1 0,0 0,0 0,-1 0,1 0,0 0,0 0,-1 0,1-1,0 1,0 0,-1 0,1 0,0 0,0 0,0-1,-1 1,1 0,0 0,0 0,0-1,0 1,-1 0,1 0,0-1,0 1,-3 27,3-18,0 0,1 0,-1-1,2 1,-1 0,1 0,1-1,-1 1,1-1,1 0,-1 0,2 0,-1-1,1 1,0-1,0 0,1 0,0-1,0 1,1-1,0-1,0 1,0-1,1-1,-1 1,1-1,0-1,0 1,1-1,-1-1,1 1,5 0,2-3,0 0,0-1,0-1,0 0,0-1,0-1,-1 0,0-1,0-1,0 0,0-1,-1-1,0 0,-1-1,0 0,0-1,8-9,-12 10,-1 1,-1-1,0-1,0 1,0-1,-1 0,-1-1,0 0,0 0,-1 0,-1 0,0 0,0-1,-1 0,0 1,-1-1,-1 0,0 0,0 0,-8-15,8 27,-1-1,1 1,-1 0,1 0,-1 0,1 0,-1 0,1 0,-1 0,1 0,-1 0,1 0,-1 0,1 0,-1 0,1 1,-1-1,1 0,-1 0,1 0,-1 1,1-1,-1 0,1 1,0-1,-1 0,1 1,0-1,-1 0,1 1,0-1,-1 1,1-1,0 1,0-1,-1 1,1-1,0 1,0-1,0 1,0-1,0 1,0-1,0 1,0-1,0 1,0-1,0 1,0-1,0 1,-6 19,1 0,1 0,1 1,1-1,1 1,0 0,2-1,0 1,10 103,5-1,11 28,1 9,20 234,-47-365,-3-23,-3-18,5 11,-87-320,67 244,4 0,4-1,2 0,4-1,4-3,13-13,-10 91,0 0,1 1,-1-1,0 1,1-1,0 1,0 0,0 0,0 0,0 0,1 0,-1 0,1 1,0-1,0 1,0-1,0 1,0 0,0 1,1-1,-1 0,1 1,1-1,5 1,1 1,-1 1,1-1,-1 1,1 1,-1 0,0 1,0 0,0 0,0 1,0 0,-1 1,0 0,0 0,0 1,1 1,3 1,1 1,-1 0,-1 0,0 1,0 1,-1 0,-1 0,1 1,-2 1,0 0,2 4,-10-15,0 0,0-1,-1 1,1 0,-1 0,0-1,1 1,-1 0,0 0,0 0,0 0,0-1,0 1,-1 0,1 0,0 0,-1-1,1 1,-1 0,0 0,0-1,1 1,-1 0,0-1,-1 1,1-1,0 0,0 1,0-1,-1 0,1 0,-1 0,1 1,-1-2,1 1,-1 0,0 0,0 0,1-1,-3 1,-74 17,65-17,6 0,-1 1,0-1,1-1,-1 0,0 0,0 0,1-1,-1 0,0-1,1 0,-1 0,1 0,-2-2,8 3,0 0,0 1,0-1,0 0,0 0,1 0,-1 0,0 0,1 0,-1-1,1 1,-1 0,1 0,0 0,-1 0,1-1,0 1,0 0,0 0,0-1,0 1,0 0,0 0,0-1,0 1,1 0,-1 0,0 0,1-1,-1 1,1 0,-1 0,1 0,0 0,0 0,-1 0,1 0,0 0,0 0,0 1,0-1,42-38,-2 11,1 2,2 1,0 3,2 2,23-7,-53 21,1 0,0 1,0 0,1 2,-1 0,3 0,-16 3,0 0,-1 0,1 0,0 0,-1 0,1 1,0 0,-1 0,1 0,-1 0,0 0,1 1,-1-1,0 1,0 0,0 0,0 0,0 0,0 1,0-1,-1 1,1 0,-1 0,0-1,0 1,0 1,0-1,-1 0,1 0,-1 1,0-1,1 3,5 149,-7-153,1 0,0-1,0 1,-1 0,1-1,0 1,0-1,1 0,-1 1,0-1,0 0,1 0,-1 1,1-1,-1 0,1-1,-1 1,1 0,0 0,-1-1,1 1,0-1,-1 1,1-1,0 0,0 1,-1-1,1 0,0 0,0-1,0 1,-1 0,1 0,0-1,0 1,-1-1,1 0,0 1,-1-1,1 0,-1 0,1 0,-1 0,1 0,-1-1,0 1,0 0,1 0,-1-1,0 1,13-9,0 0,0 0,-1-1,0-1,-1 0,-1-1,0 0,0-1,-2 0,0 0,0-1,-1 0,-1-1,0-1,1-2,2 48,-8-8,2 0,0-1,1 1,2-1,0 0,9 18,-13-32,0 0,1 0,0 0,0 0,1 0,-1-1,1 0,0 0,1 0,-1 0,1-1,0 0,0 0,1-1,-1 0,0 0,1 0,0-1,0 0,0 0,0-1,3 1,1-3,0-1,0 0,0 0,0-1,0-1,-1 0,1 0,-1-1,0 0,0-1,-1 0,0 0,0-1,0 0,-1-1,0 0,0 0,-1-1,0 0,-1 0,4-7,13-19,-1-1,-2 0,-1-2,-3 0,0 0,-3-2,-1 0,-2 0,-2-1,-2-1,-1 1,-2-24,-1 47,-2 1,0 0,-1-1,0 1,-2 0,0 0,-1 0,0 1,-1-1,-3-3,7 17,0 1,0-1,-1 1,1-1,0 1,-1 0,0-1,0 1,1 0,-1 0,0 0,-1 0,1 1,0-1,0 0,-1 1,1 0,-1-1,0 1,1 0,-1 1,0-1,1 0,-1 1,0-1,0 1,1 0,-1 0,0 0,0 0,0 0,1 1,-1 0,0-1,0 1,1 0,-1 0,-1 1,-6 6,-1 1,1 0,0 0,1 1,0 0,1 1,0 0,0 1,2-1,-1 1,1 1,1-1,0 1,1 0,0 0,1 0,-1 9,-2 7,0 1,2 0,1 0,1 0,2 1,1-1,2 0,1 5,-1-19,0 1,1 0,1-1,1 0,0 0,1-1,1 1,0-2,1 1,1-1,0 0,1-1,1 0,-1-1,4 1,1 0,0-2,0 0,1-1,0 0,1-2,3 2,37 10</inkml:trace>
  <inkml:trace contextRef="#ctx0" brushRef="#br3" timeOffset="-134820.431">4721 13670,'-23'0,"-91"7,110-6,-1 0,1 0,-1 0,1 1,-1 0,1 0,0 0,0 0,0 1,0-1,0 1,0 0,1 0,0 0,-1 1,1-1,0 1,1 0,-1 0,1 0,0 0,-1 0,2 0,0 0,0 1,0-1,0 0,1 0,0 1,-1-1,2 0,-1 1,0-1,1 0,0 0,0 0,0 1,0-1,1 0,0 0,0-1,0 1,0 0,0-1,1 1,-1-1,1 1,0-1,1 0,91 67,132 53,-175-67,-51-55,0 1,0-1,-1 1,1-1,0 1,-1-1,1 1,-1-1,0 1,0 0,1-1,-1 1,0 0,0-1,0 1,-1 0,1-1,0 1,-1-1,1 1,-1 0,1-1,-1 1,0-1,1 1,-1-1,0 0,0 1,0-1,0 0,0 0,-1 1,1-1,0 0,-1 0,1 0,0-1,-1 1,1 0,-1 0,1-1,-1 1,0-1,-3 2,-1 0,1-1,0 0,-1 0,0-1,1 0,-1 0,1 0,-1 0,1-1,-1 0,1 0,-1 0,1-1,0 0,-1 0,1 0,0-1,0 0,1 0,-1 0,1 0,-1-1,-1-1,3 2,0 1,1-1,-1 1,1-1,-1 0,1 0,0 0,0-1,0 1,1 0,-1-1,1 1,0-1,0 1,0-1,0 0,0 1,1-1,0 0,0 0,0 1,0-1,0 0,1 0,0 1,0-1,0 0,0 1,0-1,1 1,-1 0,1-1,0 1,0 0,1 0,0-1,11-10,0 2,1 0,0 1,1 0,1 1,-1 1,1 0,1 2,0 0,0 0,0 2,1 0,-1 2,1 0,8 0,-22 1,0 1,0 0,0 0,0 0,0 0,0 1,0 0,0 0,0 0,0 1,0 0,0 0,0 0,0 0,0 1,0 0,0 0,-1 0,1 0,-1 1,0 0,1 0,-1 0,-1 1,1-1,0 1,-1 0,0 0,0 0,0 0,0 1,7 58,-10-57,0 0,0-1,0 1,1 0,-1-1,1 1,1-1,-1 1,1-1,0 1,0-1,1 0,-1 0,1 0,0 0,0-1,1 1,0-1,-1 0,1 0,2 1,-1-4,0 0,0 0,0 0,0-1,0 0,0 0,0 0,0-1,1 0,-1 0,0 0,0 0,-1-1,1 0,0 0,0 0,-1-1,0 1,1-1,-1 0,0 0,0-1,0 1,-1-1,0 0,1 0,1-3,3-3,1 0,-2 0,1-1,-2 0,1 0,-1-1,-1 0,0 0,-1 0,0-1,-1 1,-1-1,0 0,0 0,-1-1,0 27,0-1,1 1,0-1,1 0,0 1,1-2,1 1,0 0,0-1,1 0,1 0,0 0,-4-5,1 0,0-1,0 1,0-1,0 0,1 0,0-1,0 1,0-1,0 0,1 0,0-1,0 0,0 0,0 0,0-1,1 1,-1-2,1 1,-1-1,1 0,-1 0,1 0,0-1,0-1,2 1,-4-2,0 1,0-1,0 0,0 0,0 0,-1-1,0 0,1 1,-1-2,0 1,0 0,-1-1,1 0,-1 0,1 0,-1 0,-1 0,1-1,0 1,-1-1,0 0,1-3,22-113,-23 103,-2-1,0 0,0 1,-2-1,-1 0,0 0,-2 15,4 18,1-10,0-1,1 0,0 1,0-1,0 0,0 0,0 0,1 0,-1 0,1 0,0 0,0 0,0 0,0-1,0 1,1-1,-1 0,1 1,0-1,-1 0,1-1,0 1,0 0,0-1,0 0,1 0,-1 0,0 0,2 0,102 5,-59-12,57 0,-102 7,1 1,-1 1,0-1,0 0,-1 1,1-1,0 1,-1 0,0 0,0 0,1 0,-2 0,1 1,0-1,-1 0,1 1,-1-1,0 1,0 0,-1-1,1 1,-1 0,0 0,0-1,0 1,0 0,0-1,-1 1,0 0,0-1,0 1,0 0,-1 0,1 3,1-4,-1 97,2-96,-1-1,1 0,0 0,0 0,0 0,1 1,-1-2,1 1,0 0,0 0,0 0,0-1,0 1,0-1,1 0,-1 0,1 0,-1 0,1 0,0 0,0-1,0 1,0-1,0 0,0 0,0 0,1 0,1 0,3 0,-1-1,0 0,0 0,1-1,-1 0,0 0,0 0,0-1,0 0,0-1,0 0,-1 0,1 0,-1 0,0-1,0 0,0-1,-1 1,4-5,2-1,0-1,-1 0,0-1,-1 0,-1 0,0-1,0 0,-2-1,1 0,14-77,-23 107,0 1,1-1,1 0,1 1,1-1,0 0,1 1,0-1,1-1,1 1,1 0,0-1,7 11,-11-23,0 1,0-1,0 0,1 1,-1-1,1 0,0 0,0 0,0-1,0 1,1-1,-1 0,1 0,-1 0,1 0,0-1,0 1,0-1,0 0,0 0,0 0,0-1,0 0,0 1,16-5</inkml:trace>
  <inkml:trace contextRef="#ctx0" brushRef="#br3" timeOffset="-134563.603">6472 13429,'-16'3,"-8"2,1 5,6 6,13 2,16 1,7-4</inkml:trace>
  <inkml:trace contextRef="#ctx0" brushRef="#br3" timeOffset="-134356.158">7501 13751,'0'20,"4"14,7 8,3 3,2-1,0-3,0-9,-3-10</inkml:trace>
  <inkml:trace contextRef="#ctx0" brushRef="#br3" timeOffset="-133889.406">7341 13456,'141'32,"-73"-18,0 3,-1 3,-1 3,15 9,-70-27,0-1,-1 2,0 0,0 0,0 0,-1 1,0 1,0 0,-1 0,0 0,-1 1,1 1,-2-1,1 1,-1 0,-1 0,0 1,0 0,-1-1,-1 2,0-1,0 0,1 12,-18 103,2-65,12-60,0 0,-1 0,1 0,0 0,0 0,0 0,0 0,0 0,0 0,0 0,0 0,0 0,0 0,0 0,1 0,-1 0,0 0,1 0,-1 0,1 0,-1 0,1-1,0 1,-1 0,1 0,0 0,-1-1,1 1,0 0,0-1,0 1,0-1,-1 1,1-1,0 1,0-1,0 0,0 1,0-1,0 0,0 0,0 0,0 0,0 0,0 0,0 0,0 0,0 0,0 0,0-1,1 1,51-21,-40 13,-1-1,-1 0,0 0,0-2,0 1,-2-1,1-1,-1 0,-1 0,0-1,-1 0,-1 0,0 0,0-1,-1 0,-1 0,0-1,-1 1,-1-3,-3 27,1 0,0 0,0 1,1-1,0 0,1 0,0 0,1 0,0-1,0 1,1-1,0 0,1 0,0 0,0 0,1-1,0 0,1 0,0 0,0-1,0 0,1-1,0 1,1-1,13 6,1-1,0-1,0-1,1-1,0-2,1 0,0-1,-1-1,21-1,54 5</inkml:trace>
  <inkml:trace contextRef="#ctx0" brushRef="#br3" timeOffset="-133059.308">9827 14058,'12'-30,"-1"0,-2-1,0 0,-3 0,0-1,-2 0,-2 0,0 0,-3 0,0 0,-5-21,5 43,0 0,-1-1,0 1,-1 0,0 0,-1 1,0-1,0 1,-1 0,0 0,-1 0,-4-6,9 15,1-1,-1 1,0-1,1 1,-1-1,1 1,-1-1,0 1,1-1,-1 1,0 0,0-1,1 1,-1 0,0-1,0 1,1 0,-1 0,0 0,0 0,0 0,1 0,-1 0,0 0,0 0,0 0,1 1,-1-1,0 0,0 0,1 1,-1-1,0 1,1-1,-1 0,0 1,1-1,-1 1,0 0,1-1,-1 1,1-1,-1 1,1 0,0-1,-1 1,1 0,0 0,-1 0,-6 40,7-37,1 0,0-1,1 1,-1-1,1 1,-1-1,1 1,0-1,0 0,1 0,-1 0,1 0,-1-1,1 1,0-1,0 1,0-1,0 0,0 0,1 0,-1-1,1 1,-1-1,1 0,-1 0,1 0,0 0,104 12,95-14,-200 1,0 1,0 0,1 0,-1 0,0 0,0 0,-1 1,1-1,0 1,0 0,-1 0,1 0,-1 0,1 0,-1 1,0-1,0 1,0-1,0 1,-1 0,1-1,-1 1,1 0,-1 0,0 0,0 1,-1-1,1 2,0 97,-2-79,-1-20,1 0,1 1,-1-1,0 1,1 0,0-1,0 1,0-1,0 1,0 0,1-1,0 1,-1-1,1 1,1-1,-1 0,0 1,1-1,0 0,0 0,0 0,0 0,0 0,0 0,1-1,-1 1,1-1,0 0,0 0,0 0,0 0,0 0,0 0,4 0,2-1,0-1,-1 0,1-1,0 0,-1-1,1 0,-1 0,1 0,-1-1,0-1,0 1,0-1,0-1,-1 1,0-1,0 0,0-1,-1 0,1 0,-1-1,-1 1,1-1,-1 0,0-1,-1 1,0-1,1-2,-2 1,1 1,-2-1,1 1,-1-1,-1 0,1 0,-1 0,-1 0,0 0,0-1,-2-4,2 14,0 0,0 1,0-1,-1 0,1 0,0 0,0 1,-1-1,1 0,0 0,-1 0,1 0,0 1,0-1,-1 0,1 0,0 0,-1 0,1 0,0 0,-1 0,1 0,0 0,-1 0,1 0,0 0,-1 0,1 0,0 0,-1 0,1 0,0-1,0 1,-1 0,1 0,0 0,-1 0,1-1,0 1,0 0,-1-1,-1 18,0 0,1-1,1 1,0 0,1 0,1-1,1 1,0-1,1 0,1 0,2 4,-4-12,0 0,1 0,0 0,0 0,1-1,0 0,0 0,1 0,0 0,0-1,0 0,1 0,0-1,0 0,0 0,1-1,0 0,0 0,0-1,0 1,1-2,-1 1,24 2</inkml:trace>
  <inkml:trace contextRef="#ctx0" brushRef="#br3" timeOffset="-132753.129">10496 13309,'-11'16,"0"10,9 2,12 0,4-6</inkml:trace>
  <inkml:trace contextRef="#ctx0" brushRef="#br3" timeOffset="-132498.758">11057 13028,'-9'25,"-6"25,-1 21,0 19,2 15,3 8,4 3,4-3,6-7,7-9,6-13,4-14,5-14,-1-14,1-14,-5-15,-5-9</inkml:trace>
  <inkml:trace contextRef="#ctx0" brushRef="#br3" timeOffset="-132284.309">10829 13577,'9'7,"15"4,19 0,20 1,18-1,11-4,1-1,-15-4</inkml:trace>
  <inkml:trace contextRef="#ctx0" brushRef="#br3" timeOffset="-131262.725">11525 13670,'2'34,"1"1,2-1,2 0,1-1,1 0,9 20,32 43,-48-94,0 1,0 0,0-1,0 1,1-1,-1 0,1 1,-1-1,1-1,0 1,0 0,0-1,0 1,0-1,0 0,1 0,-1 0,0 0,1-1,-1 1,0-1,1 0,-1 0,0 0,1-1,-1 1,0-1,1 0,-1 0,1 0,9-6,-2-1,1-1,-1 0,-1 0,1-1,-1 0,-1-1,0 0,-1 0,0-1,-1 0,0-1,5-12,49-129,-65 164,-26 108,29-113,0-1,1 1,0 0,0 0,0-1,0 1,1 0,0 0,0-1,0 1,0-1,1 1,0-1,0 1,0-1,0 0,1 0,-1 0,1 0,0 0,0-1,1 1,-1-1,1 0,0 0,0 0,1 0,3 1,1 0,0-1,1 0,-1-1,0 0,1 0,0-1,-1 0,1 0,0-1,-1-1,1 0,-1 0,1-1,-1 0,1 0,-1-1,0-1,0 1,0-1,5-4,-1 0,-1 1,1-2,-2 1,1-2,-1 1,-1-2,0 1,0-2,-1 1,-1-1,0 0,0-1,-1 0,-1 0,21-91,-28 95,-2 14,-2 13,2-3,1-1,1 0,0 1,1-1,1 1,0-1,1 1,1 3,-2-13,0 0,1 0,0 1,0-1,0 0,1-1,-1 1,1 0,0-1,1 1,-1-1,1 0,-1 0,1-1,1 1,-1-1,0 1,1-1,0-1,-1 1,1-1,0 0,3 1,-1-1,0 0,0-1,0 1,0-2,0 1,0-1,0 0,1 0,-1-1,0 0,0 0,-1-1,1 0,0 0,0-1,-1 1,1-2,-1 1,0-1,0 1,0-2,-1 1,1-1,-1 1,0-2,2-2,4-5,-1-1,0 0,0-1,-2 0,0 0,0-1,-2 0,0 0,0-1,-1-5,-1 10,-6 26,-1 0,2-2,-2 2,0 0,1 0,1 0,0 1,1-1,1 0,0 1,1-1,1 0,3 13,-4-24,-1 0,1 0,0 0,0 0,0 0,0-1,0 1,1-1,-1 1,1-1,0 0,-1 0,1 0,0 0,0-1,1 1,-1-1,0 0,0 0,1 0,-1 0,0 0,1-1,-1 0,1 1,-1-1,1 0,-1-1,3 0,3 0,0-1,0 0,-1 0,1-1,-1 0,1-1,-1 0,-1 0,1-1,0 0,0-1,9-11,-1-2,-1 0,0 0,-1-1,-2-1,0-1,-1 1,-1-2,-1 1,-2-1,0-1,-1 1,-1-1,-1 0,-1-2,-3 131,0-96,9 117,-8-120,1-1,-1 1,1-1,1 0,-1 0,1 0,0 0,0-1,0 1,0-1,1 0,0 1,0-2,0 1,0 0,1-1,0 0,-1 0,1 0,0-1,4 2,9 1,1-1,0-1,0 0,0-2,0 0,0-1,0-1,0-1,0 0,0-2,-1 0,1-1,-1-1,0 0,12-7,-8 1,0 0,0-1,-2-1,0 0,0-2,-1-1,-1 0,-1-1,-1-1,0 0,-1-2,-2 1,0-2,-1 0,-1 0,-1-1,-1 0,-1-1,-1 0,2-14,4-26,-3 0,-3-1,-2 1,-4-2,-2 1,-3 0,-3 1,-4-10,7 50,0 0,-2 1,-1 0,-1 0,-8-17,15 38,0 0,0-1,0 1,0 0,0 0,0 0,-1 0,1 0,-1 0,1 0,-1 0,0 0,0 1,0-1,0 1,0-1,0 1,0 0,0 0,0 0,-1 0,1 0,0 0,-1 1,1-1,-1 1,1-1,-1 1,1 0,-1 0,1 0,-1 1,1-1,0 0,-1 1,1 0,-1 0,1-1,0 1,0 1,-1-1,1 0,0 0,0 1,0-1,0 1,1 0,-1-1,0 1,1 0,-1 0,1 0,-1 2,-14 17,2 1,0 0,2 1,0 1,2 0,0 1,2-1,1 2,-2 13,-9 31,4 1,3 0,3 1,4 0,3 63,3-101,1 1,2-1,1 0,1-1,2 1,4 4,-8-23,2 0,-1 0,2-1,0 0,1 0,0-1,1 0,0-1,1 0,1 0,0-1,0-1,1 0,2 0,57 26,-3-14</inkml:trace>
  <inkml:trace contextRef="#ctx0" brushRef="#br3" timeOffset="-129847.3">1392 15234,'0'-3,"0"0,0 0,0 0,0 0,-1 0,0 0,1 0,-1 0,0 0,0 0,-1 0,1 0,-1 0,1 1,-1-1,0 1,0-1,0 1,0 0,0 0,-1 0,1 0,-1 0,1 0,-1 0,0 1,0 0,1-1,-1 1,0 0,0 0,0 1,0-1,0 1,-1-1,1 1,0 0,0 0,0 0,0 1,0-1,0 1,0 0,0 0,0 0,0 0,0 0,0 0,0 2,-4 3,1 1,0 1,0-1,1 1,0 0,0 0,1 1,0-1,1 1,0 0,0 0,1 0,0 0,1 0,-1 1,2-1,0 6,-1-11,1 1,-1 0,1-1,1 1,-1-1,1 1,0 0,0-1,0 1,0-1,1 0,0 1,0-1,0 0,0 0,1 0,0 0,-1-1,1 1,1-1,-1 0,0 0,1 0,0 0,-1 0,1-1,0 1,1-1,-1 0,0-1,0 1,1-1,-1 0,3 1,13-2,-1 0,1-1,0-1,-1 0,1-2,-1 0,0-2,0 0,-1-1,1 0,-2-2,1 0,-1-1,0-1,-1 0,9-10,-24 20,-1 1,0-1,1 0,-1 0,1 1,-1-1,0 0,1 1,0-1,-1 0,1 1,-1-1,1 1,0-1,-1 1,1-1,0 1,-1 0,1-1,0 1,0 0,0 0,-1-1,1 1,0 0,0 0,0 0,-1 0,1 0,0 0,0 0,0 0,0 0,-1 1,1-1,0 0,0 0,-1 1,1-1,0 0,0 1,-1-1,1 1,0-1,-1 1,1-1,-1 1,1 0,-1-1,1 1,-1 0,1-1,-1 1,1 0,-1 0,0-1,0 1,1 0,-1 0,0 0,0-1,0 1,0 0,0 0,0 0,0 0,0 0,0 2,-1 0,1 0,0 0,0 0,0 0,0 0,0 0,1 0,-1 0,1 0,0 0,0 0,0 0,0-1,0 1,1 0,-1-1,1 1,0-1,0 1,0-1,0 0,0 0,0 0,1 0,-1 0,1 0,-1-1,1 1,0-1,5 1,-1-1,1 0,0 0,-1-1,1 0,0-1,-1 1,1-1,0-1,-1 1,1-1,-1-1,0 1,0-1,0-1,0 1,0-1,-1 0,1-1,-1 0,0 0,-1 0,1 0,-1-1,0 0,-1 0,1 0,-1-1,0 0,1-4,-3 8,-1-1,0 1,0-1,0 1,-1-1,1 1,-1-1,0 0,0 1,0-1,0 0,-1 1,1-1,-1 1,0-1,0 1,-1-1,1 1,-1-1,1 1,-1 0,0 0,0 0,0 0,-1 0,1 1,-1-1,0 1,1-1,-1 1,0 0,-3-1,1 0,1 0,-1 1,0-1,0 1,0 1,-1-1,1 1,0 0,-1 0,1 0,0 1,-1 0,1 0,-1 0,1 1,0 0,-1 0,1 0,0 0,0 1,0 0,-1 1,-4 3,1 1,-1 0,1 1,1 0,-1 0,1 1,1 0,0 1,0-1,1 2,0-1,0 0,2 1,-1 0,1 0,1 1,-2 5,4-13,0-1,0 0,1 1,-1 0,1-1,-1 1,1-1,0 1,1-1,-1 1,1-1,-1 1,1-1,0 1,0-1,1 1,-1-1,1 0,-1 0,1 0,0 0,0 0,0 0,1 0,-1-1,1 1,0-1,-1 0,1 1,0-1,0-1,0 1,1 0,-1-1,0 0,1 1,0-1,36 1,-1-5</inkml:trace>
  <inkml:trace contextRef="#ctx0" brushRef="#br3" timeOffset="-129585.523">1886 14807,'-13'-3,"-12"0,-4 5,1 6,6 7,5 7,11 5,14 4,11 4,3-4</inkml:trace>
  <inkml:trace contextRef="#ctx0" brushRef="#br3" timeOffset="-128851.586">2113 15408,'2'2,"-1"0,0 0,1 0,0 0,-1-1,1 1,0 0,0-1,-1 1,1-1,0 0,1 0,-1 0,0 0,0 0,0 0,1 0,-1-1,0 1,1-1,-1 0,0 0,1 0,-1 0,0 0,1 0,-1 0,1-1,-1 1,0-1,0 0,1 0,-1 0,0 0,0 0,0 0,0 0,0-1,0 1,0-1,-1 0,1 1,0-2,5-9,-1 0,0-1,0 0,-2 0,0 0,0-1,-1 0,-1 1,0-1,-1 0,0 0,-1 0,-2-12,1 13,0 0,-1 0,0 0,-1 1,-1-1,0 1,0-1,-1 1,-1 1,0-1,-3-3,9 15,1 1,-1-1,1 0,-1 0,1 0,-1 0,1 1,0-1,-1 0,1 0,-1 0,1 0,-1 0,1-1,0 1,-1 0,1 0,-1 0,1 0,-1 0,1-1,-1 1,1 0,-1-1,1 1,-1 0,0-1,1 1,-1 0,1-1,-1 1,0-1,1 1,-1-1,0 1,1-1,-1 1,0-1,0 1,0-1,0 1,1-1,-1 1,0-1,0 0,0 1,0-1,0 1,0-1,0 1,0-1,-1 1,1-1,0 0,0 1,0-1,-1 1,1-1,0 1,0-1,-1 1,1 0,-1-1,1 1,0-1,-1 1,1 0,-1-1,154 15,-148-11,0 1,0-1,0 1,0 1,-1-1,1 1,-1 0,0-1,-1 2,1-1,-1 0,0 1,0 0,-1-1,0 1,0 0,0 0,0 1,-1-1,0 0,-1 0,1 1,-2 4,3 1,4 22,-4-17,0 0,1-1,1 1,1 0,1-1,0 0,1 0,2 2,-7-14,0-1,1 0,-1 0,1 0,-1-1,1 1,0-1,0 1,0-1,1 0,-1 0,1 0,-1-1,1 1,-1-1,1 0,0 0,-1 0,1 0,0-1,0 0,0 0,0 0,-1 0,1 0,0-1,0 1,0-1,-1 0,1 0,0-1,2-1,8-2,-1-2,0 0,0 0,0-1,-1-1,0 0,10-10,37-49,-59 67,1 1,0 0,-1-1,1 1,0 0,-1 0,1-1,0 1,-1 0,1 0,0 0,0 0,-1 0,1 0,0 0,-1 0,1 0,0 0,0 0,-1 1,1-1,0 0,-1 1,1-1,-1 0,1 1,0-1,-1 0,1 1,-1-1,1 1,-1-1,1 1,-1-1,1 1,-1 0,0-1,1 1,-1 0,0-1,0 1,1 0,-1-1,0 1,0 0,0-1,0 1,0 0,0 0,0-1,0 1,0 0,0-1,0 1,0 0,-1-1,1 1,0 0,0-1,-1 1,3 6,-1-2,-1-1,1 1,1-1,-1 0,0 0,1 1,0-1,0 0,1 0,-1-1,1 1,-1-1,1 1,0-1,0 0,1 0,-1 0,1 0,0-1,-1 1,1-1,0 0,0 0,0 0,1-1,-1 1,0-1,1 0,-1-1,1 1,1 0,0-1,0 1,0-1,0 0,-1-1,1 0,0 0,0 0,0 0,-1-1,1 0,-1 0,1-1,-1 1,0-1,0 0,0-1,0 1,-1-1,1 0,-1 0,0 0,0-1,-1 1,1-1,-1 0,0 0,0 0,-1-1,1 1,-1-1,0 1,-1-1,1 0,-1 0,0 1,-1-1,0 0,1 0,-2-2,-1 2,0-1,0 0,-1 1,0-1,0 1,-1 0,0 0,0 0,0 0,-1 1,0 0,0 0,0 0,0 0,-1 1,0 0,0 0,0 1,0-1,-1 1,1 1,-1-1,-4 0,6 1,0 1,0-1,1 1,-1 1,0-1,0 0,0 1,0 0,0 1,0-1,0 1,0 0,0 0,1 0,-1 0,0 1,1 0,-1 0,1 1,-1-1,1 1,0 0,0 0,0 0,1 0,-1 1,1-1,0 1,0 0,0 0,0 0,1 1,-2 3,1-2,1 0,0 0,0 1,1-1,0 1,0-1,0 1,1 0,0-1,0 1,1 0,0-1,0 1,1-1,0 3,9 21</inkml:trace>
  <inkml:trace contextRef="#ctx0" brushRef="#br3" timeOffset="-128002.081">3423 15368,'-11'-38,"2"1,2-1,1-1,2 1,1-1,3-29,-1 19,-5 8,14 53,0-1,0 0,1 0,0 0,1-2,0 1,0-1,1 0,8 4,58 55,-75-65,0 0,0 0,-1 1,1-1,-1 0,1 1,-1 0,0-1,-1 1,1 0,-1-1,1 1,-1 0,0-1,0 1,-1 0,1 0,-1-1,0 1,0-1,0 1,0-1,-1 1,1-1,-1 1,0-1,-2 3,1-2,1 1,0-1,0 1,0 0,1 0,-1 0,1 0,0 0,1 0,-1 0,1 0,0 0,0 0,1 2,1-4,1 1,0-1,-1 0,1-1,0 1,0 0,1-1,-1 0,0 0,1 0,0 0,-1 0,1-1,0 1,0-1,0 0,0 0,0-1,0 1,0-1,0 0,0 0,0 0,0-1,1 1,2 0,35 3,1-2,-1-2,0-2,0-1,0-3,-1-1,0-2,-1-2,0-1,32-17,-9-17,-62 45,1 1,-1-1,0 1,0-1,0 0,0 1,0-1,0 0,0 0,-1 1,1-1,-1 0,1 0,-1 0,0 0,0 0,0 0,0 0,0 0,0 0,0 0,-1 0,1 1,-1-1,1 0,-1 0,0 0,0 1,0-1,0 0,0 1,0-1,0 0,0 1,-1 0,1-1,0 1,-1-1,-2-1,0 0,0 0,0 0,0 1,0-1,0 1,-1 0,1 0,-1 0,1 1,-1 0,0 0,0 0,1 0,-1 1,0 0,0 0,0 0,0 0,0 1,1 0,-1 0,0 0,1 1,-1-1,1 1,-1 0,1 0,0 1,-1 0,1-1,1 1,-1 0,0 1,1-1,0 1,-1-1,0 3,-1 3,1-1,0 1,0 0,0 0,1 0,1 1,0-1,0 0,1 1,0 0,0-1,1 1,1 0,-1-1,2 1,-1 0,0-8,0 1,1 0,-1 0,0-1,1 1,0-1,-1 0,1 1,0-1,0 0,0 0,1 0,-1 0,0 0,1-1,-1 1,1-1,0 0,-1 1,1-1,0 0,0-1,0 1,0 0,0-1,0 0,0 0,0 1,1-2,86-19,-82 18,-1-1,0 0,0-1,0 0,-1 0,1 0,-1-1,0 0,0 0,0-1,-1 1,0-1,0 0,-1-1,1 1,-1-1,-1 0,1 0,-1 0,0-1,-1 1,1-4,-3 12,0-1,-1 1,1 0,-1 0,1 0,-1-1,1 1,-1 0,1 0,-1-1,1 1,-1-1,0 1,1 0,-1-1,0 1,0-1,0 0,1 1,-1-1,0 1,0-1,0 0,0 0,1 0,-1 1,0-1,0 0,0 0,0 0,0 0,0-1,0 1,0 0,1 0,-1 0,0-1,0 1,0 0,0-1,1 1,-1-1,0 1,0-1,1 1,-1-1,0 0,1 1,-1-1,1 0,-1 1,1-1,-1 0,1 0,-1 0,1 1,0-1,0 0,-1 0,1 0,0 0,0 0,0 1,0-1,0 0,-2 3,1 1,0 0,0-1,0 1,0 0,1 0,-1 0,1 0,0 0,0 0,0 0,0 0,0-1,1 1,-1 0,1 0,-1 0,1 0,0 0,1-1,-1 1,0 0,1-1,-1 1,1-1,0 0,0 1,0-1,0 0,0 0,0 0,1-1,-1 1,3 1,6 3,0 0,0-1,1 0,-1-1,1 0,0-1,12 1,49 6,-1-4</inkml:trace>
  <inkml:trace contextRef="#ctx0" brushRef="#br3" timeOffset="-127339.21">5455 15368,'-3'-26,"1"0,1-1,1 1,1 0,1 0,1 0,2 0,6-18,-10 40,0-1,1 1,-1 0,1 0,0 0,1 0,-1 0,1 0,-1 0,1 1,0-1,0 1,1 0,-1 0,1 0,0 0,0 1,-1 0,2-1,-1 1,0 1,0-1,1 1,-1-1,0 1,1 0,-1 1,1-1,0 1,-1 0,1 0,-1 1,1-1,-1 1,1 0,1 0,13 6,0 0,0 0,-1 2,0 1,-1 0,0 1,0 1,-1 0,0 1,-2 1,1 0,-2 1,4 6,-15-19,0-1,0 1,0-1,0 1,0 0,-1 0,1 0,-1 0,0 0,1 0,-1 0,0 1,0-1,0 0,0 1,-1-1,1 0,-1 1,1-1,-1 1,0-1,0 1,0-1,0 1,-1-1,1 1,-1-1,1 0,-1 1,0-1,0 1,0-1,0 0,0 0,-1 0,1 0,0 0,-1 0,0 1,-8 1,0-1,1 0,-1 0,-1-1,1 0,0-1,0 0,-1 0,1-1,0-1,-1 0,1 0,-4-2,-9-7,28-2,38-8,259-60,-297 80,0-1,-1 0,1-1,-1 1,0-1,0 0,1 0,-1 0,0 0,0-1,-1 0,1 0,-1 0,1 0,-1 0,0-1,0 1,0-1,-1 0,1 0,-1 0,1-2,-5 4,1-1,0 0,-1 1,1-1,-1 1,0 0,1-1,-1 1,0 0,-1 0,1 0,0 0,-1 1,1-1,-1 1,1-1,-1 1,0 0,1 0,-1 0,0 0,0 0,0 1,0 0,0-1,0 1,1 0,-2 0,2-1,-1 1,0-1,0 0,0 1,1 0,-1 0,0-1,0 2,0-1,0 0,0 1,1-1,-1 1,0 0,0 0,1 0,-1 0,0 0,1 1,0-1,-1 1,1-1,0 1,-1 0,1 0,0 0,1 0,-1 1,0-1,1 0,-1 1,1-1,-1 1,1 0,0-1,0 1,1 0,-1 0,0-1,1 1,0 1,-1 3,1-1,1 1,-1-1,1 1,0-1,1 1,0-1,0 0,0 0,0 0,1 0,0 0,1 0,-1-1,1 0,0 0,0 0,0 0,1 0,0-1,0 0,0 0,2 1,6 4,1-1,0 0,1-1,0-1,0 0,1-1,-1 0,16 1,159 8,-96-18</inkml:trace>
  <inkml:trace contextRef="#ctx0" brushRef="#br3" timeOffset="-126899.426">7260 14807,'18'5,"0"-2,0 1,0-2,0-1,1 0,-1-1,0-1,0-1,1 0,-1-1,0-1,-1-1,1-1,-1 0,0-1,-1-1,11-6,-10 5,-1 0,0-1,-1 0,0-1,0-1,7-9,-16 16,-1 0,0-1,-1 1,1-1,-1 0,-1-1,1 1,-1-1,0 1,0-1,-1 0,0 0,0 0,-1-1,1 1,-2 0,1-1,-1 1,0 3,-1 0,0 0,1 1,-1-1,0 1,-1-1,1 1,-1-1,1 1,-1 0,0 0,0 0,-1 0,1 0,-2-1,3 3,0 0,0 0,0 1,0-1,0 0,0 1,0-1,-1 0,1 1,0-1,-1 1,1 0,0-1,-1 1,1 0,0 0,-1 0,1 0,0 0,-1 0,1 0,0 1,-1-1,1 0,0 1,0-1,-1 1,1-1,0 1,0 0,0 0,0-1,-1 1,1 0,0 0,1 0,-1 0,0 0,0 0,0 0,0 0,1 1,-1-1,-5 10,0 1,0 0,1 0,1 0,0 0,0 1,1 0,1-1,0 1,1 11,-2-5,-23 377,19-222,-18 293,21-419,1-14</inkml:trace>
  <inkml:trace contextRef="#ctx0" brushRef="#br3" timeOffset="-126344.077">7234 15127,'48'-17,"0"2,2 2,0 2,0 2,19 1,-18 1,150-22,119 2,-315 28,-15 2,-27 4,28-6,-7 1,0 0,0 0,0 2,0 0,1 1,-1 0,1 1,1 1,-1 1,1 0,0 0,1 2,0-1,1 2,0 0,0 0,1 1,0 1,9-11,0 1,0 0,0 0,1-1,-1 1,1 0,-1 1,1-1,0 0,0 0,1 0,-1 1,1-1,-1 0,1 0,0 1,0-1,1 0,-1 1,1-1,-1 0,1 0,0 1,0-1,0 0,1 0,-1 0,1 0,0 0,0-1,0 1,0-1,0 1,0-1,1 1,-1-1,1 0,0 0,0-1,-1 1,1 0,0-1,0 0,1 1,-1-1,11 0,-1 0,1-1,-1-1,1 0,0-1,-1 0,0-1,0-1,0 0,0 0,0-1,-1-1,0 0,0-1,-1 0,1-1,4-5,-7 7,-1 0,1-1,-1 0,0-1,-1 1,0-1,0-1,0 0,-1 0,-1 0,0 0,0-1,-1 0,0 0,0 0,-1 0,0-1,-1 1,-1-1,0 0,0-5,-6-2,-6 23,9 2,0 0,0 0,0 0,1 0,0 0,0 0,1 0,0 1,0-1,1 0,0 0,0 0,0 0,1 0,0 0,1 0,-1-1,1 1,1-1,-1 0,1 0,0 0,1 0,-1 0,1-1,0 0,0 0,6 3,29 13,2-7</inkml:trace>
  <inkml:trace contextRef="#ctx0" brushRef="#br3" timeOffset="-125930.66">8771 14927,'-8'0,"0"0,0 0,0 0,1 1,-1 1,0-1,0 1,1 0,-1 1,1 0,0 0,0 1,0 0,0 0,1 0,0 1,-1 0,2 0,-1 1,0-1,1 1,0 0,1 1,0-1,-1 1,2 0,-1 0,1 1,0-1,1 0,0 1,0 0,0 3,2-6,1-1,-1 1,1 0,0 0,1-1,-1 1,1 0,0-1,0 1,0-1,1 0,0 0,-1 0,1 0,1 0,-1-1,0 1,1-1,0 0,0 0,0 0,0-1,0 1,1-1,-1 0,1 0,0 0,12 4,0-1,0-1,1 0,-1-1,1-1,15 0,-1-1,-1-2,1-1,-1-2,0-1,0-1,0-2,-1-1,0-1,-1-2,0-1,15-9,-39 20,0-1,1 1,-1-1,0 0,0 0,-1 0,1-1,-1 0,0 1,0-2,0 1,0 0,-1-1,1 0,-1 0,0 0,-1 0,1 0,-1 0,0-1,0 1,-1-1,0 0,0-2,-1 6,-1 0,0 0,0-1,0 1,0 0,0 0,0 0,0 0,-1 1,1-1,-1 0,0 0,1 1,-1-1,0 1,0 0,0-1,0 1,0 0,0 0,0 0,-1 1,1-1,0 0,0 1,-1-1,1 1,0 0,-1 0,1 0,0 0,-2 1,-74 14,73-13,0 0,0 0,0 0,1 1,-1-1,1 1,-1 0,1 1,0-1,0 1,0 0,1 0,-1 0,1 0,0 0,0 1,1 0,-1-1,1 1,0 0,0 0,1 0,0 1,-1-1,2 0,-1 0,1 1,-1-1,1 0,1 1,-1-1,1 0,0 0,0 1,1-1,0 2,5 1,0-1,0 0,1 0,0-1,0 0,1 0,-1-1,1 0,1-1,-1 0,0 0,1-1,0 0,0 0,0-1,0-1,7 1,192 17,-103-18</inkml:trace>
  <inkml:trace contextRef="#ctx0" brushRef="#br3" timeOffset="-124495.899">11138 14846,'-11'0,"1"1,0 0,0 0,0 1,0 0,1 1,-1 0,1 0,-1 1,1 1,0-1,0 1,1 1,0 0,0 0,0 0,0 1,1 0,1 1,-1 0,1 0,0 0,1 1,0-1,0 1,1 0,0 1,-2 8,5-17,1 1,-1-1,1 0,0 0,0 1,-1-1,1 0,0 1,0-1,0 0,0 1,1-1,-1 0,0 1,0-1,1 0,-1 0,1 1,-1-1,1 0,0 0,-1 0,1 0,0 0,0 0,-1 0,1 0,0 0,0 0,0 0,1 0,-1-1,0 1,0 0,0-1,0 1,1-1,-1 1,0-1,0 0,1 0,-1 1,0-1,1 0,-1 0,0 0,1 0,64-17,-44 5,0-2,0 0,-1-1,-1-1,-1-1,0 0,-1-2,-1 0,-1-1,-1 0,0-2,-2 0,1-3,-8 13,0-1,-1 0,0 0,-1-1,-1 1,0-1,-1 1,0-1,-1 0,-1 0,0 0,-1 0,0 0,-1 0,-1 1,0-1,-2-3,5 15,0-1,-1 1,1-1,-1 1,0 0,0-1,0 1,0 0,0-1,-1 1,1 0,0 0,-1 0,0 0,1 0,-1 0,0 1,0-1,0 1,0-1,0 1,-1 0,1-1,0 1,-1 0,1 1,0-1,-1 0,1 1,-1-1,1 1,-1 0,0 0,1 0,-1 0,1 0,-1 1,1-1,-1 1,1-1,-1 1,1 0,0 0,-1 0,-1 1,-5 9,-1 0,1 0,1 1,0 0,0 1,1 0,1 0,0 0,1 1,0-1,1 1,1 1,-1 5,0-2,1 0,0 0,2 0,0 1,1-1,0 1,2-1,1 5,-2-14,1-1,0 0,1 1,0-1,0 0,1 0,0-1,0 1,0-1,1 0,1 0,-1 0,1-1,0 0,0 0,1 0,0-1,4 3,0-3,0-1,0 0,0 0,1-1,-1-1,1 1,-1-2,1 0,0 0,0-1,-1-1,1 0,0 0,-1-1,1-1,-1 0,1-1,-1 0,0 0,-1-1,1 0,-1-1,0-1,0 1,-1-2,0 1,0-1,-1 0,0-1,0 0,-1 0,0-1,-1 0,0 0,-1-1,0 1,0-1,-1 0,-1-1,0 1,0 0,-1-1,0 0,-2 11,0 0,1 0,-1 0,0 0,0 0,0 0,1 0,-1 0,0 0,0 0,0 0,-1 0,1 0,0 0,0 0,-1 0,1 0,0 0,-1 0,1 0,-1 0,1 0,-1 0,0 0,1 1,-1-1,0 0,1 0,-1 1,0-1,0 1,0-1,0 0,1 1,-1 0,0-1,0 1,0-1,-2 6,1 0,0-1,0 1,1 0,0 0,-1 0,2 0,-1 0,0 0,1 0,0 0,0 1,1-1,0 2,1 2,0 0,1 0,0 0,0-1,1 1,1-1,-1 0,1 0,0 0,1-1,0 0,0 0,1 0,-1-1,1 0,1 0,-1-1,1 0,0 0,0-1,1 0,-1 0,1-1,0 0,0-1,0 0,0 0,0-1,0 0,0 0,1-1,-1-1,0 1,0-1,1-1,0 0,11-3,0 0,0-1,0-1,-1-1,0 0,-1-2,0 0,0-2,-1 0,-1-1,0 0,-1-1,0-1,-1-1,-1 0,0-1,-2-1,0 0,7-13,-8 11,-11 20,0 1,-1-1,1 0,0 1,0-1,0 0,0 0,0 1,0-1,0 0,0 0,0 1,0-1,0 0,0 1,0-1,0 0,1 0,-1 1,0-1,0 0,0 0,0 1,0-1,0 0,1 0,-1 1,0-1,0 0,0 0,1 0,-1 0,0 1,0-1,1 0,-1 0,0 0,0 0,1 0,-1 0,0 0,0 0,1 0,-1 1,0-1,1 0,-1 0,0-1,0 1,1 0,-1 0,0 0,0 2,-13 337,-15 129,18-415,6-57,-2-116,6 13,4 0,5 1,8-18,-16 109,2 1,0-1,1 1,0 0,1 0,0 0,2 1,6-12,-12 24,-1 0,1 0,0-1,0 1,0 0,0 0,0 0,0 1,0-1,0 0,0 0,0 0,0 1,1-1,-1 1,0-1,0 1,1-1,-1 1,0 0,1 0,-1-1,0 1,1 0,-1 0,1 0,-1 1,0-1,1 0,-1 0,0 1,1-1,-1 1,0-1,0 1,1 0,-1-1,0 1,0 0,0 0,0 0,0 0,0 0,38 47,-29-34,-2 0,0 1,0 1,-1-1,-1 1,-1 0,0 1,0 4,-5-18,0-1,1 0,-1 0,-1 1,1-1,0 0,0 0,-1 1,1-1,-1 0,0 0,0 0,0 0,0 0,0 0,0 0,0 0,-1 0,1-1,-1 1,1 0,-1-1,1 1,-1-1,0 0,0 0,0 1,0-1,0 0,0-1,-2 2,-69 5,71-7,1 0,0 0,-1 0,1 0,0 0,-1-1,1 1,0-1,-1 1,1-1,0 1,0-1,-1 0,1 1,0-1,0 0,0 0,0 0,0 0,0 0,0 0,1 0,-1 0,0-1,0 1,1 0,-1 0,1-1,-1 1,1 0,0 0,-1-1,1 1,0-1,0 1,0 0,0-1,0 1,0 0,0-1,1 1,-1-1,0 1,1 0,-1-1,33-55,20-9,-22 30,-2-1,-2-1,18-34,-22 21,-2-1,-3-1,-2-1,-2 0,6-56,-10 32,-10 77,0 0,0 1,1-1,-1 1,0-1,0 1,0-1,0 0,0 1,0-1,0 0,0 1,0-1,0 1,0-1,0 0,0 1,0-1,-1 1,1-1,0 1,0-1,-1 0,1 1,0-1,-1 1,1 0,-1-1,1 1,0-1,-1 1,1-1,-1 1,1 0,-1-1,0 1,1 0,-1 0,1-1,-1 1,1 0,-1 0,0 0,1 0,-1 0,1 0,-1 0,0 0,1 0,-1 0,0 0,1 0,-1 0,1 0,-1 1,1-1,-1 0,0 0,1 1,-1-1,1 0,-1 1,1-1,-1 1,1-1,0 1,-1-1,1 1,-1-1,-32 37,14-10,1 0,2 1,1 1,1 1,1 0,2 1,1 0,1 1,2 0,1 0,2 0,0 13,4-23,1 0,0 0,2 0,1 0,1 0,0-1,2 0,0 0,1-1,2 0,0 0,0-1,2 0,10 11,-13-17,1-1,1 0,1-1,-1 0,2 0,-1-1,1-1,1 0,0-1,0-1,1 0,-1 0,1-2,1 0,-1 0,1-2,0 0,0-1,0 0,4-1,22-3</inkml:trace>
  <inkml:trace contextRef="#ctx0" brushRef="#br3" timeOffset="-124140.764">12969 15101,'0'-4,"0"0,0 0,0 0,-1 0,1 0,-1 1,0-1,0 0,0 0,-1 1,1-1,-1 0,0 1,0 0,0-1,0 1,-1 0,1 0,-1 0,0 0,0 1,0-1,0 1,0 0,-1 0,1 0,-1 0,1 0,-1 1,1 0,-1 0,0 0,0 0,0 0,0 1,0 0,-1-1,-1 2,0 0,1 0,-1 0,0 0,1 1,-1 0,1 0,0 1,-1-1,1 1,0 0,1 1,-1-1,0 1,1 0,0 0,0 0,0 1,1-1,-1 1,0 1,2-3,0 1,1-1,-1 0,0 1,1-1,0 1,0 0,0-1,0 1,1 0,0-1,-1 1,1 0,0 0,1-1,-1 1,1 0,0 0,0-1,0 1,0-1,0 1,1-1,0 1,-1-1,1 0,1 0,-1 0,0 0,1 0,-1 0,1-1,0 1,1 1,1 0,-1-1,1 1,-1-1,1 0,0 0,0-1,1 1,-1-1,0 0,1-1,-1 1,1-1,0 0,-1 0,1-1,0 0,-1 0,1 0,0-1,-1 1,1-1,0-1,-1 1,1-1,-1 0,0 0,0-1,0 0,0 1,0-2,0 1,-1 0,1-1,-1 0,0 0,0 0,-1-1,1 1,-1-1,2-4,-1-3,0-1,-1 0,-1 0,0 0,-1 0,0 0,-1-1,0 1,-1 0,1 59,2-39,0-1,0 0,1 0,0 0,0 0,0 0,1-1,0 1,0-1,0 0,1 0,0-1,0 1,0-1,0 0,0-1,1 1,0-1,0 0,1 0,27 11</inkml:trace>
  <inkml:trace contextRef="#ctx0" brushRef="#br3" timeOffset="-122521.702">13544 14766,'-15'-3,"1"0,-1 0,0 1,0 1,0 1,0 0,-12 2,21-1,0 0,0 0,1 0,-1 1,1 0,-1 0,1 0,0 1,-1 0,2 0,-1 0,0 1,0 0,1-1,0 2,0-1,0 0,1 1,-1 0,1-1,-1 3,2-2,0-1,1 0,-1 1,1 0,0-1,0 1,0 0,1-1,0 1,0 0,0 0,0 0,1-1,0 1,0 0,0-1,1 1,-1-1,1 1,0-1,0 0,1 0,-1 0,1 1,79 85,-25-42,50 50,-106-97,0 0,0-1,-1 1,1 0,0-1,-1 1,1 0,-1 0,1-1,-1 1,1 0,-1 0,0 0,1 0,-1 0,0 0,0 0,0 0,0-1,0 1,0 0,0 0,0 0,0 0,0 0,0 0,0 0,-1 0,1 0,0 0,-1 0,1-1,-1 1,1 0,-1 0,1 0,-1-1,0 1,1 0,-1-1,0 1,1 0,-1-1,0 1,0-1,0 1,0-1,1 0,-1 1,0-1,0 0,0 0,-1 1,-55 7,54-8,-14 1,0 0,0-1,0-1,0-1,0 0,1-1,-1-1,-5-3,21 7,0 0,0 0,-1 0,1 0,0 0,0 0,0-1,0 1,-1-1,1 1,0-1,0 1,0-1,0 1,0-1,0 0,0 0,0 1,1-1,-1 0,0 0,0 0,1 0,-1 0,0 0,1 0,-1 0,1 0,-1-1,1 1,0 0,-1 0,1 0,0 0,0-1,0 1,0 0,0 0,0 0,0-1,1 1,-1 0,0 0,0 0,1 0,-1-1,1 1,-1 0,1 0,0 0,-1 0,1 0,9-6,0 0,0 1,1 0,0 1,0 0,0 1,0 0,1 1,6-1,-5 0,105-26,-56 16,0-3,49-21,-67 12,-43 26,0-1,0 1,0-1,0 1,-1-1,1 0,0 1,0-1,-1 0,1 0,0 1,-1-1,1 0,-1 0,1 0,-1 0,0 0,1 0,-1 0,0 0,0 0,0 0,1 0,-1 0,0 0,0 0,0 0,-1 0,1 0,0 0,0 0,0 0,-1 0,1 0,-1 0,1 0,-1 0,1 0,-1 1,1-1,-1 0,0 0,1 0,-1 1,0-1,-2-1,1 0,-1 0,1 1,-1-1,0 1,0 0,1 0,-1 0,0 0,0 0,0 1,0-1,0 1,0 0,0 0,0 0,0 0,0 1,0-1,0 1,0-1,0 1,0 0,0 0,1 1,-1-1,0 0,1 1,-1 0,1 0,-1-1,1 2,0-1,0 0,0 1,-4 8,0 2,2-1,0 0,0 1,1 0,0 0,1 0,1 0,0 0,1 0,0 1,1-1,1 3,-2-14,0 1,1 0,-1 0,0-1,1 1,0 0,0-1,0 1,0-1,0 1,0-1,1 0,-1 1,1-1,-1 0,1 0,0 0,0 0,0 0,0 0,0-1,1 1,-1-1,0 1,1-1,-1 0,1 0,0 0,-1 0,1-1,0 1,-1-1,1 1,0-1,-1 0,1 0,0 0,0 0,-1-1,1 1,0-1,-1 0,1 0,0 0,-1 0,2-1,4-1,0-2,0 1,0-1,-1 0,0 0,0-1,0 0,-1 0,0-1,0 0,0 0,-1 0,0-1,-1 1,1-1,-2 0,3-7,2 72,-8-55,0 1,0-1,0 1,1-1,-1 1,1-1,0 0,0 1,0-1,0 0,0 1,1-1,-1 0,0 0,1 0,0 0,-1 0,1-1,0 1,0 0,0-1,0 0,0 1,1-1,-1 0,0 0,0 0,1 0,-1 0,1-1,-1 1,1-1,-1 0,1 1,-1-1,1 0,-1-1,1 1,-1 0,1-1,-1 1,1-1,-1 0,0 0,2 0,9-13,-2 0,0 0,0-1,-1 0,-1 0,-1-2,0 1,-1-1,-1 0,0 0,-1-1,20-50,-24 65,-1 1,1-1,0 1,0-1,0 1,0 0,0-1,0 1,0 0,1 0,-1 0,1 0,0 0,0 0,-1 1,1-1,0 0,1 1,-1 0,0-1,0 1,0 0,1 0,-1 0,1 0,-1 1,1-1,-1 1,1-1,-1 1,1 0,-1 0,1 0,-1 0,1 1,-1-1,1 1,-1-1,3 2,1 1,1 0,-1 0,0 0,0 1,0 0,0 0,-1 1,0 0,0 0,0 0,0 0,-1 1,0 0,0 0,-1 0,1 0,-1 0,-1 1,1 0,-1-1,0 4,2 5,-2 1,1-1,-2 1,0 0,-1 0,-1 0,-1 0,0-1,-1 1,1-3,-4 56,7-66,-1-1,1 0,0 0,-1 0,1 1,0-1,0 0,0 0,0 0,1-1,-1 1,1 0,-1 0,1-1,-1 1,1-1,0 1,0-1,0 0,0 1,0-1,0 0,0 0,0-1,0 1,0 0,1-1,-1 1,1-1,11 1,0 0,1-1,-1-1,0 0,0-1,0-1,0 0,0-1,0 0,-1-1,1 0,-1-2,-1 1,1-1,-1-1,-1 0,1-1,-1 0,-1-1,0 0,0-1,-1 0,0 0,-1-1,0 0,2-8,-4 11,-2 0,1-1,-1 0,-1 0,0 0,0 0,-1 0,0-1,-1-1,-1 12,0 0,0 0,-1 1,1-1,0 0,-1 0,1 1,0-1,-1 0,1 0,-1 0,1 0,0 0,-1 0,1 0,0 1,-1-1,1 0,-1 0,1 0,0 0,-1-1,1 1,-1 0,1 0,0 0,-1 0,1 0,0 0,-1-1,1 1,0 0,-1 0,1 0,0-1,-1 1,1 0,0-1,0 1,-1 0,1 0,0-1,0 1,0 0,-1-1,1 1,0-1,0 1,0 0,0-1,0 1,0 0,0-1,0 1,0-1,0 1,0 0,0-1,0 1,0-1,0 1,0 0,0-1,0 1,1 0,-22 25,-17 69,37-90,1 0,-1 0,1 0,0 0,0 0,0 0,0 0,1 0,0 0,-1 0,2 0,-1 0,0-1,1 1,-1 0,1-1,0 1,0-1,1 0,-1 0,1 0,0 0,-1 0,3 1,7 2,0 0,1 0,0-2,0 1,1-2,-1 0,1 0,-1-1,1-1,0 0,0-1,-1-1,1 0,0-1,-1 0,6-3,0 3,0-1,-1-1,1-1,-1 0,0-1,-1-1,1-1,-2-1,1 0,-1-1,12-10,-25 18,-1 0,1-1,-1 1,0 0,0-1,0 1,0-1,0 0,0 0,-1 0,1 0,-1 0,0 0,0 0,0 0,0 0,-1 0,1 0,-1-1,0 1,0 0,0-1,0 1,-1 0,1 0,-1 0,0-1,0 1,0 0,0 0,-1 0,1 0,-1 1,0-1,1 0,-1 0,0 1,-1 0,1-1,0 1,-1 0,1 0,-1 0,0 0,0 1,0-1,-2 0,-1 1,0 1,0 0,0 1,0 0,1 0,-1 0,0 0,1 1,-1 0,1 0,-1 1,1-1,0 1,0 0,0 1,0-1,1 1,0 0,-1 0,1 0,1 1,-1 0,1-1,-1 1,1 0,1 1,-1-1,1 0,0 1,0-1,0 1,1 0,0 0,0-1,1 3,-1-5,2 1,-1-1,0 0,0 1,1-1,0 0,0 0,0 0,0 1,0-1,1 0,-1 0,1-1,0 1,0 0,0 0,0-1,0 1,0-1,1 0,-1 0,1 0,0 0,0 0,-1-1,1 1,0-1,0 1,1-1,-1 0,0 0,0-1,4 1,-2 0,1 0,0 0,-1-1,1 0,0 0,0 0,-1-1,1 1,0-1,-1-1,1 1,-1-1,1 0,-1 0,0-1,0 0,0 0,0 0,2-2,-3 0,0 0,0 0,0 0,-1-1,0 1,0-1,0 0,-1 0,1 0,-2 0,1 0,-1-1,0 1,0 0,0-1,-1 1,0-1,-1 1,0-6,1 12,1-1,-1 1,0-1,0 1,0-1,1 1,-1-1,0 1,0 0,0-1,0 1,0-1,0 1,0-1,0 1,0-1,0 1,0-1,0 1,0-1,0 1,-1-1,1 1,0-1,0 1,0-1,-1 1,1 0,0-1,-1 1,1-1,0 1,-1 0,1-1,0 1,-1 0,1 0,-1-1,1 1,-1 0,1 0,0 0,-1-1,1 1,-1 0,1 0,-1 0,1 0,-1 0,1 0,-1 0,1 0,-1 0,1 0,-1 0,1 0,-1 0,1 1,-1-1,1 0,-1 0,1 1,0-1,-1 0,1 0,-1 1,1-1,0 0,-1 1,0 6,0 1,1 0,0-1,0 1,0 0,1-1,0 1,1-1,0 1,0-1,0 0,1 0,0 0,0 0,1 0,0-1,0 1,1-1,0 0,0-1,0 1,5 5,-1-1,2-1,0 0,0 0,0-1,1 0,0-1,1 0,-1-1,1-1,1 0,-1-1,1 0,-1-1,9 1,13 1</inkml:trace>
  <inkml:trace contextRef="#ctx0" brushRef="#br3" timeOffset="-121456.383">1378 16130,'2'20,"1"16,3 12,-1 3,0 1,-2-5,-1-7,0-9,-2-10</inkml:trace>
  <inkml:trace contextRef="#ctx0" brushRef="#br3" timeOffset="-120966.563">1151 15956,'199'13,"-75"-9,-93-2,-1 2,1 1,-1 1,0 2,24 9,-44-13,0 0,-1 0,0 1,0 0,0 1,0 0,-1 1,0-1,0 1,-1 1,0 0,0 0,-1 0,0 1,0 0,-1 0,-1 0,5 9,-3 7,-1 0,-1 0,-1 0,-1 1,-1-1,-2 0,0 1,-2 4,3-25,-1-2,1-2,-1 0,1 0,-1 0,1 0,0 0,-1-1,1 1,0 0,0 0,0 0,0 0,0 1,0-1,0 0,0 0,0 0,0 0,0 0,1 0,-1-1,0 1,1 0,-1 0,1 0,-1 0,1 0,-1 0,1-1,0 1,-1 0,1 0,0-1,0 1,-1 0,1-1,0 1,0-1,0 1,0-1,0 0,0 1,0-1,0 0,0 1,1-1,4-4,1 0,0 0,-1-1,0 0,0 0,-1-1,1 1,-1-1,0 0,1-3,1 1,17-24,0-2,-2 0,-2-1,14-32,-26 60,-7 25,-1 14,8 89,-7-116,0 0,0-1,1 1,0 0,0 0,0-1,1 1,0-1,-1 0,1 0,1 0,-1 0,1 0,-1-1,1 0,0 1,0-1,1-1,-1 1,1-1,-1 1,1-1,74 5,-42-13</inkml:trace>
  <inkml:trace contextRef="#ctx0" brushRef="#br3" timeOffset="-120370.364">2435 16116,'15'0,"1"-2,-1 0,0-1,0 0,0-1,0-1,-1-1,0 0,0 0,0-2,-1 0,0 0,0-1,-1 0,9-10,-13 11,0 0,0 0,-1 0,0-1,-1 0,1 0,-2-1,0 1,0-1,0-1,-2 1,1-1,-1 1,-1-1,0 0,0 0,-1 0,0 0,-1 0,-1 0,1 0,-2-2,2 11,0-1,0 1,0-1,0 0,0 1,-1-1,1 1,-1-1,0 1,0 0,0-1,0 1,0 0,-1-1,1 1,0 0,-1 0,0 0,0 0,1 0,-1 1,0-1,0 1,0-1,-1 1,1-1,0 1,-1 0,1 0,0 0,-1 1,1-1,-1 1,1-1,-1 1,0 0,1 0,-1 0,1 0,-1 0,1 0,-1 1,1-1,-1 1,1 0,-1 0,-1 1,-4 7,1 2,0-1,0 1,1 0,1 1,-1-1,2 1,0 0,0 0,1 1,1-1,0 1,0-1,1 11,-3 68,3 1,5 0,3-1,5 0,20 77,0 22,-29-172,1-1,-1 0,-1 1,0 0,-2-1,0 1,0 0,-2-1,0 1,-1-1,-2 6,4-21,1 0,-1 0,1 0,-1 0,0-1,1 1,-1 0,0 0,0-1,-1 1,1-1,0 1,0-1,-1 1,1-1,-1 0,1 0,-1 0,1 0,-1 0,0 0,0 0,1 0,-1 0,0-1,0 1,0-1,0 0,0 1,0-1,0 0,0 0,0 0,0 0,0-1,1 1,-1-1,0 1,0-1,0 1,0-1,1 0,-1 0,0 0,0 0,1 0,-1 0,1 0,-1-1,0-1,-10-10,1-1,1 0,0-1,1-1,1 1,0-1,1-1,0 0,-8-17,12 28,-13-33,-2 1,-1 0,-2 2,-2 0,-1 2,-20-21,40 51,2 3,1 1,0-1,0 0,0 1,0-1,0 0,0 0,0 1,0-1,0 0,0 0,0 0,1 0,-1 0,0-1,1 1,-1 0,0 0,1 0,0 0,-1-1,1 1,0 0,0 0,-1-1,1 1,0 0,0-1,0 1,1 0,-1 0,0-2,56-8,300-75,-283 66</inkml:trace>
  <inkml:trace contextRef="#ctx0" brushRef="#br3" timeOffset="-120113.234">3169 16331,'3'2,"2"1,1 0</inkml:trace>
  <inkml:trace contextRef="#ctx0" brushRef="#br3" timeOffset="-119437.676">4360 16196,'-8'-3,"0"0,0 0,-1 0,1 1,0 1,-1-1,0 1,1 1,-1 0,0 0,1 0,-1 1,1 1,-1-1,1 1,-1 1,1 0,0 0,0 0,0 1,1 0,-1 1,1-1,0 1,0 1,1 0,0 0,0 0,0 0,1 1,-1 1,3-4,0 0,1 0,0 1,0 0,0-1,0 1,1 0,-1 0,1 0,0 0,1 0,-1 0,1 0,0 0,1 0,-1 0,1 0,0 0,0 0,0 0,1-1,-1 1,1 0,1-1,-1 1,1-1,-1 0,1 0,0 0,1 0,-1 0,1-1,-1 1,1-1,0 0,5 2,-1-2,0 0,0-1,0 0,1 0,-1-1,0 0,1-1,-1 0,1 0,-1-1,1 0,-1 0,1-1,-1 0,0-1,7-3,3-1,0-1,-1-2,0 1,-1-2,0 0,14-13,-15 11,0 0,-1-1,0-1,-1 0,-1-1,0 0,-2-1,1 0,-2 0,-1-1,0-1,-1 0,-1 0,0 0,-2 0,0-1,-2 0,0 1,-1-1,-1 0,0 0,-3-6,2 11,-2 1,0-1,0 1,-2 0,1 0,-2 0,0 1,0 0,-2 0,1 1,-2 0,1 0,-7-6,13 17,1-1,0 1,-1 0,1-1,-1 1,0 0,1 0,-1 0,0 0,0 1,1-1,-1 0,0 1,0-1,0 1,0 0,0-1,0 1,0 0,0 0,0 0,0 1,0-1,1 0,-1 1,0-1,0 1,0 0,0 0,1-1,-1 1,-1 2,-38 51,31-30,1 1,1 0,2 1,0-1,2 1,1 0,1 0,1 0,1 1,2-1,0 0,5 19,-5-32,1-1,-1 0,2 0,0 0,0 0,1-1,1 0,0 0,1 0,-1 0,2-1,0 0,0-1,1 0,0 0,0-1,1 0,0-1,0 0,1 0,0-1,0-1,1 1,10 2,-11-5,1-1,-1 0,1 0,-1-1,1-1,0 0,-1-1,1 0,-1 0,1-1,-1-1,0 0,1 0,-2-1,1-1,0 0,-1 0,0-1,0-1,0 1,-1-1,0-1,-1 0,0 0,0-1,0 0,-1 0,-1-1,1 1,-2-2,1 1,1-7,-5 14,-1-1,-1 1,1-1,0 1,-1-1,1 0,-1 1,0-1,-1 0,1 1,0-1,-1 1,0-1,0 0,0 1,0 0,-1-1,1 4,0-1,1 1,-1 0,0 0,0 0,0-1,0 1,0 0,0 0,0 1,0-1,1 0,-1 0,0 0,0 0,0 1,0-1,0 1,1-1,-1 0,0 1,0-1,1 1,-1-1,0 1,1 0,-1-1,0 1,1 0,-1 0,1-1,-1 1,1 0,-1 0,1 0,0-1,0 1,-1 0,1 0,0 0,0 0,0 0,0 0,0 0,0-1,0 1,0 1,-5 14,1 0,1 0,0 1,1-1,1 1,1-1,0 1,1-1,1 1,0-1,1 1,2 2,-4-15,1 1,-1-1,1 0,0 0,0 1,0-1,0-1,1 1,0 0,-1-1,2 1,-1-1,0 0,0 0,1 0,0 0,0-1,0 1,0-1,0 0,1 0,20 4</inkml:trace>
  <inkml:trace contextRef="#ctx0" brushRef="#br3" timeOffset="-119216.264">4908 15876,'-16'2,"-8"3,1 4,4 3,12 4,14-3,5-2</inkml:trace>
  <inkml:trace contextRef="#ctx0" brushRef="#br3" timeOffset="-118718.44">5189 16116,'18'21,"0"0,-2 1,0 1,-2 0,0 1,-2 0,0 1,-2 1,-1 0,1 5,11 28,-21-59,0 1,0 0,0-1,1 1,-1-1,0 1,1 0,-1-1,0 1,1-1,-1 1,1-1,-1 1,1-1,-1 0,1 1,-1-1,1 1,-1-1,1 0,-1 0,1 1,0-1,-1 0,1 0,0 0,-1 0,1 1,-1-1,1 0,0 0,-1 0,1-1,0 1,-1 0,1 0,0 0,-1 0,1-1,-1 1,1 0,0 0,-1-1,1 1,-1 0,1-1,-1 1,1-1,-1 1,1-1,-1 1,1-1,20-32,-19 31,105-235,-99 236,-7 19,-1-16,0 31,-2-26,1 1,1-1,-1 1,1 0,0-1,1 1,0 0,0-1,0 1,1-1,1 0,-1 1,1-1,0 0,0 0,1-1,0 1,1-1,-1 0,1 0,0 0,0 0,4 2,6-2,1-1,-1 0,1-1,0 0,0-1,0-1,1-1,-1 0,0-2,1 1,-1-2,0 0,15-4,36-6</inkml:trace>
  <inkml:trace contextRef="#ctx0" brushRef="#br3" timeOffset="-117217.548">7100 16384,'13'-20,"-2"-1,0 0,-1-1,-2 0,0-1,-1 0,-1 0,-2 0,0-1,-1 1,-2-1,0 0,-2 0,0 1,-4-17,5 36,-1 0,1 0,-1 0,0 0,-1 1,1-1,0 0,-1 0,0 1,0-1,0 1,0 0,-1-1,1 1,-1 0,0 1,0-1,0 0,0 1,0-1,-1 1,1 0,-1 0,1 1,-1-1,0 1,0 0,0-1,-2 1,4 2,0 0,0 0,0 0,0 0,1 0,-1 1,0-1,1 0,-1 1,1-1,-1 1,1 0,0 0,0-1,0 1,0 0,0 0,0 0,0 0,1 0,-1 0,1 0,-1 0,1 0,0 0,0 1,0-1,0 0,0 0,1 0,-1 0,0 0,1 0,0 0,-1 0,1 0,0 0,0 0,0 0,0-1,1 1,-1 0,0-1,1 1,0 0,8 3,1-1,-1 0,1-1,0 0,0-1,0 0,0-1,1 0,-1-1,0 0,5-1,-5 1,241-10,-249 10,1 0,-1 0,0 0,1 1,-1-1,0 1,0 0,0-1,1 1,-1 1,0-1,0 0,0 1,0 0,-1-1,1 1,0 0,-1 1,1-1,-1 0,0 1,0-1,0 1,0 0,0 0,-1-1,1 1,-1 0,0 0,1 1,-1 1,11 69,-12-66,0 0,0 1,1-1,-1 0,2 0,-1 0,1-1,1 1,-1 0,1-1,0 1,1-1,0 0,0 0,1 0,-1-1,2 0,-1 0,1 0,-1 0,1-1,1 0,-1 0,3 0,-1-2,0 0,0-1,1 0,-1-1,1 0,-1 0,1 0,0-1,-1-1,1 0,-1 0,1 0,-1-1,1 0,-1-1,0 0,0 0,0-1,0 0,-1 0,0-1,4-3,-1 1,1-1,-2-1,1 1,-1-2,0 1,-1-1,0-1,-1 1,0-1,0-1,-1 1,-1-1,0 0,2-8,-6 17,0 1,1 0,-1 0,-1-1,1 1,0-1,0 1,-1-1,0 1,1-1,-1 0,0 1,0-1,0 1,-1-1,1 0,-1 1,1-1,-1 1,0 0,0-1,0 1,0-1,0 1,-1 0,1 0,-1 0,1 0,-1 0,0 0,0 0,0 0,0 1,0-1,0 1,0 0,0-1,-1 1,1 0,-1 0,1 1,-1-1,1 0,-1 1,1-1,-1 1,-3 2,0 0,1 1,-1 0,0 0,1 0,0 1,0-1,0 1,0 1,0-1,1 1,0-1,0 1,0 0,0 1,1-1,0 1,0-1,1 1,0 0,-1 0,2 0,-1 0,1 0,0 1,0-1,1 0,0 1,0-1,0 0,2 6,-1-6,0-1,1 0,0 1,0-1,0 0,0 0,1 0,0-1,0 1,0-1,0 1,1-1,0 0,0 0,0 0,0-1,1 0,-1 0,1 0,0 0,0-1,1 1,8 3,1-1,0 0,1-1,-1 0,1-2,-1 0,4 0,20-1,0-2,1-2,-1-1,0-2,-1-2,0-1,0-2,-1-2,0-1,-1-2,12-8,24-25,-70 48,0 0,0-1,0 0,-1 1,1-1,-1 0,1 0,-1 0,1 0,-1 0,0 0,0-1,0 1,0 0,0 0,-1-1,1 1,-1-1,0 1,1 0,-1-1,0 1,0-1,-1 1,1-1,0 1,-1 0,1-1,-1 1,0 0,0-1,-1-1,-2 0,-1 0,0 1,0-1,0 1,0 0,0 1,0-1,-1 1,1 0,-1 0,0 1,0-1,1 1,-1 1,0-1,0 1,0 0,0 0,0 1,-1 0,-2-1,0 1,0-1,0 2,0-1,0 1,0 1,1 0,-1 0,1 0,0 1,0 1,0-1,0 1,1 0,0 1,0 0,0 0,1 0,0 1,0 0,1 0,-1 1,2 0,-1-1,0 4,4-8,1 0,-1 0,1 0,0 0,0 0,0 0,0 0,0 0,1 0,0 0,-1 0,1 0,0 0,1 0,-1 0,0 0,1-1,-1 1,1-1,0 1,0-1,0 0,0 1,0-1,1 0,-1-1,1 1,0 1,82 31,-56-30,1 0,-1-2,1-2,0 0,-1-2,1-1,-1-1,12-5,-39 8,1 0,-1 0,0 0,0 1,0-1,0 1,1-1,-1 1,0 0,1 0,-1 0,0 0,0 0,1 1,-1-1,0 1,0-1,1 1,-1 0,0 0,0 0,0 0,0 0,0 0,0 0,0 1,-1-1,1 1,0 0,-1-1,1 1,-1 0,0 0,1 1,7 18,-1 1,-1-1,0 2,-2-1,1 10,0 0,4 15,1 1,-1 1,-3 0,-2 1,-2 9,-2-53,-1-1,0 1,0-1,-1 1,1-1,-1 0,0 1,-1-1,1 0,-1 0,0 1,-1-1,1-1,-1 1,0 0,0-1,0 1,0-1,-1 0,0 0,0-1,0 1,0-1,-1 1,1-1,-1-1,0 1,0-1,0 0,0 0,0 0,-1-1,1 1,0-1,-1-1,-4 0,0 0,0-1,1 0,-1-1,0 0,1 0,-1-1,1-1,0 1,0-2,0 1,0-1,1 0,0-1,0 0,0 0,1-1,0 0,0 0,1-1,0 0,0 0,1 0,0-1,0 1,1-1,0 0,0-1,1 0,0-5,1-1,0 1,1-1,0 1,1-1,1 1,1-1,0 1,1 0,0-1,2 1,0 1,0-1,1 1,1 0,0 0,1 1,1 0,0 0,0 1,2 0,5-5,4-4,1 1,1 0,1 2,0 0,2 2,-1 1,2 1,0 1,1 1,0 1,24-6,84-36,-135 52,1 1,-1 0,1-1,0 1,-1 0,1 0,-1 0,1 0,0-1,-1 1,1 0,-1 0,1 0,0 0,-1 0,1 1,0-1,-1 0,1 0,-1 0,1 1,0-1,-1 0,1 0,-1 1,1-1,-1 0,1 1,-1-1,1 1,-1-1,0 1,1-1,-1 1,1-1,-1 1,0-1,0 1,1-1,-1 1,0 0,0-1,0 1,1-1,-1 1,0 0,0-1,0 1,0 0,1 39,-2-29,1 0,0-1,0 1,1-1,0 1,1-1,0 1,0-1,1 0,1 0,0 0,0-1,1 1,0-1,0 0,1 0,1-1,2 4,26-3,-20-14</inkml:trace>
  <inkml:trace contextRef="#ctx0" brushRef="#br3" timeOffset="-117016.126">9132 15728,'-16'5,"-7"6,0 5,6 7,13 5,16 1,17-1,4-6</inkml:trace>
  <inkml:trace contextRef="#ctx0" brushRef="#br3" timeOffset="-116458.266">9814 15956,'-15'-4,"-1"0,1 1,-1 1,0 1,1 0,-1 1,-11 2,21-2,0 1,0 0,-1 0,1 1,0 0,0 0,1 0,-1 1,0 0,1 0,0 0,-1 1,1-1,1 1,-1 1,0-1,1 1,0-1,0 1,-1 3,3-5,0 1,1-1,-1 1,1 0,-1 0,1 0,1-1,-1 1,0 0,1 0,0 0,0 0,0 0,0 0,1 0,0 0,-1 0,1 0,1 0,-1-1,1 1,-1 0,1-1,0 1,0-1,0 0,1 0,-1 0,2 1,7 8,0-1,1 0,0-1,1 0,0-1,11 5,162 86,-151-73,-34-27,-1 1,1-1,0 1,-1 0,1-1,-1 1,0 0,1-1,-1 1,1 0,-1-1,0 1,0 0,1-1,-1 1,0 0,0 0,0 0,0-1,0 1,0 0,0 0,0-1,0 1,0 0,0 0,-1-1,1 1,0 0,0 0,-1-1,1 1,0 0,-1-1,1 1,-1 0,1-1,-1 1,1-1,-1 1,0-1,1 1,-1-1,0 1,1-1,-1 0,0 1,1-1,-1 0,0 0,-11 5,0-2,0 0,0 0,0-1,0-1,-1 0,1 0,0-2,-5 0,14 2,1-1,-1 0,0 1,1-1,-1-1,0 1,1 0,-1-1,1 1,-1-1,1 0,-1 0,1 0,-1 0,1 0,0 0,-1-1,1 1,0-1,0 1,0-1,0 0,1 0,-1 0,0 0,1 0,-1-1,1 1,0 0,0-1,0 1,0 0,0-1,0 0,1 1,-1-1,1 1,0-1,0 0,0 1,0-1,4-15,2 0,0 1,1-1,1 1,1 1,0 0,1 0,1 1,8-10,-1-2,21-26,-3-1,-3-3,-2 0,-2-2,-3-1,-3-2,-2 0,-4-1,0-10,-15 60,-3 22,-8 76,3 0,5 0,3 1,10 59,3-28,5-1,6 1,-23-103,-2-9,0 0,-1 0,2 0,-1 0,1-1,-1 1,1-1,0 1,1-1,-1 1,1-1,0 0,0 0,2 1,-4-5,-1 0,1 1,0-1,0 0,0 0,-1 0,1 0,0 0,0 0,0 0,0 0,-1-1,1 1,0 0,0 0,-1-1,1 1,0 0,0-1,-1 1,1-1,0 1,-1-1,1 1,-1-1,1 0,-1 1,1-1,-1 0,1 1,-1-1,1 0,-1 1,0-1,0 0,1 0,10-19</inkml:trace>
  <inkml:trace contextRef="#ctx0" brushRef="#br3" timeOffset="-116190.983">9961 15662,'18'2,"20"1,17 0,12 0,10-1,-10-1</inkml:trace>
  <inkml:trace contextRef="#ctx0" brushRef="#br3" timeOffset="-115547.452">10603 16370,'7'-334,"-17"211,10 123,0-1,0 0,0 1,0-1,0 0,1 0,-1 1,0-1,0 0,1 1,-1-1,0 0,1 1,-1-1,1 0,-1 1,1-1,-1 1,1-1,-1 1,1-1,-1 1,1 0,0-1,-1 1,1 0,0-1,-1 1,1 0,0 0,0-1,-1 1,1 0,0 0,-1 0,1 0,0 0,0 0,-1 0,1 0,0 1,0-1,-1 0,1 0,0 1,-1-1,1 0,38 19,-31-15,49 25,89 56,-141-80,-1 0,0 1,0-1,0 1,-1 0,0 1,0-1,-1 0,1 1,-1-1,-1 1,1 0,-1 0,0 0,-1-1,0 1,0 0,0 0,-1 0,0 0,0 0,-1-1,0 1,0 0,-2 4,-6 84,10-91,1 0,-1-1,1 1,0 0,1-1,-1 1,1-1,-1 0,1 1,0-1,0 0,0 0,1 0,-1 0,1-1,0 1,-1-1,1 1,0-1,1 0,-1 0,0-1,0 1,1 0,-1-1,1 0,0 0,-1 0,1 0,0-1,-1 0,3 1,3-1,1 0,0 0,0 0,-1-2,1 1,0-1,-1 0,1-1,-1 0,0-1,8-4,-6 2,-2-1,1 0,-1 0,0-1,0 0,-1 0,0-1,-1 0,0 0,0-1,-1 0,0 0,-1-1,0 0,-1 0,0 0,-1 0,0 0,-1-1,0 0,1-11,-4 66,1-31,1 0,1 0,-1 0,2 0,0 0,0-1,1 1,0-1,1 0,1 0,0-1,0 0,1 0,0 0,0-1,4 3,-9-10,0 0,1-1,-1 1,0-1,1 0,-1 0,1 0,-1 0,1 0,0-1,-1 1,1-1,0 1,0-1,-1 0,1 0,0 0,0-1,-1 1,1-1,0 1,-1-1,1 0,-1 0,1 0,-1 0,1-1,-1 1,0 0,2-2,56-61,34-124,-80 177,-7 35,-6-10,1-1,0 0,1 0,1 0,0-1,1 1,0-1,1 0,0-1,0 1,2-1,-1 0,2-1,-1 0,1 0,1-1,0 0,0 0,0-1,1-1,1 0,1 1,8 0,0 0,1-2,-1 0,1-2,1 0,-1-2,0 0,22-1,75-5</inkml:trace>
  <inkml:trace contextRef="#ctx0" brushRef="#br4" timeOffset="-97033.974">9880 5167,'-27'-106,"24"98,-1 0,0 1,-1-1,0 1,0 0,0 0,-1 0,0 1,0 0,-1 0,0 0,0 1,0 0,-1 1,1-1,-1 1,0 1,-7-3,13 5,-18-10,-1 0,-1 2,1 0,-1 2,-1 0,1 1,-1 2,0 0,-19 0,12 3,9 2,0-2,-1-1,1 0,0-1,-11-5,-25-11,40 12,0 1,-1 1,0 0,0 1,0 1,-11 0,-93-4,-124-24,18-10,8 42,99 2,0-6,-34-8,-304-16,226 16,-134 6,217 11,35 0,-115-10,85-3,-111-15,184 9,-159-20,-273 33,426 4,0 4,-70 15,33-4,80-15,0 2,1 1,0 2,0 1,1 1,0 2,-30 17,-131 83,-83 43,195-103,37-27,0 2,2 2,2 2,1 1,1 2,2 2,1 2,-17 25,-55 142,93-165,2 0,2 1,1 0,-1 22,9-43,1 1,0-1,2 1,1 0,0-1,1 0,2 0,0 0,1 0,1 0,1-1,1-1,2 4,0-5,0 0,1-1,0 0,2-1,13 13,39 51,14 78,-68-129,0 0,2-2,1 0,1 0,1-1,17 18,48 56,-58-69,1-1,1 0,1-2,28 21,14 1,2-3,61 29,-103-62,-1-2,1 0,1-2,0-1,0-1,1-2,0-1,0-1,0-2,12-1,188 12,789-13,-930 5,-1 4,1 4,56 17,-71-17,-1-3,42-1,5 0,55 6,61-7,256-11,-81-35,27 11,158-26,-472 47,-1-4,-1-7,85-22,-169 30,0-2,0-2,-1-1,-1-2,26-14,-51 23,-1 0,0-1,0 0,0 0,-1-1,0 0,-1-1,0 0,0-1,-1 0,-1 0,0-1,0 1,-1-2,-1 1,0-1,-1 1,3-13,-2-12,-2 1,-1-1,-2 0,-2-12,0-39,7-83,0 55,-5 0,-8-38,-37-281,36 365,-2 1,-4 1,-3 0,-2 1,-27-57,38 102,-1 0,0 1,-2 0,-1 0,-1 1,0 1,-1 1,-1 0,-1 1,-18-14,25 22,-1 2,0 0,0 0,-1 1,0 0,0 1,0 0,-1 1,0 1,-2-1,7 3</inkml:trace>
  <inkml:trace contextRef="#ctx0" brushRef="#br4" timeOffset="-95622.73">8972 6117,'-2'2,"1"0,-1 1,1-1,-1 1,1-1,0 0,0 1,0 0,1-1,-1 1,0 0,1-1,0 1,0 0,-1 0,2-1,-1 1,0 0,0-1,1 1,0 0,-1-1,1 1,0-1,0 1,1-1,-1 1,0-1,1 0,0 1,-1-1,1 0,0 0,1-1,1 1,-1-1,0 0,1 0,-1-1,1 1,-1-1,1 1,0-1,-1 0,1 0,-1-1,1 1,-1-1,1 0,-1 0,1 0,-1 0,0 0,0-1,1 0,-1 1,0-1,0-1,-1 1,1 0,0 0,-1-1,1 0,-1 1,0-1,0 0,0 0,0 0,-1-1,1 1,-1 0,0-1,0 1,0 0,0-1,0 1,-1-1,0 0,0 1,0-1,0 1,0-1,-1 0,0 2,0-1,0 0,0 1,0-1,-1 1,1-1,-1 1,0 0,0 0,0 0,0-1,0 2,0-1,0 0,-1 0,1 1,-1 0,1-1,-1 1,1 0,-1 0,0 0,0 0,0 1,1-1,-1 1,0 0,-1 0,-2-1,0 1,0 0,0 0,0 1,0 0,0 0,0 0,1 1,-1-1,0 1,1 1,-1-1,1 1,0 0,0 1,1 0,-1 0,1 0,0 0,1 0,-1 1,1 0,-1-1,1 1,1 1,-1-1,0 3,2-6,0 1,0-1,1 0,-1 1,1-1,-1 0,1 1,0-1,0 1,0-1,0 0,0 1,1-1,-1 1,1-1,0 0,0 1,-1-1,1 0,1 0,-1 0,0 0,0 0,1 0,-1 0,1 0,0 0,0-1,-1 1,1 0,0-1,0 0,1 1,6 1,0 1,0-1,1 0,-1-1,1 0,0-1,-1 0,1 0,0-1,0 0,0-1,0 0,-1-1,1 0,-1 0,1-1,7-3,-14 5,0 0,1 0,-1-1,0 1,0-1,0 0,0 1,0-2,0 1,0 0,-1 0,1-1,-1 0,0 1,0-1,0 0,0 0,0 0,0 0,-1 0,0-1,1 1,-1 0,-1-1,1 1,-2 1,0 1,0-1,0 1,-1 0,1 0,0 0,-1-1,1 1,-1 1,1-1,-1 0,1 0,-1 0,0 1,1-1,-1 1,0 0,0-1,1 1,-1 0,0 0,0 0,1 0,-1 0,0 0,0 1,0-1,1 1,-1-1,0 1,1 0,-1-1,1 1,-1 0,1 0,-1 0,1 0,-1 0,1 1,-1 0,-9 11,26-17,11-18,0-1,-1-1,-2-1,0-2,-2 0,14-24,-34 49,50-76,-4-2,-4-2,-3-2,-3-2,7-37,24-67,222-565,49 42,-315 661,45-104,7 4,7 2,6 5,8 1,-16 46,3 3,5 4,3 3,5 5,2 4,4 5,98-53,-140 95,-61 32,1-1,-1 1,1 0,0-1,-1 1,1 0,0 0,0-1,-1 1,1 0,0 0,-1 0,1 0,0 0,0 0,-1 0,1 0,0 0,-1 1,1-1,0 0,0 0,-1 1,1-1,0 0,-1 1,1-1,-1 0,1 1,-1-1,1 1,0-1,-1 1,0-1,1 1,-1 0,1-1,-1 1,0 0,1-1,-1 1,0 0,0-1,1 1,-1 0,2 10</inkml:trace>
  <inkml:trace contextRef="#ctx0" brushRef="#br4" timeOffset="-94430.778">10282 3096,'-26'219,"13"-141,11-61,-10 58,3 1,4 0,3 13,2-88,-1 0,1 0,0-1,0 1,-1 0,1 0,0 0,0 0,0-1,0 1,0 0,0 0,0 0,0 0,0-1,1 1,-1 0,0 0,0 0,1-1,-1 1,0 0,1 0,-1-1,1 1,-1 0,1-1,0 1,-1-1,1 1,-1-1,1 1,0-1,0 1,-1-1,1 1,0-1,0 0,-1 1,1-1,0 0,0 0,0 0,0 0,-1 0,1 0,0 0,0 0,0 0,0 0,-1 0,1 0,0 0,0-1,0 1,-1 0,1-1,0 1,0-1,7-6,0-1,0-1,-1 1,0-1,-1 0,0-1,5-9,4-5,-7 10,2 1,0 0,0 1,1 0,1 1,0 0,0 1,1 0,0 1,1 1,0 0,4-2,212-72,-162 61,-27 8,-81 18,34-5,0 1,1-1,-1-1,0 1,1-1,-1 0,1 0,-1-1,1 1,-1-1,1 0,0-1,0 1,0-1,0 0,1 0,-1-1,1 0,0 1,0-1,0-1,0 1,1 0,-1-2,-48-54,43 45,-2 0,0 1,0 1,-1 0,-1 0,0 1,-1 1,0 0,-1 0,0 2,0 0,-1 1,0 0,-1 2,1 0,-2 0,-11-1,-27 7,55-3,6-2</inkml:trace>
  <inkml:trace contextRef="#ctx0" brushRef="#br4" timeOffset="-91893.869">11578 1143,'11'9,"66"246,-57-214,-20-41,1 0,-1 0,0 0,1 0,-1 0,1 0,-1 0,0 0,1 0,-1 0,1 0,-1 0,0 0,1-1,-1 1,0 0,1 0,-1 0,0-1,1 1,-1 0,0 0,1-1,-1 1,0 0,1 0,-1-1,0 1,0 0,0-1,1 1,-1 0,0-1,0 1,0-1,0 1,0 0,0-1,0 1,1-1,-1 1,0 0,0-1,-1 1,1-1,0 1,0 0,0-1,0 1,0 0,0-1,0 1,5-178,10 39,-15 139,0-1,-1 0,1 0,0 1,0-1,0 0,0 0,0 0,0 1,0-1,0 0,0 0,0 0,0 0,0 1,1-1,-1 0,0 0,1 1,-1-1,1 0,-1 0,0 1,1-1,0 0,-1 1,1-1,-1 1,1-1,0 1,-1-1,1 1,0-1,-1 1,1 0,0-1,0 1,0 0,-1 0,1 0,0-1,0 1,0 0,-1 0,1 0,0 0,0 0,0 1,0-1,-1 0,2 0,41 79,-30-50,-3-6,-6-12,1 0,0-1,1 1,0-1,0 0,1-1,0 1,1-1,0-1,5 5,-12-12,1 0,0 0,0 1,0-1,0-1,0 1,0 0,0 0,0-1,0 1,0-1,0 0,0 0,0 1,0-1,0-1,1 1,-1 0,0 0,0-1,0 1,0-1,0 0,0 1,0-1,0 0,-1 0,1-1,0 1,0 0,-1 0,1-1,-1 1,1-1,-1 0,0 1,1-2,39-71,-31 39,-1-1,-2 0,-1 0,-1 0,-2-17,-3 63,-1-1,2 0,0 0,0 0,0 0,1 0,1 0,-1 0,1-1,1 1,0-1,0 0,0 0,1 0,0-1,1 1,0-1,0-1,0 1,1-1,0 0,0 0,1-1,7 4,-12-8,0 0,0 0,-1-1,1 1,0-1,0 1,0-1,0 0,0-1,0 1,0 0,0-1,0 1,0-1,0 0,-1 0,1 0,0-1,0 1,-1-1,1 1,-1-1,0 0,1 0,-1 0,0 0,0 0,0 0,0-1,-1 1,1-1,0-1,34-92,-23-103,-14 213,1 1,0-1,1 0,1 0,1 0,0 0,0 0,1 0,1-1,1 1,3 6,-5-13,0-1,0 0,0 0,0 0,1 0,0-1,0 0,1 0,0 0,-1-1,1 0,1 0,-1 0,1-1,-1 0,1 0,0 0,0-1,0 0,0-1,1 0,-1 0,4 0,35-3,-3-5</inkml:trace>
  <inkml:trace contextRef="#ctx0" brushRef="#br4" timeOffset="-90995.065">13344 703,'-12'-7,"1"1,0 0,-1 1,0 1,-1 0,1 0,-1 1,1 1,-1 0,0 1,0 0,-10 1,17 0,0 1,0 0,-1 0,1 0,0 1,0-1,0 2,1-1,-1 1,0-1,1 1,0 1,0-1,0 1,0 0,0 0,1 1,0-1,0 1,0 0,0 0,1 0,0 1,0-1,0 1,1 0,-1 0,2-3,0 0,0 1,0-1,0 0,0 1,1-1,0 1,0-1,0 1,0 0,0-1,0 1,1-1,0 1,0-1,0 0,0 1,0-1,1 0,0 0,-1 0,1 0,0 0,0 0,1 0,-1-1,1 1,-1-1,1 1,0-1,0 0,0 0,0-1,0 1,0 0,0-1,1 0,-1 0,0 0,4 0,2 0,1-1,-1-1,1 1,-1-2,0 1,0-1,0-1,0 0,0 0,0 0,-1-1,1-1,-1 1,0-1,-1-1,1 1,-1-2,0 1,0-1,-1 1,0-2,0 1,-1-1,0 0,0 0,-1 0,0-1,0 1,-1-1,0 0,-1 0,0 0,1-7,-1 3,-1 1,0-1,0 0,-2 0,1 1,-2-1,1 0,-2 1,0-1,0 1,-1 0,-3-5,7 18,0-1,0 1,0-1,0 0,0 1,0-1,0 0,-1 1,1-1,0 0,0 1,0-1,-1 0,1 1,0-1,0 0,-1 0,1 1,0-1,-1 0,1 0,0 1,-1-1,1 0,0 0,-1 0,1 0,0 0,-1 1,1-1,0 0,-1 0,1 0,-1 0,1 0,0 0,-1 0,1 0,-1-1,1 1,0 0,-1 0,1 0,0 0,-1 0,1-1,0 1,-1 0,1 0,0 0,-1-1,1 1,0 0,0-1,-1 1,1 0,0-1,0 1,0 0,-1-1,-3 38,5-27,0 0,0 0,1 0,0 0,1-1,0 1,1-1,0 0,0 0,1 0,0 0,0-1,1 1,0-1,6 5,-8-8,1-1,0 1,0-1,0 0,1 0,-1 0,1-1,0 0,0 0,0 0,0-1,0 0,1 0,-1-1,1 1,-1-2,1 1,0-1,-1 1,1-2,-1 1,1-1,0 0,1-1,-2 0,-1 0,1 0,-1-1,1 0,-1 0,0 0,-1 0,1-1,0 0,-1 0,0 0,0-1,0 1,-1-1,1 0,-1 0,0 0,0 0,-1-1,0 1,0-1,1-3,1-8,0 0,-1 0,-1 0,0 0,-1-1,-1 1,-1-2,-6-21,-2 62,9-15,0 0,1 0,0 0,0-1,0 1,1 0,-1 0,2-1,-1 1,1-1,0 0,0 0,1 0,0 0,0 0,0-1,1 0,-1 0,1 0,0 0,1-1,-1 0,1 0,0 0,0-1,0 0,1 0,-1-1,1 1,-1-1,2 0,-4-2,-1 0,1 0,-1 0,1-1,-1 1,1-1,-1 1,0-1,1 0,-1-1,0 1,1 0,-1-1,0 0,0 0,0 0,-1 0,1 0,0-1,-1 1,0-1,1 1,-1-1,0 0,0 0,-1 0,1 0,0-2,26-98,-26 92,-1-1,0 1,-1-1,0 1,-1-1,-1 0,0 1,0 0,-1-1,3 12,0-1,0 1,0-1,0 1,0-1,0 0,0 1,0-1,0 1,0-1,0 1,0-1,0 1,0-1,-1 1,1-1,0 1,0-1,-1 1,1 0,0-1,-1 1,1-1,-1 1,1 0,0-1,-1 1,1 0,-1-1,1 1,-1 0,1 0,-1 0,1-1,-1 1,1 0,-1 0,1 0,-1 0,1 0,-1 0,1 0,-1 0,1 0,-1 0,1 0,-1 0,1 0,-1 1,1-1,-1 0,1 0,-1 0,1 1,-1-1,1 0,-11 31,11-26,0-1,0 0,1 0,-1 0,1 1,0-1,0 0,0 0,1 0,0 0,0 0,0-1,0 1,0 0,1-1,-1 0,1 1,0-1,0 0,0-1,0 1,1 0,-1-1,1 0,0 0,0 0,-1 0,1 0,0-1,0 0,4 1,11 3,1-1,0 0,0-2,0 0,1-1,2-2,104-12,-77 2</inkml:trace>
  <inkml:trace contextRef="#ctx0" brushRef="#br4" timeOffset="-90093.926">11966 2280,'46'-77,"-24"43,0-1,-3-1,-1-1,-2-1,-1 0,-2 0,3-22,-14 13,-2 47,-1-1,1 1,-1-1,0 1,1-1,-1 1,0-1,0 1,1 0,-1-1,0 1,0 0,0-1,1 1,-1 0,0 0,0 0,0 0,0 0,1 0,-1 0,0 0,0 0,0 0,0 1,1-1,-1 0,0 1,0-1,1 0,-1 1,0-1,1 1,-1-1,0 1,1-1,-1 1,0-1,1 1,-1 0,1-1,-1 1,1 0,0 0,-1-1,1 1,0 0,-1 0,1 0,0-1,0 2,-10 11,0 1,1 1,0-1,2 1,0 1,0 0,1 0,1 0,1 0,1 1,0-1,1 1,0 10,1-21,1 0,1 0,-1-1,1 1,0 0,0 0,1-1,0 1,0-1,0 0,0 1,1-1,0 0,0 0,0-1,1 1,0-1,0 1,0-1,0 0,1-1,-1 1,1-1,0 0,0 0,0 0,0-1,1 1,-1-2,1 1,-1 0,1-1,2 0,4 0,0-1,0-1,0 0,0-1,0 0,0 0,0-1,-1-1,1 0,-1-1,3-2,32-15</inkml:trace>
  <inkml:trace contextRef="#ctx0" brushRef="#br4" timeOffset="-88698.499">12567 1812,'-7'3,"0"1,-1-1,1 1,0 0,1 1,-1 0,1 0,0 0,0 1,1 0,-1 0,2 1,-1-1,0 1,1 0,0 0,1 0,0 1,0-1,0 1,1 0,0 0,1 0,0 0,0 0,1 1,1-6,0 1,0-1,0 0,1 0,0-1,0 1,-1 0,2 0,-1-1,0 1,0-1,1 0,-1 0,1 0,0 0,0 0,0 0,0-1,0 0,0 1,0-1,0 0,0 0,0-1,1 1,-1-1,0 1,1-1,-1 0,0-1,1 1,-1 0,0-1,1 0,-1 0,0 0,0 0,0 0,0 0,0-1,0 0,0 0,-1 1,4-4,16-10,0-1,-1-1,-1-1,-1-1,0-1,-1-1,-2 0,0-1,-1-1,-1 0,-1-1,-2 0,0-1,-1-1,-2 1,-1-1,0-1,-2 0,-1-3,3-10,-3 0,-1 0,-1 0,-3-1,-1 1,-2 0,-2 0,-9-33,-13 15,27 57,0 0,0 0,0 0,0 0,0 0,0 0,0 1,0-1,0 0,-1 0,1 1,0-1,0 1,-1-1,1 1,0 0,-1-1,1 1,0 0,-1 0,1 0,0 0,-1 0,1 0,-1 1,1-1,0 0,-1 1,1-1,0 1,0-1,-1 1,1-1,0 1,0 0,0 0,0 0,0 0,0 0,0 0,0 0,0 0,0 0,-4 5,0 1,0-1,1 1,0 0,0 0,0 1,1-1,0 1,1-1,0 1,0 0,1 0,-1 0,2 0,-1 0,1 0,1 1,19 141,-16-130,19 65,3-2,3 0,5-2,16 26,-32-62,-17-76,-2 18,1 1,0-1,0 1,2-1,0 1,0 0,1 0,0 0,1 0,0 0,1 1,1-1,0 1,0 1,1-1,0 1,9-9,-15 18,0 0,0 0,0 0,0 0,0 0,0 0,0 0,1 0,-1 0,0 1,1-1,-1 0,1 1,-1 0,1-1,-1 1,0 0,1-1,0 1,-1 0,1 0,-1 0,1 0,-1 1,1-1,-1 0,0 1,1-1,-1 1,1-1,-1 1,0 0,1-1,-1 1,0 0,0 0,1 0,-1 0,0 0,0 0,0 0,0 0,0 1,-1-1,1 0,0 1,-1-1,1 0,-1 1,1-1,-1 1,27 136,-26-137,-1 0,1 0,-1 1,1-1,0 0,-1 0,1 0,0 0,0 0,-1 0,1 0,0 0,0 0,0-1,0 1,0 0,1-1,-1 1,0 0,0-1,0 0,0 1,1-1,-1 0,0 1,0-1,1 0,-1 0,0 0,1 0,-1 0,0 0,0 0,1-1,-1 1,0 0,0-1,0 1,1-1,-1 0,47-27,-35 17,-1 1,-1-1,0-1,0 0,-1-1,-1 0,0-1,0 1,-2-2,0 1,0-1,-1 0,2-14,5-14,-9 38,-2 16,-1 17,-1-28,0 13,1 1,0 0,1-1,1 1,0-1,1 0,4 10,-6-18,0 0,0 0,0-1,1 1,0-1,0 1,0-1,0 0,1 0,0 0,-1-1,1 1,1-1,-1 0,0 0,1-1,0 1,0-1,-1 0,1 0,3 0,41-8,-28-5</inkml:trace>
  <inkml:trace contextRef="#ctx0" brushRef="#br4" timeOffset="-88421.823">13370 1211,'2'9,"6"3,7 1,2 0</inkml:trace>
  <inkml:trace contextRef="#ctx0" brushRef="#br4" timeOffset="-88116.63">13651 1451,'2'11,"0"-1,1 0,0 0,1 0,0-1,1 1,0-1,0 0,1-1,0 1,1-1,0 0,0-1,0 1,1-1,1 0,-8-7,0 1,0-1,0 1,0-1,0 1,0-1,0 0,0 1,0-1,0 0,0 0,0 0,0 0,0 0,0 0,0 0,0 0,0 0,0 0,0-1,0 1,0 0,0-1,0 1,0-1,0 1,0-1,0 0,0 1,-1-1,1 0,0 1,0-1,-1 0,1 0,-1 0,1 1,0-1,-1 0,0 0,1 0,15-44,-15 42,20-224,-9 179,-4 34</inkml:trace>
  <inkml:trace contextRef="#ctx0" brushRef="#br4" timeOffset="-86901.056">14078 1317,'-70'-26,"68"26,-1-1,1 1,-1 0,1 0,-1 0,1 1,0-1,-1 0,1 1,0-1,-1 1,1 0,0 0,0 0,-1 0,1 0,0 1,0-1,0 1,1-1,-1 1,0 0,0-1,1 1,-1 0,1 0,0 0,-1 2,0-1,0-1,0 1,0 0,1-1,-1 1,1 0,0 0,0 0,0 0,0 0,0 0,1 0,-1 1,1-1,0 0,0 0,0 0,0 0,1 1,-1-1,1 0,0 0,0 0,0 0,0 0,1 0,-1 0,1-1,-1 1,1 0,0-1,0 1,1-1,-1 0,0 0,1 0,-1 0,1 0,0 0,2 1,0-2,0 0,0 0,1-1,-1 0,0 0,0 0,0 0,0-1,1 0,-1 0,0 0,0 0,0-1,-1 0,1 0,0-1,-1 1,1-1,-1 0,0 0,0 0,0-1,3-3,1-1,0 0,-1 0,-1-1,1 0,-2 0,1-1,-1 1,0-1,-1 0,-1-1,1 0,1-20,-14 46,7 37,2-51,0 0,1 0,-1 0,0 0,1 0,-1 0,1 0,-1 0,1 0,-1-1,1 1,0 0,0 0,-1 0,1-1,0 1,0 0,0-1,0 1,0-1,-1 1,1-1,0 0,0 1,0-1,0 0,1 0,-1 1,0-1,0 0,0 0,0 0,0 0,0 0,0-1,0 1,0 0,0 0,0-1,0 1,0-1,0 1,0-1,0 1,0-1,-1 1,1-1,0 0,13-7,-1 0,-1-2,1 1,-1-1,-1-1,0 0,-1-1,0 0,0-1,-1 0,0-2,3-9,0 0,-2-1,-1 0,-1-1,-1 0,-1 0,-1-1,-1 1,-2-1,-1 0,-1 0,-3-22,3 37,-1 1,0 0,0 0,-1 1,-1-1,0 0,0 1,-1-1,0 1,-1 0,0 0,-4-3,8 11,0 1,0-1,0 1,-1 0,1-1,-1 1,1 0,-1 0,1 0,-1 0,1 0,-1 1,0-1,0 0,0 1,1-1,-1 1,0 0,0-1,0 1,0 0,1 0,-1 0,0 1,0-1,0 0,0 1,1-1,-1 1,0-1,0 1,1 0,-1 0,0 0,0 0,-46 50,40-35,0-1,0 2,2-1,0 1,1 0,1 0,0 1,1 0,1-1,1 1,0 0,2 0,0-1,2 12,-2-19,1 0,0 0,1-1,0 1,0-1,1 1,0-1,0 0,1-1,1 1,-1-1,1 0,1 0,-1-1,1 0,1 0,-1-1,1 1,0-2,1 1,-1-1,1 0,0-1,0 0,1-1,5 2,-9-3,0 0,0-1,0 1,0-1,0-1,0 1,1-1,-1 0,0 0,0-1,1 0,-1 0,0-1,0 1,0-1,0 0,-1-1,1 0,0 0,-1 0,0 0,0-1,0 0,0 0,0 0,-1-1,0 1,2-3,2-9,-1 0,0-1,-1 0,-1 0,0 0,-2 0,0-1,0 0,-2 1,0-1,-2 0,-1-13,-1 9,3 22,0 0,0 0,0 0,0 1,-1-1,1 0,0 0,0 0,0 0,0 1,-1-1,1 0,0 0,0 0,0 0,-1 0,1 0,0 0,0 0,0 0,-1 1,1-1,0 0,0 0,-1 0,1 0,0 0,0 0,0 0,-1-1,1 1,0 0,0 0,0 0,-1 0,1 0,0 0,0 0,0 0,-1 0,1-1,0 1,0 0,0 0,0 0,-1 0,1-1,0 1,0 0,0 0,0 0,0-1,0 1,0 0,0 0,-1 0,1-1,0 1,-4 14,0 0,1 0,1 0,0 0,1 0,0 1,1 6,0-19,-1 2,1 0,-1 0,1 1,-1-1,1 0,0 0,1 0,-1 0,1 0,0 0,0 0,0 0,0 0,1-1,-1 1,1 0,0-1,0 1,0-1,1 1,-1-1,1 0,0 0,0 0,0-1,0 1,0-1,1 0,-1 1,1-2,0 1,-1 0,1-1,0 1,0-1,0 0,0 0,0-1,0 1,2-3,0 1,0-1,-1 0,1-1,-1 1,0-1,1 0,-2 0,1-1,0 1,0-1,-1 0,0 0,0-1,0 1,-1-1,1 0,-1 0,2-5,38-107,-34 38,-9 79,0 0,0 1,0-1,0 0,0 0,-1 0,1 1,0-1,0 0,0 0,0 0,0 0,-1 1,1-1,0 0,0 0,0 0,0 0,-1 0,1 0,0 1,0-1,-1 0,1 0,0 0,0 0,0 0,-1 0,1 0,0 0,0 0,-1 0,1 0,0 0,0 0,0 0,-1 0,1 0,0-1,0 1,0 0,-1 0,1 0,0 0,0 0,0 0,-1-1,-8 26,7-21,0 0,1 1,-1-1,1 1,-1 0,2-1,-1 1,0 0,1 0,0-1,0 1,0 0,1 0,-1 0,1-1,1 1,-1 0,0-1,1 1,0-1,0 0,1 1,-1-1,1 0,0-1,0 1,0 0,0-1,0 1,1-1,0 0,0 0,0-1,0 1,0-1,1 1,3-2,1 0,-1-1,1 1,0-2,-1 1,1-1,-1 0,1-1,-1 0,0 0,0-1,0 0,0-1,0 1,0-2,-1 1,0-1,0 0,0 0,-1-1,0 0,0 0,0 0,-1-1,1 0,-2 0,1 0,-1-1,0 0,-1 1,0-1,1-2,7-39,-2-1,-2 0,-2 0,-2 0,-4-42,2 55,-3-96,-5 0,-19-91,12 179,13 45,0 0,0 0,0 0,1 1,-1-1,0 0,0 0,0 0,0 1,1-1,-1 0,0 1,0-1,1 1,-1-1,0 1,1-1,-1 1,1-1,-1 1,0 0,1-1,-1 1,1 0,0 0,-1-1,1 1,0 0,-1 0,1-1,0 1,0 0,-1 0,-7 22,1-1,1 1,0 1,2-1,1 1,0 0,2-1,1 1,2 14,6 41,3 0,4 0,4-1,2-2,4 0,34 70,-14-28,-35-94,-11-30</inkml:trace>
  <inkml:trace contextRef="#ctx0" brushRef="#br4" timeOffset="-86727.929">14934 595,'-11'-15,"-4"-9,3-1,7 0,13 3,15 0,16 0,16-1,14-4,3-1,-1 1,-11 1,-15 5</inkml:trace>
  <inkml:trace contextRef="#ctx0" brushRef="#br4" timeOffset="-86007.262">12474 2748,'5'14,"1"8,0 8,-2 4,-1-1,-1-2,-1-5,0-7</inkml:trace>
  <inkml:trace contextRef="#ctx0" brushRef="#br4" timeOffset="-85528.566">12460 2534,'25'13,"185"10,-201-23,0 0,0 1,0 0,-1 0,1 1,0 0,0 1,-1 0,0 0,1 1,-1 0,-1 0,1 1,0 0,-1 1,0-1,-1 1,1 1,-1-1,0 1,-1 0,1 0,-1 1,-1 0,2 4,8 111,-13-121,0-1,0 0,1 0,-1 0,0 0,0 0,1 0,-1 0,1 0,-1 0,1-1,-1 1,1-1,-1 1,1-1,-1 1,1-1,0 0,-1 0,1 0,0 0,-1 0,1 0,-1 0,1-1,0 1,-1-1,1 1,-1-1,1 1,-1-1,1 0,-1 0,0 0,1 0,-1 0,0 0,0 0,1 0,-1 0,0-1,0 1,0 0,-1-1,1 1,0-1,0 1,-1-1,1 0,9-14,-1 1,0-1,-1 0,-1-1,-1 0,0 0,-1 0,-1-1,-1 1,0-1,-1 0,-1 0,-1 0,-1-11,1 36,0-2,0 0,0 1,0-1,1 0,0 0,0 0,0-1,1 1,-1 0,1 0,0-1,1 1,-1 0,3 1,0-1,1 0,-1 0,1 0,0 0,0-1,1 0,-1-1,1 1,0-1,0 0,0-1,0 0,0 0,0 0,1-1,0 0,11 1,1 0,0-2,-1 0,1-1,18-4,31-10,-8-4</inkml:trace>
  <inkml:trace contextRef="#ctx0" brushRef="#br4" timeOffset="-84482.797">12234 3978,'17'-14,"0"0,-1-1,0 0,-2-2,0 0,0 0,-2-1,0-1,-1 0,-1 0,-1-1,-1-1,0 1,1-10,-9 29,1 0,0 1,-1-1,1 0,-1 0,1 0,-1 0,0 0,1-1,-1 1,0 0,0 0,0 0,0 0,0 0,0 0,0 0,0 0,0 0,0-1,0 1,-1 0,1 0,-1 0,1 0,-1 0,1 0,-1 0,1 0,-1 1,0-1,1 0,-1 0,0 0,0 1,0-1,0 0,1 1,-1-1,0 1,0-1,0 1,0-1,0 1,-1 0,1-1,0 1,0 0,0 0,0 0,0 0,0 0,0 0,0 0,-1 0,-5 6,1 1,0-1,0 1,1 0,0 1,0-1,0 1,1 0,1 0,-1 1,1-1,-2 9,-9 72,14-87,0 1,0 0,1-1,-1 1,1 0,0-1,-1 1,1-1,1 1,-1-1,0 0,0 0,1 1,0-1,-1 0,1 0,0 0,0 0,0-1,0 1,0 0,0-1,1 0,-1 1,0-1,1 0,-1 0,1 0,-1-1,1 1,0-1,0 1,7-1,0-1,0 0,0 0,0-1,0 0,0-1,0 0,-1 0,1-1,-1-1,0 1,0-1,-1-1,1 0,-1 0,0-1,-1 1,0-2,5-5,1-2,-1-1,-1 0,0-1,-1-1,-1 1,0-1,-2-1,0 0,-1 0,0 0,-2-1,1-13,1-14,-3 0,-1 0,-3 0,-5-38,4 65,2 4,-2 1,0-1,-1 1,0-1,-1 1,-5-11,9 26,0-1,0 1,0-1,-1 0,1 1,0-1,0 1,0-1,-1 0,1 1,0-1,-1 1,1-1,0 1,-1-1,1 1,0 0,-1-1,1 1,-1-1,1 1,-1 0,1-1,-1 1,1 0,-1 0,0-1,1 1,-1 0,1 0,-1 0,0 0,1 0,-1 0,1 0,-1 0,0 0,1 0,-1 0,1 0,-1 0,0 0,1 1,-1-1,1 0,-1 0,1 1,-1-1,1 0,-1 1,1-1,-1 1,1-1,-1 0,1 1,0-1,-1 1,1-1,0 1,-1 0,-31 79,20-37,3 0,1 0,2 1,3-1,1 1,2 0,3 25,-3-60,1 0,0 0,0 0,1 0,0 0,0 0,1 0,0-1,1 1,0-1,0 0,0 0,1 0,1-1,-1 1,1-1,0-1,1 1,0-1,0 0,0-1,1 0,-1 0,1 0,0-1,7 2,-8-4,0 0,1-1,-1-1,0 1,0-1,0 0,1-1,-1 1,0-2,0 1,0-1,0 0,0 0,0-1,-1 0,1 0,-1 0,0-1,0 0,0-1,0 1,-1-1,1 0,-1 0,-1-1,1 1,-1-1,0 0,0 0,-1-1,1 1,0-6,4-9,-1 0,-1 0,-1-1,-1 0,-1 0,-1 0,-1-1,-1 1,-1 0,-1-5,-12-22,13 49,0 1,0-1,0 0,0 0,0 1,0-1,0 1,0-1,0 1,0-1,0 1,0-1,0 1,1 0,-1 0,0-1,0 1,1 0,-1 0,0 0,1 0,-1 0,1 0,-1 0,1 0,0 0,-1 0,1 0,0 0,0 1,-5 10,1 0,0 0,1 1,0-1,1 1,1 0,0 0,0-1,2 1,-1 0,2 0,-1-1,2 1,0 0,4 11,-5-20,0 0,0 0,0-1,1 1,-1-1,1 1,0-1,0 0,0 0,0 0,1 0,-1-1,1 0,0 1,-1-1,1 0,0-1,0 1,0-1,1 0,-1 0,0 0,4 0,27 0</inkml:trace>
  <inkml:trace contextRef="#ctx0" brushRef="#br4" timeOffset="-84046.682">13344 3323,'-11'2,"1"1,0 0,1 0,-1 1,0 0,1 1,0 0,0 0,1 1,-1 0,1 1,1 0,-1 0,1 1,0-1,1 2,0-1,0 1,1 0,0 0,-1 4,5-11,0 1,1 0,-1 0,1 0,0 1,0-1,0 0,1 0,-1 0,1 0,0 0,-1-1,1 1,0 0,1 0,-1 0,0-1,1 1,0-1,-1 1,1-1,0 1,0-1,1 0,-1 0,0 0,1 0,-1-1,1 1,-1-1,1 1,0-1,0 0,5 3,1-1,-1-1,1 1,-1-1,1-1,0 1,0-2,0 1,0-1,8-1,-4-2,-1 0,0 0,0-1,0-1,-1 0,1-1,-1 0,-1 0,1-1,-1-1,0 0,-1 0,0-1,0 0,0 0,-2-1,1 0,-1-1,-1 0,0 0,0 0,-1-1,0 1,-1-1,-1 0,0-1,0 1,-1-1,-1 1,0-5,0-34,-2 0,-3 0,-1 1,-3-1,-2 2,-2-1,-15-35,21 65,-37-84,43 104,0 1,0-1,1 0,-1 1,0-1,0 1,0-1,0 0,0 1,0-1,0 1,0-1,0 1,0-1,0 0,0 1,0-1,0 1,0-1,0 0,-1 1,1-1,0 1,0-1,0 0,-1 1,1-1,0 0,0 1,-1-1,1 0,0 0,-1 1,1-1,0 0,-1 0,1 1,0-1,-1 0,1 0,-1 0,1 0,0 0,-1 0,1 0,-1 1,1-1,-1 0,1 0,0-1,-1 1,1 0,-1 0,1 0,0 0,-1 0,1 0,-1 0,1-1,0 1,-1 0,1 0,0-1,-1 1,1 0,0 0,-1-1,-2 43,1 0,2 0,2 1,6 27,-6-36,2 0,1-1,2 0,1-1,2 1,1-2,2 1,0-1,2-1,2-1,3 4,-17-29,0 0,0 0,0-1,0 1,1 0,0-1,0 0,0 0,0 0,0-1,0 1,1-1,-1 0,1 0,0 0,0-1,0 0,13 0</inkml:trace>
  <inkml:trace contextRef="#ctx0" brushRef="#br4" timeOffset="-83859.186">13370 2855,'-14'-2,"-6"-4,-3 0,10 1,16 1,21 1,23-1,21-4,15-5,7-2,-2 4,-17 2</inkml:trace>
  <inkml:trace contextRef="#ctx0" brushRef="#br4" timeOffset="-82399.04">13797 3403,'9'-28,"-1"0,-2 0,-1-1,-1 0,-2 0,0 0,-2 0,-2 0,0 0,-2 0,-1 1,-2-3,5 21,1 5,1 0,-1 0,-1 1,1-1,-1 1,1-1,-1 1,-1-1,1 1,0 0,-1 0,0 0,-3-3,6 7,1 0,-1 1,1-1,-1 1,0-1,1 0,-1 1,0-1,1 1,-1-1,0 1,0-1,1 1,-1-1,0 1,0-1,0 1,0-1,0 1,0-1,0 1,0-1,0 1,0-1,0 1,0 0,0-1,0 1,0-1,0 1,-1-1,1 1,0-1,0 1,-1-1,1 0,0 1,-1-1,1 1,0-1,-1 0,1 1,-1-1,1 0,0 1,-1-1,1 0,-1 0,1 1,-1-1,1 0,-1 0,1 0,-1 0,1 0,-1 0,0 0,1 0,-1 0,1 0,-1 0,1 0,-1 0,1 0,-1 0,1 0,-1-1,1 1,-1 0,1 0,5 3,1 1,0-1,0 0,0-1,0 1,0-1,1 0,-1-1,1 0,-1 0,1 0,-1-1,1 1,1-2,0 2,27 0,48 8,-80-8,0 0,0 0,-1 0,1 0,0 1,-1-1,1 1,-1 0,1 0,-1 0,0 0,0 0,0 1,0-1,0 1,0-1,-1 1,1 0,-1-1,0 1,0 0,0 0,0 0,0 0,-1 0,8 149,-8-151,1 1,-1-1,1 1,0-1,0 1,0-1,0 1,0-1,0 0,0 0,0 1,0-1,1 0,-1 0,0 0,1 0,-1-1,1 1,-1 0,1-1,-1 1,1-1,0 1,-1-1,1 1,-1-1,1 0,0 0,-1 0,1 0,0 0,-1-1,1 1,0 0,-1-1,2 0,55-28,-50 23,0 0,0-1,0 0,-1-1,0 1,0-1,-1-1,0 1,0-1,-1 0,0-1,-1 1,2-7,-6 18,-1-1,0 1,1-1,-1 1,0 0,1-1,-1 1,1 0,0 0,-1 0,1-1,0 1,0 0,0 0,0 0,1-1,-1 1,0 0,1 0,-1-1,1 1,0 0,-1-1,1 1,0 0,0-1,0 1,0-1,1 0,-1 1,0-1,0 0,1 0,-1 0,1 0,-1 0,1 0,-1 0,1 0,0 0,-1-1,1 1,0-1,1 1,2-3,0 1,0-1,0 0,0 0,0-1,-1 1,1-1,-1 0,0 0,1-1,-1 1,-1-1,1 0,-1 0,1 0,-1 0,0-1,0 1,-1-1,0 0,0 0,0 0,0 0,-1 0,1 0,-1 0,-1-1,1 1,-1-1,0 0,0 0,-1-1,0 1,0 0,-1 0,0-1,0 1,0 0,-1 1,0-1,0 0,0 1,-1 0,0-1,0 1,0 1,-1-1,1 1,-1 0,0 0,0 0,-1 0,1 1,-1 0,0 0,1 1,-1-1,0 1,-1 1,1-1,0 1,0 0,-1 0,1 1,-1 0,-5 1,-11 13,23-14,0 1,0-1,0 1,0-1,0 1,0-1,0 1,0-1,0 1,0-1,0 1,1-1,-1 1,0-1,0 1,0-1,1 1,-1-1,0 1,1-1,-1 1,0-1,1 0,-1 1,0-1,1 0,-1 1,1-1,-1 0,1 0,-1 1,1-1,-1 0,1 0,-1 0,1 0,-1 0,1 1,-1-1,1 0,-1 0,1 0,-1 0,1-1,-1 1,1 0,-1 0,1 0,11-1,0 1,0-2,0 0,0 0,0-1,0-1,-1 0,0 0,0-2,0 1,0-1,5-4,-7 5,80-40,-89 45,1 0,0 0,0-1,0 1,-1 0,1 0,0 0,0 0,0 0,-1 0,1 0,0 0,0 0,0 0,0 1,-1-1,1 0,0 0,0 1,-1-1,1 1,0-1,-1 0,1 1,0-1,-1 1,1 0,0-1,-1 1,1 0,-1-1,0 1,1 0,-1-1,1 1,-1 0,0 0,1-1,-1 1,0 0,0 0,0 0,0-1,0 1,0 1,-3 40,2-37,-1 3,-3 33,5-40,0-1,1 1,-1 0,0-1,0 1,0 0,0-1,0 1,1 0,-1-1,0 1,1 0,-1-1,0 1,1-1,-1 1,1-1,-1 1,1-1,-1 1,1-1,-1 1,1-1,0 0,-1 1,1-1,0 0,-1 1,1-1,0 0,-1 0,1 0,0 0,-1 0,1 0,0 0,-1 0,1 0,0 0,0 0,-1 0,1 0,0 0,-1-1,1 1,0 0,-1-1,1 1,-1 0,1-1,0 1,4-3,1 0,-1 0,0 0,0-1,0 1,-1-1,1 0,-1-1,0 1,0-1,0 0,-1 0,0 0,0 0,0-1,-1 1,1-1,-1 0,0 1,-1-1,3-10,0 0,-2 0,0 0,0-1,-2 1,0-14,10 125,-9-92,1 1,0-1,-1 0,2 0,-1 0,0-1,0 1,1 0,0-1,-1 0,1 1,0-1,0 0,0 0,1-1,-1 1,0-1,1 1,-1-1,0 0,1-1,0 1,-1 0,1-1,-1 0,1 0,0 0,-1 0,1-1,-1 1,1-1,-1 0,1 0,-1 0,1-1,-1 1,0-1,0 0,0 0,0 0,0 0,0 0,0-1,-1 1,2-2,1-2,1-1,-1 0,0 0,-1 0,0-1,0 1,-1-1,0 0,0 0,0 0,-1-1,-1 1,1 0,-2-1,1 1,-1-1,0-2,-5-8,-2 28,5-1,1 0,0 0,1 0,0 1,0-1,1 0,0 0,0 1,1-1,0 0,0-1,1 1,0 0,0-1,1 1,4 5,-8-12,1 0,-1 0,1 0,0 0,-1 0,1 0,0 0,0 0,-1 0,1-1,0 1,0 0,0-1,0 1,0 0,0-1,0 1,0-1,1 0,-1 1,0-1,0 0,0 0,0 0,0 1,1-1,-1 0,0-1,0 1,0 0,0 0,1 0,-1-1,0 1,0-1,0 1,0-1,0 1,0-1,0 1,0-1,0 0,0 0,0 1,-1-1,2-1,24-50,-19 24,-2 0,-1 0,-1 0,-2 0,0 0,-3-9,1 73,0-20,0-1,1 1,0-1,2 1,0-1,0 1,2-1,14 9,-8-22</inkml:trace>
  <inkml:trace contextRef="#ctx0" brushRef="#br4" timeOffset="-82122.702">14801 2079,'-3'16,"7"12,9 8,11 5,9 0,-1-7</inkml:trace>
  <inkml:trace contextRef="#ctx0" brushRef="#br4" timeOffset="-81709.797">15162 2400,'-7'2,"0"0,0 1,0 0,1 0,-1 0,1 0,0 1,0 0,0 1,1-1,0 1,0 0,0 1,0-1,1 1,0 0,0 0,0 0,1 0,0 1,0 0,0-1,1 1,0 0,1 0,0 0,0 0,0 1,1-1,0 6,1-10,0 0,0 0,0 0,1 1,-1-2,1 1,0 0,0 0,0-1,0 1,0-1,0 1,1-1,-1 0,1 0,0 0,0 0,-1-1,1 1,0-1,0 1,1-1,-1 0,0 0,0-1,1 1,-1-1,0 1,0-1,1 0,-1 0,0-1,3 0,6 0,-1-1,0 0,0-1,0 0,0-1,0 0,-1-1,1 0,1-2,-5 3,1 0,-1-1,0 0,-1 0,1 0,-1-1,0 0,-1-1,1 1,-1-1,0 0,-1 0,0 0,0-1,0 0,-1 1,0-1,0-3,-3 11,0 1,0-1,0 1,0-1,-1 1,1 0,0-1,0 1,0-1,0 1,-1-1,1 1,0-1,-1 1,1-1,0 1,-1-1,1 0,-1 1,1-1,0 1,-1-1,1 0,-1 1,1-1,-1 0,1 0,-1 0,0 1,1-1,-1 0,1 0,-1 0,1 0,-1 0,1 0,-1 0,0 0,1 0,-1 0,1 0,-1 0,1 0,-1-1,0 1,1 0,-1 0,1-1,-1 1,1 0,0-1,-1 1,1 0,-1-1,1 1,-1-1,1 1,0 0,-1-1,1 1,0-1,0 1,-1-1,1 0,0 1,0-1,-13 50,13-48,0 0,0 0,0 0,0 0,0 0,0 0,0 0,1 0,-1 0,0 0,1 0,-1 0,1 0,-1 0,1 0,0 0,-1 0,1 0,0-1,0 1,-1 0,1 0,0-1,0 1,0-1,0 1,0-1,0 1,0-1,0 1,0-1,0 0,0 1,0-1,0 0,0 0,0 0,0 0,0 0,0 0,1 0,-1-1,0 1,0 0,7-2,0-1,-1 0,1 0,-1 0,0-1,1 0,-2-1,1 1,0-1,-1-1,0 1,0-1,-1 0,0 0,0-1,0 0,-1 1,0-2,0 1,-1 0,1-1,-2 1,1-1,-1 0,0 0,-1 0,0 0,0 0,-1-1,0 1,0 0,-1 0,-1-3,2 9,0-1,-1 0,1 1,-1-1,0 0,0 1,0-1,0 1,0 0,-1-1,1 1,-1 0,0 0,1 0,-1 0,0 0,0 0,0 0,0 1,-1-1,1 1,0-1,-1 1,1 0,-1 0,1 0,-1 0,1 1,-1-1,0 1,1-1,-1 1,0 0,0 0,1 0,-1 0,0 1,1-1,-1 1,0 0,1-1,-1 1,1 0,-1 1,1-1,0 0,-1 1,0 0,-2 2,1 0,-1 0,1 1,-1-1,1 1,0 0,1 0,-1 1,1-1,0 1,1-1,-1 1,1 0,0 0,1 0,-1 0,1 5,0-7,1-1,-1 0,1 0,0 1,0-1,1 0,-1 0,1 0,0 1,-1-1,1 0,1 0,-1 0,0 0,1-1,-1 1,1 0,0 0,0-1,0 1,0-1,1 0,-1 0,1 0,-1 0,1 0,0 0,-1 0,1-1,0 0,0 1,0-1,0 0,3 0,24 2,-2-5</inkml:trace>
  <inkml:trace contextRef="#ctx0" brushRef="#br4" timeOffset="-81454.916">15308 1853,'-11'15,"2"11,11 5,4-3</inkml:trace>
  <inkml:trace contextRef="#ctx0" brushRef="#br4" timeOffset="-81291.32">15576 2441,'18'6,"20"1,17-10,12-17,-4-4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16.6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89,'-5'5,"0"0,1 1,-1-1,1 1,0 0,1 0,0 1,0-1,0 1,1 0,0-1,0 1,0 1,3-7,-1 0,1 0,0-1,-1 1,1 0,0 0,0 0,0-1,-1 1,1 0,0-1,0 1,0 0,0-1,0 0,0 1,0-1,0 1,1-1,-1 0,0 0,0 0,0 0,0 0,0 0,0 0,0 0,1 0,-1 0,0-1,0 1,0 0,0-1,0 1,0-1,0 1,0-1,0 1,0-1,0 0,-1 0,1 1,0-1,0 0,-1 0,1 0,0 0,-1 0,1-1,6-3,-1 0,0-1,0 0,0 0,0 0,-1-1,0 0,-1 0,0 0,0 0,0-1,-1 0,0 0,0 0,-1 0,0 0,-1 0,0-1,0 1,-1 7,0-1,0 1,0 0,0 0,0-1,0 1,-1 0,1 0,0 0,-1-1,1 1,-1 0,1 0,-1 0,0 0,1 0,-1 0,0 0,0 0,0 0,0 0,0 1,0-1,0 0,0 1,0-1,0 0,0 1,0-1,0 1,0 0,-1-1,1 1,0 0,0 0,-1 0,1-1,0 1,0 1,0-1,-1 0,1 0,0 0,-49 24,25 1,3 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16.8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71 156,'72'-16,"-70"15,0 0,-1 0,1-1,0 1,0 0,-1-1,1 1,-1-1,1 0,-1 1,0-1,0 0,0 0,0 0,0 0,0 0,0 0,0 0,-1 0,1 0,-1 0,0 0,0 0,1 0,-1-1,-1 1,1 0,0 0,0 0,-1 0,1 0,-1-2,-1 0,0-1,0 0,-1 1,1-1,-1 1,0 0,0 0,0 0,-1 0,1 1,-1 0,0-1,0 1,0 0,0 1,-1-1,1 1,-1 0,0 0,1 0,1 1,0 0,0 0,1 0,-1 1,0-1,0 1,0 0,0-1,0 1,0 0,1 1,-1-1,0 1,0-1,0 1,0 0,1 0,-1 0,0 0,1 0,-1 1,1-1,-1 1,1 0,0 0,0 0,0 0,0 0,0 0,0 0,0 1,1-1,-1 1,0 1,1-1,0-1,0 1,0 0,0-1,1 1,-1 0,1 0,0-1,0 1,0 0,0 0,0-1,0 1,1 0,-1 0,1-1,0 1,0 0,0-1,0 1,1-1,-1 1,0-1,1 0,0 0,0 0,-1 1,1-2,0 1,1 0,-1 0,0-1,0 1,1-1,-1 1,1-1,-1 0,3 0,24 11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14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119 202,'-16'24,"1"1,1 0,2 1,0 1,2 0,1 1,1-1,1 2,1-1,2 1,1 0,1 0,2 12,0-27,0 0,1 0,1 0,0 0,0 0,2-1,0 1,4 9,-6-20,-1 1,1 0,0-1,0 1,0-1,1 0,-1 0,1 0,0 0,-1 0,1 0,1-1,-1 0,0 1,1-1,-1 0,1-1,-1 1,1 0,0-1,0 0,0 0,0 0,0-1,0 1,0-1,0 0,0 0,0 0,0-1,0 1,0-1,7-2,-1 0,-1 0,1-1,0 0,-1-1,0 0,0-1,0 1,-1-2,0 1,0-1,0 0,-1-1,0 0,-1 0,0 0,3-5,3-7,-1 0,-1 0,0-1,-1 0,-2-1,0 0,1-12,-2 9,-2-1,-1 1,-1-1,-1 1,-1-1,-2 0,0 1,-2 0,0-1,-2 1,-1 1,-1-1,-1 1,-1 1,-3-5,-33-31,44 58,0-1,0 0,1 1,-1-1,0 1,0 0,-1 0,1 0,0 0,0 0,0 0,-1 0,1 1,0-1,-1 1,1 0,-1-1,1 1,0 0,-1 1,1-1,0 0,-1 1,1-1,0 1,-1 0,1 0,0 0,0 0,-5 4,1 1,0 0,0 0,1 1,0 0,0 0,1 0,0 0,0 1,0-1,1 1,0 0,1 0,0 1,0-1,0 3,-4 9,1 0,1 0,1 0,0 1,1-1,2 1,0-1,1 1,1-1,1 1,1-1,0 0,2-1,7 18,10-1</inkml:trace>
  <inkml:trace contextRef="#ctx0" brushRef="#br0" timeOffset="495.883">573 1,'0'0,"0"1,0-1,0 1,0-1,0 1,-1-1,1 1,0-1,0 1,0-1,-1 1,1-1,0 1,-1-1,1 1,0-1,-1 1,1-1,0 0,-1 1,1-1,-1 0,1 1,-1-1,1 0,-1 1,1-1,-1 0,1 0,-1 0,1 0,-1 1,1-1,-1 0,1 0,-1 0,1 0,-1 0,0 0,1-1,-1 1,1 0,-1 0,1 0,-1 0,1-1,-1 1,1 0,-1 0,1-1,-1 1,1 0,0-1,-1 1,1 0,-1-1,1 1,0-1,-1 1,1-1,0 1,0-1,-1 1,1-1,0 1,0-1,0 0,-3 49,47 302,-19-224,-25-126,1 1,-1-1,1 0,-1 1,0-1,1 0,-1 1,1-1,-1 0,1 0,-1 1,1-1,-1 0,1 0,-1 0,1 0,-1 0,1 0,-1 0,1 0,0 0,-1 0,1 0,-1 0,1 0,-1 0,1 0,-1-1,1 1,-1 0,1 0,-1-1,1 1,-1 0,0-1,1 1,-1 0,1-1,-1 1,0-1,1 1,-1 0,0-1,0 1,1-1,-1 1,0-1,0 1,0-1,1 1,-1-1,0 1,0-1,0 1,0-1,0 0,0 1,0-1,0 1,0-1,-1 1,1-1,0 1,0-1,0 1,-1-1,5-6,0-3,0 1,1-1,0 1,1 0,0 1,1-1,-1 1,1 1,1-1,0 1,0 0,0 1,1 0,0 0,0 1,0 0,1 1,0 0,0 0,0 1,0 0,0 1,4 0,-10 2,1 1,0-1,-1 1,1 1,-1-1,1 0,-1 1,0 0,1 0,-1 1,0-1,-1 1,1 0,0 0,-1 0,1 0,-1 1,0-1,0 1,-1 0,1 0,-1 0,1 0,-1 0,-1 0,1 1,-1-1,1 1,-1-1,0 1,-1 0,2 5,0 1,-1-1,0 0,-1 1,0-1,-1 1,0-1,0 1,-1-1,-1 0,0 0,0 0,-4 7,3-10,-1 1,0-1,0 0,-1 0,0 0,0-1,-1 0,0-1,0 1,0-1,-1 0,1-1,-6 2,9-3,-1-1,0 0,0 0,1-1,-1 1,0-1,0 0,-1-1,1 1,0-1,0 0,0 0,0-1,0 1,0-1,0 0,0-1,0 1,0-1,0 0,0 0,1 0,-5-3,7 3,0 0,0 1,0-1,0 0,0 0,0 0,0 0,0-1,1 1,-1 0,1-1,0 1,0-1,0 1,0-1,0 0,0 1,1-1,-1 0,1 0,0 1,0-1,0 0,0 0,0 0,1 1,-1-1,1 0,0 1,0-1,0 0,0 1,0-1,0 1,1-1,-1 1,1 0,0 0,-1 0,1 0,1-1,20-17,1 2</inkml:trace>
  <inkml:trace contextRef="#ctx0" brushRef="#br0" timeOffset="875.214">1456 189,'-17'-1,"0"2,0 0,0 1,1 1,-1 1,1 0,-1 1,1 1,1 0,-1 1,1 1,0 0,1 1,0 1,-6 5,18-13,0-1,0 1,0-1,0 1,0 0,0 0,0 0,1 0,-1 0,1 1,-1-1,1 0,0 1,0-1,0 1,0-1,0 1,1-1,-1 1,1 0,0-1,0 1,0 0,0-1,0 1,0 0,1-1,-1 1,1 0,0-1,0 1,0-1,0 1,0-1,0 0,1 1,-1-1,1 0,1 1,14 11,1 0,0-1,1-1,0-1,1-1,0 0,14 3,11 7,-31-14,1 0,1 1,-1 0,-1 1,0 1,0 0,0 1,-1 1,-1-1,0 2,4 4,-15-14,0 0,0 0,1 0,-1 0,0 0,-1 0,1 0,0 0,0 0,-1 0,0 1,1-1,-1 0,0 0,0 1,0-1,0 0,-1 0,1 1,0-1,-1 0,0 0,1 0,-1 0,0 0,0 1,0-2,-1 1,1 0,0 0,-1 0,1-1,-1 1,0 0,1-1,-3 2,-74 41,46-33,-2-2,0-1,0-1,0-2,-1-2,1-1,-2-1,-19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39.2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199 450,'-8'-1,"-1"1,1 0,0 0,-1 1,1 1,0-1,0 1,0 0,0 1,0 0,1 0,-1 1,1 0,0 0,0 1,0 0,1 0,-1 0,1 1,0 0,1 0,0 1,0 0,0-1,1 2,0-1,0 0,1 1,-2 4,4-9,1 1,0-1,0 0,0 0,1 0,-1 0,1 1,-1-1,1 0,0 0,0 0,1 0,-1 0,1-1,-1 1,1 0,0-1,0 1,0-1,0 1,0-1,1 0,-1 0,1 0,-1 0,1 0,0-1,0 1,0-1,0 0,0 0,0 0,0 0,0-1,0 1,0-1,0 1,1-1,-1 0,0-1,0 1,0 0,1-1,-1 0,0 0,0 0,1 0,7-5,0 0,0-1,-1 0,0 0,0-1,-1-1,0 1,0-2,-1 1,0-1,-1 0,0-1,-1 1,0-2,-1 1,0 0,2-8,8-19,-2-1,-1-1,-3 0,-1 0,-2-1,-1 0,-2 0,-3-15,1 49,-1 0,0-1,-1 1,1 0,-1 0,-1-1,1 1,-1 0,-1 0,1 1,-1-1,0 0,-4-4,7 10,-1 1,1 0,-1-1,1 1,-1-1,1 1,-1-1,1 1,-1 0,0 0,1-1,-1 1,1 0,-1 0,0 0,1-1,-1 1,0 0,1 0,-1 0,0 0,1 0,-1 0,0 1,1-1,-1 0,0 0,1 0,-1 1,0-1,1 0,-1 0,1 1,-1-1,1 1,-1-1,1 0,-1 1,1-1,-1 1,1 0,-1-1,1 1,0-1,-1 1,1 0,-17 30,7 2,1 0,2 0,1 0,1 1,2 0,2 0,1 0,2 15,-1-29,1 0,1 1,1-1,1-1,0 1,2-1,2 6,-6-19,0 1,0-1,0 0,1 0,0-1,0 1,0-1,1 0,0 0,0 0,0-1,1 0,-1 0,1 0,0 0,0-1,1 0,-1-1,0 1,1-1,0 0,-1-1,2 0,6-1,0-1,0 0,0-1,0-1,0 0,0-1,-1 0,0-1,0-1,0 0,0-1,-1 0,0-1,-1 0,0-1,0 0,-1-1,0 0,-1-1,0 0,0 0,0-3,-3 6,0-1,-1 0,0 0,-1-1,0 1,0-1,-1 0,0 0,-1 0,0 0,0 0,-1-1,-1-9,0 21,0 0,-1 0,1 0,-1 0,1 0,-1-1,1 1,-1 0,1 0,-1-1,0 1,1 0,-1-1,0 1,0 0,0-1,1 1,-1-1,0 0,0 1,0-1,0 0,0 1,0-1,0 0,0 0,0 0,0 0,0 0,0 0,0 0,0 0,0 0,0 0,0-1,1 1,-1 0,0-1,0 1,0-1,0 1,0-1,0 1,1-1,-1 1,0-1,1 0,-1 0,0 1,1-1,-1 0,1 0,-1 0,1 1,-1-1,1 0,0 0,-1 0,1 0,0 0,0 0,0 0,-1 0,1 0,0 0,1 0,-1 0,0 0,0 0,-4 8,0-1,0 1,0 0,1 0,1 0,-1 0,1 1,0-1,1 1,-1-1,1 1,1 0,0 0,0-1,0 1,1 0,0-1,1 1,0-1,0 1,0-1,1 0,0 0,1 0,-1 0,1 0,1-1,-1 0,1 0,0 0,0 0,8 1,-1-1,1 0,0-1,0 0,0-1,1-1,0 0,-1 0,1-2,0 0,0 0,0-1,0-1,0 0,10-3,35-4</inkml:trace>
  <inkml:trace contextRef="#ctx0" brushRef="#br0" timeOffset="839.783">1202 249,'3'96,"4"0,4 0,12 34,-16-92,15 74,-5 0,1 79,-24-131,-2-61,-11-58,-41-203,-7-121,63 354,1 17,1 0,0 0,1-1,1 1,0-1,0 1,1-1,1 1,0-1,1 0,-1 10,0 0,1 0,-1 1,0-1,1 0,0 1,0 0,0-1,0 1,0 0,0 1,0-1,1 1,-1-1,0 1,1 0,0 0,-1 0,1 1,-1-1,1 1,0 0,-1 0,1 0,0 1,-1-1,1 1,-1 0,1 0,-1 0,1 0,-1 1,0-1,1 1,-1 0,2 2,16 3,-1 2,0 0,0 1,-1 1,-1 1,0 1,0 0,-2 1,1 1,-1 1,-15-14,1-1,0 1,0-1,-1 1,1-1,-1 1,1 0,-1 0,0 0,1 0,-1 0,0 0,0 0,-1 1,1-1,0 0,-1 0,0 1,1-1,-1 0,0 1,0-1,0 0,0 1,-1-1,1 0,-1 0,1 1,-1-1,0 0,0 0,0 0,0 0,0 0,0 0,-1 0,1 0,0 0,-1 0,0-1,1 1,-2 0,-5 2,-1 1,0-2,0 1,0-1,-1-1,1 1,-1-1,1-1,-1 0,0-1,1 1,-1-2,0 1,1-2,-1 1,-3-2,11 3,1-1,-1 1,0-1,0 1,1-1,-1 0,1 1,-1-1,1 0,-1 0,1 0,-1 0,1-1,0 1,0 0,-1 0,1-1,0 1,0-1,0 1,1-1,-1 1,0-1,0 0,1 1,-1-1,1 0,0 0,-1 1,1-1,0 0,0 0,0 1,0-1,0 0,1 0,-1 1,1-1,-1 0,1 1,-1-1,1 0,0 1,0-1,0 1,0-1,0 1,0-1,0 1,0 0,0 0,1-1,11-9,1 1,-1 1,1 0,1 1,0 0,0 1,0 1,1 0,0 2,0-1,1 2,13-2,-25 4,1-1,-1 1,1 0,-1 0,1 0,-1 1,1 0,0 0,-1 0,1 1,-1 0,1 0,-1 0,1 1,-1 0,0 0,0 0,0 0,0 1,0 0,-1 0,1 0,-1 1,1 0,-1-1,-1 2,1-1,0 0,-1 1,0-1,2 6,18 93,-22-102,0 1,1-1,-1 0,0 1,1-1,-1 0,0 0,1 0,0 0,-1 0,1 0,-1 0,1-1,0 1,0 0,-1-1,1 0,0 1,0-1,0 0,0 0,-1 0,1 0,0 0,0 0,0-1,0 1,-1-1,1 1,0-1,0 0,52-29,-41 19,-1-2,0 1,-1-2,-1 1,0-1,-1-1,0 0,-2 0,1-1,-2 0,0 0,-1 0,-1-1,1-6,-4 111,-2-81,0 1,1-1,0 0,1 0,-1 0,1 1,1-1,-1 0,1 0,1 0,-1 0,1-1,0 1,1-1,-1 0,1 1,1-2,-1 1,1 0,0-1,0 0,0 0,1-1,0 1,0-1,0 0,0-1,1 1,1-1,74 5,-43-13</inkml:trace>
  <inkml:trace contextRef="#ctx0" brushRef="#br0" timeOffset="1341.581">2525 222,'-5'-3,"-1"0,0 0,0 0,-1 0,1 1,0 0,-1 1,1-1,-1 1,0 1,1-1,-1 1,0 0,1 0,-1 1,0 0,1 0,-1 1,1 0,-1 0,1 0,0 1,0 0,0 0,0 1,1-1,-1 1,1 0,0 1,0 0,4-4,0 0,0 1,0-1,1 0,-1 1,0-1,1 1,-1-1,1 1,0-1,-1 1,1-1,0 1,0-1,0 1,0-1,0 1,0-1,0 1,1-1,-1 1,1-1,-1 1,1-1,-1 1,1-1,0 0,0 1,0-1,0 0,0 0,0 1,0-1,0 0,0 0,0 0,2 0,55 30,-48-27,54 21,-32-13,0 1,-1 1,-1 2,8 6,4 20,-41-41,0 0,-1 0,1 0,0 0,-1 0,1 0,-1 0,1 0,-1 0,1 1,-1-1,0 0,0 0,1 0,-1 1,0-1,0 0,0 0,0 0,-1 1,1-1,0 0,0 0,-1 0,1 1,-1-1,1 0,-1 0,1 0,-1 0,0 0,0 0,1 0,-1 0,0 0,0-1,0 1,0 0,0 0,0-1,0 1,0-1,0 1,0-1,-1 1,-94 15,73-15,-149 5,163-8,15-1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37.7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1 947,'37'-15,"0"-3,-1 0,-1-3,-1-1,-1-1,-1-2,-1-1,-1-1,4-8,0-19,-33 53,-1 0,0-1,1 1,-1 0,0 0,1 0,-1 0,0 0,0-1,0 1,0 0,0 0,0 0,-1-1,1 1,0 0,0 0,-1 0,1 0,-1 0,1 0,-1 0,0 0,1 0,-1 0,0 0,0 0,1 0,-1 0,0 1,0-1,0 0,0 1,0-1,0 0,0 1,0-1,0 1,0 0,-1-1,1 1,0 0,0 0,0 0,0 0,-1 0,1 0,0 0,0 0,-1 0,-8 1,-1 0,1 0,-1 1,1 0,0 1,0 0,0 1,0 0,1 1,-1-1,1 2,0-1,1 2,-1-1,1 1,0 0,-5 7,9-10,0-1,1 1,-1 0,1 0,0 0,0 1,1-1,-1 1,1-1,0 1,0 0,0 0,1 0,0 0,0 0,0 0,1 0,-1 0,1 0,0 1,1-1,-1 0,1 0,0 0,1 0,-1 0,1 0,0 0,0-1,0 1,1 0,-1-1,1 0,0 0,3 3,6 2,1 0,1-1,-1 0,1-1,0-1,1 0,0-1,0 0,0-2,0 1,0-2,1 0,-1-1,1-1,0 0,-1-1,1 0,9-3,-17 2,1-1,-1 1,1-1,-1-1,0 0,0 0,-1 0,1-1,-1 0,0-1,0 0,-1 0,0 0,0-1,0 0,-1 0,0 0,0 0,-1-1,0 0,0 0,-1 0,1-4,0 3,1 0,-1 1,1-1,1 1,0 1,0-1,0 1,1 0,1-1,-5 6,-1 0,1 0,0 0,0 0,-1 1,1-1,1 1,-1 0,0 0,0 0,0 0,1 0,-1 1,0-1,1 1,-1 0,0 0,1 0,-1 1,0-1,1 1,-1 0,0 0,0 0,0 0,0 0,0 1,1 0,5 4,-1 0,1 1,-1 0,0 0,-1 1,0 0,0 0,-1 1,0 0,0 0,-1 0,0 1,-1 0,0 0,0 0,-1 0,1 6,-4-14,0-1,0 0,0 1,-1-1,1 0,0 1,0-1,-1 1,1-1,-1 0,1 0,-1 1,1-1,-1 0,0 0,0 0,0 1,0-1,0 0,0 0,0-1,0 1,0 0,0 0,0 0,0-1,-1 1,1 0,0-1,-1 0,1 1,0-1,-1 1,1-1,0 0,-1 0,1 0,-1 0,1 0,0 0,-1 0,1-1,0 1,-1 0,1-1,0 1,-1-1,1 0,0 1,0-1,0 0,-1 0,1 1,0-1,1-2,0 1,0-1,0 0,0 1,1-1,-1 1,1-1,-1 1,1 0,0-1,0 1,0 0,0-1,0 1,1 0,-1 0,1 0,-1 0,1 0,0 0,0 1,0-1,0 1,0-1,0-1,229-222,-211 199,0 0,-2-2,-1 0,-1-1,-2 0,-1-1,-1-1,-1 0,-2-1,-1 0,-2 0,-1 0,-1-1,-2 0,-2 0,-1-2,2 27,-2 0,1 0,-1 0,0 0,-1 0,0 0,0 0,-1 0,-3-7,6 15,-1-1,1 0,0 0,-1 1,1-1,-1 0,0 1,1-1,-1 0,1 1,-1-1,0 1,0-1,1 1,-1-1,0 1,0-1,1 1,-1 0,0 0,0-1,0 1,0 0,0 0,1 0,-1 0,0 0,0 0,0 0,0 0,0 0,0 1,1-1,-1 0,0 0,0 1,0-1,1 1,-1-1,0 1,0-1,1 1,-1-1,0 1,1-1,-1 1,1 0,-1 0,-26 38,14-7,1 1,2 1,1-1,1 2,2-1,2 1,1 0,1 0,2 0,4 21,-2-28,1-1,2 1,1-1,1 0,1-1,1 0,1 0,2-1,8 14,-11-25,-1-1,2 0,-1 0,2-1,0-1,0 0,1 0,0-1,1 0,0-1,1-1,0 0,0-1,0 0,1-1,0-1,5 1,-14-4,0 0,1-1,-1 1,1-1,-1-1,1 1,0-1,-1 0,1 0,-1-1,1 0,-1 0,1-1,-1 0,0 0,1 0,-1-1,0 0,-1 0,1 0,0-1,-1 0,0 0,0 0,0-1,0 0,-1 1,0-2,0 1,0 0,-1-1,1 0,-1-2,2-3,-1-1,-1 1,0-1,-1 0,0 0,-1 0,0-1,-1 1,0 0,-1 0,0 0,-1 0,0 0,-1 0,-4-9,7 21,0-1,0 0,0 0,1 1,-2-1,1 0,0 0,0 1,0-1,0 0,0 1,-1-1,1 0,0 1,0-1,-1 0,1 1,-1-1,1 0,-1 1,1-1,-1 1,1-1,-1 1,1-1,-1 1,1-1,-1 1,0 0,1-1,-1 1,0 0,1 0,-1-1,0 1,0 0,1 0,-1 0,0 0,0 0,1 0,-1 0,0 0,0 0,1 0,-1 0,0 1,1-1,-1 0,0 0,1 1,-1-1,0 1,1-1,-1 0,1 1,-1-1,0 1,1-1,-1 1,1 0,0-1,-1 1,1-1,-1 1,1 0,-4 10,0-1,1 1,0 0,1 0,0 0,0 1,2-1,-1 0,1 1,1-1,0 0,1 0,1 3,-1-5,1 0,0 0,1 0,0-1,1 0,0 0,0 0,0 0,1-1,0 1,1-2,0 1,0-1,0 0,1 0,-1-1,1 0,1 0,-1-1,1 0,-1-1,1 0,0 0,1-1,-1 0,0 0,0-1,1-1,-1 1,1-1,-1-1,1 0,-1 0,0-1,0 0,0-1,2 0,38-18,-8-4</inkml:trace>
  <inkml:trace contextRef="#ctx0" brushRef="#br0" timeOffset="287.047">990 372,'-16'3,"-5"2,10 1,23-1,30-4,32-6,34-6,30-10,-9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45.2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23,'-2'-2,"1"0,-1 0,0 1,1-1,-1 0,0 1,0 0,0-1,0 1,0 0,0 0,0 0,-1 0,1 1,0-1,0 0,-1 1,1 0,0-1,-1 1,1 0,-1 0,1 0,0 1,-1-1,1 1,0-1,0 1,-1 0,1 0,0 0,0 0,0 0,0 0,0 0,0 1,0-1,0 1,1 0,-1-1,1 1,-1 0,1 0,-1 0,1 1,-2 2,1 1,0 0,0-1,0 1,1 0,0 0,0 0,1 1,-1-1,1 0,1 0,-1 0,1 0,0 0,0 0,1 0,0 0,0 0,0-1,1 1,0-1,0 1,0-1,1 0,-1 0,1-1,0 1,1-1,-1 0,1 0,0 0,0-1,0 1,0-1,1 0,-1-1,1 0,0 1,7 2,1-1,0 0,-1 0,1-2,0 0,1 0,-1-1,0-1,0-1,0 0,0 0,0-1,0-1,0-1,0 0,-1 0,0-2,0 1,0-2,-1 0,0 0,0-1,0-1,-1 1,-1-2,0 0,0 0,0-1,-2 0,1 0,-2-1,1 0,-1-1,-1 0,4-12,-7 8,-6 17,-1 13,0 1,1 0,0 0,1 0,1 1,1-1,0 9,0-20,0 1,1 0,0 0,0 0,0-1,0 1,0 0,1-1,-1 1,1-1,0 1,0-1,0 0,1 0,-1 0,1 0,-1-1,1 1,0 0,0-1,0 0,1 0,-1 0,0 0,1-1,0 1,-1-1,1 0,0 0,-1 0,1 0,0-1,0 1,0-1,1 0,11 0,-1-1,0-1,1 0,-1-1,0 0,0-2,0 1,-1-2,1 0,-2-1,1 0,-1-1,0 0,0-1,-1-1,0 0,-1-1,0 0,-1 0,0-1,7-12,-16 23,1-1,0-1,0 1,0-1,-1 1,1-1,-1 0,1 0,-1 0,0 0,0 0,0 0,-1 0,1 0,-1 0,0 0,0-1,0 1,0 0,0 0,-1 2,0 1,0 0,0 0,0 0,-1 0,1 0,0 1,0-1,0 0,0 0,0 1,0-1,0 0,0 1,0-1,0 1,0 0,1-1,-1 1,0 0,0-1,0 1,1 0,-1 0,0 0,1-1,-1 1,1 0,-1 0,1 0,-1 0,1 0,0 0,-1 0,1 2,-2 0,0 0,0 1,0-1,1 1,-1 0,1 0,0-1,0 1,1 0,-1 0,1 0,0 0,0 0,0 0,0 0,1 0,-1 0,1-1,0 1,0 0,1 0,-1-1,1 1,0 0,0-1,0 0,0 1,2 1,7 2,0 1,0-2,0 1,1-2,0 1,0-2,1 0,-1 0,1-1,0 0,0-1,7-1,34 6,1-2,-1-3,41-4,-24-3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40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175 769,'-5'14,"-1"11,0 8,2 6,1 2,3 0,2-4,0-5,0-8</inkml:trace>
  <inkml:trace contextRef="#ctx0" brushRef="#br0" timeOffset="442.494">1 488,'51'14,"-1"1,-1 2,0 3,-1 2,-2 2,0 2,32 24,-61-37,0 1,-1 0,-1 2,0-1,-1 2,-1 0,0 0,-1 2,-1-1,-1 1,-1 1,0 0,-2 0,0 1,-3-6,-4-13,-1 0,1 0,0 1,0-1,1 0,-1 0,0 1,1-1,-1 0,1 0,0 0,0 1,0-1,0 0,0 0,0-1,0 1,1 0,-1 0,1 0,-1-1,1 1,0-1,0 1,-1-1,1 0,0 0,0 0,0 0,0 0,1 0,-1 0,0-1,0 1,0-1,2 0,5-5,-1-1,1-1,-1 0,-1 0,1 0,-1-1,0 0,-1-1,0 1,0-1,-1 0,0-1,11-22,0 0,-3-1,0-1,-2-2,-11 36,5 53,-5-45,-1 1,1-1,1 0,0 1,0-1,0 0,1 1,0-1,1 0,0 0,0 0,0-1,1 1,1-1,-1 0,1 0,0 0,1-1,-1 0,1 0,1 0,3 3,80 15,-43-21</inkml:trace>
  <inkml:trace contextRef="#ctx0" brushRef="#br0" timeOffset="1673.685">1445 730,'-15'-1,"0"1,1 0,-1 1,0 0,1 2,-1 0,1 0,0 1,0 1,0 0,1 1,0 1,0 0,0 0,1 2,-7 5,17-12,0-1,1 1,-1 0,1-1,-1 1,1 0,0 0,0 0,0 1,0-1,0 0,0 0,0 0,1 1,-1-1,1 0,0 1,0-1,0 0,0 1,0-1,0 0,0 1,1-1,-1 0,1 1,0-1,0 0,0 0,0 0,0 0,0 1,0-2,1 1,-1 0,1 0,-1 0,1-1,0 1,0-1,0 1,0-1,13 7,0-2,1 0,0-1,0 0,0-1,0-1,1-1,0 0,-1-1,1-1,6-1,-22 1,27 2,0-2,0-1,0-1,0-1,0-2,-1-1,0-1,0-1,0-1,18-10,44-52,-67 58,-14 9,1 0,-1 0,0-1,0 0,-1-1,1 0,-1 0,0 0,-1-1,0 0,0 0,0-1,-1 0,0 0,0 0,-1 0,0-1,2-7,-6 14,0 0,0 0,0 0,0 1,0-1,-1 0,1 0,-1 0,1 0,-1 0,0 1,1-1,-1 0,0 1,0-1,0 0,-1 1,1-1,0 1,0 0,-1-1,1 1,-1 0,1 0,-1 0,0 0,1 0,-1 0,0 0,0 1,0-1,1 1,-1-1,0 1,0 0,0 0,0-1,0 1,-3 0,0-1,0 1,1 0,-1 0,0 0,0 1,0-1,0 1,1 0,-1 1,0-1,1 1,-1 0,-3 2,4 1,0-1,0 1,0 0,1 0,0 0,0 1,0-1,1 1,0 0,0 0,0 0,1 0,0 0,0 0,0 0,1 0,0 0,0 0,1 0,-1 0,1 0,1 0,-1 0,1 0,0 0,0 0,1-1,0 1,0-1,0 0,0 0,1 0,0 0,0 0,0-1,5 3,4 1,1 0,-1-1,2-1,-1-1,1 0,0-1,0 0,0-1,0-1,0 0,1-1,-1-1,1-1,-1 0,10-2,26-3</inkml:trace>
  <inkml:trace contextRef="#ctx0" brushRef="#br0" timeOffset="2569.006">2408 582,'-9'83,"4"1,3-1,6 33,9 29,29 138,-26-191,5 67,-22-139,-9-41,-17-67,4-2,3 0,-5-83,13 95,4 0,4 0,4-61,-1 133,1-1,0 0,1 0,-1 1,1-1,0 0,1 1,0-1,0 1,0-1,1 1,0 0,0 0,1 0,-1 0,1 1,0 0,1-1,-1 2,1-1,0 0,1 1,-1 0,1 0,-1 0,1 1,0 0,5 1,0 1,-1 0,1 1,0 0,-1 1,1 0,0 1,-1 0,1 0,-1 1,0 0,0 1,0 0,-1 1,1 0,-1 1,0 0,0 0,-1 1,0 0,2 3,-6-8,-1 1,0 0,0 0,0 1,0-1,0 0,-1 1,1 0,-1 0,0 0,0 0,-1 0,1 0,-1 0,0 0,0 1,0-1,-1 0,0 1,1-1,-1 1,-1-1,1 0,-1 1,0-1,0 0,0 1,0-1,-1 0,1 0,-1 0,0 0,-1 0,1-1,-1 1,1-1,-1 1,0-1,0 0,-1 0,-2 2,2-3,1 0,-1 1,0-2,-1 1,1 0,0-1,0 0,-1 0,1 0,0 0,-1-1,1 0,-1 0,1 0,-1 0,1-1,0 1,-1-1,1 0,0-1,-1 1,1-1,0 0,0 0,-1-1,5-1,0 0,0 0,1 0,-1 0,1 0,0 0,0 0,0 0,1 0,-1 0,1 0,0 1,0-1,0 1,1-1,-1 1,1 0,0 0,0 0,0 0,0 1,0-1,1 1,-1 0,4-2,6-5,0 0,1 0,0 2,0 0,1 0,0 1,0 1,0 1,1 0,-1 1,1 0,0 1,0 1,0 1,0 0,9 2,-23-2,0 0,0 0,0 0,0 0,0 0,0 1,0-1,0 1,0-1,0 1,0 0,0 0,0 0,-1 0,1 0,0 0,-1 0,1 0,0 1,-1-1,0 1,1-1,-1 1,0 0,0-1,0 1,0 0,0 0,0 0,0 0,-1 0,1 0,-1 0,1 0,-1 0,0 0,0 0,0 0,0 0,0 0,0 1,-2 14,1-13,0-1,1 0,-1 0,1 1,-1-1,1 0,0 1,0-1,1 0,-1 1,1-1,-1 0,1 0,0 1,0-1,1 0,-1 0,1 0,-1 0,1 0,0-1,0 1,0-1,0 1,1-1,-1 1,1-1,-1 0,2 0,1 1,0-1,1 1,-1-1,1-1,-1 1,1-1,0 0,0 0,-1 0,1-1,0 0,0 0,0-1,0 1,-1-1,1 0,0-1,-1 0,1 0,-1 0,1 0,-1-1,0 0,0 0,0 0,-1-1,1 1,-1-1,0 0,0-1,0 1,0-1,-1 0,0 0,0 0,0 0,0 0,-1 0,1-4,-2 5,0 0,0 0,-1 0,1 0,-1 0,0 0,0 0,0 0,-1 0,1 0,-1 0,0 0,0 0,-1 0,1 1,-1-1,0 0,0 1,0-1,0 1,-1 0,1 0,-1 0,0 0,0 0,0 0,0 1,0-1,0 1,-1 0,1 0,-1 0,0 1,0-1,1 1,-1 0,0 0,0 0,0 1,0-1,0 1,-3 0,2 1,-1-1,1 1,-1 1,1-1,-1 1,1 0,0 0,0 0,0 1,0 0,0 0,0 0,1 0,0 1,-1 0,1 0,1 0,-1 0,1 1,-1-1,1 1,1 0,-1 0,1 0,-1 0,1 1,1-1,-1 0,1 2,1-5,0 0,0 0,1 0,-1 0,0 0,1 0,0 0,-1 0,1 0,0 0,0 0,0 0,0 0,1-1,-1 1,0 0,1-1,-1 1,1-1,-1 0,1 1,0-1,0 0,-1 0,1 0,0 0,2 0,15 6</inkml:trace>
  <inkml:trace contextRef="#ctx0" brushRef="#br0" timeOffset="2781.711">3076 329,'-12'-16,"-5"-10,-2-5,-1 3,3 4,7 5,10 7,14 5,11 9,11 5,6 9,-5 2</inkml:trace>
  <inkml:trace contextRef="#ctx0" brushRef="#br0" timeOffset="3282.389">3263 649,'-6'42,"2"1,2-1,4 35,-3-74,1 0,1 1,-1-1,0 0,1 0,0 0,-1 0,1 0,1 0,-1 0,0 0,1 0,-1-1,1 1,0-1,0 1,0-1,0 1,0-1,0 0,1 0,-1 0,1 0,-1-1,1 1,0-1,0 1,0-1,0 0,0 0,0 0,0-1,0 1,0-1,0 0,0 1,1-1,-1-1,0 1,0 0,0-1,1 0,8-4,-1-1,0 0,0 0,-1-1,1-1,-1 0,-1 0,0-1,0 0,-1 0,0-1,0 0,-1-1,-1 0,0 0,0 0,-1-1,0 1,-1-1,-1-1,2-7,17-58,-33 157,9-74,0 0,1 0,0 0,0 1,0-1,0 0,1 1,0-1,0 1,0-1,1 0,0 1,0-1,0 0,1 0,-1 0,1 0,0 0,1 0,-1 0,1-1,0 1,0-1,1 0,-1 0,1 0,0 0,0 0,0-1,0 0,1 0,-1 0,3 0,3-2,0 0,1-1,-1 0,1-1,-1 0,0-1,1 0,-1-1,0 1,0-2,-1 0,1 0,-1-1,0 0,0 0,0-1,-1 0,0-1,0 0,-1 0,1-1,-2 0,1 0,-1 0,0-1,-1 0,0 0,0-1,-1 1,-1-1,3-7,1-28,-8 44,1 1,0-1,-1 1,1 0,-1 0,1-1,0 1,-1 0,1 0,-1-1,1 1,-1 0,1 0,-1 0,1 0,-1 0,1 0,-1 0,1 0,-1 0,1 0,0 0,-1 0,1 0,-1 0,1 0,-1 0,1 0,-1 1,1-1,-1 0,1 0,0 1,-1-1,1 0,-1 1,1-1,0 0,-1 1,1-1,0 0,0 1,-1-1,1 1,0-1,0 1,0-1,-1 0,1 1,0-1,0 1,0-1,0 1,0-1,0 1,0-1,0 1,0-1,0 1,0-1,0 1,-2 2,0 1,0-1,0 1,0 0,1 0,0 0,-1 0,1 0,1 0,-1 0,0 0,1 0,0 0,0 0,0 0,1 1,-1-1,1 0,0 0,0 0,1 0,-1-1,1 1,0 0,0 0,0-1,0 1,1-1,-1 0,1 0,0 0,0 0,0 0,0-1,0 1,1-1,1 1,17 4,1-1,0-1,0-1,1-1,-1-1,1-1,-1-1,1-1,1-1,51-3,-6-1</inkml:trace>
  <inkml:trace contextRef="#ctx0" brushRef="#br0" timeOffset="3675.382">4533 689,'-35'-9,"21"4,0 1,0 0,0 1,-1 1,1 0,-1 1,0 1,1 0,-1 0,-5 3,15-2,0 1,0 0,1 1,-1-1,1 1,-1-1,1 2,0-1,0 0,0 1,1-1,-1 1,1 0,0 0,0 1,0-1,1 1,0-1,-1 1,2 0,-1 0,0 0,1 0,0 0,0 3,0-4,0 0,1 0,0 0,0 0,0 0,0 0,0 0,1 0,0 0,-1-1,2 1,-1 0,0 0,1-1,-1 1,1-1,0 1,1-1,-1 0,0 0,1 0,0 0,-1 0,1 0,0-1,1 1,-1-1,0 0,1 0,-1 0,1-1,0 1,1-1,8 2,0-1,0-1,1 0,-1-1,1 0,-1-2,0 1,0-1,1-1,-1 0,-1-1,1-1,-1 0,1 0,-1-1,-1-1,1 0,-1-1,-1 0,1 0,-1-1,-1 0,1-1,-2 0,1-1,2-5,2-12,-2-1,-1 0,0-1,-3 0,0-1,-2 1,-2-1,0 0,-2 0,-1 0,-5-28,3 0,-3 0,-2 1,-6-17,12 67,-1 1,0 0,0-1,0 1,-1 0,0 0,-1 0,1 1,-1-1,0 1,-4-4,6 9,-1 0,1-1,-1 1,1 1,-1-1,1 0,-1 0,0 1,1 0,-1-1,0 1,1 0,-1 1,0-1,1 0,-1 1,0-1,1 1,-1 0,1 0,-1 0,1 0,-1 0,1 0,0 1,-1-1,1 1,0 0,0 0,0 0,1 0,-1 0,0 0,1 0,-1 0,1 1,0-1,-1 2,-10 14,1 1,0 0,1 1,2 0,0 0,1 1,1 0,1 0,0 0,2 1,1-1,0 1,2 0,0 0,2-1,0 1,1 0,2-1,0 0,5 13,-1-9,2-1,0 0,1-1,1 0,10 11,21 24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32.9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8262 1060,'18'-27,"-1"-2,-1 0,-1-1,-2 0,-1-2,-2 1,-1-1,-1 0,-2-1,-1 0,-2 0,-1-13,-1 47,-1-1,0 0,1 0,-1 0,0 0,1 0,-1 0,0 0,1 0,-1 0,0 0,1 0,-1 0,0 0,1 0,-1 0,0 0,0 0,1 0,-1 0,0 0,1 0,-1-1,0 1,1 0,-1 0,0 0,0-1,3 10,2 1,-1 0,2 0,-1-1,1 1,1-1,0-1,0 1,0-1,1 0,1-1,4 4,15 14,-16-12,-1 2,0-1,0 1,-2 1,0 0,-1 0,-1 1,0 0,0 1,8 21,-14-35,0-1,0 1,1 0,-1 0,1-1,0 1,0-1,0 1,0-1,1 0,-1 0,1 0,0 0,-1-1,2 1,-1-1,0 1,0-1,1 0,-1 0,1-1,0 1,-1-1,1 1,0-1,0-1,0 1,0 0,0-1,0 0,0 0,0 0,-1 0,1-1,0 1,0-1,0 0,0 0,1-1,12-10,-1 0,0-1,-1-1,0-1,-1 0,0 0,-2-1,0-1,3-7,-9 18,-1-1,-1 0,1 0,-1-1,-1 1,1-1,-1 0,0 0,-1 0,0 0,0-1,-1 1,0 0,-1-5,0 12,0 0,0 0,0 0,-1 0,1-1,-1 1,1 0,-1 0,1 0,-1 0,1 0,-1 0,0 0,0 1,1-1,-1 0,0 0,0 0,0 1,0-1,0 0,0 1,0-1,0 1,0 0,0-1,0 1,0 0,-1-1,1 1,0 0,0 0,0 0,0 0,0 0,-1 0,1 0,0 1,0-1,0 0,0 0,0 1,0-1,-1 1,-44 28,41-25,1 1,-1 0,1 0,0 0,0 0,1 1,-1-1,1 1,0 0,1 0,0 0,0 1,0-1,1 1,-1-1,2 1,-1-1,1 1,0-1,0 1,1-1,-1 1,2-1,-1 1,1-1,0 0,0 1,0-1,1 0,0-1,0 1,1 0,1 0,6 3,1-1,0 0,0-1,0 0,1-1,0 0,1-1,-1-1,1 0,0-1,0-1,0 0,0 0,0-2,1 1,2-2,137-11,-87-3</inkml:trace>
  <inkml:trace contextRef="#ctx0" brushRef="#br0" timeOffset="841.348">9706 781,'-15'-4,"0"1,0 1,-1 0,1 1,-1 1,1 1,-1 0,1 1,-12 2,20-2,0 0,1 0,-1 0,0 0,1 1,0 0,0 1,0 0,0-1,0 2,1-1,-1 1,1 0,0 0,1 0,-1 1,1-1,0 1,1 0,-1 0,1 1,0 1,2-6,0 0,0 1,0-1,1 0,-1 1,1-1,-1 0,1 1,0-1,0 1,0-1,1 1,-1-1,0 0,1 1,0-1,-1 0,1 1,0-1,0 0,0 0,1 0,-1 0,0 0,1 0,-1 0,1 0,0-1,-1 1,1 0,0-1,0 0,0 1,0-1,1 0,-1 0,0 0,1 0,4 2,2-1,-1 1,0-2,0 1,1-1,-1 0,1-1,-1 0,1 0,3-1,6-2,-1-1,0-1,0-1,0 0,-1-1,0-1,0-1,-1 0,0 0,0-2,-1 0,10-11,-19 17,-5 4,1 0,0 0,-1 0,1 0,0 0,0 0,0 0,0 0,-1 0,1 0,0 1,1-1,-1 0,0 1,0-1,0 0,0 1,0 0,1-1,-1 1,0 0,0-1,1 1,-1 0,0 0,1 0,-1 0,0 0,0 0,1 1,-1-1,1 0,2 7,0 0,0 1,-1-1,1 1,-2-1,1 1,-1 0,-1 0,1 0,-1 0,3 14,12 67,-4 1,-4 0,-3 0,-7 60,3-125,-2 1,-1-1,0 0,-2 0,-1 0,-1 0,-1-1,-1 0,-11 20,19-42,0 0,0-1,-1 1,1-1,-1 1,0-1,1 1,-1-1,0 1,0-1,0 0,0 1,0-1,0 0,0 0,0 0,-1 0,1 0,0 0,-1 0,1 0,-1-1,1 1,-1 0,1-1,-1 1,1-1,-1 0,0 1,1-1,-1 0,1 0,-1 0,0 0,1 0,-1 0,0-1,1 1,-1-1,1 1,-1-1,1 1,-1-1,1 0,-1 0,1 0,0 0,-1 0,-3-9,0-1,1 0,0 0,1 0,0 0,1 0,0-1,1 1,0-1,1 0,0 1,1-8,-1 16,4-58,3 0,2 1,2 0,4 1,2 0,2 2,3 0,2 1,25-39,-31 60,2 1,1 1,1 1,2 0,1 2,1 1,21-16,16 8,-62 37,1 0,0 1,-1-1,1 1,-1-1,1 1,-1 0,0-1,1 1,-1 0,0 0,1 0,-1 0,0 0,0 1,0-1,0 0,0 0,0 1,0-1,0 1,-1-1,1 1,-1-1,1 1,-1-1,1 1,-1-1,0 1,0 0,0-1,0 1,0-1,0 1,0 0,0-1,-1 1,1-1,-1 1,2 2,0 56,-3-46,1 0,1 0,0 0,1 0,0 0,1 0,1-1,0 1,1-1,0 1,1-1,1 0,0-1,0 1,2-1,5 8,-10-17,0 0,1 0,-1 0,1 0,0 0,0-1,0 0,0 0,0 0,0 0,0-1,1 1,-1-1,1 0,-1 0,1-1,-1 1,1-1,-1 0,1 0,-1-1,1 1,-1-1,1 0,-1 0,1-1,-1 1,0-1,0 0,0 0,0-1,0 1,0-1,1-1,16-17</inkml:trace>
  <inkml:trace contextRef="#ctx0" brushRef="#br0" timeOffset="1096.773">10241 486,'-16'5,"-8"5,1 4,4 4,9 1,17 0,15-1,4-4</inkml:trace>
  <inkml:trace contextRef="#ctx0" brushRef="#br0" timeOffset="1566.335">10735 620,'-17'10,"0"0,1 1,1 1,0 1,0 0,1 1,1 1,9-12,1 1,-1 1,1-1,0 0,0 1,1 0,-1 0,1-1,0 1,1 1,-1-1,1 0,0 0,0 0,1 1,-1-1,1 0,0 1,1-1,-1 0,1 1,0-1,0 0,1 0,0 0,0 0,1 3,5 3,0 0,1-1,0 0,1-1,-1 0,2-1,-1 0,1 0,1-1,-1 0,1-1,0-1,11 4,76 46,-98-54,0-1,0 1,0-1,0 1,1-1,-1 1,0 0,-1 0,1-1,0 1,0 0,0 0,0 0,-1 0,1 0,0 0,-1 0,1 0,-1 1,1-1,-1 0,1 0,-1 0,0 0,0 1,0-1,0 0,1 0,-2 1,1-1,0 0,0 0,0 1,0-1,-1 0,1 0,-1 0,1 0,-1 0,1 1,-1-1,0 0,1 0,-1 0,0 0,0-1,0 1,0 0,0 0,0 0,0-1,0 1,0-1,0 1,0 0,0-1,0 0,-1 1,1-1,-1 0,-7 4,-1-1,1-1,-1 0,1 0,-1-1,0 0,0 0,1-1,-1-1,-8-1,17 2,-1 0,1 0,-1 0,1-1,-1 1,1-1,-1 1,1-1,-1 1,1-1,0 0,-1 0,1 0,0 0,0 0,0 0,0 0,-1 0,1 0,1 0,-1-1,0 1,0 0,0-1,1 1,-1-1,1 1,-1-1,1 1,0-1,-1 1,1-1,0 1,0-1,0 1,0-1,0 1,1-1,-1 1,0-1,1 1,-1-1,1 1,32-68,-28 60,87-137,57-105,-119 192,-3-1,-3-1,-2-2,-3 0,-2-1,-4 0,6-65,-19 115,-1 29,0 116,5 1,6-1,6 0,5-1,39 125,-55-232,-1-7,0-1,0 0,1 0,1 0,1 0,5 8,-11-22,-1 1,0-1,1 0,-1 0,1 0,-1 0,1-1,-1 1,1 0,-1 0,1 0,0 0,0 0,-1-1,1 1,0 0,0-1,0 1,0-1,0 1,0-1,0 1,0-1,0 0,0 1,0-1,0 0,0 0,0 0,0 0,0 0,0 0,0 0,1 0,-1 0,0 0,0-1,0 1,0 0,0-1,0 1,0-1,0 1,0-1,-1 1,1-1,0 0,0 1,0-1,-1 0,1 0,0 0,0 0,9-19</inkml:trace>
  <inkml:trace contextRef="#ctx0" brushRef="#br0" timeOffset="1843.166">11042 379,'14'0,"20"0,25 0,23 0,18 0,-8 0</inkml:trace>
  <inkml:trace contextRef="#ctx0" brushRef="#br0" timeOffset="3140.757">11724 1047,'-1'-22,"0"-1,2 0,0 0,2 1,0-1,3-7,3-18,1-11,-4 26,-1-1,-1 1,-2-1,-1-16,-2 85,5-31,-1 0,1 0,0 0,1 0,-1-1,1 0,-1 0,1 0,0 0,0-1,0 0,0 0,0 0,1-1,-1 0,1 0,-1 0,1 0,-1-1,1 0,4-1,-8 2,208 6,-205-7,0 0,0 1,0 0,0 0,0 0,-1 0,1 1,0 0,-1 0,1 0,-1 0,0 1,0 0,0 0,0 0,0 0,0 1,-1-1,0 1,0 0,0 0,0 0,0 0,-1 1,0-1,0 1,1 4,14 178,-16-184,0 0,0-1,0 1,0 0,0 0,1-1,0 1,-1-1,1 1,0-1,0 0,0 1,0-1,1 0,-1 0,0-1,1 1,0-1,-1 1,1-1,0 0,0 0,0 0,-1 0,1 0,0-1,0 1,0-1,0 0,0 0,2 0,3 0,0-2,0 1,0-1,0 0,0 0,0-1,-1 0,1-1,-1 1,0-1,2-2,4-3,-1-1,0 0,-1-1,0 0,-1-1,0 0,-1-1,0 0,-1 0,-1-1,0 0,-1 0,0-1,-2 0,-10 28,3 0,0 0,1-1,0 2,1-1,0 0,1 0,1 0,0 2,-1-11,1-1,-1 0,1 1,0-1,0 1,0-1,0 0,0 0,1 0,0 1,-1-2,1 1,0 0,1 0,-1 0,0-1,1 0,-1 1,1-1,0 0,0 0,0 0,0-1,0 1,0-1,1 1,-1-1,0 0,1-1,-1 1,0 0,1-1,0 0,7-1,0-1,1 0,-1 0,0-2,-1 1,1-1,-1-1,1 0,-1 0,-1-1,1 0,-1-1,0 0,0-1,-1 1,0-2,3-4,1-1,-1-1,-1 0,0-1,-1 0,-1 0,0-3,-3 10,-1 22,-3-1,1 1,0-1,1 0,1 0,0 0,0-1,1 1,0-1,1 0,1 0,0-1,0 0,1 0,0-1,1 0,0 0,0-1,1 0,0-1,0 0,1 0,0-1,0-1,9 4,-9-6,0-1,0 0,1-1,-1 0,0-1,1 0,-1 0,0-2,0 1,0-1,0-1,0 0,0-1,0 0,6-3,4-4,0 0,0-2,-2 0,1-1,-2-1,0-1,-1 0,4-8,-2 0,-1-1,-1 0,-1-2,-2 0,0-1,-2 0,-1-1,-1 0,-2-1,-1 0,-1 0,-1-1,-2 1,-1-1,-2-13,1 24,0-1,-1 1,-1-1,-1 1,-1-1,-1 1,-1 0,-1 0,0 1,-7-13,12 29,0-1,-1 1,1 0,-1-1,0 1,0 0,0 0,-1 0,1 1,-1-1,1 1,-1-1,0 1,0 0,0 0,0 0,-1 0,1 1,0-1,-1 1,1 0,-1 0,1 0,-1 0,0 1,1-1,-1 1,1 0,-1 0,0 1,1-1,-1 1,0-1,1 1,-4 1,-5 6,0 1,0 0,1 0,0 1,1 1,0 0,0 0,2 1,-1 0,1 0,1 1,0 0,1 0,1 1,0 0,0 0,0 5,-4 9,2 1,0-1,2 1,1 1,2-1,1 1,1-1,1 1,1-1,4 9,-3-21,0 0,2-1,0 0,1 0,0 0,1 0,1-1,1-1,0 1,1-1,0-1,1 0,1 0,0-1,0-1,1 0,1 0,7 3,-11-7,1-2,0 1,0-1,0-1,1 0,-1 0,1-1,0-1,0 0,0 0,0-1,0-1,0 0,1-1,-1 0,0-1,0 0,0-1,-1 0,1-1,-1 0,0-1,0 0,0-1,5-3,-3-1,1-1,-1 0,-1-1,0 0,-1-1,0 0,-1-1,0 0,-1-1,-1 0,0 0,-1 0,-1-1,1-5,-7 21,0 0,0 0,0 1,1-1,-1 0,0 0,0 0,0 1,0-1,0 0,0 0,1 0,-1 0,0 1,0-1,0 0,0 0,1 0,-1 0,0 0,0 0,0 0,1 0,-1 0,0 0,0 1,0-1,1 0,-1 0,0 0,0 0,1 0,-1-1,0 1,0 0,0 0,1 0,-1 0,0 0,0 0,0 0,3 32,-3-27,19 122,-18-120,1-1,0 0,0 1,1-1,0 0,0 0,0-1,1 1,0-1,0 0,0 0,1 0,-1 0,1-1,0 0,1 0,-1 0,4 1,-4-3,0 0,0 0,0-1,0 0,0 0,1 0,-1-1,0 0,1 0,-1 0,0 0,1-1,-1 0,0 0,0-1,1 1,-1-1,0 0,-1-1,1 1,2-3,7-3,-2 0,1-2,-1 0,-1 0,0-1,9-11,9-16,-3-1,-1-1,-1-1,10-29,-22 49,-12 21,-1 0,1 0,0 1,0-1,0 0,0 0,0 1,0-1,-1 0,1 0,0 1,0-1,0 0,0 1,0-1,0 0,0 0,0 1,0-1,0 0,0 1,0-1,0 0,1 0,-1 1,0-1,0 0,0 1,0-1,0 0,1 0,-1 0,0 1,0-1,0 0,1 0,-1 0,0 1,0-1,1 0,-1 0,0 0,0 0,1 0,-1 1,0-1,0 0,1 0,-1 0,0 0,1 0,-1 0,0 0,1 0,-1 0,0 0,-17 93,12-70,0 0,2 0,0 0,1 0,2 0,0 6,1-25,-1 1,1-1,0 0,0 0,0 1,0-1,1 0,0 0,0-1,0 1,0 0,1 0,-1-1,1 0,0 1,0-1,0 0,0-1,1 1,-1 0,1-1,0 0,-1 0,1 0,0 0,0-1,0 1,1-1,-1 0,0 0,0-1,1 1,-1-1,1 0,4-1,1 0,0 0,-1-1,1 0,-1-1,0 0,1 0,-2-1,5-2,34-19</inkml:trace>
  <inkml:trace contextRef="#ctx0" brushRef="#br0" timeOffset="3406.049">14598 245,'-13'0,"-12"5,-6 3,0 6,6 1,6 2,9 0,7-4</inkml:trace>
  <inkml:trace contextRef="#ctx0" brushRef="#br0" timeOffset="-16786.721">0 139,'226'-12,"-173"11,686-15,296-62,-758 50,-247 26</inkml:trace>
  <inkml:trace contextRef="#ctx0" brushRef="#br0" timeOffset="-5762.157">94 1047,'16'-2,"14"-1,18 0,15 1,14 0,10 4,7 2,3 2,0 1,-4 3,-18-1</inkml:trace>
  <inkml:trace contextRef="#ctx0" brushRef="#br0" timeOffset="-3797.462">1858 860,'-1'-1,"-1"0,1 0,-1 0,1 0,-1 0,0 0,1 0,-1 1,0-1,0 1,0-1,1 1,-1 0,0-1,0 1,0 0,0 0,0 1,0-1,1 0,-1 0,0 1,0 0,-9 3,0 0,0 1,0 0,1 1,0 0,1 1,-1 0,1 0,0 1,1 0,0 1,0 0,1 0,0 1,1 0,0 0,0 0,1 1,1 0,-1 0,2 0,-3 11,5-19,0 0,0 0,0 0,0-1,0 1,1 0,0 1,-1-1,1 0,0 0,1 0,-1 0,0 0,1 0,0 0,-1 0,1 0,0-1,1 1,-1 0,0 0,1-1,0 1,-1-1,1 1,0-1,0 0,1 0,-1 0,0 0,1 0,0 1,8 0,0-1,1 1,-1-2,0 1,1-2,-1 0,0 0,1-1,-1 0,0-1,0 0,1-1,-2 0,1 0,2-2,278-119,-290 123,0 0,0 0,1 0,-1 0,0 0,1 0,-1 1,1-1,-1 0,1 1,-1-1,1 1,-1-1,1 1,-1 0,1-1,0 1,-1 0,1 0,0 0,-1 1,1-1,-1 0,1 0,-1 1,1-1,0 1,-1 0,0-1,1 1,-1 0,1 0,-1 0,0 0,0 0,1 0,-1 0,0 0,0 1,0-1,0 1,0 60,-2-58,0 0,0 0,0-1,1 1,-1 0,1 0,0 0,0 0,0 0,1-1,-1 1,1 0,0 0,0 0,0-1,1 1,-1-1,1 1,0-1,0 1,0-1,0 0,1 0,-1 0,1 0,0-1,0 1,0-1,0 1,0-1,1 0,1 0,1 0,1 0,0-1,-1 0,1 0,0-1,0 0,0 0,-1 0,1-1,0 0,0-1,-1 1,1-1,-1 0,1-1,-1 0,0 0,0 0,0-1,-1 0,1 0,2-3,-4 5,0-1,-1 0,1 0,-1-1,0 1,0-1,0 1,0-1,-1 0,0 0,1-1,-1 1,-1 0,1-1,-1 1,0-1,0 1,0-1,0 1,-1-1,0 0,0 1,0-1,0 0,-1 1,0-1,0 0,0 1,0-1,-1 1,0 0,0-1,0 1,-3-3,-1 0,0 0,0 0,0 1,0 0,-1 0,0 0,-1 1,1 0,-1 1,0 0,0 0,0 0,-1 1,1 1,-1-1,0 1,0 1,46-4,55-7,-46 5,1 2,-1 2,23 2,-64 1,0 0,-1 0,1 0,-1 1,1 0,-1-1,1 2,-1-1,1 0,-1 1,0 0,0 0,0 0,0 1,0-1,0 1,-1 0,1 0,-1 0,0 0,0 1,0-1,0 1,-1 0,1 0,-1 0,0 0,0 0,0 1,0 1,0 10,1 0,-2 0,0 1,-1-1,-1 1,-1 8,0 12,1-36,1 0,-1 0,1-1,0 1,-1 0,1 0,0 0,0 0,0 0,0-1,0 1,0 0,0 0,0 0,0 0,0 0,0 0,1-1,-1 1,0 0,1 0,-1 0,0-1,1 1,-1 0,1 0,-1-1,1 1,0 0,-1-1,1 1,0 0,-1-1,1 1,0-1,0 0,-1 1,1-1,0 1,0-1,0 0,0 0,-1 0,1 1,0-1,0 0,0 0,0 0,0 0,10-6,-1 0,0-1,-1 0,1-1,-1 0,-1 0,0-1,0 0,2-4,1 0,90-111,-101 124,0-1,0 0,0 1,0-1,0 1,1-1,-1 1,0-1,0 0,1 1,-1-1,0 1,0-1,1 1,-1 0,1-1,-1 1,0-1,1 1,-1-1,1 1,-1 0,1 0,-1-1,1 1,-1 0,1 0,0-1,-1 1,1 0,-1 0,1 0,-1 0,1 0,0 0,-1 0,1 0,-1 0,1 0,0 0,-1 0,1 0,-1 1,1-1,-1 0,1 0,-1 1,1-1,-1 0,1 1,-1-1,1 0,-1 1,1-1,-1 1,0-1,1 1,-1-1,0 1,1-1,-1 1,0-1,0 1,0-1,1 1,-1-1,0 1,0 0,8 35,26 80,-32-111,0-1,1 1,-1-1,1 0,0 0,1 0,-1 0,0 0,1-1,0 1,0-1,0 0,0 0,1-1,-1 1,1-1,-1 0,1 0,0 0,0-1,4 1,-4-2,0 1,0-2,0 1,0 0,0-1,-1 0,1 0,0-1,0 1,-1-1,1 0,-1 0,0 0,0-1,1 0,-1 1,-1-1,1-1,0 1,-1-1,0 1,3-5,56-95,-44 59,-2 0,-2-1,-2-1,-1-1,-3 1,1-37,-1-56,-9-88,0 195,-3 22,-1 23,-6 39,2 0,3 1,0 24,4-44,1-17,-7 77,5 1,7 70,-3-146,2 1,0-1,1 0,0-1,2 1,6 13,-10-25,1 0,0-1,0 1,1-1,-1 0,1 0,0 0,1-1,-1 1,1-1,0 0,0 0,0-1,0 0,1 0,-1 0,1 0,0-1,0 0,0 0,3 0,0-1,0-1,0 0,0 0,0-1,1 0,-1-1,0 0,-1 0,1-1,0 0,-1-1,1 0,-1 0,0-1,-1 0,1 0,-1-1,0 1,0-2,-1 1,1-1,-2 0,1 0,-1-1,0 0,0 0,-1 0,0 0,0-3,25-41,-29 52,1 0,-1-1,1 1,0 0,-1 0,1-1,0 1,-1 0,1 0,0 0,-1 0,1 0,0 0,0 0,-1 0,1 0,0 0,-1 0,1 0,0 0,-1 1,1-1,0 0,-1 0,1 1,0-1,-1 1,1-1,-1 0,1 1,-1-1,1 1,-1-1,1 1,-1 0,0-1,1 1,-1-1,0 1,1 0,-1-1,0 1,0 0,1-1,-1 1,0 0,0-1,0 1,0 0,0 0,0-1,0 1,0 0,0-1,-1 1,1 0,0-1,0 1,-1 0,1-1,-1 1,6 47,12 63,-15-107,-1-1,0 0,1 1,0-1,0 0,0 0,0 0,0 0,1 0,-1-1,1 1,0-1,-1 0,1 0,0 0,1 0,-1 0,0 0,0-1,1 0,-1 1,1-1,-1-1,1 1,0 0,-1-1,1 0,1 0,31-3,-1-6</inkml:trace>
  <inkml:trace contextRef="#ctx0" brushRef="#br0" timeOffset="-3593.408">3770 633,'-13'2,"-10"1,-5 2,0 1,4 1,5-1,5-3,5-2</inkml:trace>
  <inkml:trace contextRef="#ctx0" brushRef="#br0" timeOffset="-3427.818">3048 579,'23'3,"25"-3,30-7,27-9,25-9,17-7,9-3,-22 5</inkml:trace>
  <inkml:trace contextRef="#ctx0" brushRef="#br0" timeOffset="-999.371">4064 794,'28'37,"-2"1,-2 1,-1 1,-1 5,1 0,-22-44,-1 1,0-1,0 0,1 0,-1 0,1 1,-1-1,1 0,-1 0,1 0,0 0,-1 0,1 0,0 0,0 0,0 0,0 0,0-1,0 1,0 0,0 0,0-1,0 1,0-1,0 1,0-1,1 0,-1 1,0-1,0 0,1 0,-1 0,0 0,0 0,1 0,-1 0,0 0,0 0,1 0,-1-1,0 1,0-1,0 1,0-1,0 1,1-1,-1 0,0 1,0-1,0 0,-1 0,1 0,0 0,0 0,0 0,-1 0,1 0,0 0,-1-1,77-112,-59 84,1 0,2 1,0 1,4 0,-25 27,1 0,-1 0,1 0,-1-1,1 1,0 0,0 0,-1 0,1 0,0 0,0 0,0 1,0-1,0 0,0 0,0 1,1-1,-1 1,0-1,0 1,0-1,1 1,-1 0,0-1,0 1,1 0,-1 0,0 0,1 0,-1 0,0 0,0 0,1 1,-1-1,0 0,0 1,1-1,-1 1,0 0,1-1,5 70,-7-53,-1 18,6 73,-4-106,0 1,0 0,0-1,0 1,1-1,-1 1,1-1,-1 0,1 1,0-1,0 0,0 0,0 0,0-1,0 1,0 0,1-1,-1 1,1-1,-1 0,1 0,-1 0,1 0,0 0,0-1,-1 1,1-1,0 0,0 0,2 0,4 0,0-1,0 0,-1 0,1-1,0 0,-1-1,1 0,-1 0,3-2,6-4,0-1,-1-1,0 0,0-1,-1-1,-1 0,0-1,-1 0,0-1,-2-1,1 0,3-9,-4 18,-11 32,0-18,-1 15,0-3,1-1,0 0,1 0,1 0,1 0,1 4,-3-18,0 0,1-1,-1 1,1 0,0 0,0-1,0 0,0 1,0-1,1 0,0 0,-1 0,1 0,0 0,1-1,-1 0,0 1,1-1,-1 0,1-1,0 1,-1-1,1 1,0-1,0 0,0 0,0-1,0 1,0-1,2 0,6-1,1-1,-1 0,1-1,-1 0,0-1,0 0,-1-1,1 0,-1-1,0-1,-1 1,1-2,-1 1,-1-1,1-1,-1 0,-1 0,0-1,0 0,-1 0,2-4,-4 5,0-1,-1 1,0-1,0 0,-1-1,-1 1,1 0,-2-1,1 0,-1 1,-1-8,-4 1,-4 22,4 9,2 0,0 0,0 0,1-1,1 1,0 0,1 0,1 0,1 3,-2-11,1 1,0-1,0 1,1-1,0 0,0 0,1 0,-1-1,1 1,0-1,1 0,-1 0,1 0,0-1,0 1,1-1,-1 0,1-1,0 0,0 1,0-2,0 1,1-1,-1 0,1 0,-1-1,1 0,1 0,6 1,1 0,0-1,0-1,0 0,0-1,-1-1,1 0,0-1,-1-1,0 0,1-1,-2 0,1-1,-1-1,0 0,0-1,0 0,-1-1,2-3,6-4,-2-2,0 0,-1-1,0-1,-2 0,0-1,-2-1,0 0,-2-1,9-22,-3-8,-1-1,-4 0,-1-1,-3 0,-3-1,-2 1,-4-56,1 104,0-4,0 0,-1-1,0 1,-1 0,0 0,0 0,-1 0,-1 1,0-1,-5-9,8 19,0 0,-1-1,1 1,0 0,-1 0,1 0,-1 0,0 0,1 1,-1-1,0 0,1 1,-1-1,0 1,0-1,0 1,1 0,-1 0,0 0,0 0,0 0,1 0,-1 1,0-1,0 0,1 1,-1 0,0-1,0 1,1 0,-1 0,1 0,-1 0,1 0,-1 0,1 0,0 0,-1 1,1-1,0 1,0-1,0 1,0-1,0 1,1-1,-1 1,0 0,1 0,-1-1,1 1,-1 0,1 1,-11 26,2 1,1-1,2 1,0 1,2-1,1 1,2 0,1-1,2 6,-1 24,2-1,3 1,2-1,3-1,3 0,2-1,4 3,-14-44,2 1,0-1,0-1,2 0,0 0,6 7,-12-17,1 0,-1 0,1-1,-1 0,1 0,0 0,1 0,-1-1,1 0,0 0,-1 0,1-1,0 0,1 0,-1-1,0 1,0-1,1-1,3 1,-5-2,0 1,0-1,0-1,0 1,-1-1,1 1,0-1,-1-1,1 1,-1 0,0-1,0 0,0 0,0-1,-1 1,1-1,-1 1,0-1,0 0,0 0,1-3,45-98,-48 103,28-92,-29 95,0-1,0 0,1 0,-1 1,0-1,0 0,1 0,-1 0,0 0,0 1,1-1,-1 0,0 0,1 0,-1 0,0 0,1 0,-1 0,0 0,1 0,-1 0,0 0,0 0,1 0,-1 0,0 0,1 0,-1 0,0 0,1 0,-1 0,0-1,1 1,-1 0,0 0,0 0,1 0,-1-1,0 1,0 0,0 0,1-1,-1 1,0 0,0 0,0-1,0 1,1 0,-1-1,0 1,0 0,0-1,0 1,0 0,0-1,0 1,0 0,0 0,0-1,7 30,-7-27,3 20,16 60,-18-79,0-1,0 0,1 0,-1 0,0 0,1 0,-1 0,1 0,0-1,0 1,-1 0,1-1,0 0,0 1,0-1,1 0,-1 0,0 0,0 0,1 0,-1-1,0 1,1-1,-1 1,1-1,-1 0,1 0,-1 0,0 0,1-1,-1 1,1-1,6-2,1-1,-1 0,0-1,0 0,0 0,0-1,-1 0,0-1,-1 0,1 0,-1 0,5-8,3 0,48-47,-61 62,-1 0,1 0,0 0,-1 1,1-1,-1 0,1 1,-1-1,1 1,-1-1,1 1,-1 0,1-1,-1 1,0 0,0 0,1 0,-1 0,0 0,0 1,0-1,0 0,0 0,0 1,0-1,-1 0,1 1,0-1,-1 1,1-1,-1 1,0-1,1 1,-1 0,0-1,0 1,0-1,0 1,0 0,0 0,2 5,42 103,-41-105,0-1,1 1,-1-1,1 1,0-1,0-1,1 1,-1 0,1-1,0 0,-1 0,1-1,0 1,1-1,-1 0,0 0,1-1,-1 1,1-1,0-1,9 0,-1-2,1 0,0-1,-1 0,0-1,0-1,0 0,0-1,-1-1,0 0,0 0,-1-2,0 1,0-1,-1-1,0 0,-1-1,0 0,4-7,5-5,-1-1,-1-1,-1 0,-1-1,-2 0,0-1,-2-1,-1 0,-1 0,-2-1,0 0,-2 0,-2-1,0 1,-2-12,1-28,-3 1,-8-53,-5 62,13 59,0-1,0 1,-1 0,1-1,0 1,0 0,0 0,-1 0,1 0,0 0,0 0,0 0,-1 0,1 1,0-1,0 0,0 1,0-1,0 1,0-1,0 1,-1 0,2-1,-1 1,0 0,0 0,0 0,0-1,0 1,1 0,-1 0,0 0,1 0,-1 1,1-1,-1 0,1 0,-1 0,1 0,0 0,0 1,0-1,-1 0,1 0,0 0,0 0,-20 46,2 1,2 0,3 1,1 1,3 0,0 14,4-30,1-1,2 1,1 0,2 0,3 22,-2-44,0 0,1 1,0-1,1 0,0-1,1 1,0-1,1 0,0 0,1 0,0-1,1 0,0-1,1 0,-1 0,10 7,-5-7,1 0,1-1,0-1,0 0,0 0,1-2,0 0,0-1,0 0,0-2,1 0,-1 0,1-2,0 0,-1-1,14-2,10-10,-11-3</inkml:trace>
  <inkml:trace contextRef="#ctx0" brushRef="#br0" timeOffset="-752.282">5762 513,'-16'2,"-7"1,6 0,19-1,26 0,31-4,36-7,37-9,33-11,27-8,-19 4</inkml:trace>
  <inkml:trace contextRef="#ctx0" brushRef="#br0" timeOffset="14044.497">1605 2318,'29'-16,"-1"-1,0-1,-1-1,-1-1,-1-2,-1-1,-1 0,12-17,-12 17,-2-1,0-1,-1 0,-2-2,-1 0,-1-1,-1 0,-1-1,-2-1,-1 0,-1-1,1-14,-10 40,1 0,-2 0,1-1,-1 1,1 0,-1 0,-1-1,1 1,-1 0,0 0,0-1,0 1,-1 0,0 0,0 0,0 1,-1-1,1 0,-1 1,0 0,-1 0,1-1,-1 2,0-1,1 0,-2 1,1 0,0 0,-1 0,1 0,-1 1,0 0,0 0,0 0,-4-1,3 4,1 0,-1 1,1-1,0 1,0 0,0 0,0 1,0 0,0 0,1 0,-1 0,1 0,0 1,0 0,0 0,0 0,1 1,0-1,0 1,0-1,0 1,1 0,-1 0,2 1,-1-1,0 0,1 1,0-1,0 1,-8 31,1 1,2 0,2 0,1 1,2-1,2 1,2-1,1 0,1 1,3-2,5 16,-9-38,1 1,0-1,1 0,1 0,0-1,1 0,1 0,9 12,-14-22,0 1,0-1,0 0,1 0,0 0,-1 0,1-1,1 0,-1 0,0 0,1-1,-1 0,1 0,0 0,0-1,0 0,0 0,0 0,0-1,0 0,0 0,0 0,0-1,-1 0,3 0,6-4,-1 0,1 0,-1-2,-1 1,1-1,-1-1,0-1,-1 1,0-2,-1 0,1 0,-2 0,0-2,0 1,-1-1,5-8,-11 16,-2 4,0-1,0 1,-1-1,1 1,0-1,0 1,0-1,0 1,0-1,1 1,-1-1,0 1,0-1,0 1,0-1,1 1,-1-1,0 1,0-1,1 1,-1-1,0 1,1 0,-1-1,0 1,1 0,-1-1,0 1,1 0,-1-1,1 1,-1 0,1 0,-1 0,1-1,-1 1,1 0,-1 0,1 0,-1 0,1 0,-1 0,1 0,-1 0,1 0,-1 0,1 0,-1 0,1 1,-1-1,1 0,-1 0,1 0,-1 1,1-1,-1 0,0 1,1-1,-1 0,1 1,-1 5,1-1,-1 1,2 0,-1 0,1 0,0 0,0-1,0 1,1-1,0 0,0 0,0 0,1 0,-1 0,1-1,0 1,1-1,-1 0,1 0,0-1,0 0,0 1,0-2,0 1,1-1,-1 1,1-1,1 0,-4-2,0 0,0 0,-1 0,1 0,0-1,0 1,0-1,-1 1,1-1,0 0,-1 0,1 0,0-1,-1 1,0-1,1 1,-1-1,0 0,0 0,0 0,0 0,0 0,0 0,-1 0,1-1,-1 1,1-1,-1 1,0-1,0 1,0-1,0 0,0-2,1-3,0 1,-1 0,0-1,0 1,0-1,-1 1,0-1,-1 0,0 1,0-1,0 1,-2-4,1 7,1-1,-1 1,-1 0,1-1,0 1,-1 0,0 0,0 1,0-1,-1 1,1-1,-1 1,0 0,0 0,0 1,0-1,0 1,0 0,-1 0,1 0,-1 0,0 1,1 0,-1 0,0 0,0 1,0 0,1 0,-1 0,0 0,0 1,0-1,1 1,-1 1,0-1,1 0,-1 1,1 0,-1 0,1 1,0-1,0 1,0 0,0 0,0 1,1-2,0 0,0 1,0-1,0 1,1-1,-1 1,1 0,0 0,0 0,0 0,0 0,0 1,1-1,-1 1,1-1,0 1,0-1,0 1,1 0,-1-1,1 1,0 0,0-1,0 1,1 0,-1-1,1 1,0 0,0-1,0 1,1 2,14 14</inkml:trace>
  <inkml:trace contextRef="#ctx0" brushRef="#br0" timeOffset="15119.924">2981 2090,'-19'0,"1"0,-1 1,0 1,1 0,-1 2,1 0,0 1,0 1,1 0,0 2,0 0,0 1,1 0,0 1,1 1,-4 4,-27 40,45-53,0 0,0 0,0-1,0 1,0 0,1 0,-1 0,1 0,-1 0,1 0,0 0,0 0,0 0,0 0,0 0,0 0,1 0,-1 0,1 0,-1 0,1 0,0 0,0 0,0-1,0 1,0 0,0 0,0-1,0 1,1-1,-1 1,1-1,0 1,5 2,0 0,0 0,0-1,0 0,1 0,0-1,-1 0,1 0,0-1,0 0,2 0,47 1,0-3,1-2,-1-3,0-2,-1-3,0-2,0-3,19-9,240-75,-268 81,-47 18,-1 0,1 0,-1 0,1 0,-1 0,1 0,-1 0,1 0,-1 0,0 0,1 0,-1 1,0-1,0 0,0 1,0-1,0 0,1 1,-1-1,0 1,0-1,0 1,0 0,-1-1,1 1,0 0,0 0,0 0,0 0,0 0,0 0,0 0,0 0,0 0,0 0,-1 1,-21-4,-1 1,1 1,-1 1,1 1,-1 1,-3 2,20-3,0 1,0-1,0 1,0 0,0 1,0 0,0 0,1 0,0 1,-1 0,1 0,1 1,-1 0,1 0,-1 0,2 0,-1 1,0 0,1 0,0 0,-1 4,3-7,1 0,0 0,0 0,0 0,0 0,0 0,1 0,-1 0,1 0,0 0,0 0,0 0,0 0,1 1,-1-1,1 0,0 0,0 0,0-1,0 1,0 0,1 0,-1 0,1-1,0 1,0-1,0 1,0-1,0 0,0 0,1 0,-1 0,1 0,-1-1,1 1,2 1,6 1,0 0,0-1,1 0,-1-1,1 0,-1-1,1 0,0 0,0-2,-1 1,1-2,0 1,-1-2,1 1,-1-2,0 1,0-1,0-1,-1 0,1-1,-1 0,-1 0,1-1,-1-1,0 1,-1-1,1-1,-2 0,1 0,-1 0,-1-1,0 0,0 0,0-2,4 31,-7-11,0 0,0 0,1 0,1-1,-1 0,1 0,0 0,1-1,0 1,0-1,0-1,1 1,-1-1,1 0,1-1,-1 1,1-1,-1-1,1 0,0 0,0 0,1-1,-1 0,0-1,1 0,-1 0,5 0,0-1,-1 0,1-1,0 0,0 0,-1-2,1 1,-1-2,0 0,0 0,0-1,0-1,-1 1,0-2,0 0,-1 0,1-1,-2 0,3-3,-1-2,-1 0,0-1,-1 0,0 0,-1-1,-1 0,-1-1,0 1,0-1,-2 0,0-1,0-8,2-19,-2-1,-2 0,-2-1,-3-1,3 14,-2 0,-1 1,-2-1,-1 1,-2 0,-8-23,16 54,0 1,0-1,0 0,0 1,0-1,0 0,0 1,0-1,0 1,0-1,-1 0,1 1,0-1,0 1,-1-1,1 0,-1 1,1-1,0 1,-1-1,1 1,-1-1,1 1,-1 0,1-1,-1 1,1 0,-1-1,1 1,-1 0,0 0,1-1,-1 1,0 0,1 0,-1 0,1 0,-1 0,0 0,1 0,-1 0,0 0,1 0,-1 0,0 0,1 0,-1 1,1-1,-2 0,-10 34,5 29,2 0,5 58,0-67,0-13,-2-9,1 0,2 0,1 1,2-1,1 0,1-1,2 0,1 0,4 8,-10-34,0 1,1-1,-1 0,1 0,0-1,1 1,-1-1,1 0,-1 0,1 0,0-1,1 1,-1-1,1-1,-1 1,1-1,0 0,0 0,0-1,0 1,0-1,0-1,0 1,1-1,-1 0,0 0,0-1,0 0,0 0,0-1,0 1,5-3,6-2,0-1,0-1,-1-1,0 0,-1-1,0 0,0-1,-1-1,-1-1,0 0,0 0,6-11,-18 22,-1 2,0-1,0 1,0-1,0 1,0-1,0 1,1-1,-1 1,0-1,0 1,0-1,0 1,1-1,-1 1,0-1,0 1,1 0,-1-1,0 1,1-1,-1 1,0 0,1-1,-1 1,1 0,-1 0,0-1,1 1,-1 0,1 0,-1 0,1-1,-1 1,1 0,-1 0,1 0,-1 0,1 0,-1 0,1 0,-1 0,1 0,-1 0,1 0,-1 0,1 1,-1-1,1 0,-1 0,1 0,-1 1,1-1,-1 0,0 1,1-1,-1 0,1 1,-1-1,0 0,0 1,1-1,-1 1,0-1,1 1,2 40,-4-35,1 0,0 0,0 0,1-1,0 1,0 0,0-1,1 1,0 0,0-1,0 0,0 1,1-1,0 0,0 0,0-1,1 1,4 4,-4-6,0 0,1 0,0 0,0 0,0-1,0 0,0 0,0 0,0-1,1 1,-1-1,0-1,1 1,-1-1,1 0,1 0,25-2</inkml:trace>
  <inkml:trace contextRef="#ctx0" brushRef="#br0" timeOffset="15322.497">4786 1996,'-9'-2,"-3"-1</inkml:trace>
  <inkml:trace contextRef="#ctx0" brushRef="#br0" timeOffset="15491.973">4064 1850,'19'-7,"18"-5,18-1,13-3,6 3,-3 6,-13 3</inkml:trace>
  <inkml:trace contextRef="#ctx0" brushRef="#br0" timeOffset="16143.657">5374 2010,'-9'-1,"1"-1,1 0,-1 0,1 1,-1 0,1 1,-1-1,0 2,1-1,-1 1,0 0,1 0,-1 1,1 0,0 1,-1-1,1 1,1 1,-1-1,-3 3,3 1,1 0,-1 0,1 0,1 1,-1 0,1 0,1 0,-1 0,2 1,-1 0,1 0,0 0,1 0,0 0,0 1,1-1,1 1,-1-1,2 1,-1-1,1 0,0 1,1-1,0 0,3 7,-3-11,1-1,0 1,0-1,0 0,0 0,0 0,1 0,0 0,0-1,0 0,0 0,0 0,1 0,-1-1,1 1,0-1,0 0,0-1,0 1,0-1,0 0,0 0,0-1,1 1,-1-1,0 0,2-1,4 1,1-2,-1 1,0-2,0 1,0-2,0 1,-1-1,1-1,-1 0,0 0,0-1,0-1,-2 1,0-1,-1 0,0 0,0 0,-1-1,0 0,0 0,0-1,-2 1,1-1,2-6,-6 11,1 0,0-1,-1 1,0-1,0 1,0-1,-1 0,0 1,1-1,-2 0,1 1,0-1,-1 0,0 1,0-1,0 1,-1 0,0-1,1 1,-1 0,-1 0,1 0,-1 0,1 0,-4-2,6 5,0 0,-1 1,1-1,-1 0,1 0,0 1,-1-1,0 1,1-1,-1 0,1 1,-1-1,0 1,1-1,-1 1,0 0,1-1,-1 1,0 0,0-1,0 1,1 0,-1 0,0 0,0 0,0 0,1 0,-1 0,0 0,0 0,0 0,1 0,-1 0,0 1,0-1,0 0,1 0,-1 1,0-1,1 1,-1-1,0 1,1-1,-1 1,0-1,1 1,-1-1,1 1,-1 0,1-1,0 1,-1 0,1 0,-1 0,-9 47,11-40,-1 0,2 0,-1 0,1 0,0 0,0-1,1 1,0 0,1-1,-1 0,1 0,1 0,-1 0,1-1,0 0,1 0,0 0,0 0,0-1,0 0,1 0,0-1,0 0,0 0,0-1,1 0,5 2,52 13,0-6</inkml:trace>
  <inkml:trace contextRef="#ctx0" brushRef="#br0" timeOffset="16846.602">6938 1944,'10'390,"-10"-383,0 0,0 0,0 1,-1-1,0 1,-1-1,0 0,0 0,0 0,-1 0,0 0,0-1,2-5,1-1,-1 0,1 0,0 0,-1 0,1 0,-1 0,1 0,-1 0,1 0,-1 0,1 0,0-1,-1 1,1 0,-1 0,1 0,0 0,-1-1,1 1,0 0,-1 0,1-1,0 1,-1 0,1-1,0 1,-1 0,1-1,0 1,0-1,0 1,-1 0,1-1,0 1,0-1,0 1,0 0,0-1,0 1,0-1,0 1,0-1,0 1,0 0,0-1,0 1,0-1,0 1,0-1,0 1,1 0,-1-1,-7-197,8 134,-1 47,-1-33,2 0,2 0,2 0,3 1,6-19,-11 59,0 1,0 0,1 0,0 0,0 0,1 1,0 0,0 0,1 0,1-2,-5 7,0 0,0 0,1 1,-1-1,0 0,1 1,-1-1,1 1,-1 0,1 0,0 0,0 0,-1 0,1 1,0-1,0 1,0 0,0-1,-1 2,1-1,0 0,0 0,0 1,0 0,-1-1,1 1,0 0,0 0,-1 1,1-1,-1 0,2 2,2 4,0 0,-1 0,0 0,0 1,-1-1,0 1,0 1,-1-1,0 0,-1 1,1-1,-2 1,1 0,-1 0,0 0,-1-1,0 1,-1 0,0 0,0 0,-2 4,1 2,0-1,-2 1,0-1,0 0,-2-1,1 1,-6 8,10-22,0 1,1 0,-1 0,0-1,1 1,-1 0,1 0,-1 0,1 0,-1 0,1 0,0 0,-1 0,1 0,0 0,0 0,0 0,0 0,0 0,0 0,0 0,0 0,0 0,0 0,1 0,-1 0,0 0,1 0,-1 0,1 0,-1 0,1 0,-1 0,1 0,0-1,-1 1,1 0,0 0,0-1,0 1,-1 0,1-1,0 1,0-1,0 1,0-1,0 0,0 1,0-1,0 0,0 0,0 0,0 1,0-1,0 0,0 0,0-1,0 1,1 0,-1 0,0-1,41 3,-34-3,0 1,0 0,1 0,-1 1,0 0,0 1,0-1,0 1,0 1,0 0,-1 0,1 0,-1 1,0 0,0 0,0 1,3 3,-6-4,-1 0,1 0,-1 0,0 0,0 1,0 0,0 0,-1-1,0 1,0 1,0-1,-1 0,0 0,0 1,0-1,0 1,-1-1,0 0,0 1,-1-1,1 1,-1-1,0 0,-1 1,1-1,-1 0,-2 4,-1 2,-1 0,0 0,-1 0,0-1,-1 0,0 0,0-1,-1 0,0-1,-1 0,-7 5,8-6,-2 0,1-1,0 0,-1 0,0-1,-1-1,1 0,-1 0,0-1,0-1,0 0,-1 0,11-2,0 0,0 0,0 0,0 0,1 0,-1 0,0-1,0 1,0-1,0 1,1-1,-1 0,0 1,0-1,1 0,-1 0,1 0,-1-1,1 1,-1 0,1 0,0-1,-1 1,1-1,0 1,0-1,0 0,0 1,1-1,-1 0,0 0,1 1,-1-1,1 0,0 0,-1 0,1 0,0 0,0 0,2-26</inkml:trace>
  <inkml:trace contextRef="#ctx0" brushRef="#br0" timeOffset="17318.977">7419 1876,'28'-11,"0"2,0 1,1 1,0 1,0 2,1 0,-1 2,18 2,-44 0,0 0,1 0,-1 0,1 0,-1 1,0-1,1 1,-1 0,0 0,0 0,0 1,1-1,-1 1,-1-1,1 1,0 0,0 0,-1 0,1 1,-1-1,0 1,1-1,-1 1,0 0,-1 0,1 0,0 0,-1 0,0 0,0 0,0 0,0 1,0-1,0 0,-1 1,0-1,0 0,0 1,0-1,0 1,-1 2,-3 7,-1 0,0 0,0-1,-2 0,1 0,-1 0,-1-1,0 0,-1 0,-8 7,-10 15,27-33,0 1,0 0,0 0,0 0,0 0,0-1,0 1,0 0,1 0,-1 0,0-1,1 1,-1 0,0 0,1-1,-1 1,1 0,-1-1,1 1,-1 0,1-1,-1 1,1-1,0 1,-1-1,1 1,0-1,0 1,-1-1,1 0,0 1,0-1,-1 0,1 0,0 0,0 0,0 0,0 1,-1-1,1-1,0 1,0 0,0 0,-1 0,1 0,0 0,0-1,0 1,-1 0,1-1,0 1,-1-1,1 1,0-1,-1 1,1-1,0 0,2 1,42-4,-29 1,0 0,0 1,0 1,1 0,-1 1,0 1,0 1,0 0,0 1,0 1,0 0,-1 1,1 1,-1 1,2 1,-14-6,-1-1,1 1,-1 0,1 0,-1 0,0 0,0 0,0 1,0-1,0 1,-1-1,1 1,-1 0,1 0,-1-1,0 1,0 0,0 0,-1 0,1 0,-1 0,1 0,-1 0,0 1,0-1,-1 0,1 0,-1 0,1 0,-1 0,0 0,0 0,0 0,0-1,-1 1,1 0,-1-1,0 1,0 0,-9 8,-1 0,0 0,0-1,-1-1,-1 0,1-1,-1 0,-1-1,1-1,-1 0,0-1,-1-1,1 0,-1-1,-13 1,-15-8,33-5</inkml:trace>
  <inkml:trace contextRef="#ctx0" brushRef="#br0" timeOffset="17947.122">8329 1930,'0'4,"0"0,-2-1,-1 1,0 2,0 3,2 4,0 0</inkml:trace>
  <inkml:trace contextRef="#ctx0" brushRef="#br0" timeOffset="18226.375">8382 2331,'0'-2,"-2"-4,-1-2,-2 0,-1 1</inkml:trace>
  <inkml:trace contextRef="#ctx0" brushRef="#br0" timeOffset="18526.265">8649 2197,'14'-47,"-2"-1,-2 0,-2-1,-2 0,-1-34,-10 53,-1 43,2 242,4-245,8 111,-7-115,0 0,1 0,0 0,0 0,0-1,0 1,1-1,0 1,0-1,0 0,1 0,0 0,0-1,0 1,1-1,-1 0,6 3,10 4</inkml:trace>
  <inkml:trace contextRef="#ctx0" brushRef="#br0" timeOffset="18877.923">9064 2103,'0'10,"1"0,0 1,0-1,0-1,2 1,-1 0,1 0,0-1,1 0,1 1,-3-6,0 0,0-1,1 1,-1-1,1 0,0 0,0 0,0 0,0 0,1-1,-1 1,1-1,-1 0,1 0,0 0,0-1,0 1,0-1,0 0,0 0,0 0,0-1,1 1,-1-1,1 0,3-1,0 0,0 0,-1-1,1 0,0 0,-1-1,1 0,-1-1,0 1,0-1,0-1,0 1,-1-1,0 0,0-1,0 1,0-1,-1 0,0-1,-1 1,1-1,-1 0,0 0,-1 0,0-1,0 1,-1-1,2-5,-1 3,0 0,-1 1,0-1,0 0,-1 0,-1 0,1 0,-2 0,1 0,-2-1,1 2,-1-1,0 0,-1 0,-1 1,1-1,-1 1,-1 0,0 0,0 1,0-1,-8-6,9 10,0 1,-1 1,0-1,0 1,0 0,0 0,0 0,-1 1,1-1,-1 1,1 1,-1-1,0 1,0 0,0 0,0 1,0 0,0 0,1 0,-1 1,0 0,0 0,0 0,0 1,1-1,-2 2,-16 7,1 0,-1 2,2 0,0 2,-11 8,25-17,-40 29</inkml:trace>
  <inkml:trace contextRef="#ctx0" brushRef="#br0" timeOffset="19588.964">7166 2037,'-14'0,"-15"0,-18 0,1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57.6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4117 615,'66'-326,"-37"166,-28 155,-1 14,-2 18,-61 449,68-373,2-67</inkml:trace>
  <inkml:trace contextRef="#ctx0" brushRef="#br0" timeOffset="419.26">4572 428,'-8'44,"4"-26,0 0,1 0,1 1,1-1,1 1,0 0,1-1,1 1,1 0,-2-14,1-1,-1 0,1 1,0-1,0 0,0 0,1 0,-1-1,1 1,0 0,0-1,0 0,1 0,-1 0,1 0,0 0,-1-1,1 1,0-1,1 0,-1 0,0-1,0 1,1-1,-1 0,1 0,-1-1,1 1,0-1,-1 0,1 0,4-1,2 0,0-1,1 0,-1 0,0-1,0-1,0 0,-1 0,1-1,-1-1,0 1,-1-2,9-6,-8 3,0-1,0 0,-1-1,-1 0,0-1,-1 1,0-2,-1 1,0-1,-1 0,0 0,-2 0,1 0,-2-1,0 0,-1 1,0-1,-1 0,-1 0,0 1,-1-1,0 0,-2 1,-2-10,4 19,0-1,0 0,0 0,-1 1,0 0,0-1,0 1,-1 0,0 0,0 1,0-1,0 1,-1 0,1 0,-1 0,0 1,0 0,-1 0,1 0,-1 0,1 1,-1 0,0 0,0 1,0 0,0 0,0 0,0 0,-2 1,-1 2,0-1,0 2,0-1,1 1,-1 1,1 0,0 0,0 0,1 1,-1 0,1 1,0-1,0 2,1-1,0 1,0-1,0 2,-9 11,1 1,0 1,2 0,1 1,-7 18,-30 105,32-82</inkml:trace>
  <inkml:trace contextRef="#ctx0" brushRef="#br0" timeOffset="-1948.934">1911 201,'0'16,"-2"19,-3 17,-3 15,-5 13,-2 6,-6 3,-3-4,-3-6,0-15,1-17,5-18</inkml:trace>
  <inkml:trace contextRef="#ctx0" brushRef="#br0" timeOffset="-1470.607">1791 535,'5'-65,"2"-21,3 0,12-38,-21 115,1 1,0-1,0 1,0-1,1 1,0 0,1 0,0 0,0 1,1 0,0-1,0 1,0 1,1-1,0 1,0 0,1 0,0 1,0 0,0 0,7-3,-3 5,0 1,-1 0,1 1,0 0,0 1,0 0,0 1,0 0,0 0,0 1,0 1,-1 0,1 0,-1 1,0 0,0 1,0 0,-1 1,0 0,0 0,0 1,-1 0,0 0,0 1,-1 0,0 1,0 0,4 8,-7-11,-1 1,0 0,-1 0,0 0,0 0,0 0,-1 0,0 0,0 0,-1 1,0-1,0 0,-1 1,0-1,0 0,-1 0,0 0,0 0,0 0,-1 0,0-1,-1 1,1-1,-3 3,-8 10,0-1,-1-1,-1 0,0-1,-1-1,-1 0,-3 0,22-15,-1 1,1-1,-1 0,1 0,-1 0,1 1,-1-1,0 0,1 1,-1-1,1 0,-1 1,0-1,1 1,-1-1,0 0,1 1,-1-1,0 1,0-1,0 1,1-1,-1 1,0-1,0 1,0-1,0 1,0-1,0 1,0-1,0 1,0-1,0 1,0-1,0 1,0-1,-1 1,1-1,0 1,0-1,-1 1,1-1,0 1,0-1,-1 1,1-1,0 0,-1 1,1-1,-1 0,1 1,0-1,-1 0,1 0,-1 1,1-1,-1 0,1 0,-1 0,0 1,36 1,-21-2,0 0,0 1,1 0,-1 1,0 0,-1 1,1 1,0 0,-1 1,0 1,0 0,-1 1,1 0,-1 0,-1 2,0-1,3 4,-9-7,-1 1,1-1,-1 1,-1 0,1 0,-1 0,0 0,-1 1,1-1,-1 1,0 0,-1 0,0 0,0-1,0 1,-1 0,0 0,0 0,-1 0,0 0,0 0,-1 0,0 0,0-1,0 1,-1-1,0 0,0 1,-1-1,0 1,-8 7,-1 0,0-1,0 0,-1-1,-1 0,0-1,-1-1,0 0,0-1,-1-1,0-1,-1 0,1-1,-1-1,-1-1,1-1,0 0,-1-1,0-1,0-1,16 1,-1 0,0-1,1 0,-1 1,0-1,0-1,1 1,-1 0,0-1,1 0,-1 0,1 0,-1 0,1-1,-1 1,1-1,0 0,0 0,0 0,0 0,0 0,0-1,0 0,1 1,0-1,-1 0,1 0,0 0,0-1,1 1,-1 0,1-1,-1 1,1-1,0 0,5-27,5 0</inkml:trace>
  <inkml:trace contextRef="#ctx0" brushRef="#br0" timeOffset="-867.93">2674 214,'18'-9,"0"1,1 0,0 2,0 0,1 1,-1 1,1 0,0 2,0 0,0 2,2 0,-20 0,0 0,0 1,0-1,0 1,0-1,0 1,1 0,-1-1,-1 1,1 0,0 0,0 1,0-1,-1 0,1 1,0-1,-1 1,1-1,-1 1,0 0,1 0,-1-1,0 1,0 0,0 0,-1 0,1 0,0 0,-1 0,1 1,-1-1,0 0,0 0,1 0,-1 0,-1 1,3 3,0 0,0 1,0-1,-1 0,0 1,0-1,-1 1,1 0,-1-1,-1 1,1-1,-1 1,0 0,-1-1,0 0,0 1,0-1,0 0,-1 0,0 0,-1 0,1-1,-1 1,0-1,0 0,-1 0,-1 1,-5 2,0 0,0 0,-1-2,0 1,-1-1,1-1,-1 0,0-1,0 0,-1-1,-6 0,51-13,-16 8,0 1,1 0,-1 1,0 1,0 0,0 1,0 1,0 0,0 1,-1 0,0 1,7 4,-12-5,-1 0,1 1,-1 0,0 0,0 1,-1 0,1 0,-1 1,-1 0,1 0,-1 0,0 1,-1 0,0 0,0 1,-1-1,0 1,-1 0,1 0,-1 2,-2-5,0 1,-1-1,0 0,0 0,0 0,0 0,-1 1,0-1,-1 0,1 0,-1 0,0-1,-1 1,1 0,-1-1,0 0,0 1,-1-1,0 0,0-1,0 1,0-1,-4 3,-7 6,-1-1,0 0,-1-1,0-1,0-1,-15 6,17-8,0 0,0-1,0 0,-1-2,0 0,0 0,-1-2,-12 1,27-3,0 0,1 0,-1 0,1-1,-1 1,1-1,-1 1,1-1,-1 1,1-1,-1 0,1 0,0 0,-1 0,1 0,0 0,0 0,0 0,0 0,0-1,0 1,0 0,0-1,0 1,1-1,-1 1,1-1,-1 1,1-1,-1 1,1-1,0 1,0-1,0 0,0 1,0-1,0 1,0-1,0 0,1 1,-1-1,0 1,1-1,0 1,-1-1,1 1,0-1,0 1,0 0,0 0,1-2,12-22</inkml:trace>
  <inkml:trace contextRef="#ctx0" brushRef="#br0" timeOffset="-545.751">3529 321,'-6'2,"0"0,0 1,0 0,0 0,1 0,-1 0,1 1,0 0,0 0,0 1,1-1,0 1,0 0,0 0,0 1,3-5,1 0,-1-1,1 1,0 0,0 0,-1 0,1 0,0-1,0 1,0 0,0 0,0 0,0 0,0 0,0-1,0 1,0 0,1 0,-1 0,0 0,0-1,1 1,-1 0,1 0,-1-1,1 1,-1 0,1 0,-1-1,1 1,0-1,-1 1,1-1,0 1,-1-1,1 1,0-1,0 1,-1-1,1 0,0 1,0-1,0 0,0 0,-1 0,2 0,41 5,-40-4,0-1,0 0,0 0,0 0,0-1,0 1,0-1,0 0,0 0,0 0,-1 0,1 0,0 0,-1-1,1 0,-1 1,1-1,-1 0,0 0,1 0,-1 0,0-1,0 1,-1-1,1 1,-1-1,1 1,-1-1,0 0,0 0,0 0,0 0,0 0,-1 0,1 0,-1 0,0 0,0 0,0 0,0 0,0 0,-2 1,1 0,0 0,-1 0,1 0,-1 0,1 0,-1 1,0-1,0 1,1-1,-1 1,0-1,-1 1,1 0,0 0,0 0,0 0,-1 1,1-1,0 1,-1-1,1 1,-1 0,1-1,0 1,-1 1,1-1,-1 0,1 1,0-1,-1 1,1-1,0 1,0 0,-1 0,1 0,0 1,0-1,0 0,0 1,0 0,-17 42,15-17</inkml:trace>
  <inkml:trace contextRef="#ctx0" brushRef="#br0" timeOffset="-277.548">3556 829,'1'1,"-1"0,0 0,1 0,-1 0,1-1,-1 1,1 0,-1 0,1-1,0 1,-1-1,1 1,0 0,-1-1,1 1,0-1,0 0,0 1,0-1,-1 0,1 1,0-1,0 0,0 0,0 0,0 1,0-1,0 0,-1 0,1-1,0 1,0 0,0 0,0 0,0-1,0 1,-1 0,1-1,0 1,0 0,0-1,-1 1,1-1,0 0,-1 1,1-1,0 0,-1 1,1-1,-1 0,1 1,-1-1,1 0,-1 0,0 0,21-49,-25-10,4 58,0 1,-1-1,1 1,-1-1,1 1,-1-1,1 1,-1-1,0 1,0-1,0 1,0 0,0-1,0 1,0 0,0 0,0 0,-1 0,1 0,0 0,-1 0,1 1,0-1,-1 0,1 1,-1-1,0 1,1-1,-1 1,1 0,-1 0,1 0,-1 0,0 0,-1 0,0 1,0 1,0 0,0 0,0 0,0 0,0 0,1 1,-1-1,1 1,-1 0,1-1,0 1,0 0,0 0,1 1,-1-1,1 0,0 0,0 1,0-1,0 1,0-1,1 1,0-1,-1 1,1-1,1 1,-1 0,0-1,1 1,0-1,0 0,0 1,0-1,0 1,1-1,-1 0,1 0,1 2,14 13</inkml:trace>
  <inkml:trace contextRef="#ctx0" brushRef="#br0" timeOffset="-3418.629">481 1,'0'13,"-2"19,-6 22,-5 19,-8 19,-5 11,-4 9,-5 1,0-3,1-8,4-11,7-13,7-18,7-20</inkml:trace>
  <inkml:trace contextRef="#ctx0" brushRef="#br0" timeOffset="-3128.306">602 68,'6'-5,"6"8,2 17,-1 18,-3 20,-6 17,-7 15,-8 7,-9 1,-6-2,-3-4,-1-9,1-9,2-10,3-12,2-13,5-12</inkml:trace>
  <inkml:trace contextRef="#ctx0" brushRef="#br0" timeOffset="-2836.56">27 428,'6'0,"22"0,27-2,31-3,24-3,20-3,7 1,-3 2,-11 3,-17 1,-25 5,-25 3,-23 7,-17 0</inkml:trace>
  <inkml:trace contextRef="#ctx0" brushRef="#br0" timeOffset="-2617.144">0 615,'27'9,"37"3,36-4,36-10,26-10,18-8,3-2,-11 2,-24 4,-30 5,-35 5</inkml:trace>
  <inkml:trace contextRef="#ctx0" brushRef="#br0" timeOffset="6317.654">8570 576,'-1'0,"1"1,-1 0,1-1,-1 1,0-1,1 0,-1 1,1-1,-1 1,0-1,1 0,-1 1,0-1,0 0,1 0,-1 0,0 0,0 1,1-1,-1 0,0 0,0 0,1 0,-1-1,0 1,1 0,-1 0,0 0,0-1,1 1,-1 0,0-1,1 1,-1 0,0-1,1 1,-1-1,1 1,-1-1,1 1,-1-1,1 0,-1 1,1-1,0 0,-1 1,1-1,0 0,0 1,-1-1,1 0,0 1,0-1,0 0,0 0,0 1,0-1,0 0,0 0,0 1,0-1,0 0,0 0,1 1,-1-1,0 0,1 1,-1-1,52-164,-1 27,-50 137,-1-1,1 1,0 0,-1-1,1 1,0 0,0 0,0 0,0 0,0 0,0 0,0 0,0 0,0 0,0 0,0 0,1 1,-1-1,0 0,1 1,-1-1,0 1,1 0,-1-1,1 1,-1 0,0 0,1 0,-1 0,1 0,-1 0,1 0,-1 1,0-1,1 0,-1 1,1-1,-1 1,0 0,0-1,1 1,-1 0,0 0,0 0,0 0,0 0,0 0,0 0,0 0,0 0,0 0,-1 0,17 20,-1 0,-1 1,-1 0,-1 1,-1 0,-2 1,0 1,0 1,-7-17,-1-5,0 0,0 1,-1-1,1 0,-1 1,0-1,0 1,0 0,-1-1,0 1,1 0,-2-1,1 1,-1 0,0 2,-1-5,-1-1,1 1,-1-1,0 0,1 0,-1 0,0-1,0 1,0 0,1-1,-1 0,0 0,0 0,0 0,0 0,0 0,1-1,-1 0,0 1,0-1,1 0,-1 0,0-1,1 1,-1 0,1-1,-1 1,1-1,0 0,0 0,0 0,-1-2,-57-57,91 52,229-82,-224 78,10-3,0-2,-1-2,33-20,-53 14,-25 26,1-1,-1 0,0 0,0 1,0-1,0 0,0 0,0 1,-1-1,1 0,0 0,0 0,0 1,-1-1,1 0,0 1,-1-1,1 0,-1 1,1-1,-1 0,1 1,-1-1,1 1,-1-1,1 1,-1-1,0 1,1-1,-1 1,0 0,0-1,1 1,-1 0,0 0,0 0,1-1,-1 1,0 0,0 0,-6-1,1-1,-1 1,1 1,-1-1,1 1,-1 0,1 1,-1-1,1 1,-1 1,1-1,0 1,0 0,-1 1,1-1,1 1,-1 0,0 1,1-1,0 1,-1 0,2 1,-1-1,0 1,1 0,0 0,0 0,0 1,1-1,0 1,0 0,0 0,1 0,0 0,0 1,1-1,-1 0,1 1,1-1,-1 1,1-1,0 1,1-1,-1 1,1-1,1 1,-1-1,2 3,5 4,0 0,1-1,1 0,0 0,0-1,1 0,0-1,1 0,1-1,-1-1,1 0,0 0,1-1,0-1,0-1,1 0,-1 0,9 0,13 6,0-1,1-2,1-2,-1-1,1-2,0-2,0-1,5-3,9-5</inkml:trace>
  <inkml:trace contextRef="#ctx0" brushRef="#br0" timeOffset="4809.419">6323 509,'0'-3,"0"3,0 0,0-1,0 1,0 0,0-1,0 1,0 0,0-1,0 1,0-1,0 1,0 0,1-1,-1 1,0 0,0-1,0 1,1 0,-1-1,0 1,0 0,0 0,1-1,-1 1,0 0,1 0,-1-1,0 1,1 0,-1 0,0 0,1 0,-1-1,0 1,1 0,-1 0,0 0,1 0,-1 0,1 0,-1 0,0 0,1 0,-1 0,0 0,1 0,-1 0,0 1,1-1,-1 0,0 0,1 0,-1 0,0 1,1-1,-1 0,0 0,1 1,-1-1,644 24,-474-17,-158-4</inkml:trace>
  <inkml:trace contextRef="#ctx0" brushRef="#br0" timeOffset="5131.69">7072 321,'2'0,"10"3,12 2,11 6,4 4,1 6,-6 5,-5 3,-8 5,-12 4,-14 3,-16 0,-15 1,-11-2,-7-4,0-6,6-5,12-7</inkml:trace>
  <inkml:trace contextRef="#ctx0" brushRef="#br0" timeOffset="9326.064">3596 1993,'-1'-2,"0"1,0-1,0 1,0-1,0 0,0 1,0-1,1 0,-1 0,1 1,0-1,-1 0,1 0,0 0,0 0,0 1,0-1,0 0,1 0,-1 0,0 0,1 1,0-1,-1 0,1 0,0-3,54-233,-55 235,15-52,-14 53,0 1,0-1,0 1,-1 0,2 0,-1-1,0 1,0 0,0 0,0 0,1 0,-1 0,0 0,1 1,-1-1,1 0,-1 1,1-1,-1 1,1 0,-1-1,1 1,0 0,-1 0,1 0,-1 0,1 0,0 0,-1 1,1-1,-1 0,1 1,1 0,15 5,1 1,-1 1,-1 1,1 1,-2 0,1 1,11 11,-24-19,0 1,0 0,0 0,-1 0,0 1,0-1,0 1,0-1,-1 1,1 0,-1 0,-1 0,1 1,-1-1,0 0,0 1,0-1,-1 0,0 1,0-1,0 1,-1-1,0 1,0-1,-1 10,0 73,2-84,1-1,0 0,0 0,0 0,0 1,0-1,1 0,-1 0,1-1,0 1,0 0,0 0,0-1,0 1,1-1,-1 0,1 0,-1 0,1 0,0 0,0-1,0 1,0-1,3 2,5-1,0-1,1 0,-1-1,0 0,0-1,1 0,-1 0,0-2,0 1,0-1,0-1,-1 0,1 0,-1-1,0-1,0 1,-1-2,0 1,0-1,0-1,-1 1,0-1,-1-1,1 0,-2 0,3-4,-2 3,-1 1,0-1,-1 0,-1-1,1 1,-2-1,1 1,-1-1,-1-1,0 1,-1 0,0 0,0-11,-1 22,0-1,0 0,0 1,0-1,0 1,0-1,0 1,0-1,0 1,0-1,0 1,-1-1,1 1,0-1,0 1,0-1,-1 1,1-1,0 1,-1-1,1 1,0 0,-1-1,1 1,-1 0,1-1,0 1,-1 0,1-1,-1 1,1 0,-1 0,1-1,-1 1,1 0,-1 0,1 0,-1 0,1 0,-1 0,1 0,-1 0,0 0,1 0,-1 0,1 0,-1 0,1 0,-1 1,1-1,-1 0,1 0,-1 1,1-1,0 0,-1 0,1 1,-1-1,1 1,0-1,-1 0,1 1,-1-1,-23 30,20-25,-1 1,2 0,-1 1,1-1,-1 0,2 1,-1 0,1 0,0 0,0 0,1 0,0 0,1 0,-1 0,1 1,0-1,1 0,0 0,0 0,1 0,0 0,0 0,0 0,1 0,0-1,0 1,1-1,0 0,0 0,3 3,0-4,0 0,1-1,0 0,0-1,0 1,0-1,0-1,1 0,-1 0,1 0,-1-1,1-1,0 1,4-1,33-3</inkml:trace>
  <inkml:trace contextRef="#ctx0" brushRef="#br0" timeOffset="10538.798">4518 1591,'27'-1,"0"-1,0-1,-1-1,1-2,-1-1,0-1,-1-1,0-1,0-1,-1-1,-1-2,0 0,-1-1,13-12,-27 21,-1-1,1 0,-1 0,0 0,-1-1,1 0,-2 0,1 0,-1-1,0 0,-1 0,0 0,-1-1,0 1,0-1,-1 0,0 0,-1 0,0 0,0 0,-1-4,0 13,0-1,-1 1,1 0,0-1,-1 1,1 0,-1 0,1-1,-1 1,1 0,-1 0,0 0,0 0,1 0,-1 0,0 0,0 0,0 0,0 0,0 0,0 0,-1 1,1-1,0 0,0 1,0-1,-1 1,1 0,0-1,-1 1,1 0,0 0,0 0,-1 0,1 0,0 0,-1 0,0 0,-44 29,31-6,0 0,2 1,1 0,1 1,1 1,2 0,0 0,2 0,-3 22,-6 44,3 0,5 1,4 1,4-1,4 0,8 30,-9-81,0-15,-1 0,-1 1,-1 0,-2-1,0 1,-2-1,-2 5,3-26,0 0,0-1,-1 1,0 0,0-1,0 1,-1-1,1 0,-1 0,0 0,-1-1,0 1,4-3,-1-1,1 0,-1 0,0 1,1-1,-1 0,0 0,0-1,0 1,0 0,1 0,-1-1,0 0,0 1,0-1,-1 0,1 0,0 0,0 0,0 0,0 0,0-1,0 1,0-1,0 1,0-1,1 0,-1 0,0 0,0 0,0 0,1 0,-1 0,1-1,-1 1,1 0,-1-1,1 0,-6-10,0 1,1-1,1 0,0-1,1 1,0-1,1 0,0 0,1 0,1 0,0 0,1-1,0-8,0 11,0 7,-3-32,1 1,2-1,2 0,1 0,2 0,7-26,-8 54,0 1,0 0,1 1,0-1,0 1,0 0,1 0,0 0,0 1,0 0,1 0,-1 1,1 0,1 0,-1 0,0 1,1 0,0 1,-1 0,1 0,0 0,0 1,0 0,0 1,4 0,31-9,128-44,-160 48,1 0,-1-1,0 0,-1-1,0 0,0-1,0 0,-1 0,0-1,-1 0,0-1,0 0,1-3,9-43,-17 55,-1-1,0 1,1 0,-1-1,0 1,0 0,0 0,0-1,0 1,0 0,-1-1,1 1,0 0,-1-1,1 1,-1 0,1 0,-1 0,0 0,1-1,-1 1,0 0,0 0,0 0,0 0,0 1,0-1,0 0,0 0,0 0,0 1,0-1,0 1,-1-1,1 1,0-1,0 1,-1 0,1 0,0-1,-1 1,0 0,-1 1,0 0,0 1,0-1,0 1,0-1,0 1,0 0,0 0,1 0,-1 1,1-1,0 0,-1 1,1 0,0-1,1 1,-1 0,0 0,1 0,0 0,-1 0,1 1,0-1,0 2,-1 4,-1 0,1 0,1 0,0 0,0 1,0-1,1 0,1 0,0 1,0-1,1 0,0 0,0 0,1-1,0 1,1 0,0-1,0 0,1 0,0 0,0-1,0 1,1-1,1 0,-1-1,1 0,0 0,1 0,-1-1,1 0,0 0,0-1,1 0,-1-1,1 0,0 0,0-1,0 0,8 1,-12-3,0 0,0 0,0 0,0-1,0 0,0 0,0 0,0-1,-1 0,1 0,0 0,-1 0,1-1,-1 0,0 1,0-2,0 1,0 0,-1-1,1 0,-1 1,0-2,0 1,0 0,-1 0,2-4,3-6,-1-1,0 0,-1 0,-1-1,0 0,-1 1,0-15,3-89,-6 117,-1 1,1 0,0 0,-1-1,1 1,0 0,0 0,0 0,0-1,0 1,0 0,0 0,0 0,1 0,-1-1,0 1,1 0,-1 0,1 0,-1 0,1 0,0 0,-1 0,1 0,0 0,0 0,-1 0,1 0,0 1,0-1,0 0,0 1,0-1,0 1,0-1,0 1,1-1,-1 1,0 0,0-1,0 1,0 0,1 0,125 30,-126-30,92 36,-90-34,0 0,0 0,0 1,0-1,0 0,0 1,0 0,-1 0,0 0,1 0,-1 0,0 0,0 1,-1-1,1 1,-1-1,0 1,0 0,0-1,0 1,-1 0,1 0,-1-1,0 4,-10 40,2 21,9-66,-1 0,1 0,0-1,0 1,1 0,-1 0,0-1,0 1,1 0,-1-1,1 1,0-1,-1 0,1 0,0 0,0 1,0-2,0 1,0 0,0 0,0-1,0 1,0-1,0 1,0-1,0 0,0 0,2 0,62-5,-52 2,0 0,0-1,0-1,0 0,-1-1,1 0,-2-1,1-1,-1 0,0 0,0-1,-1-1,-1 0,1 0,-2-1,1-1,-2 1,1-2,-2 1,0-1,0 0,3-11,-12 11,-10 28,6-5,1 0,0 1,1 0,0 0,0 0,1 0,1 0,0 1,0 0,1-1,1 1,0 0,0 4,1-13,-1 0,1-1,0 1,0 0,0-1,0 1,0-1,1 1,-1-1,1 0,-1 0,1 0,0 0,0 0,0 0,0 0,0 0,0-1,1 1,-1-1,0 1,1-1,-1 0,1 0,0 0,-1-1,1 1,0-1,-1 1,1-1,0 0,0 0,-1 0,1 0,0 0,-1-1,1 1,0-1,-1 0,1 0,0 0,-1 0,1 0,21-11</inkml:trace>
  <inkml:trace contextRef="#ctx0" brushRef="#br0" timeOffset="10785.688">6177 1391,'-3'14,"5"11,1 1</inkml:trace>
  <inkml:trace contextRef="#ctx0" brushRef="#br0" timeOffset="11227.239">6510 1965,'-8'-18,"1"0,0-1,1 1,1-2,1 1,1 0,1-1,0 0,1 1,1-1,1 0,1 0,1 1,1 0,0-1,1 1,2 0,1-2,-8 18,1 1,0-1,0 1,0 0,0-1,1 1,-1 0,0 0,1-1,0 1,-1 1,1-1,0 0,0 0,0 1,0-1,1 1,-1-1,0 1,1 0,-1 0,0 0,1 0,-1 1,1-1,0 0,-1 1,1 0,-1 0,1 0,0 0,-1 0,1 0,-1 1,1-1,5 6,-1-1,1 1,-1 0,-1 0,1 1,-1 0,0 0,-1 1,3 3,4 5,15 18,-17-24,-1 0,-1 0,0 1,0 0,-1 1,0-1,-1 1,-1 1,0-1,0 1,-1 0,-1 0,1 8,-3-2,-2-17,1 1,-1 0,1-1,0 1,0 0,0-1,0 1,0 0,1-1,-1 1,1 0,0-1,0 1,0-1,0 1,0-1,0 0,1 1,-1-1,1 0,0 0,-1 0,1 0,0 0,0 0,0-1,1 1,-1-1,0 1,1-1,6 0,0 0,0-1,0 0,0-1,0 0,0 0,0-1,0 0,-1 0,1-1,-1 0,1-1,-1 0,0 0,0-1,-1 0,0 0,1-2,5 0,-1-1,0-1,-1 0,1 0,-2-1,0-1,0 0,-1 0,0-1,-1 0,0 0,-1-1,0 0,-1-2,-5 15,0-1,0 0,-1 0,1 0,0 0,-1 0,1 0,-1 0,1 0,-1 0,0 0,0-1,1 1,-1 0,0 0,0 0,0 0,0 0,0-1,0 1,0 0,-1 0,1 0,0 0,0 0,-1 0,1 0,-1 0,1 0,-1 0,0 0,1 0,-1 0,0 0,0 0,1 0,-1 1,0-1,0 0,0 0,0 1,0-1,0 1,0-1,0 1,0 0,-1-1,1 1,0 0,0 0,0-1,0 1,0 0,0 0,-1 0,1 1,0-1,0 0,0 0,0 1,0-1,0 0,0 1,-1 0,-2 0,0 1,0 0,1 0,-1 0,1 0,-1 0,1 1,0 0,0-1,0 1,1 0,-1 1,0-1,1 0,0 1,0-1,0 1,0 0,1 0,-1-1,1 1,0 0,0 0,1 0,-1 0,1 1,0-1,0 0,0 0,1 0,-1 0,1 0,0 0,0 0,0 0,1 0,-1 0,1-1,0 1,0-1,0 1,1-1,-1 0,3 3,10 3,1 1,0-2,1 0,-1-1,1-1,1 0,-1-1,1-1,0-1,9 0,-6 1,73 12</inkml:trace>
  <inkml:trace contextRef="#ctx0" brushRef="#br0" timeOffset="7604.788">187 1913,'37'3,"-1"-1,1-2,0-1,-1-2,1-2,-1-1,-1-2,1-1,21-10,-28 10,-1-1,0-2,-1 0,0-2,-1-1,-1-2,0 0,-1-1,-1-2,12-13,-32 30,0 0,0 0,0 0,0 0,-1 0,1-1,-1 1,0-1,0 0,-1 0,1 0,-1 0,1 0,-1 0,-1 0,1 0,0 0,-1 0,0 0,0 0,0-1,-1 1,1 0,-1 0,0 0,0 0,0 0,-1 0,1 0,-1 0,0 1,0-1,-2-1,0 1,-1 1,1 0,-1 1,0-1,0 1,0 0,0 0,0 0,0 1,-1 0,1 0,0 0,-1 0,1 1,-1 0,1 0,-1 1,1 0,0-1,-1 2,1-1,0 1,0 0,0 0,0 0,0 0,0 1,1 0,-1 0,1 0,0 1,0 0,0-1,0 1,1 1,-1-1,-7 16,0-1,1 2,1 0,0 0,2 0,1 1,0 0,2 1,1-1,0 1,2-1,1 21,-3 406,5-238,-1-177,-1-1,-3 1,0-1,-2 0,-5 17,-4-9</inkml:trace>
  <inkml:trace contextRef="#ctx0" brushRef="#br0" timeOffset="8160.172">281 2180,'68'-28,"1"4,68-14,-87 25,494-120,-480 112,-64 21,0 0,-1 0,1 0,0 0,0 0,-1 0,1 0,0 0,0 0,-1 0,1 0,0 0,0 0,-1 0,1 0,0 0,0 0,0 0,-1-1,1 1,0 0,0 0,0 0,-1 0,1 0,0-1,0 1,0 0,-1 0,1 0,0-1,0 1,0 0,0 0,0 0,0-1,0 1,0 0,-1 0,1-1,0 1,0 0,0 0,0-1,0 1,0 0,0 0,0-1,1 1,-1 0,0 0,0 0,0-1,0 1,0 0,0 0,0-1,0 1,1 0,-1 0,0 0,0 0,0-1,0 1,-23-2,12 0,0 2,0-1,0 1,0 1,0 0,0 1,0 0,0 0,1 1,-1 0,1 1,0 1,0 0,0 0,1 0,-1 1,1 1,1 0,-1 0,1 0,1 1,-1 1,1-1,1 1,-1 0,-3 8,8-14,0 0,0-1,0 1,1 0,-1 0,1 1,-1-1,1 0,0 0,1 1,-1-1,0 0,1 1,0-1,0 1,0-1,0 1,0-1,1 0,0 1,-1-1,1 0,0 1,1-1,-1 0,1 0,-1 0,1 0,0 0,0 0,0-1,0 1,1-1,-1 1,1-1,0 0,-1 0,1 0,0 0,0 0,2 0,7-1,1 0,0-1,0-1,0 0,-1 0,1-1,-1-1,1 0,-1-1,0 0,0-1,0 0,-1-1,0 0,0-1,0 0,-1-1,0 0,7-8,-9 8,-1 1,0-1,0 0,-1 0,0-1,-1 0,0 0,0 0,-1-1,0 1,-1-1,0 0,0 0,-1 0,-1-1,1-9,-1 19,-1 0,0 0,1 0,-1 0,0 0,1 0,-1 0,0 0,0 0,0 0,0 0,0 0,0 0,0-1,-1 1,1 0,0 0,-1 0,1 0,0 0,-1 0,1 0,-1 0,0 1,1-1,-1 0,0 0,1 0,-1 1,0-1,0 0,0 1,0-1,1 0,-1 1,0-1,0 1,0 0,0-1,0 1,-1 0,1-1,0 1,0 0,0 0,0 0,0 0,0 0,0 0,0 0,0 1,0-1,0 0,-5 7,1-1,0 1,1 0,-1 1,2-1,-1 1,1 0,0 0,0 0,1 0,0 0,1 1,0-1,0 1,0-4,0 0,0 1,0-1,1 1,0-1,0 0,0 1,1-1,0 1,0-1,0 0,1 0,-1 1,1-1,1 0,-1-1,1 1,0 0,0-1,0 1,0-1,1 0,0 0,0 0,0-1,0 1,1-1,32 14,0-7</inkml:trace>
  <inkml:trace contextRef="#ctx0" brushRef="#br0" timeOffset="8550.174">1885 1859,'-16'0,"0"1,-1 0,1 1,0 1,0 0,1 2,-1-1,1 2,0 0,0 1,1 0,0 1,0 1,1 0,0 1,-1 1,12-9,0 0,0 0,0 0,0 0,0 0,0 0,0 1,1-1,-1 0,1 1,0-1,0 1,0 0,0-1,0 1,0 0,1 0,-1 0,1-1,0 1,0 0,0 0,0 0,1-1,-1 1,1 0,-1 0,1 0,0-1,0 1,0-1,1 1,0 1,4 2,1-1,0 1,0-2,1 1,-1-1,1 0,0 0,0-1,0 0,1 0,-1-1,1 0,-1-1,1 0,6 0,16 2,0-1,0-2,-1-1,1-1,0-2,0-1,-1-1,0-2,-1-1,1-1,-2-1,11-7,-31 15,-1-1,1 1,-1-1,0-1,0 0,0 0,-1 0,1 0,-1-1,-1 0,1-1,-1 1,0-1,-1 0,1 0,-1-1,-1 1,1-1,-4 6,0 0,0 1,0-1,0 0,0 0,0 0,0 1,0-1,-1 0,1 0,-1 1,1-1,-1 0,0 1,0-1,0 1,0-1,0 1,0-1,0 1,0-1,0 1,-1 0,1 0,-1 0,1 0,-1 0,1 0,-1 0,1 0,-1 1,0-1,0 0,1 1,-1-1,-64-2,61 4,1 0,-1 0,1 0,0 1,0 0,0 0,0 0,0 0,0 0,0 1,1 0,-1 0,1 0,0 0,0 0,0 1,0-1,1 1,-1 0,1 0,0 0,0 0,0 0,1 0,-1 1,1-1,0 0,0 1,1-1,-1 1,1-1,0 1,0-1,1 1,-1-1,1 1,0-1,0 0,1 1,-1-1,1 0,0 0,0 0,0 0,2 2,7 3,0 1,0-2,1 1,0-2,0 1,1-2,0 0,1 0,-1-1,1-1,0 0,0-1,0 0,1-1,-1-1,0-1,7 0,69 1,-5-5</inkml:trace>
  <inkml:trace contextRef="#ctx0" brushRef="#br0" timeOffset="12052.298">8529 1845,'22'-10,"0"-2,-1 0,-1-1,0-1,-1-1,0-1,-1-1,-1 0,15-20,-16 16,-1-2,-1 0,-1 0,-2-1,0 0,-1-1,-1-1,-2 1,0-1,-2-1,-1 1,-1-1,-1-4,-11-36,9 66,-1-1,1 1,-1-1,0 1,0-1,1 1,-1 0,0-1,0 1,0 0,0 0,0 0,-1 0,1 0,0 0,0 0,-1 0,1 0,0 1,-1-1,1 1,-1-1,1 1,-1-1,1 1,-1 0,0-1,1 1,-1 0,1 0,-1 0,1 1,-1-1,1 0,-1 1,0-1,1 0,0 1,-2 0,-8 5,1 1,-1 0,2 1,-1 0,1 0,0 1,1 0,0 0,0 1,1 0,0 0,1 1,0 0,-7 11,1 0,0 1,2 0,1 1,1 0,0 0,2 1,-1 11,5-24,1 1,0-1,1 0,0 0,1 0,0 0,1 0,0 0,1 0,1-1,-1 1,2-1,0 0,0 0,1 0,0-1,1 0,6 8,3-3,0-1,2 0,-1-2,2 1,-1-2,2-1,-1 0,2-2,-1 0,1-1,0-1,0-1,1-1,0 0,-1-2,1-1,15-1,-26 1,-1 0,1 0,-1-1,1-1,-1 0,0 0,1-1,-1-1,0 0,0 0,0 0,-1-2,1 1,-1-1,0 0,0-1,0 0,-1-1,0 1,0-2,-1 1,0-1,0 0,-1 0,0-1,-1 0,1 0,-2 0,1-1,0-5,-3 12,-1-2,0 1,0 0,0 0,0 0,-1 0,1-1,-1 1,-1 0,1 0,0 0,-1-1,0 1,0 0,0 0,-1 0,1 0,-1 0,0 0,0 1,0-1,-1 1,1-1,-1 1,0 0,0 0,0 0,0 0,0 0,-1 1,1 0,-1 0,0 0,1 0,-1 0,0 1,0-1,0 1,0 0,-1 0,1 1,0-1,0 1,-4 0,1 2,0 0,0 0,0 0,0 1,0 0,1 1,-1 0,1 0,0 0,0 0,1 1,-1 0,1 0,0 1,1 0,-1-1,1 1,0 1,0-1,1 1,0-1,0 1,1 0,0 0,-2 7,4-11,0-1,0 1,1 0,-1 0,0-1,1 1,0 0,0-1,0 1,0 0,0-1,0 1,0-1,1 0,0 1,-1-1,1 0,0 0,0 0,0 0,0 0,0-1,1 1,-1-1,0 1,1-1,-1 0,1 0,-1 0,2 0,3 2,1-1,-1 0,1-1,-1 0,1 0,0-1,-1 0,1 0,0-1,5-1,-6 1,1-1,-1 0,0 0,1-1,-1 0,0 0,0 0,-1-1,1 0,-1-1,0 0,0 0,0 0,-1 0,0-1,0 0,0 0,-1 0,0-1,0 1,0-1,-1 0,0 0,0-1,-1 0,-1 7,-1-1,1 1,-1 0,1-1,-1 1,1 0,-1-1,0 1,0-1,0 1,0-1,0 1,0-1,0 1,-1 0,1-1,0 1,-1-1,1 1,-1 0,1-1,-1 1,0 0,0 0,1 0,-1-1,0 1,0 0,0 0,0 0,0 0,0 0,-1 1,1-1,0 0,0 0,-1 1,1-1,0 1,-1-1,1 1,-1 0,1-1,0 1,-1 0,1 0,-1 0,0 2,-1 0,1 0,-1 1,1-1,0 1,0-1,0 1,1 0,-1-1,1 1,-1 0,1 0,0 0,0 0,0 0,1 1,-1-1,1 0,-1 0,1 0,0 1,0-1,1 0,-1 0,1 1,-1-1,1 0,1 2,1 2,-1-1,1 0,0 1,1-2,-1 1,1 0,0-1,1 1,-1-1,1 0,0-1,0 1,1-1,-1 0,1 0,0-1,0 1,2-1,120 36,-86-33,0-2,1-1,-1-3,17-2,0-4</inkml:trace>
  <inkml:trace contextRef="#ctx0" brushRef="#br0" timeOffset="12992.021">588 3156,'14'321,"-14"-313,3 40,-3-47,0 0,0 0,0 0,1 0,-1 0,0 0,0 0,1 0,-1 0,1 0,-1 0,1 0,-1 0,1 0,0-1,-1 1,1 0,0 0,0-1,-1 1,1 0,0-1,0 1,0-1,0 1,0-1,0 1,0-1,0 0,0 0,0 1,0-1,0 0,0 0,0 0,0 0,1 0,5-3,0 1,-1-2,1 1,0-1,-1 0,0 0,0 0,0-1,0 0,-1 0,3-4,-3 4,19-20,-1-2,-1 0,-1-2,-2 0,-1-1,-1-1,-1-1,2-12,-10 39,-7 26,-1-18,-2 50,8 95,-6-144,1 0,0-1,0 1,0 0,1-1,-1 1,1-1,0 1,0-1,0 0,0 0,1 0,-1 0,1 0,0-1,0 1,0-1,0 1,0-1,0 0,1 0,18 6</inkml:trace>
  <inkml:trace contextRef="#ctx0" brushRef="#br0" timeOffset="13375.299">1217 3169,'-1'16,"0"0,1 0,1-1,1 1,0 0,1 0,1-1,0 0,1 0,1 0,0 0,1-1,0 0,1 0,1-1,0 0,1 0,0-1,7 5,-15-14,1 0,0 0,0 0,0 0,0-1,0 1,0-1,1 0,-1 0,1 0,-1 0,1 0,0-1,0 0,0 0,0 0,0 0,0-1,0 1,0-1,0 0,0 0,0-1,0 1,0-1,0 0,0 0,0 0,-1-1,1 1,0-1,-1 0,1 0,-1 0,1 0,0-2,5-5,-1 0,0-1,-1 0,0-1,-1 1,0-1,0-1,-1 1,-1-1,0 0,-1 0,0 0,0 0,-2 0,1-1,-2 1,1-1,-2-6,-5-15,6 34,0-1,0 1,0-1,0 1,0-1,0 1,-1-1,1 1,0-1,0 1,-1-1,1 1,0 0,-1-1,1 1,0-1,-1 1,1 0,0-1,-1 1,1 0,-1-1,1 1,-1 0,1 0,0 0,-1-1,1 1,-1 0,1 0,-1 0,1 0,-1 0,0 0,1 0,-1 0,1 0,-1 0,1 0,-1 0,1 0,-1 1,1-1,-1 0,1 0,0 0,-1 1,1-1,-1 0,1 1,-1-1,1 0,0 1,-1-1,1 0,0 1,0-1,-1 1,1-1,-4 6,1 0,0 0,1 0,-1 1,1-1,1 0,-1 1,1 0,0-1,0 1,1 0,0-1,0 1,1 0,-1-1,1 1,1 0,0-1,2 6,0-1,2-1,-1 1,1-1,1 0,0 0,0-1,1 0,0 0,0-1,1 0,1 0,-1-1,1 0,0-1,0 0,1 0,0-2,0 1,0-1,1-1,5 2,41 12</inkml:trace>
  <inkml:trace contextRef="#ctx0" brushRef="#br0" timeOffset="14559.033">2687 2821,'-26'238,"-25"87,50-299,2-25,-1-1,0 1,0-1,0 0,0 1,0-1,1 1,-1-1,0 0,0 1,0-1,1 0,-1 1,0-1,1 0,-1 0,0 1,1-1,-1 0,0 0,1 1,-1-1,0 0,1 0,-1 0,1 0,-1 0,0 1,1-1,-1 0,1 0,-1 0,0 0,1 0,-1 0,1-1,-1 1,1 0,-1 0,0 0,1 0,-1 0,0 0,1-1,-1 1,1 0,-1 0,0-1,1 1,-1 0,0-1,0 1,1 0,-1-1,0 1,0 0,1-1,-1 1,0 0,0-1,0 1,0-1,0 1,0 0,1-1,43-52,39-34,-80 85,0-1,0 1,0 0,0-1,0 1,0 1,0-1,1 0,-1 1,0 0,1-1,0 2,-1-1,1 0,-1 1,1-1,0 1,0 0,-1 0,1 0,0 1,-1 0,1-1,0 1,-1 0,1 1,-1-1,0 1,1-1,-1 1,0 0,0 0,0 1,0-1,0 0,-1 1,1 0,0 1,0 0,0 0,-1 0,1 0,-1 0,0 1,0-1,0 1,-1 0,0-1,0 1,0 0,0 0,-1 0,0 0,0 0,0-1,-1 1,1 0,-1 0,0 0,-1-1,1 1,-1 0,0-1,0 1,0-1,-1 0,1 0,-1 0,0 0,0 0,-1-1,1 1,-1-1,0 0,1 0,-1 0,-1-1,-2 2,1 0,1-2,-1 1,0-1,0 0,0 0,0 0,-1-1,1 0,0 0,-1-1,1 1,0-2,-1 1,1-1,0 1,-1-2,1 1,-3-2,8 3,0-1,0 0,0 1,0-1,0 0,1 0,-1 1,0-1,0 0,1 0,-1 0,1 0,-1 0,0 0,1 0,0 0,-1 0,1 0,0 0,0-1,-1 1,1 0,0 0,0 0,0 0,0 0,0 0,1-1,-1 1,0 0,0 0,1 0,-1 0,1 0,-1 0,1 0,-1 0,1 0,0 0,-1 0,1 0,0 0,38-32,52-19,-72 44,-1 0,0-2,-1 0,0-1,-1-1,0 0,-1-1,-1-1,0 0,0-1,-2 0,0-1,5-9,-10 9,0 0,-2 0,0-1,0 0,-2 0,0 0,-1 0,-1-1,0 1,-2 0,0-1,0 1,-2 0,0 0,-1 0,-1 0,0 1,-1-1,-3-2,9 18,0-1,0 1,-1-1,1 1,0 0,-1-1,1 1,-1 0,0-1,1 1,-1 0,0 0,0 0,0-1,0 1,0 0,0 0,0 0,0 1,0-1,0 0,0 0,-1 1,1-1,0 0,-1 1,1 0,0-1,-1 1,1 0,-1-1,1 1,0 0,-1 0,1 0,-1 0,1 0,-1 1,1-1,0 0,-1 1,1-1,0 1,-1-1,1 1,-1 0,-4 7,1 1,-1 0,2 0,-1 0,1 0,0 1,1-1,0 1,1 0,0 0,1 0,-1 4,1-3,-8 37,3 1,2 0,3 0,1 0,4 18,-3-53,2 0,-1 0,2 0,0 0,0-1,2 1,-1-1,2 0,3 5,-7-12,1-1,0 0,1 0,-1 0,1 0,0 0,0-1,0 0,1 0,-1-1,1 1,0-1,0-1,0 1,1-1,-1 0,0 0,1-1,-1 0,1 0,0 0,4-2,1 0,-1-1,0 0,0-1,0 0,-1-1,1 0,-1 0,0-1,0-1,0 1,-1-2,0 1,0-2,0 1,-1-1,0 0,-1 0,0-1,0 0,-1-1,0 1,-1-1,2-4,-9 18,0 1,1 0,0-1,0 1,0 0,0 0,1 0,0-1,0 1,0 0,0 0,1 0,0 0,0-1,0 1,0 0,1-1,0 1,0-1,0 1,1-1,-1 0,1 0,2 2,0-3,1 0,0 0,0 0,0-1,0 0,0 0,1 0,-1-1,0 0,1-1,-1 1,1-1,-1 0,1-1,-1 1,1-1,-1-1,0 1,1-1,-1 0,0 0,0-1,0 0,-1 0,1 0,-1-1,1 0,-1 0,0 0,-1-1,1 0,-1 1,0-2,0 1,0 0,-1-1,0 1,0-1,0 0,-1 0,0-1,0 1,-1 0,1-1,-1 1,0-3,-2 5,0 0,0 0,0 0,-1 0,1 0,-1 1,0-1,0 1,0-1,-1 1,1 0,-1-1,0 1,0 1,0-1,0 0,0 1,0-1,-1 1,1 0,-1 0,0 1,0-1,1 1,-1-1,0 1,0 1,0-1,0 0,0 1,-1 0,1 0,0 0,0 0,0 1,0 0,0 0,0 0,0 0,0 0,1 1,-1 0,-1 1,0-2,0 0,0 1,0 0,1 0,-1 0,1 0,-1 1,1 0,0 0,0 0,0 0,0 0,1 1,-1 0,1 0,0 0,0 0,1 0,-1 1,1-1,0 1,0 0,0 0,1 0,-1-1,1 1,1 0,-1 1,1-1,-1 0,1 0,1 0,0 4,11 15</inkml:trace>
  <inkml:trace contextRef="#ctx0" brushRef="#br0" timeOffset="14820.292">4064 3182,'-21'-4,"-15"-2,-11 2,-7 7,0 7,1 7,8 7,12 6,13 3,17 0,21-1,20-4,21-4,17-6,15-6,7-8,3-8,-15-5</inkml:trace>
  <inkml:trace contextRef="#ctx0" brushRef="#br0" timeOffset="15470.232">5227 3143,'-12'1,"0"1,0 0,1 1,-1 0,1 1,0 0,0 1,0 0,0 1,1 0,0 1,1 0,-1 1,1-1,1 2,-1-1,1 1,1 1,0-1,-5 10,10-17,1 0,0 0,0 0,0 0,0 1,0-1,1 0,-1 0,1 1,0-1,-1 0,1 0,0 1,0-1,0 0,1 1,-1-1,0 0,1 0,0 1,-1-1,1 0,0 0,0 0,0 0,0 0,1 0,-1 0,1 0,-1-1,1 1,-1 0,1-1,0 1,0-1,0 0,0 0,0 1,0-1,0 0,0-1,0 1,0 0,1-1,-1 1,0-1,2 0,13 1,-1-2,0 0,0-1,0 0,0-1,0-1,0-1,-1 0,1-1,-2 0,1-2,-1 0,0 0,0-1,5-5,-11 7,0 0,0 0,0-1,-1 0,0 0,-1 0,1-1,-2 0,1-1,-1 1,-1-1,0 0,0 0,-1 0,0-1,-1 1,0-1,-1 0,0 1,0-1,-1 0,-1 0,-1-9,-1-2,-1 0,0 1,-2 0,0 0,-1 0,-2 1,0 0,-1 0,-1 1,0 1,-2 0,-5-6,17 22,0 1,0-1,0 0,0 1,0 0,0-1,0 1,-1 0,1 0,-1-1,1 1,0 0,-1 1,0-1,1 0,-1 0,0 1,1-1,-1 0,0 1,0 0,1-1,-1 1,0 0,0 0,0 0,1 0,-1 1,0-1,0 0,1 1,-1-1,0 1,0-1,1 1,-1 0,1 0,-1 0,1 0,-1 0,1 0,-1 0,1 1,0-1,0 0,-1 1,-4 10,0 0,1 0,0 0,1 1,0-1,1 1,0 0,1 0,1 0,0 9,0-15,-2 22,2-1,0 1,2-1,1 1,2-1,0 0,6 16,-6-31,0-1,0 0,1 0,1 0,0 0,0-1,1 0,1 0,0-1,0 0,1-1,0 1,1-2,0 1,0-1,1-1,7 5,-10-8,-1 0,1 0,-1 0,1-1,0 0,0-1,1 0,-1 0,0 0,1-1,-1-1,1 1,-1-1,1-1,-1 0,1 0,-1 0,0-1,1 0,-1-1,0 0,0 0,-1-1,1 0,-1 0,0-1,0 0,0 0,-1-1,1 1,-1-1,-1-1,1 1,-1-1,0 0,-1 0,1-1,-3 3,0 1,0-1,0 1,-1-1,0 0,0 0,0 0,0 0,-1 0,0 0,0 1,0-1,0 0,-1 0,0 0,0 0,0 0,-1 0,0 1,1-1,-2 1,1-1,0 1,-1 0,0 0,0 0,0 0,-1 0,1 1,-1 0,0-1,1 3,1 0,0 0,-1 0,1 0,0 1,-1-1,1 1,0 0,-1 0,1 0,-1 0,1 0,-1 0,1 1,0-1,-1 1,1-1,0 1,-1 0,1 0,0 0,0 0,0 1,0-1,0 0,0 1,0 0,0-1,1 1,-2 1,-34 64,35-61,1 0,0 0,0 0,0 0,1 0,0 1,0-1,1 0,-1 0,1 0,1 0,-1 0,1 0,0 0,0-1,1 1,0-1,2 5,18 19</inkml:trace>
  <inkml:trace contextRef="#ctx0" brushRef="#br0" timeOffset="16496.528">6297 2982,'31'71,"90"180,-116-241,1-1,0 0,0 0,1-1,0 1,1-1,-1-1,2 0,-1 1,-6-7,-1-1,1 1,-1 0,0 0,1-1,-1 1,1-1,0 1,-1-1,1 0,-1 1,1-1,0 0,-1 0,1 0,0 0,-1-1,1 1,-1 0,1-1,-1 1,1-1,-1 1,1-1,-1 0,1 0,-1 0,1 0,-1 0,0 0,0 0,0 0,0 0,1 0,-2-1,1 1,0 0,0-1,0 1,0-1,-1 1,1-1,-1 0,25-72,5-136,-30 371,0-158,-1 0,1 0,0 0,0-1,0 1,0 0,1 0,-1-1,1 1,0 0,-1 0,1-1,1 1,-1-1,0 1,1-1,-1 0,1 1,-1-1,1 0,0 0,0 0,0 0,0 0,1-1,-1 1,0-1,1 1,-1-1,1 0,-1 0,3 1,5-3,1 0,-1 0,0-1,0 0,0-1,0 0,-1 0,1-1,-1-1,0 1,0-1,0-1,-1 0,0 0,0-1,-1 0,1 0,-1-1,-1 1,5-8,-4 7,-1 0,0-1,0 0,-1 0,0 0,0 0,-1-1,-1 0,1 0,-2 0,1-3,-3 13,0 1,0-1,0 1,-1-1,1 0,0 1,-1-1,1 0,0 0,-1 1,1-1,0 0,-1 0,1 1,-1-1,1 0,0 0,-1 0,1 0,-1 0,1 0,0 0,-1 0,1 0,-1 0,1 0,-1 0,1 0,0 0,-1 0,1 0,-1 0,1 0,0 0,-1-1,1 1,-1 0,1 0,0-1,-1 1,1 0,0 0,-1-1,1 1,0 0,0-1,-1 1,1 0,0-1,0 1,-1-1,1 1,0 0,0-1,0 1,0-1,-7 11,1 0,0 1,1-1,0 1,1 0,0 1,0-1,1 1,1-1,0 1,1 0,0 0,1 0,0 0,1-1,1 7,-1-14,1 1,0 0,1-1,-1 1,1-1,0 0,0 0,0 0,1 0,-1 0,1-1,0 0,0 0,0 0,1 0,-1 0,1-1,-1 0,1 0,0 0,0-1,-1 1,2-1,6 2,0-1,0 0,0-1,1 0,-1-1,0 0,0-1,1 0,0-1,-2 0,-1-1,0 0,0 0,-1-1,1 0,-1-1,0 0,0 0,0-1,-1 0,1 0,-2-1,1 0,-1-1,0 0,0 0,-1 0,0-1,-1 1,0-2,0 1,-1 0,1-3,-6 15,1 0,0 0,-1 0,1 0,1-1,-1 1,0 0,1 0,0 0,-1 0,1 0,0 0,1-1,-1 1,0 0,1-1,-1 1,1-1,0 0,0 1,1-1,8 5,0-1,1-1,0 0,1 0,-1-1,1-1,-1 0,1-1,0 0,0-1,10-1,-18 1,2-1,129 0,-131-1,0 1,0-1,0-1,0 1,0-1,-1 0,1 0,0 0,-1 0,1-1,-1 0,0 0,0 0,0-1,0 1,-1-1,1 0,-1 0,0 0,0 0,-1-1,1 1,-1-1,1-3,-1 4,-1-1,0 1,0-1,-1 1,1-1,-1 1,0-1,0 1,0-1,-1 1,0-1,0 1,0 0,0-1,-1 1,0 0,1 0,-1 0,-1 0,1 0,-1 0,1 1,-1-1,0 1,-1 0,1-1,0 2,-1-1,0 0,1 1,-1-1,0 1,-3-1,2 1,0 0,0 0,0 0,0 0,0 1,0 0,0 0,-1 0,1 0,0 1,-1 0,1 0,0 1,-1 0,1 0,0 0,0 0,-1 1,1 0,0 0,1 0,-1 0,0 1,1 0,-1 0,1 0,0 1,-2 2,2-2,1 1,0 1,0-1,0 0,1 1,0-1,0 1,0 0,1 0,0 0,0-1,0 1,1 0,-1 0,2 0,-1 0,1 0,0 0,0 0,0 0,1 0,0-1,0 1,0-1,1 1,0-1,0 0,1 0,-1 0,1 0,0-1,0 1,0-1,1 0,0-1,-1 1,1-1,0 0,1 0,4 2,8 3,0-1,0 0,0-2,1 0,0-1,0-1,0-1,0 0,1-2,41 2</inkml:trace>
  <inkml:trace contextRef="#ctx0" brushRef="#br0" timeOffset="17228.327">8061 3143,'1'9,"0"1,1 0,0 0,0-1,1 1,0-1,1 0,0 0,1 0,-1 0,2-1,-1 0,1 0,0 0,1-1,0 0,0 0,1-1,-1 0,7 4,-8-6,-1 0,2-1,-1 1,0-1,1 0,-1-1,1 1,0-2,0 1,0-1,0 1,0-2,0 1,0-1,0 0,0-1,0 0,0 0,0 0,0-1,0 0,-1 0,1-1,-1 0,1 0,-1 0,0-1,0 0,2-2,-1 0,-1 0,1-1,-1 0,-1-1,1 1,-1-1,0 0,-1 0,0-1,0 1,-1-1,0 0,0 0,-1 0,0 0,-1 0,0 0,-1-1,0 1,0 0,-1-9,0 19,1-1,0 0,0 0,-1 0,1 1,0-1,-1 0,1 0,0 0,0 0,-1 0,1 1,0-1,-1 0,1 0,0 0,-1 0,1 0,0 0,-1 0,1 0,0 0,-1 0,1-1,0 1,-1 0,1 0,0 0,0 0,-1 0,1 0,0-1,0 1,-1 0,1 0,0 0,0-1,-1 1,1 0,0 0,0-1,0 1,-1 0,1-1,0 1,0 0,0 0,0-1,0 1,0 0,0-1,0 1,0 0,0-1,0 1,0 0,0-1,0 1,0 0,0-1,0 1,0 0,0-1,0 1,0 0,1 0,-1-1,0 1,0 0,-9 23,8-16,1 0,0 0,0-1,1 1,0 0,0-1,0 1,1 0,0-1,0 0,1 1,-1-1,1 0,1 0,-1-1,1 1,0-1,0 1,1-1,0-1,0 1,0-1,0 1,1-2,-1 1,1 0,0-1,0 0,0-1,1 1,-1-1,1-1,-1 1,1-1,-1 0,1 0,0-1,5 0,-5 1,0-1,1 0,-1 0,0 0,1-1,-1 0,0-1,0 1,0-1,0-1,0 1,0-1,0-1,-1 1,0-1,1 0,-2 0,1-1,0 0,-1 0,0 0,0-1,0 1,-1-1,0-1,0 1,-1 0,1-1,-1 0,1-3,2-23,6 60,-11-19,1 0,1-1,-1 1,1-1,0 1,1-1,0 0,0 0,0 0,1-1,0 1,1-1,-1-1,1 1,0-1,0 0,1 0,-1 0,1-1,0 0,1-1,-1 0,1 0,-1 0,5 0,-3-3,0 0,1 0,-1-1,0-1,-1 0,1 0,0 0,0-1,-1 0,0-1,1 0,-1-1,-1 1,1-1,-1-1,0 1,0-1,0-1,-1 1,0-1,0 0,-1-1,0 1,0-1,-1 0,0 0,0 0,-1-1,0 1,0-1,-1 0,1-7,-4 9,-7 29,6-18,1 0,-1 1,1-1,0 0,0 1,0-1,0 1,1-1,0 1,0-1,0 1,1-1,-1 1,1-1,0 1,0-1,1 0,-1 1,1-1,0 0,0 0,0 0,1 0,-1-1,1 1,0-1,0 1,1-1,-1 0,0 0,2 0,32 15,2-5</inkml:trace>
  <inkml:trace contextRef="#ctx0" brushRef="#br0" timeOffset="29985.086">909 4186,'-7'-14,"-6"-5,-11 2,-12 10,-12 15,-11 20,-7 24,-1 25,6 25,11 20,15 16,19 8,22-3,23-10,21-16,17-18,9-18,-8-23</inkml:trace>
  <inkml:trace contextRef="#ctx0" brushRef="#br0" timeOffset="32271.913">1190 4653,'1'-1,"0"0,1 0,-1 0,1 0,-1 0,1 0,-1 0,1 0,-1 1,1-1,0 1,0-1,-1 1,1 0,0-1,0 1,-1 0,1 0,0 0,0 0,-1 1,1-1,0 0,0 1,-1-1,1 1,0 0,-1 0,1-1,-1 1,1 0,-1 0,1 0,-1 1,0-1,0 0,1 0,-1 1,0-1,0 1,0 0,9 9,-2 0,1 1,-2 0,1 0,-2 0,1 1,-2 0,0 0,0 1,-2-1,1 1,-2 0,0 0,0 4,4 13,6-2,-12-28,1-1,-1 0,1 1,0-1,-1 0,1 0,-1 0,1 1,0-1,-1 0,1 0,0 0,-1 0,1 0,0 0,-1 0,1 0,0-1,-1 1,1 0,0 0,-1-1,1 1,-1 0,1-1,0 1,-1 0,1-1,-1 1,1-1,-1 1,0-1,1 1,-1-1,1 1,-1-1,0 1,1-1,-1 0,0 1,0-1,1 1,-1-1,20-31,-1 0,-2-2,-1 1,0-6,0 0,-11 62,-4-11,-2 1,1-1,1 0,0 1,0-1,1 0,1 0,0 0,1-1,0 1,1-1,5 9,-9-18,1 0,0 0,0 0,0 0,0-1,0 1,0-1,0 0,0 1,1-1,-1 0,0 0,1 0,-1-1,1 1,-1-1,1 1,-1-1,1 0,-1 0,1 0,-1 0,1 0,0 0,-1-1,1 0,-1 1,0-1,1 0,-1 0,1-1,66-46,-59 37,0 0,-1-1,0-1,-1 1,-1-1,0-1,-1 1,0-1,-1 0,1-4,0 10,-8 33,0-8,0-10,0 0,1 0,-1 1,1-1,1 1,-1-1,1 1,1-1,0 1,0-1,0 1,1-1,0 0,0 0,0 0,1 0,1 0,-1 0,1-1,0 1,0-1,1 0,0-1,3 4,3-4,0 0,1-1,-1 0,1-1,0-1,-1 1,1-2,1 0,-1 0,0-1,0-1,2 0,47-3</inkml:trace>
  <inkml:trace contextRef="#ctx0" brushRef="#br0" timeOffset="32867.178">2513 4760,'-21'-8,"0"1,-1 1,1 1,-1 1,-1 1,1 0,0 2,-1 1,0 1,15-1,0 0,1 0,-1 1,0 0,1 0,-1 1,1-1,0 2,-1-1,1 1,0 1,1-1,-1 1,0 0,1 0,0 1,0 0,0 0,1 1,0-1,0 1,0 0,1 0,0 1,0 0,0-1,1 1,0 0,0 1,1-1,0 0,-1 5,3-9,0-1,0 0,0 1,0-1,1 1,-1-1,1 1,-1-1,1 0,0 0,0 1,0-1,0 0,0 0,1 0,-1 0,1 0,-1 0,1 0,-1 0,1-1,0 1,0-1,0 1,0-1,0 0,0 0,1 0,-1 0,0 0,1 0,-1-1,2 1,4 1,0-1,0 0,1-1,-1 0,0 0,0-1,0 0,0 0,6-2,7-4,-1-1,0 0,0-2,-1 0,0-1,-1-1,-1-1,0 0,9-10,-21 18,1 1,-1-1,0 0,-1-1,1 1,-1-1,0 0,0 0,-1 0,0-1,0 1,0-3,-12 31,8-18,0-1,0 1,1-1,-1 1,1 0,-1-1,1 1,0 0,1-1,-1 1,1 0,-1-1,1 1,0-1,0 1,1-1,-1 1,1-1,0 0,-1 0,2 0,-1 0,0 0,0 0,1 0,0-1,-1 1,1-1,0 0,0 0,1 0,7 3,0-2,1 0,-1 0,1-1,-1 0,1-1,0 0,-1-1,1 0,0-1,0-1,-1 0,1 0,-1-1,0 0,0-1,0-1,0 1,0-2,-1 0,6-4,-11 7,0-1,0 0,-1 0,1 0,-1-1,0 1,0-1,0 0,-1 0,0 0,0-1,0 1,-1-1,1 0,-1 0,-1 1,1-1,-1 0,0-1,0 1,-1 0,0 0,0 0,-1-4,-2 37,2-16,0 0,1-1,0 1,1 0,1-1,-1 1,2-1,-1 1,1-1,1 0,0 0,0 0,1-1,0 1,1-1,0-1,1 1,-1-1,2 0,3 4,11 0</inkml:trace>
  <inkml:trace contextRef="#ctx0" brushRef="#br0" timeOffset="33134.46">2941 4386,'0'9,"0"3</inkml:trace>
  <inkml:trace contextRef="#ctx0" brushRef="#br0" timeOffset="34929.492">4131 4626,'13'5,"-1"1,0 1,0 0,0 0,-1 1,0 1,-1 0,0 0,0 1,-1 0,0 1,-1 0,0 0,-1 1,0 0,-1 0,0 0,-1 1,-1 0,0 0,0 0,-2 1,1-1,-2 1,0 0,22 69,-22-82,0 0,-1 0,1-1,0 1,0 0,-1 0,1-1,0 1,0 0,0-1,0 1,0-1,0 1,0-1,0 0,0 1,0-1,0 0,0 0,1 0,-1 0,0 0,0 0,0 0,0 0,0 0,0 0,0 0,0-1,0 1,0-1,0 1,0-1,0 1,0-1,0 1,0-1,1 0,32-31,-20 15,-1-1,-1 0,-1-1,-1 0,0-1,-2 0,0 0,-1-1,-1 0,-1 0,2-18,-6 47,0 1,0-1,1 1,1-1,-1 0,1 0,1 0,-1-1,1 1,5 6,-4-8,1 0,1 0,-1-1,1 0,0 0,0 0,1-1,-1 0,1 0,0-1,0 0,0-1,0 0,1 0,-1 0,1-1,-1-1,2 1,5-1,0 0,0-1,0 0,0-1,-1-1,1 0,-1-1,1-1,12-6,-16 7,-1 0,0-1,-1 0,1-1,-1 0,0 0,0-1,-1 0,0-1,-1 0,1 0,-1-1,-1 1,0-1,0-1,0 1,-2-1,1 0,-1 0,0-1,1-9,-5 21,0 0,-1-1,1 1,0-1,-1 1,1-1,-1 1,1-1,-1 1,1-1,-1 1,1-1,-1 1,1-1,-1 0,1 1,-1-1,0 0,1 0,-1 1,0-1,1 0,-1 0,0 0,1 0,-1 0,0 0,1 0,-1 0,0 0,1 0,-1 0,0 0,1-1,-1 1,1 0,-1 0,0-1,1 1,-1 0,1-1,-1 1,1-1,-1 1,1-1,-1 1,1-1,-1 1,1-1,0 1,-1-1,1 1,0-1,-1 0,1 1,0-1,0 0,0 1,-1-1,1 0,0 1,0-1,0 0,0 1,0-1,0 0,1 1,-4 3,0 1,0 0,0 0,1 0,0 0,-1 0,2 1,-1-1,0 0,1 1,0 0,0-1,0 1,1 0,0-1,0 1,0 0,0 0,1-1,-1 1,1 0,1-1,-1 1,1-1,-1 1,1-1,0 0,1 0,-1 0,1 0,0 0,0 0,0-1,0 1,1-1,-1 0,1 0,0 0,0-1,0 1,0-1,0 0,9 1,-1-1,1-1,-1 0,1-1,-1 0,1-1,0 0,-1-1,0-1,1 0,-1 0,0-1,-1-1,1 0,-1-1,0 0,0 0,0-1,-1-1,1 0,-3 1,0 0,-1-1,0 1,0-2,0 1,-1-1,0 0,-1 0,0 0,-1-1,0 0,0 1,-1-2,0 1,-1 0,1-7,-4 46,0-15,0-1,0 1,1-1,1 0,0 1,1-1,1 0,0 0,0 0,2 0,-1 0,3 3,-4-12,0-1,0 1,1-1,-1 1,1-1,-1 0,1-1,0 1,0-1,0 1,1-1,-1-1,0 1,1 0,-1-1,1 0,0 0,-1 0,1-1,0 0,-1 0,1 0,0 0,0-1,3 0,3-1,1 0,-1-1,0-1,1 1,-2-2,1 1,-1-2,1 1,8-8,-8 4,0-1,0-1,-1 0,-1 0,0-1,0 0,-1-1,-1 0,0 0,-1 0,0-1,-1 0,3-14,-11 35,1 0,0 0,0 0,1 0,0 0,0 0,1 0,0 0,0 0,1 1,0-1,0 0,0 0,1 0,0 0,0-1,1 1,0 0,0-1,1 0,0 0,0 0,0 0,1 0,2 2,5 0,1 0,-1-1,1 0,1-1,-1-1,1 0,0-1,0 0,0-1,1-1,-1 0,1-1,0-1,-1 0,1-1,-1 0,1-1,-1-1,0 0,0-1,0-1,0 0,-1-1,0 0,0-1,3-2,5-4,-1-1,0-1,-1-1,-1 0,-1-1,0-1,-1-1,-1 0,-1-1,-1-1,0 0,-2-1,0 0,-2-1,0 0,-2 0,0-1,-2 1,0-2,0-13,-3 23,0-1,-1 0,0 0,-2 0,1 0,-2 0,0 0,-1 0,-1 1,0-1,-1 1,-1 0,0 1,-1-1,-1 1,-2-3,8 15,1 0,-1 0,1 0,-1 0,0 0,0 0,1 1,-1-1,0 1,-1 0,1-1,0 1,0 0,-1 0,1 0,0 1,-1-1,1 0,-1 1,1 0,0-1,-1 1,1 0,-1 1,1-1,-1 0,1 1,-1-1,1 1,-1-1,1 1,0 0,0 0,-1 0,1 1,0-1,0 1,0-1,0 1,0-1,1 1,-1 0,-1 1,-2 7,1 0,0 0,0 0,1 0,0 1,1-1,0 1,0 0,2 0,-1-1,1 5,0-4,-4 22,3-1,0 1,2 0,2 0,0 0,3 0,0-1,3 0,0-1,2 1,1-2,2 0,1 0,12 17,-22-40,1 1,0-1,0 0,1 0,0-1,0 1,1-2,0 1,-1-1,2 0,-1-1,1 0,-1 0,1-1,0 0,1 0,-1-1,0-1,1 1,-1-1,0-1,1 0,-1 0,1-1,-1 0,1-1,-1 0,0 0,0-1,0 0,0-1,-1 0,8-4,6-10,-1-1,0 0,-2-2,0 0,-1-2,-2 1,0-2,-2 0,0-1,-2-1,0 0,-2 0,-1-1,-1-1,14-48,-4 0,-3-1,-3-1,-1-44,-10 100,-20 55,6 2,2 0,1 1,2 1,2 0,1 0,2 0,1 0,2 1,1-1,3 0,1 0,1 0,2-1,2 1,1-1,-7-26,-1 0,2 0,-1 0,1-1,1 1,0-1,0-1,1 1,0-1,0 0,1-1,0 0,0 0,0 0,1-1,0-1,1 1,-1-1,1-1,0 0,0 0,1-1,-1-1,0 1,2-2,-2 0,0-1,0 0,0 0,0-1,0-1,0 0,-1 0,1-1,-1 0,1-1,-1 1,0-2,-1 0,1 0,-1 0,0-1,0 0,0-1,-1 0,0 0,-1 0,1-1,-2 0,1 0,-1-1,0 1,-1-1,1 0,-2-1,1 0,-2 1,3-5,-5 20,-2 3,0 1,1-1,1 0,-1 1,2-1,-1 1,1-1,2 9,-2-15,0 0,0 0,0 0,0 0,0 0,1-1,-1 1,1 0,0-1,0 1,0-1,0 0,0 1,0-1,1 0,-1 0,1-1,-1 1,1 0,0-1,0 0,0 1,-1-1,1 0,0-1,1 1,-1 0,3-1,22-1,-2-5</inkml:trace>
  <inkml:trace contextRef="#ctx0" brushRef="#br0" timeOffset="35201.573">6978 4238,'7'5,"22"1,30 0,34-1,30-4,20-5,-14-1</inkml:trace>
  <inkml:trace contextRef="#ctx0" brushRef="#br0" timeOffset="35820.842">8770 4760,'2'-20,"1"0,1 1,0 0,2 0,0 0,1 0,1 1,9-14,-3 1,9-17,-3 0,-1-1,-3-1,-2-1,-2 0,-2-1,-2 0,-3 0,-2-26,-3 72,0 0,0 0,-1 0,0 0,0 0,0 0,-1 0,0 1,0-1,0 0,-1 1,-2-4,4 8,0 1,0-1,0 0,0 0,0 1,0-1,0 1,0-1,0 1,-1-1,1 1,0 0,0-1,-1 1,1 0,0 0,0 0,-1 0,1 0,0 0,0 0,-1 1,1-1,0 0,0 1,0-1,-1 1,1-1,0 1,0 0,0-1,0 1,0 0,0 0,0 0,0 0,1 0,-1 0,0 0,0 0,1 0,-12 15,0 1,2 1,0 0,1 0,1 1,0 0,2 0,0 0,1 1,1 0,1 0,0 12,-2-5,0 1,2-1,0 1,2 0,2 0,0 0,2-1,1 1,1-1,1 0,2 0,0 0,2-1,12 22,-20-43,1 1,0-1,1 0,-1 1,1-2,0 1,0 0,1-1,-1 0,1 0,0 0,0-1,0 1,1-1,-1-1,1 1,0-1,0 0,-1 0,1 0,1-1,-1 0,0 0,0-1,0 0,0 0,0 0,1-1,-1 1,0-2,0 1,0-1,0 0,0 0,-1 0,1-1,3-2,70-94,-79 99,0 0,0-1,0 1,0 0,1-1,-1 1,0-1,0 1,0 0,1-1,-1 1,0 0,0 0,1-1,-1 1,0 0,0-1,1 1,-1 0,0 0,1 0,-1-1,0 1,1 0,-1 0,1 0,-1 0,0 0,1 0,-1 0,0 0,1 0,-1 0,1 0,-1 0,0 0,1 0,-1 0,1 0,-1 0,0 0,1 0,-1 1,0-1,1 0,-1 0,0 0,1 1,-1-1,0 0,0 0,1 1,-1-1,0 0,0 1,1-1,-1 1,8 26,-4-12,-4-12,1-1,0 0,1 0,-1 0,0 1,1-1,-1 0,1-1,0 1,-1 0,1 0,0-1,0 1,0-1,1 1,-1-1,0 0,0 0,1 0,-1 0,0-1,1 1,-1 0,1-1,-1 0,1 0,-1 1,1-2,-1 1,1 0,-1 0,1-1,-1 1,0-1,1 0,-1 0,1 0,4-1,-1-1,1 0,0 0,-1-1,0 1,0-2,0 1,0 0,-1-1,1 0,-1-1,1-2,-2 4,-1 0,0 0,0 0,0 0,-1-1,0 1,1-1,-2 0,1 0,0 0,-1 0,0 0,0 0,-1 0,1 0,-1 0,0 0,-1 0,1 0,-1 0,0 0,0 0,0 0,-1 0,0 0,0 0,0 1,-1-1,1 1,-1-1,0 1,0 0,-1 0,1 1,-1-1,0 1,0-1,0 1,0 0,0 1,-1-1,1 1,-1 0,0 0,-2 0,1 1,0 1,-1 0,1 0,0 1,-1-1,1 1,0 1,-1-1,1 1,0 0,0 1,1-1,-1 1,0 0,1 1,0-1,0 1,0 0,0 1,0-1,1 1,0 0,0 0,0 0,1 0,0 1,0-1,0 1,0 0,1 0,0 0,0 0,1 0,-1 5,2-8,1 0,-1 0,1 0,-1 0,1-1,0 1,0 0,0-1,0 1,1 0,-1-1,1 1,-1-1,1 0,0 0,0 1,0-1,0-1,1 1,-1 0,3 1,25 15</inkml:trace>
  <inkml:trace contextRef="#ctx0" brushRef="#br0" timeOffset="36058.259">9853 4465,'-18'-6,"-13"-3,-13 0,-5 2,-2 7,6 8,9 6,9 9,15 4,16 3,19 0,18-3,17-3,14-6,9-5,-10-6</inkml:trace>
  <inkml:trace contextRef="#ctx0" brushRef="#br0" timeOffset="36886.929">10267 4639,'6'-1,"-1"-1,0 1,0-1,0-1,-1 1,1-1,0 0,-1 0,0 0,0 0,0-1,0 0,0 0,-1 0,1 0,-1 0,0-1,-1 1,1-1,-1 0,1-2,-4 3,0 1,-1 0,0 0,0 0,1 0,-2 0,1 0,0 1,-1-1,1 1,-1 0,0-1,1 1,-1 0,0 1,0-1,-1 0,1 1,0 0,0 0,-1 0,1 0,-1 0,1 1,-1-1,1 1,-4 0,4-1,-1 1,1 0,-1-1,1 1,-1 1,1-1,-1 0,1 1,-1 0,1 0,-1 0,1 0,0 0,0 1,0 0,-1-1,1 1,1 0,-1 1,0-1,0 0,1 1,0-1,-1 1,1 0,0 0,0 0,0 0,1 0,-1 0,1 1,0-1,0 0,0 1,0-1,1 1,-1-1,1 1,0-1,0 1,0-1,0 1,1-1,-1 1,1-1,0 1,0-1,0 0,1 1,-1-1,1 0,0 0,0 0,0 0,2 2,3 1,1 0,-1 0,1-1,1 0,-1-1,1 0,-1 0,1-1,0 0,0 0,1-1,-1-1,1 1,-1-1,1-1,-1 0,1 0,-1-1,0 0,8-2,-13 2,-1 0,1 0,0-1,-1 1,0-1,1 1,-1-1,0 0,0 0,0-1,0 1,0-1,-1 1,1-1,-1 0,0 0,0 0,0 0,0 0,0-1,0 1,-1-1,0 1,0-1,0 1,0-1,0 0,-1 1,0-1,1 0,-1 1,-1-2,12 47,-10-40,1 0,-1 1,1-1,0 0,-1 0,1 0,0 0,0 0,0 0,1-1,-1 1,0-1,1 0,-1 1,1-1,-1 0,1 0,-1-1,1 1,0 0,-1-1,1 0,0 0,-1 1,1-1,0-1,0 1,-1 0,1-1,0 0,-1 1,1-1,5-2,-1 0,0 0,0-1,0 1,0-1,0-1,-1 0,0 0,0 0,4-5,0-5,-1 0,0-1,-1 0,-1 0,-1-1,0 0,-1 0,-1 0,-1-1,0 1,-1-1,-1 0,-1 0,-1-15,1 32,1-200,-23-165,10 269,6 90,3 23,1 86,3 0,6 1,12 59,-18-150,32 333,-13-261,-20-82,1 0,0-1,0 1,0 0,0 0,0 0,1-1,-1 1,0 0,1-1,-1 0,1 1,-1-1,1 0,0 1,0-1,0 0,-1-1,1 1,0 0,0 0,0-1,0 1,0-1,0 0,1 1,-1-1,0 0,0 0,0 0,0-1,0 1,0 0,0-1,0 1,0-1,0 0,1 0,7-6,0 0,-1 0,0-1,-1 0,0-1,0 0,-1 0,0-1,0 1,-1-2,0 1,-1-1,-1 1,1-1,-2-1,1 1,-2 0,2-7,8-38,-28 84,7-6,0-1,1 2,2-1,0 1,1 0,1 0,1 1,3-21,0-1,1 1,-1 0,0 0,1-1,-1 1,1 0,0-1,0 1,0-1,0 1,0-1,0 0,1 1,0-1,-1 0,1 0,0 0,0 0,0 0,0 0,0-1,0 1,0-1,1 1,-1-1,1 0,-1 0,1 0,-1 0,1-1,0 1,-1 0,1-1,0 0,-1 0,1 0,1 0,74-6,-40-4</inkml:trace>
  <inkml:trace contextRef="#ctx0" brushRef="#br0" timeOffset="37134.38">10935 4319,'-18'-5,"-8"-3,-3-3,3-2,4-3,5-4,4 3</inkml:trace>
  <inkml:trace contextRef="#ctx0" brushRef="#br0" timeOffset="37304.996">10588 4012,'20'-3,"21"3,17 0,14 0,-4 1</inkml:trace>
  <inkml:trace contextRef="#ctx0" brushRef="#br0" timeOffset="37508.148">11229 4452,'-6'19,"-3"9,0 6,2 1,3-3,5-7,8-8,4-8,5-12,-1-4</inkml:trace>
  <inkml:trace contextRef="#ctx0" brushRef="#br0" timeOffset="37770.56">11216 3890,'-9'14,"2"11,6 11,12 5,5-3</inkml:trace>
  <inkml:trace contextRef="#ctx0" brushRef="#br0" timeOffset="37771.56">11430 4746,'-2'21,"-1"15,0 11,-2 7,-2 5,-9 2,-20 0,-29-2,-3-11</inkml:trace>
  <inkml:trace contextRef="#ctx0" brushRef="#br0" timeOffset="38791.363">1404 5856,'6'60,"-5"-36,1 1,2 0,0-1,2 0,0 0,2 0,8 18,-15-40,0 0,-1 0,1 0,0 0,1 0,-1-1,0 1,0-1,1 1,-1-1,1 1,-1-1,1 0,-1 1,1-1,0 0,0 0,0 0,0-1,-1 1,1 0,0-1,0 1,0-1,0 0,1 1,-1-1,0 0,0 0,0-1,0 1,0 0,0-1,0 1,0-1,0 1,0-1,-1 0,1 0,1 0,11-9,0-1,0 0,-1-1,0 0,-1-1,-1 0,0-1,0 0,-2-1,0 0,0-1,-2 1,0-2,-1 1,0-1,1-9,-17 124,10-94,-1 0,1 1,0-1,1 1,-1-1,1 1,-1-1,1 1,1-1,-1 0,0 1,1-1,0 0,0 0,1 0,-1-1,1 1,-1 0,1-1,0 0,1 0,-1 0,0 0,1 0,0 0,-1-1,1 0,0 0,0 0,1 0,-1-1,0 1,0-1,1 0,23 2</inkml:trace>
  <inkml:trace contextRef="#ctx0" brushRef="#br0" timeOffset="39127.462">2018 5883,'-3'10,"-1"0,2 0,-1 0,1 0,1 1,0-1,0 0,1 1,0-1,1 1,0-1,3 8,-3-12,0-1,1 0,0 0,0 0,0 0,1-1,-1 1,1-1,0 1,1-1,-1 0,1 0,0 0,0-1,0 1,0-1,1 0,-1 0,1 0,0-1,-1 0,1 0,0 0,1 0,0-1,2 0,0-1,-1 0,1 0,0-1,0 0,-1 0,1-1,-1 0,1 0,-1-1,0 0,0 0,0 0,0-1,-1 0,1-1,-1 0,0 0,0 0,-1 0,0-1,0 0,0 0,0-1,-1 1,0-1,-1 0,1 0,-1 0,-1 0,1-1,-1 1,-1-1,1 1,-1-1,-1 0,1 7,-1 1,1 0,-1 0,0-1,1 1,-1 0,0-1,0 1,1-1,-1 1,0 0,0-1,0 1,1-1,-1 1,0-1,0 1,0 0,0-1,0 1,0-1,0 1,0-1,0 1,0-1,0 1,0-1,0 1,0 0,-1-1,1 1,0-1,0 1,0-1,-1 1,1 0,0-1,0 1,-1 0,1-1,0 1,-1 0,1-1,0 1,-1 0,1 0,-1-1,1 1,0 0,-1 0,1 0,-1 0,1 0,-1-1,1 1,-1 0,1 0,-1 0,1 0,0 0,-1 0,1 0,-1 1,1-1,-1 0,1 0,-1 0,1 0,-1 1,-2 5,0 0,0 0,0 1,1-1,0 1,1 0,-1 0,1-1,0 1,1 0,0 0,0 0,0 0,2 5,-2-7,1-1,1 1,-1-1,1 0,-1 1,1-1,0 0,1 0,-1 0,1 0,0-1,0 1,0-1,0 0,1 1,-1-1,1-1,0 1,-1-1,1 1,1-1,-1 0,1 0,103 24,-52-21</inkml:trace>
  <inkml:trace contextRef="#ctx0" brushRef="#br0" timeOffset="39501.159">2915 6017,'-13'-7,"-1"2,1-1,-1 2,0 0,0 0,0 2,-1-1,1 2,0 0,-13 1,24 1,0-1,0 1,0 0,0 0,0 0,0 0,0 0,1 1,-1-1,0 1,1 0,-1 0,1 0,0 0,-1 0,1 0,0 1,0-1,0 1,1-1,-1 1,1 0,-1 0,1-1,0 1,0 0,0 0,1 0,-1 1,1-1,0 0,-1 0,1 0,1 0,-1 0,0 0,1 0,-1 0,1 1,0-2,0 1,0 0,1 0,-1 0,1 0,-1-1,1 1,0-1,0 1,0-1,1 0,1 2,3 0,0-1,0 1,0-1,0-1,1 1,0-1,-1-1,1 0,0 0,-1 0,1-1,0 0,0 0,0-1,-1 0,1 0,0-1,-1 0,1-1,-1 1,0-2,0 1,0-1,0 0,0 0,-1 0,0-1,0 0,0-1,-1 1,1-1,-1 0,-1 0,1-1,1-3,-5 9,0 0,0 0,-1 0,1 0,0 0,0 0,-1 0,1 0,0-1,-1 1,1 0,-1 0,0-1,1 1,-1 0,0-1,0 1,0 0,0-1,0 1,0 0,0-1,0 1,-1 0,1-1,-1 1,1 0,-1 0,1-1,-1 1,1 0,-1 0,0 0,0 0,0 0,0 0,0 0,0 0,-1-1,0 3,1-1,-1 1,0 0,0 0,0-1,1 1,-1 0,0 1,1-1,-1 0,1 0,-1 1,1-1,0 1,0-1,-1 1,1 0,0-1,0 1,1 0,-1 0,0-1,1 1,-1 0,1 0,-1 0,1 0,0 0,0 0,0 0,0 0,0 0,0 0,1 0,-1 0,0 0,1 0,0-1,-1 1,2 1,2 1,0 1,1-1,0 0,0 0,0-1,1 0,-1 0,1 0,-1 0,1-1,0 0,0 0,0 0,1-1,-1 0,4 0,-1 1,45 8</inkml:trace>
  <inkml:trace contextRef="#ctx0" brushRef="#br0" timeOffset="41046.602">4518 5950,'-10'-1,"0"0,-1 1,1 0,0 1,0 0,-1 1,1 0,0 1,0 0,1 0,-1 1,1 0,-1 1,1 0,1 0,-1 1,1 0,0 1,0 0,1 0,-1 0,2 1,-1 0,-3 7,9-14,0 1,0-1,1 0,-1 1,1-1,-1 0,1 1,-1-1,1 1,0-1,0 1,0-1,-1 1,2-1,-1 1,0-1,0 1,0-1,1 0,-1 1,0-1,1 1,0-1,-1 0,1 1,0-1,-1 0,1 0,0 1,0-1,0 0,0 0,0 0,0 0,1 0,-1-1,0 1,0 0,1 0,-1-1,0 1,1-1,-1 1,1-1,-1 0,1 1,-1-1,1 0,-1 0,1 0,-1 0,0 0,1-1,-1 1,1 0,-1-1,1 1,-1-1,16-2,-1-1,1-1,-1 0,-1-1,1-1,-1 0,0-2,-1 1,1-2,-2 0,0 0,0-2,9-9,-9 7,-1 0,0-1,0 0,-2-1,0 0,0-1,-2 0,0-1,-1 1,-1-2,0 1,-2 0,0-1,-1 0,-1 0,-1 0,0 0,-2 0,0-1,-1 1,-1 1,0-1,-2 0,-3-7,-24-27,31 53,0-1,1 0,-1 0,0 0,-1 0,1 1,0-1,0 1,0-1,0 1,0-1,-1 1,1-1,0 1,0 0,-1 0,1 0,0 0,0 0,-1 0,1 0,0 0,0 0,-1 1,1-1,0 0,0 1,0-1,-1 1,1-1,0 1,0 0,0-1,0 1,0 0,0 0,0 0,0 0,1 0,-1 0,0 0,0 0,1 0,-1 1,-6 10,1 1,0-1,1 1,0 1,1-1,1 1,0-1,1 1,-1 11,3-22,-3 21,1 0,0 1,2-1,1 1,1-1,1 1,2-1,5 19,-7-32,0 0,2 0,-1-1,1 1,1-1,-1 0,2-1,-1 1,2-1,-1-1,1 1,0-1,1 0,0-1,0 0,1-1,-1 0,1 0,8 2,-12-4,1-1,-1 0,1-1,0 0,0 0,0 0,0-1,1 0,-1 0,0-1,0 0,1 0,-1-1,0 0,0 0,0-1,0 1,0-2,0 1,0-1,-1 0,1 0,-1-1,0 0,0 0,0 0,0-1,-1 0,0 0,0 0,0-1,-1 0,0 0,2-4,0 0,-1-2,0 1,-1-1,-1 1,0-1,0 0,-1 0,0-4,-2 16,0 0,-1 0,1 0,0 0,0 0,0 0,0 0,0 0,-1 0,1 0,0 0,0 0,0-1,0 1,0 0,0 0,0 0,-1 0,1 0,0 0,0 0,0-1,0 1,0 0,0 0,-5 17,2 80,3-93,1-1,-1 1,1-1,0 0,0 1,1-1,-1 0,1 0,-1 0,1 0,0 0,0 0,0 0,1-1,-1 1,1-1,-1 1,1-1,0 0,0 0,0 0,0-1,0 1,1-1,-1 1,1-1,4 0,0 0,0 0,0 0,0-1,0-1,0 1,0-1,0 0,0-1,-1 0,1 0,0-1,-1 0,0-1,1 1,-1-1,-1 0,1-1,0 0,-1 0,0 0,-1-1,1 0,-1 0,0 0,0-1,-1 0,0 1,0-2,0 1,-1 0,0-2,3-4,-2 50,-4-33,-1 0,1 0,1 0,-1 0,0 0,1-1,0 1,0 0,0-1,1 1,-1 0,1-1,0 0,-1 1,2-1,-1 0,0 0,1 0,-1 0,1 0,0-1,0 1,0-1,0 0,0 0,1 0,-1 0,1 0,-1-1,1 0,0 0,2 1,8-1,-1-2,1 1,-1-2,0 0,1 0,-1-1,0-1,0 0,-1-1,1 0,-1-1,0 0,-1-1,1-1,-1 0,-1 0,0-1,0 0,0-1,-1 0,-1 0,0-1,6-10,24-49,-36 72,-22 167,7 35,8 0,21 173,-16-371,0-7,-1-3,-17-135,6 0,5-94,5 194,2 0,1 0,3 0,1 1,1 0,2 0,13-35,-20 69,1-1,-1 1,1-1,0 1,0-1,0 1,1 0,-1 0,1 0,0 1,0-1,1 1,-1-1,1 1,0 0,0 0,0 1,0-1,0 1,0 0,1 0,-1 0,1 1,-1-1,1 1,0 0,-1 0,1 1,0 0,0 0,0 0,3 0,2 5,0 1,0 0,0 1,-1-1,0 2,0-1,-1 1,0 1,0 0,-1 0,0 0,-1 1,0 0,0 0,-1 0,3 10,-5-13,0-1,-1 0,0 0,-1 1,1-1,-1 1,0 0,-1-1,1 1,-2 0,1 5,-1-10,1 1,-1 0,0-1,0 1,0 0,0-1,0 1,-1-1,1 0,-1 1,1-1,-1 0,0 0,0 0,0 0,0 0,0-1,0 1,-1 0,1-1,-1 0,1 1,-1-1,1 0,-1-1,0 1,1 0,-1-1,0 1,1 0,0-1,0 1,0 0,0-1,0 0,0 1,0-1,0 0,0 0,0 0,0 0,0 0,0 0,0-1,0 1,0-1,0 0,0 1,1-1,-1 0,0 0,0 0,0 0,1 0,-1-1,1 1,-1 0,1-1,-1 1,1-1,0 0,0 1,0-1,0 0,0 0,0 0,0 1,1-1,-1 0,0 0,1 0,0 0,-1 0,1 0,0 0,0 0,0-1,1 1,-1 0,0 0,1 0,-1 0,1 1,0-1,0 0,-1 0,1 0,1-1,3-2,0 0,0 1,1-1,-1 1,1 1,0-1,0 1,0 0,0 0,0 0,1 1,-1 0,1 1,0-1,0 1,-1 1,1-1,0 1,0 0,0 0,0 1,-1 0,1 1,0-1,-1 1,1 0,-1 1,1 0,1 1,36 37,-41-37,0 1,1-1,0 0,0 0,0 0,0 0,0-1,1 0,0 0,0 0,-1 0,2-1,-1 0,0 0,0 0,1-1,-1 1,1-1,-1-1,4 1,0-3,0 0,0-1,0 0,0 0,0-1,-1 0,0-1,1 0,-2 0,1 0,-1-1,0-1,0 1,0-1,-1 0,0 0,-1-1,1 0,-2 0,1 0,-1-1,0 1,-1-1,0 0,0 0,-1 0,0-1,-1 1,0 0,0-1,-1 1,0-6,-1 12,1 0,0-1,-1 1,0 0,0 0,0 0,0 0,0 0,0 0,-1 0,0 0,1 0,-1 1,0-1,0 1,-1-1,1 1,0 0,-1 0,0 0,1 0,-1 0,0 1,0-1,0 1,0 0,0-1,0 1,0 1,0-1,-1 0,1 1,0 0,0 0,-1 0,1 0,0 0,0 1,-1-1,1 1,0 0,0 0,-2 1,-2 1,1 1,0-1,0 1,0 1,0-1,0 1,1 0,0 0,0 1,1-1,-1 1,1 0,0 1,1-1,0 1,0-1,0 1,1 0,-1 0,2 0,-1 0,1 0,0 1,1-1,0 0,0 1,0-1,1 0,0 0,0 1,1-1,0 0,0 0,1 0,0-1,0 1,1-1,-1 1,1-1,1 0,-1-1,1 1,0-1,0 0,1 0,-1 0,3 0,68 15,-41-19</inkml:trace>
  <inkml:trace contextRef="#ctx0" brushRef="#br0" timeOffset="41337.998">6364 5536,'-9'-8,"0"1,0 0,-1 0,0 1,0 0,-1 1,1 0,-12-3,19 7,0 1,1-1,-1 0,0 1,0 0,0-1,0 1,0 0,0 1,0-1,0 1,0-1,0 1,0 0,0 0,0 0,0 0,1 0,-1 1,1 0,-1-1,1 1,-1 0,1 0,0 0,0 0,0 1,0-1,0 0,1 1,-1-1,1 1,-1 0,1 0,0-1,0 2,-3 7,1 0,1 0,0 0,0 0,1 0,0 0,1 0,0 0,1 1,0-1,1 0,1 0,-1 0,1-1,1 1,0-1,6 10,6 11,1-1,2 0,1-2,1 0,5 3,81 87,-102-114,-1 0,1-1,0 1,0-1,0 0,0 0,1-1,-1 0,1 1,-1-2,1 1,0-1,0 0,0 0,0 0,-1-1,1 0,0 0,0-1,0 0,0 0,0 0,45-7,1-1</inkml:trace>
  <inkml:trace contextRef="#ctx0" brushRef="#br0" timeOffset="42231.223">8382 5843,'-15'-9,"-1"1,1 1,-1 0,-1 1,1 1,-1 0,0 2,0 0,0 0,-1 2,8 0,1 1,0 0,0 1,-1 0,1 0,0 1,0 0,0 1,0 0,1 0,-1 1,1 0,0 1,0 0,0 0,1 0,0 1,0 0,-2 3,6-7,1 0,-1 0,1 0,-1 0,1 0,0 1,0-1,0 1,0 0,1-1,-1 1,1 0,0 0,0 0,0 0,0 0,0 1,0-1,1 0,0 0,-1 0,1 1,1-1,-1 0,0 0,1 0,-1 1,1-1,0 0,0 0,0 0,1 0,-1 0,1-1,0 1,-1 0,1-1,0 1,1-1,-1 1,0-1,1 0,-1 0,1 0,-1 0,1-1,2 2,8-1,0 0,1-1,-1 0,0-1,1 0,-1-1,0-1,1 0,-1-1,0 0,0-1,-1 0,1-1,-1-1,0 0,0 0,-1-1,0-1,0 0,1-2,61-74,-60 65,-26 94,11-72,1 0,0 1,1-1,-1 0,0 1,1-1,0 1,0-1,0 0,0 1,0-1,1 1,0-1,-1 0,1 1,0-1,1 0,-1 0,1 0,-1 0,1 0,0 0,0 0,0 0,0-1,1 1,-1-1,1 0,0 0,-1 0,1 0,0 0,0 0,0-1,2 1,8-1,-1-1,1 0,0-1,0-1,-1 0,1 0,-1-1,1-1,-1 0,0-1,-1 0,1-1,-1 0,0-1,9-7,-2 1,-1-1,0-1,-1-1,-1 0,0-1,-1 0,-1-1,-1-1,-1 0,0 0,-2-1,0 0,-1-1,0-4,5-20,-1 0,-3-1,-2 0,-2-1,-1 0,-3-8,-9-27,8 81,0 1,-1-1,1 0,0 1,0-1,0 0,-1 1,1-1,0 1,-1-1,1 1,0-1,-1 1,1-1,-1 1,1-1,-1 1,1-1,-1 1,1 0,-1-1,1 1,-1 0,0-1,1 1,-1 0,0 0,1 0,-1 0,1 0,-1-1,0 1,1 0,-1 0,0 0,1 1,-1-1,0 0,1 0,-1 0,0 0,1 1,-1-1,1 0,-1 1,1-1,-1 0,0 1,1-1,-1 1,1-1,0 0,-1 1,1 0,-1-1,1 1,0-1,-1 1,1 0,-10 11,0 1,1 1,1 0,0 0,1 1,0 0,1 0,1 0,0 3,3-15,-11 36,2 1,1 0,2 0,2 1,-1 31,6-54,1 0,0 0,2 0,0 0,1 0,0-1,2 1,0-1,1 0,1 0,0-1,1 0,1 0,5 6,-7-14,0 1,1-1,0 0,1 0,0-1,0 0,0-1,1 0,0 0,0-1,0-1,1 0,0 0,4 1,-8-4,-1 1,1-1,-1 0,1 0,0-1,-1 0,1 0,0-1,-1 0,1 0,-1 0,1-1,-1 0,0 0,1-1,-1 0,0 0,-1 0,1 0,-1-1,1 0,-1-1,0 1,0-1,-1 0,7-13,0 0,-2-1,0-1,-1 0,-1 0,-1 0,-1-1,0 0,-2 0,0 0,-2 0,0 0,-2-1,3 3,15-297,-15 302,-1 23,-17 165,10-145,1 0,1 1,2-1,1 1,1-1,2 1,1-1,1 0,1 0,2 0,0-1,6 11,-10-32,1 0,0 1,0-2,1 1,-1 0,1-1,1 0,-1 0,1-1,0 1,0-1,1 0,0-1,0 0,-6-3,0 0,0 0,0-1,1 1,-1-1,0 1,1-1,-1 0,0 1,1-1,-1 0,0 0,1 0,-1 0,1 0,-1 0,0 0,1 0,-1-1,0 1,1 0,-1-1,0 1,1-1,-1 0,1 0,9-11</inkml:trace>
  <inkml:trace contextRef="#ctx0" brushRef="#br0" timeOffset="42490.61">8944 5615,'18'0,"20"0,19 0,16 0,13 0,4 3,-2 2,-16 1</inkml:trace>
  <inkml:trace contextRef="#ctx0" brushRef="#br0" timeOffset="42755.898">9585 5736,'-4'0,"-3"0,0 0,-1 0,1 1,0 0,-1 0,1 1,0 0,0 0,0 1,0 0,1 0,-1 0,1 1,-1 0,1 0,1 1,-1 0,1 0,-1 0,1 0,1 1,-1 0,1 0,-1 2,3-4,-1 1,1-1,0 1,1-1,-1 1,1 0,0 0,0 0,1-1,-1 1,1 0,0 0,0 0,1 0,-1 0,1 0,0-1,1 1,-1 0,1-1,0 1,0-1,0 1,1-1,-1 0,1 0,0 0,0 0,1-1,-1 1,1-1,0 0,0 0,4 3,-1-4,1 1,0-1,0 0,0-1,0 0,0 0,0 0,0-1,0-1,0 1,0-1,0-1,0 1,0-1,0-1,-1 0,1 0,-1 0,0-1,0 0,0 0,0-1,-1 1,1-2,-1 1,-1-1,1 0,-1 0,0 0,0-1,-1 0,2-4,0-21,-6 31,0 1,0-1,-1 1,1-1,0 1,0-1,0 1,0-1,-1 1,1 0,0-1,-1 1,1-1,0 1,0 0,-1-1,1 1,-1 0,1-1,0 1,-1 0,1 0,-1-1,1 1,-1 0,1 0,-1 0,1 0,-1 0,1-1,0 1,-1 0,1 0,-1 0,1 0,-1 0,1 1,-1-1,1 0,-1 0,1 0,-1 0,1 0,-1 1,1-1,0 0,-1 0,1 1,-1-1,1 0,0 1,-1-1,1 0,0 1,-1-1,1 1,0-1,0 0,-1 1,1-1,0 1,0-1,-5 5,1-1,0 0,0 1,0 0,0 0,1 0,0 1,0-1,0 1,1-1,0 1,0 0,0 0,1 0,0 0,0 0,0 1,1 4,0-9,1-1,-1 1,1-1,0 1,-1-1,1 1,0-1,0 1,0-1,0 0,0 0,0 1,1-1,-1 0,0 0,0 0,1 0,-1 0,1-1,-1 1,1 0,-1-1,1 1,-1-1,1 1,0-1,-1 0,3 1,14 1</inkml:trace>
  <inkml:trace contextRef="#ctx0" brushRef="#br0" timeOffset="42982.856">9986 5201,'7'16,"2"23,2 26,-1 24,3 23,-2 18,-2 16,-5 12,-15 8,-27 6,-47 1,-65-2,-8-29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9:49.3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63,'96'-16,"27"-3,0 4,2 6,16 5,-91 5,0 1,0 3,22 6,-71-11,0 0,-1 0,1 0,-1 0,1-1,0 1,-1 0,1 0,-1 0,1 0,-1 0,1 0,0 0,-1 0,1 0,-1 0,1 0,-1 0,1 1,0-1,-1 0,1 0,-1 1,1-1,-1 0,1 0,-1 1,0-1,1 1,-1-1,1 0,-1 1,0-1,1 1,-1-1,0 1,1-1,-1 1,0-1,0 1,0 0,1-1,-1 1,0-1,0 1,0-1,0 1,0 0,0-1,0 1,0-1,0 1,0-1,-1 1,1 0,0-1,0 1,-1-1,-4 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9:52.7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42 149,'-4'59,"4"0,2 1,9 54,-1 0,-9-109,0 5,0 0,-1 0,0-1,0 1,-1 0,0 0,-1 0,0-1,-3 7,5-15,0-1,0 1,0-1,0 1,0-1,0 1,0-1,0 1,0-1,0 1,-1-1,1 1,0-1,0 1,0-1,-1 1,1-1,0 1,-1-1,1 0,0 1,-1-1,1 0,-1 1,1-1,-1 0,1 1,-1-1,1 0,-1 0,1 0,-1 1,1-1,-1 0,1 0,-1 0,1 0,-1 0,1 0,-1 0,1 0,-1 0,1 0,-1 0,1-1,-1 1,1 0,-1 0,1 0,-1-1,1 1,-1 0,1 0,-1-1,1 1,0 0,-1-1,1 1,0-1,-1 1,1-1,0 1,-1 0,1-1,0 1,0-1,0 1,-1-1,1 0,-14-38,8-1,1 0,3 0,1-1,1 1,3 0,4-22,-5 41,1 1,0 0,2 0,0 0,1 0,1 1,1 0,1 0,1 1,0 0,1 1,1 0,1 0,9-8,-18 21,-1 1,1 0,-1 0,1 0,0 1,0-1,0 1,1 0,-1 0,0 1,1-1,-1 1,1 0,0 0,-1 0,1 1,0 0,0 0,-1 0,1 0,0 1,-1-1,1 1,0 1,-1-1,1 1,-1-1,0 1,0 0,1 1,-1-1,-1 1,1 0,0 0,-1 0,1 0,1 3,0 2,1 1,-2-1,1 1,-1 0,0 1,-1-1,0 1,-1-1,0 1,0 0,-1 0,0 0,-1 0,0 0,-1 0,0 4,0-10,1 0,-1 0,0 0,0-1,-1 1,1 0,-1 0,0-1,0 1,0-1,0 0,-1 1,1-1,-1 0,0 0,0-1,0 1,0-1,0 1,0-1,-1 0,1 0,-4 1,-93 20,49-14,49-8,-1 0,1 0,-1 0,1 0,-1 0,1 1,0-1,0 1,0 0,0-1,0 1,0 0,0 0,1 0,-1 1,1-1,-1 0,1 1,0-1,0 0,0 1,0 0,1-1,-1 1,1-1,-1 1,1 0,0-1,0 1,0 0,0-1,1 1,-1 0,1-1,-1 1,2 2,-1 2,0 0,0 1,1-1,0 0,1 0,-1 0,1 0,1 0,-1 0,1-1,0 0,1 0,0 0,0 0,0-1,0 0,1 0,0 0,0 0,0-1,0 0,8 2,6 4,1-2,0 0,0-1,0-2,1 0,0-1,5-1,66 5,1-4,13-5,-46 0</inkml:trace>
  <inkml:trace contextRef="#ctx0" brushRef="#br0" timeOffset="421.929">1192 2,'-12'-1,"0"1,1 0,-1 0,0 1,1 1,-1 0,1 1,0 0,0 0,0 1,0 1,0 0,1 0,0 1,0 1,1-1,-1 2,1-1,1 1,0 0,0 1,0 0,1 0,1 1,-1 0,2 0,-1 0,-1 7,-3 6,2 0,0 1,2 0,0 0,2 0,1 1,0-1,2 1,1 0,1-1,1 1,3 13,-3-28,0-1,1 1,0-1,0 0,1 1,0-2,0 1,1 0,1-1,-1 0,1 0,0-1,1 0,0 0,0 0,1-1,0 0,0 0,0-1,0 0,1 0,0-1,0 0,0-1,1 0,-1-1,1 1,-1-2,1 1,7-1,-7-1,-1 0,1-1,0 0,0-1,0 0,0 0,-1-1,1 0,-1-1,0 0,2-2,-6 4,-1-1,0 1,-1-1,1 0,0 0,-1 0,1 0,-1-1,0 1,0-1,-1 0,1 0,-1 0,0 0,0 0,0-1,0 1,-1-1,0 1,0-1,0 1,0-1,-1 0,0-3,0 3,-1-1,0 1,0 0,-1 0,1 0,-1 0,0 0,-1 0,1 0,-1 0,0 1,0 0,0-1,-1 1,0 0,1 1,-1-1,-1 1,1 0,0-1,-1 2,0-1,1 1,-1-1,-3 1,1-2,0 2,-1-1,0 1,0 0,1 1,-1-1,0 1,0 1,0 0,0 0,0 1,0 0,0 0,0 0,0 1,-6 3,10-4,0 1,0 0,1 0,-1 0,0 1,1-1,0 1,-1 0,1 0,0 0,0 0,1 0,-1 1,1-1,0 1,0-1,0 1,0 0,0 0,1 0,0 0,0 0,0 1,0-1,1 0,-1 0,1 1,0-1,1 0,-1 0,1 1,-1-1,1 0,1 0,-1 0,1 0,-1 0,3 3,19 18,3-7</inkml:trace>
  <inkml:trace contextRef="#ctx0" brushRef="#br0" timeOffset="685.343">1593 176,'-2'7,"1"2,3-1,2-1</inkml:trace>
  <inkml:trace contextRef="#ctx0" brushRef="#br0" timeOffset="1570.272">1726 590,'0'-2,"3"1,2 4,3 0,3 1,1-1,1-1,-1-1</inkml:trace>
  <inkml:trace contextRef="#ctx0" brushRef="#br0" timeOffset="1945.734">2168 403,'-5'19,"2"0,0 0,1 0,1 1,0-1,3 17,-2-29,1-1,1 1,-1-1,1 0,0 1,1-1,-1 0,1 0,0 0,1-1,-1 1,1-1,0 0,1 0,-1 0,1 0,0-1,0 0,0 0,1 0,3 2,4-2,-1 1,1-2,0 0,0 0,0-1,0-1,0 0,0-1,0 0,0-1,0 0,0-1,0-1,0 0,0-1,-1 0,0-1,0 0,0-1,0-1,-1 1,0-2,-1 0,1 0,-1-1,-1 0,0 0,0-1,-1 0,0-1,5-10,-8 13,-1 1,1-1,-2 0,1 0,-1-1,-1 1,1 0,-1-1,-1 0,0 1,0-1,0 0,-1 0,-1 0,1 1,-1-1,-1 0,0 1,0-1,-1 1,0-1,0 1,-1 0,0 1,0-1,-1 0,-3-4,1 5,-1-1,0 1,0 0,0 1,-1 0,0 0,0 1,-1 0,1 1,-1 0,0 1,0-1,0 2,0-1,-1 2,1-1,-1 2,1-1,-1 1,0 1,1 0,-1 0,1 1,0 0,0 1,0 0,0 1,-3 2,-14 7,1 1,1 2,0 0,1 2,1 0,1 2,-4 5,-30 30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48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2710 0,'-5'16,"-1"14,0 7,2 2,5-4,7-8,3-8</inkml:trace>
  <inkml:trace contextRef="#ctx0" brushRef="#br0" timeOffset="62193.932">236 723,'9'-9,"-5"7,-1-1,0 0,0 0,0 0,0 0,0-1,-1 1,1-1,-1 1,0-1,0 0,0 0,0 0,-1 0,0 0,1-3,-3 5,0 1,0 0,0 0,0-1,0 1,0 0,0 0,-1 0,1 0,0 0,-1 0,1 1,0-1,-1 0,1 1,-1-1,1 1,-1-1,0 1,1 0,-1 0,1 0,-1-1,0 2,1-1,-1 0,1 0,-1 0,1 1,-1-1,0 1,1-1,0 1,-1 0,1-1,-1 1,1 0,-15 5,1 1,0 0,1 1,0 0,0 1,1 1,0 0,0 1,1 0,1 1,0 0,0 1,1 0,1 1,0 0,1 1,1-1,5-11,0 1,0-1,0 0,0 0,1 1,-1-1,1 1,0 0,0-1,0 1,1 0,-1-1,1 1,0 0,0 0,0-1,1 1,-1 0,1 0,0-1,0 1,0-1,1 1,-1-1,1 1,0-1,0 0,0 0,0 0,0 0,1 0,-1 0,1-1,0 1,0-1,3 2,8 1,1-1,0-1,0 0,0-1,0-1,0 0,0-2,1 1,-1-2,0 0,0 0,0-2,13-4,31-9,0-2,-2-3,0-3,48-29,-97 50,-8 3,1 0,0 0,0 0,0 0,0 0,0 0,0 0,0 0,0 1,0-1,0 0,0 1,1-1,-1 1,0-1,0 1,1-1,-1 1,0 0,1 0,-1 0,0 0,1 0,-1 0,0 0,1 0,-1 0,0 0,1 1,-1-1,0 1,0-1,1 1,-1-1,0 1,0 0,0 0,0-1,0 1,0 0,0 0,0 1,3 22,-4-18,1 0,0 1,0-1,0 0,1 0,0 0,0 0,0 0,1 0,0-1,0 1,0-1,5 5,-2-4,0-1,1 0,0-1,0 1,0-1,0 0,1-1,-1 0,1 0,0-1,0 0,0 0,0-1,0 0,1 0,-1-1,0 0,0-1,3 0,-6 1,0 0,0-1,0 0,0 0,0 0,0 0,-1-1,1 0,-1 0,1 0,-1-1,1 1,-1-1,0 0,0 0,-1-1,1 1,-1-1,1 0,-1 0,0 0,-1 0,1 0,-1-1,0 1,0-1,0 0,0 1,-1-1,0 0,1-5,-2 7,0-1,-1 1,1 0,-1-1,1 1,-1-1,0 1,-1 0,1 0,0-1,-1 1,0 0,1 0,-1 1,0-1,-1 0,1 1,0-1,-1 1,0 0,1-1,-1 1,0 0,0 1,0-1,-3-1,-89-27,85 27,0 1,0 0,0 1,-1 0,1 0,-1 1,1 1,-1 0,1 0,0 1,0 0,0 1,0 0,0 1,0 0,0 1,9-5,0 0,0 1,0-1,0 1,0 0,0-1,0 1,0 0,1 0,-1-1,0 1,1 0,-1 0,0 0,1 0,-1 0,1 0,-1 0,1 0,0 0,-1 0,1 0,0 0,0 0,0 1,0-1,0 0,0 0,0 0,0 0,0 0,0 0,1 0,-1 0,0 0,1 0,-1 0,1 0,-1 0,1 0,-1 0,1 0,0 0,-1 0,1 0,0-1,0 1,0 0,0-1,0 1,0 0,0-1,0 1,0-1,0 0,0 1,0-1,0 0,0 0,0 1,0-1,0 0,1 0,14 1,0 0,0-1,-1-1,1 0,0-1,0-1,-1 0,0-1,0-1,10-4,-12 5,23-7,160-39,-192 49,-1 1,0-1,0 0,1 1,-1 0,0 0,1 0,-1 0,0 1,1-1,-1 1,0 0,1 0,-1 0,0 0,0 0,0 1,0-1,0 1,-1 0,1 0,0 0,-1 0,1 1,-1-1,0 1,0-1,2 3,0 7,0-1,-1 0,-1 1,0 0,0 0,-1-1,-1 1,0 0,-1 9,1 14,0-34,11 94,-10-93,-1 1,1-1,0 0,0 1,0-1,0 0,0 0,0 0,0 0,1 0,-1 0,1 0,-1 0,1 0,0-1,0 1,0-1,0 1,0-1,0 0,0 0,0 0,1 0,-1 0,0-1,1 1,-1 0,0-1,1 0,-1 0,1 0,-1 0,1 0,-1 0,0 0,1-1,-1 1,13-6,0-1,-1 0,0 0,0-2,-1 0,0 0,-1-1,0 0,0-2,-1 1,-1-1,4-6,40-53,-53 71,0 0,0 0,-1 0,1 0,0 0,0 0,0 0,0 0,0 0,-1 1,1-1,0 0,0 1,0-1,-1 0,1 1,0-1,0 1,-1-1,1 1,-1 0,1-1,0 1,-1 0,1-1,-1 1,1 0,-1-1,0 1,1 0,-1 0,0 0,1 0,-1-1,0 1,0 0,0 0,0 0,0 0,0 0,0-1,0 1,0 0,0 0,0 0,-1 0,1-1,0 1,-1 0,3 6,0 0,0 1,1-1,0 0,0 0,0-1,1 1,0-1,0 0,1 0,0 0,2 2,-5-6,1 0,-1 0,0 0,1 0,-1-1,1 1,0-1,0 0,-1 0,1 0,0 0,0 0,0 0,0-1,0 0,0 1,0-1,0 0,0-1,0 1,0 0,0-1,0 0,0 1,0-1,-1 0,1-1,0 1,-1 0,1-1,8-7,-1 0,0-1,0-1,-1 0,0 0,-1 0,0-1,-1 0,-1-1,0 0,0 0,-1 0,-1-1,0 1,-1-3,18-68,-5-2,-3 0,-4 0,-4-1,-3 0,-8-59,4 415,2-230,2 0,1 0,2 0,1 0,2-1,2 0,2-1,1 0,10 18,-19-46,1-1,-1-1,1 1,1-1,-1 0,1 0,0 0,1-1,0 0,0 0,0-1,0 0,1 0,0-1,0 0,0 0,1-1,-1 0,1 0,0-1,-1 0,1-1,0 0,0 0,0-1,0 0,0 0,0-1,0-1,0 1,0-1,0-1,19-16,-8-3</inkml:trace>
  <inkml:trace contextRef="#ctx0" brushRef="#br0" timeOffset="62381.434">1601 535,'13'-3,"19"-2,19-5,22-4,18-1,15 2,8 3,-17 3</inkml:trace>
  <inkml:trace contextRef="#ctx0" brushRef="#br0" timeOffset="63427.116">2496 963,'3'-67,"4"1,2 0,12-40,-11 53,-10 54,1-1,-1 1,0-1,1 0,-1 1,0-1,1 1,-1-1,1 0,-1 0,1 1,-1-1,1 0,-1 0,1 0,-1 1,1-1,-1 0,1 0,-1 0,1 0,-1 0,1 0,-1 0,1 0,-1 0,1 0,-1-1,1 1,-1 0,1 0,-1 0,1-1,-1 1,1 0,-1 0,0-1,1 1,-1 0,1-1,-1 1,0-1,1 1,-1 0,0-1,0 1,1-1,-1 1,0-1,0 1,1-1,-1 1,0-1,0 1,0-1,0 1,0-1,0 1,0-1,0 1,0-1,0 1,0-1,0 1,10 6,1 0,0 0,0-1,0 0,1-1,0 0,0-1,0-1,0 0,0 0,1-1,-1-1,0 0,1 0,-1-2,0 1,1-1,1-2,11 2,120-7,-142 9,0 0,0 0,0 1,0-1,1 1,-1 0,0-1,-1 2,1-1,0 0,0 1,0-1,-1 1,1 0,-1-1,1 1,-1 1,0-1,0 0,0 0,0 1,0 0,0-1,-1 1,1 0,-1-1,0 1,0 0,0 0,0 0,0 0,-1 0,1 0,-1 1,0-1,0 1,-1 241,2-241,-1 0,1 0,-1-1,1 1,1 0,-1-1,0 1,1 0,0-1,0 0,0 1,0-1,0 0,1 0,-1 0,1 0,0-1,0 1,0-1,0 0,0 0,1 0,-1 0,1 0,-1-1,1 1,-1-1,1 0,0 0,0 0,0-1,13 0,-1-2,1 0,0-1,-1 0,1-2,-1 1,0-2,-1 0,1-2,-1 1,-1-2,1 1,-1-2,-1 0,1-2,7-3,0-1,-2-1,0-1,-1-1,13-17,-31 37,0-1,1 0,-1 1,0-1,0 1,0-1,0 0,0 1,1-1,-1 0,0 1,0-1,1 0,-1 1,0-1,0 0,1 1,-1-1,0 0,1 0,-1 0,1 1,-1-1,0 0,1 0,-1 0,0 0,1 0,-1 1,1-1,-1 0,0 0,1 0,-1 0,1 0,-1 0,1 0,-1-1,0 1,1 0,-1 0,1 0,-1 0,0 8,-1-3,0 0,0 0,1 1,0-1,0 0,1 1,0-1,-1 0,2 0,-1 1,1-1,-1 0,1 0,1-1,-1 1,1 0,0-1,0 1,0-1,0 0,1 0,0 0,0-1,0 1,0-1,0 0,1 0,-1 0,1-1,0 0,0 0,0 0,4 1,-3-3,0 0,-1 0,1-1,0 1,0-1,-1-1,1 1,0-1,-1 0,0 0,1-1,-1 0,0 0,0 0,0 0,-1-1,1 1,-1-1,0-1,0 1,0 0,-1-1,0 0,1 0,-2 0,1 0,0 0,-1-1,0 1,-1-1,1 1,-1-1,0 0,0 0,-1 1,1-1,-2 0,1 0,0 0,-1 0,0 1,0-1,-1 0,0 1,0-1,0 1,-1 0,1 0,-1 0,0 0,-1-1,-4-2,1-1,-1 1,-1 1,1-1,-1 2,-1-1,1 1,-1 0,0 1,-1 0,1 1,-1 0,0 1,0 0,0 1,0 0,0 0,0 1,-1 1,-8 0,17 0,1 0,-1 0,1 0,-1 0,1 0,-1 1,1-1,-1 1,1 0,-1 0,1 0,-1 0,1 0,0 0,0 0,0 1,0-1,0 1,0 0,0 0,0 0,0-1,1 1,-1 1,1-1,0 0,-1 0,1 1,0-1,0 0,1 1,-1-1,0 1,1-1,-1 1,1 0,3 0,-1-1,1 1,0 0,0-1,0 0,0 0,0 0,0 0,1 0,-1 0,1-1,-1 0,1 0,0 0,-1 0,1 0,0-1,-1 1,1-1,0 0,0 0,2-1,25-2,0-2,0-1,0-1,-1-2,0-1,-1-2,0 0,-1-2,0-1,0-2,38-18,-1-3,-2-2,-1-4,12-14,-64 50,-1 0,0 0,-1-1,1 0,-2-1,1 0,-1 0,-1-1,3-5,-9 14,1 0,-1 0,0 0,0 1,0-1,0 0,0 0,0 0,-1 0,1 0,-1 1,1-1,-1 0,0 0,1 1,-1-1,0 0,0 1,0-1,-1 1,1-1,0 1,0 0,-1-1,1 1,-1 0,1 0,-1 0,0 0,1 0,-1 0,0 1,1-1,-1 0,0 1,0 0,0-1,0 1,0 0,1 0,-1 0,0 0,0 0,0 0,0 1,0-1,1 1,-1-1,-1 1,-4 0,0 0,0 0,0 1,0 0,0 0,1 1,-1-1,0 1,1 1,0-1,0 1,0 1,0-1,1 1,0-1,0 2,0-1,0 0,1 1,0 0,0 0,1 0,-1 1,2-1,-1 1,0 0,0 3,-1 4,1 0,0 0,1 0,1 0,0 0,1 1,0-1,1 0,1 1,0-1,1 0,0 0,4 7,1-2,1-1,1-1,1 0,0 0,1-1,1 0,1-1,0 0,1-2,0 1,1-2,0 0,1-1,1-1,-1 0,2-1,-1-1,1-1,0-1,1 0,0-2,-1 0,1-1,5-1,76 7,-7-7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02.9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1,'14'11,"13"4,14 2,15-3,15-3,8-3,8-4,-1-2,-3 1,-7 2,-9 3,-16-1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8.9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1 789,'3'-20,"1"0,0 0,2 0,0 1,1 0,1 0,1 1,0 0,1 0,2 1,-1 1,2 0,0 0,4-2,-14 14,0 0,1 1,-1-1,1 1,0 0,0 0,0 0,0 1,1-1,-1 1,1 0,-1 0,1 0,0 1,-1 0,1 0,0 0,0 0,0 1,0 0,0 0,0 0,0 1,0 0,0-1,-1 2,1-1,0 0,0 1,-1 0,1 0,-1 1,0-1,3 3,3 5,0 1,-1 0,-1 0,1 1,-2 0,0 0,0 1,-1 0,-1 0,0 1,-1 0,0 0,-1 0,-1 0,0 0,-1 6,-1-18,0 1,0 0,0 0,-1 0,1 0,-1 0,0-1,0 1,0 0,0-1,-1 1,1-1,-1 1,1-1,-1 1,0-1,0 0,0 0,0 0,0 0,-1-1,1 1,0 0,-1-1,1 0,-1 1,0-1,1 0,-1 0,0-1,0 1,0 0,0-1,1 0,-1 0,0 0,0 0,0 0,0 0,0-1,0 0,1 1,-1-1,0 0,1 0,-1 0,0-1,0 0,0 1,1 0,-1-1,1 0,-1 0,1 1,0-1,-1 0,1-1,0 1,0 0,1-1,-1 1,0-1,1 1,0-1,-1 0,1 0,0 0,1 0,-1 1,0-1,1 0,-1 0,1 0,0 0,0 0,0 0,1 0,-1 0,1 0,0 0,-1 0,1 0,0 0,1 0,-1 1,0-1,1 0,0 1,-1-1,1 1,0 0,1 0,7-8,0 1,2 1,-1 0,1 1,0 0,0 1,1 0,0 1,0 0,0 1,0 1,1 0,-1 1,1 0,0 1,0 0,9 2,-20-1,-1-1,0 1,1 0,-1 0,1 1,-1-1,0 0,1 1,-1 0,0-1,1 1,-1 0,0 0,0 0,0 1,0-1,0 0,0 1,0-1,0 1,-1 0,1 0,-1 0,1-1,-1 1,1 1,-1-1,0 0,0 0,0 0,0 1,-1-1,1 0,-1 1,1-1,-1 0,0 1,0-1,0 1,0-1,0 0,-1 1,1 0,-5 25,3-25,1 0,0 0,0 0,0 0,0 0,0 0,1 0,-1 1,1-1,0 0,0 0,0 0,0 0,1 1,-1-1,1 0,0 0,0 0,0 0,0 0,1 0,-1 0,1-1,-1 1,1 0,0-1,0 1,0-1,1 0,-1 0,0 0,1 0,2 2,6-1,0 0,0-1,0 0,0-1,1 0,-1 0,0-2,1 1,-1-1,0-1,0 0,0-1,0 0,0 0,0-1,-1-1,0 0,10-6,-14 7,0-1,0 1,0-2,-1 1,1-1,-2 1,1-2,0 1,-1 0,0-1,-1 0,1 0,-2 0,1 0,-1 0,1 0,-2-1,1 0,-1 1,-1-1,1 1,-1-2,0 9,0 0,0 0,-1 0,1 0,0 1,0-1,0 0,0 0,0 0,0 0,-1 1,1-1,0 0,0 0,0 0,0 0,-1 0,1 0,0 0,0 0,0 0,0 0,-1 1,1-1,0 0,0 0,0 0,-1 0,1 0,0 0,0 0,0-1,-1 1,1 0,0 0,0 0,0 0,-1 0,1 0,0 0,0 0,0 0,0 0,0-1,-1 1,1 0,0 0,0 0,0 0,0 0,0-1,-8 21,5-7,0 1,1-1,0 0,1 1,0-1,1 1,0-1,2 1,-1-1,2 0,2 9,-4-19,0 0,1 0,-1 0,1 0,0 0,0 0,0 0,0-1,0 1,0-1,1 0,0 0,-1 1,1-2,0 1,0 0,0 0,0-1,0 0,0 0,0 0,1 0,-1 0,0 0,0-1,1 0,-1 1,1-1,-1-1,0 1,1 0,-1-1,0 0,1 0,9-2,-1 0,0-1,0-1,-1 0,1 0,-1-1,0-1,6-4,90-95,-72 66,-35 40,0-1,1 0,-1 1,0-1,0 1,0-1,1 1,-1-1,0 0,1 1,-1-1,0 1,1-1,-1 1,1-1,-1 1,1 0,-1-1,1 1,-1 0,1-1,-1 1,1 0,-1-1,1 1,0 0,-1 0,1 0,-1 0,1 0,0 0,-1-1,1 1,0 1,-1-1,1 0,-1 0,1 0,0 0,-1 0,1 0,-1 1,1-1,0 0,-1 1,1-1,-1 0,1 1,-1-1,1 1,-1-1,1 0,-1 1,0-1,1 1,-1-1,0 1,1 0,-1-1,0 1,0-1,1 1,-1 0,3 44,-3-39,-1 9,0-10,0-1,0 1,0-1,1 1,-1-1,1 1,0 0,1-1,-1 1,1-1,0 1,0 0,0-1,1 0,-1 1,1-1,0 0,0 0,1 0,-1 0,1 0,0-1,0 1,0-1,0 0,1 1,0-2,-1 1,1 0,0-1,0 0,2 1,0-2,0-1,-1 1,1-2,0 1,-1 0,1-1,0 0,-1-1,1 1,-1-1,1 0,-1 0,0-1,0 0,0 0,0 0,-1 0,1-1,-1 1,0-2,7-4,-2-1,1-1,-2 0,1 0,-1-1,-1 0,5-10,6-26,-1-1,-3 0,-2-2,-2 1,-2-2,-3 1,-1-14,0 25,15-177,-18 197,-5 35,-13 86,4 0,4 1,5 0,5 0,9 56,-9-135,2-1,1 1,1-1,1 0,0 0,2 0,1-1,1 1,-10-21,0 0,0-1,1 1,-1 0,0-1,0 1,1 0,-1-1,0 1,1-1,-1 1,1-1,-1 1,0-1,1 1,0-1,-1 1,1-1,-1 1,1-1,-1 0,1 1,0-1,-1 0,1 0,0 1,-1-1,1 0,0 0,-1 0,1 0,0 0,-1 0,1 0,0 0,-1 0,1 0,0 0,5-9</inkml:trace>
  <inkml:trace contextRef="#ctx0" brushRef="#br0" timeOffset="264.54">1257 254,'18'-9,"22"-1,25 6,22 6,18 7,10 4,4 5,-10-1,-23-3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7.0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1054,'25'-112,"-22"89,1 0,1 1,1-1,1 1,1 0,0 1,2 0,1 0,0 1,3-1,-10 16,0 0,0 0,0 0,1 1,0 0,0 0,0 0,0 0,0 1,1 0,0 0,0 0,0 1,0 0,0 0,0 1,0-1,0 1,1 1,-1-1,1 1,-1 0,0 1,1-1,-1 1,0 1,0-1,1 1,-1 0,0 0,-1 1,6 2,-3 1,-1-1,0 1,0 1,-1-1,1 1,-2 0,1 1,-1-1,0 1,0 0,-1 1,0-1,-1 1,0-1,0 1,0 0,-1 4,-1-8,0 0,0 0,-1 0,0 0,0 1,0-1,0 0,-1 0,0 0,0 0,0 1,-1-1,0-1,0 1,0 0,0 0,-1-1,0 1,0-1,0 0,0 0,-1 0,1 0,-1-1,0 1,0-1,-1 0,1 0,-1-1,-4 3,8-4,-1 0,0 1,0-1,1 0,-1 0,0 0,0-1,0 1,0 0,0-1,0 1,0-1,0 0,0 0,0 1,-1-1,1-1,0 1,0 0,0 0,0-1,0 1,0-1,0 0,0 0,0 0,0 0,1 0,-1 0,0 0,0 0,1-1,-1 1,1 0,-1-1,1 0,0 1,0-1,-1 0,3-1,-1 1,1 0,0 0,-1-1,1 1,0 0,0 0,1 0,-1 0,0 0,1 0,-1 0,1 0,0 1,-1-1,1 1,0-1,0 1,0 0,0-1,0 1,1 0,1-2,69-44,-52 36,-1-1,-1-1,0-1,0 0,-2-2,0 0,0-1,-2 0,0-2,0-1,2-20,-17 39,1 0,-1 0,0 0,0 0,1 0,-1 0,0 0,0 0,0 0,0 0,0 1,0-1,-1 0,1 0,0 0,0 0,-1 0,1 0,-1 0,1 0,0 1,-1-1,0 0,1 0,-1 0,1 1,-1-1,0 0,0 1,1-1,-1 1,0-1,0 1,0-1,1 1,-1 0,0-1,0 1,0 0,-1-1,-2 2,0 0,-1 0,1 1,0-1,0 1,0 0,0 0,0 0,0 1,0 0,1-1,-1 1,1 0,0 1,0-1,0 0,0 1,1 0,0-1,-1 1,1 0,0 0,1 1,-1-1,-3 4,1 0,0 0,0 0,1 0,0 1,0 0,1-1,0 1,1 0,0 0,0 0,1 0,0 0,1 0,0 0,0 0,1 0,0-1,0 1,1 0,0-1,1 0,0 0,0 0,0 0,1 0,1-1,-1 0,1 0,0-1,1 1,-1-1,1-1,1 1,6 3,-4-5,-1 0,1-1,1 0,-1-1,0 0,1-1,-1 0,1 0,-1-1,1-1,-1 0,0 0,1-1,-1 0,0-1,0 0,0 0,0-1,-1-1,1 1,-1-2,0 1,-1-1,1-1,-1 1,0-1,-1-1,0 1,0-1,-1-1,1 1,-2-1,4-7,3-8,-1-2,-1 1,-1-1,-2 0,0-1,-2 0,-1 0,-1 0,-1 0,-2-1,-1-4,-1-4,14 36,279 75,-286-73,0-1,0 1,0 0,0 0,-1 0,1 1,-1 0,0 0,1 0,-1 0,-1 0,1 1,0 0,-1 0,0 0,0 0,0 0,0 1,-1-1,0 1,0 0,0 0,0 0,0 4,3 160,-5-166,1 0,0 0,0 0,0 0,0-1,0 1,1 0,-1-1,1 1,0-1,0 1,0-1,0 0,0 0,0 0,1 0,-1 0,0 0,1-1,0 1,-1-1,1 0,0 0,0 0,0 0,0 0,0-1,0 1,0-1,0 0,6 1,0-1,-1 0,1-1,0 0,-1-1,1 1,-1-2,0 1,9-4,-5 0,1-1,-1 0,0-1,-1 0,0-1,0 0,-1-1,0 0,0-1,-2 0,1 0,-1-1,-1 0,0 0,-1-1,0 0,-1 0,3-11,0 13,-8 37,0-12,-1 2,0 0,1-1,1 1,1 0,0 0,1-1,1 1,0-1,1 0,1 0,0-1,1 0,1 0,0 0,2 2,11 0,-3-6</inkml:trace>
  <inkml:trace contextRef="#ctx0" brushRef="#br0" timeOffset="283.205">1779 199,'-7'16,"1"11,7 12,13 5,4-5</inkml:trace>
  <inkml:trace contextRef="#ctx0" brushRef="#br0" timeOffset="773.905">2367 720,'-18'-11,"0"0,-1 1,0 1,-1 1,0 0,0 2,-1 0,0 2,0 0,-1 1,15 2,1 0,-1 1,1-1,-1 1,0 1,1-1,-1 1,1 0,-1 1,1-1,0 1,0 1,0-1,0 1,0 0,0 0,1 1,-1 0,1 0,0 0,0 0,1 1,-1 0,1 0,0 0,0 0,1 1,-1 0,1-1,1 1,-1 1,1-1,0 0,0 0,1 1,-1 5,2-8,1 0,0 0,-1 0,2-1,-1 1,0 0,1-1,-1 1,1-1,0 0,0 0,1 1,-1-1,1-1,-1 1,1 0,0 0,0-1,0 0,0 0,0 0,1 0,-1 0,1 0,1 0,6 2,0-1,0 0,0 0,0-1,0 0,0-1,1 0,2-1,2-1,-1 0,1-1,-1 0,1-2,-1 0,0 0,0-2,0 1,-1-2,0 0,0-1,-1 0,0-1,0-1,-1 0,0 0,-1-1,0-1,-1 0,4-5,-21 30,2 1,0 0,1 0,0 0,1 1,1-1,0 1,0 10,3-22,-1-1,0 1,1-1,-1 1,1-1,0 0,0 0,-1 1,2-1,-1 0,0 0,0 0,1 0,-1 0,1 0,0 0,-1-1,1 1,0 0,0-1,0 0,0 1,0-1,0 0,1 0,-1 0,0 0,1-1,-1 1,0-1,1 1,-1-1,1 0,-1 0,0 0,1 0,-1 0,1-1,94-21,-78 12,0-1,-1-1,0-1,-1 0,-1-1,0-1,0 0,-2-1,0-1,-1 0,-1-1,0 0,-1-1,-2-1,4-7,4-16,-1 0,-2-2,-2 1,-2-2,-2 1,1-33,-7 58,0 0,0 1,-2-1,-1 0,0 0,-2 1,0-1,-1 1,-1 0,-6-18,10 34,-1 0,1 0,-1 0,1 0,-1 0,0 0,0 1,0-1,0 1,-1-1,1 1,-1 0,1 0,-1 0,0 0,0 0,0 0,0 1,0 0,0-1,0 1,0 0,-1 1,1-1,0 0,-1 1,1 0,0 0,-1 0,1 0,0 1,-1-1,1 1,0 0,0 0,-1 0,1 0,0 0,-1 2,-9 7,0 0,1 1,1 1,0 0,0 1,1 0,1 0,0 1,1 0,1 1,0 0,1 0,0 0,1 1,1 0,-2 15,1-15,0 0,2 1,0-1,0 1,2 0,0 0,1 0,1 0,0 0,2 0,-1-1,2 1,0-1,1 0,1 0,1 0,0-1,1 1,0-2,1 1,1-2,0 1,8 6,-4-7,1-1,0-1,1-1,0 0,1-1,0-1,16 6,41 10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2.9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135 643,'-2'20,"-1"14,0 11,3 3,6-1,4-4,2-7,0-10</inkml:trace>
  <inkml:trace contextRef="#ctx0" brushRef="#br0" timeOffset="444">0 336,'39'14,"-1"1,0 2,-1 2,-2 1,0 2,-1 1,-1 2,-1 1,-1 2,-2 1,-1 1,-1 1,-2 2,-1 0,19 37,26 87,-69-156,1 1,0-1,-1 1,1-1,0 0,0 0,0 1,0-1,1 0,-1 0,0 0,0 0,1 0,-1 0,0-1,1 1,-1 0,1-1,-1 1,1-1,-1 1,1-1,-1 0,1 0,0 0,-1 0,1 0,-1 0,1 0,-1 0,1 0,0-1,-1 1,1-1,-1 1,1-1,-1 0,0 1,1-1,47-44,-19 5,-2 0,-2-2,-1-1,-3-1,3-10,-15 33,-9 53,-2-22,-1 0,1 0,1 0,0 0,0 0,1 0,0 0,1 0,0 0,0 0,1 0,1-1,-1 1,2-1,-1 0,1 0,0-1,1 1,5 5,0-6,0 1,0-2,0 1,1-2,0 1,1-2,-1 0,1 0,0-1,0-1,9 2,32 5</inkml:trace>
  <inkml:trace contextRef="#ctx0" brushRef="#br0" timeOffset="1040.419">1472 656,'-13'-2,"0"-1,0 2,1 0,-1 1,0 0,0 1,0 0,0 1,0 0,1 1,-1 1,-2 1,9-3,0 0,0 1,0 0,0 0,1 0,-1 1,1 0,0 0,0 0,0 0,1 1,-1 0,1 0,0 0,0 1,1-1,0 1,0 0,0 0,1 0,-1 0,2 0,-1 0,0 6,1-8,1 1,0 0,0 0,1-1,0 1,-1-1,1 1,1 0,-1-1,1 0,0 1,0-1,0 0,0 0,1 0,-1 0,1 0,0-1,0 1,1-1,-1 0,1 0,0 0,0 0,-1-1,2 0,1 2,10 3,0 0,0 0,0-2,0 0,1-1,0 0,1-2,41 4,0-3,1-2,-1-3,0-3,0-2,0-3,-1-2,0-3,7-5,-35 11,0-1,-1-1,0-2,-1-1,10-6,-65 48,25-26,0 0,-1 1,1-1,1 1,-1 0,0-1,1 1,-1 0,1 0,0 0,0 0,0 0,0 0,1 0,-1 0,1 0,0 1,0-1,0 0,0 0,0 0,1 1,-1-1,1 0,0 0,0 0,0 0,1 0,-1 0,0-1,1 1,0 0,0-1,0 1,0 0,6 0,1 0,-1-1,1 0,-1 0,1-1,-1 1,1-2,0 0,0 0,-1 0,1-1,0 0,-1-1,1 0,-1 0,0-1,1 0,-1-1,-1 1,4-3,0 0,1-1,-1 0,-1 0,1-1,-1-1,-1 0,1 0,-2-1,1 0,6-11,-12 17,0 0,0 0,-1 0,0-1,1 1,-2-1,1 0,0 0,-1 0,0 0,0 1,-1-1,1 0,-1-1,0 1,0 0,-1 0,1 0,-1 0,0 1,-1-1,1 0,-1 0,0 0,0 1,-1-1,1 1,-1 0,-1-2,0 2,0 0,0 0,0 1,0 0,-1 0,1 0,-1 0,0 0,0 1,0 0,0 0,0 1,0-1,-1 1,1 0,0 0,-1 1,1 0,-1 0,1 0,-1 1,1-1,0 1,-1 0,1 1,0 0,0-1,-1 2,-5 1,1 0,0 1,0 0,1 1,-1 0,1 0,1 1,-1 0,1 1,0 0,1 0,0 0,-4 7,9-12,-1 0,1 1,0-1,0 1,0-1,1 1,-1 0,1 0,0-1,0 1,0 0,0 0,1 0,0 0,0 0,0 0,0 1,0-1,1 0,0 0,0-1,0 1,0 0,1 0,-1 0,1-1,0 1,0-1,0 1,1-1,-1 0,1 0,0 0,-1 0,2 0,-1-1,0 1,0-1,1 0,-1 0,1 0,0 0,33 8,0-4</inkml:trace>
  <inkml:trace contextRef="#ctx0" brushRef="#br0" timeOffset="1643.885">2500 282,'-11'-3,"0"1,0 0,-1 0,1 1,-1 0,0 1,1 1,-1 0,-5 1,14-1,-1-1,0 1,1 0,-1 0,1 1,0-1,-1 1,1-1,0 1,0 0,0 0,0 1,0-1,0 1,1-1,-1 1,1 0,0 0,0 0,0 0,0 0,0 0,1 1,-1-1,1 1,0-1,0 1,0-1,1 1,-1 0,1 0,1 8,2-1,-1 0,1 0,1 0,0 0,0-1,1 1,1-1,0 0,0-1,0 1,2-1,-1-1,1 1,0-1,7 5,-14-12,63 66,-23-28,-3 2,-2 1,-1 2,-2 1,-3 1,7 17,-11-9,-26-55,0 1,-1-1,1 1,0-1,1 1,-1-1,0 1,0-1,0 0,0 1,0-1,0 1,1-1,-1 1,0 0,0-1,1 1,-1-1,0 1,1-1,-1 1,0 0,1-1,-1 1,1 0,-1-1,1 1,-1 0,0 0,1-1,-1 1,1 0,-1 0,1 0,0 0,-1 0,1-1,-1 1,1 0,-1 0,1 0,-1 1,1-1,-1 0,1 0,-1 0,1 0,-1 0,1 1,-1-1,1 0,-1 0,1 1,-1-1,0 0,1 1,-1-1,1 0,-1 1,0-1,1 1,-1-1,16-63,-4 0,-2-1,1-45,3-23,-13 126,-2 3,1 0,0 0,0 0,0 0,0 0,0 1,1-1,-1 0,1 0,0 0,0 0,0 0,0 0,0 1,1-1,-1 1,1-1,0 1,-1-1,1 1,0 0,1 0,-1 0,0 0,1 0,-1 0,1 1,-1-1,1 1,0 0,-1 0,4-1,3 4,0 1,-1 0,1 0,0 0,-1 1,0 1,0 0,0 0,0 0,8 5,0 0,2-1,-1 2,0 0,0 1,-1 1,0 0,-1 1,-1 1,1 2,-12-12,-1 0,0 0,0 0,0 0,-1 1,1-1,-2 0,1 1,0-1,-1 0,0 1,0-1,0 1,-1-1,0 0,0 1,-1-1,1 0,-1 0,0 0,0 0,-1 0,1 0,-1-1,0 1,0-1,-1 0,0 0,1 0,-3 2,-30 53,35-58,0 0,1 1,-1-1,1 1,-1-1,1 1,0-1,0 0,-1 1,1 0,0-1,0 1,0-1,0 1,1-1,-1 1,0-1,1 0,-1 1,1-1,-1 1,1-1,0 0,0 1,-1-1,1 0,0 0,0 0,0 1,0-1,1 0,-1 0,0-1,0 1,0 0,1 0,-1 0,1-1,-1 1,0-1,1 1,0-1,70 10,-11-11,1-4,-1-2,0-3,20-7,1-2</inkml:trace>
  <inkml:trace contextRef="#ctx0" brushRef="#br0" timeOffset="2716.774">4065 576,'-16'-3,"1"1,-1 0,0 1,0 0,0 1,0 1,1 1,-1 0,0 1,1 1,0 0,-1 2,2-1,-1 1,1 1,0 1,-2 1,13-7,-1 0,1 0,-1 0,1 1,0-1,0 1,0-1,0 1,0 0,1 0,0 1,-1-1,1 0,0 1,0-1,1 1,-1 0,1-1,0 1,0 0,0 0,0 0,1 0,0 0,-1 0,1 0,1 0,-1 0,1 0,-1 0,1 0,0 0,1-1,-1 1,1 0,-1-1,1 1,0-1,0 1,1-1,-1 0,2 2,10 5,1-1,0 0,0 0,1-2,0 0,0-1,1 0,-1-2,1 0,0 0,0-2,1 0,7-1,32 3,0-3,0-3,0-2,-1-2,0-3,0-3,-1-2,0-2,49-22,-99 36,8-2,0-1,-1 0,1-1,-1 0,0-1,-1 0,0-1,0-1,-1 1,0-1,0-1,3-5,-12 14,-1 1,1-1,-1 0,1 0,-1 1,0-1,1 0,-1 0,0 0,0 0,0 0,1 1,-1-1,0 0,0 0,0 0,0 0,-1 0,1 0,0 0,0 1,0-1,-1 0,1 0,0 0,-1 0,1 1,-1-1,1 0,-1 0,1 1,-1-1,0 0,1 1,-1-1,0 1,1-1,-1 1,0-1,0 1,0-1,1 1,-1 0,0 0,0-1,-1 1,-43-7,36 6,0 0,0 1,1 0,-1 0,0 1,0 0,1 1,-1-1,0 2,1-1,0 1,0 1,0 0,0 0,0 0,1 1,0 0,0 0,0 1,0 0,1 0,0 1,1 0,-1 0,1 0,0 0,1 1,0 0,0 0,1 0,-2 8,4-14,1 1,-1-1,1 1,0-1,0 1,0-1,0 1,1-1,-1 1,1-1,-1 0,1 1,0-1,0 0,0 1,0-1,0 0,0 0,1 0,-1 0,1 0,0 0,-1 0,1-1,0 1,0-1,0 1,0-1,0 0,1 0,-1 0,0 0,0 0,1 0,-1 0,1-1,-1 1,1-1,12 0,0 0,1-1,-1-1,0-1,0 0,0-1,-1 0,1-1,-1-1,0 0,0-1,-1 0,0-1,0-1,-1 0,0-1,4-4,-14 12,-2 1,0 0,1 1,-1-1,0 0,0 0,1 1,-1-1,1 0,-1 1,0-1,1 0,-1 1,1-1,0 1,-1-1,1 1,-1-1,1 1,0-1,-1 1,1 0,0-1,0 1,-1 0,1 0,0-1,0 1,-1 0,1 0,0 0,0 0,0 0,-1 0,1 0,0 0,0 0,0 1,-1-1,1 0,0 0,-1 1,1-1,0 0,0 1,-1-1,1 1,-1-1,1 1,0-1,-1 1,1-1,-1 1,1 0,-1-1,1 1,-1 0,0-1,1 1,-1 0,0 0,0-1,1 1,-1 0,0 0,0 4,0 0,0 1,0-1,1 0,0 0,0 1,0-1,1 0,0 0,0 0,0-1,0 1,1 0,0-1,0 1,0-1,0 0,1 0,0-1,0 1,0-1,0 1,0-1,1 0,-1-1,1 1,2 0,-1-1,0-1,0 1,1-1,-1 0,1-1,-1 1,1-1,-1-1,1 1,-1-1,0 0,1-1,-1 1,0-1,0-1,0 1,0-1,0 0,-1 0,1 0,-1-1,0 0,2-2,6-5,-1-1,0 0,-1 0,-1-1,0-1,-1 0,0 0,4-11,13-37,-3 0,-3-2,-2 0,4-41,-4 22,27-126,-40 173,-6 37,1-1,0 0,-1 0,1 1,0-1,0 0,-1 0,1 1,0-1,-1 0,1 0,0 0,-1 0,1 0,-1 0,1 1,0-1,-1 0,1 0,0 0,-1 0,1 0,-1 0,1-1,0 1,-1 0,1 0,0 0,-1 0,1 0,0 0,-1-1,1 1,0 0,-1 0,1-1,0 1,-1 0,1 0,0-1,0 1,-1 0,1-1,0 1,0 0,0-1,0 1,-1 0,1-1,0 1,0 0,0-1,-11 20,0 0,1 0,1 1,1 0,-3 12,4-11,-9 23,3 1,1 1,2 0,-1 24,9-51,0 1,2-1,0 0,1 0,1 0,1 1,1-2,0 1,1 0,1-1,1 0,5 8,-7-16,1-1,1 0,-1-1,2 1,-1-2,1 1,0-1,0 0,1 0,0-1,0 0,1-1,0 0,0 0,0-1,0 0,0-1,1-1,0 1,-1-1,1-1,0 0,0-1,0 0,0-1,0 0,0 0,-1-1,1-1,-1 0,7-2,-5 1,-1 0,1-1,-1 0,0-1,0 0,-1-1,0 0,0-1,0 0,-1 0,0-1,-1 0,0 0,-1-1,0 0,0-1,-1 0,0 0,-1 0,3-8,-4-2,-4 21,0 0,0 0,0 1,0-1,-1 0,1 0,0 0,0 1,0-1,0 0,0 0,-1 0,1 1,0-1,0 0,0 0,-1 0,1 0,0 1,0-1,0 0,-1 0,1 0,0 0,0 0,-1 0,1 0,0 0,0 0,-1 0,1 0,0 0,0 0,-1 0,1 0,0 0,0 0,-1 0,1 0,0 0,0 0,-1-1,1 1,0 0,0 0,0 0,-1 0,1 0,0-1,0 1,0 0,-1 0,1-1,-6 14,0-1,1 1,0 0,1 0,0 1,1-1,1 1,0 0,1-1,1 1,0 0,0 3,1-13,-1-1,1 1,-1 0,1-1,0 0,0 1,1-1,-1 1,1-1,-1 0,1 0,0 0,0 0,1 0,-1 0,0-1,1 1,0-1,0 0,0 1,-1-1,2-1,-1 1,0 0,0-1,1 1,-1-1,1 0,-1 0,1-1,-1 1,1-1,-1 1,1-1,0 0,33-8,-3-4</inkml:trace>
  <inkml:trace contextRef="#ctx0" brushRef="#br0" timeOffset="2988.401">5202 269,'-16'-5,"-1"-1,12-2,20-2,23-4,29-3,27-5,26-2,-9 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0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263 858,'4'-76,"4"0,2 0,11-29,9-69,-18 87,-4 0,-4-74,-6 145,-5 25,-28 179,-1 38,2 109,32-307,1 0,2 0,0 0,2 0,2-1,2 11,-5-30,0 0,1-1,0 1,0-1,1 1,-1-1,2 0,-1-1,1 1,0-1,0 0,0 0,1 0,0-1,0 0,1 0,0-1,-1 1,1-1,1-1,-1 0,0 0,1 0,0-1,2 1,0-1,1 0,-1-1,0-1,0 1,0-2,1 1,-1-1,0-1,0 0,0 0,0-1,0 0,-1-1,1 0,-1-1,0 1,0-2,-1 1,1-1,-1-1,-1 0,5-4,14-21</inkml:trace>
  <inkml:trace contextRef="#ctx0" brushRef="#br0" timeOffset="257.402">89 377,'-16'2,"-7"3,0 3,4 5,12 2,16 1,20 0,22-3,22-7,19-11,17-5,8-7,-16 1</inkml:trace>
  <inkml:trace contextRef="#ctx0" brushRef="#br0" timeOffset="741.906">731 1139,'27'-341,"-27"335,-1 4,0-1,1 0,-1 1,1-1,0 0,0 0,0 0,0 1,1-1,-1 0,1 0,-1 1,1-1,0 0,0 1,0-1,0 1,1-1,-1 1,1 0,-1-1,1 1,0 0,0 0,0 0,0 0,0 1,0-1,1 0,-1 1,1 0,-1-1,1 1,-1 0,1 0,0 1,-1-1,3 0,164 41,-130-31,-26-8,0 2,0 0,0 0,0 1,0 1,-1 0,0 1,0 0,0 1,-7-1,-1-1,0 1,0 0,-1 0,1 1,-1-1,-1 1,1-1,-1 1,0 0,-1 0,0 0,0 0,0 0,-1 0,0 0,0 0,-1 0,0 0,0 0,-1 0,0 0,0 1,-2 18,2-22,1 0,0 1,0-1,0 0,0 1,1-1,-1 0,1 1,0-1,1 1,-1-1,1 0,-1 1,2-1,-1 0,0 0,1 0,-1 0,1 0,1 0,-1 0,0 0,1-1,0 1,0-1,0 0,0 0,0 0,0 0,1 0,0-1,-1 0,1 1,1-1,8-1,0-1,0 0,0-1,-1 0,1-1,0-1,-1 0,1-1,-1 0,0 0,0-2,-1 1,0-2,0 1,0-1,0-1,-1 0,6-7,-5 7,1-1,-2-1,1 0,-1-1,-1 0,1 0,-2-1,0 0,0 0,-1-1,-1 0,0 0,-1-1,0 0,-1 0,0-2,-18-34,13 50,0-1,1 0,-1 0,0 1,0-1,0 0,0 1,0-1,0 1,0-1,0 1,-1-1,1 1,0 0,0 0,0 0,0-1,0 1,-1 0,1 0,0 1,0-1,0 0,0 0,0 0,-1 1,1-1,0 1,0-1,0 1,0-1,0 1,0 0,0-1,0 1,1 0,-1 0,0-1,0 1,0 0,1 0,-1 1,-5 6,1 0,0 1,0-1,1 1,0 0,1 0,0 1,0-1,1 1,0 0,1-1,0 1,0 0,1 0,0 0,1 0,0-1,1 1,0 0,3 8,0-8,0 0,0-1,1 0,0 0,1 0,0-1,0 0,1 0,0 0,0-1,0-1,1 1,0-1,1-1,-1 0,1 0,0-1,0 0,1 0,-1-2,1 1,0-1,-1-1,1 0,0 0,0-1,0 0,0-1,0 0,6-3,37-7</inkml:trace>
  <inkml:trace contextRef="#ctx0" brushRef="#br0" timeOffset="1706.389">2068 470,'-10'-132,"8"119,1 22,-2 218,11 27,-7-243,-2 3,2-1,-1 0,2 0,-1 0,2 0,0 0,1 0,0 0,0-1,2 0,-1 0,7 9,-10-19,1-1,0 0,-1 1,1-1,-1-1,1 1,0 0,0-1,-1 1,1-1,0 0,0 0,0 0,0 0,-1 0,1-1,0 1,0-1,-1 0,1 1,0-2,-1 1,1 0,-1 0,1-1,-1 1,0-1,1 0,-1 0,0 0,0 0,0 0,-1 0,1 0,0-1,-1 1,0-1,1 1,-1-2,37-43,-29 35,0-1,0 2,1-1,1 1,-1 1,2 0,0 0,0 1,0 1,1 0,6-2,-18 9,1 1,0-1,-1 1,1-1,0 1,0 0,-1 0,1-1,0 1,0 0,-1 1,1-1,0 0,-1 1,1-1,0 0,-1 1,1 0,0-1,-1 1,1 0,-1 0,1 0,-1 0,0 0,1 0,-1 1,0-1,0 0,0 1,0-1,0 1,0-1,0 1,0-1,-1 1,1 0,13 65,-13-56,-1 0,0 0,-1 1,0-1,-1 0,0 0,-1-1,0 1,-1 0,0-1,-1 0,0 0,0 0,-1-1,-1 1,1-1,-1-1,-1 0,0 0,-2 2,8-8,1 0,-1-1,0 1,0-1,0 1,0-1,0 0,0 0,0 0,0 0,0 0,0-1,-1 1,1 0,0-1,-1 0,1 0,0 1,-1-1,1-1,0 1,-1 0,1 0,0-1,-1 0,1 1,0-1,0 0,0 0,0 0,0 0,0 0,0-1,0 1,0-1,0 1,1-1,-1 0,1 0,-2-1,0-4,1-1,-1 0,2 1,-1-1,1 0,0 0,1 0,0 0,0 0,0 0,1 0,1 0,-1 0,1 1,0-1,1 0,0 1,0 0,1-1,0 1,0 1,0-1,1 1,0-1,1 1,-1 1,1-1,0 1,0 0,1 0,-1 1,1 0,0 0,0 0,1 1,6-2,-5 2,1 0,-1 0,1 1,0 0,0 1,0 0,0 0,-1 1,1 0,0 1,0 0,0 1,0 0,-1 0,1 1,-1 1,0-1,0 2,0-1,0 1,-1 0,1 1,-2 0,1 0,0 1,-1 0,-1 0,1 1,-1-1,0 1,-1 1,4 5,-2 6,-6-18,-1 0,0 1,1-1,-1 0,1 1,0-1,-1 0,1 0,0 0,0 0,1 0,-1 0,0 0,1 0,-1 0,1 0,0-1,-1 1,1 0,0-1,0 0,0 1,0-1,0 0,1 0,-1 0,0-1,0 1,1 0,-1-1,0 1,1-1,-1 0,0 0,1 0,-1 0,0 0,1-1,1 1,10-7,-1 0,0-1,0 0,0-1,-1 0,-1-1,1 0,-2-1,8-9,-9 10,57-60,-66 70,0-1,1 1,-1-1,0 1,1-1,-1 1,0-1,1 1,-1-1,0 1,1-1,-1 1,1 0,-1-1,1 1,-1 0,1 0,-1-1,1 1,-1 0,1 0,0 0,-1-1,1 1,-1 0,1 0,0 0,-1 0,1 0,-1 0,1 0,-1 1,1-1,0 0,-1 0,1 0,-1 0,1 1,-1-1,1 0,-1 1,1-1,-1 0,1 1,-1-1,1 1,5 27,-5-17,2-3,0 0,0 0,1 0,0 0,0 0,1-1,0 1,0-1,0-1,1 1,0-1,1 0,0 0,-1-1,2 0,-1 0,0-1,1 1,0-2,0 1,0-1,1 0,-1-1,1 0,-1-1,5 1,-9-2,1 0,-1 0,1 0,-1-1,1 1,-1-1,1 0,-1-1,1 1,-1-1,0 0,0 0,0 0,0-1,0 1,-1-1,1 0,-1 0,1 0,-1 0,0-1,0 0,55-90,-51 80,27-49,-33 63,-1 0,1 0,-1-1,1 1,-1 0,1 0,-1 0,1 0,-1 0,1 0,0 0,-1 0,1 0,-1 0,1 0,-1 0,1 0,-1 1,1-1,-1 0,1 0,-1 1,1-1,-1 0,1 0,-1 1,0-1,1 1,-1-1,0 0,1 1,-1-1,0 1,1-1,-1 1,0-1,0 1,1-1,-1 1,0-1,0 1,0-1,0 1,0-1,0 1,0-1,0 1,0-1,0 1,0-1,0 1,0-1,0 1,0-1,-1 1,1-1,0 1,0-1,-1 1,1-1,-1 1,2 83,-2-68,0 0,1 0,1 1,1-1,0 0,1 0,0 0,1 0,2 1,-4-12,0-1,1 0,-1 1,1-1,0 0,0 0,1 0,-1-1,1 1,0-1,-1 0,1 0,1 0,-1-1,0 1,1-1,-1 0,1 0,0-1,0 1,0-1,-1 0,1 0,0-1,0 0,0 1,0-2,0 1,0 0,0-1,1 0,34-9</inkml:trace>
  <inkml:trace contextRef="#ctx0" brushRef="#br0" timeOffset="1960.453">3512 416,'-2'16,"-1"6</inkml:trace>
  <inkml:trace contextRef="#ctx0" brushRef="#br0" timeOffset="2222.343">3779 1112,'21'-24,"-1"0,0-1,-2-1,-1-1,-1 0,-2-1,-1-1,0 0,-3-1,0 0,-2-1,-1-3,-9-11,2 44,0 0,0 0,0 0,-1 0,1 1,0-1,-1 0,1 0,-1 0,1 0,-1 1,1-1,-1 0,1 0,-1 1,0-1,1 1,-1-1,0 0,1 1,-1-1,0 1,0-1,0 1,0 0,1-1,-1 1,0 0,0 0,0 0,0 0,0-1,0 1,0 0,0 0,0 1,0-1,1 0,-1 0,0 0,0 1,0-1,0 0,0 1,-6 4,-1 1,1 0,1 0,-1 0,1 1,0 0,1 0,-1 1,1 0,1 0,0 0,0 0,0 1,1-1,0 1,1 1,-4 7,1 1,1 0,0 0,2 0,0 1,0 7,2-19,0 0,1 0,-1 0,2 1,-1-1,1 0,0-1,0 1,0 0,1-1,0 1,1-1,0 0,0 0,0 0,0 0,1-1,0 1,8 2,0 0,0 0,1-1,-1 0,2-2,-1 1,1-2,-1 0,1-1,0 0,1-1,-1-1,0 0,15-2,82-1,-5-7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15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500 83,'0'-2,"-2"-1,-4 0,-2 1,0 0</inkml:trace>
  <inkml:trace contextRef="#ctx0" brushRef="#br0" timeOffset="3811.055">233 244,'1'-6,"0"0,-1 0,0 0,0-1,0 1,-1 0,0 0,0 0,-1 0,1 1,-1-1,0 0,-1 1,0-1,1 1,-2 0,1 0,-1 0,1 0,-1 0,-1 1,1 0,-1 0,1 0,-1 0,0 1,0 0,-1 0,1 0,-1 1,0-1,1 1,-1 1,0-1,-5 0,5 4,0 0,0 0,0 1,0 0,1 0,-1 0,1 1,0 0,0 0,0 0,1 0,-1 1,1 0,0-1,1 2,-1-1,1 0,0 1,0 0,0-1,1 1,0 0,0 1,1-1,0 0,0 0,0 6,-1-4,0 0,0 0,1 0,0 0,1 0,0 0,0 0,1 0,0 0,0 0,1 0,0 0,1 0,-1 0,1-1,1 1,0-1,0 0,0 0,1 0,0-1,0 0,0 0,2 1,7 2,1 0,0-1,0 0,1-1,0-1,0-1,1 0,-1-1,1-1,0 0,0-2,0 0,1 0,-1-2,0 0,0-1,0-1,0 0,-1-1,1-1,11-5,-3 0,1 0,-2-2,0 0,0-2,-1 0,-1-2,0-1,6-6,-16 12,-1 0,1-1,-2-1,0 1,0-1,-1-1,-1 0,0 0,-1-1,-1 0,0 0,-1 0,0-1,0-8,-4 21,0 0,0 0,0 0,-1-1,1 1,-1 0,0 0,0 0,0-1,0 1,0 0,-1 0,0 0,1-1,-1 1,0 0,-1 0,1 0,0 1,-1-1,0 0,0 0,0 1,0-1,0 1,0 0,0-1,-1 1,1 0,-1 1,0-1,1 0,-1 1,0-1,0 1,0 0,0 0,0 0,-1 0,1 1,0-1,0 1,0 0,-1 0,1 0,0 0,-3 1,1 1,0 0,1 1,-1-1,0 1,1 0,0 0,0 1,0-1,0 1,0 0,1 0,-1 0,1 0,0 1,0-1,1 1,0 0,-1 0,1 0,1 0,-2 3,0 3,1 0,0 0,0 0,1 0,0 0,1 0,0 1,1-1,2 11,0-13,-1 0,1 0,1 0,0 0,0 0,1-1,0 1,0-1,1 0,0-1,1 0,-1 0,1 0,1-1,-1 0,1 0,0-1,0 0,1 0,-1-1,1 0,0 0,1-1,-1-1,0 1,1-1,-1-1,5 0,114-3,-73-9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07.2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123 808,'0'5,"0"8,2 11,1 10,0 9,1 6,3 0,3-3,3-6,2-10,4-11,-3-7</inkml:trace>
  <inkml:trace contextRef="#ctx0" brushRef="#br0" timeOffset="276.845">82 475,'-13'0,"-10"2,0 3,5 3,14 0,15-1,16-2,3-2</inkml:trace>
  <inkml:trace contextRef="#ctx0" brushRef="#br0" timeOffset="650.911">484 769,'11'9,"0"1,-1 0,0 1,-1 0,0 0,0 1,-1 0,-1 1,0 0,-1 0,0 0,-1 1,0 0,-2 0,1 3,28 70,-31-85,-1 0,1 0,-1 0,1-1,0 1,-1 0,1-1,0 1,0 0,0-1,1 1,-1-1,0 0,0 1,1-1,-1 0,1 0,-1 0,1 0,0 0,-1 0,1 0,0 0,0-1,-1 1,1-1,0 0,0 1,0-1,0 0,-1 0,1 0,0 0,0 0,0 0,0-1,0 1,-1-1,1 1,0-1,0 0,-1 0,2 0,7-8,0-1,-1 0,0-1,-1 0,0 0,-1 0,0-1,-1 0,0-1,-1 1,1-7,-5 19,61-185,-54 162,-8 23,0 0,0 0,0 1,0-1,0 0,0 0,0 0,0 1,0-1,0 0,0 0,0 1,0-1,1 0,-1 0,0 1,0-1,0 0,0 0,0 0,0 1,0-1,1 0,-1 0,0 0,0 0,0 1,0-1,1 0,-1 0,0 0,0 0,1 0,-1 0,0 0,0 0,0 0,1 1,-1-1,0 0,0 0,1 0,-1 0,0 0,0 0,1 0,-1-1,0 1,0 0,0 0,1 0,-1 0,0 0,0 0,0 0,1 0,1 25,-2-15,0 15,1 1,2-1,0 1,1-1,3 4,-5-23,0 0,0 0,0 0,1 0,0 0,0 0,1-1,0 1,0-1,0 0,0 0,1 0,0-1,0 0,0 0,0 0,1 0,0-1,-1 0,1 0,0-1,5 2,-3-2,1 0,-1-1,1 0,0-1,0 1,-1-2,1 1,0-1,5-1,29-8</inkml:trace>
  <inkml:trace contextRef="#ctx0" brushRef="#br0" timeOffset="1063.033">1286 742,'20'-5,"0"-1,-1 0,0-1,0-2,0 1,-1-2,-1-1,0 0,0-1,-1-1,0 0,-1-1,-1-1,0 0,-1-2,-1 4,-1-1,0-1,-1 0,-1-1,0 0,-1 0,-1 0,-1-1,4-12,-8 20,0 0,0 0,-1-1,0 1,-1 0,0-1,0 1,-1 0,0-1,0 1,-1 0,-1 0,0 0,0 0,0 0,-1 1,-1-1,1 1,-2-2,5 8,0 1,0-1,1 0,-1 0,0 1,0-1,-1 0,1 1,0-1,0 1,-1 0,1-1,-1 1,1 0,-1 0,0 0,1 0,-1 0,0 0,0 1,0-1,1 0,-1 1,0-1,0 1,0 0,0 0,0 0,0 0,0 0,0 0,0 0,0 1,0-1,1 1,-1-1,0 1,0 0,0 0,1 0,-1 0,0 0,1 0,-1 0,1 0,-1 1,1-1,0 1,-2 0,-2 10,0-1,1 1,0 0,1 0,0 0,1 1,0-1,1 0,1 1,0 5,-1 1,-3 237,16 100,-2-121,-2 310,-18-445,2-74</inkml:trace>
  <inkml:trace contextRef="#ctx0" brushRef="#br0" timeOffset="1513.902">1273 1076,'63'-41,"1"3,3 3,0 3,48-14,-111 43,0 1,0 0,0 0,1 0,-1 0,1 1,-1 0,1 0,-1 0,1 0,0 1,-1-1,1 1,0 1,-1-1,1 1,0 0,-1 0,1 0,-1 0,1 1,-1 0,0 0,0 0,0 0,0 1,0-1,0 1,-1 0,2 1,22 97,-9-20,-17-77,0 0,0 0,0-1,1 1,0 0,-1-1,1 1,0-1,1 0,-1 0,1 0,-1 0,1 0,0 0,0-1,0 1,1-1,-1 0,0 0,1 0,0 0,-1-1,1 1,0-1,0 0,-1 0,1-1,0 1,0-1,0 1,0-1,0-1,0 1,0-1,0 1,0-1,0 0,0 0,1-1,3-5,1 0,-1 0,0-1,0 0,-1 0,0-1,-1 0,0 0,0-1,-1 1,0-1,-1 0,0-1,-1 1,0-1,0 1,-1-1,-1 0,0 0,0 0,-1-11,0 16,0 0,-1 0,0-1,0 1,0 0,0 0,-1 0,0 0,0 0,-1 1,0-1,0 1,0-1,-1 1,1 0,-1 0,0 0,-1 1,1 0,-1 0,0 0,0 0,0 1,-1-1,1 1,-1 1,1-1,-1 1,0 0,0 0,0 1,0 0,-1 0,1 0,0 1,0 0,0 0,-1 0,1 1,0 0,0 0,0 1,0-1,-5 3,6 0,0-1,0 1,0 0,1 0,-1 1,1 0,0-1,0 1,1 1,-1-1,1 0,0 1,1 0,-1-1,1 1,0 0,1 0,0 0,-1 1,2-1,-1 0,1 0,0 1,0-1,1 0,0 0,0 0,0 1,1-1,0 0,0-1,0 1,1 0,0-1,0 1,1-1,-1 0,1 0,0 0,1 1,25 26</inkml:trace>
  <inkml:trace contextRef="#ctx0" brushRef="#br0" timeOffset="2526.46">2288 1063,'-1'-39,"1"0,2 1,1-1,2 1,4-12,9-72,-11 12,-6 115,1 0,-1 0,1 0,0 0,0 0,1 0,0-1,0 1,0-1,0 0,0 0,1 0,0 0,0 0,0-1,0 0,1 0,-1 0,1 0,-1-1,1 0,0 0,4 1,128 22,-97-21,-37-5,0 1,0 0,0 1,0-1,0 1,0-1,0 1,0 0,0 0,0 0,-1 0,1 1,0-1,-1 1,1-1,-1 1,1 0,-1 0,0 0,0 0,0 1,0-1,0 1,0-1,-1 1,1-1,-1 1,0 0,0 0,1 3,0 12,0 0,-2 1,0-1,-1 1,-1-1,-3 15,2-15,0 1,2-1,0 1,1 0,1 0,1 7,-1-23,-1 1,1-1,0 1,1-1,-1 1,0-1,1 0,0 1,0-1,0 0,0 0,0 0,0-1,1 1,0 0,-1-1,1 0,0 0,0 0,0 0,1 0,-1 0,0-1,1 1,-1-1,1 0,-1 0,3 0,1 0,1-1,0 1,0-1,0-1,0 0,-1 0,1 0,0-1,-1 0,1 0,-1-1,0 0,1-1,9-6,-1-1,0-1,0 0,-1-1,-1-1,0 0,-1-1,0 0,-2-1,1-1,-2 0,0 0,-2-1,0 0,0-1,-2 0,0 0,2-15,-10 49,0 0,2 0,0 0,0 0,2 0,0-1,0 1,1 0,1-1,1 0,0 0,1 0,0 0,1-1,7 10,-11-19,0-1,-1 0,2 0,-1-1,0 1,0-1,1 1,0-1,-1 0,1 0,0-1,0 1,0-1,0 0,0 0,0 0,0-1,0 1,1-1,-1 0,0 0,0 0,0-1,1 0,-1 0,0 0,0 0,0 0,0-1,-1 0,1 1,0-2,0 1,6-5,0 0,0 0,-1-1,0 0,-1 0,0-1,0 0,-1-1,0 0,-1 0,2-2,5-15,-1 0,-2 0,0-1,-2-1,1-7,-8 128,-2-80,1 1,0 0,1-1,0 1,1 0,0-1,1 1,0-1,1 0,1 0,0 0,0-1,1 0,5 7,-9-16,1 1,-1-1,0 0,1 0,-1 0,1-1,0 1,-1-1,1 1,0-1,0 0,0 0,0 0,0-1,0 1,0-1,1 1,-1-1,0 0,0 0,0 0,0-1,0 1,0-1,0 0,0 0,0 0,0 0,0 0,2-2,75-61,-69 52,0 0,-1 0,0-2,-1 1,-1-1,0 0,-1-1,-1 1,0-2,-1 1,0 0,-1-1,1-15,-6 14,-8 28,6-2,0 1,0 0,1-1,1 1,0 0,0 0,1 0,0 0,0 0,1 0,1-1,0 1,0 0,1-1,0 1,0-1,1 0,1 0,-1 0,2-1,-1 1,1-1,0 0,1-1,-1 0,2 0,-1 0,1-1,0 0,0-1,0 1,2-1,121 32,-65-28</inkml:trace>
  <inkml:trace contextRef="#ctx0" brushRef="#br0" timeOffset="3336.955">4494 862,'-6'-5,"0"0,-1 1,0 0,0 0,0 1,-1 0,1 0,-1 0,1 1,-1 0,0 1,0 0,0 0,0 1,0 0,0 0,0 1,1 0,-1 0,0 1,0 0,1 0,-1 1,1 0,-1 0,1 1,1 1,-1 0,1 0,1 0,-1 1,1 0,0 0,0 0,0 0,1 1,0 0,0 0,1 0,0 0,0 1,1-1,0 1,0 0,1-1,0 1,0 4,1-10,0 0,0-1,0 1,1 0,-1 0,0 0,1 0,0 0,-1-1,1 1,0 0,0 0,0-1,0 1,0-1,0 1,1-1,-1 1,0-1,1 0,-1 0,1 0,-1 1,1-1,0-1,-1 1,1 0,0 0,0-1,0 1,-1-1,1 1,0-1,0 0,0 0,0 0,0 0,0 0,0 0,0 0,-1-1,3 0,77-30,-64 19,-1-1,-1 0,0-2,-1 1,-1-2,0 0,-1 0,1-5,0 4,-13 17,1 0,-1 0,1 0,-1 0,1 0,-1 0,1 0,-1 0,1 0,-1 0,1 0,-1 1,1-1,-1 0,1 0,-1 1,1-1,-1 0,0 1,1-1,-1 0,0 1,1-1,-1 0,0 1,1-1,-1 1,0-1,0 1,0-1,1 1,-1-1,0 1,0-1,0 1,0-1,0 1,0-1,0 1,0-1,0 1,0-1,0 1,0-1,0 1,0-1,0 1,-1-1,1 0,0 1,0-1,-1 1,1-1,0 1,-1-1,1 0,0 1,-1-1,1 0,0 1,-1 1,10 125,-8-120,1 0,-1 0,1-1,1 1,-1-1,1 0,0 1,1-1,-1-1,1 1,0 0,1-1,-1 0,1 0,0 0,1-1,2 2,-5-4,1 0,0 0,-1 0,1-1,0 1,0-1,0 0,0 0,0-1,0 1,0-1,1 0,-1 0,0 0,0-1,0 1,0-1,0 0,0 0,0-1,0 1,0-1,-1 0,1 0,-1 0,1 0,0-1,7-6,0 0,-1 0,0-1,0 0,-1-1,-1 0,5-7,5-12,-2 0,-1 0,-2-2,0 1,-3-2,0 0,-2 0,-2 0,0-3,5-73,-4 1,-4-20,-5-195,1 303,0 25,1 34,0 508,-2-511,2-1,2 1,1-1,2 0,1 0,2-1,1 1,2-2,4 7,-13-35,0 0,1 0,0 0,-1-1,2 1,-1-1,1 0,-1 0,1 0,0 0,1 0,-1-1,1 0,-1 0,1 0,0-1,0 1,0-1,0 0,0-1,1 1,-1-1,1 0,-1 0,1-1,-1 0,1 0,-1 0,1 0,-1-1,4-1,2-3,-1 0,1-1,-1-1,0 0,0 0,-1 0,0-1,-1-1,0 0,0 0,0 0,-2-1,1 0,-1-1,0 1,-1-1,-1 0,1-1,-5 12,0-1,-1 1,1 0,0-1,0 1,0-1,0 1,0 0,0-1,0 1,0-1,0 1,1 0,-1-1,0 1,0-1,0 1,0 0,1-1,-1 1,0 0,0-1,0 1,1 0,-1-1,0 1,1 0,-1 0,0-1,1 1,-1 0,0 0,1 0,-1-1,0 1,1 0,-1 0,1 0,-1 0,0 0,1 0,-1 0,1 0,-1 0,0 0,1 0,-1 0,1 0,-1 0,0 0,1 0,-1 0,0 1,1-1,-1 0,0 0,1 0,-1 1,0-1,1 0,-1 0,0 1,1-1,-1 0,0 1,0-1,1 1,7 29,-8-28,7 38,-7-28,1-1,0 0,1 0,1 0,-1-1,2 1,-1-1,2 1,-1-1,1 0,1-1,0 1,0-1,6 6,-11-14,0 0,1 0,-1 0,1 0,-1 0,1 0,0 0,-1 0,1-1,0 1,-1-1,1 0,0 1,0-1,-1 0,1 0,0 0,0 0,-1 0,1 0,0-1,0 1,1-1,16-7</inkml:trace>
  <inkml:trace contextRef="#ctx0" brushRef="#br0" timeOffset="3587.129">5390 634,'-14'-4,"-6"-4,-3-3,-1-4,3 0</inkml:trace>
  <inkml:trace contextRef="#ctx0" brushRef="#br0" timeOffset="3785.73">4748 407,'25'2,"22"2,19-1,16-3,11-4,4-1,-2 0,-17 2</inkml:trace>
  <inkml:trace contextRef="#ctx0" brushRef="#br0" timeOffset="4013.123">5750 822,'-4'21,"-2"10,-2 6,1 0,0-3,5-8,5-13,1-9</inkml:trace>
  <inkml:trace contextRef="#ctx0" brushRef="#br0" timeOffset="4014.123">5630 421,'-9'9,"2"8,1 0</inkml:trace>
  <inkml:trace contextRef="#ctx0" brushRef="#br0" timeOffset="4526.271">6165 943,'24'-79,"-4"0,-2-1,-5-1,-3-1,-3 0,-4 0,-4-17,0 88,1-9,0-1,-2 0,-1 1,0 0,-2-1,-6-18,11 40,0-1,0 1,0-1,-1 1,1-1,0 1,-1-1,1 1,0-1,-1 0,1 1,0-1,-1 0,1 1,-1-1,1 0,-1 1,1-1,-1 0,1 0,-1 1,1-1,-1 0,1 0,-1 0,1 0,-1 0,1 0,-1 0,1 0,-1 0,1 0,-1 0,0 0,1 0,-1 0,1-1,-1 1,1 0,-1 0,1-1,0 1,-1 0,1-1,-1 1,1 0,-1-1,1 1,0 0,-1-1,1 1,0-1,0 1,-1-1,1 1,0-1,0 1,0-1,-1 1,1-1,0 1,0-1,0 1,0-1,0 1,0-1,0 0,0 1,0-1,-20 103,10-28,3-1,3 1,4 0,3 1,3-2,3 1,3-1,7 14,-16-74,0-1,1 0,0 0,1 0,0-1,1 1,0-1,1 0,0-1,1 0,0 0,0-1,1 1,0-2,1 0,0 0,2 0,-8-6,0 0,0-1,0 0,1 0,-1 0,0 0,1-1,-1 0,1 0,-1 0,0 0,1-1,-1 0,1 0,-1 0,0 0,0 0,0-1,0 0,0 0,0 0,0-1,-1 1,4-3,3-4,0 0,0 0,-2-1,1 0,-1-1,0 0,4-9,-1-1,0-1,-2 0,0-1,-1 0,-2 0,0 0,-2-1,2-20,-11-25,5 68,0 1,0-1,0 0,-1 1,1-1,0 1,0-1,0 1,-1-1,1 1,0-1,-1 1,1-1,0 1,-1 0,1-1,-1 1,1 0,-1-1,1 1,-1 0,1-1,-1 1,1 0,-1 0,1-1,-1 1,1 0,-1 0,1 0,-1 0,0 0,1 0,-1 0,1 0,-1 0,1 0,-1 0,0 0,1 0,-1 1,1-1,-1 0,1 0,-1 1,1-1,-1 0,1 1,-1-1,1 0,0 1,-1-1,-18 29,12-11,0 0,1 0,1 1,1 0,1 0,0 0,2 1,0-1,1 0,1 1,0-1,2 0,0 0,1 0,3 4,-3-14,1 0,0 0,1 0,0-1,1 0,-1 0,1-1,1 0,0 0,0 0,0-1,0 0,1-1,0 0,0 0,1-1,0 0,-1-1,1 0,0-1,0 0,0 0,1-1,-1 0,0-1,1 0,2-1,67-1</inkml:trace>
  <inkml:trace contextRef="#ctx0" brushRef="#br0" timeOffset="23646.698">110 2038,'25'-6,"1"-2,-1-1,0-1,-1-1,0-1,0-1,-2-1,0-1,0-1,-1-1,-2 0,9-11,15-9,-2-1,-1-2,-3-2,28-41,-26 2,-38 79,0 0,-1 0,1 0,-1 0,0 0,0 0,1 0,-2 0,1 0,0 0,0 0,-1 0,1 0,-1 0,1 0,-1 0,0 0,0 0,0 0,0 0,0 1,0-1,0 0,-1 1,1-1,-1 1,1-1,-1 1,1 0,-1 0,0 0,0 0,0 0,0 0,1 0,-1 0,0 1,0-1,-3 0,0 0,-1 0,1 1,-1-1,1 1,-1 0,0 1,1-1,-1 1,1 0,-1 0,1 1,-1 0,1 0,0 0,0 1,0-1,0 1,0 0,1 1,-1-1,1 1,-3 3,-2 2,0 1,1 0,1 0,-1 1,2 0,-1 0,2 0,-1 1,-1 8,-5 28,1 1,3 0,3 1,1 0,3 0,3 40,-2-65,0 0,2-1,0 1,2 0,1-1,0 0,2 0,10 22,-16-43,0 0,0-1,0 1,1-1,-1 1,1-1,-1 0,1 0,0 0,0 1,0-2,0 1,1 0,-1 0,0-1,1 1,-1-1,1 0,0 0,-1 0,1 0,0 0,-1 0,1-1,0 1,0-1,0 0,0 0,-1 0,1 0,0-1,0 1,0-1,-1 1,1-1,0 0,-1 0,1 0,0-1,-1 1,0-1,1 1,1-2,17-15,-1-1,-1-1,0 0,-1-1,-2-2,0 1,-1-2,10-22,-2 8,-23 37,-1 1,1-1,0 1,0-1,0 1,0 0,0-1,0 1,0-1,0 1,0 0,0-1,1 1,-1-1,0 1,0-1,0 1,0 0,1-1,-1 1,0 0,0-1,1 1,-1 0,0-1,0 1,1 0,-1 0,0-1,1 1,-1 0,1 0,-1-1,0 1,1 0,-1 0,1 0,-1 0,0 0,1 0,-1 0,1 0,-1 0,0 0,1 0,-1 0,1 0,-1 0,1 0,-1 0,0 0,1 0,-1 1,1-1,-1 0,0 0,1 1,-1-1,0 0,1 0,-1 1,0-1,3 31,-3 14,-1-22,1 0,1 0,0 0,2 0,1 0,4 11,-7-30,-1-1,1 0,0 0,0 0,1 1,-1-1,1 0,0 0,-1-1,1 1,1 0,-1-1,0 1,0-1,1 1,0-1,-1 0,1 0,0-1,0 1,0 0,0-1,0 0,0 0,1 0,-1 0,0 0,1 0,-1-1,0 0,1 0,-1 0,1 0,-1 0,0-1,3 0,6-5,1-1,-1-1,-1 1,0-2,0 0,0 0,-1-1,-1 0,1-1,-2 0,0-1,7-10,-6 9,-1 0,1 0,-2-1,0 0,-1 0,0-1,-1 0,2-12,-21 65,-1 86,15-118,0-1,1 0,0 1,0-1,0 0,0 1,1-1,0 0,0 0,1 0,-1-1,1 1,0-1,0 1,1-1,-1 0,1 0,0 0,0-1,0 1,0-1,2 1,1-1,0 0,1 0,-1 0,1-1,-1 0,1 0,0-1,0 0,-1 0,6-1,34-1</inkml:trace>
  <inkml:trace contextRef="#ctx0" brushRef="#br0" timeOffset="24433.178">1687 2199,'-10'-5,"1"0,-1 1,-1 0,1 1,0 0,-1 1,0 0,1 0,-1 1,0 1,0 0,0 0,1 1,-1 0,-3 2,8-2,-1 1,1-1,-1 1,1 1,0 0,0-1,0 2,1-1,-1 1,1 0,0 0,0 0,0 1,0-1,1 1,0 1,0-1,0 0,1 1,-1 0,1 0,1 0,-1 0,1 0,0 3,1-6,0 1,1-1,-1 0,1 1,0-1,0 1,0-1,0 0,1 1,-1-1,1 0,0 1,0-1,0 0,1 0,-1 0,1 0,0 0,-1 0,1 0,0 0,1-1,-1 1,0-1,1 1,0-1,-1 0,1 0,0 0,0-1,0 1,0-1,0 0,1 1,-1-1,0-1,0 1,1 0,-1-1,1 0,-1 1,0-1,1-1,-1 1,1 0,1-2,7-1,0 0,0-1,0-1,-1 0,1 0,-1-1,-1-1,1 0,-1 0,0-1,-1 0,0-1,0 0,-1-1,0 1,-1-2,0 1,-1-1,0 0,2-4,14-21,-21 36,1 0,-1 0,1 1,-1-1,0 0,1 1,-1-1,0 0,1 1,-1 0,0-1,0 1,0 0,1-1,-1 1,0 0,0 0,0 0,0 0,0 0,-1 0,1 0,0 1,0-1,-1 0,1 0,-1 0,1 1,-1-1,1 0,-1 1,0-1,0 1,1-1,-1 0,0 1,0-1,-1 1,4 4,3 8,0 0,1-1,1 0,0-1,1 1,0-2,1 1,8 7,-15-16,1 1,0-1,1 0,-1 0,0 0,1-1,0 1,-1-1,1 0,0 0,0-1,0 0,1 1,-1-2,0 1,0-1,0 1,1-1,-1-1,0 1,0-1,0 0,1 0,-1-1,0 1,3-3,6-4,-2-1,1-1,-1 0,0 0,-1-1,-1-1,0 0,0-1,-1 1,0-2,-2 1,1-1,0-5,19-33,-3-1,-2-1,-2-1,-3-1,-2-1,-3 0,-3-1,-1 0,-2-58,-6 111,1 3,-1 0,0 0,1 0,-1 0,0 0,0 1,-1-1,1 0,0 0,-1 0,1 0,-1 0,1 0,-1 0,0 1,0-1,0 0,0 0,0 1,0-1,-1 0,0 3,0 0,0-1,0 1,0 0,1 1,-1-1,0 0,1 0,-1 1,1-1,-1 1,1-1,0 1,0 0,0 0,0-1,0 1,0 0,0 0,0 0,0 2,0-2,-16 40,1 1,3 1,1 0,2 1,2 0,2 1,2 3,1-20,2 0,0 0,2 0,2 0,0-1,7 27,-8-46,0-1,1 0,0 1,0-1,1 0,0-1,0 1,1-1,0 1,0-1,1-1,0 1,0-1,0 0,1-1,0 1,0-1,1-1,-1 1,1-1,0 0,0-1,0 0,7 1,-6-2,1-2,-1 1,1-1,-1-1,1 0,-1 0,1-1,-1 0,0 0,0-1,0-1,0 1,0-1,-1-1,0 0,0 0,0 0,0-1,-1 0,0-1,0 0,-1 0,0 0,0-1,-1 0,1 0,-2 0,1-1,-1 1,-1-1,0 0,0 0,0 0,-1-1,-1 1,1-1,-2 1,1-1,-1 1,-1-1,0 1,0-1,-1-2,-9-4,4 37,7-4,1-1,0 1,1 0,1-1,1 0,0 1,1-2,1 1,0 0,2-1,-1-1,2 1,0-1,0 0,3 1,-4-6,1 0,-1-1,1 0,1 0,-1-1,1-1,0 0,1 0,0-1,0 0,0 0,5 0,24 5</inkml:trace>
  <inkml:trace contextRef="#ctx0" brushRef="#br0" timeOffset="24681.165">2142 1878,'-14'7,"-6"4,-1 3,13-1,22-3,28-5,30-8,33-8,27-7,-8-1</inkml:trace>
  <inkml:trace contextRef="#ctx0" brushRef="#br0" timeOffset="25294.864">4374 2065,'-17'-2,"-18"-5,1 2,-1 2,1 1,-1 1,-1 3,27-2,0 1,0 1,0 0,1 0,-1 0,0 1,1 1,0-1,0 1,0 1,0 0,1 0,-1 0,1 1,0 0,1 0,0 1,0-1,0 2,1-1,-3 6,2-3,1 1,0 0,1 0,0 0,1 1,0 0,1-1,0 1,1 0,0 2,1-11,-1 1,1-1,0 1,1-1,-1 0,1 1,-1-1,1 1,0-1,0 0,0 1,1-1,-1 0,1 0,0 0,0 0,0 0,0-1,0 1,1 0,-1-1,1 0,0 0,0 1,-1-2,1 1,0 0,1-1,-1 1,0-1,0 0,1 0,-1 0,0 0,1-1,0 1,8-3,1 1,-1-2,1 0,-1 0,0-1,0 0,0-1,-1-1,0 0,0 0,0-1,-1-1,0 0,0 0,-1-1,0 0,2-3,3-1,0-1,0-1,-1 0,-1-1,-1 0,0 0,-1-2,-1 1,-1-1,0 0,-1-1,-1 0,-1 0,-1 0,0-1,-2 1,0-1,-1 0,-1 0,-1 1,0-1,-2 0,0 1,-4-10,4 18,0 1,-1-1,0 0,-1 1,0 0,-1 0,0 1,0-1,-7-6,12 15,1 0,-1 0,0 0,0 1,1-1,-1 0,0 1,0-1,0 1,0-1,1 1,-1-1,0 1,0 0,0-1,0 1,0 0,0 0,0 0,0 0,0 0,0 0,0 0,0 0,0 0,0 0,0 0,0 1,0-1,0 0,0 1,0-1,0 1,0-1,1 1,-1-1,0 1,0 0,1-1,-1 1,0 0,1 0,-1 0,0-1,1 1,-1 0,1 0,0 0,-1 0,1 0,0 0,-1 0,1 0,-17 59,7 16,4 0,3 0,3 9,0-82,-2 24,2 0,1-1,1 1,1 0,1-1,1 1,2-1,1 0,10 23,-15-44,-1 0,1-1,0 1,1-1,-1 0,1 0,0 0,0 0,0-1,0 0,0 0,1 0,0 0,0 0,-1-1,1 0,0 0,1-1,-1 1,0-1,0 0,1-1,-1 1,1-1,-1 0,0 0,1-1,-1 1,0-1,1-1,-1 1,0-1,4-1,6-5,-1-1,0 0,0-1,-1 0,0-1,-1-1,0 0,0 0,-2-1,0-1,0 0,-1 0,-1-1,0 0,-1 0,-1-1,-1 0,0 0,-1 0,0-1,-1 1,-1-1,-1-10,-10-40,9 67,0 1,0-1,0 0,0 1,0-1,0 0,0 1,0-1,-1 0,1 1,0-1,0 0,0 1,-1-1,1 0,0 1,0-1,-1 0,1 0,0 1,-1-1,1 0,0 0,-1 0,1 1,0-1,-1 0,1 0,0 0,-1 0,1 0,-1 0,1 0,0 0,-1 0,1 0,0 0,-1 0,1 0,-1 0,1 0,0 0,-1 0,1-1,0 1,-1 0,1 0,0 0,-1-1,1 1,0 0,0 0,-1-1,1 1,0 0,0 0,-1-1,1 1,0 0,0-1,0 1,-1 0,1-1,0 1,0-1,0 1,0 0,0-1,0 1,-2 9,0 0,1 0,0 0,0 0,1 1,0-1,1 0,0 0,1 1,-1-1,2 0,-1-1,1 1,1 0,0-1,0 1,0-1,4 4,0-2,1 0,-1 0,2-1,-1-1,1 1,0-2,1 1,0-1,0-1,1 0,-1-1,1 0,1 0,-1-2,9 2,54 13</inkml:trace>
  <inkml:trace contextRef="#ctx0" brushRef="#br0" timeOffset="26059.061">6218 2293,'191'-477,"-135"265,-56 208,1 1,0-1,0 1,0-1,-1 1,0-1,0 1,0-1,0 0,0 1,-1-1,1 1,-1-1,0 1,0 0,0-1,-2-2,-13 10,7 7,0 0,1 0,0 1,1 0,0 0,0 1,2 0,-1 0,2 0,-3 15,6-27,-13 48,2 2,2 0,2 0,2 1,3-1,2 15,1-43,1 0,1 0,2 0,0-1,1 1,4 9,-6-24,0 1,0-1,1 0,1 0,-1 0,1-1,0 1,1-1,0 0,0-1,1 1,-1-1,1-1,0 1,1-1,0 0,6 2,0-2,-1-1,1-1,1 0,-1-1,0 0,1-2,-1 1,0-2,1 0,-1 0,0-2,1 1,-1-2,-1 0,1-1,-1 0,1-1,-1 0,-1-1,0-1,0 0,0 0,-1-1,0-1,-1 0,0 0,0-1,-1-1,-1 1,0-1,0-1,-1 1,-1-1,3-10,-7 20,0 0,-1 0,1 0,-1 0,0 0,0 0,0 0,0 0,0 0,-1 0,0-1,1 1,-1 0,0 0,-1-1,1 1,-1 0,1 0,-1 0,0-1,0 1,0 0,0 0,-1 1,1-1,-1 0,0 0,0 1,0-1,0 1,0-1,-1 1,1 0,-1 0,1 0,-1 0,0 1,0-1,0 0,-6 2,0 1,0-1,0 2,0-1,0 1,0 0,1 1,-1 0,1 0,0 1,0 0,0 1,0-1,1 2,0-1,0 1,0 0,1 0,0 1,0 0,0 0,1 0,0 2,0-2,0 1,1-1,0 1,0 1,1-1,0 0,1 1,0-1,0 1,0 8,1-14,1 0,0-1,0 1,0 0,1-1,-1 1,1 0,-1-1,1 1,0-1,0 1,0-1,0 1,0-1,1 0,-1 0,1 1,-1-1,1 0,0 0,0-1,0 1,0 0,0-1,0 1,1-1,-1 1,0-1,1 0,-1 0,1 0,-1-1,1 1,0 0,-1-1,1 0,1 1,8-2,-1-1,1 1,0-2,-1 0,0 0,1-1,-1 0,-1-1,1 0,-1-1,0 0,0-1,0 0,-1 0,0-1,-1 0,0-1,0 0,0 0,-1 0,-1-1,0 0,2-5,2 7,-7 26,-3-16,0 9,1 1,0-1,0 1,2-1,-1 1,1-1,1 0,0 0,1-1,0 1,0-1,1 0,1 0,-1-1,1 0,1 0,0 0,0-1,1-1,0 1,0-1,1-1,0 0,9 5,-6-6,0 0,0-1,1-1,0 0,0-1,0 0,0-1,0 0,0-1,0-1,0-1,0 0,0 0,0-1,0-1,-1-1,5-2,31-15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37.8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 1,'0'2,"-2"1,-3 2,-4 0,1 2,-1 2,1 1,2 4,-1 2,2-2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38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79 100,'0'-6,"0"1,0-1,-1 1,1-1,-1 1,-1-1,1 1,-1-1,0 1,0 0,-1 0,1 0,-1 0,0 0,0 0,-1 1,-2-3,6 7,-1-1,0 1,0-1,0 1,1 0,-1-1,0 1,0 0,0 0,0 0,0 0,0 0,0-1,1 2,-1-1,0 0,0 0,0 0,0 0,0 0,0 1,1-1,-1 0,0 1,0-1,0 1,1-1,-1 1,0-1,0 1,1 0,-1-1,1 1,-1 0,0-1,1 1,0 0,-1 0,1-1,-1 1,1 0,0 0,-1 0,1 0,0 0,0-1,0 1,0 0,-11 46,11-45,0 1,0-1,0 1,0-1,0 0,1 1,-1-1,1 1,0-1,-1 0,1 1,0-1,0 0,1 0,-1 1,0-1,1 0,-1-1,1 1,0 0,0 0,0-1,0 1,0-1,0 1,18 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42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38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147 150,'0'7,"0"11,0 12,-2 12,-3 12,-1 9,-1 5,-1 0,1-3,0-5,1-7,0-6,1-13</inkml:trace>
  <inkml:trace contextRef="#ctx0" brushRef="#br0" timeOffset="271.27">1 871,'9'0,"10"0,6 0,8 0,3 0,2 0,-1 0,-4 0,-6 0,-7 0</inkml:trace>
  <inkml:trace contextRef="#ctx0" brushRef="#br0" timeOffset="572.487">40 137,'3'0,"2"0,3 0,5 0,4 0,7 0,6-3,6 1,5-4,2-4,-7 0</inkml:trace>
  <inkml:trace contextRef="#ctx0" brushRef="#br0" timeOffset="1658.418">789 471,'152'-303,"-140"283,-13 20,1 1,0-1,0 0,0 0,0 1,0-1,0 0,-1 0,1 1,0-1,0 0,0 0,0 1,0-1,0 0,0 1,0-1,0 0,0 0,0 1,0-1,1 0,-1 1,0-1,0 0,0 0,0 1,0-1,0 0,1 0,-1 1,0-1,0 0,0 0,1 0,-1 1,0-1,0 0,1 0,-1 0,0 0,0 0,1 0,-1 1,0-1,0 0,1 0,-1 0,0 0,1 0,-1 0,0 0,0 0,1 0,-1 0,0 0,1 0,-1-1,0 1,0 0,1 0,-1 0,0 0,0 0,1 0,-1-1,0 1,0 0,1 0,1 39,-2 1,-1-1,-2 1,-5 19,2-15,-20 213,25-249,1-4,0 0,1 0,-1 0,-1 0,1 0,-1 0,1 0,-1 0,0 0,-1 0,1 0,-1-1,0 1,1 0,-2-1,1 1,0-1,-1 0,1 0,-1 0,0 0,0 0,0-1,-1 1,1-1,0 0,-1 0,0 0,-1 1,-66 6,542-36,-422 34,-36-1</inkml:trace>
  <inkml:trace contextRef="#ctx0" brushRef="#br0" timeOffset="2544.674">428 364,'7'7,"2"-1,0-2,-2-5,-4-3,-6 1,-3-1,-4 2,-2 2,0 4,1 9,2 5,2 1</inkml:trace>
  <inkml:trace contextRef="#ctx0" brushRef="#br0" timeOffset="2827.292">455 792,'2'-7,"1"-7,0-3,0-3,-2-1,-2 4,-4 4,-3 7,-2 8,-3 10,2 4,3 4,2 1,7-1,10-4,10-6,1-6</inkml:trace>
  <inkml:trace contextRef="#ctx0" brushRef="#br0" timeOffset="3464.935">1979 3,'0'-2,"0"1,-2 10,-6 18,-12 26,-15 31,-16 32,-14 27,-10 17,-3 6,8-6,10-18,15-23,17-32</inkml:trace>
  <inkml:trace contextRef="#ctx0" brushRef="#br0" timeOffset="4298.736">2019 671,'164'-350,"-129"274,-25 60,-4 18,-3 89,14 278,-20-264,2-101,0 0,-1 0,1 0,-1 0,1 0,-1 0,0-1,-1 1,1-1,0 0,-1 0,0 0,0 0,0 0,0 0,0-1,-1 1,1-1,-1 0,1 0,-1 0,0-1,-3 2,3-2,1 1,0-1,-1 0,1-1,-1 1,1 0,-1-1,0 0,1 0,-1 0,1 0,-1-1,1 1,-1-1,1 0,-1 0,-1-1,22-5,198 1,-144 7,74-1,-114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07.7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25,'18'4,"18"2,13-2,11-5,8-2,4-2,-1-1,-2-1,-5 0,-9 2,-9 1,-13 4,-12 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0.0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202 587,'-4'-3,"0"1,1 0,-1 1,0-1,0 0,0 1,0 0,0 0,0 1,0-1,-1 1,1-1,0 1,0 1,0-1,0 1,-1-1,1 1,0 0,0 1,0-1,0 1,1-1,-1 1,0 0,1 1,-1-1,0 2,-5 6,0 0,1 1,0 0,1 0,0 1,1 0,0 0,1 1,0 0,1-1,1 2,0-1,0 0,2 0,-1 1,2-1,0 1,1 2,-1-11,0-1,0 0,1 0,-1 0,1 0,0 0,0 0,1 0,-1 0,1 0,0-1,0 1,0-1,1 1,-1-1,1 0,0 1,-1-2,1 1,1 0,-1 0,0-1,1 0,-1 0,1 0,0 0,0 0,-1-1,1 0,0 0,0 0,1 0,-1 0,0-1,18 0,-1-2,0 0,0-1,0-2,0 0,-1-1,0-1,0-1,-1 0,0-2,9-5,20-9,-2-1,0-3,-2-2,-1-1,-2-2,-1-3,14-16,-53 51,1 0,-1 0,1 0,-1 0,1 0,-1 0,1-1,-1 1,0 0,0-1,0 1,1-1,-1 1,-1-1,1 1,0-1,0 0,-1 1,1-1,-1 0,1 1,-1-1,0 0,1 0,-1 0,0 1,0-1,0 0,-1 0,1 0,0 1,-1-1,1 0,-1 0,0 1,1-1,-1 0,0 1,0-1,-5 1,0 0,0 0,0 1,0-1,0 1,0 1,0-1,0 1,0 0,1 1,-1-1,0 1,0 0,1 0,0 1,-2 0,-4 2,0 0,0 0,0 1,1 1,0 0,0 0,1 1,0 0,0 0,1 1,0 0,0 1,1 0,0 0,1 1,0-1,1 1,0 0,1 1,0-1,1 1,0 0,0 8,2-15,1-1,1 0,-1 0,1 0,0 1,0-1,0 0,0 0,1 0,-1 0,1-1,0 1,0 0,1-1,-1 1,1-1,-1 0,1 0,0 0,0 0,1-1,-1 1,1-1,-1 1,1-1,0-1,3 3,7 1,0 0,0-1,0 0,1-1,0-1,-1-1,7 1,22-3,-1-2,0-2,0-1,-1-2,0-2,0-2,-1-2,0-1,-2-2,0-2,0-1,24-20,-61 40,7-5,0 0,0 0,0-1,0 0,-1 0,0-1,-1 0,1 0,-1 0,0-1,-6 7,1 0,-1 0,1 0,-1 0,1 0,-1 1,1-1,-1 0,0 0,1 0,-1-1,0 1,0 0,0 0,0 0,0 0,0 0,0 0,0 0,0 0,-1 0,1 0,0 0,-1 0,1 0,0 0,-1 0,0 0,1 0,-1 1,1-1,-1 0,0 0,0 0,1 1,-1-1,0 0,0 1,0-1,0 1,0-1,0 1,0-1,0 1,0 0,0 0,0-1,0 1,0 0,-56-4,44 5,-1 1,0 0,0 1,1 0,0 2,0-1,0 2,0-1,1 2,0 0,0 0,1 1,-1 0,2 1,-9 9,16-15,1-1,-1 1,1 0,0 0,0 0,0 0,0 0,0 0,1 0,-1 1,1-1,0 1,0-1,0 1,1-1,-1 1,1 0,0-1,0 1,0-1,0 1,1 0,-1-1,1 1,0-1,0 1,1-1,-1 1,1-1,-1 0,1 0,0 0,0 0,0 0,1 0,-1-1,1 1,0-1,0 1,6 1,0-1,1-1,-1 0,1 0,0-1,-1 0,1-1,0 0,0 0,0-1,-1 0,1-1,-1 0,1 0,-1-1,0-1,0 1,0-2,0 1,-1-1,1 0,-1-1,0 0,0-1,52-61,-50 107,-9-30,1 1,0-1,0 0,1-1,0 1,1 0,0-1,0 0,3 3,-6-8,1-1,-1 0,1 0,0 0,-1 0,1 0,0-1,0 1,0 0,0-1,1 0,-1 1,0-1,1 0,-1 0,1 0,-1 0,1-1,-1 1,1-1,-1 0,1 1,0-1,-1 0,1-1,-1 1,1 0,0-1,-1 1,1-1,-1 0,0 0,1 0,-1 0,2-1,10-8,0-1,0-1,-1 0,0-1,-1 0,-1-1,0 0,-1-1,-1 0,0-1,-1 0,0 0,-1-1,11-19,-11 22,-3 6,-1 0,1 0,0 1,1-1,0 1,0 0,1 1,0-1,0 1,0 0,1 1,6-5,-9 9,0 1,0 0,0 0,0 1,0-1,0 1,0 0,0 0,-1 0,1 1,0-1,0 1,-1 0,1 0,-1 0,0 0,1 1,-1-1,0 1,-1 0,1 0,0 0,-1 0,1 0,-1 1,0-1,0 1,-1 0,12 13,-1 1,-1 1,-1 0,0 0,-2 1,0 0,-1 1,2 12,-8-31,0 1,0 0,-1-1,1 1,-1 0,1-1,-1 1,0 0,0-1,0 1,-1 0,1 0,0-1,-1 1,0 0,0-1,0 1,0-1,0 1,0-1,0 0,-1 1,0-1,1 0,-1 0,0 0,0 0,0 0,0 0,0-1,0 1,-1-1,1 1,-1-1,1 0,-1 0,1 0,-1 0,1-1,-1 1,0-1,1 1,-1-1,0 0,0 0,1 0,-1 0,0-1,-1 0,0 0,0 0,-1-1,1 0,0 1,0-2,0 1,1 0,-1-1,0 0,1 0,0 0,-1 0,1 0,1-1,-1 1,0-1,1 0,0 0,0 0,0 0,0 0,1 0,-1-1,1 1,0-1,0 1,1-1,0 1,-1-1,1 1,1-1,-1 1,1 0,0-1,0 1,0-1,0 1,1 0,0 0,-1 0,2 0,-1 0,0 0,3-2,2-3,0 1,0 0,1 0,-1 1,2 0,-1 0,1 1,0 0,1 1,-1 0,1 0,0 1,0 1,0-1,1 1,-1 1,1 0,0 1,-1 0,1 0,0 1,0 1,0 0,-1 0,1 1,-1 0,1 1,-1 0,0 1,0 0,2 2,-8-3,-1 1,1-1,-1 1,0 0,0 0,0 0,0 1,-1-1,0 1,1-1,-2 1,1 0,-1 0,1 0,-1 0,-1 0,1 0,-1 0,0 0,0 0,0 0,-1 3,4 38,-3-45,0 0,0 0,0-1,0 1,0 0,0 0,0-1,1 1,-1 0,0 0,1-1,-1 1,0 0,1-1,-1 1,1 0,-1-1,1 1,-1-1,1 1,-1-1,1 1,0-1,-1 1,1-1,0 0,-1 1,1-1,0 0,0 1,-1-1,1 0,0 0,0 0,-1 0,1 0,0 0,0 0,-1 0,1 0,0 0,0 0,0 0,-1-1,1 1,0 0,-1-1,1 1,0 0,0-1,34-24,78-114,-113 138,1 0,-1-1,0 1,1 0,-1 0,0-1,1 1,0 0,-1 0,1 0,0 0,-1 0,1-1,0 1,0 1,0-1,0 0,0 0,0 0,0 0,0 1,0-1,1 0,-1 1,0-1,0 1,1 0,-1-1,0 1,1 0,-1 0,0 0,0 0,1 0,-1 0,0 0,1 0,-1 0,0 1,1-1,-1 0,0 1,0-1,1 1,-1 0,0-1,0 1,0 0,0 0,0-1,0 1,0 0,0 0,0 1,23 57,-21-49,1 0,-1 0,2 0,-1-1,1 0,0 0,1 0,0 0,1-1,0 0,5 5,-4-8,0 0,0 0,0 0,1-1,-1 0,1-1,0 0,0 0,0-1,0 0,1-1,-1 0,0 0,1-1,-1 0,1-1,-1 0,0-1,1 1,-1-2,0 1,0-1,-1-1,1 0,-1 0,1 0,-1-1,-1-1,1 1,-1-1,3-3,12-11,0-1,-2-1,-1-1,-1-1,-1-1,0 0,-2-1,-2 0,0-1,-2-1,0 0,-2-1,-2 1,0-2,-2 1,-1-1,-1 0,-2-3,0 11,-1 1,-1-1,-1 1,-1-1,-5-16,6 31,0 0,0-1,0 1,-1 0,0 0,-1 1,0-1,0 1,0 0,-1 0,1 0,-1 0,-1 1,1 0,-1 0,0 0,0 1,-2-1,5 4,0-1,0 1,-1-1,1 1,-1 0,1 1,-1-1,0 1,1-1,-1 1,1 0,-1 0,0 1,1-1,-1 1,1 0,-1 0,1 0,-1 0,1 0,0 1,-1 0,1 0,0 0,0 0,0 0,1 0,-1 1,0-1,1 1,0 0,-2 1,-3 6,-1 1,1 0,0 0,1 1,1 0,0 0,0 0,-1 8,-2 11,2 1,1 0,1 0,1 0,2 0,2 1,0-1,2 0,2 0,1 0,1 0,2-1,1 0,7 13,-11-31,1 0,0-1,1 0,0 0,1-1,0 0,1 0,0-1,0 0,1-1,1-1,-1 1,1-2,1 0,-1 0,1-1,1 0,-1-2,1 1,-1-2,1 1,5-1,39 2,-7-6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2.9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121 0,'-4'61,"-3"-1,-2 0,-3-1,-2 0,-8 13,-19 85,39-154,1 1,-1 0,1 0,-1-1,1 1,0 0,1 0,-1 0,1 0,0 0,0 1,0-1,0 0,1 0,-1 0,1 0,0 0,0 0,1-1,-1 1,1 0,0-1,0 1,0-1,0 1,1-1,-1 0,1 0,0 0,0 0,0-1,0 1,2 0,12 2,0 0,0-1,0-1,0 0,1-2,-1 0,1 0,12-3,-9 2,99-2,99-15,-196 14</inkml:trace>
  <inkml:trace contextRef="#ctx0" brushRef="#br0" timeOffset="536.853">1043 93,'-7'-4,"0"0,0 0,0 1,-1 0,1 0,-1 1,0 0,0 0,1 1,-1 0,-1 0,1 1,0 0,0 0,0 1,0 0,0 0,0 1,1 0,-1 1,0-1,1 1,0 1,-1 0,1 0,-4 4,3-1,0 0,1 1,0 0,0 0,1 1,0-1,1 1,0 1,0-1,1 1,-3 7,6-12,0-1,-1 1,1 0,1-1,-1 1,1 0,0 0,0-1,0 1,1 0,-1 0,1-1,0 1,1-1,-1 1,1-1,0 1,0-1,0 0,1 0,-1 0,1 0,0 0,0 0,0-1,4 3,13 8,0-1,1-1,0-1,0-1,2 0,16 3,105 54,-137-62,0 0,0 1,0 0,0 0,-1 1,0-1,0 1,-1 1,0-1,0 1,-1 0,1 0,-2 0,1 1,-2-1,1 2,-1-7,-1 0,0 0,0 0,-1 0,1 0,-1 0,1 0,-1 0,0 0,0 0,0 0,-1 0,1 0,-1 0,0 0,0 0,0 0,0 0,0-1,0 1,-1 0,1-1,-1 1,0-1,0 1,0-1,0 0,0 0,0 0,-1 0,1 0,-1 0,1-1,-2 1,-13 4,0-1,-1-1,0-1,0 0,0-1,-12-1,-7 2,-53 10,73-7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2.1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0 914,'48'-23,"-1"-2,-2-3,-1-1,-1-2,23-24,-54 47,-1-1,-1 0,1-1,-2-1,1 0,-1 0,-1 0,0-1,-1 0,0-1,1-4,-7 16,-1 0,1 0,-1 0,0 0,1 0,-1 0,0 0,0 0,0 0,0 0,0 0,0 0,0 0,0 0,0 0,0 0,0 0,0 0,-1 0,1 1,-1-1,1 0,0 0,-1 0,1 0,-1 0,0 1,1-1,-1 0,0 0,1 1,-1-1,0 1,0-1,0 0,0 1,1 0,-1-1,0 1,0-1,0 1,0 0,0 0,0 0,0-1,0 1,0 0,0 0,0 0,-49 12,45-9,0-1,0 1,1 0,0 0,-1 1,1-1,0 1,1 0,-1 0,1 1,-1-1,1 1,1-1,-1 1,1 0,-1 0,1 0,1 0,-1 0,1 1,0-1,0 1,1-1,-1 0,1 1,0-1,1 1,-1-1,1 1,0-1,1 0,-1 1,1-1,0 0,0 0,1 0,-1-1,3 4,0 0,0-1,1 0,-1 0,2 0,-1-1,1 0,-1 0,2-1,-1 0,1 0,-1-1,1 0,0 0,1-1,-1 0,1 0,-1-1,1 0,0 0,0-1,0 0,0-1,0 0,0-1,-1 1,1-2,0 1,0-1,-1-1,1 1,-1-1,1-1,-1 0,4-3,1-5,0-1,-1-1,-1 0,0-1,-1 0,7-15,-12 18,1 1,1 0,0 0,1 0,0 1,0 0,1 1,0 0,1 0,0 1,0 0,1 1,9-5,-17 10,-1 1,1 0,0 1,0-1,-1 0,1 1,0 0,0 0,-1-1,1 1,0 1,0-1,0 0,-1 1,1 0,0-1,-1 1,1 0,0 0,-1 1,1-1,-1 0,0 1,1 0,-1-1,0 1,0 0,0 0,0 0,0 0,-1 1,1-1,-1 0,1 1,-1-1,0 1,0-1,0 1,0 0,-1 0,1-1,-1 1,1 0,-1 2,2 5,-1 0,0 0,-1 0,0 0,-1 0,0 0,0 0,-1-1,0 1,-1 0,0-1,-1 0,0 1,0-1,-1-1,0 1,0-1,-1 0,0 0,-1 0,0-1,0 0,-6 4,13-10,0 0,-1 0,1 0,-1-1,1 1,-1 0,1 0,-1-1,1 1,-1-1,0 1,1 0,-1-1,0 1,0-1,1 1,-1-1,0 0,0 1,0-1,0 0,1 0,-1 1,0-1,0 0,0 0,0 0,0 0,0 0,0 0,1 0,-1 0,0-1,0 1,0 0,0 0,0-1,1 1,-1-1,0 1,0-1,1 1,-1-1,0 1,1-1,-1 0,0 1,1-1,-1 0,1 1,-1-1,1 0,-1 0,1 1,0-1,-1-1,3-6,0 0,0 0,1 0,0 0,1 0,-1 0,1 1,1 0,-1-1,5-3,-2 0,7-9,90-138,-6-5,15-49,-103 190,0 0,-1 0,-1-1,-2-1,0 1,-1-2,-5 24,1 1,-1-1,1 0,-1 1,0-1,1 1,-1-1,0 0,1 1,-1-1,0 0,0 0,0 1,0-1,0 0,1 0,-1 1,0-1,-1 0,1 1,0-1,0 0,0 0,0 1,-1-1,1 0,0 1,0-1,-1 0,1 1,-1-1,1 0,-1 1,1-1,-1 1,1-1,-1 1,1-1,-1 1,1 0,-1-1,0 1,1-1,-1 1,0 0,1 0,-1-1,0 1,0 0,1 0,-1 0,0 0,0 0,1 0,-1 0,0 0,0 0,-5 7,1-1,-1 1,1 1,0-1,1 1,0-1,0 1,1 0,0 1,0-1,-1 7,2-10,-10 35,2 1,1 0,2 0,2 0,2 1,1 0,2 0,3-1,1 1,7 28,-10-58,2-1,-1 1,2 0,-1-1,2 0,-1 0,2 0,-1-1,1 1,1-1,0-1,0 1,1-1,0-1,1 1,0-1,0-1,1 0,0 0,0-1,0 0,1-1,0 0,0 0,0-1,1-1,-1 0,1-1,0 0,10 0,-14-2,0-1,0 0,0 0,0-1,0 0,0 0,-1-1,1 0,-1 0,1-1,-1 0,-1-1,1 1,0-1,-1 0,0-1,0 1,-1-1,0-1,0 1,0-1,-1 1,1-1,-2-1,1 1,-1-1,0 1,-1-1,0 0,0 0,0 0,-1 0,0 0,-1 0,0 0,0 0,-1 0,0-1,-12-19,12 28,1 0,-1-1,1 1,-1 0,1 0,-1 0,0 0,1 0,-1-1,1 1,-1 0,1 0,-1 0,1 1,-1-1,0 0,1 0,-1 0,1 0,-1 0,1 1,-1-1,1 0,-1 0,1 1,-1-1,1 0,-1 1,1-1,0 1,-1-1,1 0,0 1,-1-1,1 1,0-1,-1 1,1-1,0 1,0-1,0 1,0 0,-1-1,1 1,0-1,0 1,0-1,0 1,0-1,0 1,-1 6,-1-1,1 0,0 1,1-1,-1 0,1 1,1-1,-1 1,1-1,0 0,0 1,1-1,0 0,0 0,0 0,1 0,0 0,0-1,1 1,-1-1,1 0,0 0,1 0,-1-1,1 1,0-1,0 0,0 0,1-1,-1 0,1 0,0 0,0 0,0-1,0 0,6 1,0 0,0 0,-1-1,1-1,0 1,0-2,0 0,0 0,0-1,0-1,0 0,22-7</inkml:trace>
  <inkml:trace contextRef="#ctx0" brushRef="#br0" timeOffset="257.399">1003 246,'-18'0,"-9"0,3 0,13 0,21 0,27 0,29 0,24-4,21-5,14-4,10-5,6-2,-22 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6.3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82 121,'0'5,"0"6,0 7,-2 9,-1 3,0 4,0 2,-1 1,0-2,1-5,0-7</inkml:trace>
  <inkml:trace contextRef="#ctx0" brushRef="#br0" timeOffset="207.444">1 469,'14'7,"11"2,8 0,8-2,3-5,2-4,-3-2,-4 0,-9-3,-10 1</inkml:trace>
  <inkml:trace contextRef="#ctx0" brushRef="#br0" timeOffset="450.794">28 68,'2'0,"11"0,11 0,13 0,10 0,3-3,-7 0</inkml:trace>
  <inkml:trace contextRef="#ctx0" brushRef="#br0" timeOffset="1316.543">616 135,'-2'0,"1"0,2 0</inkml:trace>
  <inkml:trace contextRef="#ctx0" brushRef="#br0" timeOffset="1573.992">630 362,'-3'16,"0"7,0-2,1-9,1-9,0-6</inkml:trace>
  <inkml:trace contextRef="#ctx0" brushRef="#br0" timeOffset="2194.616">831 269,'12'-20,"8"-13,-2 0,-1-1,-1 0,3-15,-7 18,-6 44,-6 306,0-306,1-1,-1 0,-1 0,0 0,0 0,-1 0,-1 0,-3 9,1-12</inkml:trace>
  <inkml:trace contextRef="#ctx0" brushRef="#br0" timeOffset="2464.934">910 496,'-2'0,"1"0,4 2,5 1,6 0,8-1,6 0,6-1,4 0,-1-1,-1-2,-7-1</inkml:trace>
  <inkml:trace contextRef="#ctx0" brushRef="#br0" timeOffset="2715.263">1338 1,'0'14,"0"15,-2 17,-6 15,-3 12,-5 9,-3 6,-4 0,0-5,4-10,5-18</inkml:trace>
  <inkml:trace contextRef="#ctx0" brushRef="#br0" timeOffset="3162.283">1499 256,'83'10,"-56"-10,-22 0,1-1,0 1,0 0,-1 0,1 1,0 0,-1 0,1 0,0 1,-1-1,0 1,1 1,-1-1,0 1,0 0,0 0,-3 0,-1 0,0 0,0 1,-1-1,1 0,-1 0,1 1,-1-1,0 0,0 1,-1-1,1 0,-1 0,1 1,-1-1,0 0,0 0,0 0,-1 0,1 0,-1 0,0 0,0 0,0-1,0 1,0-1,0 0,-1 1,0 0,1-1,-118 163,118-163,1-1,0 1,0 0,1 0,-1-1,0 1,0 0,1 0,-1 0,1 0,0 0,0 0,-1 0,1 0,1 0,-1 0,0 0,0 0,1 0,-1-1,1 1,-1 0,1 0,0 0,0 0,0-1,0 1,0 0,0-1,0 1,1-1,-1 1,1-1,-1 0,1 1,-1-1,1 0,0 0,-1 0,1 0,0-1,0 1,0 0,0-1,-1 1,2-1,22 6,0-2,1-1,-1-1,0-1,1-1,-1-1,2-1,92-13,-72 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3.19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165 9,'0'-7,"2"5,3 9,1 16,0 16,-7 18,-16 20,-21 17,-25 11,-1-12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4.4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327 488,'-15'0,"0"0,-1 1,1 1,0 0,-1 1,1 1,1 0,-1 1,1 1,-1 0,2 0,-1 2,1 0,0 0,0 1,1 1,1 0,0 1,-2 2,-31 54,43-66,1 1,-1-1,1 1,-1-1,1 1,-1-1,1 1,0 0,0-1,0 1,0 0,0-1,0 1,0-1,1 1,-1 0,1-1,-1 1,1-1,-1 1,1-1,0 1,0-1,0 1,-1-1,2 0,-1 0,0 1,0-1,0 0,0 0,1 0,-1 0,0 0,1 0,-1-1,1 1,-1 0,1-1,0 1,-1-1,1 0,-1 1,1-1,1 0,8 0,0-1,0 0,0 0,0-1,-1-1,1 0,0 0,-1-1,0 0,0-1,0 0,-1-1,1 0,-1 0,-1-1,1 0,-1 0,0-1,16-14,0 0,-2-1,0-1,-1-1,-2-1,-1-1,-1-1,-1 0,-1-1,-2 0,-1-2,-1 1,-2-1,-1-1,-2 1,0-1,-3 0,1-29,-4 60,0-3,1 0,-1 0,0 0,0 0,0 0,0 1,-1-1,1 0,-1 0,0 0,0 1,-1-1,1 0,-1 1,0-1,0 1,0 0,0-1,-1 1,1 0,-1 1,0-2,0 4,0 1,0-1,1 1,-1 0,0 0,0 0,1 0,-1 0,1 1,-1-1,1 1,-1-1,1 1,0 0,0 0,0 0,0 0,0 1,0-1,1 0,-1 1,1-1,-1 1,1-1,0 1,0 0,0 0,0 1,-12 32,0 1,3 0,1 1,1 0,3 1,1-1,2 1,2 29,0-44,1-1,1 0,1 0,1 1,1-2,2 4,-5-19,1 1,0-1,0 1,1-1,0 0,0 0,0-1,1 1,0-1,0 0,1 0,0-1,0 1,0-1,1-1,-1 1,1-1,0 0,5 1,-2-1,1-2,-1 1,0-1,1-1,0 0,-1-1,1 0,0 0,-1-1,1 0,-1-1,1 0,-1-1,0 0,0-1,0 0,0 0,6-5,0 0,-1 0,0-1,-1-1,0 0,-1-1,0-1,-1 0,0 0,-1-1,8-14,-12 17,0-1,-1 0,0 0,-1-1,-1 1,0-1,0 0,-1 0,-1 0,-1-1,1 1,-2-1,-1-10,2 22,-1 1,0-1,0 0,0 1,0-1,0 0,0 1,-1-1,1 1,0-1,-1 0,1 1,-1-1,0 1,1-1,-1 1,0 0,0-1,0 1,0 0,0 0,0-1,-1 1,1 0,0 0,0 0,-1 0,1 1,-1-1,1 0,-1 1,1-1,-1 0,1 1,-1 0,0-1,1 1,-1 0,1 0,-1 0,0 0,1 0,-1 0,0 1,1-1,-1 0,1 1,-1-1,1 1,-1 0,1 0,-1-1,1 1,0 0,-1 0,1 0,0 0,-1 1,-3 3,1 1,-1 0,1 0,1 1,-1-1,1 1,0 0,0 0,1 0,0 0,0 0,1 0,-1 1,2-1,-1 0,1 1,0-1,1 1,0-1,0 0,0 1,1-1,0 0,0 0,1 0,0 0,0-1,1 1,0-1,0 0,1 0,-1 0,1 0,0-1,1 0,-1 0,5 3,49 22,1-9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8.7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292 501,'-9'-3,"0"-1,0 2,0-1,-1 1,1 1,-1 0,1 0,-1 0,1 2,-1-1,1 1,-1 0,1 1,-1 0,1 1,0 0,0 0,0 1,1 0,-1 1,1 0,0 0,0 1,1-1,-1 2,1-1,-3 5,5-4,0 0,1 0,0 0,0 1,0-1,1 1,0 0,1 0,0 0,0 1,1-1,-1 6,2-11,0 0,0 0,0 0,0 0,1 0,-1 0,1 0,0 0,0 0,0 0,0 0,0-1,1 1,-1 0,1-1,0 1,0-1,0 0,0 1,0-1,0 0,1 0,-1 0,1-1,-1 1,1-1,0 1,-1-1,1 0,0 0,0 0,0 0,0 0,0-1,2 1,6-2,0 1,0-1,0-1,0 0,0 0,0-1,-1-1,1 0,-1 0,0-1,0 0,-1-1,0 0,0-1,0 1,0-2,-1 1,-1-1,1-1,-1 1,-1-1,1 0,-1-2,22-54,-28 65,0 0,0 0,0 0,0 0,0 0,0 0,-1 0,1 0,0 0,0 0,0 0,0 0,0 0,0 0,-1 0,1 0,0 0,0 0,0 0,0 0,0-1,-1 1,1 0,0 0,0 0,0 0,0 0,0 0,0 0,0 0,0 0,0-1,-1 1,1 0,0 0,-8 16,-12 69,19-81,1-1,0 0,0 0,0 1,1-1,-1 0,1 0,0 0,0 1,0-1,0 0,0 0,1 0,-1-1,1 1,0 0,0 0,0-1,0 1,0-1,1 0,-1 0,1 0,-1 0,4 1,76 18,-35-16</inkml:trace>
  <inkml:trace contextRef="#ctx0" brushRef="#br0" timeOffset="903.155">853 515,'-10'-1,"0"0,0 1,0 0,0 1,0 0,0 1,0-1,0 2,0 0,1 0,-1 0,1 2,0-1,0 1,0 0,1 1,0 0,0 0,0 0,1 1,0 1,0-1,1 1,0 0,0 1,1-1,0 1,1 0,-1 0,2 1,-1 1,4-9,-1 0,1 0,-1 0,1 0,0 0,0 0,0 1,0-1,0 0,1 0,-1 0,0 0,1 0,0 0,-1 0,1 0,0 0,0 0,0 0,1-1,-1 1,0 0,1-1,-1 1,1-1,-1 1,1-1,0 0,-1 1,1-1,0 0,0 0,0-1,0 1,0 0,0 0,0-1,0 0,0 1,0-1,1 0,5 1,-1 0,1-1,0 0,-1 0,1-1,-1 0,1 0,-1-1,1 0,-1 0,3-2,8-6,0-2,0 0,-1 0,-1-2,0 0,-1-1,0-1,-1 0,-1-1,-1 0,0-1,-2-1,0 1,0-2,4-16,-1-2,-2 0,-2-1,-1-1,-2 1,-2-1,-1 0,-2 0,-2 0,-3-6,-6-15,3 61,-10 59,-4 85,6 0,5 61,10-196,-2 14,1 0,1 0,1 0,1 0,1 0,1 0,1-1,1 1,6 13,-11-33,0 1,1-1,0 0,-1 1,1-1,1 0,-1 0,0 0,1-1,-1 1,1-1,0 1,0-1,0 0,0 0,0 0,0 0,1-1,-1 1,1-1,-1 0,1 0,-1 0,1-1,0 1,-1-1,1 0,0 0,-1 0,1 0,0-1,-1 1,1-1,-1 0,1 0,-1-1,1 1,-1-1,0 1,1-1,-1 0,0 0,0-1,4-4,1 0,-2 0,1-1,-1 0,0-1,-1 1,0-1,0 0,-1 0,0-1,-1 1,0-1,0 0,-1-2,15-143,-15-3,-1 156,0 1,1-1,-1 1,1 0,-1 0,1 0,-1 0,1 0,0 0,-1 0,1 0,0 0,0 1,-1-1,1 1,0 0,0-1,0 1,0 0,0 0,-1 0,1 0,0 1,0-1,0 0,0 1,0-1,-1 1,1 0,0-1,-1 1,1 0,0 0,-1 0,1 0,10 3,207 41,-214-44,-1 1,1-1,-1 1,0 1,0-1,0 0,0 1,0 0,0 0,-1 0,1 0,-1 1,0-1,0 1,0 0,-1 0,1 0,-1 0,0 0,0 1,-1-1,1 0,-1 1,0 0,0-1,0 1,-1 0,0-1,1 1,-2 0,-9 159,10-161,1-1,-1 1,1-1,-1 1,1 0,0-1,0 0,1 1,-1-1,0 0,1 1,-1-1,1 0,0 0,0 0,0 0,0-1,0 1,0 0,0-1,1 0,-1 1,0-1,1 0,-1 0,1 0,-1-1,1 1,0 0,-1-1,1 0,0 0,0 0,90-14,-78 9,-1-1,0-1,-1 0,1-1,-1 0,-1-1,1-1,-2 0,1 0,-1-1,-1-1,0 0,-1 0,0-1,-1 0,0 0,-1-1,0 0,-2 0,1-1,-2 0,0 0,-1 0,0 0,-1 0,-1-1,0-14,-1 28,0 1,0-1,1 1,-1-1,-1 1,1-1,0 0,0 1,0-1,-1 1,1-1,-1 1,0-1,1 1,-1-1,0 1,0 0,1-1,-1 1,0 0,-1 0,1 0,0 0,0 0,0 0,-1 0,1 0,0 0,-1 0,1 1,-1-1,1 1,-1-1,1 1,-1-1,1 1,-1 0,1 0,-1 0,-1 0,-2 4,0 0,0 1,0 0,1 0,0 0,0 1,0-1,0 1,1 0,0 0,1 0,-1 1,1-1,0 0,-1 6,3-9,-7 17,1 1,1 0,1 0,1 1,0 0,2 17,1-31,0 0,1 0,0 1,0-1,1 0,0 0,1 0,-1-1,2 1,-1-1,1 1,0-1,0 0,1 0,0-1,0 1,1-1,0 0,2 2,34 17,-1-7</inkml:trace>
  <inkml:trace contextRef="#ctx0" brushRef="#br0" timeOffset="1279.225">2445 394,'-15'-3,"0"0,0 1,-1 0,1 2,0 0,-1 0,-13 3,23-2,-1 0,2 0,-1 1,0-1,0 1,0 1,1-1,-1 1,1 0,0 0,0 1,0-1,0 1,0 0,1 0,0 1,0-1,0 1,1 0,-1 0,1 1,2-3,-1-1,1 1,1 0,-1 0,0 0,1 0,-1 0,1 0,0 0,0 0,0 0,0 0,1 0,-1-1,1 1,0 0,0 0,0 0,0 0,0-1,0 1,1-1,0 1,-1-1,1 1,0-1,0 0,0 0,0 0,1 0,-1 0,1 0,86 47,-34-29,67 35,-120-54,0 0,0 0,0 0,0 0,-1 1,1-1,0 0,-1 1,1 0,-1-1,1 1,-1 0,0-1,0 1,0 0,0 0,0 0,0 0,-1 0,1 0,-1 0,1 0,-1 0,0 0,1 1,-1-1,0 0,-1 0,1 0,0 0,-1 0,1 0,-1 1,1-1,-1 0,0 0,0-1,0 2,-8 5,1 1,-2-1,1-1,-1 0,0 0,0-1,-1 0,0-1,0 0,-1 0,1-1,-1-1,0 0,-5 0,9-1,-1 0,0 0,1-1,-1 0,0 0,0-1,1 0,-1-1,0 0,-2-1,10 2,0 0,0 0,1 0,-1 0,0 0,1 0,-1 0,0 0,1-1,-1 1,0 0,1 0,-1-1,1 1,-1 0,1-1,-1 1,0-1,1 1,-1-1,1 1,0-1,-1 1,1-1,-1 1,1-1,0 0,-1 1,1-1,0 1,0-1,0 0,-1 1,1-1,0 0,0 1,0-1,0 0,0 0,0 1,0-1,0 0,1 1,-1-1,0 0,0 1,1-1,-1 1,0-1,0 0,1 1,-1-1,1 1,-1-1,1 1,-1-1,1 1,-1-1,1 1,34-27,-3 9</inkml:trace>
  <inkml:trace contextRef="#ctx0" brushRef="#br0" timeOffset="1712.785">2913 621,'0'-5,"-1"0,1 0,-1 0,0 0,0 1,0-1,0 0,-1 0,0 1,0-1,0 1,-1-1,0 1,0 0,0 0,0 0,0 0,-1 1,1-1,-1 1,0 0,0 0,-1 1,1-1,0 1,-1 0,1 0,-1 0,0 0,0 1,0 0,0 0,0 1,-4-1,6 1,-1 1,1-1,0 1,-1 0,1 0,0 0,0 1,0-1,0 1,0-1,0 1,0 0,0 0,1 1,-1-1,1 0,-1 1,1 0,0-1,0 1,0 0,1 0,-1 0,1 0,-1 0,1 1,0-1,0 0,0 1,1-1,-1 1,0 2,0 0,0 1,1-1,-1 0,1 0,1 0,-1 1,1-1,0 0,0 0,1 0,0 0,0 0,0-1,1 1,0-1,0 2,1-3,0 0,0 0,1 0,-1 0,1-1,-1 0,1 0,0 0,1 0,-1-1,0 0,1 0,-1 0,1-1,-1 0,1 0,0 0,0-1,-1 0,1 0,0 0,1-1,4 0,-1-1,0 0,0 0,0-1,0 0,0-1,-1 0,1-1,-1 0,0 0,8-7,39-61,-36 42,-20 31,1 0,-1 0,1 0,-1 0,1 0,-1 0,1 0,-1 0,0 0,1 0,-1 0,1 0,-1 0,1 0,-1 1,0-1,1 0,-1 0,0 1,1-1,-1 0,0 1,1-1,-1 0,0 1,1-1,-1 0,0 1,0-1,1 0,-1 1,0-1,0 1,0-1,0 1,0-1,0 0,0 1,0-1,0 1,0-1,0 1,0-1,0 1,0-1,0 0,0 1,0-1,0 1,0-1,-1 1,1-1,0 0,0 1,-1-1,1 0,0 1,-1-1,1 1,0 0,0 6,0-1,0 1,0-1,1 1,0-1,1 0,-1 1,1-1,1 0,-1 0,1 0,0 0,0-1,1 1,-1-1,1 0,1 0,-1 0,5 4,7 1,1 0,0-2,0 0,1-1,0 0,0-2,1 0,-1-1,1-1,0 0,0-2,0 0,0-1,7-2,70-3,-8-4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7.8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0 594,'61'-60,"0"2,-3-3,-2-3,29-45,-77 100,-1-1,-1 1,1-1,-2-1,1 1,-2-1,1 0,-1 0,-1 0,0-1,-1 1,0-1,0 1,-2-1,1 0,-2-4,0 13,0 0,0 0,0 0,-1 0,1 0,-1 1,0-1,0 1,0-1,0 1,0 0,0 0,-1 0,1 0,-1 0,0 0,1 1,-1-1,0 1,0 0,0 0,0 0,0 0,0 0,0 1,0-1,-1 1,1 0,0 0,0 0,0 0,0 1,0-1,0 1,0 0,0 0,0 0,0 0,0 1,0-1,0 1,-1 0,-12 10,0 1,0 1,2 0,-1 0,2 2,0-1,1 2,1 0,0 0,1 1,1 0,1 1,0 0,2 0,0 1,1 0,1 3,-4 2,1 0,2 0,0 0,2 1,1-1,1 1,1 0,1-1,1 1,2-1,0 1,2-1,0 0,11 22,-12-38,0-1,1 0,0 0,0 0,1-1,0 0,0 0,1-1,0 0,0 0,0-1,1 0,0-1,0 0,0 0,0 0,1-1,42 10</inkml:trace>
  <inkml:trace contextRef="#ctx0" brushRef="#br0" timeOffset="360.164">629 674,'4'-9,"1"0,-2 0,1 0,-1 0,-1-1,0 0,0 1,-1-1,0 0,0 0,-1-7,-2 15,1 1,-1-1,1 0,-1 1,1-1,-1 1,0 0,0-1,1 1,-1 0,0 0,0 0,0 0,-1 1,1-1,0 1,0-1,0 1,0-1,-1 1,1 0,0 0,0 0,0 1,-1-1,1 0,0 1,0-1,0 1,0 0,0 0,0 0,0 0,0 0,0 0,0 0,1 1,-1-1,0 1,0 1,-12 6,1 0,0 1,0 0,1 2,1-1,0 1,0 1,1 0,1 0,0 1,1 0,1 0,-1 2,7-14,0 0,0-1,0 1,0 0,0 0,0 0,0 0,1 0,-1 0,1 0,-1 0,1 0,0 0,0 0,0 0,0 0,0 0,0 0,1 0,-1 0,1 0,-1 0,1 0,0 0,0 0,0 0,0 0,0 0,0-1,0 1,1 0,-1-1,1 1,-1-1,1 0,-1 1,1-1,0 0,0 0,-1 0,1 0,0 0,0-1,0 1,0-1,0 1,1-1,9-1,0 0,1-2,-1 1,0-2,-1 1,1-2,0 1,-1-2,0 1,-1-1,1-1,-1 0,0-1,-1 0,8-7,53-57,-69 72,-1 0,1 0,-1 0,1 0,-1 0,1 0,-1 0,1 0,-1 0,1 0,-1 1,1-1,-1 0,1 0,-1 0,1 1,-1-1,0 0,1 0,-1 1,1-1,-1 0,0 1,1-1,-1 1,0-1,1 0,-1 1,0-1,0 1,0-1,1 1,-1-1,0 1,0-1,0 1,0-1,0 1,0-1,0 1,0-1,0 1,0-1,0 1,0-1,0 1,0-1,0 1,-1-1,1 0,0 1,5 17,3-12,-1 1,1-1,0-1,1 0,-1 0,1 0,0-1,0-1,0 1,1-1,-1-1,1 0,-1 0,1-1,0 0,0-1,-1 0,1 0,3-2,80 1,-2-5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34.7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32,'5'-13,"1"-6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33.5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45 335,'0'9,"0"5,0 3,0-2</inkml:trace>
  <inkml:trace contextRef="#ctx0" brushRef="#br0" timeOffset="259.349">19 683,'-7'13,"0"5,4-3,2-4</inkml:trace>
  <inkml:trace contextRef="#ctx0" brushRef="#br0" timeOffset="503.695">339 548,'5'-21,"17"-77,4 1,17-35,-43 131,12-24,-12 25,0 1,0-1,0 0,0 0,0 0,0 1,0-1,1 0,-1 0,0 1,0-1,0 0,0 0,1 0,-1 0,0 1,0-1,1 0,-1 0,0 0,0 0,1 0,-1 0,0 0,0 0,1 0,-1 1,0-1,0 0,1 0,-1 0,0-1,0 1,1 0,-1 0,0 0,0 0,1 0,-1 0,0 0,0 0,1 0,-1-1,0 1,0 0,0 0,1 0,-1 0,0-1,0 1,0 0,1 0,-1 0,0-1,0 1,0 0,0 0,0-1,0 1,0 0,0 0,0-1,5 138,-7-101,-10 290,14-300</inkml:trace>
  <inkml:trace contextRef="#ctx0" brushRef="#br0" timeOffset="712.265">1034 1,'0'16,"-2"16,-6 19,-7 17,-11 12,-8 7,-7 2,-4-1,2-6,6-7,9-13,11-14,9-16</inkml:trace>
  <inkml:trace contextRef="#ctx0" brushRef="#br0" timeOffset="1076.974">1115 389,'130'11,"-112"-12,0 1,0 1,0 0,-1 2,1 0,0 1,-1 0,1 2,-16-5,0-1,0 1,-1 0,1-1,0 1,-1 0,1 0,0 0,-1 1,0-1,1 0,-1 1,0-1,1 0,-1 1,0 0,0-1,0 1,0 0,0-1,-1 1,1 0,-1 0,1 0,-1-1,1 1,-1 0,0 0,0 0,0 0,0 0,0 0,-1 0,1 0,0-1,-1 1,1 0,-1 0,0 0,0-1,0 1,0 0,0-1,-1 2,-10 17,-1-1,-1-1,-1 0,0-1,-8 5,2 0,-10 11,6-9,1 2,2 0,0 2,2 0,-1 5,19-30,0 0,0-1,0 1,0 0,1 0,-1 0,1 0,0 0,0 1,0-1,0 0,1 1,-1-1,1 0,0 1,0-1,0 0,0 1,1-1,0 0,-1 1,1-1,0 0,0 0,1 0,-1 0,1 0,-1 0,1 0,0 0,1 0,5 2,1 0,-1 0,1-1,1 0,-1-1,1 0,-1 0,1-1,0 0,0-1,0 0,0 0,0-1,0-1,0 0,33 0,0-2,0-2,-1-2,1-2,-2-2,2-2,7-4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32.8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57,'0'-7,"0"3,0 8,0 15,-2 16,-3 15,-1 11,-2 6,1 1,-1-2,-1-5,-1-9,0-13</inkml:trace>
  <inkml:trace contextRef="#ctx0" brushRef="#br0" timeOffset="188.012">1 578,'4'3,"7"0,5-1,7 1,5-2,3 0,4 0,1-1,-5 0,-4-2,-7-1</inkml:trace>
  <inkml:trace contextRef="#ctx0" brushRef="#br0" timeOffset="436.07">188 3,'0'-2,"4"1,9 2,9 1,9 2,9-1,-2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49.7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56,'23'5,"23"-1,23-4,16-6,11-4,5-3,-2 1,-8 2,-12 4,-16 1,-16 3,-14 4,-10 1,-9-2,-5-4,-3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3.7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14,'16'-2,"12"-1,8 0,5 1,2 1,1-1,-1 2,-3 0,-5 0,-10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3.8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1,'23'9,"18"3,15 0,10-5,9-8,6-6,-10-2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4.5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5,'36'-3,"0"1,1 2,-1 2,1 1,-1 2,19 5,10 16,-63-25,-1 0,1 1,0-1,-1 0,1 1,-1-1,1 1,-1 0,0-1,0 1,1 0,-1 0,-1-1,1 1,0 0,0 0,-1 0,1 0,-1 1,0-1,1 0,-1 0,0 0,0 0,0 0,-1 0,1 0,0 0,-1 0,1 0,-1 1,-6 10,0-1,-1 0,0 0,-1-1,0 0,-1-1,0 0,-1 0,0-1,0 0,-3 0,-15 14,-75 77,103-99,0-1,0 1,0 0,1 0,-1-1,0 1,0 0,1 0,-1 0,1 0,-1 0,0 0,1 0,0 0,-1 0,1 0,0 0,-1 0,1 0,0 1,0-1,0 0,0 0,0 0,0 0,0 0,1 0,-1 0,0 1,0-1,1 0,-1 0,1 0,-1 0,1 0,0 0,-1-1,1 1,0 0,-1 0,1 0,0 0,0-1,0 1,0 0,0-1,0 1,0-1,0 1,0-1,0 0,0 1,0-1,0 0,0 0,0 1,0-1,1 0,25 4,0-2,1 0,0-2,-1-1,1-1,18-5,7 0,0-3,-1-3,-1-1,0-3,44-22,-93 38,0 0,0-1,0 1,0 0,0 0,0 0,0 0,1 1,-1-1,0 1,0-1,1 1,-1 0,0 0,1 0,-1 0,0 0,1 1,-1-1,0 0,0 1,1 0,-1 0,0 0,0 0,0 0,0 0,2 1,12 14,-11-10,0 0,1-1,-1 0,1 0,0-1,1 1,-1-1,1-1,0 1,6 1,0-1,0-1,0-1,1 0,-1-1,1-1,-1 0,1-1,-1 0,1-1,-1 0,0-1,0-1,0 0,0-1,-1 0,0-1,0 0,0-1,-1-1,0 1,0-2,-1 0,0 0,3-4,-9 9,1-1,-1 0,0 0,-1 0,1 0,-1-1,0 1,0-1,-1 0,0 0,0 0,0 0,-1 0,1 0,-1 0,-1-1,1 1,-1 0,-1 0,1-1,-1 1,0 0,0 0,-1-1,0 1,0 0,0 1,-1-1,1 0,-1 1,-1-1,1 1,-1 0,0 0,0 1,-1-1,1 1,-1 0,-3-2,-3 1,-1 1,1 1,-1 0,0 1,0 0,0 1,-1 0,1 0,0 2,0-1,0 2,0 0,0 0,0 1,0 0,0 1,1 1,0 0,0 0,0 1,1 0,-1 1,2 0,-3 3,7-7,1 0,0 0,-1 1,1-1,1 1,-1 0,1 0,-1 1,1-1,0 1,1-1,-1 1,1 0,0 0,0 0,0 0,1 0,0 1,0-1,0 0,1 1,0-1,0 1,0-1,0 0,1 1,0-1,1 1,16 23,5-6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5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29 107,'-9'46,"1"0,2 0,2 0,3 1,1-1,4 20,-3-28,10 315,-11-353,0-1,0 1,1 0,-1 0,0 0,0 0,1 0,-1 0,0 0,0 0,1 0,-1 0,0 0,0 0,1 0,-1 0,0 0,0 0,1 0,-1 0,0 0,0 0,1 0,-1 1,2-7,1-6,1 0,1 1,0-1,0 1,1 1,1-1,0 1,0 0,1 0,0 1,0 0,1 1,0 0,1 0,0 1,0 0,1 1,0 0,6-2,-14 7,0 1,0 0,1 0,-1 0,0 0,0 0,0 1,1-1,-1 1,0 0,0 0,0 0,0 0,0 1,0-1,0 1,-1 0,1 0,-1 0,1 0,-1 0,0 1,1-1,-1 0,0 1,-1 0,1 0,0-1,-1 1,0 0,1 0,-1 0,0 0,-1 1,1-1,0 0,-1 0,0 0,0 1,0-1,0 0,0 0,-1 1,1-1,-1 0,0 0,0 0,-1 2,1 2,-1 0,0 0,0-1,0 1,-1-1,0 1,0-1,0 0,-1 0,0-1,0 1,-1-1,0 1,1-2,-2 1,1 0,0-1,-1 0,0 0,0-1,0 0,-1 0,1 0,-1-1,1 1,-1-2,0 1,-4 0,10-2,0 0,-1 0,1 0,0-1,-1 1,1 0,0 0,0-1,-1 1,1-1,0 1,0-1,-1 0,1 1,0-1,0 0,0 0,0 0,0 1,0-1,0 0,0-1,1 1,-1 0,0 0,1 0,-1 0,0-1,1 1,0 0,-1 0,1-1,0 1,-1 0,1-1,0 1,0 0,0-1,0 1,1 0,-1-1,0 1,1-1,21-55,-7 43,0 1,1 0,0 1,1 1,1 0,-1 1,2 1,-1 1,1 1,0 0,1 2,-1 0,1 1,0 1,13 0,-31 3,1-1,-1 0,1 0,0 0,-1 1,1 0,0-1,-1 1,1 0,0 0,-1 1,1-1,0 0,-1 1,1 0,0-1,-1 1,1 0,-1 1,0-1,1 0,-1 1,0-1,1 1,-1-1,0 1,0 0,-1 0,1 0,1 2,0 7,-1-1,0 1,0 0,-1 0,-1 0,0 1,0-1,-2 5,1 38,1-49,0-1,0 1,0-1,1 1,-1-1,1 0,0 1,1-1,-1 0,1 0,-1 1,1-1,0-1,1 1,-1 0,1 0,-1-1,1 0,0 1,1-1,-1 0,0 0,1-1,0 1,0-1,-1 0,1 0,1 0,-1 0,0-1,0 0,0 1,1-2,1 1,27-5,-4-6</inkml:trace>
  <inkml:trace contextRef="#ctx0" brushRef="#br0" timeOffset="156.648">471 281,'-16'-2,"-5"1,0 4,10 3,12 0,16 0,4-1</inkml:trace>
  <inkml:trace contextRef="#ctx0" brushRef="#br0" timeOffset="610.211">819 0,'-9'22,"10"47,2 0,10 52,-6-54,7 82,21 157,-35-302,0 0,0 0,1 0,-1 0,1 0,0 0,0 0,0 0,1 0,-1 0,1 0,0 0,0-1,0 1,1-1,-1 0,1 0,0 0,0 0,0 0,0 0,0-1,1 1,-1-1,1 0,-1 0,1 0,0-1,0 1,0-1,1 0,10-2,0-2,0 1,0-2,0 0,-1-1,1 0,-1-1,-1 0,1-2,6-4,136-98,-155 109,0 0,-1 1,0-1,0 0,1 1,-1-1,0 0,1 1,-1-1,0 0,1 1,-1-1,1 1,-1-1,1 1,-1-1,1 1,0-1,-1 1,1 0,0-1,-1 1,1 0,0-1,-1 1,1 0,0 0,0 0,-1 0,1 0,0 0,-1 0,1 0,0 0,0 0,-1 0,1 0,0 0,0 1,-1-1,1 0,0 0,-1 1,1-1,0 0,-1 1,1-1,-1 1,1-1,-1 1,1-1,-1 1,1 0,-9 38,6-36,1 1,-1-1,1 1,-1 0,1-1,0 1,1 0,-1 0,0 0,1-1,0 1,0 0,0 0,1 0,-1 0,1 0,0-1,0 1,0 0,1-1,-1 1,1-1,0 1,0-1,0 0,0 1,0-1,1 0,0-1,-1 1,1 0,0-1,2 1,64 5,-31-15</inkml:trace>
  <inkml:trace contextRef="#ctx0" brushRef="#br0" timeOffset="895.439">1460 496,'-16'0,"-9"0,-4 0,2-3,4 0</inkml:trace>
  <inkml:trace contextRef="#ctx0" brushRef="#br0" timeOffset="1159.037">778 228,'18'-2,"29"-1,36 0,40-2,43-9,-8-1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0.7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1 734,'177'-318,"-164"293,-2 0,-1-1,-1 0,-1 0,-1-1,-2 0,0 0,-2-1,-1 1,-1-1,-3-20,2 45,0 0,0 0,0 0,-1-1,1 1,-1 0,0 0,0 0,0 0,0 0,-1 1,1-1,-1 0,0 0,0 1,0-1,0 1,0 0,0 0,0-1,-1 1,1 1,-1-1,0 0,0 1,1-1,-1 1,0 0,0 0,0 0,0 0,0 1,-1-1,1 1,0 0,0-1,0 1,0 1,0-1,-1 1,-1 0,-4 4,0 1,1 0,0 1,0-1,0 2,0-1,1 1,1 0,-1 1,1 0,1 0,0 0,0 0,1 1,0 0,0 0,1 0,1 0,-2 7,-6 31,2 1,2 0,2 0,3 0,1 1,3-1,2 0,2 0,9 30,-12-59,1-1,1 1,1-1,1 0,0-1,2 0,3 5,-11-19,1 0,0 1,0-1,0 0,1 0,-1-1,1 1,0-1,0 1,0-1,1-1,-1 1,1-1,-1 1,1-1,0 0,0-1,0 1,0-1,0 0,0 0,0-1,0 0,0 0,1 0,-1 0,0-1,0 0,0 0,2-1,2-1,0-1,-1-1,0 1,0-2,0 1,0-1,-1 0,0-1,0 1,-1-1,1-1,-2 1,1-1,-1 0,0 0,-1-1,0 0,0 1,1-6,3-8,-1 0,-1 0,-1 0,-1-1,-1 1,-1-4,-3 46,1 1,1-1,1 0,1 0,0 0,2 0,3 9,-7-23,1-1,0 1,0-1,1 0,0 0,0 0,0 0,0 0,1-1,-1 1,1-1,0 0,1 0,-1 0,1-1,-1 0,1 0,0 0,0 0,1-1,-1 0,0 0,1 0,0-1,-1 1,1-1,0-1,3 1,-2-1,1 0,-1-1,0 0,1 0,-1-1,0 0,0 0,0-1,-1 1,1-2,-1 1,1-1,-1 0,0 0,0 0,-1-1,1 0,-1 0,0-1,-1 1,2-2,2-5,-1 1,0-2,0 1,-2-1,1 0,-1 0,-1 0,-1-1,0 1,1-10,-1-39,-6 92,1 0,2 0,1-1,1 1,1 0,3 10,-4-35,-1 0,1 0,-1 0,1 0,1 0,-1-1,1 1,0-1,0 0,0 1,0-2,1 1,-1 0,1-1,0 1,0-1,1 0,-1 0,1-1,-1 1,1-1,0 0,0-1,0 1,0-1,0 0,0 0,0 0,1-1,21 2</inkml:trace>
  <inkml:trace contextRef="#ctx0" brushRef="#br0" timeOffset="428.102">1097 601,'2'18,"1"1,0 0,1-1,1 1,1-1,8 17,4 19,-16-50,22 51,-24-54,1 1,0-1,0 0,0 0,1 0,-1 0,0 0,0 0,0 0,1-1,-1 1,0 0,1-1,-1 1,1-1,-1 1,1-1,-1 0,1 1,-1-1,1 0,-1 0,1 0,-1 0,1-1,-1 1,1 0,-1 0,1-1,-1 1,0-1,1 0,-1 1,0-1,1 0,0 0,9-8,1 0,-2 0,1-1,-1 0,-1-1,0 0,0 0,-1-1,-1 0,0-1,0 0,-2 0,1 0,-2-1,0 1,0-1,-1 0,-1 0,0-1,-1 1,-1-10,-1 36,0 2,0 0,1 0,0 0,1-1,1 1,0 0,1-1,0 1,4 7,-3-14,2 0,-1 0,1-1,-1 1,2-1,-1-1,1 1,0-1,0 0,0-1,1 0,-1 0,1 0,0-1,0 0,1-1,-1 0,0 0,1-1,6 1,36 4</inkml:trace>
  <inkml:trace contextRef="#ctx0" brushRef="#br0" timeOffset="1090.033">1993 614,'-5'-4,"1"1,0 0,-1 1,0-1,0 1,0 0,0 0,0 0,0 1,0-1,-1 1,1 1,0-1,-1 1,1 0,-1 0,1 0,0 1,-1 0,1 0,0 0,0 1,0 0,0 0,0 0,0 1,0-1,1 1,-1 0,1 0,0 1,0-1,-4 5,4-4,0 1,1-1,-1 1,1 0,0 0,0 1,1-1,-1 0,1 1,0 0,1-1,-1 1,1 1,1-5,0 0,-1 0,1 0,0 1,1-1,-1 0,0 0,1 0,-1 0,1 0,0 0,-1 1,1-2,0 1,0 0,0 0,1 0,-1 0,0-1,1 1,-1 0,1-1,0 1,-1-1,1 0,0 0,0 1,0-1,0 0,0-1,0 1,0 0,0-1,0 1,0-1,1 1,9-1,-1 0,1-1,0 0,-1-1,0 0,1-1,-1 0,0-1,0 0,-1-1,1 0,-1 0,0-1,0-1,-1 1,0-2,0 1,7-10,47-50,-62 67,0-1,0 1,-1 0,1 0,0 0,-1 0,1 0,0 0,0 0,-1 0,1 0,0 0,-1 0,1 1,0-1,-1 0,1 0,0 1,-1-1,1 0,0 1,-1-1,1 1,-1-1,1 1,-1-1,1 1,-1-1,1 1,-1-1,1 1,-1 0,0-1,1 1,-1 0,0-1,0 1,0 0,1-1,-1 1,0 0,0 0,0-1,0 1,0 0,0-1,0 1,0 0,-1 0,1-1,0 1,0 0,-1-1,1 1,0 0,-1 0,2 4,67 293,-43-210,-4 1,8 85,-27-70,-2-99,-1 0,1 0,-1 0,0 0,-1 0,1 0,-1 0,0-1,0 1,0-1,-1 1,0-1,1 0,-1 0,-1 0,1-1,-1 1,1-1,-1 1,2-3,-1 0,1 0,0 0,0 0,0 0,-1-1,1 1,0-1,-1 0,1 1,-1-1,1 0,0 0,-1 0,1-1,0 1,-1-1,1 1,0-1,-1 0,1 0,0 0,0 0,0 0,0 0,0-1,0 1,0-1,0 1,0-1,-45-59,39 43,0-1,2 0,0 0,1 0,1-1,1 0,0 1,2-1,0 0,1 0,1 0,1 0,1 0,1 0,1-4,8-22,2-1,1 2,3 0,1 1,21-30,-5 13,3 2,2 2,18-17,-55 69,-3 3,0 0,0 1,1-1,-1 0,1 0,-1 1,1-1,0 0,-1 1,1 0,0-1,0 1,0 0,0 0,0 0,0 0,1 1,-1-1,1 0,-2 3,0 0,0 0,0 0,0 0,0 0,0 0,-1 0,1 0,-1 0,0 0,0 0,0 1,0-1,0 0,0 0,0 0,0 0,-1 0,0 0,1 1,-1 3,-5 43,-1 110,7-151,1 0,0 0,1 0,-1-1,2 1,-1-1,1 1,0-1,1 0,-1 0,1 0,1-1,-1 1,1-1,1 0,-1 0,1-1,2 2,58 20,-37-25</inkml:trace>
  <inkml:trace contextRef="#ctx0" brushRef="#br0" timeOffset="1942.463">2407 253,'14'19,"1"0,1-2,1 1,0-2,1 0,1-2,1 0,9 5,-6-4,-1 1,-1 0,-1 2,0 0,-1 1,9 13,-15-11,-1 1,-1 1,-1-1,-1 2,-1-1,-1 1,-1 1,2 21,-3-21,-5-23,0 1,0-1,-1 0,1 0,1 0,-1 0,0 0,0 1,1-1,-1 0,1 0,0 0,0 0,-1 0,1 0,1 0,-1-1,0 1,0 0,1 0,-1-1,1 1,-1-1,1 0,0 1,-1-1,1 0,0 0,0 0,0 0,0 0,0 0,0-1,0 1,0-1,0 1,0-1,0 0,1 0,-1 0,0 0,0 0,0 0,0-1,0 1,0-1,1 1,10-9,-1-1,0 0,-1-1,0 0,0-1,-1 0,-1-1,0 0,0 0,-2-1,1 0,-2 0,0 0,-1-1,2-7,14-42,-16 58,-4 17,-1 22,0-31,-1 10,1-1,0 1,0 0,1 0,1-1,0 1,0 0,1-1,1 0,-1 0,5 6,-7-14,0-1,1-1,-1 1,1 0,0 0,-1 0,1-1,0 1,0-1,0 1,0-1,0 0,0 0,1 0,-1 0,0 0,0-1,1 1,-1 0,1-1,-1 0,0 0,1 0,-1 0,1 0,-1 0,0 0,1-1,-1 1,0-1,1 0,-1 0,0 0,0 0,2 0,70-52,-52 29,-1-1,-1 0,-2-2,0 0,-2-2,12-25,-19 38,-6 41,-2 95,0-115,0 1,1-1,-1 0,1 0,1 0,-1 0,1 0,0 0,0 0,0-1,0 0,1 1,0-1,0-1,0 1,0-1,1 1,0-1,-1 0,5 1,7 2,0-1,0-1,0-1,0 0,1-1,-1-1,1 0,-1-1,1-1,-1-1,0 0,1-1,-1-1,0 0,-1-1,1-1,-1 0,5-4,-13 8,-1-1,1 0,-1 0,1 0,-1-1,0 0,-1 0,1 0,-1-1,1 0,-2 0,1 0,0-1,-1 1,0-1,0 0,-1-1,0 1,0 0,0-1,-1 0,0 0,0 1,-1-1,1 0,-2 0,1-1,-1 1,0 0,0 0,-1 0,0 0,-1 0,1 0,-3-5,2 6,-2 0,1 0,0 0,-1 0,0 1,-1-1,1 1,-1 0,0 1,0-1,-1 1,1 0,-1 0,0 0,0 1,0 0,0 0,-1 1,1 0,-1 0,0 0,1 1,-8-1,11 2,0 1,0 0,0 0,0 0,0 0,0 0,0 1,1-1,-1 1,0 0,1 0,0 0,-1 0,1 0,0 0,0 1,0-1,0 1,1-1,-1 1,1 0,-1 0,1-1,0 1,0 0,0 0,0 3,-5 85,7-80,1 0,1 0,0-1,1 1,0-1,1 1,-1-1,2 0,0-1,0 0,1 0,0 0,0 0,1-1,0-1,0 1,1-1,0-1,5 4,12 5,0-1,1-1,0-1,1-1,0-2,23 5,17 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9:29.6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1113 3836,'0'-1,"0"-1,0 0,0 0,0 1,-1-1,1 0,-1 1,1-1,-1 1,0-1,0 0,0 1,1 0,-1-1,-1 1,1-1,0 1,0 0,0 0,-1 0,1 0,0 0,-1 0,1 0,-1 0,0 0,1 1,-1-1,1 1,-1-1,0 1,1 0,-2-1,-63-1,48 3,5 0,4-2,0 1,-1 0,1 1,0 0,0 0,0 1,0 0,0 1,0 0,1 0,-1 1,-5 3,-3 6,0 0,1 1,0 1,2 0,-1 2,2-1,-9 15,19-24,-1 1,1-1,1 1,0 0,0 0,0 0,1 0,0 0,1 1,0-1,0 0,0 0,3 8,-2 16,-1-18,1 0,1 0,0 1,1-1,0 0,1-1,1 1,4 7,38 63,-43-78,0 0,1 0,0-1,0 1,0-1,1-1,-1 1,1-1,0 0,0 0,1 0,6 2,4 2,1 0,1-1,-1-1,1 0,0-2,0 0,1-1,-1-1,1 0,-1-2,1-1,-1 0,1-1,-1-1,0-1,0-1,0 0,0-2,14-6,-22 7,0 0,-1-1,1-1,-1 1,-1-2,1 1,-2-1,1-1,-1 1,0-1,-1-1,0 0,-1 0,0 0,-1 0,0-1,-1 0,0 0,0-6,0 3,-1-1,-1 0,-1 0,0 0,-1 0,0 0,-2 0,0 1,0-1,-1 0,-1 1,-1 0,0-1,-1 2,-1-1,0 1,-1 0,-10-13,-65-57,79 81,-1 0,1 0,-1 1,0-1,1 1,-1 0,0 0,0 1,-1-1,1 1,0 0,0 1,-1-1,1 1,0 0,-1 0,1 1,0-1,0 1,-1 1,1-1,-69 50,41-18</inkml:trace>
  <inkml:trace contextRef="#ctx0" brushRef="#br0" timeOffset="5437.98">726 4117,'-11'1,"-1"0,0 1,1 0,-1 1,1 0,0 1,0 0,0 1,0 0,1 1,0 0,0 1,1 0,-7 6,-25 14,-32 30,17 15,52-63,0 0,0 1,1 0,0 0,1 0,0 0,0 0,1 0,1 1,0-1,0 0,2 9,-2 6,2-8,1-1,0 1,1-1,1 0,0 0,1 0,3 5,4 10,57 128,51 38,-66-117,-25-34,2-2,2-2,6 4,131 123,25 8,-150-139,3-2,0-2,2-3,2-1,0-3,2-3,1-1,10-1,457 123,473 65,-964-204,156 28,303 65,124 60,-449-131,0-6,2-8,87-7,44 5,583 1,-587-14,381-7,-295-14,274-28,-44 22,-578 27,141-9,151-30,-83 7,689-105,-242 45,-234 18,-23 21,283-36,-681 84,109-19,-1-6,33-17,109-33,-265 76,-1-1,-1-1,1-1,-1 0,-1-1,0-1,0 0,0-1,-2-1,1 0,-2-1,1-1,-2 0,0-1,-1 0,8-14,-10 11,-2-1,0 0,-1 0,-1 0,2-19,4-12,-1 12,-2-1,-2 1,-1-1,-1-29,-4 54,2-4,-2-1,1 1,-2-1,-1 1,0-1,-1 1,-1 0,-1 0,0 0,-1 1,-1 0,-1 0,-8-13,10 22,1 1,-1 0,0 1,0-1,-1 1,0 0,0 1,-1 0,1 0,-1 0,0 1,0 0,-1 1,1 0,-1 0,0 1,1 0,-7-1,-2 1,-84-11,0 4,-11 5,-91 5,122 12,17 2,59-9,8-3</inkml:trace>
  <inkml:trace contextRef="#ctx0" brushRef="#br0" timeOffset="7858.063">13533 4545,'-11'17,"-1"-1,-1 0,0-1,0 0,-2-1,0 0,-1-1,-2 0,-48 38,-64 59,129-110,0 0,1 1,-1-1,0 1,0-1,0 1,1 0,-1-1,0 1,1-1,-1 1,0 0,1 0,-1-1,1 1,-1 0,1 0,0 0,-1 0,1 0,0-1,0 1,-1 0,1 0,0 0,0 0,0 0,0 0,0 0,0 0,0 0,1 0,-1 0,0 0,0-1,1 1,-1 0,0 0,1 0,-1 0,1-1,-1 1,1 0,0 0,-1-1,1 1,0 0,-1-1,1 1,0-1,0 1,0-1,-1 1,2-1,9 3,0 1,0 0,0 0,-1 1,1 1,-1 0,0 0,-1 1,1 0,5 5,1-1,0 0,1-2,0 0,1-1,0 0,0-2,0 0,1-1,0-1,3 0,-20-4,1-1,-1 0,0 0,1-1,-1 1,0 0,0-1,0 1,0-1,0 1,0-1,-1 0,1 0,-1 0,1 0,-1 0,0 0,1-1,-1 1,0 0,0-1,-1 1,1-1,-1 1,1 0,-1-1,0 1,1-1,-1 0,-1 1,1-1,0 1,-1-1,1 1,-1 0,0-1,1 1,-2-1,2-8,-4-239,3 246,2 3,-1 0,1 0,-1 0,0 0,0 0,1 0,-1 0,0-1,0 1,0 0,0 0,-1 0,1 0,0 0,0 0,-1 0,1-1,0 1,-1 0,1 0,-1 0,0 0,1 0,-1 1,0-1,1 0,-1 0,0 0,0 0,0 1,0-1,0 1,0-1,0 0,0 1,0-1,0 1,0 0,0-1,0 1,0 0,0 0,-1 0,1 0,-9 4,0 2,0-1,1 1,0 1,0 0,1 0,0 1,-1 1,-12 10,15-13,-8 8,14-22,115-179,-103 168,-12 30,-14 18,-2 0,0 0,-2-2,-1 0,-14 15,28-36,-9 8,14-14,0 0,0 0,0-1,0 1,0 0,0 0,0 0,0 0,0 0,0-1,0 1,0 0,-1 0,1 0,0 0,0 0,0-1,0 1,0 0,0 0,0 0,-1 0,1 0,0 0,7-7,-18 26,-77 87,88-106,0 1,1 0,-1 0,0-1,0 1,0 0,1 0,-1-1,0 1,1 0,-1 0,1-1,-1 1,1-1,-1 1,1 0,-1-1,1 1,0-1,-1 1,1-1,0 0,-1 1,1-1,0 1,-1-1,1 0,0 0,0 0,-1 1,1-1,0 0,0 0,0 0,-1 0,1 0,0 0,0 0,0-1,-1 1,1 0,0 0,0-1,-1 1,1 0,0-1,-1 1,1-1,0 1,-1 0,1-1,4 0,5 1,0 0,1 1,-1 0,0 0,0 1,0 1,0-1,0 2,6 2,-16-5,1-1,-1 1,0-1,1 1,0-1,-1 1,1-1,-1 1,1-1,-1 0,1 1,0-1,-1 0,1 1,0-1,-1 0,1 0,0 0,0 0,-1 1,1-1,0 0,0 0,-1 0,1-1,0 1,-1 0,1 0,0 0,-1 0,1-1,0 1,-1 0,1-1,0 1,-1 0,1-1,-1 1,1-1,-1 1,1-1,-1 1,1-1,-1 0,1 1,-1-1,0 1,1-1,-1 0,0 1,1-1,-1 0,0 0,0 1,0-1,0 0,0 1,0-2,-29-100,19 67,4 66,6-25,0-4</inkml:trace>
  <inkml:trace contextRef="#ctx0" brushRef="#br0" timeOffset="9972.214">13132 3849,'27'-56,"177"-322,-87 91,-13-5,3-60,-104 343,75-257,17-135,-85 309,-15 92,-1 11,2 1,-1-1,2 1,-1 0,2 0,0 0,-1 13,1-13,-5 47,2-4</inkml:trace>
  <inkml:trace contextRef="#ctx0" brushRef="#br0" timeOffset="11131.893">13159 3502,'0'385,"-2"-676,2 290,-1 0,1 0,0 1,-1-1,1 0,0 0,0 0,0 0,0 0,0 0,0 0,0 1,0-1,0 0,0 0,1 0,-1 0,0 0,0 0,1 1,-1-1,1 0,-1 0,1 1,-1-1,1 0,-1 1,1-1,0 0,-1 1,1-1,0 1,0-1,-1 1,1-1,0 1,0 0,0-1,-1 1,1 0,0-1,0 1,0 0,0 0,0 0,0 0,0 0,-1 0,1 0,0 0,0 1,0-1,137 41,-33-23,-105-18,1 1,-1-1,1 0,-1 0,1 0,-1 0,1 1,-1-1,1 0,-1 1,1-1,-1 0,0 1,1-1,-1 0,0 1,1-1,-1 1,0-1,1 0,-1 1,0-1,0 1,1-1,-1 1,0-1,0 1,0-1,0 1,0 0,0-1,0 1,0-1,0 1,0-1,0 1,0-1,0 1,0-1,0 1,-1-1,1 1,0-1,0 1,-1-1,1 1,0-1,-1 0,1 1,0-1,-1 1,1-1,0 0,-1 1,0-1,-27 26,24-23,-3 3,-32 24,1 3,1 1,2 2,-20 26,30-16,26-35</inkml:trace>
  <inkml:trace contextRef="#ctx0" brushRef="#br0" timeOffset="12719.12">13974 922,'0'-2,"3"3,0 9,2 9,2 13,1 10,1 10,0 4,2 2,-1-1,0-7,-2-7,0-9,-1-9</inkml:trace>
  <inkml:trace contextRef="#ctx0" brushRef="#br0" timeOffset="13161.819">13841 841,'25'2,"1"2,-1 0,0 2,-1 0,1 2,-1 1,18 10,-4-4,-2 3,0 0,-1 3,-1 1,-23-15,-1 1,1 0,-2 0,1 1,-1 0,-1 1,0 0,0 1,-1-1,0 1,-1 1,0-1,-1 1,2 7,-6-12,1 0,-1-1,-1 1,1 0,-1 0,0 0,-1 0,0-1,0 1,0 0,-1 0,0-1,0 1,-1-1,1 0,-1 0,-1 0,1 0,-1 0,0-1,-1 1,1-1,-1 0,-1 1,-12 10,0-1,-1-1,-1 0,0-1,-1-1,-9 3,-36 8,66-23,1 0,-1 0,0-1,0 1,1 0,-1 0,0 0,0-1,0 1,1 0,-1 0,0-1,0 1,0 0,0-1,0 1,1 0,-1 0,0-1,0 1,0 0,0-1,0 1,0 0,0-1,0 1,0 0,0-1,0 1,0 0,-1 0,1-1,0 1,0 0,0-1,0 1,0 0,-1 0,1-1,0 1,0 0,0 0,-1 0,1-1,0 1,0 0,-1 0,1 0,0-1,0 1,-1 0,1 0,0 0,-1 0,1 0,0 0,0 0,-1 0,1 0,0 0,-1 0,1 0,0 0,-1 0,1 0,0 0,7-8</inkml:trace>
  <inkml:trace contextRef="#ctx0" brushRef="#br0" timeOffset="13611.614">14455 1176,'1'4,"1"1,-1-1,1 1,0-1,0 1,0-1,0 0,1 0,-1 0,1 0,0-1,1 1,1 2,0-1,-1 0,1-1,0 1,0-1,1 0,-1 0,1 0,0-1,0 0,0 0,1-1,-1 1,1-1,-1-1,1 1,-1-1,1 0,0-1,0 0,-1 0,1 0,0-1,0 0,-1 0,1 0,-1-1,1 0,-1-1,0 1,1-1,-1-1,-1 1,1-1,0 0,-1 0,0 0,0-1,0 0,1-2,0 0,-2 0,1 0,-1-1,0 1,0-1,-1 0,0 0,0 0,-1 0,0-1,-1 1,1 0,-2-1,1 1,-1-1,-1 0,1 1,-1-1,-1 1,0 0,0-1,0 1,-1 0,0 0,-1 0,0 1,0-1,-1 1,0 0,0 0,0 1,-1-1,0 1,0 1,-1-1,0 1,-6-4,9 7,1 0,-1 1,1 0,-1 0,1 0,-1 0,1 0,-1 1,0 0,0 0,1 0,-1 0,0 0,1 1,-1-1,0 1,1 0,-1 0,1 1,-1-1,1 1,0 0,-1 0,1 0,0 0,0 0,1 0,-2 2,-66 84,0 43,41-68</inkml:trace>
  <inkml:trace contextRef="#ctx0" brushRef="#br0" timeOffset="15514.563">886 3836,'-9'-2,"-1"0,1-1,0-1,0 1,1-1,-1-1,1 0,0 0,0-1,0 1,1-2,0 1,0-1,1 0,0-1,0 1,0-1,1 0,1-1,-1 1,-2-8,-27-53,3-2,3-2,3 0,3-2,3 0,-1-31,-142-796,132 692,7-19,20 160,2-1,3 1,3-1,4 1,6-20,-9 59,1 0,2 0,1 1,2 0,0 1,2 0,1 1,1 1,1 0,13-12,-28 34,1 0,0 1,0 0,0-1,0 1,0 0,1 1,-1-1,1 1,0-1,0 1,0 0,0 0,0 1,0-1,0 1,0 0,5 0,-6 3,-1 0,0 0,1 1,-1-1,0 1,0-1,-1 1,1 0,0 0,-1 0,0 0,0 0,0 0,0 0,0 0,0 0,-1 0,0 1,1-1,-1 0,0 0,-1 2,1 0,2 19</inkml:trace>
  <inkml:trace contextRef="#ctx0" brushRef="#br0" timeOffset="16575.278">57 2072,'0'0,"0"1,0-1,0 0,1 0,-1 1,0-1,0 0,0 1,0-1,0 0,0 0,0 1,1-1,-1 0,0 0,0 1,0-1,1 0,-1 0,0 0,0 1,1-1,-1 0,0 0,0 0,1 0,-1 0,0 1,1-1,-1 0,0 0,0 0,1 0,-1 0,0 0,1 0,-1 0,0 0,1 0,-1 0,0 0,0-1,1 1,-1 0,0 0,1 0,-1 0,0 0,0 0,1-1,-1 1,0 0,0 0,1 0,-1-1,0 1,0 0,0 0,0-1,1 1,-1 0,0-1,0 1,0 0,0 0,0-1,0 1,0 0,0-1,0 1,15 11,0 2,-2-1,1 2,-2 0,0 0,0 1,-2 1,0 0,2 3,8 13,7 11,62 78,-73-110,-16-11,0 0,0-1,-1 1,1 0,0 0,0 0,0-1,0 1,0 0,0 0,-1 0,1-1,0 1,0 0,0 0,0-1,0 1,0 0,0 0,0 0,0-1,0 1,0 0,0 0,0-1,0 1,0 0,0 0,0-1,1 1,-1 0,0 0,0 0,0-1,0 1,0 0,0 0,1 0,-1 0,0-1,0 1,0 0,1 0,-1 0,0 0,0 0,0 0,1-1,-1 1,0 0,0 0,0 0,1 0,-1 0,0 0,0 0,1 0,-1 0,0 0,0 0,1 0,-1 0,0 0,0 0,1 1,-67-96,50 76,-23-29,-3 2,-2 1,-2 3,-25-18,64 56,6 4,0-1,0 1,0 0,0-1,0 1,0 0,0-1,0 1,0-1,0 0,0 1,0-1,0 0,0 0,0 1,1-1,-1 0,0 0,1 0,-1 0,0 0,1 0,-1 0,1 0,0 0,-1 0,1 0,0-1,0 1,0 0,-1 0,1 0,0 0,0 0,1-1,-1 1,0 0,0 0,1 0,-1 0,85-38,-56 30,75-27,2 5,19 1,-122 29,67-6,-68 7,0 0,0 0,0 0,0 1,0-1,-1 1,1-1,0 1,0 0,0-1,-1 1,1 0,-1 0,1 0,0 1,-1-1,0 0,1 0,-1 1,0-1,0 1,1-1,-1 1,-1-1,1 1,0 0,0 0,0-1,-1 1,1 0,-1 0,0 0,1 1,-1 7,-1 1,0-1,-1 0,0 0,0 0,-1 0,0 0,-1-1,0 1,-1-1,0 1,-4 9,-12 28,10-29,2 0,0 1,1 0,1 0,1 1,0 0,1 0,2 0,0 0,1 1,1 0,1-1,1 1,1 2,9 14</inkml:trace>
  <inkml:trace contextRef="#ctx0" brushRef="#br0" timeOffset="17159.703">940 321,'2'18,"6"15,5 11,6 7,4 4,0 2,-2 0,-1-5,-5-6,-5-8,-6-9,-4-10</inkml:trace>
  <inkml:trace contextRef="#ctx0" brushRef="#br0" timeOffset="17499.834">873 334,'0'-1,"-1"1,1 0,0-1,0 1,0-1,0 1,0 0,0-1,0 1,0-1,0 1,0-1,0 1,0 0,0-1,0 1,0-1,1 1,-1 0,0-1,0 1,0 0,1-1,-1 1,0 0,0-1,1 1,-1 0,0-1,0 1,1 0,-1 0,1-1,-1 1,0 0,1 0,-1 0,0 0,1-1,-1 1,1 0,-1 0,0 0,1 0,-1 0,1 0,-1 0,1 0,-1 0,0 0,1 0,-1 0,1 1,-1-1,0 0,1 0,-1 0,0 0,1 1,-1-1,0 0,1 0,-1 1,0-1,1 0,-1 1,0-1,0 0,1 1,-1-1,67 15,0 2,-1 4,9 6,-52-18,1 1,-2 2,1 0,-2 1,0 1,7 6,-21-14,-1-1,1 1,-1 1,0-1,-1 1,1 0,-1 1,-1-1,1 1,-1 0,-1 0,1 0,-1 1,-1-1,0 1,0-1,-1 1,1 0,-2 6,-2-2,0 0,-1 0,-1 0,0 0,-1-1,0 0,-1 0,-1 0,1 0,-2-1,0 0,0-1,-1 0,0 0,-1-1,0 0,0 0,-1-1,0-1,0 0,-1 0,0-1,0-1,-6 2,18-7,-3 1,0 1,1-1,-1 0,0 0,0 0,0 0,-1-1,1 1,0-1,0 0,0 0,0 0,0 0,0 0,0-1,-1 0,0 0,14-14,3 6</inkml:trace>
  <inkml:trace contextRef="#ctx0" brushRef="#br0" timeOffset="17775.608">1622 695,'-1'-26,"-1"1,-1 0,-2 0,0 0,-1 1,-2 0,0 0,-1 0,-12-18,10 25,11 17,0 0,-1 0,1 0,0-1,0 1,-1 0,1 0,0 0,-1 1,1-1,0 0,-1 0,1 0,0 0,-1 0,1 0,0 0,-1 0,1 1,0-1,0 0,-1 0,1 0,0 1,0-1,-1 0,1 0,0 1,0-1,0 0,-1 0,1 1,0-1,0 0,0 1,0-1,0 0,0 1,0-1,0 0,0 1,0-1,0 0,0 1,0-1,0 0,0 0,0 1,0-1,0 0,0 1,0-1,0 0,0 1,1-1,-1 0,0 0,0 1,0-1,1 0,-1 0,0 1,0-1,1 0,-1 0,0 0,1 1,6 38,3 0,1-1,2 0,16 31,49 82,-64-132</inkml:trace>
  <inkml:trace contextRef="#ctx0" brushRef="#br0" timeOffset="18042.893">1809 427,'13'13,"10"10,7 3,6 1,3 1,0 0,-3 0,-4 0,-9 0,-7-1,-10 2,-11 1,-13-1,-12-2,-9-6,0-7</inkml:trace>
  <inkml:trace contextRef="#ctx0" brushRef="#br0" timeOffset="18304.196">1836 267,'16'-14,"18"-11,21-10,20-9,18-5,11-5,-11 8</inkml:trace>
  <inkml:trace contextRef="#ctx0" brushRef="#br0" timeOffset="20113.628">12731 4691,'0'-2,"0"0,-1 1,1-1,-1 0,0 0,1 0,-1 0,0 1,0-1,0 0,-1 1,1-1,0 1,-1 0,1-1,0 1,-1 0,0 0,1-1,-1 1,0 1,1-1,-1 0,0 0,0 1,0-1,0 1,1-1,-1 1,0 0,0 0,0 0,0 0,0 0,0 0,0 0,0 1,0-1,0 1,0-1,1 1,-1 0,-1 0,-5 6,0-1,1 1,-1 0,1 1,1 0,0 0,0 0,0 1,1 0,0 0,1 0,0 1,0-1,1 1,1 0,-1 0,2 0,-1 0,1 1,1-1,0 0,1 8,-1-10,1 0,0 0,0 0,1 0,0 0,0 0,1 0,0 0,1-1,-1 1,2-1,-1 0,1-1,0 1,0-1,0 1,1-2,0 1,0-1,1 0,0 0,0 0,0-1,0 0,1-1,7 5,1-2,0 0,0 0,1-2,-1 0,1-1,0 0,0-2,0 0,0-1,13-1,-13-4,1 0,-1 0,-1-2,1 0,-1-1,0 0,-1-2,0 0,0 0,-1-1,-1-1,0-1,0 0,-1 0,-1-1,0-1,-1 0,-1 0,7-15,-10 21,0 0,0-1,-1 0,0 0,-1-1,0 1,-1-1,0 0,-1 0,0 0,0 0,-1 0,-1 0,0 0,-1 0,0 0,0 0,-1 0,-1 0,1 0,-2 0,0 1,0-1,-1 1,0 0,-1 1,0-1,-1 0,-3 2,-1 0,0 0,0 1,-1 1,0 0,0 0,0 1,-1 1,1 0,-1 1,0 0,-1 1,1 0,0 1,0 1,-1 0,1 1,0 0,0 1,-1 0,1 2,1-1,-1 1,0 1,1 0,0 1,0 0,1 1,0 0,-9 8,-27 52,36-35</inkml:trace>
  <inkml:trace contextRef="#ctx0" brushRef="#br0" timeOffset="22002.792">12932 5107,'10'22,"1"0,0-1,2 0,1-1,1-1,0 0,1-1,1 0,9 6,-17-16,119 113,6-6,5-6,41 19,36 11,5-10,6-9,4-10,117 33,-260-108,2-3,1-5,1-3,54 4,-142-27,5 0,-13-4,-6-1</inkml:trace>
  <inkml:trace contextRef="#ctx0" brushRef="#br0" timeOffset="22748.881">15258 6322,'-5'0,"-3"0,-3 0,-2-2,1-1</inkml:trace>
  <inkml:trace contextRef="#ctx0" brushRef="#br0" timeOffset="23968.758">13159 5186,'0'381,"-8"-434,1 13,-1 0,-2 1,-1 0,-3 1,-1 0,-13-23,21 44,18 21,12 7,5-4,1-1,0-1,0-2,0-1,7-1,119 16,-152-17,0 0,1 1,-1-1,0 1,0 0,0-1,0 2,0-1,0 0,0 0,-1 1,1-1,0 1,-1 0,1 0,-1 0,0 0,1 1,-1-1,0 1,-1-1,1 1,0-1,-1 1,1 0,-1 0,0 0,0 0,0 0,0 0,-1 0,1 0,-1 0,0 0,1 1,-2 0,-3 5,-1 1,0-1,0 0,-1 0,-1-1,1 1,-1-2,-1 1,1-1,-1 0,-7 4,8-5,-192 153,158-111,38-34</inkml:trace>
  <inkml:trace contextRef="#ctx0" brushRef="#br0" timeOffset="25530.383">15525 6336,'2'0,"1"3,0 4,0 9,-2 8,3 9,-1 8,3 9,-1 4,1 3,1 0,0 0,2-4,-1-7,-2-8,-1-12,-3-16,0-9</inkml:trace>
  <inkml:trace contextRef="#ctx0" brushRef="#br0" timeOffset="25867.75">15498 6256,'6'-1,"-1"1,1 0,-1 1,1-1,-1 1,0 0,1 0,-1 1,0 0,0 0,0 0,0 0,0 1,0 0,0 0,4 2,19 10,-1 0,0 2,-1 1,-1 0,-1 2,-1 1,0 2,-2 0,0 0,-2 2,-1 1,2 5,-15-23,0 1,-1-1,0 1,0 0,-1 0,0 0,-1 0,0 1,-1-1,0 1,0-1,-1 1,0-1,0 1,-1-1,-1 1,1-1,-2 0,1 1,-1-1,-1 0,1-1,-1 1,-1-1,0 1,0-1,-3 3,-1-2,0-1,-1 0,1 0,-1-1,-1 0,1-1,-1 0,-1-1,1 0,-1-1,1 0,-1-1,0 0,-1-1,1 0,-19-6,30-3</inkml:trace>
  <inkml:trace contextRef="#ctx0" brushRef="#br0" timeOffset="26194.975">16113 6670,'6'-42,"-1"1,-3-1,-1 0,-2 0,-2 0,-1 0,-9-31,-2 28,15 44,0 1,-1 0,1 0,0 0,0-1,-1 1,1 0,0 0,0 0,-1 0,1 0,0 0,-1 0,1-1,0 1,-1 0,1 0,0 0,-1 0,1 0,0 0,-1 1,1-1,0 0,-1 0,1 0,0 0,-1 0,1 0,0 0,0 1,-1-1,1 0,0 0,0 0,-1 1,1-1,0 0,0 0,0 1,-1-1,1 0,0 1,0-1,0 0,0 0,0 1,-1-1,1 0,0 1,0-1,0 0,0 1,0-1,0 0,0 1,0-1,0 0,0 1,1-1,-1 0,0 1,0-1,-6 27,6-27,-6 55,2 1,2-1,3 1,2-1,3 1,2-1,2-1,11 32,-9-47</inkml:trace>
  <inkml:trace contextRef="#ctx0" brushRef="#br0" timeOffset="26621.622">16554 6390,'-9'5,"-1"1,1 0,1 1,-1-1,1 2,0-1,1 1,-1 0,2 1,-1 0,1 0,1 0,-1 1,2 0,-1 0,1 0,1 0,0 1,0-1,1 1,0 0,1 0,1 0,-1-1,2 1,0 0,0 0,0 0,2 0,2 9,-2-8,0 0,0 0,2-1,-1 1,1-1,1 0,0 0,1-1,0 0,0 0,1 0,0-1,1 0,0-1,0 0,1 0,0-1,0 0,1-1,0 0,0-1,0 0,1-1,0 0,0-1,0 0,4 0,-12-3,0 1,1-1,-1 0,0 0,1 0,-1-1,0 0,1 0,-1 0,0 0,0-1,0 1,0-1,0 0,-1 0,1 0,0-1,-1 0,0 1,1-1,-1 0,0 0,-1-1,1 1,0-1,-1 1,0-1,0 0,0 0,0 0,-1 0,0 0,0 0,0 0,0-1,0 1,-1-2,1-1,0-1,0 1,-1 0,0-1,0 1,-1-1,0 1,-1 0,1 0,-1 0,-1-1,1 2,-1-1,0 0,-1 0,0 1,0 0,0 0,-1 0,1 0,-2 1,1 0,0 0,-1 0,0 1,0 0,-1 0,1 0,-1 1,1 0,-1 0,0 0,0 1,-1 1,1-1,0 1,-3 3,1 1,-1 0,1 1,0 0,0 0,1 1,-1 1,1-1,0 1,1 0,-1 1,1 0,0 0,1 0,0 1,0 0,1 0,-1 1,-18 22,-7 4</inkml:trace>
  <inkml:trace contextRef="#ctx0" brushRef="#br0" timeOffset="27710.01">10927 4558,'-40'17,"1"1,0 3,2 1,0 1,2 3,1 0,-3 6,30-27,1 1,-1 0,1 1,0-1,0 1,1 1,0-1,0 1,1 0,0 0,0 0,1 0,0 0,1 1,-1 0,2-1,-1 1,1 0,1 0,-1 0,2 0,-1 0,1 1,3 4,0 0,1-1,0 0,1 0,0 0,1-1,1 0,0 0,0-1,1 0,1 0,0-1,0 0,1-1,0 0,1-1,-1 0,2-1,-1 0,1-1,0 0,0-2,1 1,0-1,-1-1,1 0,0-1,1-1,-1 0,2-1,-5-1,1 0,0-1,-1 0,1-1,-1 0,0-1,0 0,0-1,-1 0,1-1,-1 0,-1 0,1-1,-1-1,4-3,3-4,-1-1,0 0,-1-2,0 1,-2-2,0 0,7-15,-12 20,-1 0,0-1,-1 0,-1 0,0-1,-1 1,-1-1,0 0,-1 1,-1-4,0 11,-1 0,0 0,0 0,0 0,-1 0,-1 0,1 1,-1-1,0 1,-1 0,0 0,0 0,0 0,-1 0,0 1,0 0,-1 0,0 1,0-1,-4-2,1 3,-1 0,1 1,-1-1,0 2,0 0,0 0,0 1,-1 0,1 0,-1 1,1 1,-1 0,1 0,-1 1,1 0,0 1,-1 0,1 1,0 0,0 1,1 0,-1 0,1 1,-1 0,2 1,-1 0,-3 3,-27 18</inkml:trace>
  <inkml:trace contextRef="#ctx0" brushRef="#br0" timeOffset="28415.608">10726 5107,'-121'107,"5"5,5 5,-4 16,54-64,-132 149,11 9,9 7,10 8,-94 195,184-294,6 3,6 2,7 4,6 1,7 3,-16 134,45-199,11-91,1 0,0 0,0 0,-1 0,1 0,0 0,0 0,-1 0,1 0,0 0,-1 0,1 0,0 0,0 1,-1-1,1 0,0 0,0 0,-1 0,1 0,0 0,0 1,0-1,-1 0,1 0,0 1,-2-32,2-14,1 26</inkml:trace>
  <inkml:trace contextRef="#ctx0" brushRef="#br0" timeOffset="29164.54">9015 7191,'51'-37,"238"-206,-251 221,-46 65,-11 10,2 0,2 1,3 1,2 0,3 1,-1 55,21-12,-1-65</inkml:trace>
  <inkml:trace contextRef="#ctx0" brushRef="#br0" timeOffset="29549.443">9629 7285,'3'21,"0"15,0 11,-1 7,0 3,-1 1,0-3,-1-6,0-6,0-9,-3-11,0-8</inkml:trace>
  <inkml:trace contextRef="#ctx0" brushRef="#br0" timeOffset="29855.923">9616 7258,'258'281,"-253"-276,-1-1,0 1,-1 0,1 0,-1 1,0-1,0 0,-1 1,0 0,0 0,0 0,0 0,-1 0,0 0,-1 0,1 0,-1 0,0 0,0 1,-1-1,0 0,0 0,-1 0,1 0,-1 0,-1-1,1 1,-1 0,0-1,-7 6,0-1,0-1,-1 0,-1 0,0-1,0 0,0-1,-1-1,0 0,0-1,-1 0,-2 0,-22 0,32-8</inkml:trace>
  <inkml:trace contextRef="#ctx0" brushRef="#br0" timeOffset="30189.095">10217 7432,'-2'7,"-1"7,0 7,1 8,0 7,1 8,1 2,2 2,1 3,2-1,1-2,1-4,-1-8,-1-10</inkml:trace>
  <inkml:trace contextRef="#ctx0" brushRef="#br0" timeOffset="30770.285">10605 7446,'-6'-3,"0"0,0 0,0 1,0 0,-1 0,1 0,-1 1,1 0,-1 0,0 1,1 0,-1 0,0 0,1 1,-1 0,1 0,-1 1,1 0,-1 0,1 0,0 1,0 0,0 0,1 1,-1-1,1 1,-1 0,1 1,1-1,-1 1,1 0,-1 0,1 1,1-1,-1 1,1 0,0 0,0 0,1 0,0 1,0-1,0 0,1 1,0 0,0-1,1 1,0 0,0-3,0-1,1 1,0 0,-1-1,1 1,1-1,-1 0,0 1,1-1,0 0,-1 0,1 0,1 0,-1 0,0 0,1 0,-1-1,1 1,0-1,0 0,0 0,0 0,0 0,0-1,0 1,1-1,-1 0,1 0,-1 0,1 0,-1 0,1-1,0 0,1 0,4 1,1-1,-1 0,1-1,-1 0,1-1,-1 0,0 0,0-1,0 0,0-1,0 0,5-3,-5 1,-1-1,0 0,0 0,-1 0,0-1,0 0,-1-1,4-6,4-3,-7 43,-11 202,4-223,0 0,0-1,0 1,0 0,0 0,-1-1,0 1,1 0,-2-1,1 1,0 0,-1-1,1 0,-1 1,0-1,0 0,0 0,-1 0,1 0,-1 0,1-1,-1 1,0-1,0 1,0-1,-1 0,1 0,0-1,-1 1,1-1,-1 0,0 0,1 0,-3 1,-76-8,64 2</inkml:trace>
  <inkml:trace contextRef="#ctx0" brushRef="#br0" timeOffset="31132.326">10178 7459,'2'2,"-3"6,-5 8,-7 12,-11 14,-13 12,0-2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5.0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1,'18'9,"20"3,19 0,18-3,15-5,8-3,0-3,-6-3,-13 1,-15 0,-16 4,-19 1,-18 1,-19 0,-7-1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5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14,'16'0,"17"0,13 0,16 0,10 0,10-2,1-1,-1 0,-6 1,-12 0,-13 1,-17 3,-13 3,-10 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5.5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1,'14'9,"15"3,19-1,18-1,12-6,10-5,4-5,-4-2,-8 1,-12 2,-18 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2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40 535,'3'-3,"1"17,10 64,-4 0,-4 1,-3 69,-3-130,-2 71,-1-69,-2-20,-8-53,-41-366,52 401,1 0,1 0,1 0,1 0,0 0,2-3,-3 16,0 0,1 0,-1 1,1-1,0 1,1-1,-1 1,1 0,0 0,0 0,0 0,1 0,-1 1,1-1,0 1,0 0,0 0,0 0,0 1,1 0,-1 0,1 0,0 0,1 0,2 0,-1 1,1 0,-1 1,1 0,-1 0,0 0,1 1,-1 0,1 1,-1-1,0 2,0-1,0 1,0 0,0 0,-1 1,1-1,-1 2,0-1,0 1,-1 0,1 0,-1 0,0 1,0-1,-1 2,0-1,0 0,0 1,-1-1,0 1,0 0,-1 0,0 0,0 1,0-1,-1 2,1 2,0 0,-1 1,-1-1,1 0,-2 1,1-1,-2 0,0 0,0 0,-1 0,0 0,-1 0,0-1,0 1,-1-1,-1 0,0-1,0 1,-1-1,0 0,-8 6,-12 3,35-31,-2 9,0 0,1 0,-1 0,1 1,-1-1,1 2,0-1,0 1,0 0,1 0,-1 1,0 0,1 0,-1 1,1 0,-1 1,1-1,-1 1,0 1,0-1,1 1,-1 0,0 1,0 0,-1 0,1 0,-1 1,1 0,-1 0,0 1,-1 0,1 0,-1 0,0 1,0-1,-1 1,0 0,0 1,0-1,0 1,1 4,-1 0,0 0,-1 0,0 1,-1-1,0 0,-1 1,0-1,-1 1,0 0,-1-1,0 1,-1-1,0 1,-1-1,0 0,-1 0,0 0,0-1,-2 1,1-1,-1 0,-1 0,1-1,-2 0,1 0,-1-1,-1 0,1 0,-1-1,-1 0,1-1,-1 1,0-2,-1 0,1 0,-1-1,0 0,0-1,-1 0,1-1,-7 1,17-3,0 1,0-1,-1 1,1-1,0 0,-1 0,1 1,0-1,0 0,-1 0,1 0,0-1,-1 1,1 0,0 0,0-1,-1 1,1-1,0 1,0-1,0 1,-1-1,1 0,0 0,0 1,0-1,0 0,0 0,1 0,-1 0,0 0,0 0,1 0,-1 0,0-1,1 1,-1 0,1 0,0-1,-1 1,1 0,0 0,0-1,0 1,0 0,0-1,8-18,4 0</inkml:trace>
  <inkml:trace contextRef="#ctx0" brushRef="#br0" timeOffset="540.31">721 522,'19'-10,"0"0,1 2,0 0,0 2,1 0,0 1,0 1,0 0,12 1,-29 3,-1-1,1 1,0 0,-1 0,1 0,0 0,-1 1,1-1,0 1,-1 0,1 0,-1 0,1 1,-1-1,0 1,1 0,-1 0,0 0,0 0,0 0,-1 1,1-1,-1 1,1 0,-1 0,0 0,0 0,0 0,0 1,-1-1,1 0,-1 1,0-1,1 2,-2 10,-1-1,-1 0,0 1,0-1,-1 0,-1 0,-1-1,0 1,0-1,-2 0,1 0,-2-1,0 0,0 0,-1-1,0 0,-1 0,-5 3,14-13,1 0,0 0,1-1,-1 1,0 0,0-1,0 1,1 0,-1-1,0 1,1 0,-1-1,1 1,-1-1,1 1,-1-1,1 1,-1-1,1 1,-1-1,1 0,0 1,-1-1,1 0,-1 1,1-1,0 0,0 0,-1 0,1 1,0-1,-1 0,1 0,0 0,-1 0,1 0,0 0,0-1,-1 1,1 0,0 0,-1 0,1-1,0 1,-1 0,1-1,-1 1,1 0,0-1,0 0,7 1,2 0,1 1,-1 0,0 1,0 0,0 0,0 1,0 0,-1 1,1 0,-1 0,0 1,0 1,-1-1,1 1,-1 1,-1 0,1 0,-1 0,0 1,-1 0,0 0,0 1,-1-1,0 1,0 1,-1-1,0 1,1 7,-4-12,-1 0,0 0,0 0,0 0,-1 1,0-1,0 0,0 0,-1-1,0 1,1 0,-2 0,1-1,0 1,-1-1,0 0,0 0,0 0,-1 0,1 0,-1-1,0 0,-4 3,-106 61,103-62,-71 28,69-35,6-4</inkml:trace>
  <inkml:trace contextRef="#ctx0" brushRef="#br0" timeOffset="876.924">1523 415,'-1'5,"-3"5,1 1,1 0,-1 0,2 0,-1 0,2 0,-1 0,1 0,2 5,-2-15,0 0,1 1,-1-1,1 0,-1 0,1 1,0-1,-1 0,1 0,0 0,0 0,0 0,0 0,0 0,0 0,0 0,0 0,0-1,0 1,0 0,1-1,-1 1,0-1,1 1,-1-1,0 0,1 1,-1-1,0 0,1 0,-1 0,0 0,1 0,-1 0,0-1,1 1,-1 0,0-1,1 1,-1-1,0 1,1-1,-1 1,0-1,0 0,0 0,0 0,0 0,0 0,0 0,0 0,0 0,0 0,-1 0,1 0,0 0,-1-1,1 1,-1 0,1-2,3-3,0-1,0 0,-1 0,0 0,0 0,0 0,-1-1,0 1,-1-1,0 0,0 6,-1-1,0 1,0-1,0 1,0 0,0-1,0 1,-1-1,1 1,-1 0,1 0,-1-1,0 1,0 0,0 0,0 0,-1 0,1 0,-1 0,1 0,-1 0,1 0,-1 1,0-1,0 1,0-1,0 1,0 0,0 0,0 0,0 0,-1 0,-1 0,2 0,-1 1,1 0,0 0,-1 0,1 1,0-1,-1 0,1 1,0 0,0-1,-1 1,1 0,0 0,0 0,0 0,0 1,0-1,0 1,1-1,-1 1,0-1,1 1,-1 0,1 0,0 0,-1 0,1 0,0 0,0 0,0 0,1 0,-1 2,-9 21</inkml:trace>
  <inkml:trace contextRef="#ctx0" brushRef="#br0" timeOffset="1127.12">1644 1043,'0'-2,"0"-5,0-7,0-5,-3-3,0-1,-2 3,-2 6,-3 10,0 11,3 10,2 9,4 2,7-1,4-4,1-5</inkml:trace>
  <inkml:trace contextRef="#ctx0" brushRef="#br0" timeOffset="1440.32">2004 842,'12'-63,"-4"-1,-3 0,-2 0,-3-1,-5-25,1 19,29 259,-11 255,-9-394,0-10</inkml:trace>
  <inkml:trace contextRef="#ctx0" brushRef="#br0" timeOffset="1775.469">2379 655,'-11'-68,"2"0,4-1,2-48,5 50,3 65,-1 19,22 299,-22-224,3 32,18 91,-15-166</inkml:trace>
  <inkml:trace contextRef="#ctx0" brushRef="#br0" timeOffset="2069.725">3369 1,'-12'25,"-10"26,-8 28,-7 22,-5 20,-2 10,-4 2,3-5,4-10,4-15,7-17,8-24</inkml:trace>
  <inkml:trace contextRef="#ctx0" brushRef="#br0" timeOffset="2559.276">3448 576,'23'-16,"1"1,0 1,0 1,1 1,1 2,0 0,0 2,12-2,-25 6,0 2,0-1,0 1,1 1,-1 1,0 0,4 0,-14 1,0-1,0 0,0 1,0-1,0 1,0 0,0 0,-1 0,1 1,0-1,-1 0,1 1,0 0,-1 0,0 0,0 0,1 0,-1 0,0 0,-1 1,1-1,0 1,-1-1,1 1,-1 0,0 0,0-1,0 1,0 0,0 0,-1 0,1 0,-1 0,0 2,0 5,-1 0,0 0,-1 0,0-1,0 1,-1-1,0 1,-1-1,0 0,-1-1,1 1,-2-1,1 1,-3 1,-93 102,100-111,-2 2,-16 19,19-22,-1 0,1 0,0 1,0-1,-1 0,1 1,0-1,0 0,0 1,0-1,0 0,-1 1,1-1,0 0,0 1,0-1,0 1,0-1,0 0,0 1,0-1,0 0,0 1,0-1,1 1,-1-1,0 0,0 1,0-1,0 0,0 1,1-1,-1 0,0 0,0 1,1-1,-1 0,0 1,0-1,1 0,-1 0,0 0,1 1,-1-1,0 0,1 0,-1 0,0 0,1 0,-1 0,1 1,-1-1,0 0,1 0,-1 0,0 0,1 0,-1-1,1 1,-1 0,0 0,1 0,176-19,-155 18,0 1,0 1,0 1,-1 1,17 4,-31-6,-1 1,1 0,-1 0,0 1,1-1,-1 2,0-1,0 0,-1 1,1 0,-1 1,0-1,0 1,0 0,-1 0,0 0,0 1,0-1,0 1,0 2,-2-3,-1 0,0 0,1 0,-2 0,1 0,0 0,-1 0,0 0,0 0,-1 0,0 0,1 0,-2 0,1 0,0 0,-1-1,0 1,0 0,-1-1,1 1,-1-1,0 0,0 0,0 0,0 0,-4 2,-7 8,0-2,-1 0,-1 0,1-2,-2 0,-9 4,1-1,-1-2,-1 0,1-2,-2-1,1-1,-1-2,-9 1,-13-11,43-4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22.0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263 312,'-21'0,"1"1,0 0,-1 2,1 0,0 1,-16 7,30-10,0 2,0-1,0 1,0 0,0 0,1 1,0-1,0 1,0 0,0 1,0-1,1 1,0 0,0 0,0 1,1-1,0 1,0-1,0 1,1 0,-1 0,2 0,-2 4,2-7,1 1,-1-1,1 1,0 0,0-1,0 1,1 0,-1-1,1 1,0 0,0-1,0 1,0-1,1 0,-1 1,1-1,0 0,0 0,0 0,0 0,1 0,-1-1,1 1,-1-1,1 1,0-1,0 0,0 0,1 0,-1-1,0 1,2 0,0 0,0 0,1-1,-1 1,0-1,1 0,-1-1,1 1,-1-1,1 0,-1 0,0-1,1 0,-1 0,1 0,-1 0,0-1,0 0,0 0,0 0,0-1,4-2,-3-1,1 0,-1 0,-1-1,1 1,-1-1,0-1,0 1,-1-1,0 1,-1-1,1-1,-2 1,1 0,-1-1,0 1,0-8,2-141,-9 108,-2 0,-2 1,-7-20,8 41,8 27,0 1,0-1,0 0,0 1,0-1,0 0,0 1,0-1,0 0,0 1,0-1,0 0,0 1,0-1,0 0,0 0,-1 1,1-1,0 0,0 1,0-1,0 0,-1 0,1 1,0-1,0 0,-1 0,1 0,0 1,0-1,-1 0,1 0,0 0,0 0,-1 0,1 1,0-1,-1 0,1 0,0 0,-1 0,1 0,0 0,-1 0,1 0,0 0,0 0,-1 0,1 0,0-1,-1 1,1 0,-3 59,3 0,2 1,3-1,3-1,5 15,-12-70,1 17,1 1,1-1,1-1,1 1,0-1,2 0,0 0,1-1,4 4,-11-19,0 0,0-1,0 0,0 1,0-1,1 0,0 0,-1 0,1-1,0 1,0 0,0-1,0 0,0 0,0 0,0 0,0 0,0-1,0 1,1-1,-1 0,0 0,0 0,1 0,-1-1,0 1,0-1,0 0,0 0,0 0,0 0,0-1,0 1,0-1,0 0,-1 1,1-1,-1 0,1-1,-1 1,0 0,2-3,7-8,0 0,-1-1,-1 0,0-1,-1 0,0-1,-1 0,-1 0,-1 0,0-1,-1 1,-1-2,1 0,4 46,-8-16,1-1,1 0,0 0,0 1,1-1,0-1,1 1,0 0,1-1,0 0,1 0,2 3,6 1</inkml:trace>
  <inkml:trace contextRef="#ctx0" brushRef="#br0" timeOffset="446.851">583 85,'147'60,"-128"-55,0 0,-1 1,0 1,0 1,-1 0,0 2,-1 0,0 0,0 2,-1 0,-1 0,0 2,0 0,-1 1,-6-3,0 1,-2 0,1 0,-1 0,-1 1,-1 0,0 0,0 0,-2 0,0 0,0 7,1 3,-2-22,0 0,-1 0,1 0,-1-1,1 1,0 0,0 0,0 0,0 0,0-1,1 1,-1 0,0 0,1 0,-1-1,1 1,0 0,0-1,-1 1,1 0,0-1,1 1,-1-1,0 1,0-1,0 0,1 0,-1 1,1-1,-1 0,1 0,-1 0,1-1,0 1,0 0,-1 0,1-1,0 1,0-1,-1 0,2 0,3-3,0-1,0 0,0 0,-1 0,1-1,-1 0,0 0,-1 0,1-1,-1 0,0 0,3-6,-4 7,18-27,-2-2,-1 0,-2-1,11-35,-20 51,-7 19,0 0,0-1,1 1,-1 0,0 0,1 0,-1 0,0 0,0 0,1 0,-1 0,0 0,1 0,-1 0,0 0,1 0,-1 0,0 0,0 0,1 0,-1 0,0 0,1 0,-1 0,0 1,0-1,1 0,-1 0,0 0,0 1,1-1,-1 0,0 0,0 0,0 1,1-1,-1 0,0 0,0 1,0-1,0 0,0 1,0-1,1 0,-1 1,0-1,0 0,0 0,0 1,0-1,0 0,0 1,0-1,0 0,-1 1,1-1,0 0,0 0,0 1,0-1,0 0,0 1,-1-1,1 0,0 0,0 1,3 22,-3-10,1-1,0 0,1 0,0 0,1-1,1 1,-1-1,2 1,-1-1,2 0,-1-1,2 1,-1-1,1 0,1-1,0 0,0 0,8 6,-4-8,1-1,0 0,0 0,0-2,0 1,1-2,10 2,37 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6.5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106 107,'3'18,"0"15,2 11,0 12,2 10,0 7,0 5,-1 3,2-3,-2-6,2-8,-2-11,-1-12,1-13,-2-11</inkml:trace>
  <inkml:trace contextRef="#ctx0" brushRef="#br0" timeOffset="370.582">0 0,'43'48,"2"-3,2-1,1-3,3-1,1-3,4-1,-36-22,31 20,-4-4,-2 2,-1 2,-2 2,-1 2,6 9,-42-42,1 0,-1 1,0 0,-1 0,1 0,-1 1,-1-1,1 1,-1 0,0 0,0 0,-1 0,0 0,-1 1,1-1,-1 1,-1-1,1 1,-1 0,-1-1,1 1,-1-1,-1 1,1-1,-1 1,-1-1,1 0,-1 0,-1 0,1-1,-1 1,-13 12,-1-1,-1-1,-1-1,0-1,-1 0,-1-2,0 0,0-2,-1 0,-1-1,-18 4,0 2,0-3,-2-1,1-2,-1-1,-41 1,79-10,4 1,0-1,-1 1,1-1,0 0,-1 0,1 0,0 0,-1-1,1 1,0 0,-1-1,1 0,0 1,0-1,0 0,-1 0,1 0,0-1,-1 0,2-7</inkml:trace>
  <inkml:trace contextRef="#ctx0" brushRef="#br0" timeOffset="1437.687">1029 1029,'-8'-381,"4"359,-10 326,14-284,-1-4,0 0,1 0,1 0,0 0,1 0,1 0,1 0,0-1,3 6,4-1</inkml:trace>
  <inkml:trace contextRef="#ctx0" brushRef="#br0" timeOffset="4728.31">1483 816,'1'-6,"-1"1,0 0,-1-1,0 1,1 0,-2 0,1 0,-1 0,1 0,-1 0,-1 0,1 0,-1 1,1-1,-1 1,-1-1,1 1,-1 0,1 1,-1-1,0 1,0-1,-1 1,1 1,-1-1,0 0,1 1,-1 0,0 0,0 1,0-1,-1 1,1 0,-2 0,1 1,0 0,0 0,0 0,0 1,0 0,0 0,0 1,0-1,1 1,-1 0,0 1,1 0,0 0,-1 0,1 0,1 1,-1 0,0 0,1 0,0 0,-1 1,-2 4,0 0,0 0,1 0,0 1,1-1,0 1,0 1,1-1,0 1,1-1,-1 9,3-16,0 1,1-1,-1 0,1 1,0-1,0 1,0-1,0 0,1 1,-1-1,1 0,0 1,0-1,0 0,0 0,0 0,1 0,0 0,-1 0,1 0,0 0,1-1,-1 1,0-1,1 1,-1-1,1 0,0 0,0 0,-1-1,1 1,0 0,1-1,-1 0,0 0,0 0,1 0,-1-1,3 1,9-1,-1-1,1-1,0 0,0-1,-1 0,0-2,0 1,0-2,0 0,-1 0,0-1,0-1,0 0,-1-1,-1-1,0 1,3-5,1 3,-13 10,0 1,1-1,-1 1,0 0,0-1,1 1,-1 0,0 1,0-1,0 0,1 1,-1-1,0 1,0 0,0-1,0 1,0 0,0 0,0 0,0 1,0-1,-1 0,1 1,0-1,-1 1,1 0,-1-1,0 1,1 0,-1 0,0 0,0 0,0 0,0 0,-1 0,1 0,-1 0,1 1,-1-1,0 0,1 2,4 6,4 7,0-1,-1 2,-1-1,0 1,-1 0,-1 1,-1-1,-1 1,0 4,-3-19,0 1,-1-1,1 0,-1 0,0 0,-1 0,1 0,-1 0,1 0,-1 0,0 0,0-1,-1 1,1-1,-1 0,0 1,0-1,0 0,0-1,0 1,-1-1,1 1,-1-1,0 0,0 0,0-1,0 1,0-1,0 0,0 0,-4 2,-1-1,0-1,1 1,-1-2,0 1,0-1,0-1,0 1,1-1,-1-1,0 0,1 0,-1-1,0 0,9 3,-1 0,1 0,-1 0,1 0,0 0,-1 0,1 0,-1 0,1 0,-1 0,1 0,-1 0,1-1,0 1,-1 0,1 0,-1-1,1 1,0 0,-1 0,1-1,0 1,-1 0,1-1,0 1,-1 0,1-1,0 1,0-1,0 1,-1-1,1 1,0 0,0-1,0 1,0-1,0 1,0-1,0 1,0-1,0 1,0-1,0 1,0 0,0-1,0 1,0-1,0 1,1-1,-1 1,0 0,0-1,1 1,-1-1,25-10,-2 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23.1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5 819,'-4'-73,"4"-1,3 1,3 0,5-14,-3 21,1 19,-1 56,-6-3,0 0,1 0,-1 0,1 0,1-1,-1 1,1-1,0 0,0 0,0-1,1 1,-1-1,1 0,0 0,1 0,-1-1,1 0,-1 0,1 0,3 1,139 16,-145-20,0 0,1 1,-1-1,0 1,0 0,0 0,0 0,0 1,0-1,0 1,-1 0,1-1,0 1,-1 0,1 1,-1-1,0 0,0 1,0-1,0 1,0 0,0-1,-1 1,1 0,-1 0,0 0,0 0,0 1,0-1,-1 0,1 2,1 99,-4-87,2 0,0 0,0 0,2 0,0 0,4 11,-4-23,0-1,0 1,1-1,0 0,0 0,0 0,0 0,1-1,-1 1,1-1,0 0,0 0,0 0,1-1,-1 0,0 1,1-1,0-1,-1 1,1-1,0 0,0 0,0 0,0-1,0 1,0-1,0 0,0-1,0 1,-1-1,1 0,0 0,0-1,0 1,-1-1,1 0,-1-1,1 1,-1-1,0 1,0-1,0-1,2-1,5-4,-1 1,0-1,0-1,-1 1,-1-2,1 1,-2-1,1 0,-1-1,-1 0,0 0,-1 0,-1-1,1 0,-2 0,0 0,0 0,-2 0,1-1,-2 1,0-13,0 25,1-1,-1 1,0-1,0 1,1-1,-1 1,0-1,0 1,-1-1,1 1,0-1,0 1,-1-1,1 1,-1 0,1-1,-1 1,0 0,1-1,-1 1,0 0,0 0,0-1,0 1,0 0,0 0,0 0,0 0,0 1,-1-1,1 0,0 0,-1 1,1-1,0 1,-1-1,1 1,-1-1,1 1,-1 0,1 0,-1 0,1 0,-1 0,1 0,-1 0,1 0,-1 1,1-1,0 1,-1-1,1 1,-1-1,-4 6,-1 1,1-1,1 1,-1 0,1 0,0 1,1-1,-1 1,2 0,-1 0,1 1,0-1,1 1,0-1,0 1,1 0,0 0,1 0,0 0,1 7,-1-11,1 0,0 0,0 0,1 0,-1-1,1 1,0-1,0 1,1-1,-1 1,1-1,0 0,0 0,0-1,1 1,-1-1,1 1,0-1,0 0,0 0,0-1,1 1,2 0,6 3,0-2,0 1,0-2,1 1,-1-2,1 0,11 0,33 0</inkml:trace>
  <inkml:trace contextRef="#ctx0" brushRef="#br0" timeOffset="564.064">1181 538,'-8'-5,"1"-1,-1 2,0-1,-1 1,1 1,-1-1,1 1,-1 1,0 0,0 0,0 1,-1 0,1 0,0 1,0 0,0 1,0 0,-1 0,1 1,0 0,1 1,-1 0,0 0,1 1,0 0,0 1,0-1,0 1,1 1,0 0,0 0,0 0,1 1,0 0,-3 4,7-9,1 0,0 0,-1 0,1 0,0 0,0 0,0 0,0 1,1-1,-1 0,0 0,1 1,0-1,-1 1,1-1,0 0,0 1,1-1,-1 0,0 1,1-1,0 0,-1 1,1-1,0 0,0 0,0 0,0 0,1 0,-1 0,0 0,1 0,-1 0,1-1,0 1,0 0,0-1,0 0,0 1,0-1,0 0,1 0,9 2,0 0,1-1,0 0,-1-1,1-1,0 0,-1-1,1 0,-1-1,1 0,-1-1,13-1,2-1,-21 3,1 0,0 0,-1 0,1 1,0 0,0 1,0-1,0 1,0 0,0 1,0 0,-1 0,1 0,0 1,0 0,-1 0,1 1,-1 0,0 0,0 0,0 1,0 0,-1 0,5 5,-2 7,0 1,-1 1,0 0,-2 0,0 0,-1 0,-1 1,-1-1,0 1,-2 0,0 0,-2 10,2-11,2 11,-3-1,0 1,-2-1,0 1,-3-1,-1 4,-6-4,13-28,-1 1,1-1,0 0,0 1,0-1,-1 1,1-1,0 0,-1 1,1-1,0 1,-1-1,1 0,-1 0,1 1,0-1,-1 0,1 0,-1 1,1-1,-1 0,1 0,-1 0,1 0,-1 0,1 0,-1 0,1 0,-1 0,1 0,-1 0,1 0,-1 0,1 0,-1 0,1 0,-1-1,1 1,0 0,-1 0,1-1,-1 1,1 0,0 0,-1-1,1 1,-1-1,1 1,0 0,0-1,-1 1,1-1,0 1,0 0,-1-1,-2-7,0 0,0-1,1 1,0 0,0-1,1 0,0 1,1-1,-1 0,2-4,-1 0,-1-17,1-1,2 0,1 1,1 0,2 0,1 0,1 0,2 1,1 1,1 0,1 0,2 1,0 1,2 0,3-1,-15 20,0 1,0 1,0-1,1 1,0 0,0 0,1 1,-1 0,1 0,0 0,0 1,0 0,0 0,1 1,2-1,-7 4,0 0,0 0,0 0,0 0,0 0,0 1,-1-1,1 1,0 0,-1 0,1 0,-1 0,0 0,1 0,-1 1,0-1,-1 1,1 0,0-1,-1 1,1 0,-1 0,0 0,0 0,0 0,0 0,-1 0,1 1,-1-1,0 0,0 0,0 0,0 0,-1 3,6 78,-5-66,0 0,1 0,1 0,1-1,1 1,0 0,1-1,2 4,-6-20,-1 1,1 0,0 0,0-1,-1 1,1 0,0-1,1 1,-1-1,0 1,0-1,1 0,-1 1,0-1,1 0,0 0,-1 0,1 0,0 0,-1 0,1-1,0 1,0-1,-1 1,1-1,0 1,0-1,0 0,0 0,0 0,0 0,-1 0,1-1,0 1,0 0,0-1,0 1,-1-1,1 0,0 0,0 0,-1 0,1 0,-1 0,19-13</inkml:trace>
  <inkml:trace contextRef="#ctx0" brushRef="#br0" timeOffset="851.3">1636 244,'-10'16,"3"9,8 6,5-3</inkml:trace>
  <inkml:trace contextRef="#ctx0" brushRef="#br0" timeOffset="1229.019">2144 471,'-20'-7,"1"1,-1 0,0 1,-1 2,1 0,-16 0,34 3,1 0,-1 0,1 0,-1 0,0 0,1 0,-1 0,1 1,-1-1,1 1,-1-1,1 1,-1-1,1 1,-1 0,1 0,0 0,-1 0,1 0,0 0,0 0,0 0,0 0,0 1,0-1,0 0,0 1,0-1,1 1,-1-1,1 1,-1-1,1 1,-1-1,1 1,0-1,0 1,0 0,0-1,0 1,0 0,23 63,-4-37,1-2,2 0,1-1,13 10,66 79,-70-49,-32-63,1 0,-1 0,0 0,1 0,-1 0,0 0,0 0,-1 0,1 0,0 0,-1 0,1 0,-1 0,1-1,-1 1,0 0,0 0,0 0,0-1,0 1,-1 0,1-1,0 1,-1-1,1 0,-1 1,1-1,-1 0,0 0,1 0,-1 0,0 0,0 0,-1 0,1 1,0-1,-1 0,1 0,-1-1,1 1,-1 0,0-1,1 1,-1-1,1 0,-1 0,0 0,1 0,-1-1,0 1,1-1,-1 1,1-1,-1 0,1 0,-1 0,1 0,0-1,-1 1,1 0,0-1,0 0,0 1,0-1,0 0,1 0,-1 0,1-1,-1 1,1 0,0 0,-1-1,1 1,0-1,1 1,-1-1,0 1,1-1,0 0,-1-1,1-19,1-1,2 1,0 0,1 0,1 0,1 1,1 0,2 0,1-2,-1-3,213-554,-210 551,-4 27,-6 22,-2-18,2 311,1-251,1 0,4-1,2 0,2 0,4-1,1-1,4-1,1 0,26 42,-32-75,-16-24,0 1,0-1,1 0,-1 1,0-1,0 0,1 1,-1-1,0 0,0 0,1 1,-1-1,0 0,1 0,-1 0,0 1,1-1,-1 0,1 0,-1 0,0 0,1 0,-1 0,1 0,-1 0,0 0,1 0,-1 0,1 0,-1 0,0 0,1 0,-1 0,1 0,-1 0,0 0,1-1,-1 1,0 0,1 0,-1 0,0-1,1 1,-1 0,0-1,0 1,1 0,-1-1,0 1,0 0,1-1,-1 1,0 0,0-1,0 1,0 0,0-1,0 1,0-1,1 1,-1 0,0-1,0 1,-1-1,1 1,0 0,0-1,0 1,4-20</inkml:trace>
  <inkml:trace contextRef="#ctx0" brushRef="#br0" timeOffset="1503.315">2371 231,'9'-5,"13"1,13 6,14 7,13 6,7 8,-8-1</inkml:trace>
  <inkml:trace contextRef="#ctx0" brushRef="#br0" timeOffset="2138.275">2772 899,'-6'-41,"1"-1,2 1,2-1,1 1,3-1,4-23,-5 45,-1 8,0 1,1-1,0 0,1 1,0-1,1 1,3-8,-6 18,1 0,-1 0,0 1,1-1,-1 1,1-1,-1 1,1 0,-1-1,1 1,-1 0,1 0,-1 0,1 0,-1 0,1 0,-1 1,0-1,1 0,-1 1,1-1,-1 1,0 0,1-1,-1 1,0 0,0 0,1 0,-1 0,0 0,0 0,0 0,0 0,0 0,0 0,-1 1,1-1,0 0,-1 1,1 0,8 6,131 83,-134-85,-1-1,0 2,0-1,-1 0,1 1,-2 0,1 0,-1 0,0 0,0 1,-1-1,0 1,0 0,-1-1,0 1,0 0,-1 0,0 0,0 0,-1 0,0-1,0 1,-1 0,-3 6,1 83,4-94,1 0,-1-1,1 1,-1-1,1 1,0 0,0-1,0 0,1 1,-1-1,0 0,1 1,0-1,-1 0,1 0,0 0,0 0,0-1,0 1,1-1,-1 1,0-1,1 0,-1 1,1-1,-1 0,1-1,-1 1,1 0,0-1,-1 0,1 1,0-1,-1 0,1 0,7-1,0 0,0 0,0 0,0-1,0-1,0 0,-1 0,8-4,-3 1,-2-1,1 0,-1-1,0 0,0-1,-1 0,-1-1,1 0,-1 0,-1-1,0-1,-1 0,0 0,-1 0,0-1,-1 0,0 0,-1-1,-1 0,0 1,-1-2,-6 8,-4 24,2-2,2 0,0 1,1-1,0 1,2-1,-1 1,2 1,-1-11,1 1,0-1,0 0,0 0,0 0,1 0,0 0,1 0,-1 0,1-1,0 1,0-1,1 0,0 0,0 0,0 0,0-1,1 0,0 1,-2-3,0 0,1 0,-1-1,0 1,1-1,-1 0,1 1,-1-2,1 1,0 0,-1-1,1 0,0 1,-1-2,1 1,0 0,-1-1,1 1,0-1,-1 0,1 0,-1-1,0 1,1-1,-1 0,0 1,0-1,0-1,1 1,4-5,1 0,-1-1,0 1,-1-2,0 1,0-1,-1 0,0 0,1-4,0 1,0-1,-1-1,-1 1,0-1,-1 0,0 0,-1-1,-1 1,1-15,-3 30,0-1,-1 0,1 1,0-1,0 0,0 0,0 1,-1-1,1 0,0 0,0 1,-1-1,1 0,0 0,-1 0,1 1,0-1,0 0,-1 0,1 0,0 0,-1 0,1 0,0 0,-1 0,1 0,0 0,-1 0,1 0,0 0,-1 0,1 0,0 0,-1 0,1 0,0 0,-1 0,1-1,0 1,-1 0,1 0,0 0,0-1,-1 1,1 0,0 0,0-1,-1 1,1 0,0 0,0-1,0 1,-1-1,-2 9,-1-1,1 1,1 0,-1 0,1 0,0 0,1 0,0 1,1-1,-1 0,1 1,1-1,0 0,0 0,1 1,-1-1,2 0,-1 0,1-1,1 1,-1 0,1-1,0 0,1 0,0 0,0-1,1 0,-1 1,1-2,1 2,9 2,0 1,0-2,1 0,0-1,1-1,-1 0,1-2,0 0,0-1,12 1,96 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34.0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906 66,'-87'-21,"-1"4,0 4,0 3,67 10,1 1,0 1,0 1,1 0,-1 2,1 0,0 1,0 1,0 1,1 0,0 2,1 0,0 1,1 0,0 1,1 1,0 1,1 0,0 1,1 1,1 0,1 0,0 1,1 0,1 1,0 1,2-1,-2 8,-3 11,1 0,3 1,0 0,3 1,1-1,2 1,2 0,3 20,-3-40,2 1,1-1,0 0,1 0,1-1,1 1,1-1,0 0,2-1,0 1,0-2,2 1,0-2,1 1,0-2,1 1,1-2,0 0,15 10,-9-9,0-2,1 0,1-1,0-2,0 0,1-1,0-1,0-1,1-1,0-1,0-2,0 0,0-1,0-2,0 0,0-2,0 0,-1-2,1 0,17-8,-13 4,0-2,0-1,-1-1,-1-1,0-1,-1-2,0-1,-2 0,0-2,-1 0,-2-2,0 0,-1-2,-1 0,-1-1,-1 0,-2-1,0-1,-2-1,6-20,-10 19,-1-1,-2 0,0-1,-3 1,0-1,-2 1,-1-1,-2 1,-1 0,-1 0,-2 0,-3-7,4 22,0-1,-2 2,0-1,-1 1,0 0,-1 1,0 0,-1 1,-1 0,0 1,0 0,-1 0,-1 2,1 0,-2 0,1 1,-1 1,0 0,-15-3,-1 0,-1 2,0 1,0 1,-1 2,0 1,0 1,0 3,1 0,-21 4,15 1,0 1,1 1,0 2,0 2,1 1,1 2,1 2,0 1,1 1,0 2,2 1,1 2,-2 2,22-16,-1 0,1 1,0 0,1 0,1 1,0 0,0 1,1 0,1 0,0 0,1 1,0-1,1 1,1 1,0-1,1 0,1 1,0-1,0 1,2 9,18 43,7-11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49.1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563 363,'-11'-1,"1"0,-1 1,0 0,0 1,1 0,-1 0,1 1,-1 1,1 0,0 1,0-1,0 2,0 0,1 0,0 0,0 1,-8 7,-1 8,1 0,2 2,0 0,1 0,-6 16,7-16,-14 24,3 1,1 1,3 1,2 1,2 0,2 1,3 1,2 0,2 0,2 1,3 0,3 3,10 30,3-1,5 0,3-2,4 0,10 16,11 27,5-2,6-2,62 97,-86-169,1-1,3-2,2-2,1-1,3-3,1-1,2-2,2-3,1-1,2-3,15 5,110 50,3-7,3-8,65 11,-98-44,1-5,2-8,0-6,2-7,-1-6,97-11,-57-12,-1-8,-1-8,-1-9,182-65,425-151,-608 188,-4-8,136-79,-280 134,-1-1,-2-2,0-2,-2-2,-1-1,-1-2,-2-1,-1-2,-2-1,-1-1,-2-1,0-4,30-72,-4-1,29-101,-71 185,-1-1,-2 0,-1-1,-2 0,-1 0,-1 0,-2-7,-1 17,1-37,-3 0,-3 0,-4-13,7 56,-2 0,0 0,-1 1,-1-1,-1 1,0 0,-1 1,0 0,-1 0,-1 1,0 0,-1 1,-6-6,-18-11,-2 1,0 2,-31-16,-22-16,-6-11,41 28,-1 3,-2 2,-34-14,-191-69,3 14,-157-32,240 90,-1 8,-2 10,-1 8,-1 9,-101 10,-498 30,420-11,2 17,-294 66,566-79,2 4,0 5,2 4,1 5,-84 45,157-66,1 0,1 2,1 1,0 1,2 1,0 1,-12 18,-42 70,51-83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2:23.7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0,'4'12,"7"-4,0-3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2:47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83 226,'-3'14,"0"15,-2 17,0 12,-2 7,1 5,-2-2,-1-2,-1-9,1-11,-1-11,2-12</inkml:trace>
  <inkml:trace contextRef="#ctx0" brushRef="#br0" timeOffset="615.012">16 186,'3'-11,"1"0,1 1,0-1,0 1,1 1,0-1,1 1,0 0,1 0,-1 1,2 0,-1 0,1 1,0 0,0 1,1 0,0 0,0 1,1 1,-1-1,1 2,0-1,0 1,0 1,11-1,-15 2,1 1,-1 0,1 0,-1 0,0 1,1 0,-1 1,0 0,0 0,0 0,0 1,0 0,-1 0,1 1,-1 0,0 0,0 0,0 1,-1 0,0 0,0 0,0 1,0-1,-1 1,0 1,0-1,0 0,-1 1,0 0,-1 0,1 0,-1 0,-1 0,1 2,-2 1,0 0,-1 0,0-1,0 1,-1 0,-1 0,1-1,-2 0,1 1,-1-1,-1 0,1-1,-2 1,1-1,-1 0,0 0,-1-1,0 0,0 0,-11 10,-1-1,-1 0,0-2,-1 0,-1-1,0-2,-1 0,-132 49,153-59,1 1,0 0,-1 0,1 0,0 0,0 0,0 0,0 0,0 0,0 0,0 0,1 0,-1 1,1-1,0 0,0 0,0 1,0-1,0 0,0 1,0-1,1 0,-1 0,1 0,0 1,-1-1,1 0,0 0,0 0,1 0,-1 0,0 0,1-1,-1 1,1 0,-1-1,1 1,0-1,0 1,1 0,4 8,-1 3,1-1,1 0,0-1,0 1,1-2,1 1,0-1,0-1,1 0,0 0,0-1,1 0,0-1,0-1,1 0,0 0,0-1,1-1,-1 0,1-1,0-1,13 1,-19-3,-1 0,0-1,0 0,0 0,0 0,0-1,-1 0,1-1,0 0,-1 0,1 0,-1 0,0-1,0 0,-1-1,1 1,-1-1,0 0,0 0,-1-1,1 0,-1 1,0-1,-1-1,0 1,0 0,0-1,0 0,-1 1,1-5,3-48,-6 57,0 1,0 0,0-1,-1 1,1 0,0-1,-1 1,1 0,0 0,-1-1,0 1,1 0,-1 0,0 0,1 0,-1 0,0 0,0 0,0 0,0 0,0 0,0 0,0 0,0 1,-1-1,1 0,0 1,0-1,0 1,-1 0,1-1,0 1,-1 0,1 0,0 0,-1 0,1 0,0 0,-1 0,1 0,0 0,-1 1,-3 0,-1 2,1-1,-1 0,1 1,0 0,0 1,0-1,1 1,-1 0,1 0,0 0,0 0,0 1,1 0,-1 0,1 0,0 0,1 0,-1 1,1-1,0 1,1-1,-1 1,1 0,0 0,0 0,1 0,0 0,0 0,1 4,0-7,0 1,0 0,0-1,1 1,0-1,-1 1,1-1,1 0,-1 0,0 0,1 0,0 0,-1 0,1-1,0 0,0 1,1-1,-1 0,0 0,1-1,-1 1,1-1,2 1,88 16,14-13,-61-5</inkml:trace>
  <inkml:trace contextRef="#ctx0" brushRef="#br0" timeOffset="1289.452">952 694,'0'-1,"33"-75,-32 74,0 0,-1 0,0 0,1-1,-1 1,0 0,0 0,0-1,0 1,-1 0,1 0,-1-1,1 1,-1 0,0 0,0 0,0 0,0 0,0 0,0 0,0 0,-1 1,1-1,-1 0,1 1,-1-1,0 1,0-1,1 1,-1 0,0 0,0 0,0 0,-2 0,-2-1,-1 1,0 1,1-1,-1 1,0 0,1 1,-1-1,1 1,-1 1,0-1,1 1,0 0,0 1,-1-1,1 1,1 1,-1-1,0 1,1 0,0 0,0 0,0 1,0 0,1 0,0 0,0 1,0-1,1 1,-1 0,2 0,-1 0,0 0,1 0,0 1,1-1,0 1,0-4,0 0,1 0,-1 0,1 0,0 1,0-1,0 0,0 0,1 0,-1 0,1 0,0 0,0 0,0 0,0 0,0-1,1 1,-1 0,1-1,0 1,0-1,0 1,0-1,0 0,0 0,1 0,-1 0,1 0,0-1,-1 1,1-1,2 1,2 1,0 0,0-1,1 0,-1-1,1 0,-1 0,1 0,0-1,-1 0,1-1,-1 1,8-3,-5 1,-1 0,0-1,-1 0,1 0,0-1,-1 0,0-1,0 0,0 0,0 0,-1-1,0-1,0 1,-1-1,0 0,0 0,0-1,-1 0,0 0,-1 0,0 0,0-1,0-2,-6 2,-8 22,1 8,1 2,0-1,2 1,1 0,1 0,0 0,2 1,1-1,1 23,3 0,2-1,2 0,2 0,9 27,5 26,-21-94,-1 0,1 0,-1 0,0 0,0 0,-1 0,1 0,-1 0,0 0,0 0,0 0,0 0,-1 1,0-1,0 0,0 0,0 0,0-1,-1 1,0 0,0 0,0-1,0 1,0-1,-1 0,0 0,1 0,-1 0,-3 2,1-2,-1-1,0 0,0 0,0 0,0-1,0 0,0 0,-1-1,1 1,0-1,0 0,-1-1,1 0,0 0,0 0,0-1,0 0,0 0,0 0,0-1,-3-2,-1 0,1-1,0 0,0-1,1 1,0-2,0 1,0-1,1 0,0-1,1 0,0 0,-1-1,4 4,-1 1,1-1,1 0,-1 0,1 0,0 0,0 0,0 0,1-1,0 1,0-1,1 1,0-1,0 1,1 0,-1-1,1 1,1-1,-1 1,1 0,0 0,1 0,-1 0,1 0,3-4,7-1,0 0,1 1,1 1,0 0,0 1,0 1,1 0,0 1,1 1,-1 0,1 1,0 1,0 1,0 0,0 1,2 1,-13-1,168-10,-210 13,10-2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3:01.9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45,'0'23,"0"19,0 16,0 9,0 5,-2-1,-3-4,-3-5,-5-10,-2-9,-1-9,2-10</inkml:trace>
  <inkml:trace contextRef="#ctx0" brushRef="#br0" timeOffset="507.56">7 32,'10'-5,"1"0,-1 1,1 0,-1 1,1 0,0 0,1 1,-1 1,0 0,0 0,1 1,2 1,-9-1,1 1,-1-1,1 1,-1 0,0 1,0-1,1 1,-1 0,0 1,-1-1,1 1,0 0,-1 0,1 0,-1 1,0-1,0 1,-1 0,1 0,-1 1,0-1,0 1,0-1,0 1,-1 0,0 1,0 1,0 0,-1 0,0 0,0 0,-1 0,0 0,0 1,-1-1,0 0,0 0,-1 0,0 0,0 0,0-1,-1 1,0-1,0 1,-1-1,-1 2,-5 8,0-1,-2-1,0 0,0 0,-1-1,-15 10,-36 15,71-48,-2 6,1 0,0 1,0-1,0 1,1 0,-1 1,1 0,-1 0,1 0,0 1,0 0,0 0,0 1,0 0,-1 0,1 0,0 1,0 0,0 1,0-1,-1 1,1 0,-1 1,1 0,-1 0,0 0,0 1,0 0,-1 0,1 0,-1 1,0 0,0 0,-1 0,0 0,3 4,-3 0,0 1,0 0,-1-1,0 1,-1 0,0 0,-1 1,0-1,0 0,-1 0,0 1,-1-1,0 0,-1 0,0 0,-1 0,0 0,0 0,-1 0,0-1,-1 0,0 0,-1 0,1-1,-2 1,1-1,-1-1,0 1,-1-1,0-1,0 1,0-1,-1-1,0 0,0 0,0 0,-8 2,8-4,0 1,0-2,-1 1,1-1,-1 0,1-1,-1 0,-9-1,17 0,-1 0,1 0,-1-1,0 1,1-1,-1 1,1-1,-1 0,1 0,-1 0,1 0,0-1,-1 1,1-1,0 1,0-1,0 0,0 0,1 0,-1 0,0 0,1 0,-1 0,1-1,0 1,0 0,0-1,0 1,0-1,0 1,1-1,-1 1,1-4,6-50,3 30</inkml:trace>
  <inkml:trace contextRef="#ctx0" brushRef="#br0" timeOffset="1077.965">449 166,'21'-12,"1"1,0 1,0 1,1 1,0 2,1 0,-1 1,1 1,24 0,-46 3,1 1,0 0,-1-1,1 2,-1-1,1 0,0 0,-1 1,1-1,-1 1,1 0,-1 0,1 0,-1 0,1 0,-1 1,0-1,0 1,0-1,0 1,0 0,0 0,0 0,0 0,-1 0,1 0,-1 0,0 1,1-1,-1 0,0 1,0-1,-1 1,1-1,0 1,-1 0,0 1,-1 8,-1-1,0 1,-1 0,0-1,-1 0,0 0,-1 0,0 0,-1 0,0-1,-1 0,0-1,0 1,-1-1,0-1,-1 0,0 0,-4 3,-28 27,40-38,1 1,0 0,0-1,0 1,0-1,-1 1,1 0,0-1,0 1,0 0,0-1,0 1,0-1,1 1,-1 0,0-1,0 1,0-1,1 1,-1 0,0-1,0 1,1-1,-1 1,1-1,-1 1,0-1,1 1,-1-1,1 0,-1 1,1-1,-1 1,1-1,0 0,-1 0,1 1,-1-1,1 0,0 0,-1 0,1 0,-1 0,1 1,0-1,-1 0,1 0,0-1,-1 1,1 0,-1 0,1 0,0 0,-1-1,1 1,-1 0,1 0,0-1,2 1,11 2,1 0,0 1,0 0,-1 1,0 1,0 0,0 1,0 1,-1 0,0 1,-8-5,0 0,0 1,0 0,-1 0,1 0,-1 1,0-1,-1 1,1 0,-1 0,0 0,0 1,0-1,-1 1,0 0,0-1,0 1,-1 0,0 0,0 0,0 0,-1 0,0 0,0 0,-1 0,0 1,1-3,-1 0,0 0,0 0,0 0,-1 0,0 0,1-1,-1 1,0 0,-1-1,1 0,-1 1,1-1,-1 0,0-1,0 1,0 0,-1-1,1 1,0-1,-1 0,0 0,1-1,-1 1,0-1,0 0,0 0,0 0,0 0,-2-1,-6 2,-1-1,0-1,0 0,0-1,1 0,-1-1,0-1,1 0,-3-1,-72-22,87 26,0 0,0 0,0 0,0 0,1 1,-1-1,0 0,0 0,0 0,0 0,0 0,0 0,0 1,0-1,0 0,0 0,0 0,0 0,0 0,0 1,0-1,0 0,0 0,0 0,0 0,0 0,0 1,0-1,0 0,0 0,0 0,0 0,-1 0,1 1,17 3,-3-2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2:30.19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1431,'12'129,"26"463,-21-371,-17-220,0 1,0-1,0 1,0-1,0 0,0 1,0-1,0 0,0 1,1-1,-1 0,0 1,1-1,-1 0,1 1,0-1,-1 0,1 0,0 0,0 0,0 0,-1 0,1 0,0 0,1 0,-1 0,0 0,0-1,0 1,0 0,1-1,-1 1,0-1,0 1,1-1,-1 0,0 1,1-1,-1 0,1 0,-1 0,0 0,1 0,-1 0,0-1,1 1,0-1,114-6,77 2,0 15,109-11,463-40,50 33,-704 3,0 5,102 13,110 15,157-23,179 4,-422-10,1461 1,-955-36,-675 31,99-7,627-29,-261 27,327-24,177 9,-467 30,-253 29,-209-17,488 22,-181-5,397 7,-692-29,547 8,-40-10,-387-7,549-7,384-11,-280 11,389-11,1071 19,-1795 14,-52-15,-241-12,443 14,-136 23,590 55,-551-37,-606-42,-3 0,0 1,0-1,-1 0,1 1,0-1,0 0,0 0,0-1,-1 1,1 0,0 0,0-1,0 1,-1-1,1 0,0 1,-1-1,1 0,0 0,-1 0,1 0,-1-1,2 0,-1-7</inkml:trace>
  <inkml:trace contextRef="#ctx0" brushRef="#br0" timeOffset="4013.814">0 1364,'12'1,"1"0,-1 1,0 0,-1 1,1 0,0 1,-1 0,3 3,-9-6,47 14,1-2,0-2,0-3,1-3,0-1,0-3,27-4,244-10,-146 2,157 13,289 31,-245-30,342 11,285 33,-547-29,560 7,-676-31,1359-15,813 22,-1739-23,-256 4,1583-61,-1936 75,1599-15,-759 46,-84 40,336 4,-412-67,-65-53,-526 27,734-58,-400 61,452 14,-623 6,-76 10,71 22,373 13,-248-19,578 12,-852-22,-286 46,54 204,-27 67,-8-245,2-79,-1-1,0 1,-1-1,0 1,0-1,-1 0,0 1,-1-1,0 0,-1 0,0-1,0 1,0-1,-3 2,-25 62,32-70,-1-1,1 1,-1-1,1 1,-1-1,0 1,0-1,1 1,-1-1,0 0,0 1,0-1,-1 0,1 0,0 0,0 0,-1 0,1 0,0 0,-1 0,1-1,-1 1,1 0,-1-1,1 0,-1 1,0-1,1 0,-1 1,1-1,-1 0,0 0,1 0,-1-1,-59-11,50 8,-64-17,0 4,-57-6,-84 4,-1 10,0 9,-24 12,170-8</inkml:trace>
  <inkml:trace contextRef="#ctx0" brushRef="#br0" timeOffset="4735.221">25761 1498,'0'-9,"0"-1,-2 11,-1 18,-2 22,-1 25,2 21,1 19,0 9,4 4,6-3,5-7,1-14,2-17,-3-23</inkml:trace>
  <inkml:trace contextRef="#ctx0" brushRef="#br0" timeOffset="5544.642">26229 548,'-3'16,"1"17,-1 11,0 8,2 7,0 1,0-2,1-4,0-6,0-10,-2-9,-3-9,-1-8</inkml:trace>
  <inkml:trace contextRef="#ctx0" brushRef="#br0" timeOffset="5881.852">26175 535,'-5'40,"10"-17,1 0,0 0,2-1,0 0,2-1,0 0,1-1,10 13,-6-6,18 28,-16-29,-2 0,-1 1,-1 1,8 24,-20-50,0 0,0 1,-1-1,1 0,0 1,-1-1,0 1,1-1,-1 1,0-1,0 1,-1-1,1 1,0-1,-1 0,0 1,1-1,-1 1,0-1,0 0,0 0,-1 0,1 1,0-1,-1 0,1-1,-1 1,0 0,0 0,0-1,0 1,0-1,0 1,0-1,0 0,-17 5,-1 0,0-2,1 0,-1-1,0-1,-1-1,1-1,-6-1,3 2,-109-5,118 1</inkml:trace>
  <inkml:trace contextRef="#ctx0" brushRef="#br0" timeOffset="6248.909">26604 1083,'-45'39,"45"-37,-1-1,1 0,-1 1,1-1,-1 1,1-1,0 0,-1 1,1-1,0 1,0-1,0 1,0-1,0 1,1-1,-1 0,0 1,1-1,-1 1,1-1,-1 0,1 1,0-1,0 0,-1 0,1 0,0 1,0-1,0 0,0 0,0 0,0-1,1 1,-1 0,0 0,0 0,1-1,-1 1,1-1,10 5,-1-1,1 0,0-1,0 0,0-1,0 0,0-1,1-1,-1 0,0 0,0-2,1 1,0-2,-9 3,1-1,-1 1,1-1,-1-1,0 1,1 0,-1-1,0 0,0 0,0-1,0 1,0-1,-1 1,1-1,-1 0,0-1,1 1,-2-1,1 1,0-1,-1 0,1 0,-1 0,0 0,-1 0,1 0,-1-1,0 1,0-1,0 1,0-1,-1 1,0-1,0 1,0-1,0 0,-1-2,-1 3,1-1,-1 1,0 0,0-1,-1 1,1 0,-1 0,0 1,0-1,0 1,0-1,-1 1,1 0,-1 0,0 0,0 1,0-1,0 1,-1 0,1 0,-1 1,1-1,-1 1,1 0,-5 0,-4-2,0 2,-1 0,1 1,0 0,0 1,0 0,0 1,-12 3,-113 48,72-21</inkml:trace>
  <inkml:trace contextRef="#ctx0" brushRef="#br0" timeOffset="6833.37">24370 1431,'7'18,"5"13,-1 12,-1 13,-5 11,-8 9,-5 6,-6 2,-4 1,0-5,3-7,4-9,4-14,3-14</inkml:trace>
  <inkml:trace contextRef="#ctx0" brushRef="#br0" timeOffset="7285.269">24732 428,'0'16,"2"17,6 13,5 12,6 8,1 5,-2 2,-4-3,-5-4,-4-9,-5-7,-5-9,-3-11,-3-9,-3-9,0-6,2-5</inkml:trace>
  <inkml:trace contextRef="#ctx0" brushRef="#br0" timeOffset="7617.393">24745 415,'19'46,"101"121,-96-140,-2 0,-1 1,-2 1,0 1,-2 0,-2 2,0 0,4 18,-17-43,0 1,0-1,-1 0,0 0,0 1,-1-1,0 1,-1-1,1 0,-1 1,-1-1,1 0,-1 0,-1 0,1 0,-1 0,0 0,-1-1,1 1,-2-1,1 0,0 0,-1 0,0-1,0 0,-1 0,0 0,-4 2,-6 3,-1-2,0 0,0-1,-1-1,1 0,-1-2,-1 0,1 0,-1-2,1-1,-1 0,-14-2,6 1</inkml:trace>
  <inkml:trace contextRef="#ctx0" brushRef="#br0" timeOffset="7949.547">25200 1164,'5'-64,"-3"0,-2 1,-6-35,23 220,-10-21,-4-1,-11 99,2-145</inkml:trace>
  <inkml:trace contextRef="#ctx0" brushRef="#br0" timeOffset="10223.394">21711 1805,'0'3,"0"0</inkml:trace>
  <inkml:trace contextRef="#ctx0" brushRef="#br0" timeOffset="10485.554">20908 1859,'0'0</inkml:trace>
  <inkml:trace contextRef="#ctx0" brushRef="#br0" timeOffset="10667.672">20120 1926,'0'0</inkml:trace>
  <inkml:trace contextRef="#ctx0" brushRef="#br0" timeOffset="10905.549">18943 1966,'0'0</inkml:trace>
  <inkml:trace contextRef="#ctx0" brushRef="#br0" timeOffset="11146.903">18249 1979,'0'0</inkml:trace>
  <inkml:trace contextRef="#ctx0" brushRef="#br0" timeOffset="11416.187">17285 1966,'0'0</inkml:trace>
  <inkml:trace contextRef="#ctx0" brushRef="#br0" timeOffset="12921.889">1845 1404,'2'3,"3"9,1 16,2 20,-1 20,-2 16,-1 12,-1 8,-2 5,2-1,2-7,3-9,4-16,3-17,-1-17</inkml:trace>
  <inkml:trace contextRef="#ctx0" brushRef="#br0" timeOffset="13740.755">334 134,'2'20,"4"21,2 15,2 11,0 6,0 1,-1-2,-2-5,-3-8,-2-11,-1-13</inkml:trace>
  <inkml:trace contextRef="#ctx0" brushRef="#br0" timeOffset="14147.751">228 1,'67'32,"-26"-8,-1 1,-2 1,0 3,-2 1,-1 1,-2 2,-1 2,-2 1,-1 1,18 32,-38-53,0 0,-2 0,0 1,-1 0,-1 0,0 0,-1 1,-1 0,0 11,-3-21,1 1,-2 0,1-1,-1 1,-1-1,1 1,-1-1,-1 0,0 0,0 0,0 0,-1 0,0-1,-1 1,0-1,0 0,0-1,-1 1,0-1,-6 5,-12 4,-1-1,0-2,-1 0,-1-2,1 0,-2-2,1-1,-1-2,0 0,0-2,0-1,0-1,-19-3,-30 6,54-1,10-1</inkml:trace>
  <inkml:trace contextRef="#ctx0" brushRef="#br0" timeOffset="15287.569">1016 749,'0'-436,"1"919,-1-470,0 0,2 0,-1 0,2 0,0 0,0 0,1-1,3 6,4 1</inkml:trace>
  <inkml:trace contextRef="#ctx0" brushRef="#br0" timeOffset="15927.152">1471 469,'-4'-5,"0"1,-1 0,1 0,-1 0,0 0,0 1,0 0,0 0,0 1,-1-1,1 1,-1 0,0 1,0-1,0 1,1 0,-1 0,0 1,0 0,0 0,0 0,0 1,0 0,0 0,0 1,1-1,-1 1,0 0,1 1,-4 1,3 0,-1 0,1 0,0 0,0 1,1 0,-1 0,1 0,0 1,1-1,-1 1,1 0,0 1,1-1,-1 1,1-1,-1 5,4-10,0 1,0-1,0 1,0-1,0 1,0-1,0 0,0 1,0-1,1 1,-1-1,1 1,-1-1,1 0,-1 1,1-1,0 0,0 0,0 1,0-1,0 0,0 0,0 0,0 0,0 0,0 0,0 0,1-1,-1 1,0 0,1-1,-1 1,0-1,1 1,-1-1,1 0,-1 0,1 1,59 3,-46-5,1-1,0-1,-1-1,0 0,0-1,0-1,-1 0,1-1,-2 0,1-2,-1 1,0-1,-1-1,2-2,-12 11,-2 0,0 0,0 1,1-1,-1 1,0-1,1 1,-1-1,0 1,1-1,-1 1,1-1,-1 1,0 0,1-1,-1 1,1 0,-1-1,1 1,0 0,-1 0,1-1,-1 1,1 0,-1 0,1 0,0 0,-1 0,1 0,0 0,-1 0,1 0,-1 0,1 0,0 0,-1 0,1 0,-1 1,1-1,-1 0,1 0,-1 1,1-1,-1 0,1 1,-1-1,1 1,-1-1,1 0,-1 1,0-1,1 1,-1-1,0 1,1 0,-1-1,0 1,0-1,1 1,9 149,-7 105,-3-252,0-1,0 1,0 0,-1-1,1 1,-1 0,1-1,-1 1,0-1,0 1,0-1,0 0,-1 1,1-1,0 0,-1 0,0 0,1 0,-1 0,0 0,0 0,0-1,0 1,-1-1,1 1,0-1,-1 0,1 0,-1 0,1 0,-1 0,1-1,-1 1,1-1,-1 0,0 0,1 0,-1 0,0 0,1 0,-1-1,1 1,-2-1,-164-46,152 45,24 4</inkml:trace>
  <inkml:trace contextRef="#ctx0" brushRef="#br1" timeOffset="111659.405">13168 1484,'-5'-4,"-1"-5,-2 1,1 0</inkml:trace>
  <inkml:trace contextRef="#ctx0" brushRef="#br0" timeOffset="121051.405">8449 1498,'23'86,"-4"1,-4 0,-4 1,-1 47,-8-110,3 57,-2-21,3 1,2-1,15 53,-8-77,-11-38,-1-6</inkml:trace>
  <inkml:trace contextRef="#ctx0" brushRef="#br0" timeOffset="121745.995">10013 1578,'9'-11,"5"-7,1-1,-3-1,-3 10,-3 16,-2 21,-1 19,3 15,1 12,6 4,1 0,1-3,-1-4,-4-3,-10-8,-6-13</inkml:trace>
  <inkml:trace contextRef="#ctx0" brushRef="#br0" timeOffset="122491.453">8930 482,'0'16,"3"14,0 11,2 9,0 3,2 3,-1 0,1-2,0-5,0-8,2-5,1-9,0-7,-1-7,-1-7,-2-8,-4-8,-3-2</inkml:trace>
  <inkml:trace contextRef="#ctx0" brushRef="#br0" timeOffset="122908.995">9051 455,'38'22,"-5"-1,-1 1,-1 1,-1 2,-1 1,-2 2,0 0,-2 2,-1 1,-2 0,0 2,4 13,-22-40,-1 1,1 0,-1 0,0 0,-1 0,0 0,0 1,0-1,-1 1,0-1,-1 1,1 0,-1-1,-1 1,0-1,0 1,0-1,-1 1,0-1,-1 0,1 1,-1-1,-1-1,1 1,-1 0,-1-1,1 0,-1 0,0 0,-1 1,-9 1,1-1,-2 0,1-1,-1-1,1 0,-1-1,-1-1,1-1,0 0,-1-1,1 0,-1-2,0 0,1-1,-2 0,11 1,-41-15,49 9,5 1</inkml:trace>
  <inkml:trace contextRef="#ctx0" brushRef="#br0" timeOffset="123706.8">9519 963,'-6'-6,"4"5,1 0,0 0,-1 0,1-1,0 1,0 0,0-1,0 1,0-1,0 1,0-1,0 1,1-1,-1 0,1 1,-1-1,1 0,0 0,-1 1,1-1,0 0,0-1,5-45,2 0,2 1,9-26,-4 32,-13 41,-1 0,1 0,0 1,-1-1,1 0,0 0,-1 1,1-1,-1 0,1 1,0-1,-1 1,1-1,-1 1,1-1,-1 1,0-1,1 1,-1-1,1 1,-1-1,0 1,1 0,-1-1,0 1,0 0,0-1,0 1,1 0,-1-1,0 1,0 0,0 0,0-1,-1 1,1 0,0-1,0 1,0 0,0-1,-1 1,1-1,0 1,-1 0,1 0,14 403,-10-365,3-58,-6 6</inkml:trace>
  <inkml:trace contextRef="#ctx0" brushRef="#br0" timeOffset="124049.522">9799 683,'5'16,"1"-1,0 1,0-1,2 0,0-1,0 0,2 0,-1-1,2 0,0 0,0-1,1-1,4 3,129 105,-144-118,1 0,-1 0,1 0,-1 0,0 0,0 1,1-1,-1 0,0 1,0-1,0 1,0-1,-1 1,1 0,0-1,-1 1,1 0,-1 0,1-1,-1 1,0 0,0 0,0 0,0-1,0 1,0 0,0 0,-1 0,1-1,-1 1,1 0,-1-1,0 1,0 0,1-1,-1 1,0-1,0 1,-1-1,1 1,0-1,0 0,-1 0,1 0,-2 1,-12 6,-1 0,0-2,-1 0,1-1,-1 0,0-2,-1 0,1-1,0 0,-1-2,1 0,-1-1,-3-1,-29-3</inkml:trace>
  <inkml:trace contextRef="#ctx0" brushRef="#br0" timeOffset="124298.405">9813 615,'11'-14,"11"-8,11-8,10-3,13-6,7-2,5-1,-3 2,-12 5,-15 9</inkml:trace>
  <inkml:trace contextRef="#ctx0" brushRef="#br0" timeOffset="124818.627">8997 402,'-5'-7,"-1"2,3 10,1 11,4 14,4 14,2 14,4 11,0 7,0 4,-4-11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4:45.6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19068 1004,'26'79,"-14"-52,7 31,-3 0,-2 2,-3 0,-3 0,-2 1,-3 23,7 45,11 52,8 143,-30 115,1-430,0 1,-1-1,1 1,-2-1,0 0,0 0,0 1,-1-1,-1-1,1 1,-2 0,-3 6,-8 8,0-1,-1-1,-2 0,0-1,-1-1,-17 12,18-20,-1 0,0-1,-1-2,0 0,0-1,0-1,-1-1,0-1,0-1,-8 0,2 1,-144 21,-128 0,-185-11,-367-15,338-14,30 8,-221 2,31 19,636-14,-272-2,-22-15,269 12,-560-39,-82 17,-57 0,234 14,-50 31,78 3,-278-5,-479-17,1029 10,-62 17,-20 1,-303-8,-488 22,298-35,93-1,548-10,-205 2,-69 27,-1406-25,1544 0,285 1,0-1,0 0,0-1,0-1,0 0,0-1,1 0,-1-1,1-1,1 1,-1-2,1 0,0 0,0-1,1 0,0-1,0 0,1-1,1 0,-1 0,-2-6,-20-34,3-2,3-1,-7-19,-20-45,-30-50,8-3,-12-59,14-11,-63-178,113 364,2 0,3-2,3 0,1 0,4-1,2-1,1-10,4 38,2 0,1 0,1 0,1 0,2 0,1 1,1 0,1 0,2 0,9-17,10-9,1 3,3 0,3 2,17-18,-33 48,0 1,1 1,0 1,2 1,0 1,1 1,0 1,1 1,0 1,1 1,1 2,-1 0,5 1,46-7,0 2,1 4,-1 4,5 3,632-11,1645 11,-521-44,183 12,500 30,-1182 41,-21 46,-1282-82,1555 103,-1143-62,436 60,-199 8,-61-38,-449-50,134-3,-78-11,-153-1,263 38,-148-6,15 6,-92-4,-109-38,1 1,0 0,-1 0,0 1,0 0,0 0,-1 0,0 1,2 3,9 9,-16-18,-1 0,0-1,0 1,1-1,-1 1,0-1,1 1,-1 0,1-1,-1 1,1-1,-1 0,1 1,-1-1,1 1,-1-1,1 0,0 1,-1-1,1 0,0 0,-1 1,1-1,-1 0,1 0,0 0,0 0,-1 0,1 0,0 0,-1 0,1 0,0 0,-1 0,1-1,-1 1,1 0,0 0,-1-1,1 1,0 0,-1-1,1 1,-1-1,1 1,4-12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01.3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9455 15,'-47'10,"-248"-2,117 2,-87-10,108-1,149 1,-299 2,-2 14,106-6,-57-11,98 0,-403 9,5-1,345-9,-257 16,110-30,-438 4,534 13,-473-1,249-38,402 31,-372-15,-169 23,236 23,254-8,0 7,-13 9,93-20,-300 85,319-82,-1 2,2 1,1 3,-27 18,-14 7,75-45,-1 1,1 1,-1-1,1 1,0-1,0 1,0 0,1 1,-1-1,1 1,-1-1,1 1,0 0,1 0,-1 0,1 1,0-1,0 1,0-1,0 1,1 0,0-1,0 1,0 0,0 1,1-2,-1 0,1 1,0-1,0 0,1 0,-1 1,1-1,0 0,0 0,0 0,1 0,-1 0,1 0,0 0,0 0,0-1,1 1,-1-1,1 1,0-1,0 0,0 0,0 0,1-1,-1 1,1-1,0 0,-1 0,1 0,0 0,0-1,0 0,1 1,24 2,0-1,1-2,-1 0,0-2,1-2,-1 0,0-2,25-7,3 1,244-24,470 0,-573 28,75 12,210 44,77-16,-171-11,-138-8,106-13,-159-2,2453 1,-2001-14,43 6,-24-25,-308 34,-222-15,-116 12,0-1,-1-1,1-2,-1 0,0-1,15-7,-23 9,79-47,-86 44,-1 0,0-1,0 1,-1-1,0-1,-1 1,0-1,-1 1,1-1,-2 0,0-1,0 1,-1 0,0 0,0-1,-1 1,-1-1,0 1,-2-10,2-11,1 20,1 7,0-1,0 1,0 0,-1 0,0 0,0 0,0-1,0 1,-1 0,0 0,0 0,0 0,0 0,-1 0,1 0,-1 0,0 0,0 1,0-1,-1 1,1-1,-1 1,0 0,0 0,0 0,0 1,-1-1,1 1,-1-1,1 1,-1 0,-3 0,-119 1,107 2,-123 13,-13 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10.9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19.1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8236 522,'-1'-1,"0"0,-1 0,1-1,0 1,-1 0,1 0,-1 1,1-1,-1 0,0 0,1 1,-1-1,0 1,1-1,-1 1,0 0,0 0,1 0,-1 0,0 0,0 0,-1 0,0 0,-8 0,0-1,0 0,0-1,0 0,1-1,-1 0,1 0,-1-2,1 1,0-1,1 0,-4-3,-31-22,-1 3,-2 2,0 2,-2 2,0 2,-44-10,-20 1,-3 5,1 4,-2 6,-60 3,68 7,1-6,0-4,-58-16,-238-71,352 92,0 1,0 3,-44 3,-47-4,-248-16,-392 22,197 25,11-15,-10 33,356-29,-138 31,-292 50,484-67,-117 38,128-27,-131 41,222-53,1 3,1 4,3 3,-36 26,83-48,0 1,0 1,2 1,0 1,2 1,0 0,1 1,1 1,1 0,2 1,0 0,-5 17,7-12,1 1,2 0,0 1,3-1,0 1,2 1,1-1,2 0,1 0,1 0,1 0,2-1,5 13,3 9,1-1,3-1,2-1,3-1,1 0,2-2,3-1,6 6,-6-21,1-1,2-1,1-1,1-2,0-2,34 17,3 4,277 198,-297-206,1-3,1-1,2-3,1-3,1-2,1-2,1-3,1-2,39 4,130 5,31-8,-119-9,-87-5,305 20,353-23,-518-12,1 9,1 8,-87 2,89 5,101-8,457-43,-501 18,179-40,-210 28,98 2,-137 12,-1-8,18-12,-2 3,168-39,-305 58,0 2,1 3,33-1,236-15,-268 20,0-3,-1-3,-1-3,0-3,17-9,-69 24,0 0,0-1,-1 0,0-1,1 0,-2 0,1-1,-1-1,0 1,0-2,-1 1,0-1,-1 0,0-1,6-10,0-9,-2-2,-1 1,-1-2,-1 1,-2-1,-1 0,-2 0,-1-1,-2 1,-1-1,-1 1,-2 0,-1 0,-1 0,-3-4,-18-64,-3 0,-5 2,-29-55,44 107,-1 1,-2 1,-3 1,-1 2,-2 0,-1 2,-3 1,0 2,-3 1,-1 2,-1 1,-2 2,-1 2,-1 2,-1 1,-2 3,0 1,-5 1,-20 0,0 4,-1 3,0 3,-1 3,-39 3,-56 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7.3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1,'-1'0,"1"0,-1 0,0 0,0-1,0 1,1 0,-1 0,0 1,0-1,0 0,1 0,-1 0,0 0,0 1,0-1,1 0,-1 1,0-1,1 1,-1-1,0 1,1-1,-1 1,0-1,1 1,-1 0,1-1,-1 1,1 0,0-1,-1 1,1 0,0-1,-1 1,1 0,0 0,0 0,-1-1,1 1,0 0,0 0,0 0,0 0,0-1,1 1,-1 0,0 0,0 0,0-1,1 1,-1 0,-1 4,-50 251,-20 99,70-346,0-8,0 1,0 0,0 0,1 0,-1-1,1 1,-1 0,1 0,-1 0,1 0,0 0,0 0,0 0,0 0,0 0,1 0,-1 0,1 0,-1 0,1-1,0 1,-1 0,1 0,0 0,0-1,0 1,1-1,-1 1,0-1,1 1,-1-1,0 1,1-1,0 0,-1 0,1 0,0 0,0 0,6-3,1-1,-1 0,0 0,0 0,0-1,-1-1,1 1,-1-1,0 0,-1-1,1 0,4-5,13-9,163-119,-185 137,1 0,0-1,-1 1,0-1,1 0,-1 1,0-1,0 0,-1 0,1-1,-1 1,1 0,-1 0,0-1,0 1,-1-1,1 1,-1 0,1-1,-1 0,0 1,0-1,-1 1,1-1,-1 1,0 0,0-1,0 1,0 0,0-1,-1 1,0 0,0-1,1 2,1 2,0-1,0 1,0-1,0 1,0-1,0 0,0 1,0-1,0 1,0-1,0 1,0-1,0 0,-1 1,1-1,0 1,0-1,-1 1,1-1,0 1,-1 0,1-1,-1 1,1-1,0 1,-1 0,1-1,-1 1,1 0,-1-1,1 1,-1 0,0 0,1 0,-1 0,1-1,-1 1,1 0,-1 0,1 0,-1 0,0 0,1 0,0 119,9 331,-8-372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0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1,'10'22,"9"42,-3 1,-3 1,-3 0,-3 0,-2 1,-4 5,2 89,2-150,2-32,-5 16,3-14,1 1,1 0,1 0,0 0,1 1,1 1,1-1,0 1,1 1,1 0,-11 13,0 0,0 0,0 0,0 0,0 0,0 1,0-1,1 1,-1-1,1 1,-1 0,1 0,0 0,-1 0,1 0,0 1,-1-1,1 1,0 0,0 0,0 0,-1 0,1 0,0 1,0-1,-1 1,1 0,0 0,-1 0,1 0,-1 0,1 0,-1 1,0-1,1 1,-1 0,0 0,0 0,0 0,1 2,2 4,0 1,-1 1,-1-1,1 1,-1-1,-1 1,0 0,-1 0,1 0,-2 0,0 0,0 0,0 0,-1 0,-1 0,0 0,0-1,-1 1,0 0,-1-1,0 0,0 0,-1 0,0 0,-1-1,0 0,0 0,-1 0,-3 2,9-8,0 0,0 0,0-1,-1 1,1-1,0 1,-1-1,1 1,-1-1,1 0,-1 0,0 0,1 0,-1 0,0 0,0 0,0 0,0-1,1 1,-1-1,0 1,0-1,0 0,0 0,0 0,0 0,0 0,0 0,0-1,0 1,0-1,0 1,0-1,0 0,0 0,1 0,-1 0,0 0,0 0,0-1,-1-4,1 0,-1-1,1 0,1 1,-1-1,1 0,0 0,1 0,0 0,0 0,0 0,1 0,0 0,0 0,1 0,0 1,0-1,0 1,1-1,0 1,3-5,0-1,1 0,1 0,0 0,0 1,2 1,-1-1,1 1,0 1,1 0,0 0,1 1,-1 1,2 0,-1 0,1 1,5-1,-15 6,0 0,0 0,0 0,0 0,0 1,0-1,0 1,0 0,0 0,0 0,0 0,0 1,0-1,0 1,0 0,0-1,0 1,0 1,0-1,-1 0,1 1,-1-1,1 1,-1 0,1 0,-1 0,0 0,0 0,0 1,0-1,0 1,-1-1,1 1,-1 0,1-1,-1 1,0 0,0 0,0 0,-1 1,16 145,-16-148,0 0,0 1,0-1,0 0,0 1,0-1,0 0,1 1,-1-1,1 0,-1 0,1 0,-1 1,1-1,-1 0,1 0,0 0,0 0,0 0,0 0,-1 0,1 0,1 0,-1-1,0 1,0 0,0 0,0-1,0 1,1-1,-1 1,0-1,1 0,10-2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3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35,'4'-6,"9"-8,2-1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7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0,'25'68,"-2"2,-3 0,-4 1,-3 1,0 18,1 367,1-353,-14-101,-1 0,1-1,0 1,1 0,-1-1,0 1,1-1,0 1,-1-1,1 0,0 0,0 1,0-1,0-1,1 1,-1 0,1-1,-1 1,1-1,-1 1,1-1,0 0,-1 0,1-1,0 1,0 0,0-1,0 0,0 0,-1 0,1 0,0 0,0 0,1-1,15-5,-1-1,0 0,0-2,-1 0,0-1,-1 0,0-2,0 0,-1 0,13-15,124-130,-121 127,-19 49,-5 23,25 84,-30-121,0-1,0 0,0 0,1 0,0 0,0 0,0 0,0-1,1 1,-1-1,1 0,0 0,0-1,0 1,0-1,0 0,1 0,-1 0,1 0,-1-1,1 0,0 0,-1 0,1-1,1 1,26-3,-4-5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9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27,'-16'0,"-7"-3,-5 0,-4-2,-3-3,4 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9.2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1 228,'25'-12,"26"-7,25-9,23-8,14-6,7-6,-18 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36.8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0,'1'109,"-3"252,-21 80,-2-233,17-192,1-26,7-27,2 16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39.7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3008 69,'-40'0,"-50"0,0-3,-26-8,31 3,-1 4,-21 4,-148-10,40-23,9 48,154-8,-1-3,0-2,-40-3,-120-10,-46 10,135 1,38 5,-1 4,1 4,1 3,-34 13,-101 33,204-55,0 1,1 1,0 0,1 1,0 1,1 0,0 1,0 0,-9 14,18-22,0 1,1-1,-1 1,1 0,0 1,1-1,-1 0,1 1,0-1,1 1,-1 0,1-1,0 1,0 0,1 0,0 0,0 0,0 0,1 0,0-1,0 1,0 0,1 0,0-1,0 1,0-1,1 1,0-1,1 2,9 5,1-1,0-1,0 0,1-1,0 0,1-2,-1 1,2-2,-1 0,6 0,17 8,28 8,0-3,2-3,22 1,72 4,1-7,18-6,371 7,-402-6,1-6,60-9,282-8,-373 9,126-13,-74 8,-137 5,0-1,0-2,-1-2,-1-1,0-1,21-12,-47 21,1-1,-2 0,1 0,0-1,-1 0,0 0,0-1,0 0,-1 0,0 0,0-1,0 0,-1 0,0 0,0-1,-1 0,0-1,5-9,-1 0,-1 0,-1-1,-1 0,0 0,-1 0,-1 0,-1-1,-1-13,0 27,-1 0,-1 0,1 0,-1 1,0-1,0 0,-1 1,1-1,-1 1,0-1,-1 1,1 0,-1 0,0 0,-1 0,-1-1,-2-4,-1 0,-1 0,1 1,-2 1,1-1,-1 2,0-1,-1 1,0 1,0 0,0 0,-1 1,0 1,0 0,0 0,0 1,-12-1,-294 2,-830 39,656 6,-2 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3.6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108 309,'-8'-10,"0"0,0-1,1 0,0 0,1-1,1 1,0-1,0-1,1 1,0-1,1 1,1-1,0 0,1 0,0 0,1 0,1-1,0 1,0 0,1 1,1-1,3-8,3 1,-9 20,0 0,0 1,0-1,0 0,0 0,0 0,1 0,-1 0,0 0,0 0,0 0,0 0,1 0,-1 0,0 0,0 0,0 0,0 0,1 0,-1 0,0 0,0 0,0 0,0 0,0 0,1 0,-1 0,0 0,0 0,0-1,-45 267,43-254,-3 20,2 1,1 0,1 0,1-1,3 1,0 0,2-1,7 24,6-18,1-10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4.0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284 3,'-9'-1,"-1"0,0 1,0 0,0 0,0 1,1 1,-1-1,0 2,1-1,-1 1,1 0,0 1,0 0,0 1,1 0,0 0,0 1,0 0,0 0,1 1,0 0,0 0,1 1,0 0,0 0,1 0,0 1,1-1,0 1,-2 6,-2 7,1 0,0 0,2 0,1 0,1 1,1 0,1 0,0 0,2-1,1 1,1 0,1 0,-2-14,0 0,1-1,0 1,1-1,0 0,0 0,1-1,0 1,0-1,1 0,0 0,0 0,0-1,1 0,0-1,0 1,1-1,-1-1,1 1,0-1,0-1,1 1,-1-1,1-1,0 0,-1 0,1-1,0 0,0 0,0-1,0 0,0 0,0-1,0-1,0 1,-1-2,1 1,-1-1,7-3,-8 3,-1-1,0 0,0 0,0-1,0 0,-1 0,0 0,0 0,0-1,-1 0,0 0,3-5,-5 9,-1-1,1 0,-1 0,0 0,0 0,0 0,0-1,0 1,-1 0,1 0,-1-1,0 1,0 0,0 0,-1-1,1 1,-1 0,1 0,-1 0,0 0,0-1,-1 1,1 1,-1-1,1 0,-1 0,0 0,0 1,-1-1,0 0,0 0,-1 0,1 1,-1-1,1 1,-1 0,0 0,0 0,0 0,0 1,0 0,-1 0,1 0,0 0,-1 1,1-1,0 1,-1 0,1 1,0-1,-1 1,1 0,0 0,0 0,-1 0,-1 2,-3 0,0 1,1 0,-1 1,1 0,0 0,0 1,1 0,-1 0,1 1,1 0,-5 5,8-9,1 0,-1 1,1-1,0 1,-1-1,2 1,-1 0,0 0,1-1,-1 1,1 0,0 0,1 1,-1-1,1 0,0 0,0 0,0 0,0 1,1-1,-1 0,1 0,0 0,0 0,1 0,-1 0,1-1,23 27,5-7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8.6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44 509,'-12'-39,"3"0,1-1,2 1,1-1,3-1,1 1,2 0,1 0,3 0,6-28,-7 38,-1 18,-1 22,10 312,11-110,-12-165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9.0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251 0,'-10'1,"0"-1,0 1,1 1,-1 0,0 0,1 1,-1 0,1 1,0 0,0 0,1 1,-1 1,1-1,0 1,0 0,1 1,0 0,0 0,0 0,-4 8,2-2,1-1,1 1,0 1,1-1,0 1,1 0,1 0,0 1,1 0,1-1,0 1,0 0,2 9,0-10,0 1,1-1,0 1,2-1,0 0,0 0,1 0,1 0,0 0,1-1,0 0,1 0,1-1,0 0,0 0,2-1,-1 0,1 0,1-1,0-1,5 4,-12-10,1-1,-1 0,1 0,-1-1,1 1,0-1,0 0,-1 0,1-1,0 0,0 1,0-1,0-1,-1 1,1-1,0 0,0 0,0 0,-1-1,1 0,-1 0,1 0,-1 0,0 0,0-1,0 0,0 0,0 0,-1-1,0 1,1-1,-1 0,0 1,-1-1,2-3,2 0,-1-1,-1-1,1 1,-1-1,-1 1,0-1,0 0,0 0,-1-1,-1 1,0 0,0-1,-1 1,0-1,0 1,-1-1,0 1,-1 0,-2-7,3 14,1 0,-1-1,0 1,-1 0,1 0,0 1,-1-1,1 0,-1 0,1 1,-1-1,0 0,0 1,1 0,-1-1,0 1,0 0,-1 0,1 0,0 1,0-1,0 0,-1 1,1-1,0 1,0 0,-1 0,1 0,0 0,-1 0,1 0,0 1,-1-1,1 1,0 0,0-1,0 1,0 0,-1 0,1 0,1 1,-1-1,0 0,0 1,0-1,1 1,-1 0,1 0,-1 0,-7 8,1 0,1 0,-1 0,2 1,0 0,0 1,1-1,0 1,1 0,0 1,1-1,-9 37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6:34.85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3464,'23'-4,"0"0,0 1,0 2,1 0,-1 2,0 0,6 3,-22-4,1 2,-1-1,0 1,0 0,0 0,0 1,0 0,0 0,-1 0,0 1,1 0,-1 1,-1-1,1 1,-1 0,0 0,0 1,0 0,-1-1,0 2,0-1,0 0,-1 1,0 0,0 0,-1 0,1 0,-2 0,1 2,1 15,-2 1,0 0,-2 0,-1 0,-1 0,-1 0,-1-1,-1 0,-1 0,-1 0,-1-1,-12 20,-25 83,45-120,-1-4,0 1,1-1,0 1,0-1,-1 1,2 0,-1 0,0 0,0-1,1 1,0 0,-1 0,1 0,0 0,1 0,-1 0,0 0,1-1,0 1,-1 0,1 0,0 0,0-1,1 1,-1-1,1 1,-1-1,1 1,0-1,0 0,0 0,0 0,0 0,1 1,9-1,0-1,0 0,0-1,0 0,0-1,0 0,0-1,-1 0,1-1,-1 0,1-1,2-2,51-17,-1-4,-2-2,-1-2,19-16,-50 28</inkml:trace>
  <inkml:trace contextRef="#ctx0" brushRef="#br0" timeOffset="1289.879">27 3771,'15'4,"0"-1,0-1,0 0,0-1,0-1,0 0,1-2,-1 1,0-2,14-3,-23 5,265-64,-171 37,0 5,45-3,-144 26,2-1,0 0,1-1,-1 1,1 1,-1-1,1 1,-1-1,1 1,-1 0,1 0,0 0,-1 1,1-1,-1 1,0 0,1 0,-1 0,1 1,-1-1,0 1,0 0,0-1,0 1,0 1,0-1,-1 0,1 1,-1-1,1 1,-1 0,0 0,1 3,-1 6,-1 0,-1 0,0 1,-1-1,-1 0,1 0,-2 1,-1 1,-3 28,5-37,0 0,1 0,0 0,0 0,0 0,1 0,-1 1,1-1,0 0,1 0,-1 0,1 0,0 0,1 0,-1 0,1 0,0 0,0 0,0-1,1 1,-1-1,1 0,0 0,1 0,-1 0,1 0,0 0,-1-1,2 0,-1 0,0 0,1 0,0 0,2-2,-1 1,1-1,0 0,-1-1,1 1,0-2,-1 1,1 0,0-1,-1-1,1 1,-1-1,1 0,-1 0,0-1,0 0,0 0,0 0,0-1,-1 0,0 0,0 0,0-1,0 1,0-1,-1 0,0-1,0 1,-1-1,1 0,-1 0,0 0,-1 0,0 0,0-1,0 1,0-1,-1 1,0-1,-1 0,0 1,0-1,0 0,-1-4,-2 2,0 0,-1 0,0 0,-1 0,0 0,0 1,0 0,-1 0,-1 1,1-1,-1 1,0 1,-1-1,0 1,0 1,0-1,0 1,-1 1,0 0,0 0,0 0,-1 1,1 1,-1 0,1 0,-1 1,0 0,-1 0,9 1,-1 0,1 0,0 0,-1 0,1 0,0 1,-1-1,1 1,0 0,0-1,0 1,0 0,-1 0,1 0,0 1,1-1,-1 0,-2 2,23 7,17-7,0-2,0-1,1-2,-1-2,0-1,14-5,-22 5,8-2,-23 4,0 0,1 0,-1 1,1 1,-1 1,1 0,-1 0,1 1,7 2,-17 0,1 0,-1 0,0 1,0-1,0 1,-1 0,1 0,-1 0,0 0,0 1,0-1,0 1,-1 0,0 0,0 0,0 0,-1 0,0 0,0 0,0 1,0-1,-1 0,0 1,0-1,-1 0,1 1,-1-1,-1 3,3 29,18 48,-18-82,0-1,1 1,-1-1,0 0,1 0,-1 0,1 1,0-1,-1-1,1 1,0 0,0 0,0-1,1 1,-1-1,0 0,0 1,1-1,-1 0,1-1,-1 1,1 0,-1-1,1 1,0-1,-1 0,1 0,0 0,-1 0,1 0,1-1,7-2,-1-2,0 1,-1-1,1 0,-1-1,0 0,0-1,-1 1,1-2,-2 1,1-1,-1-1,0 1,0-3,4-3,0-2,-1 1,-1-2,-1 1,0-1,-1 0,-1-1,0 1,-2-1,2-11,-8 169,1-135,1 0,0 0,0 0,1 0,-1 0,1 0,0 0,1 0,-1 0,1 0,0 0,0-1,0 1,1-1,-1 0,1 1,0-1,1-1,-1 1,1 0,-1-1,1 1,0-1,0 0,1-1,-1 1,0-1,1 0,0 0,-1 0,1 0,0-1,0 0,5 1,8-3,-1-1,1-1,-1-1,0 0,0-1,0 0,-1-2,0 0,0-1,-1 0,0-1,0-1,-1-1,0 0,-1 0,0-2,3-3,-14 13,16-11,-13 27,-6-10,0 0,1 0,-1 0,0 0,1 0,0 0,0 0,0 0,0 0,0 0,1 0,-1 0,1-1,0 1,0 0,0 0,0 0,0-1,1 1,-1 0,1-1,0 0,0 1,0-1,0 0,0 0,0 0,0 0,2 1,5 0,1-1,0 1,0-1,-1-1,1 0,0-1,0 0,0 0,0-1,0 0,0-1,0 0,-1 0,1-1,-1-1,0 1,1-1,-2-1,1 0,0 0,-1-1,5-5,-9 9,0-1,0-1,-1 1,1 0,-1-1,0 0,0 0,0 0,-1 0,1 0,-1-1,0 1,0-1,-1 1,1-1,-1 0,0 1,-1-1,1 0,-1 0,1 0,-2 0,1 1,0-1,-1 0,0 0,0 0,0 1,-1-1,0 1,0-1,0 1,0-1,-1 1,-1-3,-2 1,0 0,0 0,0 1,0 0,-1 0,0 1,0 0,0 0,-1 0,1 1,-1 0,0 1,0-1,0 2,0-1,0 1,0 0,0 1,0 0,-1 0,1 1,0 0,0 0,0 1,0 0,0 0,1 1,-1 0,0 0,1 1,0 0,0 0,0 1,1 0,-1 0,-3 5,5-4,0 1,1 1,0-1,0 1,0 0,1-1,0 2,1-1,0 0,0 0,0 2,2-6,-1-1,1 1,0-1,0 1,0-1,0 1,1-1,-1 1,1-1,0 0,0 1,0-1,0 0,1 1,-1-1,1 0,0 0,0 0,0-1,0 1,1 0,-1-1,1 1,-1-1,1 0,0 0,3 2,3-1,0 0,1 0,-1 0,1-1,-1-1,1 0,0 0,0-1,-1 0,1 0,7-2,26-4</inkml:trace>
  <inkml:trace contextRef="#ctx0" brushRef="#br0" timeOffset="1618.149">2487 3209,'-6'-2,"1"-1,-1 1,0 1,0-1,0 1,0 0,0 0,0 0,0 1,0 0,-1 0,1 1,0-1,0 2,0-1,0 0,0 1,1 0,-1 1,0-1,1 1,0 0,-1 0,1 1,1 0,-1 0,0 0,1 0,0 1,0-1,0 1,1 0,-1 0,1 1,0-1,1 1,-2 4,3-4,-1 1,2 0,-1 0,1 1,0-1,0 0,1 0,0 0,1 0,-1-1,1 1,0 0,1 0,0-1,0 0,2 4,69 94,-69-98,27 33,4 7,3-2,1-1,17 11,-46-46,0 0,1 0,0-1,0-1,1 0,0-1,0 0,0-1,0 0,1-1,-1-1,1 0,0-1,0 0,-1-1,1-1,0 0,0-1,-1 0,1-1,-1-1,1 0,-1-1,-1 0,1-1,1-1,18-13</inkml:trace>
  <inkml:trace contextRef="#ctx0" brushRef="#br0" timeOffset="9464.669">843 5149,'-7'-4,"1"0,-1 1,0 0,0 0,0 1,0-1,0 2,-1-1,1 1,0 0,-1 1,1-1,-1 2,1-1,-1 1,1 0,0 0,-1 1,1 0,0 0,0 1,-5 2,2 1,-1-1,1 1,0 1,0 0,1 0,0 1,0 0,1 0,0 1,1 0,0 1,0-1,1 1,0 1,4-9,0 1,0-1,1 1,-1 0,1 0,-1-1,1 1,0 0,1 0,-1 0,0 0,1 0,-1 0,1 0,0 0,0 0,0 0,1 0,-1 1,1-1,0 0,0-1,-1 1,2 0,-1 0,0 0,1-1,-1 1,1 0,0-1,0 0,0 1,0-1,0 0,0 0,1 0,-1 0,1 0,1 0,4-1,0-1,0 1,1-1,-1-1,0 0,0 0,0 0,0-1,0 0,0-1,0 0,0 0,-1 0,0-1,1-1,-1 1,-1-1,1 0,-1 0,0-1,1-1,14-12,-1 0,-1-2,-1-1,0 0,-2-1,-1-1,0 0,-2-1,-1 0,-1-1,-1-1,-2 0,0 0,-2-1,-1 1,-1-1,-1 0,-2-1,-1 1,-1 0,-1 0,-2-5,3 27,0 0,0-1,0 1,-1 0,0 0,0 0,0 0,-1 0,0 1,0-1,-1 1,1 0,-1 0,0 0,0 0,-1 1,0-1,1 1,-3 0,4 4,0 0,-1 0,1 0,0 1,-1-1,1 1,0 0,0 0,0 0,0 1,0-1,0 1,0-1,0 1,0 0,1 0,-1 0,1 1,-1-1,1 1,0-1,0 1,0 0,0-1,1 1,-1 0,1 0,0 0,0 1,0-1,0 0,0 1,-10 28,1 0,2 1,1 1,2-1,1 1,1 0,3 30,7 98,-5-151,-1-1,2 1,-1-1,2 1,-1-1,1 0,1-1,0 1,0-1,1 0,0 0,1 0,7 7,-10-12,0-1,1 1,-1-1,1 0,0 0,0-1,0 0,1 1,-1-1,0-1,1 1,-1-1,1 0,0-1,-1 1,1-1,0 0,-1 0,1-1,-1 0,1 0,0 0,-1 0,0-1,1 0,-1 0,0-1,0 1,0-1,0 0,-1-1,10-5,-2 0,1-1,-1 0,-1-2,0 1,0-1,-2 0,1-1,-1-1,4-8,-6 8,0 0,-1-1,-1 1,0-1,-1 0,-1-1,0 1,-1 0,-1-1,0 1,-1-1,-1-9,0 25,1 1,0-1,0 1,-1-1,1 1,0-1,0 1,-1-1,1 1,-1-1,1 0,0 1,-1-1,1 1,-1-1,1 0,-1 0,1 1,-1-1,1 0,-1 0,1 1,-1-1,1 0,-1 0,0 0,1 0,-1 0,1 0,-1 0,1 0,-1 0,0 0,1 0,-1 0,1-1,-1 1,1 0,-1 0,1-1,-1 1,1 0,-1 0,1-1,-1 1,1-1,0 1,-1 0,1-1,0 1,-1-1,1 1,0-1,-1 1,1-1,0 1,-4 8,2 0,-1 0,1 1,0-1,0 1,1 0,0 0,1-1,0 1,1 0,-1 0,2-1,-1 1,1 0,0-1,1 1,0-1,0 0,1 0,0 0,1-1,-1 1,1-1,1 0,0-1,0 1,0-1,0 0,6 4,2-3,0-1,0 0,1-2,0 1,-1-1,1-1,8 0,43 5</inkml:trace>
  <inkml:trace contextRef="#ctx0" brushRef="#br0" timeOffset="10175.354">2287 4546,'14'33,"-1"0,-2 0,-1 1,-1 0,-2 1,-2 0,-1 0,-1 0,-3 13,1-34,-1 0,0 0,-2 0,1 0,-2 0,0-1,0 1,-6 12,9-25,-1 0,1 0,0 1,0-1,-1 0,1 0,-1 0,1 0,-1 0,0 0,1 0,-1-1,0 1,0 0,1 0,-1 0,0-1,0 1,0 0,0-1,0 1,0-1,0 1,0-1,0 1,0-1,-1 0,1 0,0 1,0-1,0 0,0 0,0 0,0 0,-1-1,1 1,0 0,0 0,0-1,0 1,0 0,0-1,0 1,0-1,0 1,0-1,0 0,0 0,0 1,0-1,1 0,-1 0,0 0,0 0,-5-9,1 0,1 0,-1 0,1 0,1-1,0 1,1-1,0 0,0 0,1-4,0 9,-11-97,4 0,5-40,3 127,1-1,0 1,1 0,1 1,0-1,1 0,2-3,-4 14,0 1,0-1,1 1,-1-1,1 1,0 0,0 0,0 0,0 0,1 1,0-1,0 1,0 0,0 0,0 0,0 1,1-1,-1 1,1 0,0 0,0 1,0-1,0 1,2 0,-1 0,-1 1,0 0,1 0,-1 0,1 1,-1 0,0 0,0 0,1 1,-1-1,0 1,0 0,0 1,-1-1,1 1,-1 0,1 0,-1 1,0-1,0 1,0 0,-1 0,1 0,-1 0,0 1,0-1,-1 1,1 0,-1 0,0 0,0 0,-1 0,0 0,0 1,0-1,0 0,-1 1,0-1,0 1,0 3,-2 3,1 0,-2-1,1 1,-2 0,1-1,-1 0,-1 0,0 0,-1-1,0 1,-1-1,-6 8,10-15,3-3,-1 0,0 0,1 1,-1-1,1 0,-1 1,1-1,-1 0,1 1,-1-1,1 1,0-1,-1 0,1 1,-1-1,1 1,0-1,-1 1,1 0,0-1,0 1,-1-1,1 1,0-1,0 1,0 0,0-1,0 1,0-1,0 1,0 0,0-1,0 1,0 0,0-1,1 1,-1-1,0 1,0-1,0 1,1 0,-1-1,0 1,1-1,-1 1,1-1,-1 0,0 1,1-1,-1 1,1-1,-1 0,1 1,-1-1,1 0,91-7,-70 5,0 0,0 2,1 1,-1 1,21 4,-36-5,-1 0,0 1,0 0,0 0,0 0,0 1,-1 0,1 0,-1 0,0 1,1-1,-2 2,1-1,0 0,-1 1,0 0,0 0,0 0,-1 0,0 1,0-1,0 1,0 1,-2-2,1 1,-1-1,0 1,-1-1,1 1,-1 0,0-1,-1 1,0-1,1 1,-2-1,1 1,0-1,-1 0,0 1,-1-1,1 0,-1 0,-1 2,-73 82,59-73,0-1,-2 0,1-2,-2 0,0-1,0-1,-1-1,-1-1,0-1,-7 1,28-9,1 1,0-1,0 1,0-1,0 1,0-1,0 0,-1 1,1-1,0 0,0 0,0 0,0 0,0 0,-1 0,1 0,0 0,0-1,0 1,0 0,0-1,0 1,0-1,0 1,0-1,0 1,0-1,0 0,0 1,0-1,0 0,3-10</inkml:trace>
  <inkml:trace contextRef="#ctx0" brushRef="#br1" timeOffset="-203106.58">10695 469,'-9'14,"-3"6,3-2,5-6,3-8,2-7,1-5,0-3,-3 0,-1 6,0 9,0 8,1 3</inkml:trace>
  <inkml:trace contextRef="#ctx0" brushRef="#br1" timeOffset="-202823.99">10749 897,'4'3,"2"-3,0-2,-1-6,-2-4,-3-2,-5-1,-2 2,-4 3,-1 6,1 8,2 8,3 4,5 1,7 1,9-3,2-4</inkml:trace>
  <inkml:trace contextRef="#ctx0" brushRef="#br1" timeOffset="-202447.933">11217 603,'-6'1,"1"0,-1 0,1 0,0 1,0 0,0 0,0 0,0 1,0 0,0 0,1 0,-1 0,1 1,0-1,0 1,0 0,1 0,-1 1,1-1,0 1,1 0,-1 0,1 0,0 0,0 0,0 0,1 0,-1 1,1-1,1 1,-1-1,1 1,0-1,0 1,0-1,1 1,0-1,0 0,1 1,-1-1,1 0,0 0,1 0,-1 0,1 0,2 2,1-1,0-1,1 1,0-1,0-1,0 0,0 0,1 0,0-1,0 0,0 0,0-1,0 0,0 0,1-1,-1 0,1-1,-1 0,0 0,1-1,-1 0,1 0,-1-1,0 0,0-1,0 1,0-1,0-1,-1 0,0 0,1 0,-1-1,-1 0,1-1,-1 1,2-3,-1 1,-1 0,0-1,0 1,-1-1,0 0,-1 0,1-1,-2 1,1-1,-1 0,0 0,-1 0,0 0,-1-1,0 1,0 0,-1-1,0 1,0-1,-1 1,-1 0,0-1,0 1,0 0,-1 0,-1 0,1 1,-2-1,1 1,-1 0,0 0,-1 0,-5-5,6 7,0 0,-1 1,0-1,0 1,0 1,0-1,-1 1,0 0,0 1,0-1,0 2,-1-1,1 1,-1 0,1 0,-1 1,0 0,0 0,0 1,1 0,-1 1,0-1,0 1,0 1,1 0,-1 0,1 0,0 1,-1 0,1 0,0 1,1 0,-1 0,1 1,0 0,0 0,0 0,0 1,-4 6,3-1,1 1,0 0,0 1,2 0,-1-1,1 1,1 1,1-1,0 0,-1 13,2 21</inkml:trace>
  <inkml:trace contextRef="#ctx0" brushRef="#br1" timeOffset="208361.985">12554 1,'2'1666,"12"-1320,17 19,26 485,-49-608,11 0,39 180,-46-359,39 198,0 96,-31-122,31 261,-50-488,30 185,3 168,-28 470,14-168,-32-12,12-475,-13 524,-15 78,27-604,-2-153</inkml:trace>
  <inkml:trace contextRef="#ctx0" brushRef="#br1" timeOffset="212089.082">12647 55,'127'13,"161"-25,-90 15,48 13,68 2,687-13,-135 69,-67-76,-95-2,481 24,-230 9,-191-15,155-41,504-35,-543 57,-638 19,-241-14,0-1,0 1,0 0,1 0,-1 0,0 0,0 0,0 0,0 0,0 0,0 0,0 0,0 0,0 1,0-1,0 0,0 1,0-1,0 1,0-1,0 1,-1 0,1-1,0 1,0 0,0-1,-1 1,1 0,0 0,-1 0,1 0,-1 0,1 0,-1-1,1 1,-1 0,0 0,0 1,1-1,-1 0,0 0,0 0,0 0,0 0,0 0,0 0,0 0,0 0,-1 0,1 0,-1 1,-18 157,-20 526,-25-45,51-463,-7-1,-7-1,-24 68,34-175,3 1,3 0,3 0,2 8,-22 336,17-230,11 167,8-242,19 94,-5-53,34 173,-19-155,-8 1,0 80,-3-41,22 61,-22-128,-9 0,-6 1,-6 1,-9 70,2-42,2 572,5-587,-2 177,-12 378,-2-524,4-118,3 0,3 1,3-1,6 26,54 233,-50-207,-5-46,2 0,4 0,5 11,-16-80,16 57,-2 1,-3 1,4 63,-11 378,3 6,-10-345,1-132,1 0,2-1,2 1,1-1,6 19,-4-41,-5-18</inkml:trace>
  <inkml:trace contextRef="#ctx0" brushRef="#br1" timeOffset="214704.849">12968 10028,'-14'364,"-25"139,37-352,2-30,-5 0,-5 0,-15 56,11-104,14-73,0 1,-1 0,1-1,0 1,0 0,0-1,0 1,-1-1,1 1,0 0,0-1,0 1,0 0,1-1,-1 1,0 0,0-1,0 1,0 0,1-1,-1 1,0-1,1 1,-1 0,0-1,1 1,-1-1,1 1,-1-1,1 0,-1 1,1-1,-1 1,1-1,-1 0,1 1,0-1,-1 0,1 0,-1 1,1-1,0 0,-1 0,1 0,0 0,-1 0,1 0,0 0,0 0,35-15,-21 8,1 2,0 0,1 1,-1 1,1 1,-1 0,1 1,0 1,0 1,-1 0,1 1,0 1,-1 0,0 1,0 1,1 1,103 30,1-6,1-5,36 0,144 1,142 19,-202-1,-95-15,1-6,51-2,105-14,-82-3,53 14,-131 0,224 16,502-34,-269-8,293 2,-335-27,-241 10,494-2,-127 9,-155-10,160 14,-524 7,-62 0,1 4,61 10,52 11,140-9,-338-11,0 1,0 1,-1 1,1 1,-1 0,0 2,15 6,-22-8,1 0,0 0,0-1,0 0,0-1,0-1,0 0,0-1,8-1,-20 1,0 0,0 0,0 0,0 0,0 0,0-1,0 1,0 0,0-1,-1 1,1-1,0 1,0-1,0 1,-1-1,1 1,0-1,0 0,-1 0,1 1,-1-1,1 0,-1 0,1 0,-1 1,1-1,-1 0,0 0,1 0,-1 0,0 0,0 0,0 0,0 0,0 0,0 0,0 0,0 0,0 1,0-1,0-1,-14-41,11 38,-38-82,25 56,1 0,2-1,1 0,2-1,-1-9,-1-37,4 1</inkml:trace>
  <inkml:trace contextRef="#ctx0" brushRef="#br1" timeOffset="-208604.57">12607 1097,'19'7,"0"-1,0 0,1-2,0-1,-1 0,1-1,0-1,0-1,0-1,0-1,24 2,121 5,143 26,-192-22,0-5,84-8,725-15,-199 6,-368 11,342-11,242 5,301-11,1288 19,-1969-13,347 13,-470-13,-407 13,-8-1,1 1,-1 1,1 1,-1 1,0 1,0 2,2 1,-22-3,-8-3</inkml:trace>
  <inkml:trace contextRef="#ctx0" brushRef="#br1" timeOffset="-206243.55">16203 1565,'0'1,"1"-1,0 1,0-1,-1 0,1 1,0-1,0 0,0 0,-1 1,1-1,0 0,0 0,0 0,-1 0,1 0,0 0,0 0,0-1,0 1,-1 0,1 0,0-1,0 1,-1 0,1-1,0 1,0-1,-1 1,1-1,0 1,-1-1,1 1,-1-1,1 1,-1-1,1 0,-1 0,1 1,-1-2,2 0,1 0,-1 0,-1 0,1-1,0 1,-1-1,1 1,-1-1,0 0,1 0,-1 0,-1 1,1-1,0 0,-1 0,0 0,1 0,-1 0,0-1,-1 4,0-1,0 1,0 0,0-1,0 1,0 0,0 0,0 0,0 0,0 0,0 0,0 0,0 0,0 1,0-1,0 0,0 1,0-1,0 0,0 1,0-1,0 1,1 0,-1-1,0 1,0 0,0-1,1 1,-1 0,1 0,-1 0,0-1,1 1,-1 0,1 0,0 0,-1 0,1 0,0 0,-1 0,-2 4,0 0,0-1,0 1,0 0,1 0,0 1,0-1,0 0,1 1,0-1,-1 5,3-9,-1 0,1 0,-1 0,1 0,-1-1,1 1,-1 0,1-1,0 1,-1 0,1-1,0 1,0-1,0 1,-1-1,1 1,0-1,0 0,0 1,0-1,0 0,0 0,0 0,0 1,-1-1,1 0,0 0,0-1,0 1,0 0,0 0,0 0,0 0,0-1,0 1,0-1,-1 1,1 0,0-1,0 1,0-1,-1 0,1 1,0-1,-1 0,1 1,0-1,-1 0,1 0,-1 1,0-1,1 0,-1 0,1 0,3-3,0 1,0-1,0-1,-1 1,1 0,-1-1,0 0,0 0,-1 0,1 0,-1 0,0 0,0-1,-1 1,0-1,0 1,0-1,-1 1,1-1,-2 0,1 1,0-1,-1 0,0 1,0-1,0 4,0 1,0 0,0-1,0 1,0 0,0-1,0 1,-1 0,1 0,0 0,-1 0,1 0,-1 0,1 1,-1-1,1 0,-1 1,1-1,-1 1,0 0,1-1,-1 1,0 0,1 0,-1 0,0 0,1 0,-1 0,0 1,1-1,-1 1,0-1,1 1,-1-1,1 1,-1 0,1 0,-1 0,1 0,0 0,0 0,-1 0,1 0,0 0,0 1,0-1,0 0,0 1,0-1,1 1,-1-1,0 1,1-1,-1 1,1 0,-1-1,1 3,-4 13,2 0</inkml:trace>
  <inkml:trace contextRef="#ctx0" brushRef="#br1" timeOffset="-205920.111">16256 2060,'-2'-32,"2"-76,0 108,0-1,0 1,0-1,0 1,0-1,0 0,0 1,0-1,0 1,0-1,-1 1,1-1,0 0,0 1,0-1,-1 1,1-1,0 1,-1-1,1 1,0-1,-1 1,1 0,-1-1,1 1,-1 0,1-1,-1 1,1 0,-1-1,1 1,-1 0,1 0,-1 0,1-1,-1 1,1 0,-1 0,0 0,1 0,-1 0,1 0,-1 0,0 0,1 0,-1 0,1 1,-1-1,1 0,-1 0,1 0,-1 1,1-1,-1 0,1 1,-1-1,1 0,-1 1,1-1,0 1,-1-1,1 1,-1-1,-20 33,18-26,0 1,0-1,1 0,0 1,0-1,1 1,0 0,1 0,-1-1,2 1,-1 0,1 0,0-1,0 1,1-1,0 1,1 0,3 4</inkml:trace>
  <inkml:trace contextRef="#ctx0" brushRef="#br1" timeOffset="-205608.304">16270 2475,'3'-5,"2"-3,1-6,-1-2,-1-2,-2-2,0 1,-4 4,-3 7,-3 8,-3 8,-1 6,1 6,2 1,3 0,3-4</inkml:trace>
  <inkml:trace contextRef="#ctx0" brushRef="#br1" timeOffset="-201315.219">16363 2876,'0'16,"0"7,3 0,2-3,3-6,1-8,-2-9,-2-6,-2-6,-1-3,-4-1,-1 1,-2 3,-3 5,0 5,-1 12,1 12,2 4</inkml:trace>
  <inkml:trace contextRef="#ctx0" brushRef="#br1" timeOffset="-198797.633">12754 3691,'-46'0,"40"0,31 0,285-13,362 4,402-23,-194 33,-308-15,69-8,-36 4,99 10,106-2,37 1,-620 9,345 15,144-2,207-14,-676 15,39-15,-171 15,20 0,-59-13,-70-2,-3-2</inkml:trace>
  <inkml:trace contextRef="#ctx0" brushRef="#br1" timeOffset="-203997.882">9466 469,'-32'69,"4"1,4 1,-9 42,31-103,-17 36,17-47,1 0,-1 0,1 0,-1 0,1 0,-1 0,1-1,-1 1,1 0,0-1,0 1,0-1,0 0,0 1,0-1,0 0,1 0,-1 1,0-1,1 0,0 0,-1 0,0-1,-13-40,2 0,1 0,3-1,1 0,0-39,6 75,0 1,1-1,0 0,0 1,0-1,1 1,1-1,-1 1,1-1,0 1,1 0,0 0,0 0,0 0,1 0,0 1,0 0,1 0,0 0,0 0,0 1,1-1,0 1,0 1,6-5,1 3,-1 0,1 1,1 0,-1 1,1 0,0 1,-1 1,1 0,0 1,1 1,-1 0,0 1,0 0,0 1,-1 0,1 2,0-1,-1 2,0 0,0 0,10 7,-17-9,-1 1,0 0,0 0,0 0,-1 1,1 0,-1-1,0 2,-1-1,1 0,-1 1,0 0,0-1,-1 1,0 0,0 0,0 1,-1-1,0 0,0 1,0-1,-1 0,0 1,0-1,-1 1,0-1,0 0,0 1,-1-1,0 0,0 0,-1 0,1 0,-1-1,-1 1,1-1,-4 5,0 0,-1-1,0 1,0-2,-1 1,0-1,0 0,-1-1,0 0,0-1,0 0,-1-1,0 0,0 0,-1-1,1-1,-4 1,0-2,36-14,-8 9,0 0,1 1,-1 1,1 0,-1 0,1 2,0 0,-1 0,12 3,-20-3,0 1,0-1,0 1,-1 0,1 0,-1 0,1 1,-1-1,0 1,0 0,0 0,0 1,-1-1,1 1,-1 0,0 0,0 0,0 0,-1 0,1 1,-1-1,0 1,0 0,-1-1,1 1,-1 0,0 0,-1 1,1 1,-1-1,0 1,0-1,-1 0,0 1,0-1,-1 0,1 0,-1 0,-1 0,1 0,-1 0,0 0,0-1,-1 1,0-1,0 0,0 0,0-1,-1 1,0-1,0 0,-3 2,-7 5,0-1,-1-1,0 0,-1-1,0-1,0 0,-13 2,-104 11,133-19,1-1,-1 0,0 1,0-1,0 0,1 0,-1 0,0 1,0-1,0 0,0 0,1 0,-1 0,0-1,0 1,0 0,0 0,1 0,-1-1,0 1,0 0,0-1,1 1,-1 0,0-1,1 1,-1-1,0 1,1-1,-1 0,1 1,-1-1,1 0,-1 1,1-1,-1 0,1 0,0 1,-1-1,1 0,0 0,0 0,-1 1,1-1,0 0,0 0,0 0,0 0,0 1,0-1,0 0,1 0,-1 0,0 0,0 1,1-1,-1 0,0 0,1 1,-1-1,1 0,-1 1,1-2,10-11</inkml:trace>
  <inkml:trace contextRef="#ctx0" brushRef="#br1" timeOffset="-203444.861">9867 469,'34'-14,"1"2,1 1,0 2,0 2,1 1,34-1,-68 6,0 1,0-1,1 0,-1 1,0 0,0-1,0 1,0 1,0-1,0 0,0 1,0-1,0 1,0 0,0 0,0 0,0 1,0-1,-1 1,1-1,0 1,-1 0,1 0,-1 0,0 0,0 1,0-1,0 0,0 1,0 0,-1-1,1 1,0 1,-4 5,0 0,-1-1,0 0,0 1,-1-1,0 0,0 0,-1-1,0 0,0 1,0-2,-1 1,0-1,-1 1,0-2,1 1,-2-1,-2 2,-57 42,98-47,-23-4,1 0,0 1,-1 1,1-1,0 1,0 1,0 0,-1 0,1 1,0 0,-1 0,1 1,-1 0,0 0,0 1,0 0,-1 1,1 0,-1 0,0 0,-1 1,1 0,-1 1,0-1,0 1,-1 0,0 0,-1 1,1-1,-1 1,-1 0,3 8,-5-10,0 1,0 0,-1 0,0 0,-1 0,1 0,-1 0,-1 0,1 0,-1-1,0 1,-1 0,0-1,0 0,0 0,-1 0,1 0,-1 0,-1-1,1 1,-1-1,0 0,0-1,-1 1,1-1,-1 0,0-1,0 1,0-1,-1 0,1-1,-4 2,-17 6,0-1,-1-2,0 0,-1-2,0-1,-8-1,37-3,0 0,0-1,1 1,-1 0,0 0,0-1,0 1,0 0,0 0,0-1,0 1,1 0,-1-1,0 1,0 0,0-1,0 1,0 0,0 0,-1-1,1 1,0 0,0-1,0 1,0 0,0 0,0-1,0 1,-1 0,1 0,0-1,0 1,0 0,0 0,-1 0,1-1,17-8</inkml:trace>
  <inkml:trace contextRef="#ctx0" brushRef="#br1" timeOffset="-195671.813">12874 4961,'220'14,"453"-25,168 0,276 4,-685 9,56 6,118-13,-325 9,258 3,-338-8,-177 1,225-2,19-12,-42-3,31 9,436 1,-118-3,224 1,-354-5,322 15,-304-28,-331 28,-53 12,28 7,-88-30,-14-1</inkml:trace>
  <inkml:trace contextRef="#ctx0" brushRef="#br1" timeOffset="-193181.995">10775 4413,'-8'5,"1"0,-1 1,1 0,0 0,1 0,-1 1,1 0,-5 8,12-15,-1 0,1-1,-1 1,1 0,-1 0,1-1,-1 1,1 0,-1 0,1 0,-1 0,1 0,-1 0,1 0,0 0,-1 0,1 0,-1 0,1 0,-1 1,1-1,-1 0,1 0,-1 0,1 1,-1-1,1 0,-1 1,0-1,1 0,-1 1,1-1,-1 0,0 1,1-1,-1 1,0-1,0 1,1-1,-1 1,0-1,0 1,0-1,1 1,-1-1,0 1,0-1,0 1,0 0,0-1,0 1,0-1,0 1,-1-1,1 1,0 0,4-5,0 1,0 0,-1-1,1 0,-1 0,0 0,0 0,-1 0,1-1,-1 1,0-1,0 0,0 0,-1 1,1-1,-1 0,-1 0,1 0,-1-1,0 5,-1 0,0 0,1 0,-1 0,0 0,0 0,0 0,0 0,0 1,0-1,0 0,0 0,0 1,0-1,0 1,0-1,-1 1,1-1,0 1,0 0,-1 0,1 0,0-1,0 1,-1 0,1 0,0 1,0-1,-1 0,1 0,0 1,0-1,-1 0,1 1,0-1,0 1,0 0,0-1,0 1,0 0,0 0,0 0,0 0,0-1,0 1,0 0,1 1,-1-1,0 0,1 0,-1 0,1 0,-1 0,1 1,0-1,-7 13</inkml:trace>
  <inkml:trace contextRef="#ctx0" brushRef="#br1" timeOffset="-192861.844">10829 4868,'0'7,"-1"-29,2 19,-1 1,0 0,0-1,-1 1,1-1,0 1,-1 0,1-1,-1 1,0 0,0 0,0-1,0 1,0 0,0 0,-1 0,1 0,-1 0,1 1,-1-1,0 0,1 1,-1-1,0 1,0 0,0-1,0 1,-1 0,1 0,0 0,0 1,-1-1,1 0,0 1,-1 0,1-1,0 1,-1 0,1 0,-1 1,1-1,0 0,-1 1,0-1,-2 3,0 0,0 0,1 0,-1 1,1 0,0-1,-1 1,2 1,-1-1,0 1,1-1,0 1,0 0,1 0,-1 0,1 1,0-1,0 1,1-1,-1 1,1-1,1 1,-1 4,1-8,1 0,-1 0,1 0,0-1,0 1,-1 0,1 0,0 0,1-1,-1 1,0 0,0-1,1 1,-1-1,1 0,-1 1,1-1,0 0,-1 0,1 0,0 0,0 0,0 0,0-1,0 1,0-1,0 1,0-1,1 1,22 3</inkml:trace>
  <inkml:trace contextRef="#ctx0" brushRef="#br1" timeOffset="-192488.811">11204 4814,'33'-78,"-2"-1,-4-1,-4-2,-3 0,-3-7,-3 34,-14 55,0 1,0-1,0 0,0 0,0 0,0 1,0-1,0 0,0 0,0 0,0 0,0 0,1 1,-1-1,0 0,0 0,0 0,0 0,0 0,0 1,1-1,-1 0,0 0,0 0,0 0,0 0,1 0,-1 0,0 0,0 0,0 0,0 0,1 0,-1 0,0 0,0 0,0 0,-1 24,-10 79,-13 223,23-320,0 0,1 0,0 1,0-1,1 0,0 0,0 0,0 0,0 0,1 0,0 0,1 0,-1 0,1-1,0 1,1-1,-1 0,1 0,0 0,4 3,11 2</inkml:trace>
  <inkml:trace contextRef="#ctx0" brushRef="#br1" timeOffset="-192110.856">11685 4561,'-2'5,"0"1,1 0,0 0,0 0,0 0,1 0,0 0,0 0,1 0,0 0,0-1,0 1,0 0,1 0,0-1,1 1,-1-1,1 1,0-1,0 0,0 0,1 0,0-1,0 1,0-1,0 0,1 0,3 2,0-3,-1 0,1-1,0 0,0 0,0 0,0-1,1-1,-1 1,0-1,0-1,0 1,1-2,-1 1,0-1,0 0,0 0,-1-1,1 0,-1-1,1 0,-1 0,0 0,-1-1,1 0,-1 0,0-1,0 0,0 0,-1 0,0-1,0 0,-1 1,0-2,0 1,-1 0,0-1,0 0,0 0,-1 0,-1 0,1 0,-1 0,0 0,-1 0,0-1,0 1,-2-3,2 5,-2 0,1 0,-1-1,0 1,0 0,-1 1,0-1,0 0,0 1,-1-1,1 1,-1 0,-1 0,1 1,-1-1,1 1,-1 0,-1 0,1 1,0-1,-1 1,0 0,0 1,1 0,-2-1,1 2,0-1,0 1,0 0,-1 0,1 1,-1 0,1 0,0 0,-1 1,1 0,0 0,-1 0,1 1,-4 2,-6 7,1 1,1 1,0 0,0 1,1 0,1 1,1 0,0 1,1 1,0 0,2 0,-6 13,5-11,-19 35</inkml:trace>
  <inkml:trace contextRef="#ctx0" brushRef="#br1" timeOffset="-194060.311">9466 4413,'4'30,"0"0,-2 0,-1 1,-2-1,-1 0,-1 1,-1-1,-2 0,-1-1,-1 0,-13 28,-13 11,33-68,0-1,1 1,-1 0,1 0,-1-1,0 1,1 0,-1-1,1 1,-1 0,1-1,0 1,-1-1,1 1,-1 0,1-1,0 1,-1-1,1 0,0 1,-1-1,1 1,0-1,0 1,0-1,-1 0,1 1,0-1,0 1,0-1,0 0,0 1,0-1,0 0,1 1,-1-1,0 1,0-1,0 0,0 1,1-1,-1 1,0-1,1 1,-1-1,1 0,25-266,-25 233,-2 23,0 1,1-1,0 0,1 0,0 0,1 1,0-1,0 1,1-1,1 1,0 0,0 0,1 1,0-1,1 1,0 0,0 0,1 1,0 0,1 0,6 0,1 1,0 0,0 1,1 1,-1 1,1 0,0 1,0 1,1 0,-1 1,0 1,16 1,-20-1,-1 1,1 0,-1 0,1 1,-1 1,0 0,0 0,4 3,-12-5,0 1,0-1,0 1,0 0,0 0,-1 0,1 0,-1 0,1 0,-1 1,0-1,0 1,0-1,0 1,0 0,-1 0,1 0,-1 0,0 0,0 0,0 0,0 1,-1-1,1 0,-1 1,0-1,0 0,0 0,0 1,0-1,-1 0,-3 9,-1 0,0 0,-1-1,0 0,-1 0,0-1,0 0,-1 0,-1-1,0 0,0 0,0-1,-1 0,-1-1,1 0,-1 0,0-1,-1-1,0 0,-71 25,83-30,0-1,0 1,0 0,0 0,0-1,0 1,0 0,0-1,0 1,0 0,0 0,0-1,0 1,0 0,0 0,0-1,0 1,0 0,0 0,-1-1,16-1,-1-1,1 2,0 0,-1 1,1 0,0 2,-1-1,1 2,-1 0,0 0,0 2,0-1,0 2,-1 0,0 1,0 0,-1 0,1 2,-2 0,1 0,-1 1,0 0,-8-7,0 1,-1-1,1 1,-1-1,1 1,-1 0,0 0,0 0,-1 0,1 0,-1 0,0 0,0 1,0-1,-1 0,1 1,-1-1,0 0,-1 1,1-1,-1 0,1 1,-1-1,-1 0,1 0,0 0,-1 0,0 0,0 0,0 0,-1 0,1-1,-1 1,0-1,-1 2,-11 10,-1 0,0-1,-1 0,0-1,-1-1,-1-1,0 0,0-2,-1 0,0-1,-1-1,0-1,0-1,-11 1,29-5,2-1,0 1,-1 0,1-1,0 1,0-1,-1 1,1-1,0 1,-1-1,1 0,0 0,-1 0,1 0,-1 0,1 0,0 0,-1 0,1 0,0-1,-1 1,1-1,0 1,-1-1,1 1,0-1,0 0,0 1,-1-1,1 0,0 0,0 0,0 0,0 0,1 0,-1 0,0 0,0-1,1 1,-1 0,0 0,1-1,-1 1,6-11</inkml:trace>
  <inkml:trace contextRef="#ctx0" brushRef="#br1" timeOffset="-193522.898">10027 4426,'20'-10,"1"2,-1 0,1 1,0 1,1 0,0 2,-1 1,1 1,0 0,1 2,10 1,-31-1,1 0,0 0,0 0,-1 1,1-1,0 1,-1 0,1-1,-1 1,1 0,-1 1,1-1,-1 0,0 1,0-1,1 1,-1 0,0-1,0 1,-1 0,1 0,0 1,-1-1,1 0,-1 0,0 1,1-1,-1 1,0-1,-1 1,1-1,0 1,-1 0,0-1,1 1,-1 0,0 0,0-1,-1 1,1 0,0-1,-1 1,0 0,0-1,0 2,-5 11,0 0,-2 0,1-1,-2 0,0 0,-1-1,0 0,0-1,-2 0,-8 7,-18 21,37-40,1 0,0 0,0 1,-1-1,1 0,0 0,-1 0,1 0,0 0,0 1,-1-1,1 0,0 0,0 0,0 1,-1-1,1 0,0 0,0 1,0-1,0 0,-1 0,1 1,0-1,0 0,0 1,0-1,0 0,0 0,0 1,0-1,0 0,0 1,0-1,0 0,0 1,0-1,0 0,0 0,0 1,1-1,-1 0,0 1,0-1,0 0,0 0,0 1,1-1,-1 0,0 0,0 0,1 1,-1-1,0 0,0 0,1 0,-1 0,0 1,0-1,1 0,-1 0,0 0,1 0,-1 0,0 0,0 0,1 0,-1 0,26-2,-19 1,2 0,-4-1,1 0,0 1,0 0,-1 0,1 1,0 0,0 0,0 0,0 0,0 1,-1 0,1 0,0 1,-1 0,1 0,-1 0,1 0,-1 1,0 0,0 0,0 0,0 1,-1 0,0 0,2 1,-3 1,1 1,-1-1,0 1,-1 0,0-1,0 1,0 0,-1 0,0 0,-1 0,1 1,-1-1,0 0,-1 0,0 0,0 0,-1 0,0 0,0 0,0 0,-1-1,0 1,0-1,-1 1,-5 7,0 0,0 0,-1-1,-1 0,0-1,-1-1,0 0,-1 0,-13 8,16-12,-1-1,1-1,-1 0,0 0,-1-1,1-1,-1 0,1 0,-1-1,0-1,0 0,0 0,-7-1,5-5,17 1</inkml:trace>
  <inkml:trace contextRef="#ctx0" brushRef="#br1" timeOffset="-184347.616">13035 6312,'1'1,"0"0,1 1,-1-1,0 0,1 0,-1 0,1 0,0-1,-1 1,1 0,-1-1,1 1,0-1,0 1,-1-1,1 0,0 0,0 0,0 0,-1 0,1 0,1 0,0 0,399 0,-19-8,168 3,-120 40,32-22,-215 0,56 2,106-16,-159-14,22-1,78 12,-343 5,305 9,154-21,493-30,187 0,-617 32,-160 5,235-10,35-29,-208 20,-104 23,-146-13,103 13,-283 0,-2 0,0 0,-1-1,1 1,0 0,0 0,0-1,0 1,0 0,0-1,-1 1,1 0,0-1,0 1,0 0,0-1,0 1,0 0,0-1,0 1,0 0,0-1,1 1,-1 0,0-1,0 1,0 0,0-1,0 1,1 0,-1 0,0-1,0 1,0 0,1 0,-1-1,0 1,0 0,1 0,-1 0,0-1,1 1,-1 0,0 0,1 0,-1 0,0 0,1 0,-1 0,0 0,1 0,-1 0,0 0,1 0,-1 0,0 0,1 0,-1 0,0 0,1 0,-1 0,0 0,0 0,1 1,-1-1,0 0,1 0,-1 0,0 1,0-1,1 0,-10-9</inkml:trace>
  <inkml:trace contextRef="#ctx0" brushRef="#br1" timeOffset="-182512.116">9599 5870,'0'35,"2"7,-1 0,-3 0,-1 0,-2 0,-2-1,-2 0,-1 0,-15 35,26-76,-1 1,0-1,0 1,0-1,0 1,0-1,0 1,0-1,0 1,0-1,0 1,0-1,0 1,-1-1,1 1,0-1,0 0,0 1,-1-1,1 1,0-1,-1 1,1-1,0 0,-1 1,1-1,0 0,-1 1,1-1,-1 0,1 0,0 1,-1-1,1 0,-1 0,1 0,-1 0,1 1,-1-1,1 0,-1 0,1 0,-1 0,1 0,-1 0,1 0,-1 0,1-1,-1 1,1 0,-1 0,1 0,-1 0,1-1,0 1,-1 0,1 0,-1-1,1 1,-1-96,4 59,0-18,-2 3,3 0,1 1,3 0,2 0,6-10,-13 52,0 1,1 0,0-1,0 2,1-1,0 0,1 1,0 0,0 1,0-1,1 1,-5 3,1 1,0 0,-1 0,1 0,0 0,0 1,0-1,1 1,-1 0,0-1,0 2,1-1,-1 0,1 1,-1-1,1 1,-1 0,0 0,1 0,-1 1,1-1,-1 1,1 0,-1 0,0 0,0 0,0 1,1-1,1 3,2 3,0 1,-1 0,-1 0,1 1,-1-1,-1 1,1 0,-2 1,1-1,-1 1,-1-1,1 1,-2 0,1 0,-1 0,-1 0,0 0,-1 0,1 0,-2 0,0 3,0 0,0 0,-1 0,0 0,-1-1,0 0,-1 0,0 0,-1 0,-1-1,12-14,-1 0,1 1,0-1,0 1,0 0,0 0,0 1,0-1,0 1,1 0,-1 1,0-1,1 1,-1 0,0 1,1-1,-1 1,0 0,0 0,1 1,-1-1,0 1,0 0,0 1,-1-1,1 1,-1 0,1 0,-1 0,0 1,0-1,0 1,-1 0,1 0,-1 1,1 1,2 4,-2-1,1 1,-2 0,1 0,-1 0,0 0,-1 0,-1 1,1-1,-2 1,1 0,-1-1,-1 1,0-1,-1 1,0-1,0 0,-1 1,0-1,-1 0,0-1,-1 1,0-1,0 0,-1 0,0 0,-1-1,0 0,0 0,-1-1,0 0,0 0,0-1,-1 0,0 0,0-1,-1-1,0 1,1-1,-1-1,-1 0,1 0,-6 0,13-2,0-1,0 1,0 0,0-1,0 0,0 0,0 0,0 0,0 0,0-1,0 1,1-1,-1 0,0 0,0 0,0 0,1 0,-1-1,0 1,1-1,-1 0,1 0,0 0,0 0,-1 0,2 0,-1 0,0-1,0 1,1-1,-1 1,1-1,0 0,-1 0,1 0,-3-15</inkml:trace>
  <inkml:trace contextRef="#ctx0" brushRef="#br1" timeOffset="-182024.54">10013 5924,'14'-11,"0"1,1 0,0 1,0 1,1 0,0 1,0 1,1 0,-1 2,1 0,1 0,-1 2,0 0,1 1,2 1,-17-1,0 1,0 1,1-1,-1 0,0 1,0-1,-1 1,1 0,0 0,0 0,0 1,0-1,-1 1,1-1,-1 1,1 0,-1 0,0 0,0 0,0 0,0 1,0-1,0 1,0-1,-1 1,1 0,-1-1,0 1,0 0,0 0,0 0,-1 0,1 0,-1 0,1 0,-1 0,0 0,0 0,-1 0,1 0,-1 0,1 0,-1 0,-1 2,-5 14,-1-1,-1-1,-1 0,0 0,-1-1,-1 0,-1-1,0-1,-1 0,-10 9,6-2,36-10,26-12,65 8,-105-6,0 0,0 1,-1-1,1 1,0-1,-1 1,1 0,-1 0,0 1,1-1,-1 1,0 0,-1 0,1 0,0 0,-1 0,0 0,1 1,-1-1,-1 1,1-1,0 1,-1 0,1 4,-2 3,0 0,-1-1,0 1,-1 0,0 0,0 0,-1-1,-1 0,0 1,0-1,-1 0,0-1,-1 1,0-1,-1-1,0 1,0-1,0 0,-6 4,2 1,0-1,-1 0,-1 0,0-2,-1 1,0-2,-1 1,14-10,1 1,0-1,-1 0,1 1,-1-1,1 0,0 0,-1 0,1 1,-1-1,1 0,-1 0,1 0,-1 0,1 0,-1 0,1 0,-1 0,1 0,-1 0,1 0,0 0,-1 0,1-1,-1 1,1 0,-1 0,1 0,-1-1,1 1,0 0,-1 0,1-1,0 1,-1 0,1-1,0 1,-1-1,1 1,0 0,0-1,-1 1,1-1,0 1,0 0,0-1,0 1,-1-1,1 1,0-1,-1-13</inkml:trace>
  <inkml:trace contextRef="#ctx0" brushRef="#br1" timeOffset="-181717.113">10843 5937,'-5'8,"-23"54,28-61,1 0,-1 0,1-1,-1 1,1 0,0-1,-1 1,1 0,0-1,0 1,-1-1,1 1,0-1,0 0,0 1,0-1,-1 0,1 0,0 1,0-1,0 0,0 0,0 0,0 0,0 0,0 0,0 0,0-1,-1 1,1 0,0 0,0-1,0 1,0 0,0-1,-1 1,1-1,0 1,0-1,-1 0,1 1,0-1,-1 0,1 1,-1-1,1 0,-1 0,1 1,-1-1,1 0,-1 0,0 0,1 0,1 0,0-1,0 0,0 1,0-1,0 0,0 0,0 0,0 0,-1-1,1 1,-1 0,0-1,1 1,-1-1,0 1,-1-1,1 0,0 1,-1-1,1 0,-1 1,0-1,0 0,0 0,0 1,-1-1,1 0,-1 0,0 1,1-1,-1 1,0-1,-1 1,1-1,0 1,-1-1,1 1,-1 0,0 0,0 0,1 0,-1 0,-1 0,1 1,0-1,0 1,-1-1,1 1,-1 0,1 0,-1 0,0 0,-2 1,1 1,0 0,-1 0,1 0,0 0,-1 1,1-1,0 1,0 0,1 1,-1-1,0 1,1-1,-1 1,1 0,0 0,0 1,0-1,0 1,1-1,0 1,-1 0,1 0,0 0,1 0,-1 0,1 1,0-1,0 0,0 1,1-1,-1 0,1 1,-4 23</inkml:trace>
  <inkml:trace contextRef="#ctx0" brushRef="#br1" timeOffset="-181457.76">10869 6338,'-10'-24,"9"16,-12-52,13 59,0 0,-1-1,1 1,-1 0,0 0,1-1,-1 1,0 0,0 0,0 0,0 0,0 0,0 0,0 0,0 1,0-1,0 0,-1 0,1 1,0-1,0 1,-1-1,1 1,0 0,-1-1,1 1,0 0,-1 0,1 0,-1 0,1 0,0 0,-1 0,1 1,0-1,-1 0,1 1,0-1,-1 1,1 0,-4 2,0 0,0 0,0 0,1 1,-1-1,1 1,0 0,0 1,1-1,-1 1,1-1,0 1,0 0,1 0,-1 1,1-1,0 0,0 1,1-1,0 1,-1 4,2-8,0 0,0-1,0 1,0 0,1 0,-1-1,0 1,1 0,0-1,-1 1,1 0,0-1,0 1,-1-1,1 1,0-1,1 0,-1 1,0-1,0 0,0 0,1 1,15 8</inkml:trace>
  <inkml:trace contextRef="#ctx0" brushRef="#br1" timeOffset="-180774.274">11311 6057,'130'-425,"-110"380,-19 46,0-1,0 1,0 0,-1-1,1 1,0 0,0-1,-1 1,1 0,0 0,-1 0,1 0,-1 0,1 0,-1-1,1 1,-1 0,0 0,1 0,-1 1,0-1,0 0,0 0,0 0,0 0,0 0,0 0,0 0,0 0,-1 0,1 0,0 0,-1 0,4 86,-4-1,-4 1,-4-1,-16 67,4-96,20-57,0-1,0 1,1-1,-1 0,0 1,1-1,-1 0,0 1,1-1,-1 0,1 0,-1 0,1 0,-1 0,1 0,0 0,0 0,-1 1,1-1,0 0,0 0,0 0,0 0,0 0,0 0,0 0,0 0,1 0,-1 0,0 0,0 0,1 0,1-12</inkml:trace>
  <inkml:trace contextRef="#ctx0" brushRef="#br1" timeOffset="-180406.554">11283 6258,'-4'7,"0"4,4 1,8-2,7-3,11-2,7-2,8-5,3-3,1-1,-3 0,-3 2,-7 1,-6 1,-10 1,-7-2,-6 0</inkml:trace>
  <inkml:trace contextRef="#ctx0" brushRef="#br1" timeOffset="-180052.428">11831 6098,'29'-195,"16"-30,-45 224,0 0,0 0,0 0,0 0,-1 1,1-1,0 0,0 0,0 0,0 0,0 1,0-1,1 0,-1 0,0 0,0 1,1-1,-1 0,0 0,1 0,-1 1,1-1,-1 0,1 1,-1-1,1 0,-1 1,1-1,0 1,-1-1,1 1,0-1,-1 1,1 0,0-1,0 1,-1 0,1-1,0 1,0 0,0 0,-1 0,1 0,0 0,0 0,4 10,-1 0,-1 0,1 1,-2-1,0 1,0 0,0 0,-2 0,1 3,-1-6,5 34,-3 1,-1 0,-2-1,-2 1,-2-1,-2 1,-1-2,-2 1,-4 4,-5-6,11-26</inkml:trace>
  <inkml:trace contextRef="#ctx0" brushRef="#br1" timeOffset="-179868.916">11831 6271,'3'10,"2"4,8 0,8-1,10-5,8-4,7-6,3-5,-1-1,-5 1,-9 1,-12 4,-9 3</inkml:trace>
  <inkml:trace contextRef="#ctx0" brushRef="#br1" timeOffset="-178065.957">16952 7608,'0'5,"2"-1,3-6,1-7,0-6,-2-4,-4 0,-4 3,-6 4,-5 4,-6 4,0 7,-2 7,1 9,4 8,5 4,5 4,3-5</inkml:trace>
  <inkml:trace contextRef="#ctx0" brushRef="#br1" timeOffset="-177811.119">16965 8210,'0'-7,"0"-7,0-5,-3-4,-2-3,-3 1,-2 2,-2 5,-1 11,1 10,1 10,2 2</inkml:trace>
  <inkml:trace contextRef="#ctx0" brushRef="#br1" timeOffset="-177534.434">16938 8945,'-6'-11,"-4"-7,-1 1,1 7,3 10,1 9,3 9,1 4,2 2,0-3</inkml:trace>
  <inkml:trace contextRef="#ctx0" brushRef="#br1" timeOffset="-177286.043">17032 9360,'-13'-14,"-8"-4,1 3,3 9,5 9,4 10,3 6,4 1</inkml:trace>
  <inkml:trace contextRef="#ctx0" brushRef="#br1" timeOffset="-174939.896">13062 10683,'123'23,"-12"-13,1-4,-1-4,93-13,-140 7,719-7,-208 7,84-21,339 20,-52-17,-460 7,124 5,-136 6,213-20,1046 24,-1215 14,46-1,-121-13,-340 14,13-1,-5 1,-118-22,-6-2</inkml:trace>
  <inkml:trace contextRef="#ctx0" brushRef="#br1" timeOffset="-173262.733">9786 10469,'-3'84,"-3"-1,-4-1,-16 59,13-98,13-43,-1 0,0 0,1 0,-1 0,1 0,-1 0,0 0,1 0,-1 0,1-1,-1 1,1 0,-1 0,1 0,-1-1,1 1,-1 0,1-1,-1 1,1-1,-1 1,1 0,-1-1,1 1,0-1,-1 1,1-1,0 1,0-1,-1 1,1-1,0 1,0-1,0 0,-1 1,1-1,0 1,0-1,0 0,0 1,0-1,0 1,1-1,-1 1,0-1,0 0,0 1,1-1,-2 0,-10-52,3 0,1-1,2-30,5 74,-1 1,1-1,1 0,-1 1,2-1,-1 0,1 1,1-1,0 1,0 0,1 0,0 0,1 0,-1 1,2 0,-1 0,1 0,0 1,1 0,0 0,0 0,1 1,-1 0,1 0,0 1,1 0,-1 1,3-1,0 0,1 1,0 0,0 1,0 0,1 1,-1 0,1 1,-1 0,1 1,-1 0,1 1,-1 1,1 0,-1 1,0 0,10 4,-19-5,0 0,1 0,-1 0,0 1,0-1,-1 1,1 0,0 0,-1 0,0 0,1 0,-1 1,-1-1,1 0,0 1,-1 0,0-1,0 1,0 0,0 0,0 0,-1-1,0 1,0 0,0 0,0 0,0 0,-1 1,-1 5,0 1,-1-1,0 0,0 0,-1 0,-1-1,0 1,0-1,0 0,-1 0,-9 9,-1-1,0-1,-1 0,0-1,-1 0,-1-2,0 0,-19 9,91-26,-43 3,1 0,-1 1,0 0,0 1,0 0,1 0,-1 1,0 1,-1-1,1 1,0 1,-1 0,0 1,0-1,0 2,0-1,-1 1,0 0,0 1,-1 0,0 0,0 1,-1 0,1 0,-2 1,1-1,-1 1,-1 0,1 1,-2-1,2 6,-3-4,-1 0,0 0,0 0,-1 0,-1 0,0 0,-1 0,0 0,0-1,-1 1,-1-1,0 1,0-1,-1 0,0 0,-1-1,0 0,0 0,-1 0,0-1,-1 0,1 0,-2-1,1 0,-1 0,0-1,0 0,-1 0,0-1,0-1,0 0,-1 0,1-1,-1 0,0-1,0 0,1-1,-5 0,13 0,0-1,0 1,0-1,0 1,0-1,-1 0,1 0,0 0,0 0,0-1,0 1,0 0,0-1,0 1,-1-1,1 0,1 0,-1 0,0 0,0 0,0 0,0-1,1 1,-1 0,1-1,-1 1,1-1,-1 0,1 1,0-1,0 0,0 0,0 0,0 0,0 0,1 0,-1 0,1 0,-1 0,1 0,0 0,0-1,0 1,0 0,0 0,0 0,0 0,1 0,0-2,8-12</inkml:trace>
  <inkml:trace contextRef="#ctx0" brushRef="#br1" timeOffset="-172576.157">10442 10683,'10'-7,"0"0,0 0,1 1,0 0,0 0,1 2,-1-1,1 1,0 1,1 0,-1 1,0 1,1-1,1 2,-12 0,1 0,-1 0,1 0,-1 1,1-1,-1 1,0 0,1 0,-1-1,0 2,1-1,-1 0,0 0,0 1,0-1,0 1,0-1,-1 1,1 0,0 0,-1 0,1 0,-1 0,0 0,0 0,0 1,0-1,0 0,0 1,0-1,0 2,-1 3,1-1,-1 0,0 1,0-1,-1 0,0 0,0 0,0 1,-1-1,0 0,0 0,0 0,-64 96,19-36,47-65,0 0,0 0,0 0,0 0,1 0,-1 0,0 0,1-1,-1 1,0 0,1 0,-1 0,1 0,0-1,-1 1,1 0,0-1,-1 1,1 0,0-1,0 1,-1-1,1 1,0-1,0 1,0-1,0 1,0-1,-1 0,1 0,0 0,0 1,0-1,0 0,0 0,0 0,0 0,0 0,0-1,0 1,0 0,0 0,0-1,7 3,17 3,0 2,-1 0,0 2,0 0,11 8,-28-13,0-1,-1 1,1 1,-1-1,0 1,-1 0,1 0,-1 1,0-1,0 1,-1 1,1-1,-1 0,-1 1,1 0,-1 0,0 0,-1 0,0 1,1 4,-3-6,1 0,-2 0,1 0,-1 0,0 0,0 0,0 0,-1 0,0 0,0-1,-1 1,1-1,-1 1,0-1,-1 0,1 0,-1-1,0 1,0-1,-1 0,1 0,-1 0,-2 1,-5 4,1-1,-2-1,1 0,-1-1,0 0,0-1,0 0,-1-1,-8 1,20-4,-1 0,1 0,0 0,-1-1,1 1,-1 0,1-1,0 0,-1 0,1 1,-1-2,1 1,-1 0,1 0,-1-1,1 1,-1-1,1 0,0 0,-1 0,1 0,0 0,0 0,0-1,0 1,0 0,0-1,0 0,0 0,1 1,-1-1,1 0,-1 0,1-1,0 1,0 0,0 0,0 0,0-1,0 1,1-1,-1 1,1-1,-1-1,5-16</inkml:trace>
  <inkml:trace contextRef="#ctx0" brushRef="#br1" timeOffset="-172270.676">11283 10776,'-43'94,"43"-94,0 0,0-1,0 1,0 0,1 0,-1 0,0 0,0 0,0 0,1 0,-1-1,0 1,0 0,1 0,-1 0,0 0,0 0,1 0,-1 0,0 0,0 0,0 0,1 0,-1 0,0 1,0-1,1 0,-1 0,0 0,0 0,0 0,1 0,-1 0,0 1,0-1,0 0,0 0,1 0,-1 0,0 1,0-1,0 0,0 0,0 0,0 1,0-1,1 0,-1 0,0 0,0 1,0-1,0 0,0 0,0 1,0-1,0 0,15-17,5-47,-20 63,1-1,-1 0,0 0,0 0,0 0,0 0,0 0,0 0,0 0,-1 0,1 0,0 0,-1 0,0 1,0-1,1 0,-1 0,0 0,0 1,0-1,-1 1,1-1,0 1,-1-1,1 1,-1 0,1 0,-1 0,0-1,1 1,-3 0,3 1,-1-1,0 1,1 0,-1 0,0 0,1 1,-1-1,1 0,-1 1,0-1,1 1,-1-1,1 1,-1 0,1 0,0-1,-1 1,1 0,0 0,-1 0,1 1,0-1,0 0,0 0,0 1,0-1,0 1,-12 16</inkml:trace>
  <inkml:trace contextRef="#ctx0" brushRef="#br1" timeOffset="-171991.386">11243 11257,'12'-11,"3"-8,-1-4,-4-2,-7 1,-9 5,-7 5,-6 5,-5 9,-2 8,1 8,4 8,6 5,6-1,8-3,12-5,13-6,2-6</inkml:trace>
  <inkml:trace contextRef="#ctx0" brushRef="#br1" timeOffset="-171511.279">11899 10843,'-7'-13,"0"0,0 0,-1 0,-1 1,0 1,-10-10,16 18,-1 0,1 0,-1 0,0 0,0 0,-1 1,1 0,0 0,-1 0,1 0,-1 1,0 0,0 0,1 0,-1 0,0 1,0 0,0 0,1 0,-1 1,0-1,-4 2,-1 2,0 0,0 0,1 1,0 1,0-1,0 2,1-1,-1 1,2 0,-1 1,1 0,0 0,0 0,1 1,1 0,-1 0,1 1,1-1,0 1,0 0,1 0,0 1,1-1,0 4,1-13,0 1,1 0,-1 0,1 0,0 0,0 0,0 0,0 0,0 0,0 0,0 0,1 0,-1 0,0 0,1 0,0-1,0 1,-1 0,1 0,0 0,0-1,1 1,-1-1,0 1,0-1,1 1,-1-1,1 0,-1 1,1-1,0 0,-1 0,1 0,0-1,0 1,0 0,0-1,0 1,-1-1,1 1,0-1,0 0,1 0,9-2,-1-1,1 0,0 0,-1-1,0-1,0 0,0-1,-1 0,1 0,-1-1,-1-1,6-4,3-2,64-38,-81 51,0 1,0-1,0 0,0 1,0 0,0-1,1 1,-1 0,0-1,0 1,0 0,0 0,0 0,1 0,-1 0,0 0,0 0,0 1,0-1,1 0,-1 1,0-1,0 1,0-1,0 1,0-1,0 1,0 0,0-1,0 1,-1 0,1 0,0 0,0 0,-1-1,1 1,0 0,-1 1,1-1,-1 0,1 0,-1 0,0 0,1 1,6 55,-7-53,-1 29,-1 0,-1-1,-2 1,-2-1,0 0,-2-1,-2 1,-1-2,-11 21,-6-8,29-42,-1 0,0 0,1 0,-1 0,0-1,0 1,0 0,1-1,-1 1,0 0,0-1,0 1,0-1,0 1,0-1,0 0,-1 0,1 1,0-1,0 0,0 0,0 0,0 0,0 0,0 0,0 0,-1 0,1-1,0 1,0 0,0-1,0 1,0-1,0 1,0-1,0 1,0-1,1 0,-1 0,0 1,0-1,0 0,1 0,-4-4,1-1,0 1,1-1,-1 0,1 0,0 0,1 0,-1 0,1 0,0-1,1-2,-3-20</inkml:trace>
  <inkml:trace contextRef="#ctx0" brushRef="#br1" timeOffset="-171010.223">12286 10830,'-7'-4,"0"-1,0 2,0-1,-1 1,1 0,-1 1,0 0,1 0,-1 0,0 1,0 0,0 1,0 0,-1 0,1 1,0 0,0 0,1 1,-1 0,0 0,0 1,1 0,0 0,-1 1,1 0,1 0,-1 1,1 0,-1 0,1 0,-1 2,4-4,0 0,0 0,0 0,0 0,0 0,0 1,1-1,0 1,0 0,0 0,0-1,0 1,1 1,0-1,0 0,0 0,0 0,1 1,-1-1,1 0,0 0,1 1,-1-1,1 0,0 0,0 1,0-1,0 0,1 0,-1 0,1 0,0-1,1 1,-1 0,0-1,1 1,0-1,0 0,0 0,0 0,1 0,1 1,2-1,1 0,-1 0,0-1,1 0,0 0,-1-1,1 1,0-2,0 1,0-1,-1-1,1 1,0-1,0 0,-1-1,1 0,-1 0,1-1,-1 0,0 0,0-1,0 0,0 0,-1 0,4-4,1-1,-1 1,0-2,0 0,-1 0,-1 0,0-1,0-1,-1 1,0-1,-1 0,0-1,-1 1,-1-1,2-6,4-44,-6 78,27 307,-29-317,0 0,-1 0,0 1,0-1,-1 1,0-1,0 0,0 1,0-1,-1 1,0-1,0 1,0-1,-1 0,0 0,0 0,0 0,0 0,-1 0,0-1,0 1,0-1,-1 1,0-1,1 0,-1-1,-3 3,-46 20,-7-4</inkml:trace>
  <inkml:trace contextRef="#ctx0" brushRef="#br2" timeOffset="-164670.781">14185 11164,'656'39,"1"-35,255 11,485 35,-18-51,-683-13,317 7,200 0,-749 8,-127-1,-329 0</inkml:trace>
  <inkml:trace contextRef="#ctx0" brushRef="#br2" timeOffset="-164377.548">22553 11031,'14'9,"11"5,10 3,7 3,2 0,1 1,-3 0,-6 0,-7 2,-8 1,-9 1,-12 3,-20 2,-27 4,-35 3,-47 3,-53 3,3-5</inkml:trace>
  <inkml:trace contextRef="#ctx0" brushRef="#br2" timeOffset="-163110.474">14840 10991,'-49'31,"-2"-1,0-3,-2-2,-1-2,-1-2,-13 0,-116 29,208-49,-1 1,1 1,-1 1,1 1,-1 1,-1 1,19 9,63 35,53 20,-155-70,0 0,1 0,-1 0,0 0,1 0,-1-1,0 1,1-1,-1 1,0-1,1 0,-1 0,1 0,-1-1,1 1,-1 0,0-1,1 1,-1-1,0 0,1 0,-1 0,0 0,0 0,0-1,0 1,0 0,0-1,0 0,-1 1,1-1,0 0,-1 0,0 0,1 0,-1 0,0 0,0-1,0 1,0 0,0 0,-1-2,3-17,-1-1,-1 1,-2-1,0 0,-1 1,-1-1,-1 1,-1 0,0 0,-2 1,-1-1,0 1,-2 0,8 15,1 1,-1 1,1-1,-1 0,0 1,0-1,0 1,-1-1,1 1,-1 0,0 0,0 0,0 1,0-1,-2-1,-5 2</inkml:trace>
  <inkml:trace contextRef="#ctx0" brushRef="#br2" timeOffset="-152211.53">18302 10068,'-32'103,"31"-132,57-254,-50 130,-7 149,-2 20,0-2,-30 158,-7 133,36-249</inkml:trace>
  <inkml:trace contextRef="#ctx0" brushRef="#br2" timeOffset="-151784.921">18784 9787,'-5'1,"-1"-1,1 1,0 1,0-1,1 1,-1-1,0 2,0-1,1 0,0 1,-1 0,1 0,0 0,0 0,1 1,-1 0,1-1,-1 1,1 0,0 1,1-1,-1 1,1-1,-2 5,-6 10,2 0,-1 0,2 1,1 0,0 1,2-1,0 1,2 0,0 0,1 0,1 0,1 8,-1-22,1 0,0-1,0 1,0-1,1 1,-1-1,2 1,-1-1,1 0,0 0,0 0,0-1,1 1,0-1,0 0,1 0,-1 0,1 0,0-1,0 0,1 0,-1 0,1 0,0-1,0 0,0-1,0 1,0-1,1 0,-1-1,2 1,-1-1,-1 0,0 0,1-1,-1 0,1 0,-1 0,1-1,-1 0,0 0,1-1,-1 0,0 0,0 0,0-1,0 0,-1 0,1 0,-1-1,0 0,0 0,0 0,0-1,-1 1,1-1,-1 0,0 0,-1-1,0 1,1-1,-2 0,1 0,-1 0,0 0,0 0,0 0,-1-1,0 1,0-1,-1 3,1-1,-1 1,0 0,0 0,0 0,-1-1,1 1,-1 0,0 0,0 0,0 0,-1 0,0 0,1 0,-1 1,-1-1,1 1,0-1,-1 1,0 0,0 0,0 0,0 0,0 0,0 1,-1-1,0 1,1 0,-1 0,0 1,0-1,0 1,0 0,0 0,0 0,0 0,0 1,0-1,-1 1,1 0,0 0,-3 1,-1 4,-1 0,1 1,1 0,-1 0,1 1,0 0,1 0,-1 1,1 0,1 0,0 0,0 0,0 1,1 0,1 0,-1 0,1 1,1-1,0 1,0-1,1 1,0 0,1 4,-4 33</inkml:trace>
  <inkml:trace contextRef="#ctx0" brushRef="#br2" timeOffset="-151037.119">19639 9626,'-2'1,"1"0,0 0,0 0,0 1,0-1,0 0,0 0,0 1,0-1,0 0,0 1,1-1,-1 1,1-1,-1 1,1-1,0 1,-1-1,1 1,0-1,0 1,0-1,0 1,0 0,0 2,-17 329,-1-114,19-196,-1-24,0 1,0 0,0 0,0-1,0 1,0 0,0 0,0 0,1-1,-1 1,0 0,0 0,0 0,0-1,1 1,-1 0,0 0,0 0,0 0,1 0,-1-1,0 1,0 0,0 0,1 0,-1 0,0 0,0 0,1 0,-1 0,0 0,0 0,1 0,-1 0,0 0,0 0,1 0,-1 0,0 0,0 0,1 0,-1 0,0 0,0 1,0-1,1 0,-1 0,0 0,0 0,0 1,0-1,1 0,-1 0,0 0,0 0,0 1,0-1,0 0,1 0,-1 1,0-1,0 0,0 0,0 1,0-1,0 0,11-19,47-76,-55 91,0 1,1-1,-1 1,1 0,0 0,0 0,0 0,0 1,0-1,0 1,1 0,-1 1,1-1,-1 1,1 0,0 0,-1 0,1 1,0-1,0 1,-1 0,3 1,-2 0,-1 1,1-1,0 1,-1 0,0 1,1-1,-1 1,0 0,0 0,0 0,-1 0,1 1,-1-1,0 1,0 0,0 0,0 0,-1 0,0 1,1-1,-2 1,1-1,0 1,-1 0,0 0,0 0,-1 0,1-1,-1 1,0 0,0 0,-1 0,1 0,-1 0,0 0,0-1,-1 1,0 0,0-1,0 1,0-1,0 1,-3 2,-1-1,-1 0,1 0,-1-1,-1 1,1-2,-1 1,0-1,0 0,0-1,0 1,-1-2,1 1,-1-1,-4 0,12-2,1 1,0-1,-1 0,1 1,-1-1,1 0,-1 0,1 0,-1 1,1-1,-1 0,0 0,1 0,-1 0,1 0,-1 0,1 0,-1 0,1 0,-1 0,1 0,-1-1,1 1,-1 0,1 0,-1 0,1-1,-1 1,1 0,-1-1,1 1,-1 0,1-1,0 1,-1 0,1-1,0 1,-1-1,1 1,0-1,0 1,-1-1,1 1,0-1,0 1,0-1,0 1,0-1,-1 1,1-1,0 1,0-1,0 1,0-1,1 1,-1-1,0 0,0 1,0-1,0 1,1-1,-1 1,0-1,0 1,24-32,25-13,2 2,1 2,23-11,46-18,-120 69,1 0,-1 0,1 0,-1 1,0-1,1 0,0 1,-1 0,1-1,-1 1,1 0,-1-1,1 1,0 0,-1 0,1 1,-1-1,1 0,0 0,-1 1,1-1,-1 1,1-1,-1 1,0 0,1-1,-1 1,1 0,-1 0,0 0,0 0,0 0,1 1,-1-1,0 0,0 0,-1 1,1-1,0 0,0 1,-1-1,1 1,-1-1,1 1,-1 0,0-1,1 1,-1-1,0 1,0 1,-6 82,4-72,0 0,0 0,2 0,0 0,0 0,1 0,2 8,-2-19,-1 1,1-1,1 1,-1-1,0 1,1-1,-1 0,1 1,0-1,-1 0,1 0,0 0,1 0,-1-1,0 1,0-1,1 1,-1-1,1 0,-1 0,1 0,-1 0,1 0,0 0,-1-1,1 1,0-1,0 0,-1 0,1 0,0 0,0-1,1 1,21-5</inkml:trace>
  <inkml:trace contextRef="#ctx0" brushRef="#br2" timeOffset="-150763.759">20080 9774,'12'2,"3"1</inkml:trace>
  <inkml:trace contextRef="#ctx0" brushRef="#br2" timeOffset="-150439.53">20481 9613,'11'78,"-12"-20,-3-1,-1 0,-4 0,-15 56,11-49,12-60,-11 112,13-112,-1-1,1 1,-1-1,1 1,0-1,0 1,1-1,-1 0,1 1,-1-1,1 0,0 0,0 0,1 0,-1-1,1 1,-1 0,1-1,0 0,0 0,0 0,0 0,0 0,0 0,1-1,-1 0,0 0,1 1,-1-2,2 1,6 1,0-1,0-1,0 1,0-2,0 0,0 0,-1-1,1 0,0-1,-1 0,1-1,-1 0,0 0,0-1,1-1,17-11,0-1,-1-2,-1 0,9-11,10-6,-44 37,1 0,-1 1,0-1,0 0,0 0,0 1,0-1,1 1,-1-1,0 1,0 0,0-1,0 1,0 0,-1 0,1-1,0 1,0 0,0 0,-1 0,1 0,0 0,-1 0,1 0,-1 1,1-1,-1 0,0 0,1 0,-1 0,0 1,0-1,0 0,0 0,0 0,0 1,0-1,0 0,-1 0,1 0,0 0,-1 1,1-1,-1 0,1 0,-1 0,1 3,0-4,-1 4,0-1,0 0,1 0,0 1,-1-1,1 0,0 1,1-1,-1 0,0 1,1-1,0 0,0 0,0 0,0 1,1-1,-1 0,1-1,-1 1,1 0,0 0,0-1,0 1,1-1,-1 0,1 1,-1-1,1 0,0 0,0-1,-1 1,1-1,2 1,24 1,0-5</inkml:trace>
  <inkml:trace contextRef="#ctx0" brushRef="#br2" timeOffset="-150189.133">21162 10001,'-15'5,"-9"1,-1-1,1 0,-3-4,4-2</inkml:trace>
  <inkml:trace contextRef="#ctx0" brushRef="#br2" timeOffset="-150002.87">20481 9828,'21'-7,"20"-2,19-2,17-2,14 0,10-3,3-5,-15 0</inkml:trace>
  <inkml:trace contextRef="#ctx0" brushRef="#br0" timeOffset="-7193.398">14398 5082,'-18'20,"-11"19,-6 13,-8 12,-4 11,-2 6,-2 6,2 1,2-1,4-3,3-7,6-8,4-11,7-10,5-12,7-9,6-14,4-9</inkml:trace>
  <inkml:trace contextRef="#ctx0" brushRef="#br0" timeOffset="-6807.134">15254 5121,'-54'48,"2"3,2 1,3 3,2 1,3 3,2 1,1 5,1-7,-213 331,179-261,69-97,11-30</inkml:trace>
  <inkml:trace contextRef="#ctx0" brushRef="#br0" timeOffset="-6416.399">15775 5095,'-12'41,"-1"0,-3-1,-1-1,-2 0,-13 18,16-28,-358 601,365-616,1 1,0 1,2-1,0 1,0 0,1 1,1-1,-1 16,5-31,0 0,-1 1,1-1,0 0,0 0,0 0,1 0,-1 0,0 0,0 0,1 0,-1 0,0 0,1 0,-1 0,1 0,-1 0,1 0,0 0,-1 0,1 0,0 0,0-1,0 1,-1 0,1-1,0 1,0 0,0-1,0 1,0-1,0 0,1 1,8 0</inkml:trace>
  <inkml:trace contextRef="#ctx0" brushRef="#br0" timeOffset="-6056.263">16537 5202,'-20'25,"-19"22,-13 16,-10 14,-7 10,-2 5,2 1,7-3,6-7,9-8,9-9,12-10,10-9,8-11,5-9,5-10,6-11,0-7</inkml:trace>
  <inkml:trace contextRef="#ctx0" brushRef="#br0" timeOffset="-5678.613">17326 5215,'-9'16,"-12"19,-14 17,-10 15,-9 11,-6 5,-3 2,1-1,4-5,8-6,7-8,8-10,9-8,9-10,6-10,9-9,5-8,4-5</inkml:trace>
  <inkml:trace contextRef="#ctx0" brushRef="#br0" timeOffset="-5340.52">18155 5095,'-5'14,"-5"13,-6 14,-10 13,-7 11,-6 9,-7 4,-2 4,1-4,1-3,2-6,3-8,7-7,7-8,6-8,8-10,7-10</inkml:trace>
  <inkml:trace contextRef="#ctx0" brushRef="#br0" timeOffset="-4984.4">18743 5095,'-2'18,"-6"16,-7 10,-7 9,-6 8,-5 4,-6 5,-5 4,-7 1,-6 1,-3-1,1-4,2-5,10-7,10-9,9-10,11-13,10-10</inkml:trace>
  <inkml:trace contextRef="#ctx0" brushRef="#br0" timeOffset="-4645.054">19117 5256,'-16'18,"-12"15,-5 13,-5 11,0 6,2 5,3 1,1 1,6-3,3-3,4-6,6-13</inkml:trace>
  <inkml:trace contextRef="#ctx0" brushRef="#br0" timeOffset="-1973.15">13503 5509,'-1'8,"1"-1,0 1,1 0,0-1,0 0,0 1,1-1,0 0,1 0,3 7,-5-13,-1-1,1 0,0 0,0 0,0 1,0-1,-1 0,1 0,0 0,0 0,0 0,0-1,-1 1,1 0,0 0,0-1,0 1,-1 0,1-1,0 1,0 0,-1-1,1 1,0-1,-1 1,1-1,0 0,-1 1,1-1,-1 0,1 1,-1-1,1 0,-1 0,0 1,1-1,-1 0,0 0,0 0,0 0,1 1,-1-1,0 0,0 0,0 0,0 0,8-61,-8 61,-1 1,0-1,0 1,0-1,1 1,-1 0,0-1,0 1,0 0,0 0,0 0,0 0,0 0,1 0,-1 0,0 0,0 0,0 0,0 0,0 1,0-1,0 0,1 0,-1 1,0-1,0 1,0-1,1 1,-1-1,0 1,1 0,-1-1,0 1,1 0,-1-1,1 1,-1 0,1 0,-1-1,1 1,-1 0,1 0,0 0,0 0,-1 0,1 0,0-1,0 1,-3 5,1 0,-1 0,1 0,0 0,1 0,0 1,0-1,0 0,0 1,1-1,1 3,-1-6,0-1,0 0,0 0,1 0,-1 0,1 0,-1 0,1 0,0 0,0 0,0 0,0 0,0 0,0 0,0 0,1-1,-1 1,1-1,-1 1,1-1,0 0,0 1,-1-1,1 0,0 0,0 0,0 0,0-1,0 1,0 0,0-1,0 0,1 1,-1-1,1 0,0 0,0-1,0 1,0-1,0 0,1 0,-1 0,0 0,-1-1,1 1,0-1,0 0,-1 0,1 0,-1 0,1 0,-1 0,0-1,0 1,0-1,0 1,0-1,-1 0,1 0,-1 0,0 0,0 0,0 0,0 0,0 0,-1 0,1 0,-1-1,0 1,0-2,-1 4,0-1,0 0,0 1,0-1,-1 1,1-1,0 1,-1 0,1-1,-1 1,1 0,-1 0,0 0,1 0,-1 0,0 1,0-1,0 1,1-1,-1 1,0-1,-1 1,-12-5,-21-11,-2 1,0 2,0 2,-1 2,0 1,-8 1,-28-5,-124-18,-48 4,-903 18,853 13,-646-31,359 27,-50-42,473 49,1 7,-52 16,144-21,-86 8,-136-3,91-7,1 9,-159 35,146-12,-1-9,-2-9,-120-7,314-15,-60-1,0 3,-49 8,121-8</inkml:trace>
  <inkml:trace contextRef="#ctx0" brushRef="#br0" timeOffset="-1149.948">7326 5282,'0'0,"0"0,-1 1,1-1,0 0,0 0,0 1,-1-1,1 0,0 1,0-1,0 0,0 0,0 1,-1-1,1 0,0 1,0-1,0 0,0 1,0-1,0 0,0 1,0-1,0 0,0 1,0-1,0 0,1 1,-1-1,0 0,0 1,0-1,0 0,0 0,1 1,-1-1,0 0,0 0,0 1,1-1,-1 0,0 0,1 1,-1-1,0 0,0 0,1 0,-1 0,0 0,1 0,-1 1,0-1,1 0,-1 0,0 0,1 0,-1 0,0 0,1 0,-1 0,0 0,118 31,-58-18,-14-5,-1 2,0 2,0 2,-1 2,-1 2,4 4,-45-21,1-1,-1 1,1 0,-1 0,1 0,-1 0,0 0,1 1,-1-1,0 1,0-1,0 1,0 0,0 0,-1 0,1 0,0 0,-1 0,0 0,1 1,-1-1,0 1,0-1,0 0,-1 1,1 0,0-1,-1 1,0-1,0 1,0 0,0-1,0 1,0 0,0-1,-1 1,0-1,1 1,-1-1,0 1,0-1,0 1,-1-1,1 0,-1 1,-140 87,49-21,3 4,-32 37,60-51</inkml:trace>
  <inkml:trace contextRef="#ctx0" brushRef="#br0" timeOffset="5309.732">3770 3383,'22'11,"0"1,-1 1,-1 1,0 0,-1 2,-1 0,0 1,-10-9,-1 1,0-1,-1 1,0 0,0 0,-1 1,0 0,0 0,-1 0,-1 0,0 1,0 0,-1-1,0 1,-1 0,0 7,1-53,2 0,2 1,1 0,5-13,-8 32,-3 10,-1 0,1 0,1 0,-1 0,0 0,1 0,0 1,0-1,1 1,-1-1,1 1,0 0,0 0,1 0,-1 0,1 1,-1-1,1 1,0 0,1 0,-1 1,0-1,3 0,14-4,1 1,0 1,0 1,0 0,0 2,16 1,-36 2,0 0,0 1,-1-1,1 1,-1-1,1 1,-1 0,1-1,-1 1,0 0,0 0,0 0,0 0,0 0,-1 0,1 1,0-1,-1 0,0 0,1 0,-1 1,0-1,0 0,0 0,-1 0,1 1,-1-1,1 0,-1 0,0 2,0 6,1-2,-1 6,0 0,0 0,2 0,0 0,0 0,1-1,1 1,0-1,1 1,1-1,0 0,0 0,4 5,-7-16,0 0,1 0,-1 0,0 0,1 0,-1 0,1-1,-1 1,1-1,0 0,0 0,0 0,0 0,0 0,0-1,0 1,0-1,0 0,0 1,0-2,0 1,0 0,0-1,0 1,0-1,0 0,74-31,-66 28,-1-1,0-1,0 0,0 0,-1-1,1 0,-2 0,1-1,-1-1,0 1,-1-1,0-1,-1 1,0-1,0 0,-1 0,0-1,-1 0,0 0,0 0,-1-1,-2 6,0 0,0 1,-1-1,1 0,-1 0,0 0,-1 1,0-1,0 0,0 0,0 1,-1-1,0 1,0-1,0 1,-1 0,0 0,0 0,0 0,-1 1,0-1,1 1,-2 0,1 0,0 0,-1 0,0 1,3 3,0 0,0 1,0-1,0 1,0-1,0 1,0 0,0 0,0 0,0 0,0 0,1 0,-1 0,0 1,1-1,-1 1,1-1,-1 1,1 0,0-1,0 1,0 0,0 0,0 0,0 0,0 0,1 0,-1 0,1 0,-1 0,1 0,-4 9,0-1,0 1,1 0,0 0,1 0,1 0,-1 1,2-1,0 0,0 1,1-1,0 0,1 0,0 0,1 0,0 0,1 0,4 8,-3-14,-1 0,1 0,0 0,0-1,0 0,1 0,0 0,-1-1,1 0,0 0,1 0,-1-1,0 0,1 0,0-1,-1 0,1 0,1 0,121-5,-97-1,-1-2,0-2,-1 0,0-2,16-9,6-5</inkml:trace>
  <inkml:trace contextRef="#ctx0" brushRef="#br0" timeOffset="5699.236">5120 3224,'-7'7,"0"0,1 1,0-1,0 2,1-1,0 1,0-1,1 1,-1 4,4-10,0 1,0-1,0 1,0-1,1 1,0-1,-1 1,1-1,1 1,-1-1,0 1,1-1,0 1,-1-1,2 1,-1-1,0 0,1 1,-1-1,1 0,0 0,0 0,0 0,0-1,1 1,-1 0,1 0,6 3,0 0,0 0,1-1,-1 0,1-1,0 0,0-1,1 1,-1-2,1 0,-1 0,1-1,0 0,0-1,-1 0,1-1,0 0,-1 0,1-1,-1-1,1 0,-1 0,0-1,4-2,-10 4,0 0,0-1,0 1,0-1,0 0,0 0,0 0,-1 0,0-1,0 1,0-1,0 0,0 0,-1 0,1 0,-1-1,0 1,-1-1,1 1,-1-1,0 1,0-1,0 0,-1 0,1 1,-1-1,-1 0,1 0,0 0,-1 1,0-1,0 0,-1 1,1-1,-1 1,0-1,0 1,-1-1,-3-2,0 0,-1 0,1 1,-2 0,1 0,-1 0,1 1,-1 0,-1 1,1 0,-1 0,0 1,1 0,-1 0,-1 1,1 0,0 1,0 0,-1 1,1-1,-1 2,1-1,0 1,0 1,-1 0,1 0,0 1,0 0,1 0,-1 1,1 0,0 1,0 0,0 0,0 1,1 0,-3 2,7-5,0 0,0 1,0-1,0 0,1 1,-1-1,1 1,0 0,0 0,0 0,0 0,1 0,0 0,0 0,0 1,0-1,1 0,-1 1,1-1,0 0,1 1,-1-1,1 1,0 0,11 21</inkml:trace>
  <inkml:trace contextRef="#ctx0" brushRef="#br0" timeOffset="6814.035">5815 3009,'-10'-1,"0"1,0 0,0 0,0 1,0 0,0 0,1 1,-1 1,0 0,1 0,-1 1,1 0,0 0,0 1,1 0,0 1,-1 0,2 0,-1 1,1 0,0 0,0 1,1 0,0 0,1 0,0 1,0 0,1 0,0 0,0 1,0 0,4-4,-1-1,1 0,0 0,0 0,0 1,1-1,-1 0,1 0,1 0,-1 0,1 0,0 0,0 0,0-1,1 1,-1-1,1 0,0 1,1-1,-1 0,1-1,-1 1,1-1,0 1,3 0,2 2,0 0,1 0,0-2,1 1,-1-1,1 0,-1-1,1-1,0 1,0-2,6 1,6-2,0-2,0 0,0-2,0 0,-1-2,0 0,0-1,0-2,-1 0,0-1,-1-1,0-1,-1-1,0 0,-1-1,-1-2,0 0,-1 0,-1-2,-7 9,0 0,-1 0,-1-1,1 0,-2-1,1 1,-2-1,1 0,-1 0,-1-1,0 1,0-6,-3 0,-10 25,7 0,0 1,0-1,1 1,0 0,1 0,0 0,1 0,0 0,0 0,0 0,2 6,-1-11,0 0,0 0,0 0,1 0,-1 0,1 0,0 0,0 0,0-1,1 1,-1-1,1 0,0 0,0 0,0 0,0 0,1-1,-1 1,1-1,-1 0,1 0,0 0,0 0,0-1,0 0,0 0,9 1,1-1,0 0,0-1,0-1,-1 0,1-1,0 0,-1-1,0-1,1 0,-1 0,-1-2,1 0,-1 0,0-1,0 0,-1-1,0-1,-1 1,1-2,-2 0,1 0,-1 0,-1-1,0-1,-1 1,0-1,0 0,-2-1,3-6,-5 10,1-1,-1 0,-1 0,0 0,-1-1,0 1,0-1,-1-7,-7 9,-1 29,5-13,0 1,1-1,0 1,1 0,0 0,0 0,0 0,1 0,0 0,1 0,0 0,0 0,1-1,0 1,0 0,1-1,0 1,0-1,1 0,0 0,0 0,0 0,1-1,0 0,1 0,-1 0,1-1,0 1,0-2,1 1,6 4,-1-6,-1 1,1-1,-1-1,1 0,0-1,0 0,0-1,0 0,0 0,-1-2,1 1,0-2,0 1,-1-2,0 0,1 0,7-5,-3 2,0-2,0 0,0-1,-1-1,-1 0,0-1,-1 0,0-1,0 0,-2-2,4-4,-7 7,-1-1,0 0,0 0,-2 0,1-1,-2 0,0 0,0 0,-2 0,1-1,-2 0,0 1,-1-10,0 24,0 1,0-1,-1 0,1 0,0 0,0 1,0-1,-1 0,1 0,0 0,0 0,-1 0,1 0,0 1,0-1,-1 0,1 0,0 0,0 0,-1 0,1 0,0 0,-1 0,1 0,0 0,0 0,-1 0,1 0,0 0,0-1,-1 1,1 0,0 0,0 0,-1 0,1 0,0-1,0 1,0 0,-1 0,1 0,0 0,0-1,0 1,0 0,0 0,-1-1,1 1,-7 21,1 0,0 0,2 1,0-1,1 1,2 0,0 7,0-12,0 86,6 0,3 0,5-1,5 0,4-1,4-1,20 43,-26-70,-24-67,-32-63,1-23,4 0,2-2,5-1,-1-17,14 55,1 1,2-1,2-1,3 1,1-1,2 0,2-1,-1 40,-1 1,1-1,0 0,1 1,0-1,0 1,0-1,1 1,0 0,0 0,1 0,-1 0,1 1,0-1,1 1,-1 0,1 0,0 1,1-1,-1 1,1 0,-1 1,1 0,0-1,1 2,-1-1,2 0,5 1,0 0,-1 0,1 1,0 1,0 0,-1 1,1 0,0 1,-1 1,1 0,-1 0,0 1,0 1,0 0,-1 1,8 4,-16-9,-1 0,1 0,-1 1,1-1,-1 1,0-1,1 1,-1 0,0 0,0 0,0 0,0 1,-1-1,1 0,-1 1,1-1,-1 1,0-1,0 1,0 0,0-1,0 1,-1 0,1 0,-1 0,0 0,0-1,0 1,0 0,0 0,-1 0,1 0,-1-1,0 1,0 0,0 0,0-1,0 1,-1 0,-10 9,0-1,-1 0,-1-1,0-1,0 0,0-1,-1 0,-1-1,1-1,-17 4,3 2,-17 5,53-21,11-4</inkml:trace>
  <inkml:trace contextRef="#ctx0" brushRef="#br0" timeOffset="7448.836">7714 2930,'-9'-4,"-1"1,1 0,-1 1,0 0,0 1,0 0,0 0,0 1,0 1,0 0,0 0,0 1,0 0,1 0,-1 1,1 1,-1-1,1 1,0 1,1 0,-1 0,1 1,0 0,0 1,1-1,0 1,0 1,0-1,1 1,-2 4,6-9,1-1,-1 0,1 1,0 0,0-1,0 1,0-1,0 1,1 0,-1 0,1 0,0-1,0 1,0 0,0 0,0 0,1-1,-1 1,1 0,0 0,-1-1,1 1,1-1,-1 1,0-1,1 1,-1-1,1 0,0 1,-1-1,1 0,0 0,0 0,1-1,-1 1,0 0,1-1,7 2,1 0,0-1,0 0,1 0,-1-2,0 1,0-2,1 1,-1-1,0-1,0 0,0-1,0 0,0 0,-1-1,0-1,0 0,0 0,0-1,-1 0,1-1,-2 0,1 0,4-6,40-49,-52 62,-1 0,1 0,-1 0,1 0,-1 0,1 0,-1 0,1 0,-1 0,1 0,-1 1,1-1,-1 0,1 0,-1 1,1-1,-1 0,1 0,-1 1,0-1,1 0,-1 1,1-1,-1 1,0-1,1 0,-1 1,0-1,0 1,0-1,1 1,-1-1,0 1,0-1,0 1,0-1,0 1,0-1,0 1,0-1,0 1,0-1,0 1,0-1,0 1,0 0,0-1,0 0,-1 1,1-1,0 1,0-1,-1 1,1-1,0 1,-1-1,1 2,0 3,-1 0,1 0,0 0,0 0,1 1,-1-1,1 0,0 0,1 0,-1 0,1 0,0-1,0 1,1 0,-1-1,1 0,0 1,0-1,0 0,1-1,0 1,-1 0,1-1,0 0,1 0,-1 0,1-1,-1 1,1-1,0 0,-1 0,1-1,0 0,0 1,5-1,-2-1,-1-1,0 0,1 0,-1-1,0 0,0 0,0 0,0-1,0 0,0-1,-1 0,1 0,-1 0,0 0,-1-1,1 0,4-5,3-5,0-1,0 0,-2 0,0-1,-1 0,0-4,10-28,-2 0,-3-1,-1-1,-3 0,-2-1,-3 0,-1 0,-3-1,-3-19,1 16,-1 0,-4 1,-1-1,-9-29,0 50,15 34,-1 1,1-1,0 1,-1 0,1-1,-1 1,0 0,1-1,-1 1,1 0,-1-1,1 1,-1 0,0 0,1 0,-1 0,0 0,1-1,-1 1,1 0,-1 0,0 1,1-1,-1 0,0 0,1 0,-1 0,1 0,-1 1,0-1,1 0,-1 1,1-1,-1 0,1 1,-1-1,1 0,-1 1,1-1,0 1,-1-1,1 1,-1-1,1 1,0 0,0-1,-1 1,1-1,0 1,0 0,0-1,0 1,-1-1,1 1,-8 17,0 0,2 1,0 0,1 0,0 0,2 1,-1 10,0-6,-4 19,2 0,1 0,2 0,3 1,1-1,2 1,1-1,3 0,2-1,1 0,3 0,1-1,4 5,-11-31,1-1,0-1,1 1,1-1,0-1,1 0,0 0,0-1,2-1,-1 0,1 0,1-2,-1 1,1-2,1 0,0 0,0-1,0-1,0-1,1 0,4 0,-15-4,1 1,-1-1,1 0,-1-1,0 1,1-1,-1 0,0-1,1 1,-1-1,0 0,0 0,0 0,4-3,17-17</inkml:trace>
  <inkml:trace contextRef="#ctx0" brushRef="#br0" timeOffset="7708.14">7888 2515,'18'7,"22"2,23-5,20-8,17-5,8-6,-16 0</inkml:trace>
  <inkml:trace contextRef="#ctx0" brushRef="#br0" timeOffset="7949.563">8623 2795,'-1'99,"2"-96,0 1,0 0,1 0,-1-1,1 1,-1-1,1 0,0 1,1-1,-1 0,0 0,1 0,0-1,0 1,0 0,0-1,0 0,0 0,0 0,1 0,-1 0,1-1,-1 0,2 1,3 0,0 1,1-2,-1 1,0-1,1-1,-1 1,0-1,1-1,-1 0,0 0,1 0,-1-1,0 0,0-1,0 0,0 0,-1-1,1 0,-1 0,0 0,0-1,-1-1,1 1,-1-1,0 0,-1 0,1 0,-1-1,0 0,-1 0,0 0,0-1,0 0,-1 1,-1-1,1 0,-1 0,0-1,-1 1,0 0,0-1,-1 1,0 0,0-1,-1 1,-2-8,2 11,0-1,-1 1,1-1,-1 1,-1 0,1-1,-1 1,0 1,0-1,0 0,-1 1,0-1,0 1,0 0,0 0,0 1,-1-1,0 1,0 0,0 0,0 1,0-1,0 1,-1 0,1 1,-1-1,1 1,-1 0,0 1,1-1,-1 1,0 0,1 1,-1-1,0 1,0 0,-4 4,-1-1,1 2,0-1,1 1,0 1,0 0,0 0,0 1,1 0,1 0,-1 1,2 0,-1 1,1-1,0 1,1 0,0 0,1 1,0 0,1 0,0 0,0 0,1 0,1 0,0 2,1-9,0-1,0 1,0 0,0-1,1 1,0-1,0 1,0-1,0 1,0-1,1 1,0-1,-1 0,1 0,1 0,-1 0,0 0,1 0,-1-1,1 1,0-1,0 0,-1 0,2 0,-1 0,0 0,0-1,1 1,-1-1,1 0,-1 0,1 0,-1 0,1-1,0 0,-1 1,1-1,3-1,39-6,-3-5</inkml:trace>
  <inkml:trace contextRef="#ctx0" brushRef="#br0" timeOffset="8241.314">8985 2140,'-19'3,"-16"9,-13 12,-6 11,1 6,7 6,12 1,11-3,17-2,18-4,19-4,13-1,-1-7</inkml:trace>
  <inkml:trace contextRef="#ctx0" brushRef="#br0" timeOffset="8498.64">9064 2782,'9'16,"6"12,4 6,4-1,2-3,4-8,4-9,3-11,4-13,5-12,2-8,-1-8,-6-3,-10 7</inkml:trace>
  <inkml:trace contextRef="#ctx0" brushRef="#br0" timeOffset="14856.184">3302 4319,'-31'7,"0"1,1 2,0 1,1 1,0 2,1 0,-1 3,-38 34,65-49,0 0,0 0,0 0,1 1,-1-1,1 0,0 1,0-1,0 1,0-1,0 1,0 0,1-1,-1 1,1 0,0-1,0 1,0 0,0 0,0-1,0 1,1 0,-1-1,1 1,0 0,0-1,0 1,0-1,1 1,2 2,1-1,0 1,0-1,0-1,0 1,1-1,-1 0,1 0,0 0,0-1,0 0,0 0,0-1,0 1,1-1,-1-1,0 1,1-1,-1 0,2-1,-4 2,224-7,-220 7,0 0,0 0,0 0,0 1,0 1,-1-1,1 1,-1 0,0 1,0 0,0 0,0 0,-1 1,1 0,-1 0,-1 1,1 0,-1 0,0 0,0 1,-1-1,1 1,-2 0,1 0,-1 1,0-1,2 8,0 1,0 1,-1 0,0 0,-1 0,-2 0,1 1,-2-1,0 1,-1-1,-3 11,3-25,1 0,-2 0,1 0,0 0,0 0,-1 0,0 0,0 0,0-1,0 1,0-1,0 1,0-1,-1 0,1 0,-1 0,0 0,1-1,-1 1,0-1,0 1,0-1,0 0,0 0,-1-1,-1 1,-92 4,73-6,15 1,-10-1,-1 0,1 2,-1 0,1 1,0 1,0 1,0 1,-2 1,21-6,0 0,1 0,-1 0,0 0,1 0,-1 0,0 0,1 0,-1 0,0 0,1 1,-1-1,0 0,0 0,1 0,-1 0,0 1,1-1,-1 0,0 0,0 0,0 1,1-1,-1 0,0 1,0-1,0 0,0 0,1 1,-1-1,0 0,0 1,0-1,0 0,0 1,0-1,0 0,0 1,0-1,0 0,0 1,0-1,0 0,0 1,18-4</inkml:trace>
  <inkml:trace contextRef="#ctx0" brushRef="#br0" timeOffset="33150.269">3784 4426,'3'-85,"-3"85,0-1,0 1,0 0,-1-1,1 1,0 0,0-1,0 1,0 0,0-1,0 1,0 0,0-1,0 1,1 0,-1-1,0 1,0 0,0 0,0-1,0 1,0 0,1-1,-1 1,0 0,0 0,1-1,-1 1,0 0,0 0,1 0,-1-1,0 1,0 0,1 0,-1 0,0 0,1-1,-1 1,0 0,1 0,-1 0,0 0,1 0,-1 0,0 0,1 0,-1 0,0 0,1 0,-1 0,0 0,0 1,1-1,-1 0,0 0,1 0,-1 0,0 1,1-1,10 20,10 48,-3 0,-3 2,4 53,-17-111,10 73,-6-27,4 0,2 0,9 24,-21-80,0 1,1-1,-1 0,0 1,1-1,0 0,-1 1,1-1,0 0,0 0,0 0,0 0,1 0,-1 0,1 0,-1 0,1-1,-1 1,1 0,0-1,0 0,0 1,0-1,0 0,0 0,0 0,0 0,1 0,-1-1,0 1,1 0,-1-1,0 0,1 0,0 0,85-69,-63 48,0 1,1 2,1 0,1 2,0 1,1 1,0 2,1 1,1 1,0 1,0 2,1 1,22-1,-50 7,0 0,0-1,-1 2,1-1,0 0,0 1,0 0,0 0,-1 0,1 0,0 1,-1-1,1 1,2 2,-6-4</inkml:trace>
  <inkml:trace contextRef="#ctx0" brushRef="#br0" timeOffset="35234.215">6779 4132,'-11'-1,"0"0,1 1,-1 0,0 1,1 0,-1 0,0 1,1 1,0 0,0 0,0 1,0 0,0 1,1 0,0 1,0 0,0 0,1 1,-5 4,0 1,1 1,0 0,1 1,0 0,1 1,1 0,0 0,1 1,1 0,0 1,-1 7,-8 77,16-97,0 0,0 1,0-1,1 1,-1-1,1 1,0-1,1 0,-1 1,1-1,-1 0,1 0,1 0,-1 0,0-1,1 1,0-1,0 1,0-1,0 0,2 1,-3-3,0 0,0 0,0 0,0 0,0 0,0 0,0-1,0 1,0-1,0 0,1 0,-1 1,0-1,0-1,0 1,0 0,1 0,-1-1,0 1,0-1,0 0,0 0,0 0,0 0,0 0,0 0,-1 0,1 0,0-1,44-50,-27 14,-1 0,-3-1,-1-1,-1 0,-3-1,-1 0,-2 0,-2-1,-2 0,-1 0,-4-26,3 31,-1 0,-3 1,-1-1,-1 1,-5-15,9 52,1 0,0-1,-1 1,1-1,0 1,-1-1,1 1,-1-1,1 0,0 1,-1-1,1 1,-1-1,0 0,1 0,-1 1,1-1,-1 0,1 0,-1 1,0-1,1 0,-1 0,1 0,-1 0,0 0,1 0,-1 0,0 0,1 0,-1 0,1-1,-1 1,0 0,1 0,-1 0,1-1,-1 1,1 0,-1-1,1 1,-1 0,1-1,-1 1,1-1,-1 1,1-1,0 1,-1-1,1 1,0-1,-1 0,-8 39,1 0,2 0,1 1,3 0,1 25,0-26,2 0,1-1,8 38,-8-64,1 1,0-1,0 0,1 0,1 0,-1 0,2-1,0 0,0 0,0 0,2-1,-1 0,1 0,8 6,-8-9,0-1,1 0,-1 0,1-1,0 0,1-1,-1 0,1 0,-1-1,1 0,0-1,0 0,0 0,-1-1,1-1,0 1,0-2,0 1,-1-1,4-2,14-3,-1-2,0-1,-1-1,0-2,0 0,15-12,-10 6,-1-2,-1-1,-1-2,-1 0,-1-2,-1 0,-1-2,-2-1,4-7,-25 35,29-58,-28 57,-1 1,1-1,0 0,-1 1,0-1,1 1,-1-1,0 0,0 1,0-1,0 0,0 0,0 1,-1-1,1 1,0-1,-1 0,0 1,1-1,-1 1,0-1,0 1,1-1,-1 1,0 0,0-1,-1 1,1 0,0 0,0 0,-1 0,1 0,0 0,-1 0,0 0,-5 0,1 0,0 0,-1 1,1-1,-1 2,1-1,-1 1,1 0,-1 0,1 1,0 0,0 0,0 0,0 1,0 0,-2 1,-6 2,1 0,0 1,1 1,0 0,0 1,0 0,1 1,0 0,1 0,1 2,-1-1,2 1,-1 0,2 1,0-1,0 2,1-1,1 1,-3 10,7-21,1 0,-1-1,1 1,0 0,0 0,0 0,0 0,0 0,1 0,-1 0,1 0,0 0,0 0,0-1,0 1,1 0,-1-1,1 1,-1-1,1 1,0-1,0 0,0 0,0 1,0-1,1-1,-1 1,1 0,-1-1,1 1,-1-1,1 0,0 0,0 0,0 0,0 0,-1-1,1 1,3-1,6-1,0 0,0-1,0 0,0-1,-1-1,1 1,-1-2,1 0,-2 0,1-1,0 0,-1-1,-1 0,1-1,-1 0,0-1,-1 1,0-2,0 1,-1-1,4-6,-5 6,0 0,-1 0,0-1,0 1,-1-1,-1 0,0 0,0 0,-1-1,-1 1,0-1,0-6,-3 82,2-56,0 0,0 0,1 0,1-1,-1 1,1-1,0 1,1-1,0 1,0-1,0 0,1 0,0-1,1 1,-1-1,1 0,0 0,1-1,-1 1,1-1,0 0,1-1,-1 1,1-1,2 1,-3-6,0 1,0-1,0 0,-1-1,1 1,0-1,-1 0,1-1,-1 1,0-1,0 0,0 0,0-1,-1 1,1-1,-1 0,0-1,0 1,0 0,-1-1,1 0,-1 0,0 0,-1-1,1 1,-1 0,0-1,0-4,7-16,-2 0,0 0,-2 0,-2-1,0 1,-1-1,-2 0,-1 0,-1 0,-1 1,-1-4,3 28,1 0,-1 0,1 0,0 0,0 0,0 0,0 0,1 0,-1 0,0 1,1-1,0 0,-1 0,1 0,0 0,0 1,0-1,0 0,0 1,0-1,0 1,1-1,-1 1,0 0,1-1,-1 1,1 0,0 0,-1 0,1 0,0 0,0 0,-1 1,1-1,0 1,0-1,0 1,0 0,0-1,0 1,0 0,0 0,191-21,-191 20,0 0,0 1,0-1,0 1,1 0,-1-1,0 1,0 0,0 1,1-1,-1 0,0 0,0 1,0 0,0-1,0 1,1 0,-1 0,-1 0,1 0,0 0,0 1,0-1,-1 1,1-1,0 1,-1-1,0 1,1 0,-1 0,0 0,0-1,0 1,0 0,0 1,0-1,-1 0,1 0,-1 0,1 0,-1 0,0 1,-1 10,0-1,-1 1,-1-1,0 1,-1-1,0 0,-1 0,-3 6,-21 75,28-91,1 1,0-1,0 0,0 0,0 0,0 0,0 0,1 0,-1 0,1 0,-1 0,1 0,0 0,0 0,0 0,0 0,0-1,0 1,1 0,-1-1,0 1,1-1,0 1,-1-1,1 0,0 1,-1-1,1 0,0 0,0 0,0-1,0 1,0 0,0-1,0 1,0-1,2 0,81-2,-50-6,0-2,-1-2,-1-1,0-2,-1-1,31-20,-5 0</inkml:trace>
  <inkml:trace contextRef="#ctx0" brushRef="#br0" timeOffset="36134.216">9238 3209,'14'8,"0"1,-1 0,0 0,-1 1,0 1,-1 0,0 1,0 0,-2 1,1 0,-2 0,1 1,-2 0,0 0,-1 1,0 0,-1 0,-1 0,0 1,-1 0,-1-1,-1 1,0 0,0 2,-2-18,1 1,0 0,-1 0,1 0,0 0,0 0,0 0,0 0,0 0,0 0,0 0,0 0,0 0,0-1,0 1,1 0,-1 0,0 0,1 0,-1 0,1 0,-1-1,1 1,-1 0,1 0,-1-1,1 1,0 0,0-1,-1 1,1 0,0-1,0 1,0-1,-1 0,1 1,0-1,0 0,0 1,0-1,0 0,0 0,0 0,0 0,0 0,0 0,0 0,-1 0,1 0,0 0,0 0,0-1,0 1,0 0,0-1,0 1,0-1,-1 1,1-1,0 1,0-1,-1 0,1 1,0-1,-1 0,1 1,0-2,17-15,-1-2,0 0,-1-1,-1-1,-1 0,-1-1,9-20,-14 27,-1 1,0-1,-1-1,0 1,-1-1,-1 0,-1 0,1-13,-4 29,0 0,0 0,0 0,-1 0,1 0,0 0,0 0,0 0,-1 0,1 0,0 0,0 0,0 0,-1 0,1 0,0 0,0 0,0 0,-1 0,1 0,0-1,0 1,0 0,0 0,0 0,-1 0,1 0,0-1,0 1,0 0,0 0,0 0,0 0,0-1,-1 1,1 0,0 0,0 0,0-1,0 1,0 0,0 0,0 0,0-1,0 1,0 0,0 0,0 0,0-1,-7 19,5-13,1-1,-1 1,1-1,0 1,1 0,-1-1,1 1,0 0,0 0,1-1,-1 1,1 0,0-1,0 1,0-1,1 1,0-1,0 0,0 1,0-1,0 0,1 0,0-1,0 1,0 0,0-1,1 0,-1 0,3 2,5-2,1 0,-1 0,1-1,0-1,-1 0,1 0,0-1,0-1,-1 0,1-1,0 0,-1 0,1-1,-1-1,0 0,0-1,-1 0,1 0,-1-1,0-1,0 1,8-9,-10 10,0-1,0 0,-1 0,0-1,0 0,0 0,-1 0,0-1,0 0,-1 0,0-1,-1 0,1 0,-2 0,1 0,-1 0,-1-1,0 1,0-1,-1 0,0 1,-1-11,-2 51,3-21,0 0,1 1,1-1,-1 0,1 0,1-1,0 1,1-1,4 8,-7-14,0 1,1-1,-1 0,1 1,0-1,0 0,0-1,0 1,0 0,1-1,-1 0,1 0,0 0,-1 0,1-1,0 1,0-1,0 0,0 0,1-1,-1 1,0-1,0 0,0 0,4 0,1-3,1-1,0 0,-1 0,1-1,-1 0,0-1,-1 0,0 0,0-1,0 0,0 0,-1-1,-1 0,1 0,-1-1,-1 0,1 0,-2 0,1 0,-1-1,-1 0,2-5,1-2,0-1,-2-1,0 1,-1 0,-1-1,-1 0,0 1,-1-1,-2-6,2 25,-1 0,1 0,0 0,-1 0,1 0,0 1,-1-1,1 0,0 0,-1 0,1 0,0 0,-1 0,1 0,0 0,-1 0,1-1,0 1,-1 0,1 0,0 0,-1 0,1 0,0-1,0 1,-1 0,1 0,0 0,-1-1,1 1,0 0,0 0,0-1,-1 1,1 0,0 0,0-1,0 1,0 0,0-1,-1 1,1 0,0-1,0 1,0 0,0-1,0 1,0 0,0-1,-8 33,7-26,1-1,0 0,1 1,-1-1,1 1,0-1,1 0,-1 0,1 1,0-1,0 0,0-1,1 1,0 0,0-1,0 1,0-1,1 0,0 0,0 0,0-1,0 1,0-1,1 0,0 0,-1-1,1 1,0-1,4 1,6 3,0-2,0 0,0 0,0-2,1 0,-1 0,1-2,0 0,14-2,41-9,-7-5</inkml:trace>
  <inkml:trace contextRef="#ctx0" brushRef="#br0" timeOffset="36938.924">722 6739,'5'25,"3"24,6 22,4 18,2 10,1 8,1 4,-5-2,-4-3,-5-8,-4-12,-2-15,-2-21</inkml:trace>
  <inkml:trace contextRef="#ctx0" brushRef="#br0" timeOffset="37474.331">789 7475,'-65'-192,"39"121,3-1,-10-56,31 124,1 1,0-1,0 0,0 0,0 0,1 0,-1 0,1 0,0 0,0 0,1 0,-1 0,1 0,0 0,0 0,0 0,0 1,1-1,0 0,-1 1,1-1,1 1,-1-1,0 1,1 0,0 0,-1 0,1 1,1-1,-1 1,0-1,0 1,1 0,1 0,3-1,-1 1,1 1,-1-1,1 2,0-1,-1 1,1 0,0 0,0 1,-1 0,1 0,0 1,-1 0,0 1,1-1,-1 1,0 1,0-1,-1 1,1 1,-1-1,0 1,0 0,0 0,-1 1,0 0,0 0,0 0,-1 0,0 1,0-1,0 1,-1 0,0 1,-1-1,1 0,-1 1,-1-1,0 1,1 2,-3-1,1 0,-1-1,-1 1,0-1,0 1,0-1,-1 0,-1 1,1-2,-1 1,0 0,-1-1,0 0,0 0,-1 0,0 0,0-1,0 0,-1-1,0 1,0-1,0-1,0 1,-1-1,-5 2,12-6,-1 1,1-1,-1 1,0-1,1 0,-1 1,1-1,-1 0,0 0,1 0,-1 0,1-1,-1 1,0 0,1-1,-1 1,1-1,-1 1,1-1,-1 0,1 0,-1 0,1 0,0 0,0 0,-1 0,1 0,0 0,0 0,0-1,0 1,0 0,1-1,-1 1,0-1,1 1,-1-1,1 1,-1-2,0-1,0-1,1 0,-1 0,1 0,0 0,0 0,1 1,0-1,-1 0,2 0,-1 0,2-3,0-1,1 0,0 0,1 0,0 1,0-1,1 1,0 1,0-1,1 1,0 0,0 1,1-1,0 1,0 1,0 0,1 0,0 0,-1 1,2 1,-1-1,0 2,1-1,-1 1,11-1,-12 5,0 1,0-1,-1 1,1 1,-1-1,1 1,-1 1,0-1,-1 1,1 0,-1 1,0 0,0 0,0 0,-1 0,0 1,-1 0,1 0,-1 0,1 4,40 49,-43-58,0 0,0 0,1 0,-1 0,1-1,-1 1,1-1,-1 0,1 1,0-1,-1 0,1-1,0 1,0-1,0 1,0-1,0 0,-1 0,1 0,0 0,0 0,0-1,0 1,0-1,-1 0,1 0,0 0,0 0,-1-1,1 1,-1-1,1 1,-1-1,0 0,0 0,0 0,0 0,0 0,0-1,0 1,0-2,5-3,-1 0,0-1,0 1,-1-1,0 0,-1-1,0 1,0-1,0 0,-1 0,-1 0,0 0,0 0,0-1,-1 1,-1-1,0 1,0-1,-1 1,0-1,-2-6,2 12,-1 1,0-1,0 1,0-1,-1 1,0 0,1 0,-1 0,0 0,0 0,0 1,-1 0,1-1,-1 1,1 0,-1 1,0-1,1 0,-1 1,0 0,0 0,0 0,0 1,0-1,0 1,0 0,0 0,-1 1,1-1,-1 1,-1 0,0 0,0 1,0-1,0 1,1 1,-1-1,1 1,-1 0,1 0,0 1,0-1,0 1,0 0,1 1,0-1,0 1,0 0,0 0,-1 4,3-7,1 0,-1 0,1 0,0 1,0-1,0 0,1 1,-1-1,0 1,1-1,0 1,-1-1,1 1,0-1,0 1,0-1,1 1,-1-1,1 1,-1-1,1 1,0-1,0 0,0 1,0-1,0 0,1 0,-1 0,1 0,-1 0,1 0,0 0,0 0,0-1,0 1,0-1,0 1,0-1,0 0,1 0,-1 0,0 0,1 0,-1 0,2-1,40 8,4-5</inkml:trace>
  <inkml:trace contextRef="#ctx0" brushRef="#br0" timeOffset="38284.654">1738 6739,'-9'-4,"-1"1,1 0,-1 0,0 1,0 0,0 1,0 0,0 0,0 1,0 0,0 1,0 0,0 1,1 0,-1 1,0-1,1 2,-1 0,1 0,0 0,1 1,-1 1,1-1,0 1,0 1,0-1,1 1,0 1,1-1,0 1,0 1,0-1,1 1,1-1,-4 9,5-7,1-1,0 0,0 1,1 0,0-1,1 1,0 0,0-1,1 1,0-1,1 1,0-1,2 4,-3-9,0 0,1 0,0 0,-1 0,2 0,-1-1,0 1,1-1,-1 1,1-1,0 0,0 0,1 0,-1 0,0-1,1 1,0-1,-1 0,1 0,0-1,0 1,0-1,0 1,1-1,-1-1,0 1,0 0,1-1,-1 0,4 0,-1-1,1 0,-1-1,0 0,0 0,0 0,0-1,0 0,0 0,-1-1,1 0,-1 0,0-1,-1 1,1-1,-1 0,0-1,0 1,0-1,2-5,2-2,0-1,-1 0,-1-1,-1 1,0-1,0-1,-2 1,2-11,4-112,-8 149,0 0,1 0,1-1,0 1,0-1,1 0,0 0,1-1,0 0,0 1,1-2,0 1,1-1,0 0,0-1,1 0,0 0,0-1,0 0,10 4,-14-9,0 1,0-1,0 0,0-1,0 1,0-1,1 0,-1 0,0-1,0 1,0-1,0 0,0-1,0 1,0-1,-1 0,1 0,0 0,-1-1,0 0,1 0,-1 0,0 0,-1-1,4-3,4-5,0-1,0-1,-2 0,1 0,-2-1,0 0,1-6,7-23,-2-1,-2-1,-1 0,-3-1,-2 1,-2-2,-2 1,-3 0,-4-40,4 53,-2-1,-1 1,-1 0,-3 0,0 0,-2 1,-6-11,16 43,1 0,-1 0,-1 0,1 0,0 0,0 0,0-1,0 1,-1 0,1 0,-1 0,1 0,-1 0,1 0,-1 0,1 0,-1 1,0-1,0 0,1 0,-1 0,0 1,0-1,0 0,0 1,0-1,0 1,0-1,0 1,0-1,0 1,0 0,0 0,0-1,0 1,0 0,-1 0,1 0,0 0,0 0,0 0,0 1,0-1,0 0,0 0,0 1,0-1,0 1,0-1,0 1,0-1,0 1,0 0,0-1,0 1,0 0,1 0,-1 0,0 0,1-1,-1 1,0 0,1 0,-1 0,1 0,0 0,-1 1,1-1,0 0,-7 20,2-1,0 1,1-1,1 1,1 1,1-1,1 5,-1 3,-3 33,2-1,3 0,3 1,3-1,2-1,2 1,6 5,-15-57,0 1,1-1,1 0,-1-1,2 1,-1-1,1 1,0-1,1-1,0 1,0-1,1 0,-1 0,2-1,-1 0,1 0,-1-1,2 1,-1-2,0 1,1-2,0 1,0-1,0 0,1-1,1 1,5-4,1 0,-1 0,0-2,0 0,0-1,0 0,-1-1,1-1,-1-1,-1 0,1-1,-1 0,0-1,-1-1,0 0,-1 0,0-2,-1 1,0-2,-1 1,0-2,-1 1,0-1,-1 0,-1-1,0 0,-1 0,-1-1,0 1,0-8,-3 17,0-1,-1 1,0 0,-1 0,0 0,0-1,0 1,0 0,-1 0,0-1,0 1,-1 0,0 0,0 0,0 1,-1-1,0 0,0 1,0 0,-1-1,0 1,-1-1,4 5,0 0,-1 0,1 0,0 0,0 0,-1 1,1-1,0 0,-1 1,1-1,0 1,-1 0,1-1,-1 1,1 0,0 0,-1 0,1 0,-1 0,1 0,-1 0,1 1,-1-1,1 0,0 1,-1-1,1 1,0 0,-1-1,1 1,0 0,0 0,0 0,0 0,0 0,0 0,0 0,0 0,0 0,0 0,0 1,1-1,-1 0,0 1,-19 63,19-57,1 1,0-1,0 1,0-1,1 1,0-1,1 0,0 1,0-1,1 0,0 0,0 0,1-1,0 1,0-1,1 0,0 0,0 0,1-1,-1 0,2 0,-1 0,0-1,1 0,0 0,0-1,1 1,-1-2,1 1,0-1,0 0,0-1,0 0,1 0,-1-1,2 0,32-5,-5-6</inkml:trace>
  <inkml:trace contextRef="#ctx0" brushRef="#br0" timeOffset="38543.236">2059 6392,'14'0,"20"-9,23-13,21-10,22-13,-8 3</inkml:trace>
  <inkml:trace contextRef="#ctx0" brushRef="#br0" timeOffset="38945.959">3851 6031,'25'-29,"54"-59,-4-3,-4-4,51-91,-121 183,10-16,0 0,-1-1,-2 0,0 0,-1-1,-1 0,1-9,-7 31,-1 0,1 0,-1-1,1 1,-1 0,0 0,0-1,1 1,-1-1,0 1,0-1,1 1,-1-1,0 1,0-1,0 1,0-1,0 0,0 0,0 1,0-1,0 0,0 0,0 0,0 0,0 0,0 0,1-1,-1 1,0 0,0 0,0-1,0 1,0 0,0-1,0 1,0-1,1 1,-1-1,0 0,0 1,1-1,-1 0,0 1,1-1,-1 0,1 0,-1 0,1 1,-1-1,1 0,0 0,-1 0,1 0,0 0,0 0,0 0,-1 0,1 0,0 0,0 0,1 0,-1 0,0 0,0 0,1 0,-14 15,1 2,0 0,2 0,0 1,0 0,2 0,0 1,1 1,1-1,1 1,0 0,1 0,2 1,-7 61,3 1,5 0,2-1,5 1,3 0,3-2,21 69,-9-24,-4 2,-1 78,-18-135</inkml:trace>
  <inkml:trace contextRef="#ctx0" brushRef="#br0" timeOffset="39284.274">3877 6285,'108'-79,"2"5,28-8,-103 61,10-7,-4 3,0 1,2 2,45-17,-87 38,1 0,-1 0,1 1,0-1,-1 0,1 1,0-1,0 1,-1 0,1 0,0-1,0 1,-1 0,1 0,0 1,0-1,0 0,-1 1,1-1,0 1,-1-1,1 1,0 0,-1-1,1 1,-1 0,1 0,-1 0,0 1,1-1,-1 0,0 0,0 1,0-1,1 1,-2-1,1 1,0-1,0 1,0-1,-1 1,1 0,7 105,-6-30,13-19,-15-56,1-1,-1 1,1-1,0 1,0-1,-1 1,1-1,0 0,0 1,0-1,0 0,0 0,1 0,-1 0,0 0,1 0,-1 0,0 0,1 0,-1-1,1 1,-1 0,1-1,0 1,-1-1,1 0,-1 0,1 1,0-1,-1 0,1 0,0-1,0 1,13-5</inkml:trace>
  <inkml:trace contextRef="#ctx0" brushRef="#br0" timeOffset="39570.02">4573 5415,'-7'10,"0"9,1 10,2 1</inkml:trace>
  <inkml:trace contextRef="#ctx0" brushRef="#br0" timeOffset="40990.912">1364 7982,'-1'77,"4"0,3 0,8 28,7-38,-20-65,-1-1,1 0,0 1,-1-1,1 0,0 1,0-1,0 0,0 0,0 0,0 0,0 0,0 0,0 0,1 0,-1-1,0 1,1 0,-1-1,0 1,1-1,-1 1,0-1,1 0,-1 0,1 1,-1-1,1 0,-1 0,1-1,-1 1,1 0,-1 0,0-1,1 1,-1-1,1 1,-1-1,0 1,1-1,-1 0,0 0,0 0,1 0,11-12,-1 0,-1-1,0-1,-1 0,-1 0,0-1,-1 0,0 0,-2-1,0 0,4-16,23-119,-17 184,38 86,-51-113,1 0,-1-1,0 1,1-1,0 0,0 0,0 0,1-1,-1 1,1-1,0 0,0-1,0 1,0-1,0 0,1 0,-1 0,1-1,-1 0,1 0,-1-1,1 1,-1-2,-1 1,0-1,1 0,-1 0,1 0,-1-1,0 0,0 0,0 0,0 0,0-1,0 1,-1-1,1 0,-1 0,0 0,0 0,0-1,0 0,0 1,-1-1,1 0,39-94,-29 41,-2 0,-2-1,-3 0,-3 0,-2 0,-2-1,-3 1,-3 0,-13-53,15 82,-2 1,-1-1,-1 1,-9-18,5 25,13 20,-1 1,1 0,0-1,-1 1,1 0,-1 0,1 0,0-1,-1 1,1 0,-1 0,1 0,0 0,-1 0,1 0,-1 0,1 0,-1 0,1 0,0 0,-1 0,1 0,-1 0,1 0,-1 0,1 1,0-1,-1 0,1 0,-1 0,1 1,0-1,-1 0,1 1,0-1,0 0,-1 1,1-1,0 0,0 1,-1-1,1 0,0 1,0-1,0 1,-1-1,1 0,0 1,0-1,0 1,0-1,0 1,0-1,0 0,0 1,0-1,0 1,0-1,0 1,1-1,-1 0,0 1,0-1,0 1,1-1,-2 27,1-1,2 0,1 1,0-1,2 0,8 22,-9-30,26 102,4-1,6-2,9 9,-46-116,1 0,0 0,1-1,0 1,0-1,1 0,0-1,0 1,1-1,0 0,1-1,0 0,0 0,1-1,-1 0,2 1,-7-6,0-1,0 1,-1-1,1 1,0-1,0 0,0 0,0 0,-1-1,1 1,0 0,0-1,-1 0,1 0,0 0,-1 0,1 0,-1 0,1-1,-1 1,0-1,1 0,-1 0,0 0,0 0,0 0,-1 0,1 0,0-1,38-75,-30 40,-1-1,-3 1,-1-1,-1 0,-3-16,0 37,1 13,0 15,3 25,-4-27,0-7,0 17,2-1,0 0,1 0,1 0,0-1,1 1,8 12,-14-27,1 0,0 0,0-1,0 1,0 0,1-1,-1 1,0-1,1 1,-1-1,1 0,-1 1,1-1,0 0,0 0,-1 0,1 0,0-1,0 1,0 0,0-1,0 1,0-1,0 0,0 1,0-1,0 0,0 0,0-1,0 1,0 0,0-1,0 1,0-1,0 0,1 0,19-13</inkml:trace>
  <inkml:trace contextRef="#ctx0" brushRef="#br0" timeOffset="41249.187">2287 7568,'-14'2,"-11"1,-6 0,-2-1,-3 0,6-1</inkml:trace>
  <inkml:trace contextRef="#ctx0" brushRef="#br0" timeOffset="41721.202">1645 7621,'31'-2,"0"-2,0-1,0-1,-1-2,0-1,-1-2,18-8,69-31,-2-4,-3-6,77-56,-157 97,0-1,-2-2,-1-1,0-2,-2 0,-1-2,16-21,-39 46,-1 1,1-1,-1 1,1-1,-1 0,0 0,0 0,1 1,-1-1,0 0,-1 0,1-1,0 1,-1 0,1 0,-1 0,1 0,-1 0,0-1,0 1,0 0,0 0,-1 0,1-1,-1 1,1 0,-1 0,1 0,-1 0,0 0,0 0,0 0,-1 0,1 0,0 1,-1-1,1 0,-1 1,1-1,-1 1,0-1,1 1,-1 0,0 0,0 0,0 0,0 0,-1 0,-4-1,0 1,0-1,-1 2,1-1,0 1,0 0,0 0,-1 1,1 0,0 0,0 1,0 0,0 0,0 1,1-1,-1 1,1 1,0 0,0-1,0 2,0-1,1 1,-1 0,1 0,0 0,1 1,-1 0,1 0,0 0,1 0,0 0,0 1,0 0,1 0,-2 5,-2 17,2 0,1 0,1 0,2 0,1 1,1-1,1 0,2 0,1 0,1-1,1 0,2 0,0-1,8 11,-8-15,1 0,1-1,2 0,0-1,16 18,-23-31,0 0,0-1,1 0,0 0,0-1,1 0,0-1,0 1,0-2,1 1,-1-1,1-1,0 0,0 0,8 0,-13-2,0-1,-1 0,1 0,0 0,0-1,-1 0,1 0,0 0,-1 0,1-1,-1 0,0 0,1 0,-1 0,0-1,0 0,0 1,-1-2,1 1,-1 0,0-1,0 1,0-1,0 0,0 0,-1 0,0 0,1-2,6-13,-1 0,-1 0,-1-1,-1 0,3-19,8-112,-4 240,12 13,-23-98,0-1,1 1,0-1,0 0,0 1,0-1,0 0,1 0,0-1,-1 1,1 0,0-1,0 0,0 0,1 0,-1 0,0 0,1 0,-1-1,1 0,0 0,-1 0,1 0,0 0,3 0,21-2</inkml:trace>
  <inkml:trace contextRef="#ctx0" brushRef="#br0" timeOffset="41973.486">2901 7140,'0'3,"5"0,1 0</inkml:trace>
  <inkml:trace contextRef="#ctx0" brushRef="#br0" timeOffset="43024.708">3236 7287,'11'-10,"0"1,1 0,0 0,1 2,0-1,0 2,1-1,0 2,0 0,0 1,1 0,-1 1,1 1,0 0,12 0,-21 3,0 0,0 1,-1-1,1 1,0 0,-1 1,0-1,1 1,-1 0,0 1,0-1,-1 1,1 0,-1 0,0 0,0 1,0 0,0-1,-1 1,0 0,0 1,2 3,3 10,0 0,-2 0,0 1,-1 0,-1 0,0 2,11 167,7 34,-20-211,1 0,1-1,-1 0,2 0,0 0,0 0,1-1,1 1,0 0,-4-7,0 0,1-1,-1 1,1-1,0 0,-1 0,1 0,0 0,1-1,-1 1,0-1,1-1,0 1,-1 0,1-1,0 0,-1 0,1 0,0-1,0 0,0 0,0 0,2-1,2 0,0-1,0 0,-1-1,1 0,-1-1,1 0,-1 0,0 0,-1-1,1-1,-1 1,0-1,0 0,-1-1,0 1,0-1,0-1,-1 1,0-1,3-7,-2 4,0 0,-1 0,-1-1,0 0,-1 1,0-2,0 1,-1 0,-1 0,0-1,-1 1,0-1,-1 1,-1-1,0-1,-2 0,-1 0,0 0,-1 1,-1 0,0 0,-1 0,0 1,-1 0,0 0,-1 1,-1 1,1 0,-2 0,1 1,-1 0,0 1,-1 0,0 1,-1 1,1 0,-1 1,0 0,0 1,-1 0,1 2,-1-1,1 2,-1 0,0 1,-4 0,6 0,-1 0,1 1,-1 1,1 0,0 0,0 1,-5 3,18-6,0 0,0 0,1 0,-1 1,0-1,0 0,0 0,1 0,-1 0,0 0,0 1,0-1,0 0,1 0,-1 0,0 1,0-1,0 0,0 0,0 1,0-1,0 0,0 0,0 1,0-1,0 0,0 0,0 1,31-9,0-1,-1-2,0-1,-1-1,15-10,-34 18,97-49,-1-5,9-13,-114 71,0 1,0 0,-1 0,1 0,-1 0,1 0,0 0,-1 0,1 0,-1-1,1 1,0 0,-1 0,1-1,-1 1,1 0,-1-1,1 1,-1 0,1-1,-1 1,0-1,1 1,-1 0,1-1,-1 1,0-1,1 1,-1-1,0 0,0 1,0-1,1 1,-1-1,0 1,0-1,0 0,0 1,0-1,0 1,0-1,0 0,0 1,0-1,0 1,-1-1,1 0,0 1,0-1,0 1,-1-1,1 0,-8 2,1 1,0 0,-1 0,1 0,0 1,0 0,1 0,-1 0,0 1,1 0,0 1,0-1,0 1,1 0,0 1,0-1,0 1,1 0,-1 0,1 1,-2 1,0 0,0 0,1 1,0-1,1 1,0 0,0 1,1-1,0 1,0 4,3-13,0 0,-1 0,1 0,0 0,0 0,0 0,0 1,0-1,1 0,-1 0,0 0,0 0,1 0,-1 0,0 0,1 0,-1 0,1 0,-1-1,1 1,0 0,-1 0,1 0,0-1,0 1,0 0,-1-1,1 1,0 0,0-1,0 1,0-1,0 0,0 1,0-1,0 0,0 0,0 1,0-1,0 0,0 0,0 0,0 0,1 0,-1 0,0-1,0 1,0 0,0-1,0 1,1-1,53-21,-37 12,-1-1,0-1,0 0,-2-2,0 1,0-2,-1 0,-1-1,0 0,9-18,-5 13,-4 38,-12-11,0-1,0 1,0-1,0 1,1-1,0 0,0 0,1 0,-1 0,1 0,0-1,0 1,1-1,-1 0,1 0,0 0,0 0,0-1,1 1,-1-1,1 0,0-1,0 1,0-1,0 0,0 0,1-1,-1 1,0-1,1 0,-1 0,1-1,1 0,5-4,0-1,0-1,0 0,-1 0,0-1,0 0,-1-1,0-1,-1 1,1-2,-1 1,-1-1,0 0,-1-1,0 0,0 0,-1-1,0 1,-1-1,1-7,10-26,-2 0,-2-1,-3-1,-1 1,-2-2,-2 1,-3 0,-3-35,2 45,-3 1,0-1,-3 1,-5-19,10 51,1 2,-1-1,1 0,-1 0,0 1,1-1,-1 0,-1 1,1-1,0 1,-1-1,1 1,-1-1,1 1,-1 0,0 0,0 0,0 0,-1 0,1 2,0 1,1 0,-1 0,0 0,1 0,-1 0,1 0,0 0,-1 0,1 0,0 1,0-1,-1 1,1-1,0 1,1-1,-1 1,0-1,0 1,1 0,-1 0,1-1,-1 1,1 0,0 0,-1 1,1-3,-8 37,1 1,2 0,2 0,1 0,2 0,4 35,-2-42,1 0,2-1,1 0,1 0,1 0,11 24,-15-44,1 1,0-1,1 0,0-1,0 1,1-1,0 0,1-1,0 1,0-2,1 1,0-1,0-1,1 1,0-1,0-1,0 0,1-1,9 4,-12-6,0 0,-1 0,1-1,0 0,0-1,-1 1,1-1,0-1,0 0,0 0,-1 0,1-1,0 0,-1 0,0-1,1 0,-1-1,0 1,-1-1,1-1,-1 1,3-3,17-20</inkml:trace>
  <inkml:trace contextRef="#ctx0" brushRef="#br0" timeOffset="43296.904">4265 6833,'25'12,"22"3,21-8,15-13,7-14,2-11,-6-6,-8-1,-13 4,-18 7</inkml:trace>
  <inkml:trace contextRef="#ctx0" brushRef="#br0" timeOffset="43566.185">5040 6673,'3'27,"0"4,0 0,2 0,1 0,2 0,1-1,7 14,-15-41,0 0,0 0,0 0,1 0,0 0,-1-1,1 1,0-1,0 1,1-1,-1 0,0 0,1 0,-1 0,1 0,0 0,-1-1,1 1,0-1,0 0,0 0,0 0,0 0,1 0,-1-1,0 1,0-1,0 0,0 0,1 0,-1-1,0 1,0-1,0 1,0-1,3-1,5-4,0 0,-1-1,0 0,0-1,0 0,-1 0,-1-1,1 0,-1-1,-1 1,0-2,0 1,-1-1,0 0,-1 0,-1-1,1 1,-2-1,0 0,0 0,-1 0,0-6,-1 15,0 0,0 0,-1 0,0 0,1 0,-1-1,0 1,0 0,-1 0,1 0,-1 0,1 0,-1-1,0 1,0 0,-1 0,1 1,-1-1,1 0,-1 0,0 1,0-1,0 1,0 0,0-1,-1 1,1 0,-1 0,1 0,-1 1,0-1,0 1,0-1,0 1,0 0,0 0,0 0,0 1,0-1,0 1,0 0,-1 0,1 0,0 0,0 0,-2 1,-5 3,0 1,0 0,1 1,-1 0,1 1,0 0,1 0,0 1,0 0,0 0,1 1,1 0,-1 0,1 0,1 1,0 0,0 0,1 1,0 1,0-2,0 1,1-1,0 1,1 0,0 0,0 0,1 0,1 6,0-15,0 1,0 0,1-1,-1 1,1 0,-1-1,1 1,0 0,0-1,0 0,0 1,1-1,-1 1,1-1,-1 0,1 0,0 0,0 0,0 0,0 0,0-1,0 1,0-1,1 1,-1-1,0 0,1 0,0 0,-1 0,1 0,-1-1,1 1,0-1,-1 1,1-1,2 0,69-15,-38 1</inkml:trace>
  <inkml:trace contextRef="#ctx0" brushRef="#br0" timeOffset="43834.83">5348 6205,'-15'7,"0"1,0 0,1 1,1 1,0 0,0 1,1 1,0 0,1 0,0 1,1 0,1 1,0 0,1 1,5-11,1 0,-1 0,1 0,0 1,1-1,-1 1,1-1,0 1,0-1,0 1,0 0,1 0,0-1,0 1,0 0,1 0,-1 0,1-1,0 1,1-1,-1 1,1-1,0 1,0-1,0 0,1 0,-1 0,1 0,0 0,0 0,0-1,4 3,11 6,0 0,1-1,1-1,0-1,0 0,13 2,20 10,-22-9,-1 3,0 0,-1 2,-1 1,0 1,-2 1,14 15,-25-21,77 61,-88-73,1 1,0-1,0 0,0 0,0-1,0 1,0-1,1-1,-1 1,0 0,0-1,1 0,-1-1,0 1,0-1,1 0,-1 0,0-1,0 1,0-1,0 0,14-8,-2-1,1 0,-1-1,-1-1,0 0,8-11,16-15</inkml:trace>
  <inkml:trace contextRef="#ctx0" brushRef="#br0" timeOffset="45045.042">1564 9052,'-17'5,"0"-1,0 2,1 1,-1 0,2 0,-1 2,1 0,0 1,1 0,0 1,1 1,0 0,1 1,0 0,1 1,0 0,1 1,1 0,1 0,0 1,1 0,0 1,1 0,-3 16,8-28,0 0,0 0,0 0,0 0,1 0,0 0,0-1,0 1,1 0,0 0,0 0,0 0,0 0,1-1,0 1,0 0,0-1,0 0,1 1,-1-1,1 0,0 0,1-1,-1 1,1-1,-1 1,1-1,0 0,0-1,1 1,-1-1,1 1,-1-1,3-1,-1 0,0 0,1-1,-1 0,0 0,1 0,-1-1,0 0,1 0,-1-1,0 1,0-1,0-1,0 1,-1-1,1 0,0 0,-1-1,0 0,0 0,0 0,12-10,-2-1,0 0,-1-1,0-1,8-13,-1-3,-2-1,-1-1,-1-1,-2 0,-2-1,-1-1,-2 0,-2 0,-1-1,-2 0,-2-5,-1 27,-1 0,0-1,-2 1,0 0,0 0,-2-1,0 1,-2 1,1-1,-2 1,0 0,-1 0,-1 0,0 1,-1 0,-5-5,13 18,-1 0,1 0,-1 1,0-1,0 0,0 1,0-1,0 1,0-1,0 1,0 0,0 0,-1 0,1 0,0 1,-1-1,1 0,-1 1,1 0,-1-1,1 1,-1 0,1 1,-1-1,1 0,-1 1,1-1,0 1,-1 0,1-1,0 1,-1 0,1 1,0-1,0 0,0 1,0 0,-7 9,1 1,1 0,0 0,1 1,0-1,0 2,2-1,0 1,0-1,1 1,1 0,0 0,1 0,1 0,0 7,-2 17,2 0,2 0,0 0,3 0,9 36,-9-54,0-1,2 0,0 0,1-1,1 0,0 0,1-1,1 0,1-1,1-1,0 1,4 2,-10-12,0 0,0 0,0-1,1 1,0-2,0 1,0-1,1 0,-1-1,1 0,0-1,0 1,0-2,0 1,0-1,0-1,0 0,1 0,-1 0,0-1,0-1,0 0,0 0,0 0,0-1,-1-1,1 1,-1-2,0 1,0-1,-1 0,1 0,-1-1,8-9,-2 0,0-1,-1 0,-1-1,0 0,-1-1,-1 0,-1-1,0 1,-2-2,0 1,-1-1,-1 0,-1 0,0 0,-2 0,0 0,-1-1,-2 1,-1-7,3 57,1-21,0 0,1 0,0-1,1 1,0 0,0-1,1 0,0 1,0-1,1-1,0 1,1-1,-1 0,1 0,1-1,-1 1,1-1,0-1,1 0,-1 0,1 0,0-1,0 0,0 0,5 1,6-1,-1 0,1-1,0 0,0-2,0-1,0 0,1-1,59-6</inkml:trace>
  <inkml:trace contextRef="#ctx0" brushRef="#br0" timeOffset="46080.841">3156 8531,'15'5,"-1"1,0 0,0 1,0 0,-1 1,0 1,0 0,-1 1,0 0,-1 1,0 0,-1 1,0 0,-1 1,0 0,-1 0,0 1,-1 0,-1 0,0 0,-1 1,-1 0,1 5,-2-2,-2-18,0-1,0 1,0 0,0-1,0 1,0-1,0 1,0-1,0 0,0 1,0-1,-1 0,1 0,0 1,0-1,-1 0,1 0,0 0,-1 0,1 0,-1 0,0 0,1 0,-1 0,0 0,1 0,-1 0,0 0,0 0,0-1,0 0,99-287,-89 262,-9 27,-1 0,0 0,0 0,0 1,0-1,0 0,1 0,-1 0,0 0,0 1,0-1,1 0,-1 0,0 0,0 0,0 0,1 0,-1 1,0-1,0 0,1 0,-1 0,0 0,0 0,1 0,-1 0,0 0,0 0,1 0,-1 0,0 0,0-1,0 1,1 0,-1 0,0 0,0 0,1 0,-1 0,0 0,0-1,0 1,1 0,-1 0,0 0,0-1,0 1,0 0,0 0,0 0,1-1,-1 1,0 0,0 0,0 0,0-1,0 1,0 0,0 0,0-1,0 1,0 0,0 0,0-1,3 23,-2-19,0 10,1 1,0-1,1 1,1-1,0 0,1 0,2 5,-6-16,1 1,-1 0,0-1,1 1,0-1,0 1,0-1,0 0,0 1,0-1,0-1,1 1,-1 0,1 0,-1-1,1 1,0-1,-1 0,1 0,0 0,0 0,0-1,0 1,0-1,0 1,0-1,0 0,0 0,0-1,0 1,0-1,0 1,0-1,0 0,0 0,1-1,10-5,0-1,0-1,0 0,-1-1,-1 0,1-1,-2 0,0-1,0-1,-1 0,0 0,-2 0,1-2,-2 1,0-1,1-2,2-34,-16 67,5-8,-1 1,2-1,-1 0,1 0,1 0,-1 0,2 0,-1 0,1 0,0 0,0 0,1-1,0 1,0-1,1 0,0 0,1 0,-1 0,1-1,0 1,1-1,0-1,0 1,0-1,0 0,1 0,0-1,0 0,0 0,2 0,14 1</inkml:trace>
  <inkml:trace contextRef="#ctx0" brushRef="#br0" timeOffset="46273.842">3677 8156,'18'7,"7"2</inkml:trace>
  <inkml:trace contextRef="#ctx0" brushRef="#br0" timeOffset="46971.238">4131 8183,'35'75,"49"81,-84-154,0-1,1 0,-1 0,0 0,0 0,1 0,-1 0,1 0,-1 0,1 0,-1 0,1 0,0-1,0 1,-1 0,1 0,0 0,0-1,0 1,0 0,0-1,0 1,0-1,0 1,0-1,0 0,0 1,0-1,0 0,0 0,0 0,0 0,0 0,0 0,0 0,0 0,1 0,-1 0,0 0,0-1,0 1,0 0,0-1,0 1,0-1,0 1,0-1,0 0,-1 1,1-1,0 0,0 0,0 0,-1 1,1-1,-1 0,1 0,0 0,-1 0,1-1,35-167,-8 81,-28 87,0 1,0-1,0 1,0-1,0 0,1 1,-1-1,0 1,0-1,1 1,-1-1,0 1,0-1,1 1,-1 0,0-1,1 1,-1-1,1 1,-1 0,1-1,-1 1,1 0,-1-1,1 1,-1 0,1 0,-1 0,1-1,-1 1,1 0,-1 0,1 0,0 0,-1 0,1 0,-1 0,1 0,-1 0,1 0,-1 1,1-1,-1 0,1 0,0 0,-1 1,1-1,-1 0,0 1,1-1,-1 0,1 1,-1-1,1 0,-1 1,0-1,1 1,-1-1,0 1,0-1,1 1,-1-1,0 1,0-1,0 1,14 38,-13-37,5 26,-4-17,0 1,1-1,0 0,1 0,0 0,1 0,0-1,0 0,1 0,1 0,6 7,-11-15,0-1,0 1,0-1,0 0,1 1,-1-1,0 0,1 0,-1-1,1 1,-1-1,1 1,-1-1,1 0,0 1,-1-1,1-1,-1 1,1 0,-1-1,1 1,-1-1,1 0,-1 0,1 0,-1 0,0 0,1 0,-1-1,0 1,0-1,0 1,1-2,60-65,-45 44,-2-1,0-1,-2-1,-1 0,9-26,-15 34,7 57,-13-34,1 0,-1 0,1 1,1-1,-1 0,0-1,1 1,0 0,0-1,0 1,0-1,1 0,-1 0,1 0,0-1,0 1,0-1,0 0,0 0,0 0,1-1,-1 1,1-1,-1 0,1-1,-1 1,1-1,-1 1,1-1,0-1,6 1,1-1,-1-1,0 0,1 0,-1-1,0 0,-1-1,1-1,0 1,-1-2,7-4,-2-1,0 0,-1 0,0-2,-1 0,-1 0,0-1,-1 0,0-1,-1-1,-1 0,0 0,-2 0,0-1,0 0,-2-1,4-16,-8 28,-1 0,1 0,-1 0,-1 0,1 0,-1 1,0-1,0 0,-1 0,1 1,-1-1,-2-1,4 5,-1 0,-1 0,1 0,0 0,0 0,-1 0,1 0,-1 1,0-1,1 1,-1-1,0 1,0-1,0 1,0 0,0 0,0 0,0 0,0 1,-1-1,1 0,0 1,0 0,-1-1,1 1,0 0,-1 0,1 0,0 1,0-1,-1 0,0 1,-2 2,-1 0,1 0,0 1,0 0,0 0,1 0,-1 0,1 1,0 0,0 0,0 0,1 0,0 1,0-1,0 1,1 0,-1-1,2 1,-1 1,1-1,-1 0,2 0,-1 0,1 1,0-1,0 0,1 5,0-4,-1 0,1-1,1 1,-1 0,1-1,1 0,-1 1,1-1,0 0,0 0,1 0,0-1,0 1,0-1,1 0,-1 0,1-1,0 1,1-1,-1 0,1-1,0 1,0-1,0 0,0 0,0-1,1 0,-1 0,1 0,-1-1,1 0,0-1,0 1,-1-1,1 0,0-1,1 0,40-7,-4-5</inkml:trace>
  <inkml:trace contextRef="#ctx0" brushRef="#br0" timeOffset="47548.426">5401 7755,'-3'12,"0"-1,0 1,1 0,1 0,0 0,0 1,2 7,-1-17,1 0,-1 1,1-1,0 0,0 0,0 0,0 0,0 0,1 0,-1 0,1-1,0 1,0 0,0-1,0 0,0 1,1-1,-1 0,1 0,0 0,-1 0,1-1,0 1,0-1,0 0,0 0,0 0,0 0,0 0,3 0,3-1,0-1,0 0,0 0,0-1,0-1,0 1,-1-1,1 0,-1-1,0 0,0-1,-1 1,1-1,-1-1,0 0,0 0,-1 0,1-1,-1 1,-1-2,1 1,3-8,-4 9,-1-1,1 0,-1 0,-1 0,1 0,-1-1,0 0,-1 0,0 1,0-1,-1 0,0-1,0 1,-1 0,0 0,0-2,-13 0,2 30,9-15,1-1,0 1,0 0,1 0,-1-1,1 1,0 0,0 0,1 0,0 0,-1 0,1-1,1 1,-1 0,1-1,0 1,0-1,0 0,1 1,-1-1,1 0,0 0,0-1,1 1,-1-1,1 1,0-1,-1 0,1-1,1 1,-1-1,0 1,1-1,-1-1,1 1,-1-1,3 1,1-1,0 0,0-1,1 0,-1 0,0-1,0 0,0-1,0 0,-1 0,1 0,0-1,-1 0,1-1,-1 0,0 0,0 0,-1-1,1 0,-1 0,0-1,-1 1,1-1,0-2,9-10,-1-1,0 0,-2-1,0-1,-2 0,0 0,3-11,6-18,-19 50,0 0,0 0,0 1,0-1,0 0,0 0,0 0,0 1,0-1,0 0,0 0,0 0,0 1,1-1,-1 0,0 0,0 0,0 0,0 1,0-1,0 0,1 0,-1 0,0 0,0 0,0 1,1-1,-1 0,0 0,0 0,0 0,1 0,-1 0,0 0,0 0,0 0,1 0,-1 0,0 0,0 0,0 0,1 0,-1 0,0 0,0 0,0 0,1 0,-1 0,0 0,0-1,0 1,1 0,-1 0,0 0,0 0,0 0,0-1,0 1,1 0,-1 0,0 0,0 0,0-1,6 29,-4-19,0-1,0 0,0 0,1-1,0 1,1-1,-1 0,1 1,1-2,-1 1,1 0,0-1,1 0,-1 0,1-1,0 0,1 0,-1 0,1-1,0 0,0 0,1 0,-1-1,1 0,-1-1,1 0,0 0,0 0,0-1,2 0,33-17,-27 1</inkml:trace>
  <inkml:trace contextRef="#ctx0" brushRef="#br0" timeOffset="47765.877">6110 7046,'-19'-11,"-4"-4</inkml:trace>
  <inkml:trace contextRef="#ctx0" brushRef="#br0" timeOffset="49190.259">13048 5589,'23'16,"21"17,19 11,14 10,9 5,5 4,-2 2,-5 0,-4-3,-12-2,-13-8,-16-11</inkml:trace>
  <inkml:trace contextRef="#ctx0" brushRef="#br0" timeOffset="49470.55">13423 5202,'16'21,"21"17,22 15,24 8,19 7,14 1,6 0,2-2,-3-2,-7-1,-9-3,-11-2,-15-5,-20-11</inkml:trace>
  <inkml:trace contextRef="#ctx0" brushRef="#br0" timeOffset="49747.881">14398 5202,'14'21,"18"17,19 15,20 8,18 7,16 1,13 2,8-2,4-3,-1 0,-5 0,-7-2,-13-1,-12-2,-12-7,-17-10,-17-12</inkml:trace>
  <inkml:trace contextRef="#ctx0" brushRef="#br0" timeOffset="50030.204">15387 5322,'18'10,"16"11,15 11,15 13,15 9,13 6,10 4,7-2,0 1,-2-1,-4-2,-7-5,-10-7,-9-7,-12-8,-14-10,-16-9</inkml:trace>
  <inkml:trace contextRef="#ctx0" brushRef="#br0" timeOffset="50290.509">16190 5295,'16'14,"16"16,17 16,14 11,11 11,12 4,10 0,6-4,4-4,0-4,-4-8,-9-8,-8-7,-12-9,-11-11,-15-9,-10-13,-12-6</inkml:trace>
  <inkml:trace contextRef="#ctx0" brushRef="#br0" timeOffset="50590.782">16952 5282,'31'31,"2"-1,2-1,0-2,2-2,1-1,1-2,3 0,78 34,3-4,2-6,1-6,123 22,-85-32,-163-29,0 0,0-1,0 1,0-1,1 0,-1 1,0-1,0 0,0 0,0 0,1 0,-1 0,0 0,0 0,0 0,0 0,1 0,-1-1,0 1,0 0,0-1,0 1,0-1,0 1,0-1,0 0,0 1,0-1,0 0,0 0,0 0,-1 0,1 0,0 0,-1 0,1 0,0 0,-1 0,1 0,-1 0,0 0,1 0,-1 0,0 0,0-1,0 1,1 0,-1 0,-1 0,1-1,0 1,0 0,0 0,-1 0,1 0,0 0,-1-1,1 1,-1 0,1 0,-1 0,0 0,1 0,-2 0,-14-29,-4-2</inkml:trace>
  <inkml:trace contextRef="#ctx0" brushRef="#br0" timeOffset="50889.981">17700 5175,'21'14,"20"11,21 8,19 5,15 2,12-3,9 0,2-4,-6-6,-10-5,-11-6,-15-6,-16-4,-18-4</inkml:trace>
  <inkml:trace contextRef="#ctx0" brushRef="#br0" timeOffset="51084.46">18396 4975,'22'16,"18"16,7 17,-1 13,-8 6,-11-9</inkml:trace>
  <inkml:trace contextRef="#ctx0" brushRef="#br2" timeOffset="84650.245">21550 5550,'0'-3,"0"28,-16 286,2-78,10 2,13 57,-1-190,-5-67</inkml:trace>
  <inkml:trace contextRef="#ctx0" brushRef="#br2" timeOffset="85881.47">21471 7087,'-132'324,"127"-315,-12 34,17-42,0 0,0 0,0 0,0 0,0 0,0 0,0 0,0 0,0 0,1 0,-1 0,0 0,1 0,-1 0,1 0,-1 0,1-1,-1 1,1 0,-1 0,1-1,0 1,0 0,-1-1,1 1,0 0,0-1,0 1,-1-1,1 1,0-1,0 0,0 1,0-1,0 0,0 0,0 0,0 0,0 0,0 0,1 0,15 0,1-2,-1 0,1-1,-1-1,0 0,0-1,-1-1,1-1,-1 0,2-2,-12 6,52-31,-57 33,0 0,1 0,-1 0,0 0,0 0,0 0,0 0,0 0,0 0,0-1,0 1,0 0,-1-1,1 1,-1-1,1 1,-1-1,1 1,-1-1,0 1,0-1,0 1,0-1,0 0,0 1,0-1,0 1,0-1,-1 1,1-1,-1 1,1-1,-1 1,0 0,0-1,1 1,-1 0,0-1,0 1,-1-1,1 1,0 0,0 0,1 0,-1 0,0 0,0 0,0 0,-1 0,1 0,0 1,0-1,0 0,-1 1,1-1,0 1,0-1,-1 1,1 0,0 0,-1-1,1 1,-1 0,1 0,0 0,-1 1,1-1,0 0,-1 0,1 1,0-1,-1 1,1-1,0 1,0-1,0 1,-1 0,1 0,0 0,0-1,0 1,0 0,0 0,0 1,1-1,-1 0,0 0,0 0,1 0,-1 1,1-1,-1 0,1 0,0 1,-1-1,1 1,-8 22,0 0,2 1,1 0,1 0,1 0,0 23,2-23,-13 203,11-187</inkml:trace>
  <inkml:trace contextRef="#ctx0" brushRef="#br2" timeOffset="86766.465">21858 6993,'-41'326,"39"-284,-3 1,-1-1,-2 0,-1-1,6-29,7-21,1-5,-1 5,-1 0,1 0,0 1,0-1,1 1,1 0,-1 1,1-1,0 1,1 0,0 1,0-1,0 1,1 1,0-1,0 1,0 1,1 0,2-2,-9 6,0 0,0 0,0-1,-1 1,1 0,0 1,0-1,-1 0,1 0,0 1,0-1,-1 1,1 0,0-1,-1 1,1 0,-1 0,1 0,-1 0,1 0,-1 0,0 0,1 1,-1-1,0 1,0-1,0 0,0 1,0 0,-1-1,1 1,0-1,-1 1,1 0,-1 1,8 64,-8-61,0 0,-1 0,0-1,-1 1,1 0,-1 0,0-1,-1 1,1-1,-1 0,0 0,0 0,-1 0,0 0,1-1,-1 1,-1-1,1 0,-1-1,0 1,1-1,-1 0,-1 0,1 0,0-1,-1 1,1-1,-1-1,-4 2,8-3,0-1,0 1,0 0,0-1,-1 0,1 1,0-1,0 0,1 0,-1 0,0 0,0 0,0 0,1-1,-1 1,0-1,1 1,-1-1,1 1,0-1,0 0,-1 0,1 0,0 0,1 0,-1 0,0 0,0 0,1 0,0 0,-1 0,1 0,0 0,0 0,0 0,0-1,0 1,0 0,1 0,-1 0,1 0,0 0,-1 0,1 0,0 0,0 0,0 0,1 0,0 0,6-8,0 1,1 0,0 1,1 0,0 0,0 1,1 0,0 1,0 0,0 1,1 1,0-1,0 2,0-1,0 2,0 0,3 0,-13 1,0 0,0 0,0 1,0-1,0 0,1 1,-1 0,0-1,1 1,-1 0,0 0,0 0,1 1,-1-1,0 0,1 1,-1 0,0-1,0 1,0 0,0 0,0 0,0 0,0 1,0-1,0 0,0 1,-1 0,1-1,-1 1,1 0,-1 0,0 0,1 0,-1 0,0 0,0 1,3 48,-5-44,1-1,0 0,0 0,1 1,-1-1,2 0,-1 0,0 0,1 0,0 0,1 0,-1 0,1-1,0 1,4 4,-6-9,0 0,1 1,-1-1,0 0,1 0,-1 0,1 0,-1-1,1 1,-1 0,1-1,0 1,-1-1,1 1,0-1,-1 0,1 0,0 1,-1-1,1 0,0-1,0 1,-1 0,1 0,0-1,-1 1,1-1,0 0,-1 1,2-2,13-8</inkml:trace>
  <inkml:trace contextRef="#ctx0" brushRef="#br2" timeOffset="87024.801">22125 7046,'0'0</inkml:trace>
  <inkml:trace contextRef="#ctx0" brushRef="#br2" timeOffset="87357.831">22433 6819,'8'106,"-5"-1,-5 1,-14 104,14-191,-1 2,1-1,0 0,2 1,1-1,0 1,1-1,-1-16,0 1,0-1,0 0,0 0,1 0,-1-1,1 1,0 0,0 0,1-1,-1 1,1-1,-1 0,1 0,0 0,0 0,1 0,-1-1,0 0,1 1,0-1,-1 0,1-1,0 1,0-1,0 1,0-1,0 0,1-1,-1 1,2-1,13-1,0-1,1 0,-1-2,-1 0,1-1,-1-1,0-1,0 0,0-2,-1 0,-1 0,1-2,-2 0,1-1,4-6,-18 17,-1 0,-1 0,0 1,0-1,1 1,-1-1,0 0,0 1,1-1,-1 1,1-1,-1 1,0-1,1 1,-1-1,1 1,-1 0,1-1,0 1,-1 0,1-1,-1 1,1 0,0 0,-1-1,1 1,-1 0,1 0,0 0,-1 0,1 0,0 0,-1 0,1 0,0 0,-1 0,1 0,0 1,-1-1,1 0,-1 0,1 0,0 1,-1-1,1 0,-1 1,1-1,-1 1,1-1,-1 1,0-1,1 1,-1-1,1 1,-6 22,4-21,0 1,0 0,0 0,0 0,0-1,0 1,1 0,-1 0,1 1,0-1,0 0,0 0,0 0,1 0,-1 0,1 0,0 0,0 0,0-1,0 1,0 0,0 0,1-1,0 1,-1-1,1 1,0-1,0 0,0 1,1-1,-1 0,2 1,19 1,1-5</inkml:trace>
  <inkml:trace contextRef="#ctx0" brushRef="#br2" timeOffset="87630.101">23035 7248,'-14'0,"-6"0,-3 0,1-3,1-2,3-4,4 1</inkml:trace>
  <inkml:trace contextRef="#ctx0" brushRef="#br2" timeOffset="87899.38">22700 7060,'-9'-5,"4"-1,14 1,19 0,16 2,15 1,6-4,-4-3,-12 1</inkml:trace>
  <inkml:trace contextRef="#ctx0" brushRef="#br2" timeOffset="88693.919">21537 5550,'-205'235,"184"-207,36-36,161-181,-158 166,-1 0,-1-1,-1-1,-1 0,-1-1,2-9,-5 23,-5 33,-4-16,9 46,2-1,2 0,2-1,10 19,-25-68,0 1,-1-1,1 1,-1-1,1 1,-1 0,0-1,1 1,-1 0,0-1,1 1,-1 0,0-1,0 1,0 0,0 0,1-1,-1 1,0 0,0 0,0-1,-1 1,1 0,0 0,0-1,0 1,0 0,-1 0,1-1,0 1,-1 0,1-1,0 1,-1-1,1 1,-1 0,1-1,-1 1,0-1,1 1,-1-1,1 1,-1-1,0 0,1 1,-1-1,0 0,1 0,-1 1,0-1,0 0,1 0,-1 0,0 0,0 0,1 0,-1 0,0 0,0 0,1 0,-1 0,0-1,0 1,1 0,-1 0,0-1,-205-5,79 14,-2 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8:20.1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93 176,'-4'23,"-2"21,0 17,1 13,2 9,1 5,1 4,1 1,0-4,0-6,0-11,0-18</inkml:trace>
  <inkml:trace contextRef="#ctx0" brushRef="#br0" timeOffset="3031.892">13 109,'-10'742,"9"677,8-1213,55 805,27-446,-38-273,0 120,-44-312,58 567,-62-643,15 80,-4-1,-5 2,-5-1,-4 1,-9 46,-44 255,43-294,-5-1,-5 0,-25 76,23-112,-12 31,6 2,-5 51,27-115,3 0,1 1,3-1,1 5,-1-46,-1 1,1-1,-1 1,1-1,0 1,0-1,1 1,-1-1,1 0,-1 0,1 0,0 1,0-2,1 1,-1 0,1 0,-1-1,1 0,0 1,0-1,0 0,0 0,0 0,0-1,1 1,-1-1,0 0,4 1,106 8,-96-10,818-42,-638 27,1518-85,-989 79,-707 19,-38-1</inkml:trace>
  <inkml:trace contextRef="#ctx0" brushRef="#br0" timeOffset="5091.88">26 56,'0'-1,"-1"1,1-1,-1 1,0-1,1 1,-1-1,1 0,-1 1,1-1,0 0,-1 1,1-1,0 0,-1 0,1 1,0-1,0 0,0 0,0 0,0 1,0-1,0 0,0 0,0 0,0 1,0-1,0 0,1 0,-1 0,0 1,0-1,1 0,-1 1,1-1,-1 0,1 1,-1-1,1 0,-1 1,1-1,-1 1,1-1,0 1,-1-1,1 1,0 0,-1-1,1 1,0 0,0-1,41-13,159 5,-152 10,110-1,909 30,-243 11,-713-41,112 0,0 10,66 17,-288-27,25 4,0 0,0 2,-1 1,21 8,-45-14,0 0,0 1,0-1,0 0,0 1,0-1,0 1,0-1,-1 1,1 0,-1 0,1 0,-1 0,0 0,0 0,0 0,0 0,0 0,0 0,0 1,-1-1,1 0,-1 1,0-1,0 0,0 1,0-1,0 0,0 1,-1 1,-23 74,18-62,-17 55,3 2,3 1,-6 71,6-43,-14 85,8 2,8 1,9 0,8 0,26 186,99 425,-93-477,50 403,39-97,-101-542,35 147,-10 2,-9 19,-26-71,-11 123,3 78,2-229,-11 129,-7 6,-30-122,30-130,1 0,2 0,-2 30,7 114,-25-214,3-1</inkml:trace>
  <inkml:trace contextRef="#ctx0" brushRef="#br0" timeOffset="6778.902">53 2730,'-6'-6,"19"4,502 1,114-32,-147 6,710 2,-959 37,-204-17,-43-6,-6 6</inkml:trace>
  <inkml:trace contextRef="#ctx0" brushRef="#br0" timeOffset="7578.301">0 3185,'19'15,"1"-9,1-2,-1 0,1-1,-1-2,1 0,3-1,-4 1,262-3,48-17,-150 8,1678-72,-1650 81,-208 2,0 0,-1 0,1 0,0 0,0 0,0-1,0 1,-1 0,1 0,0 0,0 0,0 0,0-1,0 1,0 0,0 0,0 0,-1 0,1-1,0 1,0 0,0 0,0 0,0 0,0-1,0 1,0 0,0 0,0 0,0-1,0 1,0 0,0 0,0 0,0 0,1-1,-1 1,0 0,0 0,0 0,0 0,0-1,0 1,1 0,-23-8,-18-2,19 5</inkml:trace>
  <inkml:trace contextRef="#ctx0" brushRef="#br0" timeOffset="8359.731">387 3813,'-13'10,"33"-11,-11-1,378-44,1129-42,-1071 70,73 1,-747 45,178-18</inkml:trace>
  <inkml:trace contextRef="#ctx0" brushRef="#br0" timeOffset="9059.454">361 4335,'1'1,"0"1,0 0,0-1,0 1,0 0,0-1,1 1,-1-1,1 0,-1 1,1-1,-1 0,1 0,0 0,0 0,-1 0,1-1,0 1,0 0,0-1,0 1,0-1,0 0,0 0,0 0,0 0,0 0,0 0,0 0,0-1,0 1,-1 0,2-1,5 1,255-19,1654-41,-1668 59,650-31,-757 25,-129 6,-24 1,-181 33,167-28,4-2</inkml:trace>
  <inkml:trace contextRef="#ctx0" brushRef="#br0" timeOffset="9764.73">213 3839,'-2'-2,"4"-1,5 0,12 1,13 0,13-1,12-3,9-2,-8 0</inkml:trace>
  <inkml:trace contextRef="#ctx0" brushRef="#br0" timeOffset="11930.949">280 4348,'30'0,"29"0,31 0,27-5,18-6,-13 0</inkml:trace>
  <inkml:trace contextRef="#ctx0" brushRef="#br0" timeOffset="13470.346">280 4976,'-40'0,"838"-18,356 5,-261 46,-829-31,-64-2,0 0,0 0,0 1,0-1,0 0,0 0,0 0,0 1,0-1,0 0,0 0,0 1,0-1,0 0,0 0,0 0,0 1,0-1,0 0,1 0,-1 0,0 1,0-1,0 0,0 0,0 0,-26 3,11-2,0 1,-1-2,1 1,-1-2,1 0,-1-1,1-1,-2 0,0-3</inkml:trace>
  <inkml:trace contextRef="#ctx0" brushRef="#br0" timeOffset="13958.04">762 4455,'-7'7,"-7"11,-7 9,-10 10,-6 5,-6 2,-3 0,0-2,4-6,5-5,10-8</inkml:trace>
  <inkml:trace contextRef="#ctx0" brushRef="#br0" timeOffset="14251.393">1056 4442,'-7'15,"-11"16,-12 12,-12 11,-10 6,-8 1,-3-1,1-5,6-8,12-10,14-11</inkml:trace>
  <inkml:trace contextRef="#ctx0" brushRef="#br0" timeOffset="14508.71">1269 4494,'-13'14,"-12"16,-13 11,-9 9,-7 4,-5 3,4-5,12-6,16-10,14-13</inkml:trace>
  <inkml:trace contextRef="#ctx0" brushRef="#br0" timeOffset="14697.216">1537 4494,'-13'18,"-15"16,-10 10,-9 5,0 1,3-3,8-6,16-9,18-15,9-10</inkml:trace>
  <inkml:trace contextRef="#ctx0" brushRef="#br0" timeOffset="14870.874">1844 4481,'-15'11,"-16"14,-10 10,-8 7,-2 3,3-1,9-4,14-9,16-9,9-9</inkml:trace>
  <inkml:trace contextRef="#ctx0" brushRef="#br0" timeOffset="16258.064">1885 4428,'1'-9,"3"22,17 242,4-39,-22-274,-6-15,-4 0,-3 0,-15-50,10 72,60 152,-38-86,7 14,0 2,-2 0,-2 1,0 0,-2 0,0 11,-8-18,0-22,0-1,-1 1,1-1,0 1,0-1,0 1,1-1,-1 1,1-1,-1 1,1-1,0 0,0 1,0-1,0 0,0 0,1 0,-1 0,0 0,1 0,0 0,-1 0,1 0,0-1,2 2,99 28,-91-28,0 0,0 0,1-1,-1-1,1 0,-1 0,1-1,11-2,22 1,163 13,102-1,145-36,-92 25,-363 1,0-1,-1 0,1 0,-1 1,1-1,-1 0,1 0,0 0,-1 0,1 0,-1 0,1 1,0-2,-1 1,1 0,-1 0,1 0,0 0,-1 0,1 0,-1-1,1 1,-1 0,1 0,0-1,-1 1,1 0,-1-1,0 1,1-1,-1 1,1-1,-1 1,0-1,1 1,-1-1,0 1,1-1,-1 1,0-1,0 1,0-1,1 0,-1 1,0-1,0 1,0-1,0 0,0 1,0-1,0 1,0-1,0 0,-1 1,1-1,0 1,0-2,-9-9</inkml:trace>
  <inkml:trace contextRef="#ctx0" brushRef="#br0" timeOffset="18538.898">1885 4268,'1136'-1,"-572"-12,-547 10,-14 1</inkml:trace>
  <inkml:trace contextRef="#ctx0" brushRef="#br0" timeOffset="19191.766">574 4348,'-13'13,"-15"12,-10 11,-6 7,-3 7,3 1,3-1,8-5,9-5,8-10</inkml:trace>
  <inkml:trace contextRef="#ctx0" brushRef="#br0" timeOffset="19468.066">694 4428,'-18'11,"-13"13,-10 9,-5 7,-1 2,4-1,8-3,10-6,9-8</inkml:trace>
  <inkml:trace contextRef="#ctx0" brushRef="#br0" timeOffset="19746.321">868 4588,'-16'16,"-7"10,-2 2,2 0,9-6,10-9,7-6</inkml:trace>
  <inkml:trace contextRef="#ctx0" brushRef="#br0" timeOffset="19747.321">1203 4629,'-14'13,"-9"7,-2 3,2-3</inkml:trace>
  <inkml:trace contextRef="#ctx0" brushRef="#br0" timeOffset="20009.167">1563 4655,'-15'9,"-11"3,-3 2,4-2</inkml:trace>
  <inkml:trace contextRef="#ctx0" brushRef="#br0" timeOffset="21906.506">3007 3105,'-4'-3,"-4"0,1 0,7 1,13 0,12 1,12 0,9 1,5 0,-2 0,-8 0</inkml:trace>
  <inkml:trace contextRef="#ctx0" brushRef="#br0" timeOffset="22377.104">3168 3545,'21'5,"15"1,13 0,-1-1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1:14.9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660 53,'-109'-14,"78"14,0 2,0 1,1 1,-1 1,1 2,1 1,-17 7,27-7,1 1,-1 0,2 1,-1 1,2 1,-1 0,2 1,-1 1,2 0,0 1,1 1,0 0,1 1,1 0,1 0,0 2,2-1,-2 5,4 3,0 1,2-1,1 1,1 0,1 0,2 0,1 8,0 20,-4-37,1 1,2 0,-1 0,2 0,1 0,0-1,1 1,1-1,1 0,1 0,0-1,1 0,1 0,0-1,2 0,1 2,2-4,1-1,0 0,0-1,1-1,1 0,0-1,0-1,1-1,0 0,1-2,-1 0,1 0,8-1,16 3,1-3,-1-1,1-2,0-2,21-4,-38 3,0-1,-1-2,0 0,0-2,0-1,0 0,-1-2,-1-1,1-1,-2-2,1 0,-2-1,0-1,-1-1,0-1,-1-1,-1-1,-1 0,2-5,-6 1,-1 0,0-1,-2 0,-1-1,-1 0,-1-1,-2 0,0 0,-1 0,-2-1,-1 1,-1-1,-1 0,-1 0,-2 1,-4-19,2 24,0 0,-2 0,-1 1,0 0,-1 0,-1 1,-1 0,-1 1,-1 1,0-1,-1 2,-1 0,0 1,-1 0,-1 1,0 1,-1 1,0 0,-1 2,0 0,-1 1,0 1,0 0,-1 2,0 0,-21-2,12 4,1 2,-1 1,0 1,0 1,0 1,0 2,1 2,0 0,0 2,0 1,1 1,-10 6,-99 47,2 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03.11.2025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5.png"/><Relationship Id="rId21" Type="http://schemas.openxmlformats.org/officeDocument/2006/relationships/customXml" Target="../ink/ink15.xml"/><Relationship Id="rId42" Type="http://schemas.openxmlformats.org/officeDocument/2006/relationships/image" Target="../media/image223.png"/><Relationship Id="rId47" Type="http://schemas.openxmlformats.org/officeDocument/2006/relationships/customXml" Target="../ink/ink28.xml"/><Relationship Id="rId63" Type="http://schemas.openxmlformats.org/officeDocument/2006/relationships/customXml" Target="../ink/ink36.xml"/><Relationship Id="rId68" Type="http://schemas.openxmlformats.org/officeDocument/2006/relationships/image" Target="../media/image236.png"/><Relationship Id="rId7" Type="http://schemas.openxmlformats.org/officeDocument/2006/relationships/customXml" Target="../ink/ink8.xml"/><Relationship Id="rId71" Type="http://schemas.openxmlformats.org/officeDocument/2006/relationships/customXml" Target="../ink/ink40.xml"/><Relationship Id="rId2" Type="http://schemas.openxmlformats.org/officeDocument/2006/relationships/image" Target="../media/image18.png"/><Relationship Id="rId16" Type="http://schemas.openxmlformats.org/officeDocument/2006/relationships/image" Target="../media/image210.png"/><Relationship Id="rId29" Type="http://schemas.openxmlformats.org/officeDocument/2006/relationships/customXml" Target="../ink/ink19.xml"/><Relationship Id="rId11" Type="http://schemas.openxmlformats.org/officeDocument/2006/relationships/customXml" Target="../ink/ink10.xml"/><Relationship Id="rId24" Type="http://schemas.openxmlformats.org/officeDocument/2006/relationships/image" Target="../media/image214.png"/><Relationship Id="rId32" Type="http://schemas.openxmlformats.org/officeDocument/2006/relationships/image" Target="../media/image218.png"/><Relationship Id="rId37" Type="http://schemas.openxmlformats.org/officeDocument/2006/relationships/customXml" Target="../ink/ink23.xml"/><Relationship Id="rId40" Type="http://schemas.openxmlformats.org/officeDocument/2006/relationships/image" Target="../media/image222.png"/><Relationship Id="rId45" Type="http://schemas.openxmlformats.org/officeDocument/2006/relationships/customXml" Target="../ink/ink27.xml"/><Relationship Id="rId53" Type="http://schemas.openxmlformats.org/officeDocument/2006/relationships/customXml" Target="../ink/ink31.xml"/><Relationship Id="rId58" Type="http://schemas.openxmlformats.org/officeDocument/2006/relationships/image" Target="../media/image231.png"/><Relationship Id="rId66" Type="http://schemas.openxmlformats.org/officeDocument/2006/relationships/image" Target="../media/image235.png"/><Relationship Id="rId5" Type="http://schemas.openxmlformats.org/officeDocument/2006/relationships/customXml" Target="../ink/ink7.xml"/><Relationship Id="rId61" Type="http://schemas.openxmlformats.org/officeDocument/2006/relationships/customXml" Target="../ink/ink35.xml"/><Relationship Id="rId19" Type="http://schemas.openxmlformats.org/officeDocument/2006/relationships/customXml" Target="../ink/ink14.xml"/><Relationship Id="rId14" Type="http://schemas.openxmlformats.org/officeDocument/2006/relationships/image" Target="../media/image209.png"/><Relationship Id="rId22" Type="http://schemas.openxmlformats.org/officeDocument/2006/relationships/image" Target="../media/image213.png"/><Relationship Id="rId27" Type="http://schemas.openxmlformats.org/officeDocument/2006/relationships/customXml" Target="../ink/ink18.xml"/><Relationship Id="rId30" Type="http://schemas.openxmlformats.org/officeDocument/2006/relationships/image" Target="../media/image217.png"/><Relationship Id="rId35" Type="http://schemas.openxmlformats.org/officeDocument/2006/relationships/customXml" Target="../ink/ink22.xml"/><Relationship Id="rId43" Type="http://schemas.openxmlformats.org/officeDocument/2006/relationships/customXml" Target="../ink/ink26.xml"/><Relationship Id="rId48" Type="http://schemas.openxmlformats.org/officeDocument/2006/relationships/image" Target="../media/image226.png"/><Relationship Id="rId56" Type="http://schemas.openxmlformats.org/officeDocument/2006/relationships/image" Target="../media/image230.png"/><Relationship Id="rId64" Type="http://schemas.openxmlformats.org/officeDocument/2006/relationships/image" Target="../media/image234.png"/><Relationship Id="rId69" Type="http://schemas.openxmlformats.org/officeDocument/2006/relationships/customXml" Target="../ink/ink39.xml"/><Relationship Id="rId8" Type="http://schemas.openxmlformats.org/officeDocument/2006/relationships/image" Target="../media/image206.png"/><Relationship Id="rId51" Type="http://schemas.openxmlformats.org/officeDocument/2006/relationships/customXml" Target="../ink/ink30.xml"/><Relationship Id="rId72" Type="http://schemas.openxmlformats.org/officeDocument/2006/relationships/image" Target="../media/image238.png"/><Relationship Id="rId3" Type="http://schemas.openxmlformats.org/officeDocument/2006/relationships/customXml" Target="../ink/ink6.xml"/><Relationship Id="rId12" Type="http://schemas.openxmlformats.org/officeDocument/2006/relationships/image" Target="../media/image208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221.png"/><Relationship Id="rId46" Type="http://schemas.openxmlformats.org/officeDocument/2006/relationships/image" Target="../media/image225.png"/><Relationship Id="rId59" Type="http://schemas.openxmlformats.org/officeDocument/2006/relationships/customXml" Target="../ink/ink34.xml"/><Relationship Id="rId67" Type="http://schemas.openxmlformats.org/officeDocument/2006/relationships/customXml" Target="../ink/ink38.xml"/><Relationship Id="rId20" Type="http://schemas.openxmlformats.org/officeDocument/2006/relationships/image" Target="../media/image212.png"/><Relationship Id="rId41" Type="http://schemas.openxmlformats.org/officeDocument/2006/relationships/customXml" Target="../ink/ink25.xml"/><Relationship Id="rId54" Type="http://schemas.openxmlformats.org/officeDocument/2006/relationships/image" Target="../media/image229.png"/><Relationship Id="rId62" Type="http://schemas.openxmlformats.org/officeDocument/2006/relationships/image" Target="../media/image233.png"/><Relationship Id="rId70" Type="http://schemas.openxmlformats.org/officeDocument/2006/relationships/image" Target="../media/image2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16.png"/><Relationship Id="rId36" Type="http://schemas.openxmlformats.org/officeDocument/2006/relationships/image" Target="../media/image220.png"/><Relationship Id="rId49" Type="http://schemas.openxmlformats.org/officeDocument/2006/relationships/customXml" Target="../ink/ink29.xml"/><Relationship Id="rId57" Type="http://schemas.openxmlformats.org/officeDocument/2006/relationships/customXml" Target="../ink/ink33.xml"/><Relationship Id="rId10" Type="http://schemas.openxmlformats.org/officeDocument/2006/relationships/image" Target="../media/image207.png"/><Relationship Id="rId31" Type="http://schemas.openxmlformats.org/officeDocument/2006/relationships/customXml" Target="../ink/ink20.xml"/><Relationship Id="rId44" Type="http://schemas.openxmlformats.org/officeDocument/2006/relationships/image" Target="../media/image224.png"/><Relationship Id="rId52" Type="http://schemas.openxmlformats.org/officeDocument/2006/relationships/image" Target="../media/image228.png"/><Relationship Id="rId60" Type="http://schemas.openxmlformats.org/officeDocument/2006/relationships/image" Target="../media/image232.png"/><Relationship Id="rId65" Type="http://schemas.openxmlformats.org/officeDocument/2006/relationships/customXml" Target="../ink/ink37.xml"/><Relationship Id="rId4" Type="http://schemas.openxmlformats.org/officeDocument/2006/relationships/image" Target="../media/image204.png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image" Target="../media/image211.png"/><Relationship Id="rId39" Type="http://schemas.openxmlformats.org/officeDocument/2006/relationships/customXml" Target="../ink/ink24.xml"/><Relationship Id="rId34" Type="http://schemas.openxmlformats.org/officeDocument/2006/relationships/image" Target="../media/image219.png"/><Relationship Id="rId50" Type="http://schemas.openxmlformats.org/officeDocument/2006/relationships/image" Target="../media/image227.png"/><Relationship Id="rId55" Type="http://schemas.openxmlformats.org/officeDocument/2006/relationships/customXml" Target="../ink/ink32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11.png"/><Relationship Id="rId21" Type="http://schemas.openxmlformats.org/officeDocument/2006/relationships/image" Target="../media/image730.png"/><Relationship Id="rId42" Type="http://schemas.openxmlformats.org/officeDocument/2006/relationships/customXml" Target="../ink/ink61.xml"/><Relationship Id="rId63" Type="http://schemas.openxmlformats.org/officeDocument/2006/relationships/image" Target="../media/image940.png"/><Relationship Id="rId84" Type="http://schemas.openxmlformats.org/officeDocument/2006/relationships/customXml" Target="../ink/ink82.xml"/><Relationship Id="rId138" Type="http://schemas.openxmlformats.org/officeDocument/2006/relationships/customXml" Target="../ink/ink109.xml"/><Relationship Id="rId159" Type="http://schemas.openxmlformats.org/officeDocument/2006/relationships/image" Target="../media/image142.png"/><Relationship Id="rId170" Type="http://schemas.openxmlformats.org/officeDocument/2006/relationships/customXml" Target="../ink/ink125.xml"/><Relationship Id="rId107" Type="http://schemas.openxmlformats.org/officeDocument/2006/relationships/image" Target="../media/image1160.png"/><Relationship Id="rId11" Type="http://schemas.openxmlformats.org/officeDocument/2006/relationships/image" Target="../media/image680.png"/><Relationship Id="rId32" Type="http://schemas.openxmlformats.org/officeDocument/2006/relationships/customXml" Target="../ink/ink56.xml"/><Relationship Id="rId53" Type="http://schemas.openxmlformats.org/officeDocument/2006/relationships/image" Target="../media/image890.png"/><Relationship Id="rId74" Type="http://schemas.openxmlformats.org/officeDocument/2006/relationships/customXml" Target="../ink/ink77.xml"/><Relationship Id="rId128" Type="http://schemas.openxmlformats.org/officeDocument/2006/relationships/customXml" Target="../ink/ink104.xml"/><Relationship Id="rId149" Type="http://schemas.openxmlformats.org/officeDocument/2006/relationships/image" Target="../media/image1370.png"/><Relationship Id="rId5" Type="http://schemas.openxmlformats.org/officeDocument/2006/relationships/image" Target="../media/image650.png"/><Relationship Id="rId95" Type="http://schemas.openxmlformats.org/officeDocument/2006/relationships/image" Target="../media/image1100.png"/><Relationship Id="rId160" Type="http://schemas.openxmlformats.org/officeDocument/2006/relationships/customXml" Target="../ink/ink120.xml"/><Relationship Id="rId181" Type="http://schemas.openxmlformats.org/officeDocument/2006/relationships/image" Target="../media/image153.png"/><Relationship Id="rId22" Type="http://schemas.openxmlformats.org/officeDocument/2006/relationships/customXml" Target="../ink/ink51.xml"/><Relationship Id="rId43" Type="http://schemas.openxmlformats.org/officeDocument/2006/relationships/image" Target="../media/image840.png"/><Relationship Id="rId64" Type="http://schemas.openxmlformats.org/officeDocument/2006/relationships/customXml" Target="../ink/ink72.xml"/><Relationship Id="rId118" Type="http://schemas.openxmlformats.org/officeDocument/2006/relationships/customXml" Target="../ink/ink99.xml"/><Relationship Id="rId139" Type="http://schemas.openxmlformats.org/officeDocument/2006/relationships/image" Target="../media/image1320.png"/><Relationship Id="rId85" Type="http://schemas.openxmlformats.org/officeDocument/2006/relationships/image" Target="../media/image1050.png"/><Relationship Id="rId150" Type="http://schemas.openxmlformats.org/officeDocument/2006/relationships/customXml" Target="../ink/ink115.xml"/><Relationship Id="rId171" Type="http://schemas.openxmlformats.org/officeDocument/2006/relationships/image" Target="../media/image148.png"/><Relationship Id="rId12" Type="http://schemas.openxmlformats.org/officeDocument/2006/relationships/customXml" Target="../ink/ink46.xml"/><Relationship Id="rId33" Type="http://schemas.openxmlformats.org/officeDocument/2006/relationships/image" Target="../media/image790.png"/><Relationship Id="rId108" Type="http://schemas.openxmlformats.org/officeDocument/2006/relationships/customXml" Target="../ink/ink94.xml"/><Relationship Id="rId129" Type="http://schemas.openxmlformats.org/officeDocument/2006/relationships/image" Target="../media/image1270.png"/><Relationship Id="rId54" Type="http://schemas.openxmlformats.org/officeDocument/2006/relationships/customXml" Target="../ink/ink67.xml"/><Relationship Id="rId75" Type="http://schemas.openxmlformats.org/officeDocument/2006/relationships/image" Target="../media/image1000.png"/><Relationship Id="rId96" Type="http://schemas.openxmlformats.org/officeDocument/2006/relationships/customXml" Target="../ink/ink88.xml"/><Relationship Id="rId140" Type="http://schemas.openxmlformats.org/officeDocument/2006/relationships/customXml" Target="../ink/ink110.xml"/><Relationship Id="rId161" Type="http://schemas.openxmlformats.org/officeDocument/2006/relationships/image" Target="../media/image143.png"/><Relationship Id="rId182" Type="http://schemas.openxmlformats.org/officeDocument/2006/relationships/customXml" Target="../ink/ink131.xml"/><Relationship Id="rId6" Type="http://schemas.openxmlformats.org/officeDocument/2006/relationships/customXml" Target="../ink/ink43.xml"/><Relationship Id="rId23" Type="http://schemas.openxmlformats.org/officeDocument/2006/relationships/image" Target="../media/image740.png"/><Relationship Id="rId119" Type="http://schemas.openxmlformats.org/officeDocument/2006/relationships/image" Target="../media/image1220.png"/><Relationship Id="rId44" Type="http://schemas.openxmlformats.org/officeDocument/2006/relationships/customXml" Target="../ink/ink62.xml"/><Relationship Id="rId65" Type="http://schemas.openxmlformats.org/officeDocument/2006/relationships/image" Target="../media/image950.png"/><Relationship Id="rId86" Type="http://schemas.openxmlformats.org/officeDocument/2006/relationships/customXml" Target="../ink/ink83.xml"/><Relationship Id="rId130" Type="http://schemas.openxmlformats.org/officeDocument/2006/relationships/customXml" Target="../ink/ink105.xml"/><Relationship Id="rId151" Type="http://schemas.openxmlformats.org/officeDocument/2006/relationships/image" Target="../media/image138.png"/><Relationship Id="rId172" Type="http://schemas.openxmlformats.org/officeDocument/2006/relationships/customXml" Target="../ink/ink126.xml"/><Relationship Id="rId13" Type="http://schemas.openxmlformats.org/officeDocument/2006/relationships/image" Target="../media/image690.png"/><Relationship Id="rId18" Type="http://schemas.openxmlformats.org/officeDocument/2006/relationships/customXml" Target="../ink/ink49.xml"/><Relationship Id="rId39" Type="http://schemas.openxmlformats.org/officeDocument/2006/relationships/image" Target="../media/image820.png"/><Relationship Id="rId109" Type="http://schemas.openxmlformats.org/officeDocument/2006/relationships/image" Target="../media/image1170.png"/><Relationship Id="rId34" Type="http://schemas.openxmlformats.org/officeDocument/2006/relationships/customXml" Target="../ink/ink57.xml"/><Relationship Id="rId50" Type="http://schemas.openxmlformats.org/officeDocument/2006/relationships/customXml" Target="../ink/ink65.xml"/><Relationship Id="rId55" Type="http://schemas.openxmlformats.org/officeDocument/2006/relationships/image" Target="../media/image900.png"/><Relationship Id="rId76" Type="http://schemas.openxmlformats.org/officeDocument/2006/relationships/customXml" Target="../ink/ink78.xml"/><Relationship Id="rId97" Type="http://schemas.openxmlformats.org/officeDocument/2006/relationships/image" Target="../media/image1111.png"/><Relationship Id="rId104" Type="http://schemas.openxmlformats.org/officeDocument/2006/relationships/customXml" Target="../ink/ink92.xml"/><Relationship Id="rId120" Type="http://schemas.openxmlformats.org/officeDocument/2006/relationships/customXml" Target="../ink/ink100.xml"/><Relationship Id="rId125" Type="http://schemas.openxmlformats.org/officeDocument/2006/relationships/image" Target="../media/image1250.png"/><Relationship Id="rId141" Type="http://schemas.openxmlformats.org/officeDocument/2006/relationships/image" Target="../media/image1330.png"/><Relationship Id="rId146" Type="http://schemas.openxmlformats.org/officeDocument/2006/relationships/customXml" Target="../ink/ink113.xml"/><Relationship Id="rId167" Type="http://schemas.openxmlformats.org/officeDocument/2006/relationships/image" Target="../media/image146.png"/><Relationship Id="rId188" Type="http://schemas.openxmlformats.org/officeDocument/2006/relationships/customXml" Target="../ink/ink134.xml"/><Relationship Id="rId7" Type="http://schemas.openxmlformats.org/officeDocument/2006/relationships/image" Target="../media/image660.png"/><Relationship Id="rId71" Type="http://schemas.openxmlformats.org/officeDocument/2006/relationships/image" Target="../media/image980.png"/><Relationship Id="rId92" Type="http://schemas.openxmlformats.org/officeDocument/2006/relationships/customXml" Target="../ink/ink86.xml"/><Relationship Id="rId162" Type="http://schemas.openxmlformats.org/officeDocument/2006/relationships/customXml" Target="../ink/ink121.xml"/><Relationship Id="rId183" Type="http://schemas.openxmlformats.org/officeDocument/2006/relationships/image" Target="../media/image154.png"/><Relationship Id="rId2" Type="http://schemas.openxmlformats.org/officeDocument/2006/relationships/customXml" Target="../ink/ink41.xml"/><Relationship Id="rId29" Type="http://schemas.openxmlformats.org/officeDocument/2006/relationships/image" Target="../media/image770.png"/><Relationship Id="rId24" Type="http://schemas.openxmlformats.org/officeDocument/2006/relationships/customXml" Target="../ink/ink52.xml"/><Relationship Id="rId40" Type="http://schemas.openxmlformats.org/officeDocument/2006/relationships/customXml" Target="../ink/ink60.xml"/><Relationship Id="rId45" Type="http://schemas.openxmlformats.org/officeDocument/2006/relationships/image" Target="../media/image850.png"/><Relationship Id="rId66" Type="http://schemas.openxmlformats.org/officeDocument/2006/relationships/customXml" Target="../ink/ink73.xml"/><Relationship Id="rId87" Type="http://schemas.openxmlformats.org/officeDocument/2006/relationships/image" Target="../media/image1060.png"/><Relationship Id="rId110" Type="http://schemas.openxmlformats.org/officeDocument/2006/relationships/customXml" Target="../ink/ink95.xml"/><Relationship Id="rId115" Type="http://schemas.openxmlformats.org/officeDocument/2006/relationships/image" Target="../media/image1200.png"/><Relationship Id="rId131" Type="http://schemas.openxmlformats.org/officeDocument/2006/relationships/image" Target="../media/image1280.png"/><Relationship Id="rId136" Type="http://schemas.openxmlformats.org/officeDocument/2006/relationships/customXml" Target="../ink/ink108.xml"/><Relationship Id="rId157" Type="http://schemas.openxmlformats.org/officeDocument/2006/relationships/image" Target="../media/image141.png"/><Relationship Id="rId178" Type="http://schemas.openxmlformats.org/officeDocument/2006/relationships/customXml" Target="../ink/ink129.xml"/><Relationship Id="rId61" Type="http://schemas.openxmlformats.org/officeDocument/2006/relationships/image" Target="../media/image930.png"/><Relationship Id="rId82" Type="http://schemas.openxmlformats.org/officeDocument/2006/relationships/customXml" Target="../ink/ink81.xml"/><Relationship Id="rId152" Type="http://schemas.openxmlformats.org/officeDocument/2006/relationships/customXml" Target="../ink/ink116.xml"/><Relationship Id="rId173" Type="http://schemas.openxmlformats.org/officeDocument/2006/relationships/image" Target="../media/image149.png"/><Relationship Id="rId19" Type="http://schemas.openxmlformats.org/officeDocument/2006/relationships/image" Target="../media/image720.png"/><Relationship Id="rId14" Type="http://schemas.openxmlformats.org/officeDocument/2006/relationships/customXml" Target="../ink/ink47.xml"/><Relationship Id="rId30" Type="http://schemas.openxmlformats.org/officeDocument/2006/relationships/customXml" Target="../ink/ink55.xml"/><Relationship Id="rId35" Type="http://schemas.openxmlformats.org/officeDocument/2006/relationships/image" Target="../media/image800.png"/><Relationship Id="rId56" Type="http://schemas.openxmlformats.org/officeDocument/2006/relationships/customXml" Target="../ink/ink68.xml"/><Relationship Id="rId77" Type="http://schemas.openxmlformats.org/officeDocument/2006/relationships/image" Target="../media/image1011.png"/><Relationship Id="rId100" Type="http://schemas.openxmlformats.org/officeDocument/2006/relationships/customXml" Target="../ink/ink90.xml"/><Relationship Id="rId105" Type="http://schemas.openxmlformats.org/officeDocument/2006/relationships/image" Target="../media/image1150.png"/><Relationship Id="rId126" Type="http://schemas.openxmlformats.org/officeDocument/2006/relationships/customXml" Target="../ink/ink103.xml"/><Relationship Id="rId147" Type="http://schemas.openxmlformats.org/officeDocument/2006/relationships/image" Target="../media/image1360.png"/><Relationship Id="rId168" Type="http://schemas.openxmlformats.org/officeDocument/2006/relationships/customXml" Target="../ink/ink124.xml"/><Relationship Id="rId8" Type="http://schemas.openxmlformats.org/officeDocument/2006/relationships/customXml" Target="../ink/ink44.xml"/><Relationship Id="rId51" Type="http://schemas.openxmlformats.org/officeDocument/2006/relationships/image" Target="../media/image880.png"/><Relationship Id="rId72" Type="http://schemas.openxmlformats.org/officeDocument/2006/relationships/customXml" Target="../ink/ink76.xml"/><Relationship Id="rId93" Type="http://schemas.openxmlformats.org/officeDocument/2006/relationships/image" Target="../media/image1090.png"/><Relationship Id="rId98" Type="http://schemas.openxmlformats.org/officeDocument/2006/relationships/customXml" Target="../ink/ink89.xml"/><Relationship Id="rId121" Type="http://schemas.openxmlformats.org/officeDocument/2006/relationships/image" Target="../media/image1230.png"/><Relationship Id="rId142" Type="http://schemas.openxmlformats.org/officeDocument/2006/relationships/customXml" Target="../ink/ink111.xml"/><Relationship Id="rId163" Type="http://schemas.openxmlformats.org/officeDocument/2006/relationships/image" Target="../media/image144.png"/><Relationship Id="rId184" Type="http://schemas.openxmlformats.org/officeDocument/2006/relationships/customXml" Target="../ink/ink132.xml"/><Relationship Id="rId189" Type="http://schemas.openxmlformats.org/officeDocument/2006/relationships/image" Target="../media/image157.png"/><Relationship Id="rId3" Type="http://schemas.openxmlformats.org/officeDocument/2006/relationships/image" Target="../media/image640.png"/><Relationship Id="rId25" Type="http://schemas.openxmlformats.org/officeDocument/2006/relationships/image" Target="../media/image750.png"/><Relationship Id="rId46" Type="http://schemas.openxmlformats.org/officeDocument/2006/relationships/customXml" Target="../ink/ink63.xml"/><Relationship Id="rId67" Type="http://schemas.openxmlformats.org/officeDocument/2006/relationships/image" Target="../media/image960.png"/><Relationship Id="rId116" Type="http://schemas.openxmlformats.org/officeDocument/2006/relationships/customXml" Target="../ink/ink98.xml"/><Relationship Id="rId137" Type="http://schemas.openxmlformats.org/officeDocument/2006/relationships/image" Target="../media/image1311.png"/><Relationship Id="rId158" Type="http://schemas.openxmlformats.org/officeDocument/2006/relationships/customXml" Target="../ink/ink119.xml"/><Relationship Id="rId20" Type="http://schemas.openxmlformats.org/officeDocument/2006/relationships/customXml" Target="../ink/ink50.xml"/><Relationship Id="rId41" Type="http://schemas.openxmlformats.org/officeDocument/2006/relationships/image" Target="../media/image830.png"/><Relationship Id="rId62" Type="http://schemas.openxmlformats.org/officeDocument/2006/relationships/customXml" Target="../ink/ink71.xml"/><Relationship Id="rId83" Type="http://schemas.openxmlformats.org/officeDocument/2006/relationships/image" Target="../media/image1040.png"/><Relationship Id="rId88" Type="http://schemas.openxmlformats.org/officeDocument/2006/relationships/customXml" Target="../ink/ink84.xml"/><Relationship Id="rId111" Type="http://schemas.openxmlformats.org/officeDocument/2006/relationships/image" Target="../media/image1180.png"/><Relationship Id="rId132" Type="http://schemas.openxmlformats.org/officeDocument/2006/relationships/customXml" Target="../ink/ink106.xml"/><Relationship Id="rId153" Type="http://schemas.openxmlformats.org/officeDocument/2006/relationships/image" Target="../media/image139.png"/><Relationship Id="rId174" Type="http://schemas.openxmlformats.org/officeDocument/2006/relationships/customXml" Target="../ink/ink127.xml"/><Relationship Id="rId179" Type="http://schemas.openxmlformats.org/officeDocument/2006/relationships/image" Target="../media/image152.png"/><Relationship Id="rId15" Type="http://schemas.openxmlformats.org/officeDocument/2006/relationships/image" Target="../media/image700.png"/><Relationship Id="rId36" Type="http://schemas.openxmlformats.org/officeDocument/2006/relationships/customXml" Target="../ink/ink58.xml"/><Relationship Id="rId57" Type="http://schemas.openxmlformats.org/officeDocument/2006/relationships/image" Target="../media/image911.png"/><Relationship Id="rId106" Type="http://schemas.openxmlformats.org/officeDocument/2006/relationships/customXml" Target="../ink/ink93.xml"/><Relationship Id="rId127" Type="http://schemas.openxmlformats.org/officeDocument/2006/relationships/image" Target="../media/image1260.png"/><Relationship Id="rId10" Type="http://schemas.openxmlformats.org/officeDocument/2006/relationships/customXml" Target="../ink/ink45.xml"/><Relationship Id="rId31" Type="http://schemas.openxmlformats.org/officeDocument/2006/relationships/image" Target="../media/image780.png"/><Relationship Id="rId52" Type="http://schemas.openxmlformats.org/officeDocument/2006/relationships/customXml" Target="../ink/ink66.xml"/><Relationship Id="rId73" Type="http://schemas.openxmlformats.org/officeDocument/2006/relationships/image" Target="../media/image990.png"/><Relationship Id="rId78" Type="http://schemas.openxmlformats.org/officeDocument/2006/relationships/customXml" Target="../ink/ink79.xml"/><Relationship Id="rId94" Type="http://schemas.openxmlformats.org/officeDocument/2006/relationships/customXml" Target="../ink/ink87.xml"/><Relationship Id="rId99" Type="http://schemas.openxmlformats.org/officeDocument/2006/relationships/image" Target="../media/image1120.png"/><Relationship Id="rId101" Type="http://schemas.openxmlformats.org/officeDocument/2006/relationships/image" Target="../media/image1130.png"/><Relationship Id="rId122" Type="http://schemas.openxmlformats.org/officeDocument/2006/relationships/customXml" Target="../ink/ink101.xml"/><Relationship Id="rId143" Type="http://schemas.openxmlformats.org/officeDocument/2006/relationships/image" Target="../media/image1340.png"/><Relationship Id="rId148" Type="http://schemas.openxmlformats.org/officeDocument/2006/relationships/customXml" Target="../ink/ink114.xml"/><Relationship Id="rId164" Type="http://schemas.openxmlformats.org/officeDocument/2006/relationships/customXml" Target="../ink/ink122.xml"/><Relationship Id="rId169" Type="http://schemas.openxmlformats.org/officeDocument/2006/relationships/image" Target="../media/image147.png"/><Relationship Id="rId185" Type="http://schemas.openxmlformats.org/officeDocument/2006/relationships/image" Target="../media/image155.png"/><Relationship Id="rId4" Type="http://schemas.openxmlformats.org/officeDocument/2006/relationships/customXml" Target="../ink/ink42.xml"/><Relationship Id="rId9" Type="http://schemas.openxmlformats.org/officeDocument/2006/relationships/image" Target="../media/image670.png"/><Relationship Id="rId180" Type="http://schemas.openxmlformats.org/officeDocument/2006/relationships/customXml" Target="../ink/ink130.xml"/><Relationship Id="rId26" Type="http://schemas.openxmlformats.org/officeDocument/2006/relationships/customXml" Target="../ink/ink53.xml"/><Relationship Id="rId47" Type="http://schemas.openxmlformats.org/officeDocument/2006/relationships/image" Target="../media/image860.png"/><Relationship Id="rId68" Type="http://schemas.openxmlformats.org/officeDocument/2006/relationships/customXml" Target="../ink/ink74.xml"/><Relationship Id="rId89" Type="http://schemas.openxmlformats.org/officeDocument/2006/relationships/image" Target="../media/image1070.png"/><Relationship Id="rId112" Type="http://schemas.openxmlformats.org/officeDocument/2006/relationships/customXml" Target="../ink/ink96.xml"/><Relationship Id="rId133" Type="http://schemas.openxmlformats.org/officeDocument/2006/relationships/image" Target="../media/image1290.png"/><Relationship Id="rId154" Type="http://schemas.openxmlformats.org/officeDocument/2006/relationships/customXml" Target="../ink/ink117.xml"/><Relationship Id="rId175" Type="http://schemas.openxmlformats.org/officeDocument/2006/relationships/image" Target="../media/image150.png"/><Relationship Id="rId16" Type="http://schemas.openxmlformats.org/officeDocument/2006/relationships/customXml" Target="../ink/ink48.xml"/><Relationship Id="rId37" Type="http://schemas.openxmlformats.org/officeDocument/2006/relationships/image" Target="../media/image811.png"/><Relationship Id="rId58" Type="http://schemas.openxmlformats.org/officeDocument/2006/relationships/customXml" Target="../ink/ink69.xml"/><Relationship Id="rId79" Type="http://schemas.openxmlformats.org/officeDocument/2006/relationships/image" Target="../media/image1020.png"/><Relationship Id="rId102" Type="http://schemas.openxmlformats.org/officeDocument/2006/relationships/customXml" Target="../ink/ink91.xml"/><Relationship Id="rId123" Type="http://schemas.openxmlformats.org/officeDocument/2006/relationships/image" Target="../media/image1240.png"/><Relationship Id="rId144" Type="http://schemas.openxmlformats.org/officeDocument/2006/relationships/customXml" Target="../ink/ink112.xml"/><Relationship Id="rId90" Type="http://schemas.openxmlformats.org/officeDocument/2006/relationships/customXml" Target="../ink/ink85.xml"/><Relationship Id="rId165" Type="http://schemas.openxmlformats.org/officeDocument/2006/relationships/image" Target="../media/image145.png"/><Relationship Id="rId186" Type="http://schemas.openxmlformats.org/officeDocument/2006/relationships/customXml" Target="../ink/ink133.xml"/><Relationship Id="rId27" Type="http://schemas.openxmlformats.org/officeDocument/2006/relationships/image" Target="../media/image760.png"/><Relationship Id="rId48" Type="http://schemas.openxmlformats.org/officeDocument/2006/relationships/customXml" Target="../ink/ink64.xml"/><Relationship Id="rId69" Type="http://schemas.openxmlformats.org/officeDocument/2006/relationships/image" Target="../media/image970.png"/><Relationship Id="rId113" Type="http://schemas.openxmlformats.org/officeDocument/2006/relationships/image" Target="../media/image1190.png"/><Relationship Id="rId134" Type="http://schemas.openxmlformats.org/officeDocument/2006/relationships/customXml" Target="../ink/ink107.xml"/><Relationship Id="rId80" Type="http://schemas.openxmlformats.org/officeDocument/2006/relationships/customXml" Target="../ink/ink80.xml"/><Relationship Id="rId155" Type="http://schemas.openxmlformats.org/officeDocument/2006/relationships/image" Target="../media/image140.png"/><Relationship Id="rId176" Type="http://schemas.openxmlformats.org/officeDocument/2006/relationships/customXml" Target="../ink/ink128.xml"/><Relationship Id="rId17" Type="http://schemas.openxmlformats.org/officeDocument/2006/relationships/image" Target="../media/image711.png"/><Relationship Id="rId38" Type="http://schemas.openxmlformats.org/officeDocument/2006/relationships/customXml" Target="../ink/ink59.xml"/><Relationship Id="rId59" Type="http://schemas.openxmlformats.org/officeDocument/2006/relationships/image" Target="../media/image920.png"/><Relationship Id="rId103" Type="http://schemas.openxmlformats.org/officeDocument/2006/relationships/image" Target="../media/image1140.png"/><Relationship Id="rId124" Type="http://schemas.openxmlformats.org/officeDocument/2006/relationships/customXml" Target="../ink/ink102.xml"/><Relationship Id="rId70" Type="http://schemas.openxmlformats.org/officeDocument/2006/relationships/customXml" Target="../ink/ink75.xml"/><Relationship Id="rId91" Type="http://schemas.openxmlformats.org/officeDocument/2006/relationships/image" Target="../media/image1080.png"/><Relationship Id="rId145" Type="http://schemas.openxmlformats.org/officeDocument/2006/relationships/image" Target="../media/image1350.png"/><Relationship Id="rId166" Type="http://schemas.openxmlformats.org/officeDocument/2006/relationships/customXml" Target="../ink/ink123.xml"/><Relationship Id="rId187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54.xml"/><Relationship Id="rId49" Type="http://schemas.openxmlformats.org/officeDocument/2006/relationships/image" Target="../media/image870.png"/><Relationship Id="rId114" Type="http://schemas.openxmlformats.org/officeDocument/2006/relationships/customXml" Target="../ink/ink97.xml"/><Relationship Id="rId60" Type="http://schemas.openxmlformats.org/officeDocument/2006/relationships/customXml" Target="../ink/ink70.xml"/><Relationship Id="rId81" Type="http://schemas.openxmlformats.org/officeDocument/2006/relationships/image" Target="../media/image1030.png"/><Relationship Id="rId135" Type="http://schemas.openxmlformats.org/officeDocument/2006/relationships/image" Target="../media/image1300.png"/><Relationship Id="rId156" Type="http://schemas.openxmlformats.org/officeDocument/2006/relationships/customXml" Target="../ink/ink118.xml"/><Relationship Id="rId177" Type="http://schemas.openxmlformats.org/officeDocument/2006/relationships/image" Target="../media/image1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8.xml"/><Relationship Id="rId3" Type="http://schemas.openxmlformats.org/officeDocument/2006/relationships/image" Target="../media/image254.png"/><Relationship Id="rId7" Type="http://schemas.openxmlformats.org/officeDocument/2006/relationships/image" Target="../media/image159.png"/><Relationship Id="rId2" Type="http://schemas.openxmlformats.org/officeDocument/2006/relationships/customXml" Target="../ink/ink1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7.xml"/><Relationship Id="rId11" Type="http://schemas.openxmlformats.org/officeDocument/2006/relationships/image" Target="../media/image161.png"/><Relationship Id="rId5" Type="http://schemas.openxmlformats.org/officeDocument/2006/relationships/image" Target="../media/image158.png"/><Relationship Id="rId10" Type="http://schemas.openxmlformats.org/officeDocument/2006/relationships/customXml" Target="../ink/ink139.xml"/><Relationship Id="rId4" Type="http://schemas.openxmlformats.org/officeDocument/2006/relationships/customXml" Target="../ink/ink136.xml"/><Relationship Id="rId9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2.xml"/><Relationship Id="rId117" Type="http://schemas.openxmlformats.org/officeDocument/2006/relationships/image" Target="../media/image2180.png"/><Relationship Id="rId21" Type="http://schemas.openxmlformats.org/officeDocument/2006/relationships/image" Target="../media/image171.png"/><Relationship Id="rId42" Type="http://schemas.openxmlformats.org/officeDocument/2006/relationships/customXml" Target="../ink/ink160.xml"/><Relationship Id="rId47" Type="http://schemas.openxmlformats.org/officeDocument/2006/relationships/image" Target="../media/image184.png"/><Relationship Id="rId63" Type="http://schemas.openxmlformats.org/officeDocument/2006/relationships/image" Target="../media/image191.png"/><Relationship Id="rId68" Type="http://schemas.openxmlformats.org/officeDocument/2006/relationships/customXml" Target="../ink/ink173.xml"/><Relationship Id="rId84" Type="http://schemas.openxmlformats.org/officeDocument/2006/relationships/customXml" Target="../ink/ink181.xml"/><Relationship Id="rId89" Type="http://schemas.openxmlformats.org/officeDocument/2006/relationships/image" Target="../media/image2040.png"/><Relationship Id="rId112" Type="http://schemas.openxmlformats.org/officeDocument/2006/relationships/customXml" Target="../ink/ink195.xml"/><Relationship Id="rId16" Type="http://schemas.openxmlformats.org/officeDocument/2006/relationships/customXml" Target="../ink/ink147.xml"/><Relationship Id="rId107" Type="http://schemas.openxmlformats.org/officeDocument/2006/relationships/image" Target="../media/image2130.png"/><Relationship Id="rId11" Type="http://schemas.openxmlformats.org/officeDocument/2006/relationships/image" Target="../media/image166.png"/><Relationship Id="rId32" Type="http://schemas.openxmlformats.org/officeDocument/2006/relationships/customXml" Target="../ink/ink155.xml"/><Relationship Id="rId37" Type="http://schemas.openxmlformats.org/officeDocument/2006/relationships/image" Target="../media/image179.png"/><Relationship Id="rId53" Type="http://schemas.openxmlformats.org/officeDocument/2006/relationships/image" Target="../media/image187.png"/><Relationship Id="rId58" Type="http://schemas.openxmlformats.org/officeDocument/2006/relationships/customXml" Target="../ink/ink168.xml"/><Relationship Id="rId74" Type="http://schemas.openxmlformats.org/officeDocument/2006/relationships/customXml" Target="../ink/ink176.xml"/><Relationship Id="rId79" Type="http://schemas.openxmlformats.org/officeDocument/2006/relationships/image" Target="../media/image1990.png"/><Relationship Id="rId102" Type="http://schemas.openxmlformats.org/officeDocument/2006/relationships/customXml" Target="../ink/ink190.xml"/><Relationship Id="rId5" Type="http://schemas.openxmlformats.org/officeDocument/2006/relationships/image" Target="../media/image163.png"/><Relationship Id="rId90" Type="http://schemas.openxmlformats.org/officeDocument/2006/relationships/customXml" Target="../ink/ink184.xml"/><Relationship Id="rId95" Type="http://schemas.openxmlformats.org/officeDocument/2006/relationships/image" Target="../media/image2070.png"/><Relationship Id="rId22" Type="http://schemas.openxmlformats.org/officeDocument/2006/relationships/customXml" Target="../ink/ink150.xml"/><Relationship Id="rId27" Type="http://schemas.openxmlformats.org/officeDocument/2006/relationships/image" Target="../media/image174.png"/><Relationship Id="rId43" Type="http://schemas.openxmlformats.org/officeDocument/2006/relationships/image" Target="../media/image182.png"/><Relationship Id="rId48" Type="http://schemas.openxmlformats.org/officeDocument/2006/relationships/customXml" Target="../ink/ink163.xml"/><Relationship Id="rId64" Type="http://schemas.openxmlformats.org/officeDocument/2006/relationships/customXml" Target="../ink/ink171.xml"/><Relationship Id="rId69" Type="http://schemas.openxmlformats.org/officeDocument/2006/relationships/image" Target="../media/image1940.png"/><Relationship Id="rId113" Type="http://schemas.openxmlformats.org/officeDocument/2006/relationships/image" Target="../media/image2160.png"/><Relationship Id="rId118" Type="http://schemas.openxmlformats.org/officeDocument/2006/relationships/customXml" Target="../ink/ink198.xml"/><Relationship Id="rId80" Type="http://schemas.openxmlformats.org/officeDocument/2006/relationships/customXml" Target="../ink/ink179.xml"/><Relationship Id="rId85" Type="http://schemas.openxmlformats.org/officeDocument/2006/relationships/image" Target="../media/image2020.png"/><Relationship Id="rId12" Type="http://schemas.openxmlformats.org/officeDocument/2006/relationships/customXml" Target="../ink/ink145.xml"/><Relationship Id="rId17" Type="http://schemas.openxmlformats.org/officeDocument/2006/relationships/image" Target="../media/image169.png"/><Relationship Id="rId33" Type="http://schemas.openxmlformats.org/officeDocument/2006/relationships/image" Target="../media/image177.png"/><Relationship Id="rId38" Type="http://schemas.openxmlformats.org/officeDocument/2006/relationships/customXml" Target="../ink/ink158.xml"/><Relationship Id="rId59" Type="http://schemas.openxmlformats.org/officeDocument/2006/relationships/image" Target="../media/image254.png"/><Relationship Id="rId103" Type="http://schemas.openxmlformats.org/officeDocument/2006/relationships/image" Target="../media/image2111.png"/><Relationship Id="rId108" Type="http://schemas.openxmlformats.org/officeDocument/2006/relationships/customXml" Target="../ink/ink193.xml"/><Relationship Id="rId54" Type="http://schemas.openxmlformats.org/officeDocument/2006/relationships/customXml" Target="../ink/ink166.xml"/><Relationship Id="rId70" Type="http://schemas.openxmlformats.org/officeDocument/2006/relationships/customXml" Target="../ink/ink174.xml"/><Relationship Id="rId75" Type="http://schemas.openxmlformats.org/officeDocument/2006/relationships/image" Target="../media/image1970.png"/><Relationship Id="rId91" Type="http://schemas.openxmlformats.org/officeDocument/2006/relationships/image" Target="../media/image2050.png"/><Relationship Id="rId96" Type="http://schemas.openxmlformats.org/officeDocument/2006/relationships/customXml" Target="../ink/ink18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2.xml"/><Relationship Id="rId23" Type="http://schemas.openxmlformats.org/officeDocument/2006/relationships/image" Target="../media/image172.png"/><Relationship Id="rId28" Type="http://schemas.openxmlformats.org/officeDocument/2006/relationships/customXml" Target="../ink/ink153.xml"/><Relationship Id="rId49" Type="http://schemas.openxmlformats.org/officeDocument/2006/relationships/image" Target="../media/image185.png"/><Relationship Id="rId114" Type="http://schemas.openxmlformats.org/officeDocument/2006/relationships/customXml" Target="../ink/ink196.xml"/><Relationship Id="rId119" Type="http://schemas.openxmlformats.org/officeDocument/2006/relationships/image" Target="../media/image2190.png"/><Relationship Id="rId10" Type="http://schemas.openxmlformats.org/officeDocument/2006/relationships/customXml" Target="../ink/ink144.xml"/><Relationship Id="rId31" Type="http://schemas.openxmlformats.org/officeDocument/2006/relationships/image" Target="../media/image176.png"/><Relationship Id="rId44" Type="http://schemas.openxmlformats.org/officeDocument/2006/relationships/customXml" Target="../ink/ink161.xml"/><Relationship Id="rId52" Type="http://schemas.openxmlformats.org/officeDocument/2006/relationships/customXml" Target="../ink/ink165.xml"/><Relationship Id="rId60" Type="http://schemas.openxmlformats.org/officeDocument/2006/relationships/customXml" Target="../ink/ink169.xml"/><Relationship Id="rId65" Type="http://schemas.openxmlformats.org/officeDocument/2006/relationships/image" Target="../media/image192.png"/><Relationship Id="rId73" Type="http://schemas.openxmlformats.org/officeDocument/2006/relationships/image" Target="../media/image1960.png"/><Relationship Id="rId78" Type="http://schemas.openxmlformats.org/officeDocument/2006/relationships/customXml" Target="../ink/ink178.xml"/><Relationship Id="rId81" Type="http://schemas.openxmlformats.org/officeDocument/2006/relationships/image" Target="../media/image2000.png"/><Relationship Id="rId86" Type="http://schemas.openxmlformats.org/officeDocument/2006/relationships/customXml" Target="../ink/ink182.xml"/><Relationship Id="rId94" Type="http://schemas.openxmlformats.org/officeDocument/2006/relationships/customXml" Target="../ink/ink186.xml"/><Relationship Id="rId99" Type="http://schemas.openxmlformats.org/officeDocument/2006/relationships/image" Target="../media/image2090.png"/><Relationship Id="rId101" Type="http://schemas.openxmlformats.org/officeDocument/2006/relationships/image" Target="../media/image2100.png"/><Relationship Id="rId4" Type="http://schemas.openxmlformats.org/officeDocument/2006/relationships/customXml" Target="../ink/ink141.xml"/><Relationship Id="rId9" Type="http://schemas.openxmlformats.org/officeDocument/2006/relationships/image" Target="../media/image165.png"/><Relationship Id="rId13" Type="http://schemas.openxmlformats.org/officeDocument/2006/relationships/image" Target="../media/image167.png"/><Relationship Id="rId18" Type="http://schemas.openxmlformats.org/officeDocument/2006/relationships/customXml" Target="../ink/ink148.xml"/><Relationship Id="rId39" Type="http://schemas.openxmlformats.org/officeDocument/2006/relationships/image" Target="../media/image180.png"/><Relationship Id="rId109" Type="http://schemas.openxmlformats.org/officeDocument/2006/relationships/image" Target="../media/image2140.png"/><Relationship Id="rId34" Type="http://schemas.openxmlformats.org/officeDocument/2006/relationships/customXml" Target="../ink/ink156.xml"/><Relationship Id="rId50" Type="http://schemas.openxmlformats.org/officeDocument/2006/relationships/customXml" Target="../ink/ink164.xml"/><Relationship Id="rId55" Type="http://schemas.openxmlformats.org/officeDocument/2006/relationships/image" Target="../media/image188.png"/><Relationship Id="rId76" Type="http://schemas.openxmlformats.org/officeDocument/2006/relationships/customXml" Target="../ink/ink177.xml"/><Relationship Id="rId97" Type="http://schemas.openxmlformats.org/officeDocument/2006/relationships/image" Target="../media/image2080.png"/><Relationship Id="rId104" Type="http://schemas.openxmlformats.org/officeDocument/2006/relationships/customXml" Target="../ink/ink191.xml"/><Relationship Id="rId7" Type="http://schemas.openxmlformats.org/officeDocument/2006/relationships/image" Target="../media/image164.png"/><Relationship Id="rId71" Type="http://schemas.openxmlformats.org/officeDocument/2006/relationships/image" Target="../media/image1950.png"/><Relationship Id="rId92" Type="http://schemas.openxmlformats.org/officeDocument/2006/relationships/customXml" Target="../ink/ink185.xml"/><Relationship Id="rId2" Type="http://schemas.openxmlformats.org/officeDocument/2006/relationships/customXml" Target="../ink/ink140.xml"/><Relationship Id="rId29" Type="http://schemas.openxmlformats.org/officeDocument/2006/relationships/image" Target="../media/image175.png"/><Relationship Id="rId24" Type="http://schemas.openxmlformats.org/officeDocument/2006/relationships/customXml" Target="../ink/ink151.xml"/><Relationship Id="rId40" Type="http://schemas.openxmlformats.org/officeDocument/2006/relationships/customXml" Target="../ink/ink159.xml"/><Relationship Id="rId45" Type="http://schemas.openxmlformats.org/officeDocument/2006/relationships/image" Target="../media/image183.png"/><Relationship Id="rId66" Type="http://schemas.openxmlformats.org/officeDocument/2006/relationships/customXml" Target="../ink/ink172.xml"/><Relationship Id="rId87" Type="http://schemas.openxmlformats.org/officeDocument/2006/relationships/image" Target="../media/image203.png"/><Relationship Id="rId110" Type="http://schemas.openxmlformats.org/officeDocument/2006/relationships/customXml" Target="../ink/ink194.xml"/><Relationship Id="rId115" Type="http://schemas.openxmlformats.org/officeDocument/2006/relationships/image" Target="../media/image2170.png"/><Relationship Id="rId61" Type="http://schemas.openxmlformats.org/officeDocument/2006/relationships/image" Target="../media/image190.png"/><Relationship Id="rId82" Type="http://schemas.openxmlformats.org/officeDocument/2006/relationships/customXml" Target="../ink/ink180.xml"/><Relationship Id="rId19" Type="http://schemas.openxmlformats.org/officeDocument/2006/relationships/image" Target="../media/image170.png"/><Relationship Id="rId14" Type="http://schemas.openxmlformats.org/officeDocument/2006/relationships/customXml" Target="../ink/ink146.xml"/><Relationship Id="rId30" Type="http://schemas.openxmlformats.org/officeDocument/2006/relationships/customXml" Target="../ink/ink154.xml"/><Relationship Id="rId35" Type="http://schemas.openxmlformats.org/officeDocument/2006/relationships/image" Target="../media/image178.png"/><Relationship Id="rId56" Type="http://schemas.openxmlformats.org/officeDocument/2006/relationships/customXml" Target="../ink/ink167.xml"/><Relationship Id="rId77" Type="http://schemas.openxmlformats.org/officeDocument/2006/relationships/image" Target="../media/image1980.png"/><Relationship Id="rId100" Type="http://schemas.openxmlformats.org/officeDocument/2006/relationships/customXml" Target="../ink/ink189.xml"/><Relationship Id="rId105" Type="http://schemas.openxmlformats.org/officeDocument/2006/relationships/image" Target="../media/image2120.png"/><Relationship Id="rId8" Type="http://schemas.openxmlformats.org/officeDocument/2006/relationships/customXml" Target="../ink/ink143.xml"/><Relationship Id="rId51" Type="http://schemas.openxmlformats.org/officeDocument/2006/relationships/image" Target="../media/image186.png"/><Relationship Id="rId72" Type="http://schemas.openxmlformats.org/officeDocument/2006/relationships/customXml" Target="../ink/ink175.xml"/><Relationship Id="rId93" Type="http://schemas.openxmlformats.org/officeDocument/2006/relationships/image" Target="../media/image2060.png"/><Relationship Id="rId98" Type="http://schemas.openxmlformats.org/officeDocument/2006/relationships/customXml" Target="../ink/ink188.xml"/><Relationship Id="rId3" Type="http://schemas.openxmlformats.org/officeDocument/2006/relationships/image" Target="../media/image162.png"/><Relationship Id="rId25" Type="http://schemas.openxmlformats.org/officeDocument/2006/relationships/image" Target="../media/image173.png"/><Relationship Id="rId46" Type="http://schemas.openxmlformats.org/officeDocument/2006/relationships/customXml" Target="../ink/ink162.xml"/><Relationship Id="rId67" Type="http://schemas.openxmlformats.org/officeDocument/2006/relationships/image" Target="../media/image193.png"/><Relationship Id="rId116" Type="http://schemas.openxmlformats.org/officeDocument/2006/relationships/customXml" Target="../ink/ink197.xml"/><Relationship Id="rId20" Type="http://schemas.openxmlformats.org/officeDocument/2006/relationships/customXml" Target="../ink/ink149.xml"/><Relationship Id="rId41" Type="http://schemas.openxmlformats.org/officeDocument/2006/relationships/image" Target="../media/image181.png"/><Relationship Id="rId62" Type="http://schemas.openxmlformats.org/officeDocument/2006/relationships/customXml" Target="../ink/ink170.xml"/><Relationship Id="rId83" Type="http://schemas.openxmlformats.org/officeDocument/2006/relationships/image" Target="../media/image2011.png"/><Relationship Id="rId88" Type="http://schemas.openxmlformats.org/officeDocument/2006/relationships/customXml" Target="../ink/ink183.xml"/><Relationship Id="rId111" Type="http://schemas.openxmlformats.org/officeDocument/2006/relationships/image" Target="../media/image2150.png"/><Relationship Id="rId15" Type="http://schemas.openxmlformats.org/officeDocument/2006/relationships/image" Target="../media/image168.png"/><Relationship Id="rId36" Type="http://schemas.openxmlformats.org/officeDocument/2006/relationships/customXml" Target="../ink/ink157.xml"/><Relationship Id="rId57" Type="http://schemas.openxmlformats.org/officeDocument/2006/relationships/image" Target="../media/image189.png"/><Relationship Id="rId106" Type="http://schemas.openxmlformats.org/officeDocument/2006/relationships/customXml" Target="../ink/ink19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50.png"/><Relationship Id="rId18" Type="http://schemas.openxmlformats.org/officeDocument/2006/relationships/customXml" Target="../ink/ink207.xml"/><Relationship Id="rId26" Type="http://schemas.openxmlformats.org/officeDocument/2006/relationships/customXml" Target="../ink/ink211.xml"/><Relationship Id="rId39" Type="http://schemas.openxmlformats.org/officeDocument/2006/relationships/customXml" Target="../ink/ink218.xml"/><Relationship Id="rId21" Type="http://schemas.openxmlformats.org/officeDocument/2006/relationships/image" Target="../media/image2290.png"/><Relationship Id="rId34" Type="http://schemas.openxmlformats.org/officeDocument/2006/relationships/customXml" Target="../ink/ink215.xml"/><Relationship Id="rId42" Type="http://schemas.openxmlformats.org/officeDocument/2006/relationships/image" Target="../media/image239.png"/><Relationship Id="rId47" Type="http://schemas.openxmlformats.org/officeDocument/2006/relationships/customXml" Target="../ink/ink222.xml"/><Relationship Id="rId7" Type="http://schemas.openxmlformats.org/officeDocument/2006/relationships/image" Target="../media/image2220.png"/><Relationship Id="rId2" Type="http://schemas.openxmlformats.org/officeDocument/2006/relationships/customXml" Target="../ink/ink199.xml"/><Relationship Id="rId16" Type="http://schemas.openxmlformats.org/officeDocument/2006/relationships/customXml" Target="../ink/ink206.xml"/><Relationship Id="rId29" Type="http://schemas.openxmlformats.org/officeDocument/2006/relationships/image" Target="../media/image23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1.xml"/><Relationship Id="rId11" Type="http://schemas.openxmlformats.org/officeDocument/2006/relationships/image" Target="../media/image2240.png"/><Relationship Id="rId24" Type="http://schemas.openxmlformats.org/officeDocument/2006/relationships/customXml" Target="../ink/ink210.xml"/><Relationship Id="rId32" Type="http://schemas.openxmlformats.org/officeDocument/2006/relationships/customXml" Target="../ink/ink214.xml"/><Relationship Id="rId37" Type="http://schemas.openxmlformats.org/officeDocument/2006/relationships/image" Target="../media/image2370.png"/><Relationship Id="rId40" Type="http://schemas.openxmlformats.org/officeDocument/2006/relationships/image" Target="../media/image2380.png"/><Relationship Id="rId45" Type="http://schemas.openxmlformats.org/officeDocument/2006/relationships/customXml" Target="../ink/ink221.xml"/><Relationship Id="rId5" Type="http://schemas.openxmlformats.org/officeDocument/2006/relationships/image" Target="../media/image2211.png"/><Relationship Id="rId15" Type="http://schemas.openxmlformats.org/officeDocument/2006/relationships/image" Target="../media/image2260.png"/><Relationship Id="rId23" Type="http://schemas.openxmlformats.org/officeDocument/2006/relationships/image" Target="../media/image2300.png"/><Relationship Id="rId28" Type="http://schemas.openxmlformats.org/officeDocument/2006/relationships/customXml" Target="../ink/ink212.xml"/><Relationship Id="rId36" Type="http://schemas.openxmlformats.org/officeDocument/2006/relationships/customXml" Target="../ink/ink216.xml"/><Relationship Id="rId10" Type="http://schemas.openxmlformats.org/officeDocument/2006/relationships/customXml" Target="../ink/ink203.xml"/><Relationship Id="rId19" Type="http://schemas.openxmlformats.org/officeDocument/2006/relationships/image" Target="../media/image2280.png"/><Relationship Id="rId31" Type="http://schemas.openxmlformats.org/officeDocument/2006/relationships/image" Target="../media/image2340.png"/><Relationship Id="rId44" Type="http://schemas.openxmlformats.org/officeDocument/2006/relationships/image" Target="../media/image240.png"/><Relationship Id="rId4" Type="http://schemas.openxmlformats.org/officeDocument/2006/relationships/customXml" Target="../ink/ink200.xml"/><Relationship Id="rId9" Type="http://schemas.openxmlformats.org/officeDocument/2006/relationships/image" Target="../media/image2230.png"/><Relationship Id="rId14" Type="http://schemas.openxmlformats.org/officeDocument/2006/relationships/customXml" Target="../ink/ink205.xml"/><Relationship Id="rId22" Type="http://schemas.openxmlformats.org/officeDocument/2006/relationships/customXml" Target="../ink/ink209.xml"/><Relationship Id="rId27" Type="http://schemas.openxmlformats.org/officeDocument/2006/relationships/image" Target="../media/image2320.png"/><Relationship Id="rId30" Type="http://schemas.openxmlformats.org/officeDocument/2006/relationships/customXml" Target="../ink/ink213.xml"/><Relationship Id="rId35" Type="http://schemas.openxmlformats.org/officeDocument/2006/relationships/image" Target="../media/image2360.png"/><Relationship Id="rId43" Type="http://schemas.openxmlformats.org/officeDocument/2006/relationships/customXml" Target="../ink/ink220.xml"/><Relationship Id="rId48" Type="http://schemas.openxmlformats.org/officeDocument/2006/relationships/image" Target="../media/image242.png"/><Relationship Id="rId8" Type="http://schemas.openxmlformats.org/officeDocument/2006/relationships/customXml" Target="../ink/ink202.xml"/><Relationship Id="rId3" Type="http://schemas.openxmlformats.org/officeDocument/2006/relationships/image" Target="../media/image2200.png"/><Relationship Id="rId12" Type="http://schemas.openxmlformats.org/officeDocument/2006/relationships/customXml" Target="../ink/ink204.xml"/><Relationship Id="rId17" Type="http://schemas.openxmlformats.org/officeDocument/2006/relationships/image" Target="../media/image2270.png"/><Relationship Id="rId25" Type="http://schemas.openxmlformats.org/officeDocument/2006/relationships/image" Target="../media/image2311.png"/><Relationship Id="rId33" Type="http://schemas.openxmlformats.org/officeDocument/2006/relationships/image" Target="../media/image2350.png"/><Relationship Id="rId38" Type="http://schemas.openxmlformats.org/officeDocument/2006/relationships/customXml" Target="../ink/ink217.xml"/><Relationship Id="rId46" Type="http://schemas.openxmlformats.org/officeDocument/2006/relationships/image" Target="../media/image241.png"/><Relationship Id="rId20" Type="http://schemas.openxmlformats.org/officeDocument/2006/relationships/customXml" Target="../ink/ink208.xml"/><Relationship Id="rId41" Type="http://schemas.openxmlformats.org/officeDocument/2006/relationships/customXml" Target="../ink/ink21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6.xml"/><Relationship Id="rId13" Type="http://schemas.openxmlformats.org/officeDocument/2006/relationships/image" Target="../media/image274.png"/><Relationship Id="rId18" Type="http://schemas.openxmlformats.org/officeDocument/2006/relationships/customXml" Target="../ink/ink231.xml"/><Relationship Id="rId3" Type="http://schemas.openxmlformats.org/officeDocument/2006/relationships/image" Target="../media/image269.png"/><Relationship Id="rId21" Type="http://schemas.openxmlformats.org/officeDocument/2006/relationships/image" Target="../media/image278.png"/><Relationship Id="rId7" Type="http://schemas.openxmlformats.org/officeDocument/2006/relationships/image" Target="../media/image271.png"/><Relationship Id="rId12" Type="http://schemas.openxmlformats.org/officeDocument/2006/relationships/customXml" Target="../ink/ink228.xml"/><Relationship Id="rId17" Type="http://schemas.openxmlformats.org/officeDocument/2006/relationships/image" Target="../media/image276.png"/><Relationship Id="rId2" Type="http://schemas.openxmlformats.org/officeDocument/2006/relationships/customXml" Target="../ink/ink223.xml"/><Relationship Id="rId16" Type="http://schemas.openxmlformats.org/officeDocument/2006/relationships/customXml" Target="../ink/ink230.xml"/><Relationship Id="rId20" Type="http://schemas.openxmlformats.org/officeDocument/2006/relationships/customXml" Target="../ink/ink23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5.xml"/><Relationship Id="rId11" Type="http://schemas.openxmlformats.org/officeDocument/2006/relationships/image" Target="../media/image273.png"/><Relationship Id="rId5" Type="http://schemas.openxmlformats.org/officeDocument/2006/relationships/image" Target="../media/image270.png"/><Relationship Id="rId15" Type="http://schemas.openxmlformats.org/officeDocument/2006/relationships/image" Target="../media/image275.png"/><Relationship Id="rId23" Type="http://schemas.openxmlformats.org/officeDocument/2006/relationships/image" Target="../media/image279.png"/><Relationship Id="rId10" Type="http://schemas.openxmlformats.org/officeDocument/2006/relationships/customXml" Target="../ink/ink227.xml"/><Relationship Id="rId19" Type="http://schemas.openxmlformats.org/officeDocument/2006/relationships/image" Target="../media/image277.png"/><Relationship Id="rId4" Type="http://schemas.openxmlformats.org/officeDocument/2006/relationships/customXml" Target="../ink/ink224.xml"/><Relationship Id="rId9" Type="http://schemas.openxmlformats.org/officeDocument/2006/relationships/image" Target="../media/image272.png"/><Relationship Id="rId14" Type="http://schemas.openxmlformats.org/officeDocument/2006/relationships/customXml" Target="../ink/ink229.xml"/><Relationship Id="rId22" Type="http://schemas.openxmlformats.org/officeDocument/2006/relationships/customXml" Target="../ink/ink2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customXml" Target="../ink/ink23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0.xml"/><Relationship Id="rId18" Type="http://schemas.openxmlformats.org/officeDocument/2006/relationships/image" Target="../media/image288.png"/><Relationship Id="rId26" Type="http://schemas.openxmlformats.org/officeDocument/2006/relationships/image" Target="../media/image292.png"/><Relationship Id="rId39" Type="http://schemas.openxmlformats.org/officeDocument/2006/relationships/customXml" Target="../ink/ink253.xml"/><Relationship Id="rId21" Type="http://schemas.openxmlformats.org/officeDocument/2006/relationships/customXml" Target="../ink/ink244.xml"/><Relationship Id="rId34" Type="http://schemas.openxmlformats.org/officeDocument/2006/relationships/image" Target="../media/image296.png"/><Relationship Id="rId42" Type="http://schemas.openxmlformats.org/officeDocument/2006/relationships/image" Target="../media/image300.png"/><Relationship Id="rId47" Type="http://schemas.openxmlformats.org/officeDocument/2006/relationships/customXml" Target="../ink/ink257.xml"/><Relationship Id="rId50" Type="http://schemas.openxmlformats.org/officeDocument/2006/relationships/image" Target="../media/image304.png"/><Relationship Id="rId7" Type="http://schemas.openxmlformats.org/officeDocument/2006/relationships/customXml" Target="../ink/ink237.xml"/><Relationship Id="rId2" Type="http://schemas.openxmlformats.org/officeDocument/2006/relationships/image" Target="../media/image21.png"/><Relationship Id="rId16" Type="http://schemas.openxmlformats.org/officeDocument/2006/relationships/image" Target="../media/image287.png"/><Relationship Id="rId29" Type="http://schemas.openxmlformats.org/officeDocument/2006/relationships/customXml" Target="../ink/ink248.xml"/><Relationship Id="rId11" Type="http://schemas.openxmlformats.org/officeDocument/2006/relationships/customXml" Target="../ink/ink239.xml"/><Relationship Id="rId24" Type="http://schemas.openxmlformats.org/officeDocument/2006/relationships/image" Target="../media/image291.png"/><Relationship Id="rId32" Type="http://schemas.openxmlformats.org/officeDocument/2006/relationships/image" Target="../media/image295.png"/><Relationship Id="rId37" Type="http://schemas.openxmlformats.org/officeDocument/2006/relationships/customXml" Target="../ink/ink252.xml"/><Relationship Id="rId40" Type="http://schemas.openxmlformats.org/officeDocument/2006/relationships/image" Target="../media/image299.png"/><Relationship Id="rId45" Type="http://schemas.openxmlformats.org/officeDocument/2006/relationships/customXml" Target="../ink/ink256.xml"/><Relationship Id="rId5" Type="http://schemas.openxmlformats.org/officeDocument/2006/relationships/customXml" Target="../ink/ink236.xml"/><Relationship Id="rId15" Type="http://schemas.openxmlformats.org/officeDocument/2006/relationships/customXml" Target="../ink/ink241.xml"/><Relationship Id="rId23" Type="http://schemas.openxmlformats.org/officeDocument/2006/relationships/customXml" Target="../ink/ink245.xml"/><Relationship Id="rId28" Type="http://schemas.openxmlformats.org/officeDocument/2006/relationships/image" Target="../media/image293.png"/><Relationship Id="rId36" Type="http://schemas.openxmlformats.org/officeDocument/2006/relationships/image" Target="../media/image297.png"/><Relationship Id="rId49" Type="http://schemas.openxmlformats.org/officeDocument/2006/relationships/customXml" Target="../ink/ink258.xml"/><Relationship Id="rId10" Type="http://schemas.openxmlformats.org/officeDocument/2006/relationships/image" Target="../media/image284.png"/><Relationship Id="rId19" Type="http://schemas.openxmlformats.org/officeDocument/2006/relationships/customXml" Target="../ink/ink243.xml"/><Relationship Id="rId31" Type="http://schemas.openxmlformats.org/officeDocument/2006/relationships/customXml" Target="../ink/ink249.xml"/><Relationship Id="rId44" Type="http://schemas.openxmlformats.org/officeDocument/2006/relationships/image" Target="../media/image301.png"/><Relationship Id="rId52" Type="http://schemas.openxmlformats.org/officeDocument/2006/relationships/image" Target="../media/image305.png"/><Relationship Id="rId4" Type="http://schemas.openxmlformats.org/officeDocument/2006/relationships/image" Target="../media/image281.png"/><Relationship Id="rId9" Type="http://schemas.openxmlformats.org/officeDocument/2006/relationships/customXml" Target="../ink/ink238.xml"/><Relationship Id="rId14" Type="http://schemas.openxmlformats.org/officeDocument/2006/relationships/image" Target="../media/image286.png"/><Relationship Id="rId22" Type="http://schemas.openxmlformats.org/officeDocument/2006/relationships/image" Target="../media/image290.png"/><Relationship Id="rId27" Type="http://schemas.openxmlformats.org/officeDocument/2006/relationships/customXml" Target="../ink/ink247.xml"/><Relationship Id="rId30" Type="http://schemas.openxmlformats.org/officeDocument/2006/relationships/image" Target="../media/image294.png"/><Relationship Id="rId35" Type="http://schemas.openxmlformats.org/officeDocument/2006/relationships/customXml" Target="../ink/ink251.xml"/><Relationship Id="rId43" Type="http://schemas.openxmlformats.org/officeDocument/2006/relationships/customXml" Target="../ink/ink255.xml"/><Relationship Id="rId48" Type="http://schemas.openxmlformats.org/officeDocument/2006/relationships/image" Target="../media/image303.png"/><Relationship Id="rId8" Type="http://schemas.openxmlformats.org/officeDocument/2006/relationships/image" Target="../media/image283.png"/><Relationship Id="rId51" Type="http://schemas.openxmlformats.org/officeDocument/2006/relationships/customXml" Target="../ink/ink259.xml"/><Relationship Id="rId3" Type="http://schemas.openxmlformats.org/officeDocument/2006/relationships/customXml" Target="../ink/ink235.xml"/><Relationship Id="rId12" Type="http://schemas.openxmlformats.org/officeDocument/2006/relationships/image" Target="../media/image285.png"/><Relationship Id="rId17" Type="http://schemas.openxmlformats.org/officeDocument/2006/relationships/customXml" Target="../ink/ink242.xml"/><Relationship Id="rId25" Type="http://schemas.openxmlformats.org/officeDocument/2006/relationships/customXml" Target="../ink/ink246.xml"/><Relationship Id="rId33" Type="http://schemas.openxmlformats.org/officeDocument/2006/relationships/customXml" Target="../ink/ink250.xml"/><Relationship Id="rId38" Type="http://schemas.openxmlformats.org/officeDocument/2006/relationships/image" Target="../media/image298.png"/><Relationship Id="rId46" Type="http://schemas.openxmlformats.org/officeDocument/2006/relationships/image" Target="../media/image302.png"/><Relationship Id="rId20" Type="http://schemas.openxmlformats.org/officeDocument/2006/relationships/image" Target="../media/image289.png"/><Relationship Id="rId41" Type="http://schemas.openxmlformats.org/officeDocument/2006/relationships/customXml" Target="../ink/ink2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7.png"/><Relationship Id="rId21" Type="http://schemas.openxmlformats.org/officeDocument/2006/relationships/image" Target="../media/image329.png"/><Relationship Id="rId42" Type="http://schemas.openxmlformats.org/officeDocument/2006/relationships/customXml" Target="../ink/ink280.xml"/><Relationship Id="rId63" Type="http://schemas.openxmlformats.org/officeDocument/2006/relationships/image" Target="../media/image350.png"/><Relationship Id="rId84" Type="http://schemas.openxmlformats.org/officeDocument/2006/relationships/customXml" Target="../ink/ink301.xml"/><Relationship Id="rId138" Type="http://schemas.openxmlformats.org/officeDocument/2006/relationships/customXml" Target="../ink/ink328.xml"/><Relationship Id="rId107" Type="http://schemas.openxmlformats.org/officeDocument/2006/relationships/image" Target="../media/image372.png"/><Relationship Id="rId11" Type="http://schemas.openxmlformats.org/officeDocument/2006/relationships/image" Target="../media/image324.png"/><Relationship Id="rId32" Type="http://schemas.openxmlformats.org/officeDocument/2006/relationships/customXml" Target="../ink/ink275.xml"/><Relationship Id="rId53" Type="http://schemas.openxmlformats.org/officeDocument/2006/relationships/image" Target="../media/image345.png"/><Relationship Id="rId74" Type="http://schemas.openxmlformats.org/officeDocument/2006/relationships/customXml" Target="../ink/ink296.xml"/><Relationship Id="rId128" Type="http://schemas.openxmlformats.org/officeDocument/2006/relationships/customXml" Target="../ink/ink323.xml"/><Relationship Id="rId5" Type="http://schemas.openxmlformats.org/officeDocument/2006/relationships/image" Target="../media/image321.png"/><Relationship Id="rId90" Type="http://schemas.openxmlformats.org/officeDocument/2006/relationships/customXml" Target="../ink/ink304.xml"/><Relationship Id="rId95" Type="http://schemas.openxmlformats.org/officeDocument/2006/relationships/image" Target="../media/image366.png"/><Relationship Id="rId22" Type="http://schemas.openxmlformats.org/officeDocument/2006/relationships/customXml" Target="../ink/ink270.xml"/><Relationship Id="rId27" Type="http://schemas.openxmlformats.org/officeDocument/2006/relationships/image" Target="../media/image332.png"/><Relationship Id="rId43" Type="http://schemas.openxmlformats.org/officeDocument/2006/relationships/image" Target="../media/image340.png"/><Relationship Id="rId48" Type="http://schemas.openxmlformats.org/officeDocument/2006/relationships/customXml" Target="../ink/ink283.xml"/><Relationship Id="rId64" Type="http://schemas.openxmlformats.org/officeDocument/2006/relationships/customXml" Target="../ink/ink291.xml"/><Relationship Id="rId69" Type="http://schemas.openxmlformats.org/officeDocument/2006/relationships/image" Target="../media/image353.png"/><Relationship Id="rId113" Type="http://schemas.openxmlformats.org/officeDocument/2006/relationships/image" Target="../media/image375.png"/><Relationship Id="rId118" Type="http://schemas.openxmlformats.org/officeDocument/2006/relationships/customXml" Target="../ink/ink318.xml"/><Relationship Id="rId134" Type="http://schemas.openxmlformats.org/officeDocument/2006/relationships/customXml" Target="../ink/ink326.xml"/><Relationship Id="rId139" Type="http://schemas.openxmlformats.org/officeDocument/2006/relationships/image" Target="../media/image388.png"/><Relationship Id="rId80" Type="http://schemas.openxmlformats.org/officeDocument/2006/relationships/customXml" Target="../ink/ink299.xml"/><Relationship Id="rId85" Type="http://schemas.openxmlformats.org/officeDocument/2006/relationships/image" Target="../media/image361.png"/><Relationship Id="rId12" Type="http://schemas.openxmlformats.org/officeDocument/2006/relationships/customXml" Target="../ink/ink265.xml"/><Relationship Id="rId17" Type="http://schemas.openxmlformats.org/officeDocument/2006/relationships/image" Target="../media/image327.png"/><Relationship Id="rId33" Type="http://schemas.openxmlformats.org/officeDocument/2006/relationships/image" Target="../media/image335.png"/><Relationship Id="rId38" Type="http://schemas.openxmlformats.org/officeDocument/2006/relationships/customXml" Target="../ink/ink278.xml"/><Relationship Id="rId59" Type="http://schemas.openxmlformats.org/officeDocument/2006/relationships/image" Target="../media/image348.png"/><Relationship Id="rId103" Type="http://schemas.openxmlformats.org/officeDocument/2006/relationships/image" Target="../media/image370.png"/><Relationship Id="rId108" Type="http://schemas.openxmlformats.org/officeDocument/2006/relationships/customXml" Target="../ink/ink313.xml"/><Relationship Id="rId124" Type="http://schemas.openxmlformats.org/officeDocument/2006/relationships/customXml" Target="../ink/ink321.xml"/><Relationship Id="rId129" Type="http://schemas.openxmlformats.org/officeDocument/2006/relationships/image" Target="../media/image383.png"/><Relationship Id="rId54" Type="http://schemas.openxmlformats.org/officeDocument/2006/relationships/customXml" Target="../ink/ink286.xml"/><Relationship Id="rId70" Type="http://schemas.openxmlformats.org/officeDocument/2006/relationships/customXml" Target="../ink/ink294.xml"/><Relationship Id="rId75" Type="http://schemas.openxmlformats.org/officeDocument/2006/relationships/image" Target="../media/image356.png"/><Relationship Id="rId91" Type="http://schemas.openxmlformats.org/officeDocument/2006/relationships/image" Target="../media/image364.png"/><Relationship Id="rId96" Type="http://schemas.openxmlformats.org/officeDocument/2006/relationships/customXml" Target="../ink/ink307.xml"/><Relationship Id="rId140" Type="http://schemas.openxmlformats.org/officeDocument/2006/relationships/customXml" Target="../ink/ink329.xml"/><Relationship Id="rId145" Type="http://schemas.openxmlformats.org/officeDocument/2006/relationships/image" Target="../media/image3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2.xml"/><Relationship Id="rId23" Type="http://schemas.openxmlformats.org/officeDocument/2006/relationships/image" Target="../media/image330.png"/><Relationship Id="rId28" Type="http://schemas.openxmlformats.org/officeDocument/2006/relationships/customXml" Target="../ink/ink273.xml"/><Relationship Id="rId49" Type="http://schemas.openxmlformats.org/officeDocument/2006/relationships/image" Target="../media/image343.png"/><Relationship Id="rId114" Type="http://schemas.openxmlformats.org/officeDocument/2006/relationships/customXml" Target="../ink/ink316.xml"/><Relationship Id="rId119" Type="http://schemas.openxmlformats.org/officeDocument/2006/relationships/image" Target="../media/image378.png"/><Relationship Id="rId44" Type="http://schemas.openxmlformats.org/officeDocument/2006/relationships/customXml" Target="../ink/ink281.xml"/><Relationship Id="rId60" Type="http://schemas.openxmlformats.org/officeDocument/2006/relationships/customXml" Target="../ink/ink289.xml"/><Relationship Id="rId65" Type="http://schemas.openxmlformats.org/officeDocument/2006/relationships/image" Target="../media/image351.png"/><Relationship Id="rId81" Type="http://schemas.openxmlformats.org/officeDocument/2006/relationships/image" Target="../media/image359.png"/><Relationship Id="rId86" Type="http://schemas.openxmlformats.org/officeDocument/2006/relationships/customXml" Target="../ink/ink302.xml"/><Relationship Id="rId130" Type="http://schemas.openxmlformats.org/officeDocument/2006/relationships/customXml" Target="../ink/ink324.xml"/><Relationship Id="rId135" Type="http://schemas.openxmlformats.org/officeDocument/2006/relationships/image" Target="../media/image386.png"/><Relationship Id="rId13" Type="http://schemas.openxmlformats.org/officeDocument/2006/relationships/image" Target="../media/image325.png"/><Relationship Id="rId18" Type="http://schemas.openxmlformats.org/officeDocument/2006/relationships/customXml" Target="../ink/ink268.xml"/><Relationship Id="rId39" Type="http://schemas.openxmlformats.org/officeDocument/2006/relationships/image" Target="../media/image338.png"/><Relationship Id="rId109" Type="http://schemas.openxmlformats.org/officeDocument/2006/relationships/image" Target="../media/image373.png"/><Relationship Id="rId34" Type="http://schemas.openxmlformats.org/officeDocument/2006/relationships/customXml" Target="../ink/ink276.xml"/><Relationship Id="rId50" Type="http://schemas.openxmlformats.org/officeDocument/2006/relationships/customXml" Target="../ink/ink284.xml"/><Relationship Id="rId55" Type="http://schemas.openxmlformats.org/officeDocument/2006/relationships/image" Target="../media/image346.png"/><Relationship Id="rId76" Type="http://schemas.openxmlformats.org/officeDocument/2006/relationships/customXml" Target="../ink/ink297.xml"/><Relationship Id="rId97" Type="http://schemas.openxmlformats.org/officeDocument/2006/relationships/image" Target="../media/image367.png"/><Relationship Id="rId104" Type="http://schemas.openxmlformats.org/officeDocument/2006/relationships/customXml" Target="../ink/ink311.xml"/><Relationship Id="rId120" Type="http://schemas.openxmlformats.org/officeDocument/2006/relationships/customXml" Target="../ink/ink319.xml"/><Relationship Id="rId125" Type="http://schemas.openxmlformats.org/officeDocument/2006/relationships/image" Target="../media/image381.png"/><Relationship Id="rId141" Type="http://schemas.openxmlformats.org/officeDocument/2006/relationships/image" Target="../media/image389.png"/><Relationship Id="rId146" Type="http://schemas.openxmlformats.org/officeDocument/2006/relationships/customXml" Target="../ink/ink332.xml"/><Relationship Id="rId7" Type="http://schemas.openxmlformats.org/officeDocument/2006/relationships/image" Target="../media/image322.png"/><Relationship Id="rId71" Type="http://schemas.openxmlformats.org/officeDocument/2006/relationships/image" Target="../media/image354.png"/><Relationship Id="rId92" Type="http://schemas.openxmlformats.org/officeDocument/2006/relationships/customXml" Target="../ink/ink305.xml"/><Relationship Id="rId2" Type="http://schemas.openxmlformats.org/officeDocument/2006/relationships/customXml" Target="../ink/ink260.xml"/><Relationship Id="rId29" Type="http://schemas.openxmlformats.org/officeDocument/2006/relationships/image" Target="../media/image333.png"/><Relationship Id="rId24" Type="http://schemas.openxmlformats.org/officeDocument/2006/relationships/customXml" Target="../ink/ink271.xml"/><Relationship Id="rId40" Type="http://schemas.openxmlformats.org/officeDocument/2006/relationships/customXml" Target="../ink/ink279.xml"/><Relationship Id="rId45" Type="http://schemas.openxmlformats.org/officeDocument/2006/relationships/image" Target="../media/image341.png"/><Relationship Id="rId66" Type="http://schemas.openxmlformats.org/officeDocument/2006/relationships/customXml" Target="../ink/ink292.xml"/><Relationship Id="rId87" Type="http://schemas.openxmlformats.org/officeDocument/2006/relationships/image" Target="../media/image362.png"/><Relationship Id="rId110" Type="http://schemas.openxmlformats.org/officeDocument/2006/relationships/customXml" Target="../ink/ink314.xml"/><Relationship Id="rId115" Type="http://schemas.openxmlformats.org/officeDocument/2006/relationships/image" Target="../media/image376.png"/><Relationship Id="rId131" Type="http://schemas.openxmlformats.org/officeDocument/2006/relationships/image" Target="../media/image384.png"/><Relationship Id="rId136" Type="http://schemas.openxmlformats.org/officeDocument/2006/relationships/customXml" Target="../ink/ink327.xml"/><Relationship Id="rId61" Type="http://schemas.openxmlformats.org/officeDocument/2006/relationships/image" Target="../media/image349.png"/><Relationship Id="rId82" Type="http://schemas.openxmlformats.org/officeDocument/2006/relationships/customXml" Target="../ink/ink300.xml"/><Relationship Id="rId19" Type="http://schemas.openxmlformats.org/officeDocument/2006/relationships/image" Target="../media/image328.png"/><Relationship Id="rId14" Type="http://schemas.openxmlformats.org/officeDocument/2006/relationships/customXml" Target="../ink/ink266.xml"/><Relationship Id="rId30" Type="http://schemas.openxmlformats.org/officeDocument/2006/relationships/customXml" Target="../ink/ink274.xml"/><Relationship Id="rId35" Type="http://schemas.openxmlformats.org/officeDocument/2006/relationships/image" Target="../media/image336.png"/><Relationship Id="rId56" Type="http://schemas.openxmlformats.org/officeDocument/2006/relationships/customXml" Target="../ink/ink287.xml"/><Relationship Id="rId77" Type="http://schemas.openxmlformats.org/officeDocument/2006/relationships/image" Target="../media/image357.png"/><Relationship Id="rId100" Type="http://schemas.openxmlformats.org/officeDocument/2006/relationships/customXml" Target="../ink/ink309.xml"/><Relationship Id="rId105" Type="http://schemas.openxmlformats.org/officeDocument/2006/relationships/image" Target="../media/image371.png"/><Relationship Id="rId126" Type="http://schemas.openxmlformats.org/officeDocument/2006/relationships/customXml" Target="../ink/ink322.xml"/><Relationship Id="rId147" Type="http://schemas.openxmlformats.org/officeDocument/2006/relationships/image" Target="../media/image392.png"/><Relationship Id="rId8" Type="http://schemas.openxmlformats.org/officeDocument/2006/relationships/customXml" Target="../ink/ink263.xml"/><Relationship Id="rId51" Type="http://schemas.openxmlformats.org/officeDocument/2006/relationships/image" Target="../media/image344.png"/><Relationship Id="rId72" Type="http://schemas.openxmlformats.org/officeDocument/2006/relationships/customXml" Target="../ink/ink295.xml"/><Relationship Id="rId93" Type="http://schemas.openxmlformats.org/officeDocument/2006/relationships/image" Target="../media/image365.png"/><Relationship Id="rId98" Type="http://schemas.openxmlformats.org/officeDocument/2006/relationships/customXml" Target="../ink/ink308.xml"/><Relationship Id="rId121" Type="http://schemas.openxmlformats.org/officeDocument/2006/relationships/image" Target="../media/image379.png"/><Relationship Id="rId142" Type="http://schemas.openxmlformats.org/officeDocument/2006/relationships/customXml" Target="../ink/ink330.xml"/><Relationship Id="rId3" Type="http://schemas.openxmlformats.org/officeDocument/2006/relationships/image" Target="../media/image320.png"/><Relationship Id="rId25" Type="http://schemas.openxmlformats.org/officeDocument/2006/relationships/image" Target="../media/image331.png"/><Relationship Id="rId46" Type="http://schemas.openxmlformats.org/officeDocument/2006/relationships/customXml" Target="../ink/ink282.xml"/><Relationship Id="rId67" Type="http://schemas.openxmlformats.org/officeDocument/2006/relationships/image" Target="../media/image352.png"/><Relationship Id="rId116" Type="http://schemas.openxmlformats.org/officeDocument/2006/relationships/customXml" Target="../ink/ink317.xml"/><Relationship Id="rId137" Type="http://schemas.openxmlformats.org/officeDocument/2006/relationships/image" Target="../media/image387.png"/><Relationship Id="rId20" Type="http://schemas.openxmlformats.org/officeDocument/2006/relationships/customXml" Target="../ink/ink269.xml"/><Relationship Id="rId41" Type="http://schemas.openxmlformats.org/officeDocument/2006/relationships/image" Target="../media/image339.png"/><Relationship Id="rId62" Type="http://schemas.openxmlformats.org/officeDocument/2006/relationships/customXml" Target="../ink/ink290.xml"/><Relationship Id="rId83" Type="http://schemas.openxmlformats.org/officeDocument/2006/relationships/image" Target="../media/image360.png"/><Relationship Id="rId88" Type="http://schemas.openxmlformats.org/officeDocument/2006/relationships/customXml" Target="../ink/ink303.xml"/><Relationship Id="rId111" Type="http://schemas.openxmlformats.org/officeDocument/2006/relationships/image" Target="../media/image374.png"/><Relationship Id="rId132" Type="http://schemas.openxmlformats.org/officeDocument/2006/relationships/customXml" Target="../ink/ink325.xml"/><Relationship Id="rId15" Type="http://schemas.openxmlformats.org/officeDocument/2006/relationships/image" Target="../media/image326.png"/><Relationship Id="rId36" Type="http://schemas.openxmlformats.org/officeDocument/2006/relationships/customXml" Target="../ink/ink277.xml"/><Relationship Id="rId57" Type="http://schemas.openxmlformats.org/officeDocument/2006/relationships/image" Target="../media/image347.png"/><Relationship Id="rId106" Type="http://schemas.openxmlformats.org/officeDocument/2006/relationships/customXml" Target="../ink/ink312.xml"/><Relationship Id="rId127" Type="http://schemas.openxmlformats.org/officeDocument/2006/relationships/image" Target="../media/image382.png"/><Relationship Id="rId10" Type="http://schemas.openxmlformats.org/officeDocument/2006/relationships/customXml" Target="../ink/ink264.xml"/><Relationship Id="rId31" Type="http://schemas.openxmlformats.org/officeDocument/2006/relationships/image" Target="../media/image334.png"/><Relationship Id="rId52" Type="http://schemas.openxmlformats.org/officeDocument/2006/relationships/customXml" Target="../ink/ink285.xml"/><Relationship Id="rId73" Type="http://schemas.openxmlformats.org/officeDocument/2006/relationships/image" Target="../media/image355.png"/><Relationship Id="rId78" Type="http://schemas.openxmlformats.org/officeDocument/2006/relationships/customXml" Target="../ink/ink298.xml"/><Relationship Id="rId94" Type="http://schemas.openxmlformats.org/officeDocument/2006/relationships/customXml" Target="../ink/ink306.xml"/><Relationship Id="rId99" Type="http://schemas.openxmlformats.org/officeDocument/2006/relationships/image" Target="../media/image368.png"/><Relationship Id="rId101" Type="http://schemas.openxmlformats.org/officeDocument/2006/relationships/image" Target="../media/image369.png"/><Relationship Id="rId122" Type="http://schemas.openxmlformats.org/officeDocument/2006/relationships/customXml" Target="../ink/ink320.xml"/><Relationship Id="rId143" Type="http://schemas.openxmlformats.org/officeDocument/2006/relationships/image" Target="../media/image390.png"/><Relationship Id="rId4" Type="http://schemas.openxmlformats.org/officeDocument/2006/relationships/customXml" Target="../ink/ink261.xml"/><Relationship Id="rId9" Type="http://schemas.openxmlformats.org/officeDocument/2006/relationships/image" Target="../media/image323.png"/><Relationship Id="rId26" Type="http://schemas.openxmlformats.org/officeDocument/2006/relationships/customXml" Target="../ink/ink272.xml"/><Relationship Id="rId47" Type="http://schemas.openxmlformats.org/officeDocument/2006/relationships/image" Target="../media/image342.png"/><Relationship Id="rId68" Type="http://schemas.openxmlformats.org/officeDocument/2006/relationships/customXml" Target="../ink/ink293.xml"/><Relationship Id="rId89" Type="http://schemas.openxmlformats.org/officeDocument/2006/relationships/image" Target="../media/image363.png"/><Relationship Id="rId112" Type="http://schemas.openxmlformats.org/officeDocument/2006/relationships/customXml" Target="../ink/ink315.xml"/><Relationship Id="rId133" Type="http://schemas.openxmlformats.org/officeDocument/2006/relationships/image" Target="../media/image385.png"/><Relationship Id="rId16" Type="http://schemas.openxmlformats.org/officeDocument/2006/relationships/customXml" Target="../ink/ink267.xml"/><Relationship Id="rId37" Type="http://schemas.openxmlformats.org/officeDocument/2006/relationships/image" Target="../media/image337.png"/><Relationship Id="rId58" Type="http://schemas.openxmlformats.org/officeDocument/2006/relationships/customXml" Target="../ink/ink288.xml"/><Relationship Id="rId79" Type="http://schemas.openxmlformats.org/officeDocument/2006/relationships/image" Target="../media/image358.png"/><Relationship Id="rId102" Type="http://schemas.openxmlformats.org/officeDocument/2006/relationships/customXml" Target="../ink/ink310.xml"/><Relationship Id="rId123" Type="http://schemas.openxmlformats.org/officeDocument/2006/relationships/image" Target="../media/image380.png"/><Relationship Id="rId144" Type="http://schemas.openxmlformats.org/officeDocument/2006/relationships/customXml" Target="../ink/ink33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6.xml"/><Relationship Id="rId13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12" Type="http://schemas.openxmlformats.org/officeDocument/2006/relationships/customXml" Target="../ink/ink338.xml"/><Relationship Id="rId2" Type="http://schemas.openxmlformats.org/officeDocument/2006/relationships/customXml" Target="../ink/ink33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5.xml"/><Relationship Id="rId11" Type="http://schemas.openxmlformats.org/officeDocument/2006/relationships/image" Target="../media/image68.png"/><Relationship Id="rId5" Type="http://schemas.openxmlformats.org/officeDocument/2006/relationships/image" Target="../media/image65.png"/><Relationship Id="rId15" Type="http://schemas.openxmlformats.org/officeDocument/2006/relationships/image" Target="../media/image70.png"/><Relationship Id="rId10" Type="http://schemas.openxmlformats.org/officeDocument/2006/relationships/customXml" Target="../ink/ink337.xml"/><Relationship Id="rId4" Type="http://schemas.openxmlformats.org/officeDocument/2006/relationships/customXml" Target="../ink/ink334.xml"/><Relationship Id="rId9" Type="http://schemas.openxmlformats.org/officeDocument/2006/relationships/image" Target="../media/image67.png"/><Relationship Id="rId14" Type="http://schemas.openxmlformats.org/officeDocument/2006/relationships/customXml" Target="../ink/ink339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2.xml"/><Relationship Id="rId117" Type="http://schemas.openxmlformats.org/officeDocument/2006/relationships/image" Target="../media/image129.png"/><Relationship Id="rId21" Type="http://schemas.openxmlformats.org/officeDocument/2006/relationships/image" Target="../media/image80.png"/><Relationship Id="rId42" Type="http://schemas.openxmlformats.org/officeDocument/2006/relationships/customXml" Target="../ink/ink360.xml"/><Relationship Id="rId47" Type="http://schemas.openxmlformats.org/officeDocument/2006/relationships/image" Target="../media/image93.png"/><Relationship Id="rId63" Type="http://schemas.openxmlformats.org/officeDocument/2006/relationships/image" Target="../media/image101.png"/><Relationship Id="rId68" Type="http://schemas.openxmlformats.org/officeDocument/2006/relationships/customXml" Target="../ink/ink373.xml"/><Relationship Id="rId84" Type="http://schemas.openxmlformats.org/officeDocument/2006/relationships/customXml" Target="../ink/ink381.xml"/><Relationship Id="rId89" Type="http://schemas.openxmlformats.org/officeDocument/2006/relationships/image" Target="../media/image114.png"/><Relationship Id="rId112" Type="http://schemas.openxmlformats.org/officeDocument/2006/relationships/customXml" Target="../ink/ink395.xml"/><Relationship Id="rId16" Type="http://schemas.openxmlformats.org/officeDocument/2006/relationships/customXml" Target="../ink/ink347.xml"/><Relationship Id="rId107" Type="http://schemas.openxmlformats.org/officeDocument/2006/relationships/image" Target="../media/image124.png"/><Relationship Id="rId11" Type="http://schemas.openxmlformats.org/officeDocument/2006/relationships/image" Target="../media/image75.png"/><Relationship Id="rId32" Type="http://schemas.openxmlformats.org/officeDocument/2006/relationships/customXml" Target="../ink/ink355.xml"/><Relationship Id="rId37" Type="http://schemas.openxmlformats.org/officeDocument/2006/relationships/image" Target="../media/image88.png"/><Relationship Id="rId53" Type="http://schemas.openxmlformats.org/officeDocument/2006/relationships/image" Target="../media/image96.png"/><Relationship Id="rId58" Type="http://schemas.openxmlformats.org/officeDocument/2006/relationships/customXml" Target="../ink/ink368.xml"/><Relationship Id="rId74" Type="http://schemas.openxmlformats.org/officeDocument/2006/relationships/customXml" Target="../ink/ink376.xml"/><Relationship Id="rId79" Type="http://schemas.openxmlformats.org/officeDocument/2006/relationships/image" Target="../media/image109.png"/><Relationship Id="rId102" Type="http://schemas.openxmlformats.org/officeDocument/2006/relationships/customXml" Target="../ink/ink390.xml"/><Relationship Id="rId123" Type="http://schemas.openxmlformats.org/officeDocument/2006/relationships/image" Target="../media/image132.png"/><Relationship Id="rId5" Type="http://schemas.openxmlformats.org/officeDocument/2006/relationships/image" Target="../media/image72.png"/><Relationship Id="rId90" Type="http://schemas.openxmlformats.org/officeDocument/2006/relationships/customXml" Target="../ink/ink384.xml"/><Relationship Id="rId95" Type="http://schemas.openxmlformats.org/officeDocument/2006/relationships/image" Target="../media/image117.png"/><Relationship Id="rId22" Type="http://schemas.openxmlformats.org/officeDocument/2006/relationships/customXml" Target="../ink/ink350.xml"/><Relationship Id="rId27" Type="http://schemas.openxmlformats.org/officeDocument/2006/relationships/image" Target="../media/image83.png"/><Relationship Id="rId43" Type="http://schemas.openxmlformats.org/officeDocument/2006/relationships/image" Target="../media/image91.png"/><Relationship Id="rId48" Type="http://schemas.openxmlformats.org/officeDocument/2006/relationships/customXml" Target="../ink/ink363.xml"/><Relationship Id="rId64" Type="http://schemas.openxmlformats.org/officeDocument/2006/relationships/customXml" Target="../ink/ink371.xml"/><Relationship Id="rId69" Type="http://schemas.openxmlformats.org/officeDocument/2006/relationships/image" Target="../media/image104.png"/><Relationship Id="rId113" Type="http://schemas.openxmlformats.org/officeDocument/2006/relationships/image" Target="../media/image127.png"/><Relationship Id="rId118" Type="http://schemas.openxmlformats.org/officeDocument/2006/relationships/customXml" Target="../ink/ink398.xml"/><Relationship Id="rId80" Type="http://schemas.openxmlformats.org/officeDocument/2006/relationships/customXml" Target="../ink/ink379.xml"/><Relationship Id="rId85" Type="http://schemas.openxmlformats.org/officeDocument/2006/relationships/image" Target="../media/image112.png"/><Relationship Id="rId12" Type="http://schemas.openxmlformats.org/officeDocument/2006/relationships/customXml" Target="../ink/ink345.xml"/><Relationship Id="rId17" Type="http://schemas.openxmlformats.org/officeDocument/2006/relationships/image" Target="../media/image78.png"/><Relationship Id="rId33" Type="http://schemas.openxmlformats.org/officeDocument/2006/relationships/image" Target="../media/image86.png"/><Relationship Id="rId38" Type="http://schemas.openxmlformats.org/officeDocument/2006/relationships/customXml" Target="../ink/ink358.xml"/><Relationship Id="rId59" Type="http://schemas.openxmlformats.org/officeDocument/2006/relationships/image" Target="../media/image99.png"/><Relationship Id="rId103" Type="http://schemas.openxmlformats.org/officeDocument/2006/relationships/image" Target="../media/image121.png"/><Relationship Id="rId108" Type="http://schemas.openxmlformats.org/officeDocument/2006/relationships/customXml" Target="../ink/ink393.xml"/><Relationship Id="rId54" Type="http://schemas.openxmlformats.org/officeDocument/2006/relationships/customXml" Target="../ink/ink366.xml"/><Relationship Id="rId70" Type="http://schemas.openxmlformats.org/officeDocument/2006/relationships/customXml" Target="../ink/ink374.xml"/><Relationship Id="rId75" Type="http://schemas.openxmlformats.org/officeDocument/2006/relationships/image" Target="../media/image107.png"/><Relationship Id="rId91" Type="http://schemas.openxmlformats.org/officeDocument/2006/relationships/image" Target="../media/image115.png"/><Relationship Id="rId96" Type="http://schemas.openxmlformats.org/officeDocument/2006/relationships/customXml" Target="../ink/ink38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2.xml"/><Relationship Id="rId23" Type="http://schemas.openxmlformats.org/officeDocument/2006/relationships/image" Target="../media/image81.png"/><Relationship Id="rId28" Type="http://schemas.openxmlformats.org/officeDocument/2006/relationships/customXml" Target="../ink/ink353.xml"/><Relationship Id="rId49" Type="http://schemas.openxmlformats.org/officeDocument/2006/relationships/image" Target="../media/image94.png"/><Relationship Id="rId114" Type="http://schemas.openxmlformats.org/officeDocument/2006/relationships/customXml" Target="../ink/ink396.xml"/><Relationship Id="rId119" Type="http://schemas.openxmlformats.org/officeDocument/2006/relationships/image" Target="../media/image130.png"/><Relationship Id="rId44" Type="http://schemas.openxmlformats.org/officeDocument/2006/relationships/customXml" Target="../ink/ink361.xml"/><Relationship Id="rId60" Type="http://schemas.openxmlformats.org/officeDocument/2006/relationships/customXml" Target="../ink/ink369.xml"/><Relationship Id="rId65" Type="http://schemas.openxmlformats.org/officeDocument/2006/relationships/image" Target="../media/image102.png"/><Relationship Id="rId81" Type="http://schemas.openxmlformats.org/officeDocument/2006/relationships/image" Target="../media/image110.png"/><Relationship Id="rId86" Type="http://schemas.openxmlformats.org/officeDocument/2006/relationships/customXml" Target="../ink/ink382.xml"/><Relationship Id="rId4" Type="http://schemas.openxmlformats.org/officeDocument/2006/relationships/customXml" Target="../ink/ink341.xml"/><Relationship Id="rId9" Type="http://schemas.openxmlformats.org/officeDocument/2006/relationships/image" Target="../media/image74.png"/><Relationship Id="rId13" Type="http://schemas.openxmlformats.org/officeDocument/2006/relationships/image" Target="../media/image76.png"/><Relationship Id="rId18" Type="http://schemas.openxmlformats.org/officeDocument/2006/relationships/customXml" Target="../ink/ink348.xml"/><Relationship Id="rId39" Type="http://schemas.openxmlformats.org/officeDocument/2006/relationships/image" Target="../media/image89.png"/><Relationship Id="rId109" Type="http://schemas.openxmlformats.org/officeDocument/2006/relationships/image" Target="../media/image125.png"/><Relationship Id="rId34" Type="http://schemas.openxmlformats.org/officeDocument/2006/relationships/customXml" Target="../ink/ink356.xml"/><Relationship Id="rId50" Type="http://schemas.openxmlformats.org/officeDocument/2006/relationships/customXml" Target="../ink/ink364.xml"/><Relationship Id="rId55" Type="http://schemas.openxmlformats.org/officeDocument/2006/relationships/image" Target="../media/image97.png"/><Relationship Id="rId76" Type="http://schemas.openxmlformats.org/officeDocument/2006/relationships/customXml" Target="../ink/ink377.xml"/><Relationship Id="rId97" Type="http://schemas.openxmlformats.org/officeDocument/2006/relationships/image" Target="../media/image118.png"/><Relationship Id="rId104" Type="http://schemas.openxmlformats.org/officeDocument/2006/relationships/customXml" Target="../ink/ink391.xml"/><Relationship Id="rId120" Type="http://schemas.openxmlformats.org/officeDocument/2006/relationships/customXml" Target="../ink/ink399.xml"/><Relationship Id="rId7" Type="http://schemas.openxmlformats.org/officeDocument/2006/relationships/image" Target="../media/image73.png"/><Relationship Id="rId71" Type="http://schemas.openxmlformats.org/officeDocument/2006/relationships/image" Target="../media/image105.png"/><Relationship Id="rId92" Type="http://schemas.openxmlformats.org/officeDocument/2006/relationships/customXml" Target="../ink/ink385.xml"/><Relationship Id="rId2" Type="http://schemas.openxmlformats.org/officeDocument/2006/relationships/customXml" Target="../ink/ink340.xml"/><Relationship Id="rId29" Type="http://schemas.openxmlformats.org/officeDocument/2006/relationships/image" Target="../media/image84.png"/><Relationship Id="rId24" Type="http://schemas.openxmlformats.org/officeDocument/2006/relationships/customXml" Target="../ink/ink351.xml"/><Relationship Id="rId40" Type="http://schemas.openxmlformats.org/officeDocument/2006/relationships/customXml" Target="../ink/ink359.xml"/><Relationship Id="rId45" Type="http://schemas.openxmlformats.org/officeDocument/2006/relationships/image" Target="../media/image92.png"/><Relationship Id="rId66" Type="http://schemas.openxmlformats.org/officeDocument/2006/relationships/customXml" Target="../ink/ink372.xml"/><Relationship Id="rId87" Type="http://schemas.openxmlformats.org/officeDocument/2006/relationships/image" Target="../media/image113.png"/><Relationship Id="rId110" Type="http://schemas.openxmlformats.org/officeDocument/2006/relationships/customXml" Target="../ink/ink394.xml"/><Relationship Id="rId115" Type="http://schemas.openxmlformats.org/officeDocument/2006/relationships/image" Target="../media/image128.png"/><Relationship Id="rId61" Type="http://schemas.openxmlformats.org/officeDocument/2006/relationships/image" Target="../media/image100.png"/><Relationship Id="rId82" Type="http://schemas.openxmlformats.org/officeDocument/2006/relationships/customXml" Target="../ink/ink380.xml"/><Relationship Id="rId19" Type="http://schemas.openxmlformats.org/officeDocument/2006/relationships/image" Target="../media/image79.png"/><Relationship Id="rId14" Type="http://schemas.openxmlformats.org/officeDocument/2006/relationships/customXml" Target="../ink/ink346.xml"/><Relationship Id="rId30" Type="http://schemas.openxmlformats.org/officeDocument/2006/relationships/customXml" Target="../ink/ink354.xml"/><Relationship Id="rId35" Type="http://schemas.openxmlformats.org/officeDocument/2006/relationships/image" Target="../media/image87.png"/><Relationship Id="rId56" Type="http://schemas.openxmlformats.org/officeDocument/2006/relationships/customXml" Target="../ink/ink367.xml"/><Relationship Id="rId77" Type="http://schemas.openxmlformats.org/officeDocument/2006/relationships/image" Target="../media/image108.png"/><Relationship Id="rId100" Type="http://schemas.openxmlformats.org/officeDocument/2006/relationships/customXml" Target="../ink/ink389.xml"/><Relationship Id="rId105" Type="http://schemas.openxmlformats.org/officeDocument/2006/relationships/image" Target="../media/image123.png"/><Relationship Id="rId8" Type="http://schemas.openxmlformats.org/officeDocument/2006/relationships/customXml" Target="../ink/ink343.xml"/><Relationship Id="rId51" Type="http://schemas.openxmlformats.org/officeDocument/2006/relationships/image" Target="../media/image95.png"/><Relationship Id="rId72" Type="http://schemas.openxmlformats.org/officeDocument/2006/relationships/customXml" Target="../ink/ink375.xml"/><Relationship Id="rId93" Type="http://schemas.openxmlformats.org/officeDocument/2006/relationships/image" Target="../media/image116.png"/><Relationship Id="rId98" Type="http://schemas.openxmlformats.org/officeDocument/2006/relationships/customXml" Target="../ink/ink388.xml"/><Relationship Id="rId121" Type="http://schemas.openxmlformats.org/officeDocument/2006/relationships/image" Target="../media/image131.png"/><Relationship Id="rId3" Type="http://schemas.openxmlformats.org/officeDocument/2006/relationships/image" Target="../media/image71.png"/><Relationship Id="rId25" Type="http://schemas.openxmlformats.org/officeDocument/2006/relationships/image" Target="../media/image82.png"/><Relationship Id="rId46" Type="http://schemas.openxmlformats.org/officeDocument/2006/relationships/customXml" Target="../ink/ink362.xml"/><Relationship Id="rId67" Type="http://schemas.openxmlformats.org/officeDocument/2006/relationships/image" Target="../media/image103.png"/><Relationship Id="rId116" Type="http://schemas.openxmlformats.org/officeDocument/2006/relationships/customXml" Target="../ink/ink397.xml"/><Relationship Id="rId20" Type="http://schemas.openxmlformats.org/officeDocument/2006/relationships/customXml" Target="../ink/ink349.xml"/><Relationship Id="rId41" Type="http://schemas.openxmlformats.org/officeDocument/2006/relationships/image" Target="../media/image90.png"/><Relationship Id="rId62" Type="http://schemas.openxmlformats.org/officeDocument/2006/relationships/customXml" Target="../ink/ink370.xml"/><Relationship Id="rId83" Type="http://schemas.openxmlformats.org/officeDocument/2006/relationships/image" Target="../media/image111.png"/><Relationship Id="rId88" Type="http://schemas.openxmlformats.org/officeDocument/2006/relationships/customXml" Target="../ink/ink383.xml"/><Relationship Id="rId111" Type="http://schemas.openxmlformats.org/officeDocument/2006/relationships/image" Target="../media/image126.png"/><Relationship Id="rId15" Type="http://schemas.openxmlformats.org/officeDocument/2006/relationships/image" Target="../media/image77.png"/><Relationship Id="rId36" Type="http://schemas.openxmlformats.org/officeDocument/2006/relationships/customXml" Target="../ink/ink357.xml"/><Relationship Id="rId57" Type="http://schemas.openxmlformats.org/officeDocument/2006/relationships/image" Target="../media/image98.png"/><Relationship Id="rId106" Type="http://schemas.openxmlformats.org/officeDocument/2006/relationships/customXml" Target="../ink/ink392.xml"/><Relationship Id="rId10" Type="http://schemas.openxmlformats.org/officeDocument/2006/relationships/customXml" Target="../ink/ink344.xml"/><Relationship Id="rId31" Type="http://schemas.openxmlformats.org/officeDocument/2006/relationships/image" Target="../media/image85.png"/><Relationship Id="rId52" Type="http://schemas.openxmlformats.org/officeDocument/2006/relationships/customXml" Target="../ink/ink365.xml"/><Relationship Id="rId73" Type="http://schemas.openxmlformats.org/officeDocument/2006/relationships/image" Target="../media/image106.png"/><Relationship Id="rId78" Type="http://schemas.openxmlformats.org/officeDocument/2006/relationships/customXml" Target="../ink/ink378.xml"/><Relationship Id="rId94" Type="http://schemas.openxmlformats.org/officeDocument/2006/relationships/customXml" Target="../ink/ink386.xml"/><Relationship Id="rId99" Type="http://schemas.openxmlformats.org/officeDocument/2006/relationships/image" Target="../media/image119.png"/><Relationship Id="rId101" Type="http://schemas.openxmlformats.org/officeDocument/2006/relationships/image" Target="../media/image120.png"/><Relationship Id="rId122" Type="http://schemas.openxmlformats.org/officeDocument/2006/relationships/customXml" Target="../ink/ink40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customXml" Target="../ink/ink407.xml"/><Relationship Id="rId18" Type="http://schemas.openxmlformats.org/officeDocument/2006/relationships/image" Target="../media/image316.png"/><Relationship Id="rId3" Type="http://schemas.openxmlformats.org/officeDocument/2006/relationships/customXml" Target="../ink/ink402.xml"/><Relationship Id="rId7" Type="http://schemas.openxmlformats.org/officeDocument/2006/relationships/customXml" Target="../ink/ink404.xml"/><Relationship Id="rId12" Type="http://schemas.openxmlformats.org/officeDocument/2006/relationships/image" Target="../media/image313.png"/><Relationship Id="rId17" Type="http://schemas.openxmlformats.org/officeDocument/2006/relationships/customXml" Target="../ink/ink409.xml"/><Relationship Id="rId2" Type="http://schemas.openxmlformats.org/officeDocument/2006/relationships/image" Target="../media/image23.png"/><Relationship Id="rId16" Type="http://schemas.openxmlformats.org/officeDocument/2006/relationships/image" Target="../media/image315.png"/><Relationship Id="rId20" Type="http://schemas.openxmlformats.org/officeDocument/2006/relationships/image" Target="../media/image3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11" Type="http://schemas.openxmlformats.org/officeDocument/2006/relationships/customXml" Target="../ink/ink406.xml"/><Relationship Id="rId5" Type="http://schemas.openxmlformats.org/officeDocument/2006/relationships/customXml" Target="../ink/ink403.xml"/><Relationship Id="rId15" Type="http://schemas.openxmlformats.org/officeDocument/2006/relationships/customXml" Target="../ink/ink408.xml"/><Relationship Id="rId10" Type="http://schemas.openxmlformats.org/officeDocument/2006/relationships/image" Target="../media/image312.png"/><Relationship Id="rId19" Type="http://schemas.openxmlformats.org/officeDocument/2006/relationships/customXml" Target="../ink/ink410.xml"/><Relationship Id="rId4" Type="http://schemas.openxmlformats.org/officeDocument/2006/relationships/image" Target="../media/image309.png"/><Relationship Id="rId9" Type="http://schemas.openxmlformats.org/officeDocument/2006/relationships/customXml" Target="../ink/ink405.xml"/><Relationship Id="rId14" Type="http://schemas.openxmlformats.org/officeDocument/2006/relationships/image" Target="../media/image3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5.xml"/><Relationship Id="rId13" Type="http://schemas.openxmlformats.org/officeDocument/2006/relationships/image" Target="../media/image3311.png"/><Relationship Id="rId18" Type="http://schemas.openxmlformats.org/officeDocument/2006/relationships/customXml" Target="../ink/ink420.xml"/><Relationship Id="rId3" Type="http://schemas.openxmlformats.org/officeDocument/2006/relationships/image" Target="../media/image2810.png"/><Relationship Id="rId21" Type="http://schemas.openxmlformats.org/officeDocument/2006/relationships/image" Target="../media/image37.png"/><Relationship Id="rId7" Type="http://schemas.openxmlformats.org/officeDocument/2006/relationships/image" Target="../media/image3011.png"/><Relationship Id="rId12" Type="http://schemas.openxmlformats.org/officeDocument/2006/relationships/customXml" Target="../ink/ink417.xml"/><Relationship Id="rId17" Type="http://schemas.openxmlformats.org/officeDocument/2006/relationships/image" Target="../media/image35.png"/><Relationship Id="rId2" Type="http://schemas.openxmlformats.org/officeDocument/2006/relationships/customXml" Target="../ink/ink412.xml"/><Relationship Id="rId16" Type="http://schemas.openxmlformats.org/officeDocument/2006/relationships/customXml" Target="../ink/ink419.xml"/><Relationship Id="rId20" Type="http://schemas.openxmlformats.org/officeDocument/2006/relationships/customXml" Target="../ink/ink4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4.xml"/><Relationship Id="rId11" Type="http://schemas.openxmlformats.org/officeDocument/2006/relationships/image" Target="../media/image3211.png"/><Relationship Id="rId5" Type="http://schemas.openxmlformats.org/officeDocument/2006/relationships/image" Target="../media/image2910.png"/><Relationship Id="rId15" Type="http://schemas.openxmlformats.org/officeDocument/2006/relationships/image" Target="../media/image3411.png"/><Relationship Id="rId10" Type="http://schemas.openxmlformats.org/officeDocument/2006/relationships/customXml" Target="../ink/ink416.xml"/><Relationship Id="rId19" Type="http://schemas.openxmlformats.org/officeDocument/2006/relationships/image" Target="../media/image36.png"/><Relationship Id="rId4" Type="http://schemas.openxmlformats.org/officeDocument/2006/relationships/customXml" Target="../ink/ink413.xml"/><Relationship Id="rId9" Type="http://schemas.openxmlformats.org/officeDocument/2006/relationships/image" Target="../media/image3111.png"/><Relationship Id="rId14" Type="http://schemas.openxmlformats.org/officeDocument/2006/relationships/customXml" Target="../ink/ink418.xml"/></Relationships>
</file>

<file path=ppt/slides/_rels/slide5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1.png"/><Relationship Id="rId21" Type="http://schemas.openxmlformats.org/officeDocument/2006/relationships/image" Target="../media/image47.png"/><Relationship Id="rId42" Type="http://schemas.openxmlformats.org/officeDocument/2006/relationships/customXml" Target="../ink/ink442.xml"/><Relationship Id="rId63" Type="http://schemas.openxmlformats.org/officeDocument/2006/relationships/image" Target="../media/image137.png"/><Relationship Id="rId84" Type="http://schemas.openxmlformats.org/officeDocument/2006/relationships/customXml" Target="../ink/ink463.xml"/><Relationship Id="rId16" Type="http://schemas.openxmlformats.org/officeDocument/2006/relationships/customXml" Target="../ink/ink429.xml"/><Relationship Id="rId107" Type="http://schemas.openxmlformats.org/officeDocument/2006/relationships/image" Target="../media/image256.png"/><Relationship Id="rId11" Type="http://schemas.openxmlformats.org/officeDocument/2006/relationships/image" Target="../media/image42.png"/><Relationship Id="rId32" Type="http://schemas.openxmlformats.org/officeDocument/2006/relationships/customXml" Target="../ink/ink437.xml"/><Relationship Id="rId37" Type="http://schemas.openxmlformats.org/officeDocument/2006/relationships/image" Target="../media/image55.png"/><Relationship Id="rId53" Type="http://schemas.openxmlformats.org/officeDocument/2006/relationships/image" Target="../media/image122.png"/><Relationship Id="rId58" Type="http://schemas.openxmlformats.org/officeDocument/2006/relationships/customXml" Target="../ink/ink450.xml"/><Relationship Id="rId74" Type="http://schemas.openxmlformats.org/officeDocument/2006/relationships/customXml" Target="../ink/ink458.xml"/><Relationship Id="rId79" Type="http://schemas.openxmlformats.org/officeDocument/2006/relationships/image" Target="../media/image201.png"/><Relationship Id="rId102" Type="http://schemas.openxmlformats.org/officeDocument/2006/relationships/customXml" Target="../ink/ink472.xml"/><Relationship Id="rId123" Type="http://schemas.openxmlformats.org/officeDocument/2006/relationships/image" Target="../media/image264.png"/><Relationship Id="rId128" Type="http://schemas.openxmlformats.org/officeDocument/2006/relationships/customXml" Target="../ink/ink485.xml"/><Relationship Id="rId5" Type="http://schemas.openxmlformats.org/officeDocument/2006/relationships/image" Target="../media/image39.png"/><Relationship Id="rId90" Type="http://schemas.openxmlformats.org/officeDocument/2006/relationships/customXml" Target="../ink/ink466.xml"/><Relationship Id="rId95" Type="http://schemas.openxmlformats.org/officeDocument/2006/relationships/image" Target="../media/image249.png"/><Relationship Id="rId22" Type="http://schemas.openxmlformats.org/officeDocument/2006/relationships/customXml" Target="../ink/ink432.xml"/><Relationship Id="rId27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customXml" Target="../ink/ink445.xml"/><Relationship Id="rId64" Type="http://schemas.openxmlformats.org/officeDocument/2006/relationships/customXml" Target="../ink/ink453.xml"/><Relationship Id="rId69" Type="http://schemas.openxmlformats.org/officeDocument/2006/relationships/image" Target="../media/image196.png"/><Relationship Id="rId113" Type="http://schemas.openxmlformats.org/officeDocument/2006/relationships/image" Target="../media/image259.png"/><Relationship Id="rId118" Type="http://schemas.openxmlformats.org/officeDocument/2006/relationships/customXml" Target="../ink/ink480.xml"/><Relationship Id="rId134" Type="http://schemas.openxmlformats.org/officeDocument/2006/relationships/customXml" Target="../ink/ink488.xml"/><Relationship Id="rId80" Type="http://schemas.openxmlformats.org/officeDocument/2006/relationships/customXml" Target="../ink/ink461.xml"/><Relationship Id="rId85" Type="http://schemas.openxmlformats.org/officeDocument/2006/relationships/image" Target="../media/image244.png"/><Relationship Id="rId12" Type="http://schemas.openxmlformats.org/officeDocument/2006/relationships/customXml" Target="../ink/ink427.xml"/><Relationship Id="rId17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customXml" Target="../ink/ink440.xml"/><Relationship Id="rId59" Type="http://schemas.openxmlformats.org/officeDocument/2006/relationships/image" Target="../media/image135.png"/><Relationship Id="rId103" Type="http://schemas.openxmlformats.org/officeDocument/2006/relationships/image" Target="../media/image253.png"/><Relationship Id="rId108" Type="http://schemas.openxmlformats.org/officeDocument/2006/relationships/customXml" Target="../ink/ink475.xml"/><Relationship Id="rId124" Type="http://schemas.openxmlformats.org/officeDocument/2006/relationships/customXml" Target="../ink/ink483.xml"/><Relationship Id="rId129" Type="http://schemas.openxmlformats.org/officeDocument/2006/relationships/image" Target="../media/image267.png"/><Relationship Id="rId54" Type="http://schemas.openxmlformats.org/officeDocument/2006/relationships/customXml" Target="../ink/ink448.xml"/><Relationship Id="rId70" Type="http://schemas.openxmlformats.org/officeDocument/2006/relationships/customXml" Target="../ink/ink456.xml"/><Relationship Id="rId75" Type="http://schemas.openxmlformats.org/officeDocument/2006/relationships/image" Target="../media/image199.png"/><Relationship Id="rId91" Type="http://schemas.openxmlformats.org/officeDocument/2006/relationships/image" Target="../media/image247.png"/><Relationship Id="rId96" Type="http://schemas.openxmlformats.org/officeDocument/2006/relationships/customXml" Target="../ink/ink46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4.xml"/><Relationship Id="rId23" Type="http://schemas.openxmlformats.org/officeDocument/2006/relationships/image" Target="../media/image48.png"/><Relationship Id="rId28" Type="http://schemas.openxmlformats.org/officeDocument/2006/relationships/customXml" Target="../ink/ink435.xml"/><Relationship Id="rId49" Type="http://schemas.openxmlformats.org/officeDocument/2006/relationships/image" Target="../media/image62.png"/><Relationship Id="rId114" Type="http://schemas.openxmlformats.org/officeDocument/2006/relationships/customXml" Target="../ink/ink478.xml"/><Relationship Id="rId119" Type="http://schemas.openxmlformats.org/officeDocument/2006/relationships/image" Target="../media/image262.png"/><Relationship Id="rId44" Type="http://schemas.openxmlformats.org/officeDocument/2006/relationships/customXml" Target="../ink/ink443.xml"/><Relationship Id="rId60" Type="http://schemas.openxmlformats.org/officeDocument/2006/relationships/customXml" Target="../ink/ink451.xml"/><Relationship Id="rId65" Type="http://schemas.openxmlformats.org/officeDocument/2006/relationships/image" Target="../media/image194.png"/><Relationship Id="rId81" Type="http://schemas.openxmlformats.org/officeDocument/2006/relationships/image" Target="../media/image202.png"/><Relationship Id="rId86" Type="http://schemas.openxmlformats.org/officeDocument/2006/relationships/customXml" Target="../ink/ink464.xml"/><Relationship Id="rId130" Type="http://schemas.openxmlformats.org/officeDocument/2006/relationships/customXml" Target="../ink/ink486.xml"/><Relationship Id="rId135" Type="http://schemas.openxmlformats.org/officeDocument/2006/relationships/image" Target="../media/image306.png"/><Relationship Id="rId13" Type="http://schemas.openxmlformats.org/officeDocument/2006/relationships/image" Target="../media/image43.png"/><Relationship Id="rId18" Type="http://schemas.openxmlformats.org/officeDocument/2006/relationships/customXml" Target="../ink/ink430.xml"/><Relationship Id="rId39" Type="http://schemas.openxmlformats.org/officeDocument/2006/relationships/image" Target="../media/image56.png"/><Relationship Id="rId109" Type="http://schemas.openxmlformats.org/officeDocument/2006/relationships/image" Target="../media/image257.png"/><Relationship Id="rId34" Type="http://schemas.openxmlformats.org/officeDocument/2006/relationships/customXml" Target="../ink/ink438.xml"/><Relationship Id="rId50" Type="http://schemas.openxmlformats.org/officeDocument/2006/relationships/customXml" Target="../ink/ink446.xml"/><Relationship Id="rId55" Type="http://schemas.openxmlformats.org/officeDocument/2006/relationships/image" Target="../media/image133.png"/><Relationship Id="rId76" Type="http://schemas.openxmlformats.org/officeDocument/2006/relationships/customXml" Target="../ink/ink459.xml"/><Relationship Id="rId97" Type="http://schemas.openxmlformats.org/officeDocument/2006/relationships/image" Target="../media/image250.png"/><Relationship Id="rId104" Type="http://schemas.openxmlformats.org/officeDocument/2006/relationships/customXml" Target="../ink/ink473.xml"/><Relationship Id="rId120" Type="http://schemas.openxmlformats.org/officeDocument/2006/relationships/customXml" Target="../ink/ink481.xml"/><Relationship Id="rId125" Type="http://schemas.openxmlformats.org/officeDocument/2006/relationships/image" Target="../media/image265.png"/><Relationship Id="rId7" Type="http://schemas.openxmlformats.org/officeDocument/2006/relationships/image" Target="../media/image40.png"/><Relationship Id="rId71" Type="http://schemas.openxmlformats.org/officeDocument/2006/relationships/image" Target="../media/image197.png"/><Relationship Id="rId92" Type="http://schemas.openxmlformats.org/officeDocument/2006/relationships/customXml" Target="../ink/ink467.xml"/><Relationship Id="rId2" Type="http://schemas.openxmlformats.org/officeDocument/2006/relationships/customXml" Target="../ink/ink422.xml"/><Relationship Id="rId29" Type="http://schemas.openxmlformats.org/officeDocument/2006/relationships/image" Target="../media/image51.png"/><Relationship Id="rId24" Type="http://schemas.openxmlformats.org/officeDocument/2006/relationships/customXml" Target="../ink/ink433.xml"/><Relationship Id="rId40" Type="http://schemas.openxmlformats.org/officeDocument/2006/relationships/customXml" Target="../ink/ink441.xml"/><Relationship Id="rId45" Type="http://schemas.openxmlformats.org/officeDocument/2006/relationships/image" Target="../media/image60.png"/><Relationship Id="rId66" Type="http://schemas.openxmlformats.org/officeDocument/2006/relationships/customXml" Target="../ink/ink454.xml"/><Relationship Id="rId87" Type="http://schemas.openxmlformats.org/officeDocument/2006/relationships/image" Target="../media/image245.png"/><Relationship Id="rId110" Type="http://schemas.openxmlformats.org/officeDocument/2006/relationships/customXml" Target="../ink/ink476.xml"/><Relationship Id="rId115" Type="http://schemas.openxmlformats.org/officeDocument/2006/relationships/image" Target="../media/image260.png"/><Relationship Id="rId131" Type="http://schemas.openxmlformats.org/officeDocument/2006/relationships/image" Target="../media/image268.png"/><Relationship Id="rId61" Type="http://schemas.openxmlformats.org/officeDocument/2006/relationships/image" Target="../media/image136.png"/><Relationship Id="rId82" Type="http://schemas.openxmlformats.org/officeDocument/2006/relationships/customXml" Target="../ink/ink462.xml"/><Relationship Id="rId19" Type="http://schemas.openxmlformats.org/officeDocument/2006/relationships/image" Target="../media/image46.png"/><Relationship Id="rId14" Type="http://schemas.openxmlformats.org/officeDocument/2006/relationships/customXml" Target="../ink/ink428.xml"/><Relationship Id="rId30" Type="http://schemas.openxmlformats.org/officeDocument/2006/relationships/customXml" Target="../ink/ink436.xml"/><Relationship Id="rId35" Type="http://schemas.openxmlformats.org/officeDocument/2006/relationships/image" Target="../media/image54.png"/><Relationship Id="rId56" Type="http://schemas.openxmlformats.org/officeDocument/2006/relationships/customXml" Target="../ink/ink449.xml"/><Relationship Id="rId77" Type="http://schemas.openxmlformats.org/officeDocument/2006/relationships/image" Target="../media/image200.png"/><Relationship Id="rId100" Type="http://schemas.openxmlformats.org/officeDocument/2006/relationships/customXml" Target="../ink/ink471.xml"/><Relationship Id="rId105" Type="http://schemas.openxmlformats.org/officeDocument/2006/relationships/image" Target="../media/image255.png"/><Relationship Id="rId126" Type="http://schemas.openxmlformats.org/officeDocument/2006/relationships/customXml" Target="../ink/ink484.xml"/><Relationship Id="rId8" Type="http://schemas.openxmlformats.org/officeDocument/2006/relationships/customXml" Target="../ink/ink425.xml"/><Relationship Id="rId51" Type="http://schemas.openxmlformats.org/officeDocument/2006/relationships/image" Target="../media/image63.png"/><Relationship Id="rId72" Type="http://schemas.openxmlformats.org/officeDocument/2006/relationships/customXml" Target="../ink/ink457.xml"/><Relationship Id="rId93" Type="http://schemas.openxmlformats.org/officeDocument/2006/relationships/image" Target="../media/image248.png"/><Relationship Id="rId98" Type="http://schemas.openxmlformats.org/officeDocument/2006/relationships/customXml" Target="../ink/ink470.xml"/><Relationship Id="rId121" Type="http://schemas.openxmlformats.org/officeDocument/2006/relationships/image" Target="../media/image263.png"/><Relationship Id="rId3" Type="http://schemas.openxmlformats.org/officeDocument/2006/relationships/image" Target="../media/image38.png"/><Relationship Id="rId25" Type="http://schemas.openxmlformats.org/officeDocument/2006/relationships/image" Target="../media/image49.png"/><Relationship Id="rId46" Type="http://schemas.openxmlformats.org/officeDocument/2006/relationships/customXml" Target="../ink/ink444.xml"/><Relationship Id="rId67" Type="http://schemas.openxmlformats.org/officeDocument/2006/relationships/image" Target="../media/image195.png"/><Relationship Id="rId116" Type="http://schemas.openxmlformats.org/officeDocument/2006/relationships/customXml" Target="../ink/ink479.xml"/><Relationship Id="rId20" Type="http://schemas.openxmlformats.org/officeDocument/2006/relationships/customXml" Target="../ink/ink431.xml"/><Relationship Id="rId41" Type="http://schemas.openxmlformats.org/officeDocument/2006/relationships/image" Target="../media/image57.png"/><Relationship Id="rId62" Type="http://schemas.openxmlformats.org/officeDocument/2006/relationships/customXml" Target="../ink/ink452.xml"/><Relationship Id="rId83" Type="http://schemas.openxmlformats.org/officeDocument/2006/relationships/image" Target="../media/image243.png"/><Relationship Id="rId88" Type="http://schemas.openxmlformats.org/officeDocument/2006/relationships/customXml" Target="../ink/ink465.xml"/><Relationship Id="rId111" Type="http://schemas.openxmlformats.org/officeDocument/2006/relationships/image" Target="../media/image258.png"/><Relationship Id="rId132" Type="http://schemas.openxmlformats.org/officeDocument/2006/relationships/customXml" Target="../ink/ink487.xml"/><Relationship Id="rId15" Type="http://schemas.openxmlformats.org/officeDocument/2006/relationships/image" Target="../media/image44.png"/><Relationship Id="rId36" Type="http://schemas.openxmlformats.org/officeDocument/2006/relationships/customXml" Target="../ink/ink439.xml"/><Relationship Id="rId57" Type="http://schemas.openxmlformats.org/officeDocument/2006/relationships/image" Target="../media/image134.png"/><Relationship Id="rId106" Type="http://schemas.openxmlformats.org/officeDocument/2006/relationships/customXml" Target="../ink/ink474.xml"/><Relationship Id="rId127" Type="http://schemas.openxmlformats.org/officeDocument/2006/relationships/image" Target="../media/image266.png"/><Relationship Id="rId10" Type="http://schemas.openxmlformats.org/officeDocument/2006/relationships/customXml" Target="../ink/ink426.xml"/><Relationship Id="rId31" Type="http://schemas.openxmlformats.org/officeDocument/2006/relationships/image" Target="../media/image52.png"/><Relationship Id="rId52" Type="http://schemas.openxmlformats.org/officeDocument/2006/relationships/customXml" Target="../ink/ink447.xml"/><Relationship Id="rId73" Type="http://schemas.openxmlformats.org/officeDocument/2006/relationships/image" Target="../media/image198.png"/><Relationship Id="rId78" Type="http://schemas.openxmlformats.org/officeDocument/2006/relationships/customXml" Target="../ink/ink460.xml"/><Relationship Id="rId94" Type="http://schemas.openxmlformats.org/officeDocument/2006/relationships/customXml" Target="../ink/ink468.xml"/><Relationship Id="rId99" Type="http://schemas.openxmlformats.org/officeDocument/2006/relationships/image" Target="../media/image251.png"/><Relationship Id="rId101" Type="http://schemas.openxmlformats.org/officeDocument/2006/relationships/image" Target="../media/image252.png"/><Relationship Id="rId122" Type="http://schemas.openxmlformats.org/officeDocument/2006/relationships/customXml" Target="../ink/ink482.xml"/><Relationship Id="rId4" Type="http://schemas.openxmlformats.org/officeDocument/2006/relationships/customXml" Target="../ink/ink423.xml"/><Relationship Id="rId9" Type="http://schemas.openxmlformats.org/officeDocument/2006/relationships/image" Target="../media/image41.png"/><Relationship Id="rId26" Type="http://schemas.openxmlformats.org/officeDocument/2006/relationships/customXml" Target="../ink/ink434.xml"/><Relationship Id="rId47" Type="http://schemas.openxmlformats.org/officeDocument/2006/relationships/image" Target="../media/image61.png"/><Relationship Id="rId68" Type="http://schemas.openxmlformats.org/officeDocument/2006/relationships/customXml" Target="../ink/ink455.xml"/><Relationship Id="rId89" Type="http://schemas.openxmlformats.org/officeDocument/2006/relationships/image" Target="../media/image246.png"/><Relationship Id="rId112" Type="http://schemas.openxmlformats.org/officeDocument/2006/relationships/customXml" Target="../ink/ink477.xml"/><Relationship Id="rId133" Type="http://schemas.openxmlformats.org/officeDocument/2006/relationships/image" Target="../media/image28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1.xml"/><Relationship Id="rId13" Type="http://schemas.openxmlformats.org/officeDocument/2006/relationships/image" Target="../media/image397.png"/><Relationship Id="rId3" Type="http://schemas.openxmlformats.org/officeDocument/2006/relationships/customXml" Target="../ink/ink489.xml"/><Relationship Id="rId7" Type="http://schemas.openxmlformats.org/officeDocument/2006/relationships/image" Target="../media/image394.png"/><Relationship Id="rId12" Type="http://schemas.openxmlformats.org/officeDocument/2006/relationships/customXml" Target="../ink/ink493.xml"/><Relationship Id="rId17" Type="http://schemas.openxmlformats.org/officeDocument/2006/relationships/image" Target="../media/image399.png"/><Relationship Id="rId2" Type="http://schemas.openxmlformats.org/officeDocument/2006/relationships/image" Target="../media/image308.png"/><Relationship Id="rId16" Type="http://schemas.openxmlformats.org/officeDocument/2006/relationships/customXml" Target="../ink/ink4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0.xml"/><Relationship Id="rId11" Type="http://schemas.openxmlformats.org/officeDocument/2006/relationships/image" Target="../media/image396.png"/><Relationship Id="rId5" Type="http://schemas.openxmlformats.org/officeDocument/2006/relationships/image" Target="../media/image393.png"/><Relationship Id="rId15" Type="http://schemas.openxmlformats.org/officeDocument/2006/relationships/image" Target="../media/image398.png"/><Relationship Id="rId10" Type="http://schemas.openxmlformats.org/officeDocument/2006/relationships/customXml" Target="../ink/ink492.xml"/><Relationship Id="rId4" Type="http://schemas.openxmlformats.org/officeDocument/2006/relationships/image" Target="../media/image318.png"/><Relationship Id="rId9" Type="http://schemas.openxmlformats.org/officeDocument/2006/relationships/image" Target="../media/image395.png"/><Relationship Id="rId14" Type="http://schemas.openxmlformats.org/officeDocument/2006/relationships/customXml" Target="../ink/ink49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9.xml"/><Relationship Id="rId13" Type="http://schemas.openxmlformats.org/officeDocument/2006/relationships/image" Target="../media/image2650.png"/><Relationship Id="rId18" Type="http://schemas.openxmlformats.org/officeDocument/2006/relationships/customXml" Target="../ink/ink504.xml"/><Relationship Id="rId3" Type="http://schemas.openxmlformats.org/officeDocument/2006/relationships/image" Target="../media/image2600.png"/><Relationship Id="rId21" Type="http://schemas.openxmlformats.org/officeDocument/2006/relationships/image" Target="../media/image2690.png"/><Relationship Id="rId7" Type="http://schemas.openxmlformats.org/officeDocument/2006/relationships/image" Target="../media/image2620.png"/><Relationship Id="rId12" Type="http://schemas.openxmlformats.org/officeDocument/2006/relationships/customXml" Target="../ink/ink501.xml"/><Relationship Id="rId17" Type="http://schemas.openxmlformats.org/officeDocument/2006/relationships/image" Target="../media/image2670.png"/><Relationship Id="rId25" Type="http://schemas.openxmlformats.org/officeDocument/2006/relationships/image" Target="../media/image2710.png"/><Relationship Id="rId2" Type="http://schemas.openxmlformats.org/officeDocument/2006/relationships/customXml" Target="../ink/ink496.xml"/><Relationship Id="rId16" Type="http://schemas.openxmlformats.org/officeDocument/2006/relationships/customXml" Target="../ink/ink503.xml"/><Relationship Id="rId20" Type="http://schemas.openxmlformats.org/officeDocument/2006/relationships/customXml" Target="../ink/ink5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8.xml"/><Relationship Id="rId11" Type="http://schemas.openxmlformats.org/officeDocument/2006/relationships/image" Target="../media/image2640.png"/><Relationship Id="rId24" Type="http://schemas.openxmlformats.org/officeDocument/2006/relationships/customXml" Target="../ink/ink507.xml"/><Relationship Id="rId5" Type="http://schemas.openxmlformats.org/officeDocument/2006/relationships/image" Target="../media/image2610.png"/><Relationship Id="rId15" Type="http://schemas.openxmlformats.org/officeDocument/2006/relationships/image" Target="../media/image2660.png"/><Relationship Id="rId23" Type="http://schemas.openxmlformats.org/officeDocument/2006/relationships/image" Target="../media/image2700.png"/><Relationship Id="rId10" Type="http://schemas.openxmlformats.org/officeDocument/2006/relationships/customXml" Target="../ink/ink500.xml"/><Relationship Id="rId19" Type="http://schemas.openxmlformats.org/officeDocument/2006/relationships/image" Target="../media/image2680.png"/><Relationship Id="rId4" Type="http://schemas.openxmlformats.org/officeDocument/2006/relationships/customXml" Target="../ink/ink497.xml"/><Relationship Id="rId9" Type="http://schemas.openxmlformats.org/officeDocument/2006/relationships/image" Target="../media/image2630.png"/><Relationship Id="rId14" Type="http://schemas.openxmlformats.org/officeDocument/2006/relationships/customXml" Target="../ink/ink502.xml"/><Relationship Id="rId22" Type="http://schemas.openxmlformats.org/officeDocument/2006/relationships/customXml" Target="../ink/ink50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13" Type="http://schemas.openxmlformats.org/officeDocument/2006/relationships/customXml" Target="../ink/ink513.xml"/><Relationship Id="rId18" Type="http://schemas.openxmlformats.org/officeDocument/2006/relationships/image" Target="../media/image408.png"/><Relationship Id="rId3" Type="http://schemas.openxmlformats.org/officeDocument/2006/relationships/customXml" Target="../ink/ink508.xml"/><Relationship Id="rId7" Type="http://schemas.openxmlformats.org/officeDocument/2006/relationships/customXml" Target="../ink/ink510.xml"/><Relationship Id="rId12" Type="http://schemas.openxmlformats.org/officeDocument/2006/relationships/image" Target="../media/image405.png"/><Relationship Id="rId17" Type="http://schemas.openxmlformats.org/officeDocument/2006/relationships/customXml" Target="../ink/ink515.xml"/><Relationship Id="rId2" Type="http://schemas.openxmlformats.org/officeDocument/2006/relationships/image" Target="../media/image400.png"/><Relationship Id="rId16" Type="http://schemas.openxmlformats.org/officeDocument/2006/relationships/image" Target="../media/image4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2.png"/><Relationship Id="rId11" Type="http://schemas.openxmlformats.org/officeDocument/2006/relationships/customXml" Target="../ink/ink512.xml"/><Relationship Id="rId5" Type="http://schemas.openxmlformats.org/officeDocument/2006/relationships/customXml" Target="../ink/ink509.xml"/><Relationship Id="rId15" Type="http://schemas.openxmlformats.org/officeDocument/2006/relationships/customXml" Target="../ink/ink514.xml"/><Relationship Id="rId10" Type="http://schemas.openxmlformats.org/officeDocument/2006/relationships/image" Target="../media/image404.png"/><Relationship Id="rId4" Type="http://schemas.openxmlformats.org/officeDocument/2006/relationships/image" Target="../media/image401.png"/><Relationship Id="rId9" Type="http://schemas.openxmlformats.org/officeDocument/2006/relationships/customXml" Target="../ink/ink511.xml"/><Relationship Id="rId14" Type="http://schemas.openxmlformats.org/officeDocument/2006/relationships/image" Target="../media/image40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9.xml"/><Relationship Id="rId13" Type="http://schemas.openxmlformats.org/officeDocument/2006/relationships/image" Target="../media/image2880.png"/><Relationship Id="rId3" Type="http://schemas.openxmlformats.org/officeDocument/2006/relationships/image" Target="../media/image2830.png"/><Relationship Id="rId7" Type="http://schemas.openxmlformats.org/officeDocument/2006/relationships/image" Target="../media/image2850.png"/><Relationship Id="rId12" Type="http://schemas.openxmlformats.org/officeDocument/2006/relationships/customXml" Target="../ink/ink521.xml"/><Relationship Id="rId17" Type="http://schemas.openxmlformats.org/officeDocument/2006/relationships/image" Target="../media/image2900.png"/><Relationship Id="rId2" Type="http://schemas.openxmlformats.org/officeDocument/2006/relationships/customXml" Target="../ink/ink516.xml"/><Relationship Id="rId16" Type="http://schemas.openxmlformats.org/officeDocument/2006/relationships/customXml" Target="../ink/ink5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8.xml"/><Relationship Id="rId11" Type="http://schemas.openxmlformats.org/officeDocument/2006/relationships/image" Target="../media/image2870.png"/><Relationship Id="rId5" Type="http://schemas.openxmlformats.org/officeDocument/2006/relationships/image" Target="../media/image2840.png"/><Relationship Id="rId15" Type="http://schemas.openxmlformats.org/officeDocument/2006/relationships/image" Target="../media/image2890.png"/><Relationship Id="rId10" Type="http://schemas.openxmlformats.org/officeDocument/2006/relationships/customXml" Target="../ink/ink520.xml"/><Relationship Id="rId4" Type="http://schemas.openxmlformats.org/officeDocument/2006/relationships/customXml" Target="../ink/ink517.xml"/><Relationship Id="rId9" Type="http://schemas.openxmlformats.org/officeDocument/2006/relationships/image" Target="../media/image2860.png"/><Relationship Id="rId14" Type="http://schemas.openxmlformats.org/officeDocument/2006/relationships/customXml" Target="../ink/ink52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35.xml"/><Relationship Id="rId21" Type="http://schemas.openxmlformats.org/officeDocument/2006/relationships/image" Target="../media/image3030.png"/><Relationship Id="rId42" Type="http://schemas.openxmlformats.org/officeDocument/2006/relationships/customXml" Target="../ink/ink543.xml"/><Relationship Id="rId47" Type="http://schemas.openxmlformats.org/officeDocument/2006/relationships/image" Target="../media/image941.png"/><Relationship Id="rId63" Type="http://schemas.openxmlformats.org/officeDocument/2006/relationships/image" Target="../media/image3230.png"/><Relationship Id="rId68" Type="http://schemas.openxmlformats.org/officeDocument/2006/relationships/customXml" Target="../ink/ink556.xml"/><Relationship Id="rId84" Type="http://schemas.openxmlformats.org/officeDocument/2006/relationships/customXml" Target="../ink/ink564.xml"/><Relationship Id="rId16" Type="http://schemas.openxmlformats.org/officeDocument/2006/relationships/customXml" Target="../ink/ink530.xml"/><Relationship Id="rId11" Type="http://schemas.openxmlformats.org/officeDocument/2006/relationships/image" Target="../media/image2980.png"/><Relationship Id="rId32" Type="http://schemas.openxmlformats.org/officeDocument/2006/relationships/customXml" Target="../ink/ink538.xml"/><Relationship Id="rId37" Type="http://schemas.openxmlformats.org/officeDocument/2006/relationships/image" Target="../media/image3110.png"/><Relationship Id="rId53" Type="http://schemas.openxmlformats.org/officeDocument/2006/relationships/image" Target="../media/image3180.png"/><Relationship Id="rId58" Type="http://schemas.openxmlformats.org/officeDocument/2006/relationships/customXml" Target="../ink/ink551.xml"/><Relationship Id="rId74" Type="http://schemas.openxmlformats.org/officeDocument/2006/relationships/customXml" Target="../ink/ink559.xml"/><Relationship Id="rId79" Type="http://schemas.openxmlformats.org/officeDocument/2006/relationships/image" Target="../media/image3310.png"/><Relationship Id="rId5" Type="http://schemas.openxmlformats.org/officeDocument/2006/relationships/image" Target="../media/image2950.png"/><Relationship Id="rId19" Type="http://schemas.openxmlformats.org/officeDocument/2006/relationships/image" Target="../media/image3020.png"/><Relationship Id="rId14" Type="http://schemas.openxmlformats.org/officeDocument/2006/relationships/customXml" Target="../ink/ink529.xml"/><Relationship Id="rId22" Type="http://schemas.openxmlformats.org/officeDocument/2006/relationships/customXml" Target="../ink/ink533.xml"/><Relationship Id="rId27" Type="http://schemas.openxmlformats.org/officeDocument/2006/relationships/image" Target="../media/image3060.png"/><Relationship Id="rId30" Type="http://schemas.openxmlformats.org/officeDocument/2006/relationships/customXml" Target="../ink/ink537.xml"/><Relationship Id="rId35" Type="http://schemas.openxmlformats.org/officeDocument/2006/relationships/image" Target="../media/image3100.png"/><Relationship Id="rId43" Type="http://schemas.openxmlformats.org/officeDocument/2006/relationships/image" Target="../media/image3140.png"/><Relationship Id="rId48" Type="http://schemas.openxmlformats.org/officeDocument/2006/relationships/customXml" Target="../ink/ink546.xml"/><Relationship Id="rId56" Type="http://schemas.openxmlformats.org/officeDocument/2006/relationships/customXml" Target="../ink/ink550.xml"/><Relationship Id="rId64" Type="http://schemas.openxmlformats.org/officeDocument/2006/relationships/customXml" Target="../ink/ink554.xml"/><Relationship Id="rId69" Type="http://schemas.openxmlformats.org/officeDocument/2006/relationships/image" Target="../media/image3260.png"/><Relationship Id="rId77" Type="http://schemas.openxmlformats.org/officeDocument/2006/relationships/image" Target="../media/image3300.png"/><Relationship Id="rId8" Type="http://schemas.openxmlformats.org/officeDocument/2006/relationships/customXml" Target="../ink/ink526.xml"/><Relationship Id="rId51" Type="http://schemas.openxmlformats.org/officeDocument/2006/relationships/image" Target="../media/image3170.png"/><Relationship Id="rId72" Type="http://schemas.openxmlformats.org/officeDocument/2006/relationships/customXml" Target="../ink/ink558.xml"/><Relationship Id="rId80" Type="http://schemas.openxmlformats.org/officeDocument/2006/relationships/customXml" Target="../ink/ink562.xml"/><Relationship Id="rId85" Type="http://schemas.openxmlformats.org/officeDocument/2006/relationships/image" Target="../media/image3340.png"/><Relationship Id="rId3" Type="http://schemas.openxmlformats.org/officeDocument/2006/relationships/image" Target="../media/image413.png"/><Relationship Id="rId12" Type="http://schemas.openxmlformats.org/officeDocument/2006/relationships/customXml" Target="../ink/ink528.xml"/><Relationship Id="rId17" Type="http://schemas.openxmlformats.org/officeDocument/2006/relationships/image" Target="../media/image3010.png"/><Relationship Id="rId25" Type="http://schemas.openxmlformats.org/officeDocument/2006/relationships/image" Target="../media/image3050.png"/><Relationship Id="rId33" Type="http://schemas.openxmlformats.org/officeDocument/2006/relationships/image" Target="../media/image3090.png"/><Relationship Id="rId38" Type="http://schemas.openxmlformats.org/officeDocument/2006/relationships/customXml" Target="../ink/ink541.xml"/><Relationship Id="rId46" Type="http://schemas.openxmlformats.org/officeDocument/2006/relationships/customXml" Target="../ink/ink545.xml"/><Relationship Id="rId59" Type="http://schemas.openxmlformats.org/officeDocument/2006/relationships/image" Target="../media/image3210.png"/><Relationship Id="rId67" Type="http://schemas.openxmlformats.org/officeDocument/2006/relationships/image" Target="../media/image3250.png"/><Relationship Id="rId20" Type="http://schemas.openxmlformats.org/officeDocument/2006/relationships/customXml" Target="../ink/ink532.xml"/><Relationship Id="rId41" Type="http://schemas.openxmlformats.org/officeDocument/2006/relationships/image" Target="../media/image3130.png"/><Relationship Id="rId54" Type="http://schemas.openxmlformats.org/officeDocument/2006/relationships/customXml" Target="../ink/ink549.xml"/><Relationship Id="rId62" Type="http://schemas.openxmlformats.org/officeDocument/2006/relationships/customXml" Target="../ink/ink553.xml"/><Relationship Id="rId70" Type="http://schemas.openxmlformats.org/officeDocument/2006/relationships/customXml" Target="../ink/ink557.xml"/><Relationship Id="rId75" Type="http://schemas.openxmlformats.org/officeDocument/2006/relationships/image" Target="../media/image3290.png"/><Relationship Id="rId83" Type="http://schemas.openxmlformats.org/officeDocument/2006/relationships/image" Target="../media/image33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5.xml"/><Relationship Id="rId15" Type="http://schemas.openxmlformats.org/officeDocument/2006/relationships/image" Target="../media/image3000.png"/><Relationship Id="rId23" Type="http://schemas.openxmlformats.org/officeDocument/2006/relationships/image" Target="../media/image3040.png"/><Relationship Id="rId28" Type="http://schemas.openxmlformats.org/officeDocument/2006/relationships/customXml" Target="../ink/ink536.xml"/><Relationship Id="rId36" Type="http://schemas.openxmlformats.org/officeDocument/2006/relationships/customXml" Target="../ink/ink540.xml"/><Relationship Id="rId49" Type="http://schemas.openxmlformats.org/officeDocument/2006/relationships/image" Target="../media/image3160.png"/><Relationship Id="rId57" Type="http://schemas.openxmlformats.org/officeDocument/2006/relationships/image" Target="../media/image3200.png"/><Relationship Id="rId10" Type="http://schemas.openxmlformats.org/officeDocument/2006/relationships/customXml" Target="../ink/ink527.xml"/><Relationship Id="rId31" Type="http://schemas.openxmlformats.org/officeDocument/2006/relationships/image" Target="../media/image3080.png"/><Relationship Id="rId44" Type="http://schemas.openxmlformats.org/officeDocument/2006/relationships/customXml" Target="../ink/ink544.xml"/><Relationship Id="rId52" Type="http://schemas.openxmlformats.org/officeDocument/2006/relationships/customXml" Target="../ink/ink548.xml"/><Relationship Id="rId60" Type="http://schemas.openxmlformats.org/officeDocument/2006/relationships/customXml" Target="../ink/ink552.xml"/><Relationship Id="rId65" Type="http://schemas.openxmlformats.org/officeDocument/2006/relationships/image" Target="../media/image3240.png"/><Relationship Id="rId73" Type="http://schemas.openxmlformats.org/officeDocument/2006/relationships/image" Target="../media/image3280.png"/><Relationship Id="rId78" Type="http://schemas.openxmlformats.org/officeDocument/2006/relationships/customXml" Target="../ink/ink561.xml"/><Relationship Id="rId81" Type="http://schemas.openxmlformats.org/officeDocument/2006/relationships/image" Target="../media/image3320.png"/><Relationship Id="rId4" Type="http://schemas.openxmlformats.org/officeDocument/2006/relationships/customXml" Target="../ink/ink524.xml"/><Relationship Id="rId9" Type="http://schemas.openxmlformats.org/officeDocument/2006/relationships/image" Target="../media/image2970.png"/><Relationship Id="rId13" Type="http://schemas.openxmlformats.org/officeDocument/2006/relationships/image" Target="../media/image2990.png"/><Relationship Id="rId18" Type="http://schemas.openxmlformats.org/officeDocument/2006/relationships/customXml" Target="../ink/ink531.xml"/><Relationship Id="rId39" Type="http://schemas.openxmlformats.org/officeDocument/2006/relationships/image" Target="../media/image3120.png"/><Relationship Id="rId34" Type="http://schemas.openxmlformats.org/officeDocument/2006/relationships/customXml" Target="../ink/ink539.xml"/><Relationship Id="rId50" Type="http://schemas.openxmlformats.org/officeDocument/2006/relationships/customXml" Target="../ink/ink547.xml"/><Relationship Id="rId55" Type="http://schemas.openxmlformats.org/officeDocument/2006/relationships/image" Target="../media/image3190.png"/><Relationship Id="rId76" Type="http://schemas.openxmlformats.org/officeDocument/2006/relationships/customXml" Target="../ink/ink560.xml"/><Relationship Id="rId7" Type="http://schemas.openxmlformats.org/officeDocument/2006/relationships/image" Target="../media/image2960.png"/><Relationship Id="rId71" Type="http://schemas.openxmlformats.org/officeDocument/2006/relationships/image" Target="../media/image3270.png"/><Relationship Id="rId2" Type="http://schemas.openxmlformats.org/officeDocument/2006/relationships/image" Target="../media/image412.png"/><Relationship Id="rId29" Type="http://schemas.openxmlformats.org/officeDocument/2006/relationships/image" Target="../media/image3070.png"/><Relationship Id="rId24" Type="http://schemas.openxmlformats.org/officeDocument/2006/relationships/customXml" Target="../ink/ink534.xml"/><Relationship Id="rId40" Type="http://schemas.openxmlformats.org/officeDocument/2006/relationships/customXml" Target="../ink/ink542.xml"/><Relationship Id="rId45" Type="http://schemas.openxmlformats.org/officeDocument/2006/relationships/image" Target="../media/image3150.png"/><Relationship Id="rId66" Type="http://schemas.openxmlformats.org/officeDocument/2006/relationships/customXml" Target="../ink/ink555.xml"/><Relationship Id="rId61" Type="http://schemas.openxmlformats.org/officeDocument/2006/relationships/image" Target="../media/image3220.png"/><Relationship Id="rId82" Type="http://schemas.openxmlformats.org/officeDocument/2006/relationships/customXml" Target="../ink/ink56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6.xml"/><Relationship Id="rId13" Type="http://schemas.openxmlformats.org/officeDocument/2006/relationships/image" Target="../media/image3610.png"/><Relationship Id="rId18" Type="http://schemas.openxmlformats.org/officeDocument/2006/relationships/customXml" Target="../ink/ink571.xml"/><Relationship Id="rId3" Type="http://schemas.openxmlformats.org/officeDocument/2006/relationships/image" Target="../media/image413.png"/><Relationship Id="rId21" Type="http://schemas.openxmlformats.org/officeDocument/2006/relationships/image" Target="../media/image3650.png"/><Relationship Id="rId7" Type="http://schemas.openxmlformats.org/officeDocument/2006/relationships/image" Target="../media/image3580.png"/><Relationship Id="rId12" Type="http://schemas.openxmlformats.org/officeDocument/2006/relationships/customXml" Target="../ink/ink568.xml"/><Relationship Id="rId17" Type="http://schemas.openxmlformats.org/officeDocument/2006/relationships/image" Target="../media/image3630.png"/><Relationship Id="rId25" Type="http://schemas.openxmlformats.org/officeDocument/2006/relationships/image" Target="../media/image3670.png"/><Relationship Id="rId2" Type="http://schemas.openxmlformats.org/officeDocument/2006/relationships/image" Target="../media/image412.png"/><Relationship Id="rId16" Type="http://schemas.openxmlformats.org/officeDocument/2006/relationships/customXml" Target="../ink/ink570.xml"/><Relationship Id="rId20" Type="http://schemas.openxmlformats.org/officeDocument/2006/relationships/customXml" Target="../ink/ink57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5.xml"/><Relationship Id="rId11" Type="http://schemas.openxmlformats.org/officeDocument/2006/relationships/image" Target="../media/image3600.png"/><Relationship Id="rId24" Type="http://schemas.openxmlformats.org/officeDocument/2006/relationships/customXml" Target="../ink/ink574.xml"/><Relationship Id="rId5" Type="http://schemas.openxmlformats.org/officeDocument/2006/relationships/image" Target="../media/image415.png"/><Relationship Id="rId15" Type="http://schemas.openxmlformats.org/officeDocument/2006/relationships/image" Target="../media/image3620.png"/><Relationship Id="rId23" Type="http://schemas.openxmlformats.org/officeDocument/2006/relationships/image" Target="../media/image3660.png"/><Relationship Id="rId10" Type="http://schemas.openxmlformats.org/officeDocument/2006/relationships/customXml" Target="../ink/ink567.xml"/><Relationship Id="rId19" Type="http://schemas.openxmlformats.org/officeDocument/2006/relationships/image" Target="../media/image3640.png"/><Relationship Id="rId4" Type="http://schemas.openxmlformats.org/officeDocument/2006/relationships/image" Target="../media/image414.png"/><Relationship Id="rId9" Type="http://schemas.openxmlformats.org/officeDocument/2006/relationships/image" Target="../media/image3590.png"/><Relationship Id="rId14" Type="http://schemas.openxmlformats.org/officeDocument/2006/relationships/customXml" Target="../ink/ink569.xml"/><Relationship Id="rId22" Type="http://schemas.openxmlformats.org/officeDocument/2006/relationships/customXml" Target="../ink/ink573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90.png"/><Relationship Id="rId18" Type="http://schemas.openxmlformats.org/officeDocument/2006/relationships/customXml" Target="../ink/ink583.xml"/><Relationship Id="rId26" Type="http://schemas.openxmlformats.org/officeDocument/2006/relationships/customXml" Target="../ink/ink587.xml"/><Relationship Id="rId39" Type="http://schemas.openxmlformats.org/officeDocument/2006/relationships/image" Target="../media/image3520.png"/><Relationship Id="rId21" Type="http://schemas.openxmlformats.org/officeDocument/2006/relationships/image" Target="../media/image3430.png"/><Relationship Id="rId34" Type="http://schemas.openxmlformats.org/officeDocument/2006/relationships/customXml" Target="../ink/ink591.xml"/><Relationship Id="rId42" Type="http://schemas.openxmlformats.org/officeDocument/2006/relationships/customXml" Target="../ink/ink595.xml"/><Relationship Id="rId7" Type="http://schemas.openxmlformats.org/officeDocument/2006/relationships/image" Target="../media/image3360.png"/><Relationship Id="rId2" Type="http://schemas.openxmlformats.org/officeDocument/2006/relationships/customXml" Target="../ink/ink575.xml"/><Relationship Id="rId16" Type="http://schemas.openxmlformats.org/officeDocument/2006/relationships/customXml" Target="../ink/ink582.xml"/><Relationship Id="rId29" Type="http://schemas.openxmlformats.org/officeDocument/2006/relationships/image" Target="../media/image347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7.xml"/><Relationship Id="rId11" Type="http://schemas.openxmlformats.org/officeDocument/2006/relationships/image" Target="../media/image3380.png"/><Relationship Id="rId24" Type="http://schemas.openxmlformats.org/officeDocument/2006/relationships/customXml" Target="../ink/ink586.xml"/><Relationship Id="rId32" Type="http://schemas.openxmlformats.org/officeDocument/2006/relationships/customXml" Target="../ink/ink590.xml"/><Relationship Id="rId37" Type="http://schemas.openxmlformats.org/officeDocument/2006/relationships/image" Target="../media/image3510.png"/><Relationship Id="rId40" Type="http://schemas.openxmlformats.org/officeDocument/2006/relationships/customXml" Target="../ink/ink594.xml"/><Relationship Id="rId45" Type="http://schemas.openxmlformats.org/officeDocument/2006/relationships/image" Target="../media/image3550.png"/><Relationship Id="rId5" Type="http://schemas.openxmlformats.org/officeDocument/2006/relationships/image" Target="../media/image3350.png"/><Relationship Id="rId15" Type="http://schemas.openxmlformats.org/officeDocument/2006/relationships/image" Target="../media/image3400.png"/><Relationship Id="rId23" Type="http://schemas.openxmlformats.org/officeDocument/2006/relationships/image" Target="../media/image3440.png"/><Relationship Id="rId28" Type="http://schemas.openxmlformats.org/officeDocument/2006/relationships/customXml" Target="../ink/ink588.xml"/><Relationship Id="rId36" Type="http://schemas.openxmlformats.org/officeDocument/2006/relationships/customXml" Target="../ink/ink592.xml"/><Relationship Id="rId10" Type="http://schemas.openxmlformats.org/officeDocument/2006/relationships/customXml" Target="../ink/ink579.xml"/><Relationship Id="rId19" Type="http://schemas.openxmlformats.org/officeDocument/2006/relationships/image" Target="../media/image3420.png"/><Relationship Id="rId31" Type="http://schemas.openxmlformats.org/officeDocument/2006/relationships/image" Target="../media/image3480.png"/><Relationship Id="rId44" Type="http://schemas.openxmlformats.org/officeDocument/2006/relationships/customXml" Target="../ink/ink596.xml"/><Relationship Id="rId4" Type="http://schemas.openxmlformats.org/officeDocument/2006/relationships/customXml" Target="../ink/ink576.xml"/><Relationship Id="rId9" Type="http://schemas.openxmlformats.org/officeDocument/2006/relationships/image" Target="../media/image3370.png"/><Relationship Id="rId14" Type="http://schemas.openxmlformats.org/officeDocument/2006/relationships/customXml" Target="../ink/ink581.xml"/><Relationship Id="rId22" Type="http://schemas.openxmlformats.org/officeDocument/2006/relationships/customXml" Target="../ink/ink585.xml"/><Relationship Id="rId27" Type="http://schemas.openxmlformats.org/officeDocument/2006/relationships/image" Target="../media/image3460.png"/><Relationship Id="rId30" Type="http://schemas.openxmlformats.org/officeDocument/2006/relationships/customXml" Target="../ink/ink589.xml"/><Relationship Id="rId35" Type="http://schemas.openxmlformats.org/officeDocument/2006/relationships/image" Target="../media/image3500.png"/><Relationship Id="rId43" Type="http://schemas.openxmlformats.org/officeDocument/2006/relationships/image" Target="../media/image3540.png"/><Relationship Id="rId8" Type="http://schemas.openxmlformats.org/officeDocument/2006/relationships/customXml" Target="../ink/ink578.xml"/><Relationship Id="rId3" Type="http://schemas.openxmlformats.org/officeDocument/2006/relationships/image" Target="../media/image2770.png"/><Relationship Id="rId12" Type="http://schemas.openxmlformats.org/officeDocument/2006/relationships/customXml" Target="../ink/ink580.xml"/><Relationship Id="rId17" Type="http://schemas.openxmlformats.org/officeDocument/2006/relationships/image" Target="../media/image3410.png"/><Relationship Id="rId25" Type="http://schemas.openxmlformats.org/officeDocument/2006/relationships/image" Target="../media/image3450.png"/><Relationship Id="rId33" Type="http://schemas.openxmlformats.org/officeDocument/2006/relationships/image" Target="../media/image3490.png"/><Relationship Id="rId38" Type="http://schemas.openxmlformats.org/officeDocument/2006/relationships/customXml" Target="../ink/ink593.xml"/><Relationship Id="rId20" Type="http://schemas.openxmlformats.org/officeDocument/2006/relationships/customXml" Target="../ink/ink584.xml"/><Relationship Id="rId41" Type="http://schemas.openxmlformats.org/officeDocument/2006/relationships/image" Target="../media/image353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7.png"/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7.png"/><Relationship Id="rId7" Type="http://schemas.openxmlformats.org/officeDocument/2006/relationships/image" Target="../media/image3720.png"/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97.xml"/><Relationship Id="rId5" Type="http://schemas.openxmlformats.org/officeDocument/2006/relationships/image" Target="../media/image419.png"/><Relationship Id="rId4" Type="http://schemas.openxmlformats.org/officeDocument/2006/relationships/image" Target="../media/image41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3.png"/><Relationship Id="rId4" Type="http://schemas.openxmlformats.org/officeDocument/2006/relationships/image" Target="../media/image42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png"/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6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.png"/><Relationship Id="rId2" Type="http://schemas.openxmlformats.org/officeDocument/2006/relationships/image" Target="../media/image43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7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9.png"/><Relationship Id="rId2" Type="http://schemas.openxmlformats.org/officeDocument/2006/relationships/image" Target="../media/image4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</a:t>
            </a:r>
            <a:r>
              <a:rPr lang="en-US" sz="3600" b="1" dirty="0">
                <a:solidFill>
                  <a:srgbClr val="FF0000"/>
                </a:solidFill>
              </a:rPr>
              <a:t>6</a:t>
            </a:r>
            <a:r>
              <a:rPr lang="ro-RO" sz="3600" b="1" dirty="0">
                <a:solidFill>
                  <a:srgbClr val="FF0000"/>
                </a:solidFill>
              </a:rPr>
              <a:t>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6</a:t>
            </a:r>
            <a:r>
              <a:rPr lang="ro-RO" sz="3200" b="1" dirty="0">
                <a:solidFill>
                  <a:srgbClr val="0000FF"/>
                </a:solidFill>
              </a:rPr>
              <a:t>         </a:t>
            </a:r>
            <a:r>
              <a:rPr lang="en-US" sz="3200" b="1" dirty="0">
                <a:solidFill>
                  <a:srgbClr val="0000FF"/>
                </a:solidFill>
              </a:rPr>
              <a:t>03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lvl="2"/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Numărătoare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/>
              </a:rPr>
              <a:t>CTU, CTD, UD</a:t>
            </a:r>
            <a:r>
              <a:rPr lang="ro-RO" sz="2000" b="1" dirty="0">
                <a:latin typeface="Calibri" panose="020F0502020204030204"/>
              </a:rPr>
              <a:t>C;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Aplicații în numărarea de evenimente: Varianta 1; Varianta 2;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Introducerea </a:t>
            </a:r>
            <a:r>
              <a:rPr lang="ro-RO" sz="2000" b="1">
                <a:latin typeface="Calibri" panose="020F0502020204030204"/>
              </a:rPr>
              <a:t>numărătoarelor </a:t>
            </a:r>
            <a:r>
              <a:rPr lang="ro-RO" sz="2000" b="1" dirty="0">
                <a:latin typeface="Calibri" panose="020F0502020204030204"/>
              </a:rPr>
              <a:t>î</a:t>
            </a:r>
            <a:r>
              <a:rPr lang="ro-RO" sz="2000" b="1">
                <a:latin typeface="Calibri" panose="020F0502020204030204"/>
              </a:rPr>
              <a:t>n </a:t>
            </a:r>
            <a:r>
              <a:rPr lang="ro-RO" sz="2000" b="1" dirty="0">
                <a:latin typeface="Calibri" panose="020F0502020204030204"/>
              </a:rPr>
              <a:t>partea de supervizor;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Aplicații în determinarea indirectă a volumului de materie primă (</a:t>
            </a:r>
            <a:r>
              <a:rPr lang="ro-RO" sz="2000" b="1" dirty="0">
                <a:solidFill>
                  <a:srgbClr val="FF0000"/>
                </a:solidFill>
                <a:latin typeface="Calibri" panose="020F0502020204030204"/>
              </a:rPr>
              <a:t>vezi seminar</a:t>
            </a:r>
            <a:r>
              <a:rPr lang="ro-RO" sz="2000" b="1" dirty="0">
                <a:latin typeface="Calibri" panose="020F0502020204030204"/>
              </a:rPr>
              <a:t>);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0000FF"/>
                </a:solidFill>
              </a:rPr>
              <a:t>2) Registre de deplasare  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Noțiuni generale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Instrucțiuni de implementare a registrelor de deplasare în PLC: BSR, BSL</a:t>
            </a:r>
          </a:p>
          <a:p>
            <a:pPr lvl="2"/>
            <a:r>
              <a:rPr lang="ro-RO" sz="2000" b="1" dirty="0"/>
              <a:t> 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3) Stive   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Noțiuni generale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0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Noțiuni generale  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A65C72F-9564-4418-8303-9B794C488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107823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1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Instrucțiunea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Counter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UP (CTU)</a:t>
            </a:r>
            <a:r>
              <a:rPr lang="ro-RO" b="1" i="1" dirty="0">
                <a:highlight>
                  <a:srgbClr val="00FFFF"/>
                </a:highlight>
              </a:rPr>
              <a:t>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8A8BFB3-A754-4886-9250-A601748EC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777269"/>
            <a:ext cx="102584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6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ine 7">
            <a:extLst>
              <a:ext uri="{FF2B5EF4-FFF2-40B4-BE49-F238E27FC236}">
                <a16:creationId xmlns:a16="http://schemas.microsoft.com/office/drawing/2014/main" id="{70E4842D-6CDC-49BA-9A63-5414DF568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777269"/>
            <a:ext cx="10753725" cy="4800600"/>
          </a:xfrm>
          <a:prstGeom prst="rect">
            <a:avLst/>
          </a:prstGeom>
        </p:spPr>
      </p:pic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Instrucțiunea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Counter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UP (CTU)</a:t>
            </a:r>
            <a:r>
              <a:rPr lang="ro-RO" b="1" i="1" dirty="0">
                <a:highlight>
                  <a:srgbClr val="00FFFF"/>
                </a:highlight>
              </a:rPr>
              <a:t>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C96D1044-CE50-4BC0-A1A9-58277F004037}"/>
                  </a:ext>
                </a:extLst>
              </p14:cNvPr>
              <p14:cNvContentPartPr/>
              <p14:nvPr/>
            </p14:nvContentPartPr>
            <p14:xfrm>
              <a:off x="9271345" y="1289065"/>
              <a:ext cx="1091160" cy="6991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C96D1044-CE50-4BC0-A1A9-58277F0040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53345" y="1271056"/>
                <a:ext cx="1126800" cy="73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F6BF5DD-82A0-4BFA-892C-3FB4A3800E47}"/>
                  </a:ext>
                </a:extLst>
              </p14:cNvPr>
              <p14:cNvContentPartPr/>
              <p14:nvPr/>
            </p14:nvContentPartPr>
            <p14:xfrm>
              <a:off x="4412065" y="4095625"/>
              <a:ext cx="1251720" cy="877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F6BF5DD-82A0-4BFA-892C-3FB4A3800E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4065" y="4077625"/>
                <a:ext cx="1287360" cy="9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A93265A-DF88-411A-9026-95A8628CF8B0}"/>
                  </a:ext>
                </a:extLst>
              </p14:cNvPr>
              <p14:cNvContentPartPr/>
              <p14:nvPr/>
            </p14:nvContentPartPr>
            <p14:xfrm>
              <a:off x="1707025" y="1235425"/>
              <a:ext cx="971280" cy="20577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A93265A-DF88-411A-9026-95A8628CF8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89018" y="1217425"/>
                <a:ext cx="1006933" cy="20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1DCBDD5-CDAD-452E-9C2F-35EE203B511B}"/>
                  </a:ext>
                </a:extLst>
              </p14:cNvPr>
              <p14:cNvContentPartPr/>
              <p14:nvPr/>
            </p14:nvContentPartPr>
            <p14:xfrm>
              <a:off x="4084342" y="1965976"/>
              <a:ext cx="263160" cy="2152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1DCBDD5-CDAD-452E-9C2F-35EE203B51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66342" y="1947976"/>
                <a:ext cx="298800" cy="2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745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Instrucțiunea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Counter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UP (CTU)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D4B5F75F-9DFE-421F-89ED-962DA685429E}"/>
              </a:ext>
            </a:extLst>
          </p:cNvPr>
          <p:cNvSpPr/>
          <p:nvPr/>
        </p:nvSpPr>
        <p:spPr>
          <a:xfrm>
            <a:off x="4450098" y="594391"/>
            <a:ext cx="7223681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ro-RO" sz="2000" b="1" dirty="0">
                <a:solidFill>
                  <a:srgbClr val="0000FF"/>
                </a:solidFill>
              </a:rPr>
              <a:t>Observații: 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numărul de evenimente ce trebuie înregistrat se scrie în registrul </a:t>
            </a:r>
            <a:r>
              <a:rPr lang="ro-RO" sz="2000" b="1" i="1" dirty="0" err="1"/>
              <a:t>Preset</a:t>
            </a:r>
            <a:r>
              <a:rPr lang="ro-RO" sz="2000" b="1" dirty="0"/>
              <a:t>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instrucțiunea CTU numără tranzițiile pozitive de pe intrare; 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în timpul funcționării, în registrul </a:t>
            </a:r>
            <a:r>
              <a:rPr lang="ro-RO" sz="2000" b="1" i="1" dirty="0" err="1"/>
              <a:t>Acc</a:t>
            </a:r>
            <a:r>
              <a:rPr lang="ro-RO" sz="2000" b="1" i="1" dirty="0"/>
              <a:t> </a:t>
            </a:r>
            <a:r>
              <a:rPr lang="ro-RO" sz="2000" b="1" dirty="0"/>
              <a:t>se găsește valoarea curentă a numărului de evenimente înregistrare; 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bitul </a:t>
            </a:r>
            <a:r>
              <a:rPr lang="ro-RO" sz="2000" b="1" i="1" dirty="0" err="1"/>
              <a:t>Done</a:t>
            </a:r>
            <a:r>
              <a:rPr lang="ro-RO" sz="2000" b="1" dirty="0"/>
              <a:t> (</a:t>
            </a:r>
            <a:r>
              <a:rPr lang="ro-RO" sz="2000" b="1" i="1" dirty="0"/>
              <a:t>DN</a:t>
            </a:r>
            <a:r>
              <a:rPr lang="ro-RO" sz="2000" b="1" dirty="0"/>
              <a:t>), ne arată dacă am ajuns sau nu la numărul dorit (programat) de evenimente :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o-RO" sz="2000" b="1" dirty="0"/>
              <a:t>DN=0, nu am ajuns la numărul dorit de evenimente; </a:t>
            </a:r>
          </a:p>
          <a:p>
            <a:pPr marL="1257300" lvl="2" indent="-34290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ro-RO" sz="2000" b="1" dirty="0"/>
              <a:t>DN=1, am atins numărul dorit de evenimente; </a:t>
            </a:r>
          </a:p>
          <a:p>
            <a:pPr marL="34290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tranziția pozitivă a bitului </a:t>
            </a:r>
            <a:r>
              <a:rPr lang="ro-RO" sz="2000" b="1" i="1" dirty="0"/>
              <a:t>DN</a:t>
            </a:r>
            <a:r>
              <a:rPr lang="ro-RO" sz="2000" b="1" dirty="0"/>
              <a:t> este foarte importantă deoarece aceasta ne arată că am ajuns la numărul dorit de evenimente și programul de lucru trebuie să continue pe un alt traseu;</a:t>
            </a:r>
          </a:p>
          <a:p>
            <a:pPr marL="34290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>
                <a:solidFill>
                  <a:srgbClr val="0000FF"/>
                </a:solidFill>
              </a:rPr>
              <a:t>Atenție! Pentru orice numărător, înainte de utilizare, trebuie generată o comandă de ștergere pentru a avea certitudinea că numărarea evenimentelor pleacă de la zero; </a:t>
            </a:r>
            <a:endParaRPr lang="ro-RO" sz="2000" b="1" dirty="0"/>
          </a:p>
        </p:txBody>
      </p:sp>
      <p:graphicFrame>
        <p:nvGraphicFramePr>
          <p:cNvPr id="9" name="Obiect 8">
            <a:extLst>
              <a:ext uri="{FF2B5EF4-FFF2-40B4-BE49-F238E27FC236}">
                <a16:creationId xmlns:a16="http://schemas.microsoft.com/office/drawing/2014/main" id="{9B6C402C-6E4F-4567-A273-7FAD58CF20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6782" y="868708"/>
          <a:ext cx="3608372" cy="4415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Bitmap Image" r:id="rId3" imgW="2257740" imgH="2762636" progId="Paint.Picture">
                  <p:embed/>
                </p:oleObj>
              </mc:Choice>
              <mc:Fallback>
                <p:oleObj name="Bitmap Image" r:id="rId3" imgW="2257740" imgH="2762636" progId="Paint.Picture">
                  <p:embed/>
                  <p:pic>
                    <p:nvPicPr>
                      <p:cNvPr id="9" name="Obiect 8">
                        <a:extLst>
                          <a:ext uri="{FF2B5EF4-FFF2-40B4-BE49-F238E27FC236}">
                            <a16:creationId xmlns:a16="http://schemas.microsoft.com/office/drawing/2014/main" id="{9B6C402C-6E4F-4567-A273-7FAD58CF2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82" y="868708"/>
                        <a:ext cx="3608372" cy="4415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192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3" name="Cerneală 372">
                <a:extLst>
                  <a:ext uri="{FF2B5EF4-FFF2-40B4-BE49-F238E27FC236}">
                    <a16:creationId xmlns:a16="http://schemas.microsoft.com/office/drawing/2014/main" id="{372314D2-6339-46EA-B489-84551823A11F}"/>
                  </a:ext>
                </a:extLst>
              </p14:cNvPr>
              <p14:cNvContentPartPr/>
              <p14:nvPr/>
            </p14:nvContentPartPr>
            <p14:xfrm>
              <a:off x="-56691" y="173065"/>
              <a:ext cx="12172320" cy="6661080"/>
            </p14:xfrm>
          </p:contentPart>
        </mc:Choice>
        <mc:Fallback xmlns="">
          <p:pic>
            <p:nvPicPr>
              <p:cNvPr id="373" name="Cerneală 372">
                <a:extLst>
                  <a:ext uri="{FF2B5EF4-FFF2-40B4-BE49-F238E27FC236}">
                    <a16:creationId xmlns:a16="http://schemas.microsoft.com/office/drawing/2014/main" id="{372314D2-6339-46EA-B489-84551823A1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4331" y="155066"/>
                <a:ext cx="12207960" cy="66967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662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Instrucțiunea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Counter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Down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(CTD)</a:t>
            </a:r>
            <a:r>
              <a:rPr lang="ro-RO" b="1" i="1" dirty="0">
                <a:highlight>
                  <a:srgbClr val="00FFFF"/>
                </a:highlight>
              </a:rPr>
              <a:t>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B642EB1E-A63D-4F42-960D-AA28BE28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685830"/>
            <a:ext cx="10838211" cy="594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3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Instrucțiunea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Counter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Down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(CTD)</a:t>
            </a:r>
            <a:r>
              <a:rPr lang="ro-RO" b="1" i="1" dirty="0">
                <a:highlight>
                  <a:srgbClr val="00FFFF"/>
                </a:highlight>
              </a:rPr>
              <a:t>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B642EB1E-A63D-4F42-960D-AA28BE281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777269"/>
            <a:ext cx="1033462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4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 err="1">
                <a:highlight>
                  <a:srgbClr val="00FFFF"/>
                </a:highlight>
              </a:rPr>
              <a:t>Countere</a:t>
            </a:r>
            <a:r>
              <a:rPr lang="ro-RO" b="1" i="1" dirty="0">
                <a:highlight>
                  <a:srgbClr val="00FFFF"/>
                </a:highlight>
              </a:rPr>
              <a:t> – 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Instrucțiunea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Up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/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Down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ro-RO" b="1" i="1" dirty="0" err="1">
                <a:solidFill>
                  <a:srgbClr val="FF0000"/>
                </a:solidFill>
                <a:highlight>
                  <a:srgbClr val="00FFFF"/>
                </a:highlight>
              </a:rPr>
              <a:t>Counter</a:t>
            </a:r>
            <a:r>
              <a:rPr lang="ro-RO" b="1" i="1" dirty="0">
                <a:solidFill>
                  <a:srgbClr val="FF0000"/>
                </a:solidFill>
                <a:highlight>
                  <a:srgbClr val="00FFFF"/>
                </a:highlight>
              </a:rPr>
              <a:t> (UDC)</a:t>
            </a:r>
            <a:r>
              <a:rPr lang="ro-RO" b="1" i="1" dirty="0">
                <a:highlight>
                  <a:srgbClr val="00FFFF"/>
                </a:highlight>
              </a:rPr>
              <a:t>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E1608F03-80AD-4B35-AB11-017194447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143025"/>
            <a:ext cx="11607169" cy="519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88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Implementarea numărătoarelor în standardul IEC 61131-3</a:t>
            </a:r>
          </a:p>
          <a:p>
            <a:endParaRPr lang="ro-RO" sz="2400" b="1" dirty="0">
              <a:solidFill>
                <a:srgbClr val="0000FF"/>
              </a:solidFill>
              <a:latin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  <a:r>
              <a:rPr lang="ro-RO" sz="2000" b="1" dirty="0">
                <a:solidFill>
                  <a:srgbClr val="0000FF"/>
                </a:solidFill>
                <a:latin typeface="Calibri" panose="020F0502020204030204"/>
              </a:rPr>
              <a:t>sunt specificate trei tipuri de numărătoare</a:t>
            </a:r>
            <a:endParaRPr lang="en-US" sz="2400" b="1" dirty="0">
              <a:solidFill>
                <a:srgbClr val="0000FF"/>
              </a:solidFill>
              <a:latin typeface="Calibri" panose="020F0502020204030204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/>
              </a:rPr>
              <a:t>CTU,</a:t>
            </a:r>
            <a:r>
              <a:rPr lang="ro-RO" sz="2000" b="1" dirty="0">
                <a:latin typeface="Calibri" panose="020F0502020204030204"/>
              </a:rPr>
              <a:t> </a:t>
            </a:r>
            <a:r>
              <a:rPr lang="ro-RO" sz="2000" b="1" dirty="0" err="1">
                <a:latin typeface="Calibri" panose="020F0502020204030204"/>
              </a:rPr>
              <a:t>counter</a:t>
            </a:r>
            <a:r>
              <a:rPr lang="ro-RO" sz="2000" b="1" dirty="0">
                <a:latin typeface="Calibri" panose="020F0502020204030204"/>
              </a:rPr>
              <a:t> </a:t>
            </a:r>
            <a:r>
              <a:rPr lang="ro-RO" sz="2000" b="1" dirty="0" err="1">
                <a:latin typeface="Calibri" panose="020F0502020204030204"/>
              </a:rPr>
              <a:t>up</a:t>
            </a:r>
            <a:r>
              <a:rPr lang="ro-RO" sz="2000" b="1" dirty="0">
                <a:latin typeface="Calibri" panose="020F0502020204030204"/>
              </a:rPr>
              <a:t>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/>
              </a:rPr>
              <a:t>CTD, </a:t>
            </a:r>
            <a:r>
              <a:rPr lang="ro-RO" sz="2000" b="1" dirty="0" err="1">
                <a:latin typeface="Calibri" panose="020F0502020204030204"/>
              </a:rPr>
              <a:t>counter</a:t>
            </a:r>
            <a:r>
              <a:rPr lang="ro-RO" sz="2000" b="1" dirty="0">
                <a:latin typeface="Calibri" panose="020F0502020204030204"/>
              </a:rPr>
              <a:t> </a:t>
            </a:r>
            <a:r>
              <a:rPr lang="ro-RO" sz="2000" b="1" dirty="0" err="1">
                <a:latin typeface="Calibri" panose="020F0502020204030204"/>
              </a:rPr>
              <a:t>down</a:t>
            </a:r>
            <a:r>
              <a:rPr lang="ro-RO" sz="2000" b="1" dirty="0">
                <a:latin typeface="Calibri" panose="020F0502020204030204"/>
              </a:rPr>
              <a:t>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latin typeface="Calibri" panose="020F0502020204030204"/>
              </a:rPr>
              <a:t>CT</a:t>
            </a:r>
            <a:r>
              <a:rPr lang="en-US" sz="2000" b="1" dirty="0">
                <a:latin typeface="Calibri" panose="020F0502020204030204"/>
              </a:rPr>
              <a:t>UD</a:t>
            </a:r>
            <a:r>
              <a:rPr lang="ro-RO" sz="2000" b="1" dirty="0">
                <a:latin typeface="Calibri" panose="020F0502020204030204"/>
              </a:rPr>
              <a:t>, </a:t>
            </a:r>
            <a:r>
              <a:rPr lang="ro-RO" sz="2000" b="1" dirty="0" err="1">
                <a:latin typeface="Calibri" panose="020F0502020204030204"/>
              </a:rPr>
              <a:t>counter</a:t>
            </a:r>
            <a:r>
              <a:rPr lang="ro-RO" sz="2000" b="1" dirty="0">
                <a:latin typeface="Calibri" panose="020F0502020204030204"/>
              </a:rPr>
              <a:t> </a:t>
            </a:r>
            <a:r>
              <a:rPr lang="ro-RO" sz="2000" b="1" dirty="0" err="1">
                <a:latin typeface="Calibri" panose="020F0502020204030204"/>
              </a:rPr>
              <a:t>up</a:t>
            </a:r>
            <a:r>
              <a:rPr lang="ro-RO" sz="2000" b="1" dirty="0">
                <a:latin typeface="Calibri" panose="020F0502020204030204"/>
              </a:rPr>
              <a:t>/</a:t>
            </a:r>
            <a:r>
              <a:rPr lang="ro-RO" sz="2000" b="1" dirty="0" err="1">
                <a:latin typeface="Calibri" panose="020F0502020204030204"/>
              </a:rPr>
              <a:t>down</a:t>
            </a:r>
            <a:r>
              <a:rPr lang="ro-RO" sz="2000" b="1" dirty="0">
                <a:latin typeface="Calibri" panose="020F0502020204030204"/>
              </a:rPr>
              <a:t>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000" b="1" dirty="0">
              <a:latin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ro-RO" sz="2000" b="1" dirty="0">
                <a:solidFill>
                  <a:srgbClr val="0000FF"/>
                </a:solidFill>
              </a:rPr>
              <a:t>pentru fiecare tip de numărător avem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b="1" dirty="0"/>
              <a:t>un </a:t>
            </a:r>
            <a:r>
              <a:rPr lang="en-US" sz="2000" b="1" i="1" dirty="0"/>
              <a:t>Function Block </a:t>
            </a:r>
            <a:r>
              <a:rPr lang="en-US" sz="2000" b="1" dirty="0"/>
              <a:t>standard</a:t>
            </a:r>
            <a:r>
              <a:rPr lang="ro-RO" sz="2000" b="1" dirty="0"/>
              <a:t> – dacă se lucrează în </a:t>
            </a:r>
            <a:r>
              <a:rPr lang="ro-RO" sz="2000" b="1" dirty="0" err="1"/>
              <a:t>Ladder</a:t>
            </a:r>
            <a:r>
              <a:rPr lang="ro-RO" sz="2000" b="1" dirty="0"/>
              <a:t> sau FBD;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o structură de date – dacă se lucrează în limbaj ST;</a:t>
            </a:r>
            <a:endParaRPr lang="ro-RO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ro-RO" sz="2000" b="1" dirty="0">
                <a:solidFill>
                  <a:srgbClr val="0000FF"/>
                </a:solidFill>
              </a:rPr>
              <a:t>utilizarea unui numărător este posibilă pentru orice modalitate de descriere a programului de lucru: </a:t>
            </a:r>
            <a:r>
              <a:rPr lang="ro-RO" sz="2000" b="1" dirty="0" err="1">
                <a:solidFill>
                  <a:srgbClr val="0000FF"/>
                </a:solidFill>
              </a:rPr>
              <a:t>Ladder</a:t>
            </a:r>
            <a:r>
              <a:rPr lang="ro-RO" sz="2000" b="1" dirty="0">
                <a:solidFill>
                  <a:srgbClr val="0000FF"/>
                </a:solidFill>
              </a:rPr>
              <a:t>, FBD, ST, SFC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97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B3A99753-240E-44B0-AB39-EB399183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10984233" cy="6049692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B6488331-A6CB-4B58-8B36-F07FDA3E09DF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standardul IEC 61131-3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61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FA7A9BBB-43C7-400F-A101-014889DC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755693" cy="5739869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00B2E57C-9CFF-497B-83E1-85C5E911E181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standardul IEC 61131-3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41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FE20500-3509-4669-8BBF-FACCFF8A2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502952"/>
            <a:ext cx="6184675" cy="3489157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2A8BA9C1-B4D1-420E-B7BA-E6038511A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77" y="4069073"/>
            <a:ext cx="10427922" cy="2516518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A8E11905-3215-429A-8634-4612FDED0BAD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standardul IEC 61131-3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473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7588DBB4-371F-4B0A-9EF4-50BFF811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72" y="502952"/>
            <a:ext cx="8149599" cy="2586762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749CF221-CCE1-406B-A165-1D9F000F3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72" y="3520439"/>
            <a:ext cx="6113152" cy="3155731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1614BD40-D0EC-4FAB-85E9-EEEA20CF17D9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standardul IEC 61131-3   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Exemplul 1 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829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1B462D06-E19B-41BA-BF0A-FAF68E6B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502952"/>
            <a:ext cx="7375914" cy="6334609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D669629B-B7DB-439D-9751-6CE9CAE83575}"/>
              </a:ext>
            </a:extLst>
          </p:cNvPr>
          <p:cNvSpPr/>
          <p:nvPr/>
        </p:nvSpPr>
        <p:spPr>
          <a:xfrm>
            <a:off x="243904" y="137196"/>
            <a:ext cx="10972680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ro-RO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Implementarea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standardul IEC 61131-3   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Exemplul 2  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401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215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Introducerea </a:t>
            </a:r>
            <a:r>
              <a:rPr lang="ro-RO" sz="2800" b="1" dirty="0" err="1"/>
              <a:t>countere</a:t>
            </a:r>
            <a:r>
              <a:rPr lang="ro-RO" sz="2800" b="1" dirty="0"/>
              <a:t>-lor într-un program existent, în aplicații de tip </a:t>
            </a:r>
            <a:r>
              <a:rPr lang="ro-RO" sz="2800" b="1" i="1" dirty="0">
                <a:solidFill>
                  <a:srgbClr val="FF0000"/>
                </a:solidFill>
              </a:rPr>
              <a:t>Numărare de Evenimente</a:t>
            </a:r>
            <a:r>
              <a:rPr lang="ro-RO" sz="2800" b="1" dirty="0"/>
              <a:t>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/>
              <a:t>Varianta 1: o singură acțiune pe stare;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/>
              <a:t>Varianta 2: acțiuni multiple pe o singură stare;</a:t>
            </a:r>
          </a:p>
        </p:txBody>
      </p:sp>
    </p:spTree>
    <p:extLst>
      <p:ext uri="{BB962C8B-B14F-4D97-AF65-F5344CB8AC3E}">
        <p14:creationId xmlns:p14="http://schemas.microsoft.com/office/powerpoint/2010/main" val="1327350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Aspecte importante legate de utilizarea numărătoarelor 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D4B5F75F-9DFE-421F-89ED-962DA685429E}"/>
              </a:ext>
            </a:extLst>
          </p:cNvPr>
          <p:cNvSpPr/>
          <p:nvPr/>
        </p:nvSpPr>
        <p:spPr>
          <a:xfrm>
            <a:off x="4541537" y="777269"/>
            <a:ext cx="7223681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ro-RO" sz="2000" b="1" dirty="0">
                <a:solidFill>
                  <a:srgbClr val="0000FF"/>
                </a:solidFill>
              </a:rPr>
              <a:t>Pentru utilizarea corectă a unui numărător într-un program </a:t>
            </a:r>
            <a:r>
              <a:rPr lang="ro-RO" sz="2000" b="1" dirty="0" err="1">
                <a:solidFill>
                  <a:srgbClr val="0000FF"/>
                </a:solidFill>
              </a:rPr>
              <a:t>Ladder</a:t>
            </a:r>
            <a:r>
              <a:rPr lang="ro-RO" sz="2000" b="1" dirty="0">
                <a:solidFill>
                  <a:srgbClr val="0000FF"/>
                </a:solidFill>
              </a:rPr>
              <a:t> trebuie să parcurgem următoarele etape: 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alegem un index pentru numărător (C5:0 până la C5:99);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stabilim numărul de evenimente dorite (această valoare se înscrie în registrului </a:t>
            </a:r>
            <a:r>
              <a:rPr lang="ro-RO" sz="2000" b="1" i="1" dirty="0" err="1"/>
              <a:t>Preset</a:t>
            </a:r>
            <a:r>
              <a:rPr lang="ro-RO" sz="2000" b="1" dirty="0"/>
              <a:t>);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identificăm senzorul (</a:t>
            </a:r>
            <a:r>
              <a:rPr lang="ro-RO" sz="2000" b="1" dirty="0">
                <a:solidFill>
                  <a:srgbClr val="FF0000"/>
                </a:solidFill>
              </a:rPr>
              <a:t>fizic</a:t>
            </a:r>
            <a:r>
              <a:rPr lang="ro-RO" sz="2000" b="1" dirty="0"/>
              <a:t> sau </a:t>
            </a:r>
            <a:r>
              <a:rPr lang="ro-RO" sz="2000" b="1" dirty="0">
                <a:solidFill>
                  <a:srgbClr val="FF0000"/>
                </a:solidFill>
              </a:rPr>
              <a:t>virtual</a:t>
            </a:r>
            <a:r>
              <a:rPr lang="ro-RO" sz="2000" b="1" dirty="0"/>
              <a:t>) care generează impulsuri la detecția evenimentelor ce trebuie contorizate; </a:t>
            </a:r>
          </a:p>
          <a:p>
            <a:pPr marL="342900" lvl="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identificăm locul unde trebuie generată comanda de </a:t>
            </a:r>
            <a:r>
              <a:rPr lang="ro-RO" sz="2000" b="1" i="1" dirty="0" err="1">
                <a:solidFill>
                  <a:srgbClr val="FF0000"/>
                </a:solidFill>
              </a:rPr>
              <a:t>Reset</a:t>
            </a:r>
            <a:r>
              <a:rPr lang="ro-RO" sz="2000" b="1" dirty="0"/>
              <a:t> a numărătorului (de regulă comanda de </a:t>
            </a:r>
            <a:r>
              <a:rPr lang="ro-RO" sz="2000" b="1" i="1" dirty="0" err="1"/>
              <a:t>reset</a:t>
            </a:r>
            <a:r>
              <a:rPr lang="ro-RO" sz="2000" b="1" dirty="0"/>
              <a:t> trebuie dată cu un pas înainte de utilizarea numărătorului);</a:t>
            </a:r>
          </a:p>
          <a:p>
            <a:pPr marL="34290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identificăm locul din diagrama de tranziție a stărilor în care testăm dacă  </a:t>
            </a:r>
            <a:r>
              <a:rPr lang="ro-RO" sz="2000" b="1" i="1" dirty="0">
                <a:solidFill>
                  <a:srgbClr val="FF0000"/>
                </a:solidFill>
              </a:rPr>
              <a:t>DN=1 </a:t>
            </a:r>
            <a:r>
              <a:rPr lang="ro-RO" sz="2000" b="1" i="1" dirty="0"/>
              <a:t>(s-a ajuns la numărul de evenimente dorit)</a:t>
            </a:r>
            <a:r>
              <a:rPr lang="ro-RO" sz="2000" b="1" dirty="0"/>
              <a:t>;</a:t>
            </a:r>
          </a:p>
          <a:p>
            <a:pPr marL="342900" indent="-342900">
              <a:spcBef>
                <a:spcPts val="1200"/>
              </a:spcBef>
              <a:buFontTx/>
              <a:buChar char="-"/>
              <a:defRPr/>
            </a:pPr>
            <a:r>
              <a:rPr lang="ro-RO" sz="2000" b="1" dirty="0"/>
              <a:t>identificăm locul din diagrama de tranziție a stărilor în care testăm dacă </a:t>
            </a:r>
            <a:r>
              <a:rPr lang="ro-RO" sz="2000" b="1" i="1" dirty="0">
                <a:solidFill>
                  <a:srgbClr val="FF0000"/>
                </a:solidFill>
              </a:rPr>
              <a:t>DN=0</a:t>
            </a:r>
            <a:r>
              <a:rPr lang="ro-RO" sz="2000" b="1" dirty="0">
                <a:solidFill>
                  <a:srgbClr val="FF0000"/>
                </a:solidFill>
              </a:rPr>
              <a:t>  </a:t>
            </a:r>
            <a:r>
              <a:rPr lang="ro-RO" sz="2000" b="1" dirty="0"/>
              <a:t>(nu s-a ajuns la numărul de evenimente dorite și programul trebuie să continue pe bucla în care aceste evenimente sunt realizate);</a:t>
            </a:r>
          </a:p>
        </p:txBody>
      </p:sp>
      <p:graphicFrame>
        <p:nvGraphicFramePr>
          <p:cNvPr id="9" name="Obiect 8">
            <a:extLst>
              <a:ext uri="{FF2B5EF4-FFF2-40B4-BE49-F238E27FC236}">
                <a16:creationId xmlns:a16="http://schemas.microsoft.com/office/drawing/2014/main" id="{9B6C402C-6E4F-4567-A273-7FAD58CF20B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6782" y="868708"/>
          <a:ext cx="3608372" cy="4415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Bitmap Image" r:id="rId3" imgW="2257740" imgH="2762636" progId="Paint.Picture">
                  <p:embed/>
                </p:oleObj>
              </mc:Choice>
              <mc:Fallback>
                <p:oleObj name="Bitmap Image" r:id="rId3" imgW="2257740" imgH="2762636" progId="Paint.Picture">
                  <p:embed/>
                  <p:pic>
                    <p:nvPicPr>
                      <p:cNvPr id="9" name="Obiect 8">
                        <a:extLst>
                          <a:ext uri="{FF2B5EF4-FFF2-40B4-BE49-F238E27FC236}">
                            <a16:creationId xmlns:a16="http://schemas.microsoft.com/office/drawing/2014/main" id="{9B6C402C-6E4F-4567-A273-7FAD58CF2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82" y="868708"/>
                        <a:ext cx="3608372" cy="4415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9991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4C1AC96C-883F-4C0E-91E6-1F0EBBC9612F}"/>
              </a:ext>
            </a:extLst>
          </p:cNvPr>
          <p:cNvSpPr/>
          <p:nvPr/>
        </p:nvSpPr>
        <p:spPr>
          <a:xfrm>
            <a:off x="243904" y="137196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2416D37-45E9-4DD4-BAF1-437AE7B82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10302194" cy="54345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D9057435-037B-42A3-B637-EFDA877EE324}"/>
                  </a:ext>
                </a:extLst>
              </p14:cNvPr>
              <p14:cNvContentPartPr/>
              <p14:nvPr/>
            </p14:nvContentPartPr>
            <p14:xfrm>
              <a:off x="4960989" y="711985"/>
              <a:ext cx="78120" cy="59720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D9057435-037B-42A3-B637-EFDA877EE3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2989" y="693985"/>
                <a:ext cx="113760" cy="60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8D8A466-FF5D-4417-923C-4CCBCAFD1E67}"/>
                  </a:ext>
                </a:extLst>
              </p14:cNvPr>
              <p14:cNvContentPartPr/>
              <p14:nvPr/>
            </p14:nvContentPartPr>
            <p14:xfrm>
              <a:off x="585909" y="738265"/>
              <a:ext cx="145080" cy="860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8D8A466-FF5D-4417-923C-4CCBCAFD1E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8269" y="720265"/>
                <a:ext cx="1807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66B84CD-0599-4EB5-AD80-0AEBF0122D81}"/>
                  </a:ext>
                </a:extLst>
              </p14:cNvPr>
              <p14:cNvContentPartPr/>
              <p14:nvPr/>
            </p14:nvContentPartPr>
            <p14:xfrm>
              <a:off x="859509" y="677065"/>
              <a:ext cx="29880" cy="2404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66B84CD-0599-4EB5-AD80-0AEBF0122D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869" y="659065"/>
                <a:ext cx="6552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C5AB550-1CFE-47EB-A000-E3756D9AA932}"/>
                  </a:ext>
                </a:extLst>
              </p14:cNvPr>
              <p14:cNvContentPartPr/>
              <p14:nvPr/>
            </p14:nvContentPartPr>
            <p14:xfrm>
              <a:off x="2172069" y="590305"/>
              <a:ext cx="1440000" cy="315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C5AB550-1CFE-47EB-A000-E3756D9AA9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54429" y="572665"/>
                <a:ext cx="14756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4763897C-CBC7-4720-B169-7262C4B02901}"/>
                  </a:ext>
                </a:extLst>
              </p14:cNvPr>
              <p14:cNvContentPartPr/>
              <p14:nvPr/>
            </p14:nvContentPartPr>
            <p14:xfrm>
              <a:off x="1207629" y="692545"/>
              <a:ext cx="628920" cy="3798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4763897C-CBC7-4720-B169-7262C4B029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629" y="674905"/>
                <a:ext cx="6645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2BA1C1AA-3B10-4C9B-8976-100932369A14}"/>
                  </a:ext>
                </a:extLst>
              </p14:cNvPr>
              <p14:cNvContentPartPr/>
              <p14:nvPr/>
            </p14:nvContentPartPr>
            <p14:xfrm>
              <a:off x="5305509" y="625945"/>
              <a:ext cx="182880" cy="2944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2BA1C1AA-3B10-4C9B-8976-100932369A1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87869" y="608305"/>
                <a:ext cx="2185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2515FC61-271B-499A-8D0D-CB8EBCC5F8B9}"/>
                  </a:ext>
                </a:extLst>
              </p14:cNvPr>
              <p14:cNvContentPartPr/>
              <p14:nvPr/>
            </p14:nvContentPartPr>
            <p14:xfrm>
              <a:off x="7601229" y="755185"/>
              <a:ext cx="400680" cy="92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2515FC61-271B-499A-8D0D-CB8EBCC5F8B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83229" y="737185"/>
                <a:ext cx="4363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36F9B436-C326-4DAD-888A-6E0F0487E3CE}"/>
                  </a:ext>
                </a:extLst>
              </p14:cNvPr>
              <p14:cNvContentPartPr/>
              <p14:nvPr/>
            </p14:nvContentPartPr>
            <p14:xfrm>
              <a:off x="8518149" y="656185"/>
              <a:ext cx="1841760" cy="178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36F9B436-C326-4DAD-888A-6E0F0487E3C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0509" y="638185"/>
                <a:ext cx="187740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C24C6E2-2474-4473-B786-F67F6EAA7741}"/>
                  </a:ext>
                </a:extLst>
              </p14:cNvPr>
              <p14:cNvContentPartPr/>
              <p14:nvPr/>
            </p14:nvContentPartPr>
            <p14:xfrm>
              <a:off x="5986629" y="649345"/>
              <a:ext cx="1064160" cy="372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C24C6E2-2474-4473-B786-F67F6EAA774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68629" y="631345"/>
                <a:ext cx="10998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A580B72B-0149-4FF6-BBB5-3FBE17E5A33C}"/>
                  </a:ext>
                </a:extLst>
              </p14:cNvPr>
              <p14:cNvContentPartPr/>
              <p14:nvPr/>
            </p14:nvContentPartPr>
            <p14:xfrm>
              <a:off x="486549" y="6311065"/>
              <a:ext cx="1025640" cy="3646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A580B72B-0149-4FF6-BBB5-3FBE17E5A33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8909" y="6293425"/>
                <a:ext cx="10612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090ED01B-5C69-4380-B6B8-62E4E87AF25F}"/>
                  </a:ext>
                </a:extLst>
              </p14:cNvPr>
              <p14:cNvContentPartPr/>
              <p14:nvPr/>
            </p14:nvContentPartPr>
            <p14:xfrm>
              <a:off x="1775709" y="6280825"/>
              <a:ext cx="1488600" cy="5061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090ED01B-5C69-4380-B6B8-62E4E87AF25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58069" y="6263185"/>
                <a:ext cx="1524240" cy="54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270B461F-D5DD-4BF0-9A96-F2769CC86D75}"/>
                  </a:ext>
                </a:extLst>
              </p14:cNvPr>
              <p14:cNvContentPartPr/>
              <p14:nvPr/>
            </p14:nvContentPartPr>
            <p14:xfrm>
              <a:off x="5572989" y="6254545"/>
              <a:ext cx="1110960" cy="3297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270B461F-D5DD-4BF0-9A96-F2769CC86D7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554989" y="6236905"/>
                <a:ext cx="11466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BB225941-B73F-4DD6-8747-E0A8A2167F99}"/>
                  </a:ext>
                </a:extLst>
              </p14:cNvPr>
              <p14:cNvContentPartPr/>
              <p14:nvPr/>
            </p14:nvContentPartPr>
            <p14:xfrm>
              <a:off x="7221069" y="6468025"/>
              <a:ext cx="507240" cy="928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BB225941-B73F-4DD6-8747-E0A8A2167F9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03429" y="6450025"/>
                <a:ext cx="5428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435E493-4027-495D-B44A-00DB1EDF86A3}"/>
                  </a:ext>
                </a:extLst>
              </p14:cNvPr>
              <p14:cNvContentPartPr/>
              <p14:nvPr/>
            </p14:nvContentPartPr>
            <p14:xfrm>
              <a:off x="8099469" y="6448945"/>
              <a:ext cx="227160" cy="1522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435E493-4027-495D-B44A-00DB1EDF86A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081801" y="6431305"/>
                <a:ext cx="262857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50662507-DB82-4949-A19A-E6989AC8160A}"/>
                  </a:ext>
                </a:extLst>
              </p14:cNvPr>
              <p14:cNvContentPartPr/>
              <p14:nvPr/>
            </p14:nvContentPartPr>
            <p14:xfrm>
              <a:off x="11113749" y="6376585"/>
              <a:ext cx="3240" cy="374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50662507-DB82-4949-A19A-E6989AC8160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096109" y="6358585"/>
                <a:ext cx="388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C68B769E-5E21-46B6-AD8D-2E0B36C9DCC9}"/>
                  </a:ext>
                </a:extLst>
              </p14:cNvPr>
              <p14:cNvContentPartPr/>
              <p14:nvPr/>
            </p14:nvContentPartPr>
            <p14:xfrm>
              <a:off x="11617389" y="6567025"/>
              <a:ext cx="11160" cy="118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C68B769E-5E21-46B6-AD8D-2E0B36C9DCC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599749" y="6549385"/>
                <a:ext cx="468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2BC5EB74-5909-4381-A70B-8012DE1B7098}"/>
                  </a:ext>
                </a:extLst>
              </p14:cNvPr>
              <p14:cNvContentPartPr/>
              <p14:nvPr/>
            </p14:nvContentPartPr>
            <p14:xfrm>
              <a:off x="10909989" y="6451465"/>
              <a:ext cx="603000" cy="246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2BC5EB74-5909-4381-A70B-8012DE1B709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891989" y="6433825"/>
                <a:ext cx="6386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31BF93AE-8C27-4A42-8588-38514783D1A8}"/>
                  </a:ext>
                </a:extLst>
              </p14:cNvPr>
              <p14:cNvContentPartPr/>
              <p14:nvPr/>
            </p14:nvContentPartPr>
            <p14:xfrm>
              <a:off x="10539549" y="6446065"/>
              <a:ext cx="214920" cy="1800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31BF93AE-8C27-4A42-8588-38514783D1A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521549" y="6428425"/>
                <a:ext cx="2505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53095FBB-6E94-427D-9631-D3375334A39E}"/>
                  </a:ext>
                </a:extLst>
              </p14:cNvPr>
              <p14:cNvContentPartPr/>
              <p14:nvPr/>
            </p14:nvContentPartPr>
            <p14:xfrm>
              <a:off x="9971469" y="6437425"/>
              <a:ext cx="358920" cy="202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53095FBB-6E94-427D-9631-D3375334A39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953811" y="6419785"/>
                <a:ext cx="394596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E5C84BC3-E457-4DB8-8FC1-878309EBDD78}"/>
                  </a:ext>
                </a:extLst>
              </p14:cNvPr>
              <p14:cNvContentPartPr/>
              <p14:nvPr/>
            </p14:nvContentPartPr>
            <p14:xfrm>
              <a:off x="8522829" y="6337705"/>
              <a:ext cx="1242720" cy="2934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E5C84BC3-E457-4DB8-8FC1-878309EBDD7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505189" y="6320043"/>
                <a:ext cx="1278360" cy="329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E8B42443-01C6-479C-9210-14C34C33D62A}"/>
                  </a:ext>
                </a:extLst>
              </p14:cNvPr>
              <p14:cNvContentPartPr/>
              <p14:nvPr/>
            </p14:nvContentPartPr>
            <p14:xfrm>
              <a:off x="6645429" y="1592185"/>
              <a:ext cx="1338840" cy="40100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E8B42443-01C6-479C-9210-14C34C33D62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627789" y="1556545"/>
                <a:ext cx="1374480" cy="40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9B8C438-2C14-476E-A422-20C78278EF5E}"/>
                  </a:ext>
                </a:extLst>
              </p14:cNvPr>
              <p14:cNvContentPartPr/>
              <p14:nvPr/>
            </p14:nvContentPartPr>
            <p14:xfrm>
              <a:off x="7799949" y="1985665"/>
              <a:ext cx="275040" cy="3423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9B8C438-2C14-476E-A422-20C78278EF5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781949" y="1950025"/>
                <a:ext cx="31068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B29A829A-F65E-4B7B-9DAD-21C4B61A65C4}"/>
                  </a:ext>
                </a:extLst>
              </p14:cNvPr>
              <p14:cNvContentPartPr/>
              <p14:nvPr/>
            </p14:nvContentPartPr>
            <p14:xfrm>
              <a:off x="5740749" y="2920225"/>
              <a:ext cx="528480" cy="22881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B29A829A-F65E-4B7B-9DAD-21C4B61A65C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722749" y="2884585"/>
                <a:ext cx="564120" cy="23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D224537E-F33A-4D1E-A91C-9DD3B67DD360}"/>
                  </a:ext>
                </a:extLst>
              </p14:cNvPr>
              <p14:cNvContentPartPr/>
              <p14:nvPr/>
            </p14:nvContentPartPr>
            <p14:xfrm>
              <a:off x="5759829" y="3750025"/>
              <a:ext cx="233640" cy="2106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D224537E-F33A-4D1E-A91C-9DD3B67DD36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741829" y="3714385"/>
                <a:ext cx="2692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E3C512A6-905C-488A-BC20-ABFD33571477}"/>
                  </a:ext>
                </a:extLst>
              </p14:cNvPr>
              <p14:cNvContentPartPr/>
              <p14:nvPr/>
            </p14:nvContentPartPr>
            <p14:xfrm>
              <a:off x="6174189" y="3714385"/>
              <a:ext cx="244080" cy="1656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E3C512A6-905C-488A-BC20-ABFD3357147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156549" y="3678385"/>
                <a:ext cx="2797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018C1986-264F-4D0C-9611-930C31BEC17D}"/>
                  </a:ext>
                </a:extLst>
              </p14:cNvPr>
              <p14:cNvContentPartPr/>
              <p14:nvPr/>
            </p14:nvContentPartPr>
            <p14:xfrm>
              <a:off x="5293629" y="2427385"/>
              <a:ext cx="6120" cy="1843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018C1986-264F-4D0C-9611-930C31BEC17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275629" y="2391745"/>
                <a:ext cx="417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FC33B497-CF2D-4E35-B840-2FA5877EEFD6}"/>
                  </a:ext>
                </a:extLst>
              </p14:cNvPr>
              <p14:cNvContentPartPr/>
              <p14:nvPr/>
            </p14:nvContentPartPr>
            <p14:xfrm>
              <a:off x="5381109" y="2454745"/>
              <a:ext cx="80640" cy="1155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FC33B497-CF2D-4E35-B840-2FA5877EEFD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363109" y="2418745"/>
                <a:ext cx="1162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6A6D1AB0-BC20-4BEE-90CE-90095016A3E9}"/>
                  </a:ext>
                </a:extLst>
              </p14:cNvPr>
              <p14:cNvContentPartPr/>
              <p14:nvPr/>
            </p14:nvContentPartPr>
            <p14:xfrm>
              <a:off x="5562909" y="2423425"/>
              <a:ext cx="101880" cy="1220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6A6D1AB0-BC20-4BEE-90CE-90095016A3E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545269" y="2387785"/>
                <a:ext cx="1375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99070DD-E07D-4CF4-9688-C419423CE532}"/>
                  </a:ext>
                </a:extLst>
              </p14:cNvPr>
              <p14:cNvContentPartPr/>
              <p14:nvPr/>
            </p14:nvContentPartPr>
            <p14:xfrm>
              <a:off x="5718789" y="2346025"/>
              <a:ext cx="261360" cy="1558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99070DD-E07D-4CF4-9688-C419423CE53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700789" y="2310385"/>
                <a:ext cx="2970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FE2214A0-2C1B-43F2-B89E-D83FAFB825C8}"/>
                  </a:ext>
                </a:extLst>
              </p14:cNvPr>
              <p14:cNvContentPartPr/>
              <p14:nvPr/>
            </p14:nvContentPartPr>
            <p14:xfrm>
              <a:off x="5921829" y="2184385"/>
              <a:ext cx="16920" cy="151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FE2214A0-2C1B-43F2-B89E-D83FAFB825C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904189" y="2148745"/>
                <a:ext cx="525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CABC6664-8F38-4FBF-9F92-C6A01CCD4823}"/>
                  </a:ext>
                </a:extLst>
              </p14:cNvPr>
              <p14:cNvContentPartPr/>
              <p14:nvPr/>
            </p14:nvContentPartPr>
            <p14:xfrm>
              <a:off x="5214069" y="2427385"/>
              <a:ext cx="77040" cy="1069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CABC6664-8F38-4FBF-9F92-C6A01CCD482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196429" y="2391745"/>
                <a:ext cx="11268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B746FE91-2F0A-4C24-BE7D-FC6A960E6536}"/>
                  </a:ext>
                </a:extLst>
              </p14:cNvPr>
              <p14:cNvContentPartPr/>
              <p14:nvPr/>
            </p14:nvContentPartPr>
            <p14:xfrm>
              <a:off x="5273469" y="2605585"/>
              <a:ext cx="140400" cy="316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B746FE91-2F0A-4C24-BE7D-FC6A960E653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255829" y="2569945"/>
                <a:ext cx="176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4D789167-17B4-4C1D-B9C2-ABB06332DA14}"/>
                  </a:ext>
                </a:extLst>
              </p14:cNvPr>
              <p14:cNvContentPartPr/>
              <p14:nvPr/>
            </p14:nvContentPartPr>
            <p14:xfrm>
              <a:off x="658629" y="3892945"/>
              <a:ext cx="467640" cy="8305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4D789167-17B4-4C1D-B9C2-ABB06332DA1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40989" y="3856945"/>
                <a:ext cx="503280" cy="90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2EF88AA9-1084-48B1-AD72-C15A7D72C38F}"/>
                  </a:ext>
                </a:extLst>
              </p14:cNvPr>
              <p14:cNvContentPartPr/>
              <p14:nvPr/>
            </p14:nvContentPartPr>
            <p14:xfrm>
              <a:off x="5301549" y="4298305"/>
              <a:ext cx="497520" cy="6609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2EF88AA9-1084-48B1-AD72-C15A7D72C38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283909" y="4262665"/>
                <a:ext cx="533160" cy="7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1FD8886F-93C2-4070-9C29-4DB56900A6E7}"/>
                  </a:ext>
                </a:extLst>
              </p14:cNvPr>
              <p14:cNvContentPartPr/>
              <p14:nvPr/>
            </p14:nvContentPartPr>
            <p14:xfrm>
              <a:off x="5235669" y="3503425"/>
              <a:ext cx="520200" cy="8334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1FD8886F-93C2-4070-9C29-4DB56900A6E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217669" y="3467425"/>
                <a:ext cx="555840" cy="90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9332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26DFF843-9449-4058-A776-4E98D326BFC8}"/>
                  </a:ext>
                </a:extLst>
              </p14:cNvPr>
              <p14:cNvContentPartPr/>
              <p14:nvPr/>
            </p14:nvContentPartPr>
            <p14:xfrm>
              <a:off x="918909" y="741865"/>
              <a:ext cx="719280" cy="52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26DFF843-9449-4058-A776-4E98D326BF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269" y="724225"/>
                <a:ext cx="75492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80F963A-BC90-4D3B-B485-2D4D19D0D476}"/>
                  </a:ext>
                </a:extLst>
              </p14:cNvPr>
              <p14:cNvContentPartPr/>
              <p14:nvPr/>
            </p14:nvContentPartPr>
            <p14:xfrm>
              <a:off x="1749429" y="476185"/>
              <a:ext cx="54000" cy="396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80F963A-BC90-4D3B-B485-2D4D19D0D4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1789" y="458185"/>
                <a:ext cx="896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C685610-0947-4379-8594-1D36E677ECEE}"/>
                  </a:ext>
                </a:extLst>
              </p14:cNvPr>
              <p14:cNvContentPartPr/>
              <p14:nvPr/>
            </p14:nvContentPartPr>
            <p14:xfrm>
              <a:off x="1784349" y="616225"/>
              <a:ext cx="35280" cy="406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C685610-0947-4379-8594-1D36E677EC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66709" y="598225"/>
                <a:ext cx="709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721A1A9-3E84-4A32-B818-9D2A0D7C400F}"/>
                  </a:ext>
                </a:extLst>
              </p14:cNvPr>
              <p14:cNvContentPartPr/>
              <p14:nvPr/>
            </p14:nvContentPartPr>
            <p14:xfrm>
              <a:off x="997389" y="351985"/>
              <a:ext cx="581400" cy="3178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721A1A9-3E84-4A32-B818-9D2A0D7C400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400" y="333965"/>
                <a:ext cx="617018" cy="3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3DB49AE-861A-4AF7-8E4C-D573DD9CD13C}"/>
                  </a:ext>
                </a:extLst>
              </p14:cNvPr>
              <p14:cNvContentPartPr/>
              <p14:nvPr/>
            </p14:nvContentPartPr>
            <p14:xfrm>
              <a:off x="2675349" y="557905"/>
              <a:ext cx="261720" cy="54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3DB49AE-861A-4AF7-8E4C-D573DD9CD1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7709" y="540265"/>
                <a:ext cx="2973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BD3BECC-7B7D-4CB2-A464-7921ECBA7AE5}"/>
                  </a:ext>
                </a:extLst>
              </p14:cNvPr>
              <p14:cNvContentPartPr/>
              <p14:nvPr/>
            </p14:nvContentPartPr>
            <p14:xfrm>
              <a:off x="3328749" y="257665"/>
              <a:ext cx="1676160" cy="3517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BD3BECC-7B7D-4CB2-A464-7921ECBA7A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11109" y="240025"/>
                <a:ext cx="171180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21C11453-C611-4895-8E81-B1A3F5FEB026}"/>
                  </a:ext>
                </a:extLst>
              </p14:cNvPr>
              <p14:cNvContentPartPr/>
              <p14:nvPr/>
            </p14:nvContentPartPr>
            <p14:xfrm>
              <a:off x="2742669" y="1106545"/>
              <a:ext cx="289080" cy="226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21C11453-C611-4895-8E81-B1A3F5FEB0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25029" y="1088905"/>
                <a:ext cx="3247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4D0A265-25D3-4DBD-AC8B-DF6D45A9D2B0}"/>
                  </a:ext>
                </a:extLst>
              </p14:cNvPr>
              <p14:cNvContentPartPr/>
              <p14:nvPr/>
            </p14:nvContentPartPr>
            <p14:xfrm>
              <a:off x="5519709" y="124105"/>
              <a:ext cx="6343200" cy="11415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4D0A265-25D3-4DBD-AC8B-DF6D45A9D2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02069" y="106465"/>
                <a:ext cx="6378840" cy="11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E3755B22-5B62-4302-95FA-36D5619271FA}"/>
                  </a:ext>
                </a:extLst>
              </p14:cNvPr>
              <p14:cNvContentPartPr/>
              <p14:nvPr/>
            </p14:nvContentPartPr>
            <p14:xfrm>
              <a:off x="4547709" y="1040665"/>
              <a:ext cx="457920" cy="2282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E3755B22-5B62-4302-95FA-36D5619271F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30069" y="1023025"/>
                <a:ext cx="4935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F2E0B7D9-5ECA-4417-BBF2-924EF440CA29}"/>
                  </a:ext>
                </a:extLst>
              </p14:cNvPr>
              <p14:cNvContentPartPr/>
              <p14:nvPr/>
            </p14:nvContentPartPr>
            <p14:xfrm>
              <a:off x="3344229" y="887305"/>
              <a:ext cx="1014120" cy="3153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F2E0B7D9-5ECA-4417-BBF2-924EF440CA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26589" y="869305"/>
                <a:ext cx="10497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2B573DEC-6AA7-4EC8-AF53-7F52D6BDCFFF}"/>
                  </a:ext>
                </a:extLst>
              </p14:cNvPr>
              <p14:cNvContentPartPr/>
              <p14:nvPr/>
            </p14:nvContentPartPr>
            <p14:xfrm>
              <a:off x="2786229" y="1638265"/>
              <a:ext cx="322560" cy="172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2B573DEC-6AA7-4EC8-AF53-7F52D6BDCFF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68589" y="1620265"/>
                <a:ext cx="358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146078E5-F09C-42CA-99E6-89D7BC906376}"/>
                  </a:ext>
                </a:extLst>
              </p14:cNvPr>
              <p14:cNvContentPartPr/>
              <p14:nvPr/>
            </p14:nvContentPartPr>
            <p14:xfrm>
              <a:off x="8259669" y="1383025"/>
              <a:ext cx="391680" cy="2325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146078E5-F09C-42CA-99E6-89D7BC90637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41669" y="1365025"/>
                <a:ext cx="4273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E5B91E13-D4A3-4670-BA9A-A828CC028D41}"/>
                  </a:ext>
                </a:extLst>
              </p14:cNvPr>
              <p14:cNvContentPartPr/>
              <p14:nvPr/>
            </p14:nvContentPartPr>
            <p14:xfrm>
              <a:off x="9104589" y="1437385"/>
              <a:ext cx="1238760" cy="2538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E5B91E13-D4A3-4670-BA9A-A828CC028D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86949" y="1419745"/>
                <a:ext cx="12744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CB751E8A-B77B-49A8-AA72-F6C39C48E4F3}"/>
                  </a:ext>
                </a:extLst>
              </p14:cNvPr>
              <p14:cNvContentPartPr/>
              <p14:nvPr/>
            </p14:nvContentPartPr>
            <p14:xfrm>
              <a:off x="6032709" y="1453225"/>
              <a:ext cx="1803600" cy="2318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CB751E8A-B77B-49A8-AA72-F6C39C48E4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15073" y="1435558"/>
                <a:ext cx="1839233" cy="267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31D90579-BE52-4712-845D-A81B6172254A}"/>
                  </a:ext>
                </a:extLst>
              </p14:cNvPr>
              <p14:cNvContentPartPr/>
              <p14:nvPr/>
            </p14:nvContentPartPr>
            <p14:xfrm>
              <a:off x="4550229" y="1460425"/>
              <a:ext cx="917640" cy="2570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31D90579-BE52-4712-845D-A81B617225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32596" y="1442785"/>
                <a:ext cx="953266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64B0CE24-3337-43CC-9FF9-575B38768FE0}"/>
                  </a:ext>
                </a:extLst>
              </p14:cNvPr>
              <p14:cNvContentPartPr/>
              <p14:nvPr/>
            </p14:nvContentPartPr>
            <p14:xfrm>
              <a:off x="3363669" y="1452865"/>
              <a:ext cx="824040" cy="27504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64B0CE24-3337-43CC-9FF9-575B38768F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46029" y="1434865"/>
                <a:ext cx="8596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BBCD999E-C2B5-4D55-8536-25D84F506698}"/>
                  </a:ext>
                </a:extLst>
              </p14:cNvPr>
              <p14:cNvContentPartPr/>
              <p14:nvPr/>
            </p14:nvContentPartPr>
            <p14:xfrm>
              <a:off x="3768669" y="1781905"/>
              <a:ext cx="8120880" cy="223884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BBCD999E-C2B5-4D55-8536-25D84F50669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51029" y="1763905"/>
                <a:ext cx="8156520" cy="22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FE9806CD-34A9-4826-868B-2357A6C8BBD4}"/>
                  </a:ext>
                </a:extLst>
              </p14:cNvPr>
              <p14:cNvContentPartPr/>
              <p14:nvPr/>
            </p14:nvContentPartPr>
            <p14:xfrm>
              <a:off x="225909" y="2020585"/>
              <a:ext cx="3321360" cy="181548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FE9806CD-34A9-4826-868B-2357A6C8BBD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8267" y="2002585"/>
                <a:ext cx="3357004" cy="18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9097EE80-9FAB-47C0-80AA-C0D881DE5B08}"/>
                  </a:ext>
                </a:extLst>
              </p14:cNvPr>
              <p14:cNvContentPartPr/>
              <p14:nvPr/>
            </p14:nvContentPartPr>
            <p14:xfrm>
              <a:off x="2771829" y="4518985"/>
              <a:ext cx="298800" cy="1980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9097EE80-9FAB-47C0-80AA-C0D881DE5B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53829" y="4500985"/>
                <a:ext cx="3344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D4199EC0-7DD1-4FB6-A791-B5613CAF1A8E}"/>
                  </a:ext>
                </a:extLst>
              </p14:cNvPr>
              <p14:cNvContentPartPr/>
              <p14:nvPr/>
            </p14:nvContentPartPr>
            <p14:xfrm>
              <a:off x="3456549" y="4277425"/>
              <a:ext cx="355680" cy="31032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D4199EC0-7DD1-4FB6-A791-B5613CAF1A8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38549" y="4259425"/>
                <a:ext cx="3913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C0CE8B87-6296-44CB-BAD2-6CBDFF32E1CD}"/>
                  </a:ext>
                </a:extLst>
              </p14:cNvPr>
              <p14:cNvContentPartPr/>
              <p14:nvPr/>
            </p14:nvContentPartPr>
            <p14:xfrm>
              <a:off x="4311549" y="4171585"/>
              <a:ext cx="970560" cy="37656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C0CE8B87-6296-44CB-BAD2-6CBDFF32E1C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3909" y="4153585"/>
                <a:ext cx="10062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5E12C0BD-4A2D-46D4-933C-2905911C7F7C}"/>
                  </a:ext>
                </a:extLst>
              </p14:cNvPr>
              <p14:cNvContentPartPr/>
              <p14:nvPr/>
            </p14:nvContentPartPr>
            <p14:xfrm>
              <a:off x="9826749" y="4163665"/>
              <a:ext cx="332280" cy="26460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5E12C0BD-4A2D-46D4-933C-2905911C7F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08749" y="4146025"/>
                <a:ext cx="3679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2A9BA55B-2BFF-4309-9E34-4E376EC6CAF5}"/>
                  </a:ext>
                </a:extLst>
              </p14:cNvPr>
              <p14:cNvContentPartPr/>
              <p14:nvPr/>
            </p14:nvContentPartPr>
            <p14:xfrm>
              <a:off x="10539549" y="4131625"/>
              <a:ext cx="1360440" cy="29880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2A9BA55B-2BFF-4309-9E34-4E376EC6CA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521554" y="4113985"/>
                <a:ext cx="1396071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1DA615D1-DDF4-4FE9-A270-EC3AC6DB1395}"/>
                  </a:ext>
                </a:extLst>
              </p14:cNvPr>
              <p14:cNvContentPartPr/>
              <p14:nvPr/>
            </p14:nvContentPartPr>
            <p14:xfrm>
              <a:off x="7629669" y="4093465"/>
              <a:ext cx="1839960" cy="46908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1DA615D1-DDF4-4FE9-A270-EC3AC6DB13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12029" y="4075465"/>
                <a:ext cx="187560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FCC9CD54-E65B-434A-A015-04F4E8F1455C}"/>
                  </a:ext>
                </a:extLst>
              </p14:cNvPr>
              <p14:cNvContentPartPr/>
              <p14:nvPr/>
            </p14:nvContentPartPr>
            <p14:xfrm>
              <a:off x="5799069" y="4168345"/>
              <a:ext cx="1272240" cy="35136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FCC9CD54-E65B-434A-A015-04F4E8F1455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81074" y="4150345"/>
                <a:ext cx="130787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1570E55C-13F4-443C-963B-FA4EC260511F}"/>
                  </a:ext>
                </a:extLst>
              </p14:cNvPr>
              <p14:cNvContentPartPr/>
              <p14:nvPr/>
            </p14:nvContentPartPr>
            <p14:xfrm>
              <a:off x="3833829" y="4709425"/>
              <a:ext cx="4419720" cy="129816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1570E55C-13F4-443C-963B-FA4EC260511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15829" y="4691785"/>
                <a:ext cx="4455360" cy="13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E146AFBC-7C6F-4BC3-8FE9-D04DFC32DDEB}"/>
                  </a:ext>
                </a:extLst>
              </p14:cNvPr>
              <p14:cNvContentPartPr/>
              <p14:nvPr/>
            </p14:nvContentPartPr>
            <p14:xfrm>
              <a:off x="8429949" y="4665145"/>
              <a:ext cx="1081440" cy="42696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E146AFBC-7C6F-4BC3-8FE9-D04DFC32DDE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411949" y="4647145"/>
                <a:ext cx="1117080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EAEC92F2-B85F-4003-8FBB-8BFC723B1704}"/>
                  </a:ext>
                </a:extLst>
              </p14:cNvPr>
              <p14:cNvContentPartPr/>
              <p14:nvPr/>
            </p14:nvContentPartPr>
            <p14:xfrm>
              <a:off x="8526789" y="5568745"/>
              <a:ext cx="41040" cy="5184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EAEC92F2-B85F-4003-8FBB-8BFC723B170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508789" y="5550745"/>
                <a:ext cx="766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8474B8BF-EAC6-4EDE-82C8-98296567D970}"/>
                  </a:ext>
                </a:extLst>
              </p14:cNvPr>
              <p14:cNvContentPartPr/>
              <p14:nvPr/>
            </p14:nvContentPartPr>
            <p14:xfrm>
              <a:off x="8539029" y="5678905"/>
              <a:ext cx="34560" cy="4824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8474B8BF-EAC6-4EDE-82C8-98296567D97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521029" y="5660905"/>
                <a:ext cx="702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653EE553-F54E-4D4E-BD96-A54C0765F164}"/>
                  </a:ext>
                </a:extLst>
              </p14:cNvPr>
              <p14:cNvContentPartPr/>
              <p14:nvPr/>
            </p14:nvContentPartPr>
            <p14:xfrm>
              <a:off x="9847629" y="4786825"/>
              <a:ext cx="25200" cy="3060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653EE553-F54E-4D4E-BD96-A54C0765F16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829989" y="4769185"/>
                <a:ext cx="608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05" name="Cerneală 304">
                <a:extLst>
                  <a:ext uri="{FF2B5EF4-FFF2-40B4-BE49-F238E27FC236}">
                    <a16:creationId xmlns:a16="http://schemas.microsoft.com/office/drawing/2014/main" id="{E988B8A2-B733-4E37-BCE8-F2FB19F58AFE}"/>
                  </a:ext>
                </a:extLst>
              </p14:cNvPr>
              <p14:cNvContentPartPr/>
              <p14:nvPr/>
            </p14:nvContentPartPr>
            <p14:xfrm>
              <a:off x="10110789" y="4644265"/>
              <a:ext cx="1085760" cy="666000"/>
            </p14:xfrm>
          </p:contentPart>
        </mc:Choice>
        <mc:Fallback xmlns="">
          <p:pic>
            <p:nvPicPr>
              <p:cNvPr id="305" name="Cerneală 304">
                <a:extLst>
                  <a:ext uri="{FF2B5EF4-FFF2-40B4-BE49-F238E27FC236}">
                    <a16:creationId xmlns:a16="http://schemas.microsoft.com/office/drawing/2014/main" id="{E988B8A2-B733-4E37-BCE8-F2FB19F58AF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093149" y="4626265"/>
                <a:ext cx="1121400" cy="70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06" name="Cerneală 305">
                <a:extLst>
                  <a:ext uri="{FF2B5EF4-FFF2-40B4-BE49-F238E27FC236}">
                    <a16:creationId xmlns:a16="http://schemas.microsoft.com/office/drawing/2014/main" id="{39D3D6CB-DC7A-4D59-B997-9390E8CAED88}"/>
                  </a:ext>
                </a:extLst>
              </p14:cNvPr>
              <p14:cNvContentPartPr/>
              <p14:nvPr/>
            </p14:nvContentPartPr>
            <p14:xfrm>
              <a:off x="9806949" y="4952065"/>
              <a:ext cx="123840" cy="218520"/>
            </p14:xfrm>
          </p:contentPart>
        </mc:Choice>
        <mc:Fallback xmlns="">
          <p:pic>
            <p:nvPicPr>
              <p:cNvPr id="306" name="Cerneală 305">
                <a:extLst>
                  <a:ext uri="{FF2B5EF4-FFF2-40B4-BE49-F238E27FC236}">
                    <a16:creationId xmlns:a16="http://schemas.microsoft.com/office/drawing/2014/main" id="{39D3D6CB-DC7A-4D59-B997-9390E8CAED8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89309" y="4934065"/>
                <a:ext cx="1594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17" name="Cerneală 316">
                <a:extLst>
                  <a:ext uri="{FF2B5EF4-FFF2-40B4-BE49-F238E27FC236}">
                    <a16:creationId xmlns:a16="http://schemas.microsoft.com/office/drawing/2014/main" id="{2843DD05-7EC4-4E04-B1BE-2110A1E732DB}"/>
                  </a:ext>
                </a:extLst>
              </p14:cNvPr>
              <p14:cNvContentPartPr/>
              <p14:nvPr/>
            </p14:nvContentPartPr>
            <p14:xfrm>
              <a:off x="10154709" y="5495305"/>
              <a:ext cx="753480" cy="393480"/>
            </p14:xfrm>
          </p:contentPart>
        </mc:Choice>
        <mc:Fallback xmlns="">
          <p:pic>
            <p:nvPicPr>
              <p:cNvPr id="317" name="Cerneală 316">
                <a:extLst>
                  <a:ext uri="{FF2B5EF4-FFF2-40B4-BE49-F238E27FC236}">
                    <a16:creationId xmlns:a16="http://schemas.microsoft.com/office/drawing/2014/main" id="{2843DD05-7EC4-4E04-B1BE-2110A1E732D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136718" y="5477305"/>
                <a:ext cx="789103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18" name="Cerneală 317">
                <a:extLst>
                  <a:ext uri="{FF2B5EF4-FFF2-40B4-BE49-F238E27FC236}">
                    <a16:creationId xmlns:a16="http://schemas.microsoft.com/office/drawing/2014/main" id="{02FD497D-4DD5-49FA-8DB3-2E227306593E}"/>
                  </a:ext>
                </a:extLst>
              </p14:cNvPr>
              <p14:cNvContentPartPr/>
              <p14:nvPr/>
            </p14:nvContentPartPr>
            <p14:xfrm>
              <a:off x="9039429" y="5509345"/>
              <a:ext cx="875160" cy="475920"/>
            </p14:xfrm>
          </p:contentPart>
        </mc:Choice>
        <mc:Fallback xmlns="">
          <p:pic>
            <p:nvPicPr>
              <p:cNvPr id="318" name="Cerneală 317">
                <a:extLst>
                  <a:ext uri="{FF2B5EF4-FFF2-40B4-BE49-F238E27FC236}">
                    <a16:creationId xmlns:a16="http://schemas.microsoft.com/office/drawing/2014/main" id="{02FD497D-4DD5-49FA-8DB3-2E22730659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021782" y="5491692"/>
                <a:ext cx="910815" cy="511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22" name="Cerneală 321">
                <a:extLst>
                  <a:ext uri="{FF2B5EF4-FFF2-40B4-BE49-F238E27FC236}">
                    <a16:creationId xmlns:a16="http://schemas.microsoft.com/office/drawing/2014/main" id="{C23434F6-285C-4374-8DB1-1FC3F22206CB}"/>
                  </a:ext>
                </a:extLst>
              </p14:cNvPr>
              <p14:cNvContentPartPr/>
              <p14:nvPr/>
            </p14:nvContentPartPr>
            <p14:xfrm>
              <a:off x="11912229" y="5847025"/>
              <a:ext cx="34200" cy="36360"/>
            </p14:xfrm>
          </p:contentPart>
        </mc:Choice>
        <mc:Fallback xmlns="">
          <p:pic>
            <p:nvPicPr>
              <p:cNvPr id="322" name="Cerneală 321">
                <a:extLst>
                  <a:ext uri="{FF2B5EF4-FFF2-40B4-BE49-F238E27FC236}">
                    <a16:creationId xmlns:a16="http://schemas.microsoft.com/office/drawing/2014/main" id="{C23434F6-285C-4374-8DB1-1FC3F22206C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894229" y="5829385"/>
                <a:ext cx="698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26" name="Cerneală 325">
                <a:extLst>
                  <a:ext uri="{FF2B5EF4-FFF2-40B4-BE49-F238E27FC236}">
                    <a16:creationId xmlns:a16="http://schemas.microsoft.com/office/drawing/2014/main" id="{87C2E787-3721-4A60-A277-FFD8AAA0A254}"/>
                  </a:ext>
                </a:extLst>
              </p14:cNvPr>
              <p14:cNvContentPartPr/>
              <p14:nvPr/>
            </p14:nvContentPartPr>
            <p14:xfrm>
              <a:off x="11274309" y="5802385"/>
              <a:ext cx="45360" cy="30600"/>
            </p14:xfrm>
          </p:contentPart>
        </mc:Choice>
        <mc:Fallback xmlns="">
          <p:pic>
            <p:nvPicPr>
              <p:cNvPr id="326" name="Cerneală 325">
                <a:extLst>
                  <a:ext uri="{FF2B5EF4-FFF2-40B4-BE49-F238E27FC236}">
                    <a16:creationId xmlns:a16="http://schemas.microsoft.com/office/drawing/2014/main" id="{87C2E787-3721-4A60-A277-FFD8AAA0A25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256309" y="5784745"/>
                <a:ext cx="810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27" name="Cerneală 326">
                <a:extLst>
                  <a:ext uri="{FF2B5EF4-FFF2-40B4-BE49-F238E27FC236}">
                    <a16:creationId xmlns:a16="http://schemas.microsoft.com/office/drawing/2014/main" id="{78FEE194-81A2-4E0A-99E7-226222F06362}"/>
                  </a:ext>
                </a:extLst>
              </p14:cNvPr>
              <p14:cNvContentPartPr/>
              <p14:nvPr/>
            </p14:nvContentPartPr>
            <p14:xfrm>
              <a:off x="11469069" y="5808145"/>
              <a:ext cx="47160" cy="44640"/>
            </p14:xfrm>
          </p:contentPart>
        </mc:Choice>
        <mc:Fallback xmlns="">
          <p:pic>
            <p:nvPicPr>
              <p:cNvPr id="327" name="Cerneală 326">
                <a:extLst>
                  <a:ext uri="{FF2B5EF4-FFF2-40B4-BE49-F238E27FC236}">
                    <a16:creationId xmlns:a16="http://schemas.microsoft.com/office/drawing/2014/main" id="{78FEE194-81A2-4E0A-99E7-226222F0636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451429" y="5790505"/>
                <a:ext cx="828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28" name="Cerneală 327">
                <a:extLst>
                  <a:ext uri="{FF2B5EF4-FFF2-40B4-BE49-F238E27FC236}">
                    <a16:creationId xmlns:a16="http://schemas.microsoft.com/office/drawing/2014/main" id="{461F4730-429C-4268-B811-397FBDA35900}"/>
                  </a:ext>
                </a:extLst>
              </p14:cNvPr>
              <p14:cNvContentPartPr/>
              <p14:nvPr/>
            </p14:nvContentPartPr>
            <p14:xfrm>
              <a:off x="11708109" y="5837305"/>
              <a:ext cx="34200" cy="15120"/>
            </p14:xfrm>
          </p:contentPart>
        </mc:Choice>
        <mc:Fallback xmlns="">
          <p:pic>
            <p:nvPicPr>
              <p:cNvPr id="328" name="Cerneală 327">
                <a:extLst>
                  <a:ext uri="{FF2B5EF4-FFF2-40B4-BE49-F238E27FC236}">
                    <a16:creationId xmlns:a16="http://schemas.microsoft.com/office/drawing/2014/main" id="{461F4730-429C-4268-B811-397FBDA3590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690469" y="5819305"/>
                <a:ext cx="69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31" name="Cerneală 330">
                <a:extLst>
                  <a:ext uri="{FF2B5EF4-FFF2-40B4-BE49-F238E27FC236}">
                    <a16:creationId xmlns:a16="http://schemas.microsoft.com/office/drawing/2014/main" id="{E7393918-2979-4CC2-91F0-A809616D705F}"/>
                  </a:ext>
                </a:extLst>
              </p14:cNvPr>
              <p14:cNvContentPartPr/>
              <p14:nvPr/>
            </p14:nvContentPartPr>
            <p14:xfrm>
              <a:off x="360549" y="5919385"/>
              <a:ext cx="17640" cy="199440"/>
            </p14:xfrm>
          </p:contentPart>
        </mc:Choice>
        <mc:Fallback xmlns="">
          <p:pic>
            <p:nvPicPr>
              <p:cNvPr id="331" name="Cerneală 330">
                <a:extLst>
                  <a:ext uri="{FF2B5EF4-FFF2-40B4-BE49-F238E27FC236}">
                    <a16:creationId xmlns:a16="http://schemas.microsoft.com/office/drawing/2014/main" id="{E7393918-2979-4CC2-91F0-A809616D705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42909" y="5883385"/>
                <a:ext cx="532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32" name="Cerneală 331">
                <a:extLst>
                  <a:ext uri="{FF2B5EF4-FFF2-40B4-BE49-F238E27FC236}">
                    <a16:creationId xmlns:a16="http://schemas.microsoft.com/office/drawing/2014/main" id="{EAB17B09-EB8C-40A7-B448-F3D2E1F93EF4}"/>
                  </a:ext>
                </a:extLst>
              </p14:cNvPr>
              <p14:cNvContentPartPr/>
              <p14:nvPr/>
            </p14:nvContentPartPr>
            <p14:xfrm>
              <a:off x="319869" y="5721385"/>
              <a:ext cx="178200" cy="188280"/>
            </p14:xfrm>
          </p:contentPart>
        </mc:Choice>
        <mc:Fallback xmlns="">
          <p:pic>
            <p:nvPicPr>
              <p:cNvPr id="332" name="Cerneală 331">
                <a:extLst>
                  <a:ext uri="{FF2B5EF4-FFF2-40B4-BE49-F238E27FC236}">
                    <a16:creationId xmlns:a16="http://schemas.microsoft.com/office/drawing/2014/main" id="{EAB17B09-EB8C-40A7-B448-F3D2E1F93EF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01869" y="5685745"/>
                <a:ext cx="2138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33" name="Cerneală 332">
                <a:extLst>
                  <a:ext uri="{FF2B5EF4-FFF2-40B4-BE49-F238E27FC236}">
                    <a16:creationId xmlns:a16="http://schemas.microsoft.com/office/drawing/2014/main" id="{D8A15EDA-BAE7-4369-AE63-2EF99DF5DF3B}"/>
                  </a:ext>
                </a:extLst>
              </p14:cNvPr>
              <p14:cNvContentPartPr/>
              <p14:nvPr/>
            </p14:nvContentPartPr>
            <p14:xfrm>
              <a:off x="504909" y="5952505"/>
              <a:ext cx="250200" cy="155520"/>
            </p14:xfrm>
          </p:contentPart>
        </mc:Choice>
        <mc:Fallback xmlns="">
          <p:pic>
            <p:nvPicPr>
              <p:cNvPr id="333" name="Cerneală 332">
                <a:extLst>
                  <a:ext uri="{FF2B5EF4-FFF2-40B4-BE49-F238E27FC236}">
                    <a16:creationId xmlns:a16="http://schemas.microsoft.com/office/drawing/2014/main" id="{D8A15EDA-BAE7-4369-AE63-2EF99DF5DF3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87269" y="5916505"/>
                <a:ext cx="2858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34" name="Cerneală 333">
                <a:extLst>
                  <a:ext uri="{FF2B5EF4-FFF2-40B4-BE49-F238E27FC236}">
                    <a16:creationId xmlns:a16="http://schemas.microsoft.com/office/drawing/2014/main" id="{6ABA0B5B-4495-4A7E-8B6C-EA3ABC6DE617}"/>
                  </a:ext>
                </a:extLst>
              </p14:cNvPr>
              <p14:cNvContentPartPr/>
              <p14:nvPr/>
            </p14:nvContentPartPr>
            <p14:xfrm>
              <a:off x="1073709" y="5688265"/>
              <a:ext cx="148320" cy="396720"/>
            </p14:xfrm>
          </p:contentPart>
        </mc:Choice>
        <mc:Fallback xmlns="">
          <p:pic>
            <p:nvPicPr>
              <p:cNvPr id="334" name="Cerneală 333">
                <a:extLst>
                  <a:ext uri="{FF2B5EF4-FFF2-40B4-BE49-F238E27FC236}">
                    <a16:creationId xmlns:a16="http://schemas.microsoft.com/office/drawing/2014/main" id="{6ABA0B5B-4495-4A7E-8B6C-EA3ABC6DE61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6069" y="5652265"/>
                <a:ext cx="18396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35" name="Cerneală 334">
                <a:extLst>
                  <a:ext uri="{FF2B5EF4-FFF2-40B4-BE49-F238E27FC236}">
                    <a16:creationId xmlns:a16="http://schemas.microsoft.com/office/drawing/2014/main" id="{E7577214-0A90-4E32-8384-80A98A2E4B15}"/>
                  </a:ext>
                </a:extLst>
              </p14:cNvPr>
              <p14:cNvContentPartPr/>
              <p14:nvPr/>
            </p14:nvContentPartPr>
            <p14:xfrm>
              <a:off x="1317789" y="5956825"/>
              <a:ext cx="217080" cy="117360"/>
            </p14:xfrm>
          </p:contentPart>
        </mc:Choice>
        <mc:Fallback xmlns="">
          <p:pic>
            <p:nvPicPr>
              <p:cNvPr id="335" name="Cerneală 334">
                <a:extLst>
                  <a:ext uri="{FF2B5EF4-FFF2-40B4-BE49-F238E27FC236}">
                    <a16:creationId xmlns:a16="http://schemas.microsoft.com/office/drawing/2014/main" id="{E7577214-0A90-4E32-8384-80A98A2E4B1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99789" y="5920825"/>
                <a:ext cx="2527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36" name="Cerneală 335">
                <a:extLst>
                  <a:ext uri="{FF2B5EF4-FFF2-40B4-BE49-F238E27FC236}">
                    <a16:creationId xmlns:a16="http://schemas.microsoft.com/office/drawing/2014/main" id="{A49B9DFF-CCD9-4209-B8BA-409CF1964DC2}"/>
                  </a:ext>
                </a:extLst>
              </p14:cNvPr>
              <p14:cNvContentPartPr/>
              <p14:nvPr/>
            </p14:nvContentPartPr>
            <p14:xfrm>
              <a:off x="1616949" y="5639305"/>
              <a:ext cx="513360" cy="438480"/>
            </p14:xfrm>
          </p:contentPart>
        </mc:Choice>
        <mc:Fallback xmlns="">
          <p:pic>
            <p:nvPicPr>
              <p:cNvPr id="336" name="Cerneală 335">
                <a:extLst>
                  <a:ext uri="{FF2B5EF4-FFF2-40B4-BE49-F238E27FC236}">
                    <a16:creationId xmlns:a16="http://schemas.microsoft.com/office/drawing/2014/main" id="{A49B9DFF-CCD9-4209-B8BA-409CF1964DC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599309" y="5603305"/>
                <a:ext cx="54900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37" name="Cerneală 336">
                <a:extLst>
                  <a:ext uri="{FF2B5EF4-FFF2-40B4-BE49-F238E27FC236}">
                    <a16:creationId xmlns:a16="http://schemas.microsoft.com/office/drawing/2014/main" id="{F412A52D-63AB-480B-BDC8-8D7775034795}"/>
                  </a:ext>
                </a:extLst>
              </p14:cNvPr>
              <p14:cNvContentPartPr/>
              <p14:nvPr/>
            </p14:nvContentPartPr>
            <p14:xfrm>
              <a:off x="2055069" y="5734345"/>
              <a:ext cx="76680" cy="74520"/>
            </p14:xfrm>
          </p:contentPart>
        </mc:Choice>
        <mc:Fallback xmlns="">
          <p:pic>
            <p:nvPicPr>
              <p:cNvPr id="337" name="Cerneală 336">
                <a:extLst>
                  <a:ext uri="{FF2B5EF4-FFF2-40B4-BE49-F238E27FC236}">
                    <a16:creationId xmlns:a16="http://schemas.microsoft.com/office/drawing/2014/main" id="{F412A52D-63AB-480B-BDC8-8D777503479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037429" y="5698705"/>
                <a:ext cx="1123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38" name="Cerneală 337">
                <a:extLst>
                  <a:ext uri="{FF2B5EF4-FFF2-40B4-BE49-F238E27FC236}">
                    <a16:creationId xmlns:a16="http://schemas.microsoft.com/office/drawing/2014/main" id="{3CD8E054-B30F-4A05-AD53-DA2BCB9C0121}"/>
                  </a:ext>
                </a:extLst>
              </p14:cNvPr>
              <p14:cNvContentPartPr/>
              <p14:nvPr/>
            </p14:nvContentPartPr>
            <p14:xfrm>
              <a:off x="2160549" y="6001105"/>
              <a:ext cx="145080" cy="56880"/>
            </p14:xfrm>
          </p:contentPart>
        </mc:Choice>
        <mc:Fallback xmlns="">
          <p:pic>
            <p:nvPicPr>
              <p:cNvPr id="338" name="Cerneală 337">
                <a:extLst>
                  <a:ext uri="{FF2B5EF4-FFF2-40B4-BE49-F238E27FC236}">
                    <a16:creationId xmlns:a16="http://schemas.microsoft.com/office/drawing/2014/main" id="{3CD8E054-B30F-4A05-AD53-DA2BCB9C012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142909" y="5965105"/>
                <a:ext cx="1807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39" name="Cerneală 338">
                <a:extLst>
                  <a:ext uri="{FF2B5EF4-FFF2-40B4-BE49-F238E27FC236}">
                    <a16:creationId xmlns:a16="http://schemas.microsoft.com/office/drawing/2014/main" id="{B10482FA-B6B4-46BB-A6F3-4B0C076CBDA1}"/>
                  </a:ext>
                </a:extLst>
              </p14:cNvPr>
              <p14:cNvContentPartPr/>
              <p14:nvPr/>
            </p14:nvContentPartPr>
            <p14:xfrm>
              <a:off x="2789829" y="6002905"/>
              <a:ext cx="198360" cy="119160"/>
            </p14:xfrm>
          </p:contentPart>
        </mc:Choice>
        <mc:Fallback xmlns="">
          <p:pic>
            <p:nvPicPr>
              <p:cNvPr id="339" name="Cerneală 338">
                <a:extLst>
                  <a:ext uri="{FF2B5EF4-FFF2-40B4-BE49-F238E27FC236}">
                    <a16:creationId xmlns:a16="http://schemas.microsoft.com/office/drawing/2014/main" id="{B10482FA-B6B4-46BB-A6F3-4B0C076CBDA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771829" y="5967265"/>
                <a:ext cx="2340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40" name="Cerneală 339">
                <a:extLst>
                  <a:ext uri="{FF2B5EF4-FFF2-40B4-BE49-F238E27FC236}">
                    <a16:creationId xmlns:a16="http://schemas.microsoft.com/office/drawing/2014/main" id="{DAAE156D-9492-4BC3-B22E-3017F09FB86F}"/>
                  </a:ext>
                </a:extLst>
              </p14:cNvPr>
              <p14:cNvContentPartPr/>
              <p14:nvPr/>
            </p14:nvContentPartPr>
            <p14:xfrm>
              <a:off x="3022029" y="5963305"/>
              <a:ext cx="181440" cy="136080"/>
            </p14:xfrm>
          </p:contentPart>
        </mc:Choice>
        <mc:Fallback xmlns="">
          <p:pic>
            <p:nvPicPr>
              <p:cNvPr id="340" name="Cerneală 339">
                <a:extLst>
                  <a:ext uri="{FF2B5EF4-FFF2-40B4-BE49-F238E27FC236}">
                    <a16:creationId xmlns:a16="http://schemas.microsoft.com/office/drawing/2014/main" id="{DAAE156D-9492-4BC3-B22E-3017F09FB86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004389" y="5927305"/>
                <a:ext cx="2170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41" name="Cerneală 340">
                <a:extLst>
                  <a:ext uri="{FF2B5EF4-FFF2-40B4-BE49-F238E27FC236}">
                    <a16:creationId xmlns:a16="http://schemas.microsoft.com/office/drawing/2014/main" id="{4BE012A1-5CA1-4C67-B972-426E9FB287FE}"/>
                  </a:ext>
                </a:extLst>
              </p14:cNvPr>
              <p14:cNvContentPartPr/>
              <p14:nvPr/>
            </p14:nvContentPartPr>
            <p14:xfrm>
              <a:off x="3229029" y="5973745"/>
              <a:ext cx="169920" cy="150840"/>
            </p14:xfrm>
          </p:contentPart>
        </mc:Choice>
        <mc:Fallback xmlns="">
          <p:pic>
            <p:nvPicPr>
              <p:cNvPr id="341" name="Cerneală 340">
                <a:extLst>
                  <a:ext uri="{FF2B5EF4-FFF2-40B4-BE49-F238E27FC236}">
                    <a16:creationId xmlns:a16="http://schemas.microsoft.com/office/drawing/2014/main" id="{4BE012A1-5CA1-4C67-B972-426E9FB287F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211389" y="5937745"/>
                <a:ext cx="205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42" name="Cerneală 341">
                <a:extLst>
                  <a:ext uri="{FF2B5EF4-FFF2-40B4-BE49-F238E27FC236}">
                    <a16:creationId xmlns:a16="http://schemas.microsoft.com/office/drawing/2014/main" id="{082DC02C-4AF1-4B77-8E4C-BDA1FDF29087}"/>
                  </a:ext>
                </a:extLst>
              </p14:cNvPr>
              <p14:cNvContentPartPr/>
              <p14:nvPr/>
            </p14:nvContentPartPr>
            <p14:xfrm>
              <a:off x="3569949" y="5991745"/>
              <a:ext cx="506520" cy="135720"/>
            </p14:xfrm>
          </p:contentPart>
        </mc:Choice>
        <mc:Fallback xmlns="">
          <p:pic>
            <p:nvPicPr>
              <p:cNvPr id="342" name="Cerneală 341">
                <a:extLst>
                  <a:ext uri="{FF2B5EF4-FFF2-40B4-BE49-F238E27FC236}">
                    <a16:creationId xmlns:a16="http://schemas.microsoft.com/office/drawing/2014/main" id="{082DC02C-4AF1-4B77-8E4C-BDA1FDF2908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52309" y="5955745"/>
                <a:ext cx="5421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43" name="Cerneală 342">
                <a:extLst>
                  <a:ext uri="{FF2B5EF4-FFF2-40B4-BE49-F238E27FC236}">
                    <a16:creationId xmlns:a16="http://schemas.microsoft.com/office/drawing/2014/main" id="{03B70EAB-85FB-40BD-82BD-5C47AC124FE5}"/>
                  </a:ext>
                </a:extLst>
              </p14:cNvPr>
              <p14:cNvContentPartPr/>
              <p14:nvPr/>
            </p14:nvContentPartPr>
            <p14:xfrm>
              <a:off x="4576509" y="6014785"/>
              <a:ext cx="922680" cy="174240"/>
            </p14:xfrm>
          </p:contentPart>
        </mc:Choice>
        <mc:Fallback xmlns="">
          <p:pic>
            <p:nvPicPr>
              <p:cNvPr id="343" name="Cerneală 342">
                <a:extLst>
                  <a:ext uri="{FF2B5EF4-FFF2-40B4-BE49-F238E27FC236}">
                    <a16:creationId xmlns:a16="http://schemas.microsoft.com/office/drawing/2014/main" id="{03B70EAB-85FB-40BD-82BD-5C47AC124FE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58869" y="5979145"/>
                <a:ext cx="9583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44" name="Cerneală 343">
                <a:extLst>
                  <a:ext uri="{FF2B5EF4-FFF2-40B4-BE49-F238E27FC236}">
                    <a16:creationId xmlns:a16="http://schemas.microsoft.com/office/drawing/2014/main" id="{4F10A13C-C1D3-4C29-9CB3-3164F0E8776F}"/>
                  </a:ext>
                </a:extLst>
              </p14:cNvPr>
              <p14:cNvContentPartPr/>
              <p14:nvPr/>
            </p14:nvContentPartPr>
            <p14:xfrm>
              <a:off x="5356989" y="5953225"/>
              <a:ext cx="30960" cy="24840"/>
            </p14:xfrm>
          </p:contentPart>
        </mc:Choice>
        <mc:Fallback xmlns="">
          <p:pic>
            <p:nvPicPr>
              <p:cNvPr id="344" name="Cerneală 343">
                <a:extLst>
                  <a:ext uri="{FF2B5EF4-FFF2-40B4-BE49-F238E27FC236}">
                    <a16:creationId xmlns:a16="http://schemas.microsoft.com/office/drawing/2014/main" id="{4F10A13C-C1D3-4C29-9CB3-3164F0E8776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339349" y="5917225"/>
                <a:ext cx="666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45" name="Cerneală 344">
                <a:extLst>
                  <a:ext uri="{FF2B5EF4-FFF2-40B4-BE49-F238E27FC236}">
                    <a16:creationId xmlns:a16="http://schemas.microsoft.com/office/drawing/2014/main" id="{BEC66978-DFAB-44B8-ACD7-77C75C21F3FD}"/>
                  </a:ext>
                </a:extLst>
              </p14:cNvPr>
              <p14:cNvContentPartPr/>
              <p14:nvPr/>
            </p14:nvContentPartPr>
            <p14:xfrm>
              <a:off x="5731749" y="5868625"/>
              <a:ext cx="1405440" cy="377640"/>
            </p14:xfrm>
          </p:contentPart>
        </mc:Choice>
        <mc:Fallback xmlns="">
          <p:pic>
            <p:nvPicPr>
              <p:cNvPr id="345" name="Cerneală 344">
                <a:extLst>
                  <a:ext uri="{FF2B5EF4-FFF2-40B4-BE49-F238E27FC236}">
                    <a16:creationId xmlns:a16="http://schemas.microsoft.com/office/drawing/2014/main" id="{BEC66978-DFAB-44B8-ACD7-77C75C21F3F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13749" y="5832625"/>
                <a:ext cx="144108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46" name="Cerneală 345">
                <a:extLst>
                  <a:ext uri="{FF2B5EF4-FFF2-40B4-BE49-F238E27FC236}">
                    <a16:creationId xmlns:a16="http://schemas.microsoft.com/office/drawing/2014/main" id="{0C862C35-3154-49DC-BFC5-0C90D65FA756}"/>
                  </a:ext>
                </a:extLst>
              </p14:cNvPr>
              <p14:cNvContentPartPr/>
              <p14:nvPr/>
            </p14:nvContentPartPr>
            <p14:xfrm>
              <a:off x="6814269" y="5973025"/>
              <a:ext cx="221760" cy="9000"/>
            </p14:xfrm>
          </p:contentPart>
        </mc:Choice>
        <mc:Fallback xmlns="">
          <p:pic>
            <p:nvPicPr>
              <p:cNvPr id="346" name="Cerneală 345">
                <a:extLst>
                  <a:ext uri="{FF2B5EF4-FFF2-40B4-BE49-F238E27FC236}">
                    <a16:creationId xmlns:a16="http://schemas.microsoft.com/office/drawing/2014/main" id="{0C862C35-3154-49DC-BFC5-0C90D65FA75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796269" y="5937385"/>
                <a:ext cx="2574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47" name="Cerneală 346">
                <a:extLst>
                  <a:ext uri="{FF2B5EF4-FFF2-40B4-BE49-F238E27FC236}">
                    <a16:creationId xmlns:a16="http://schemas.microsoft.com/office/drawing/2014/main" id="{3B493CEC-66D1-4D16-A44F-07208B23F649}"/>
                  </a:ext>
                </a:extLst>
              </p14:cNvPr>
              <p14:cNvContentPartPr/>
              <p14:nvPr/>
            </p14:nvContentPartPr>
            <p14:xfrm>
              <a:off x="7411149" y="6087505"/>
              <a:ext cx="204120" cy="157680"/>
            </p14:xfrm>
          </p:contentPart>
        </mc:Choice>
        <mc:Fallback xmlns="">
          <p:pic>
            <p:nvPicPr>
              <p:cNvPr id="347" name="Cerneală 346">
                <a:extLst>
                  <a:ext uri="{FF2B5EF4-FFF2-40B4-BE49-F238E27FC236}">
                    <a16:creationId xmlns:a16="http://schemas.microsoft.com/office/drawing/2014/main" id="{3B493CEC-66D1-4D16-A44F-07208B23F64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393509" y="6051505"/>
                <a:ext cx="2397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48" name="Cerneală 347">
                <a:extLst>
                  <a:ext uri="{FF2B5EF4-FFF2-40B4-BE49-F238E27FC236}">
                    <a16:creationId xmlns:a16="http://schemas.microsoft.com/office/drawing/2014/main" id="{D332F0EE-5C03-42E1-8C48-8D6298868194}"/>
                  </a:ext>
                </a:extLst>
              </p14:cNvPr>
              <p14:cNvContentPartPr/>
              <p14:nvPr/>
            </p14:nvContentPartPr>
            <p14:xfrm>
              <a:off x="7708149" y="5933065"/>
              <a:ext cx="66960" cy="320040"/>
            </p14:xfrm>
          </p:contentPart>
        </mc:Choice>
        <mc:Fallback xmlns="">
          <p:pic>
            <p:nvPicPr>
              <p:cNvPr id="348" name="Cerneală 347">
                <a:extLst>
                  <a:ext uri="{FF2B5EF4-FFF2-40B4-BE49-F238E27FC236}">
                    <a16:creationId xmlns:a16="http://schemas.microsoft.com/office/drawing/2014/main" id="{D332F0EE-5C03-42E1-8C48-8D629886819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90509" y="5897065"/>
                <a:ext cx="1026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49" name="Cerneală 348">
                <a:extLst>
                  <a:ext uri="{FF2B5EF4-FFF2-40B4-BE49-F238E27FC236}">
                    <a16:creationId xmlns:a16="http://schemas.microsoft.com/office/drawing/2014/main" id="{46FB6540-8B09-4AE4-B9F3-9ED889A0C7F0}"/>
                  </a:ext>
                </a:extLst>
              </p14:cNvPr>
              <p14:cNvContentPartPr/>
              <p14:nvPr/>
            </p14:nvContentPartPr>
            <p14:xfrm>
              <a:off x="7599069" y="6073465"/>
              <a:ext cx="302040" cy="26640"/>
            </p14:xfrm>
          </p:contentPart>
        </mc:Choice>
        <mc:Fallback xmlns="">
          <p:pic>
            <p:nvPicPr>
              <p:cNvPr id="349" name="Cerneală 348">
                <a:extLst>
                  <a:ext uri="{FF2B5EF4-FFF2-40B4-BE49-F238E27FC236}">
                    <a16:creationId xmlns:a16="http://schemas.microsoft.com/office/drawing/2014/main" id="{46FB6540-8B09-4AE4-B9F3-9ED889A0C7F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581069" y="6037825"/>
                <a:ext cx="3376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50" name="Cerneală 349">
                <a:extLst>
                  <a:ext uri="{FF2B5EF4-FFF2-40B4-BE49-F238E27FC236}">
                    <a16:creationId xmlns:a16="http://schemas.microsoft.com/office/drawing/2014/main" id="{F1582F3B-828C-4EAE-AD6A-1E71E00DAFF1}"/>
                  </a:ext>
                </a:extLst>
              </p14:cNvPr>
              <p14:cNvContentPartPr/>
              <p14:nvPr/>
            </p14:nvContentPartPr>
            <p14:xfrm>
              <a:off x="7967349" y="6083545"/>
              <a:ext cx="605520" cy="369000"/>
            </p14:xfrm>
          </p:contentPart>
        </mc:Choice>
        <mc:Fallback xmlns="">
          <p:pic>
            <p:nvPicPr>
              <p:cNvPr id="350" name="Cerneală 349">
                <a:extLst>
                  <a:ext uri="{FF2B5EF4-FFF2-40B4-BE49-F238E27FC236}">
                    <a16:creationId xmlns:a16="http://schemas.microsoft.com/office/drawing/2014/main" id="{F1582F3B-828C-4EAE-AD6A-1E71E00DAFF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49709" y="6047545"/>
                <a:ext cx="64116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51" name="Cerneală 350">
                <a:extLst>
                  <a:ext uri="{FF2B5EF4-FFF2-40B4-BE49-F238E27FC236}">
                    <a16:creationId xmlns:a16="http://schemas.microsoft.com/office/drawing/2014/main" id="{F7DEF7EB-31C9-46EA-A1FF-E09CCD00DDFD}"/>
                  </a:ext>
                </a:extLst>
              </p14:cNvPr>
              <p14:cNvContentPartPr/>
              <p14:nvPr/>
            </p14:nvContentPartPr>
            <p14:xfrm>
              <a:off x="8628669" y="6087865"/>
              <a:ext cx="290160" cy="153360"/>
            </p14:xfrm>
          </p:contentPart>
        </mc:Choice>
        <mc:Fallback xmlns="">
          <p:pic>
            <p:nvPicPr>
              <p:cNvPr id="351" name="Cerneală 350">
                <a:extLst>
                  <a:ext uri="{FF2B5EF4-FFF2-40B4-BE49-F238E27FC236}">
                    <a16:creationId xmlns:a16="http://schemas.microsoft.com/office/drawing/2014/main" id="{F7DEF7EB-31C9-46EA-A1FF-E09CCD00DDF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611029" y="6051865"/>
                <a:ext cx="3258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52" name="Cerneală 351">
                <a:extLst>
                  <a:ext uri="{FF2B5EF4-FFF2-40B4-BE49-F238E27FC236}">
                    <a16:creationId xmlns:a16="http://schemas.microsoft.com/office/drawing/2014/main" id="{60095EF8-AE51-4D6C-9AE8-E2F4729FB466}"/>
                  </a:ext>
                </a:extLst>
              </p14:cNvPr>
              <p14:cNvContentPartPr/>
              <p14:nvPr/>
            </p14:nvContentPartPr>
            <p14:xfrm>
              <a:off x="9595989" y="6059065"/>
              <a:ext cx="33840" cy="319320"/>
            </p14:xfrm>
          </p:contentPart>
        </mc:Choice>
        <mc:Fallback xmlns="">
          <p:pic>
            <p:nvPicPr>
              <p:cNvPr id="352" name="Cerneală 351">
                <a:extLst>
                  <a:ext uri="{FF2B5EF4-FFF2-40B4-BE49-F238E27FC236}">
                    <a16:creationId xmlns:a16="http://schemas.microsoft.com/office/drawing/2014/main" id="{60095EF8-AE51-4D6C-9AE8-E2F4729FB46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578349" y="6023065"/>
                <a:ext cx="6948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53" name="Cerneală 352">
                <a:extLst>
                  <a:ext uri="{FF2B5EF4-FFF2-40B4-BE49-F238E27FC236}">
                    <a16:creationId xmlns:a16="http://schemas.microsoft.com/office/drawing/2014/main" id="{E05A4D62-B5B5-49E0-A10E-677B154CEDCA}"/>
                  </a:ext>
                </a:extLst>
              </p14:cNvPr>
              <p14:cNvContentPartPr/>
              <p14:nvPr/>
            </p14:nvContentPartPr>
            <p14:xfrm>
              <a:off x="9557469" y="5953585"/>
              <a:ext cx="478080" cy="302760"/>
            </p14:xfrm>
          </p:contentPart>
        </mc:Choice>
        <mc:Fallback xmlns="">
          <p:pic>
            <p:nvPicPr>
              <p:cNvPr id="353" name="Cerneală 352">
                <a:extLst>
                  <a:ext uri="{FF2B5EF4-FFF2-40B4-BE49-F238E27FC236}">
                    <a16:creationId xmlns:a16="http://schemas.microsoft.com/office/drawing/2014/main" id="{E05A4D62-B5B5-49E0-A10E-677B154CEDC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539829" y="5917585"/>
                <a:ext cx="51372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54" name="Cerneală 353">
                <a:extLst>
                  <a:ext uri="{FF2B5EF4-FFF2-40B4-BE49-F238E27FC236}">
                    <a16:creationId xmlns:a16="http://schemas.microsoft.com/office/drawing/2014/main" id="{657917F8-A091-49BC-ADE3-8FAD89A4118F}"/>
                  </a:ext>
                </a:extLst>
              </p14:cNvPr>
              <p14:cNvContentPartPr/>
              <p14:nvPr/>
            </p14:nvContentPartPr>
            <p14:xfrm>
              <a:off x="9725949" y="6048985"/>
              <a:ext cx="360720" cy="25200"/>
            </p14:xfrm>
          </p:contentPart>
        </mc:Choice>
        <mc:Fallback xmlns="">
          <p:pic>
            <p:nvPicPr>
              <p:cNvPr id="354" name="Cerneală 353">
                <a:extLst>
                  <a:ext uri="{FF2B5EF4-FFF2-40B4-BE49-F238E27FC236}">
                    <a16:creationId xmlns:a16="http://schemas.microsoft.com/office/drawing/2014/main" id="{657917F8-A091-49BC-ADE3-8FAD89A4118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708309" y="6013345"/>
                <a:ext cx="3963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55" name="Cerneală 354">
                <a:extLst>
                  <a:ext uri="{FF2B5EF4-FFF2-40B4-BE49-F238E27FC236}">
                    <a16:creationId xmlns:a16="http://schemas.microsoft.com/office/drawing/2014/main" id="{2D339688-AA27-4217-865A-2CB82ED4BD46}"/>
                  </a:ext>
                </a:extLst>
              </p14:cNvPr>
              <p14:cNvContentPartPr/>
              <p14:nvPr/>
            </p14:nvContentPartPr>
            <p14:xfrm>
              <a:off x="10485549" y="6151225"/>
              <a:ext cx="345960" cy="101880"/>
            </p14:xfrm>
          </p:contentPart>
        </mc:Choice>
        <mc:Fallback xmlns="">
          <p:pic>
            <p:nvPicPr>
              <p:cNvPr id="355" name="Cerneală 354">
                <a:extLst>
                  <a:ext uri="{FF2B5EF4-FFF2-40B4-BE49-F238E27FC236}">
                    <a16:creationId xmlns:a16="http://schemas.microsoft.com/office/drawing/2014/main" id="{2D339688-AA27-4217-865A-2CB82ED4BD4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467909" y="6115585"/>
                <a:ext cx="3816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56" name="Cerneală 355">
                <a:extLst>
                  <a:ext uri="{FF2B5EF4-FFF2-40B4-BE49-F238E27FC236}">
                    <a16:creationId xmlns:a16="http://schemas.microsoft.com/office/drawing/2014/main" id="{FB939810-A989-4719-9199-41242BAC0F5E}"/>
                  </a:ext>
                </a:extLst>
              </p14:cNvPr>
              <p14:cNvContentPartPr/>
              <p14:nvPr/>
            </p14:nvContentPartPr>
            <p14:xfrm>
              <a:off x="321669" y="6379825"/>
              <a:ext cx="211320" cy="154440"/>
            </p14:xfrm>
          </p:contentPart>
        </mc:Choice>
        <mc:Fallback xmlns="">
          <p:pic>
            <p:nvPicPr>
              <p:cNvPr id="356" name="Cerneală 355">
                <a:extLst>
                  <a:ext uri="{FF2B5EF4-FFF2-40B4-BE49-F238E27FC236}">
                    <a16:creationId xmlns:a16="http://schemas.microsoft.com/office/drawing/2014/main" id="{FB939810-A989-4719-9199-41242BAC0F5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03669" y="6344185"/>
                <a:ext cx="2469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57" name="Cerneală 356">
                <a:extLst>
                  <a:ext uri="{FF2B5EF4-FFF2-40B4-BE49-F238E27FC236}">
                    <a16:creationId xmlns:a16="http://schemas.microsoft.com/office/drawing/2014/main" id="{43142B52-1D95-43E1-B4C8-71BF8C4379FB}"/>
                  </a:ext>
                </a:extLst>
              </p14:cNvPr>
              <p14:cNvContentPartPr/>
              <p14:nvPr/>
            </p14:nvContentPartPr>
            <p14:xfrm>
              <a:off x="634869" y="6271825"/>
              <a:ext cx="958320" cy="421200"/>
            </p14:xfrm>
          </p:contentPart>
        </mc:Choice>
        <mc:Fallback xmlns="">
          <p:pic>
            <p:nvPicPr>
              <p:cNvPr id="357" name="Cerneală 356">
                <a:extLst>
                  <a:ext uri="{FF2B5EF4-FFF2-40B4-BE49-F238E27FC236}">
                    <a16:creationId xmlns:a16="http://schemas.microsoft.com/office/drawing/2014/main" id="{43142B52-1D95-43E1-B4C8-71BF8C4379F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16869" y="6236185"/>
                <a:ext cx="99396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58" name="Cerneală 357">
                <a:extLst>
                  <a:ext uri="{FF2B5EF4-FFF2-40B4-BE49-F238E27FC236}">
                    <a16:creationId xmlns:a16="http://schemas.microsoft.com/office/drawing/2014/main" id="{4A665530-6E88-4164-8194-17D1EF6FFB08}"/>
                  </a:ext>
                </a:extLst>
              </p14:cNvPr>
              <p14:cNvContentPartPr/>
              <p14:nvPr/>
            </p14:nvContentPartPr>
            <p14:xfrm>
              <a:off x="2009709" y="6401785"/>
              <a:ext cx="182520" cy="120240"/>
            </p14:xfrm>
          </p:contentPart>
        </mc:Choice>
        <mc:Fallback xmlns="">
          <p:pic>
            <p:nvPicPr>
              <p:cNvPr id="358" name="Cerneală 357">
                <a:extLst>
                  <a:ext uri="{FF2B5EF4-FFF2-40B4-BE49-F238E27FC236}">
                    <a16:creationId xmlns:a16="http://schemas.microsoft.com/office/drawing/2014/main" id="{4A665530-6E88-4164-8194-17D1EF6FFB0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92069" y="6365785"/>
                <a:ext cx="2181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59" name="Cerneală 358">
                <a:extLst>
                  <a:ext uri="{FF2B5EF4-FFF2-40B4-BE49-F238E27FC236}">
                    <a16:creationId xmlns:a16="http://schemas.microsoft.com/office/drawing/2014/main" id="{CC45704F-50B0-4FB5-8373-2CF11C9F32FD}"/>
                  </a:ext>
                </a:extLst>
              </p14:cNvPr>
              <p14:cNvContentPartPr/>
              <p14:nvPr/>
            </p14:nvContentPartPr>
            <p14:xfrm>
              <a:off x="2412909" y="6251665"/>
              <a:ext cx="889920" cy="351360"/>
            </p14:xfrm>
          </p:contentPart>
        </mc:Choice>
        <mc:Fallback xmlns="">
          <p:pic>
            <p:nvPicPr>
              <p:cNvPr id="359" name="Cerneală 358">
                <a:extLst>
                  <a:ext uri="{FF2B5EF4-FFF2-40B4-BE49-F238E27FC236}">
                    <a16:creationId xmlns:a16="http://schemas.microsoft.com/office/drawing/2014/main" id="{CC45704F-50B0-4FB5-8373-2CF11C9F32F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95269" y="6216025"/>
                <a:ext cx="9255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60" name="Cerneală 359">
                <a:extLst>
                  <a:ext uri="{FF2B5EF4-FFF2-40B4-BE49-F238E27FC236}">
                    <a16:creationId xmlns:a16="http://schemas.microsoft.com/office/drawing/2014/main" id="{F460D46D-FAF7-4751-8B14-D50E36B2D626}"/>
                  </a:ext>
                </a:extLst>
              </p14:cNvPr>
              <p14:cNvContentPartPr/>
              <p14:nvPr/>
            </p14:nvContentPartPr>
            <p14:xfrm>
              <a:off x="3262149" y="6427345"/>
              <a:ext cx="24840" cy="21600"/>
            </p14:xfrm>
          </p:contentPart>
        </mc:Choice>
        <mc:Fallback xmlns="">
          <p:pic>
            <p:nvPicPr>
              <p:cNvPr id="360" name="Cerneală 359">
                <a:extLst>
                  <a:ext uri="{FF2B5EF4-FFF2-40B4-BE49-F238E27FC236}">
                    <a16:creationId xmlns:a16="http://schemas.microsoft.com/office/drawing/2014/main" id="{F460D46D-FAF7-4751-8B14-D50E36B2D62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244509" y="6391345"/>
                <a:ext cx="604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61" name="Cerneală 360">
                <a:extLst>
                  <a:ext uri="{FF2B5EF4-FFF2-40B4-BE49-F238E27FC236}">
                    <a16:creationId xmlns:a16="http://schemas.microsoft.com/office/drawing/2014/main" id="{9BE209B4-B869-424F-847B-004568405067}"/>
                  </a:ext>
                </a:extLst>
              </p14:cNvPr>
              <p14:cNvContentPartPr/>
              <p14:nvPr/>
            </p14:nvContentPartPr>
            <p14:xfrm>
              <a:off x="2916189" y="6286585"/>
              <a:ext cx="256680" cy="13320"/>
            </p14:xfrm>
          </p:contentPart>
        </mc:Choice>
        <mc:Fallback xmlns="">
          <p:pic>
            <p:nvPicPr>
              <p:cNvPr id="361" name="Cerneală 360">
                <a:extLst>
                  <a:ext uri="{FF2B5EF4-FFF2-40B4-BE49-F238E27FC236}">
                    <a16:creationId xmlns:a16="http://schemas.microsoft.com/office/drawing/2014/main" id="{9BE209B4-B869-424F-847B-00456840506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98549" y="6250585"/>
                <a:ext cx="2923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62" name="Cerneală 361">
                <a:extLst>
                  <a:ext uri="{FF2B5EF4-FFF2-40B4-BE49-F238E27FC236}">
                    <a16:creationId xmlns:a16="http://schemas.microsoft.com/office/drawing/2014/main" id="{DCDB72A9-BC8C-4056-9178-8EFB3C906FCB}"/>
                  </a:ext>
                </a:extLst>
              </p14:cNvPr>
              <p14:cNvContentPartPr/>
              <p14:nvPr/>
            </p14:nvContentPartPr>
            <p14:xfrm>
              <a:off x="3396069" y="6434905"/>
              <a:ext cx="307080" cy="153360"/>
            </p14:xfrm>
          </p:contentPart>
        </mc:Choice>
        <mc:Fallback xmlns="">
          <p:pic>
            <p:nvPicPr>
              <p:cNvPr id="362" name="Cerneală 361">
                <a:extLst>
                  <a:ext uri="{FF2B5EF4-FFF2-40B4-BE49-F238E27FC236}">
                    <a16:creationId xmlns:a16="http://schemas.microsoft.com/office/drawing/2014/main" id="{DCDB72A9-BC8C-4056-9178-8EFB3C906FC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378429" y="6398905"/>
                <a:ext cx="3427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63" name="Cerneală 362">
                <a:extLst>
                  <a:ext uri="{FF2B5EF4-FFF2-40B4-BE49-F238E27FC236}">
                    <a16:creationId xmlns:a16="http://schemas.microsoft.com/office/drawing/2014/main" id="{DF22EA14-8747-46DE-8941-5762F367BC6F}"/>
                  </a:ext>
                </a:extLst>
              </p14:cNvPr>
              <p14:cNvContentPartPr/>
              <p14:nvPr/>
            </p14:nvContentPartPr>
            <p14:xfrm>
              <a:off x="3923829" y="6238705"/>
              <a:ext cx="99720" cy="250560"/>
            </p14:xfrm>
          </p:contentPart>
        </mc:Choice>
        <mc:Fallback xmlns="">
          <p:pic>
            <p:nvPicPr>
              <p:cNvPr id="363" name="Cerneală 362">
                <a:extLst>
                  <a:ext uri="{FF2B5EF4-FFF2-40B4-BE49-F238E27FC236}">
                    <a16:creationId xmlns:a16="http://schemas.microsoft.com/office/drawing/2014/main" id="{DF22EA14-8747-46DE-8941-5762F367BC6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906189" y="6202705"/>
                <a:ext cx="1353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64" name="Cerneală 363">
                <a:extLst>
                  <a:ext uri="{FF2B5EF4-FFF2-40B4-BE49-F238E27FC236}">
                    <a16:creationId xmlns:a16="http://schemas.microsoft.com/office/drawing/2014/main" id="{C2799DD1-DC53-48FA-8F61-5C5D419B18CD}"/>
                  </a:ext>
                </a:extLst>
              </p14:cNvPr>
              <p14:cNvContentPartPr/>
              <p14:nvPr/>
            </p14:nvContentPartPr>
            <p14:xfrm>
              <a:off x="3851469" y="6608785"/>
              <a:ext cx="63000" cy="70560"/>
            </p14:xfrm>
          </p:contentPart>
        </mc:Choice>
        <mc:Fallback xmlns="">
          <p:pic>
            <p:nvPicPr>
              <p:cNvPr id="364" name="Cerneală 363">
                <a:extLst>
                  <a:ext uri="{FF2B5EF4-FFF2-40B4-BE49-F238E27FC236}">
                    <a16:creationId xmlns:a16="http://schemas.microsoft.com/office/drawing/2014/main" id="{C2799DD1-DC53-48FA-8F61-5C5D419B18C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833829" y="6573145"/>
                <a:ext cx="986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65" name="Cerneală 364">
                <a:extLst>
                  <a:ext uri="{FF2B5EF4-FFF2-40B4-BE49-F238E27FC236}">
                    <a16:creationId xmlns:a16="http://schemas.microsoft.com/office/drawing/2014/main" id="{41B11243-15A8-4095-93F7-480E5CE5D985}"/>
                  </a:ext>
                </a:extLst>
              </p14:cNvPr>
              <p14:cNvContentPartPr/>
              <p14:nvPr/>
            </p14:nvContentPartPr>
            <p14:xfrm>
              <a:off x="4225149" y="6516265"/>
              <a:ext cx="285840" cy="24120"/>
            </p14:xfrm>
          </p:contentPart>
        </mc:Choice>
        <mc:Fallback xmlns="">
          <p:pic>
            <p:nvPicPr>
              <p:cNvPr id="365" name="Cerneală 364">
                <a:extLst>
                  <a:ext uri="{FF2B5EF4-FFF2-40B4-BE49-F238E27FC236}">
                    <a16:creationId xmlns:a16="http://schemas.microsoft.com/office/drawing/2014/main" id="{41B11243-15A8-4095-93F7-480E5CE5D98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207149" y="6480265"/>
                <a:ext cx="3214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66" name="Cerneală 365">
                <a:extLst>
                  <a:ext uri="{FF2B5EF4-FFF2-40B4-BE49-F238E27FC236}">
                    <a16:creationId xmlns:a16="http://schemas.microsoft.com/office/drawing/2014/main" id="{7782BF79-584B-4D5D-A6BB-14BC80174A00}"/>
                  </a:ext>
                </a:extLst>
              </p14:cNvPr>
              <p14:cNvContentPartPr/>
              <p14:nvPr/>
            </p14:nvContentPartPr>
            <p14:xfrm>
              <a:off x="4229829" y="6626425"/>
              <a:ext cx="258480" cy="10080"/>
            </p14:xfrm>
          </p:contentPart>
        </mc:Choice>
        <mc:Fallback xmlns="">
          <p:pic>
            <p:nvPicPr>
              <p:cNvPr id="366" name="Cerneală 365">
                <a:extLst>
                  <a:ext uri="{FF2B5EF4-FFF2-40B4-BE49-F238E27FC236}">
                    <a16:creationId xmlns:a16="http://schemas.microsoft.com/office/drawing/2014/main" id="{7782BF79-584B-4D5D-A6BB-14BC80174A0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212189" y="6590785"/>
                <a:ext cx="2941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67" name="Cerneală 366">
                <a:extLst>
                  <a:ext uri="{FF2B5EF4-FFF2-40B4-BE49-F238E27FC236}">
                    <a16:creationId xmlns:a16="http://schemas.microsoft.com/office/drawing/2014/main" id="{CCBFAB24-326E-4A0E-BFEA-61942EC7E04E}"/>
                  </a:ext>
                </a:extLst>
              </p14:cNvPr>
              <p14:cNvContentPartPr/>
              <p14:nvPr/>
            </p14:nvContentPartPr>
            <p14:xfrm>
              <a:off x="4445109" y="6417625"/>
              <a:ext cx="272520" cy="274320"/>
            </p14:xfrm>
          </p:contentPart>
        </mc:Choice>
        <mc:Fallback xmlns="">
          <p:pic>
            <p:nvPicPr>
              <p:cNvPr id="367" name="Cerneală 366">
                <a:extLst>
                  <a:ext uri="{FF2B5EF4-FFF2-40B4-BE49-F238E27FC236}">
                    <a16:creationId xmlns:a16="http://schemas.microsoft.com/office/drawing/2014/main" id="{CCBFAB24-326E-4A0E-BFEA-61942EC7E04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427109" y="6381625"/>
                <a:ext cx="3081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68" name="Cerneală 367">
                <a:extLst>
                  <a:ext uri="{FF2B5EF4-FFF2-40B4-BE49-F238E27FC236}">
                    <a16:creationId xmlns:a16="http://schemas.microsoft.com/office/drawing/2014/main" id="{9E6CD320-AC75-4AC8-8BA5-1ADC9CDD2625}"/>
                  </a:ext>
                </a:extLst>
              </p14:cNvPr>
              <p14:cNvContentPartPr/>
              <p14:nvPr/>
            </p14:nvContentPartPr>
            <p14:xfrm>
              <a:off x="4917789" y="6400345"/>
              <a:ext cx="203040" cy="256320"/>
            </p14:xfrm>
          </p:contentPart>
        </mc:Choice>
        <mc:Fallback xmlns="">
          <p:pic>
            <p:nvPicPr>
              <p:cNvPr id="368" name="Cerneală 367">
                <a:extLst>
                  <a:ext uri="{FF2B5EF4-FFF2-40B4-BE49-F238E27FC236}">
                    <a16:creationId xmlns:a16="http://schemas.microsoft.com/office/drawing/2014/main" id="{9E6CD320-AC75-4AC8-8BA5-1ADC9CDD262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900149" y="6364705"/>
                <a:ext cx="23868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69" name="Cerneală 368">
                <a:extLst>
                  <a:ext uri="{FF2B5EF4-FFF2-40B4-BE49-F238E27FC236}">
                    <a16:creationId xmlns:a16="http://schemas.microsoft.com/office/drawing/2014/main" id="{374D8D8A-9C04-4892-AA4B-648827D50769}"/>
                  </a:ext>
                </a:extLst>
              </p14:cNvPr>
              <p14:cNvContentPartPr/>
              <p14:nvPr/>
            </p14:nvContentPartPr>
            <p14:xfrm>
              <a:off x="5170869" y="6541825"/>
              <a:ext cx="198360" cy="104040"/>
            </p14:xfrm>
          </p:contentPart>
        </mc:Choice>
        <mc:Fallback xmlns="">
          <p:pic>
            <p:nvPicPr>
              <p:cNvPr id="369" name="Cerneală 368">
                <a:extLst>
                  <a:ext uri="{FF2B5EF4-FFF2-40B4-BE49-F238E27FC236}">
                    <a16:creationId xmlns:a16="http://schemas.microsoft.com/office/drawing/2014/main" id="{374D8D8A-9C04-4892-AA4B-648827D5076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153229" y="6505825"/>
                <a:ext cx="23400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70" name="Cerneală 369">
                <a:extLst>
                  <a:ext uri="{FF2B5EF4-FFF2-40B4-BE49-F238E27FC236}">
                    <a16:creationId xmlns:a16="http://schemas.microsoft.com/office/drawing/2014/main" id="{5484127A-D9E3-4AB5-B2E4-A7B7702E7378}"/>
                  </a:ext>
                </a:extLst>
              </p14:cNvPr>
              <p14:cNvContentPartPr/>
              <p14:nvPr/>
            </p14:nvContentPartPr>
            <p14:xfrm>
              <a:off x="5726709" y="6496825"/>
              <a:ext cx="5400" cy="254520"/>
            </p14:xfrm>
          </p:contentPart>
        </mc:Choice>
        <mc:Fallback xmlns="">
          <p:pic>
            <p:nvPicPr>
              <p:cNvPr id="370" name="Cerneală 369">
                <a:extLst>
                  <a:ext uri="{FF2B5EF4-FFF2-40B4-BE49-F238E27FC236}">
                    <a16:creationId xmlns:a16="http://schemas.microsoft.com/office/drawing/2014/main" id="{5484127A-D9E3-4AB5-B2E4-A7B7702E737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708709" y="6461185"/>
                <a:ext cx="410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71" name="Cerneală 370">
                <a:extLst>
                  <a:ext uri="{FF2B5EF4-FFF2-40B4-BE49-F238E27FC236}">
                    <a16:creationId xmlns:a16="http://schemas.microsoft.com/office/drawing/2014/main" id="{4DD635ED-C5D0-415F-B8B2-716DA0FC53FD}"/>
                  </a:ext>
                </a:extLst>
              </p14:cNvPr>
              <p14:cNvContentPartPr/>
              <p14:nvPr/>
            </p14:nvContentPartPr>
            <p14:xfrm>
              <a:off x="5665509" y="6497905"/>
              <a:ext cx="135360" cy="97560"/>
            </p14:xfrm>
          </p:contentPart>
        </mc:Choice>
        <mc:Fallback xmlns="">
          <p:pic>
            <p:nvPicPr>
              <p:cNvPr id="371" name="Cerneală 370">
                <a:extLst>
                  <a:ext uri="{FF2B5EF4-FFF2-40B4-BE49-F238E27FC236}">
                    <a16:creationId xmlns:a16="http://schemas.microsoft.com/office/drawing/2014/main" id="{4DD635ED-C5D0-415F-B8B2-716DA0FC53F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647509" y="6462265"/>
                <a:ext cx="1710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72" name="Cerneală 371">
                <a:extLst>
                  <a:ext uri="{FF2B5EF4-FFF2-40B4-BE49-F238E27FC236}">
                    <a16:creationId xmlns:a16="http://schemas.microsoft.com/office/drawing/2014/main" id="{3E735426-98F2-4C01-B3F8-FA23443C963F}"/>
                  </a:ext>
                </a:extLst>
              </p14:cNvPr>
              <p14:cNvContentPartPr/>
              <p14:nvPr/>
            </p14:nvContentPartPr>
            <p14:xfrm>
              <a:off x="5813469" y="6530665"/>
              <a:ext cx="110520" cy="81000"/>
            </p14:xfrm>
          </p:contentPart>
        </mc:Choice>
        <mc:Fallback xmlns="">
          <p:pic>
            <p:nvPicPr>
              <p:cNvPr id="372" name="Cerneală 371">
                <a:extLst>
                  <a:ext uri="{FF2B5EF4-FFF2-40B4-BE49-F238E27FC236}">
                    <a16:creationId xmlns:a16="http://schemas.microsoft.com/office/drawing/2014/main" id="{3E735426-98F2-4C01-B3F8-FA23443C963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795469" y="6495025"/>
                <a:ext cx="1461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73" name="Cerneală 372">
                <a:extLst>
                  <a:ext uri="{FF2B5EF4-FFF2-40B4-BE49-F238E27FC236}">
                    <a16:creationId xmlns:a16="http://schemas.microsoft.com/office/drawing/2014/main" id="{C861578C-7400-4756-BFF0-736FE244C7FC}"/>
                  </a:ext>
                </a:extLst>
              </p14:cNvPr>
              <p14:cNvContentPartPr/>
              <p14:nvPr/>
            </p14:nvContentPartPr>
            <p14:xfrm>
              <a:off x="5960709" y="6350665"/>
              <a:ext cx="510120" cy="296640"/>
            </p14:xfrm>
          </p:contentPart>
        </mc:Choice>
        <mc:Fallback xmlns="">
          <p:pic>
            <p:nvPicPr>
              <p:cNvPr id="373" name="Cerneală 372">
                <a:extLst>
                  <a:ext uri="{FF2B5EF4-FFF2-40B4-BE49-F238E27FC236}">
                    <a16:creationId xmlns:a16="http://schemas.microsoft.com/office/drawing/2014/main" id="{C861578C-7400-4756-BFF0-736FE244C7F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942709" y="6315025"/>
                <a:ext cx="5457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74" name="Cerneală 373">
                <a:extLst>
                  <a:ext uri="{FF2B5EF4-FFF2-40B4-BE49-F238E27FC236}">
                    <a16:creationId xmlns:a16="http://schemas.microsoft.com/office/drawing/2014/main" id="{FBAB1EB2-561F-459F-B37A-1F3C797A9E5D}"/>
                  </a:ext>
                </a:extLst>
              </p14:cNvPr>
              <p14:cNvContentPartPr/>
              <p14:nvPr/>
            </p14:nvContentPartPr>
            <p14:xfrm>
              <a:off x="6155109" y="6448225"/>
              <a:ext cx="239400" cy="15120"/>
            </p14:xfrm>
          </p:contentPart>
        </mc:Choice>
        <mc:Fallback xmlns="">
          <p:pic>
            <p:nvPicPr>
              <p:cNvPr id="374" name="Cerneală 373">
                <a:extLst>
                  <a:ext uri="{FF2B5EF4-FFF2-40B4-BE49-F238E27FC236}">
                    <a16:creationId xmlns:a16="http://schemas.microsoft.com/office/drawing/2014/main" id="{FBAB1EB2-561F-459F-B37A-1F3C797A9E5D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137109" y="6412585"/>
                <a:ext cx="275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75" name="Cerneală 374">
                <a:extLst>
                  <a:ext uri="{FF2B5EF4-FFF2-40B4-BE49-F238E27FC236}">
                    <a16:creationId xmlns:a16="http://schemas.microsoft.com/office/drawing/2014/main" id="{E81840AF-28CA-4CAE-B280-1479C4A7A3A3}"/>
                  </a:ext>
                </a:extLst>
              </p14:cNvPr>
              <p14:cNvContentPartPr/>
              <p14:nvPr/>
            </p14:nvContentPartPr>
            <p14:xfrm>
              <a:off x="6688989" y="6496825"/>
              <a:ext cx="451800" cy="140400"/>
            </p14:xfrm>
          </p:contentPart>
        </mc:Choice>
        <mc:Fallback xmlns="">
          <p:pic>
            <p:nvPicPr>
              <p:cNvPr id="375" name="Cerneală 374">
                <a:extLst>
                  <a:ext uri="{FF2B5EF4-FFF2-40B4-BE49-F238E27FC236}">
                    <a16:creationId xmlns:a16="http://schemas.microsoft.com/office/drawing/2014/main" id="{E81840AF-28CA-4CAE-B280-1479C4A7A3A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671349" y="6461185"/>
                <a:ext cx="487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76" name="Cerneală 375">
                <a:extLst>
                  <a:ext uri="{FF2B5EF4-FFF2-40B4-BE49-F238E27FC236}">
                    <a16:creationId xmlns:a16="http://schemas.microsoft.com/office/drawing/2014/main" id="{D5475ECC-8379-435B-8F0D-5763AACFC910}"/>
                  </a:ext>
                </a:extLst>
              </p14:cNvPr>
              <p14:cNvContentPartPr/>
              <p14:nvPr/>
            </p14:nvContentPartPr>
            <p14:xfrm>
              <a:off x="7243389" y="6533185"/>
              <a:ext cx="524160" cy="117360"/>
            </p14:xfrm>
          </p:contentPart>
        </mc:Choice>
        <mc:Fallback xmlns="">
          <p:pic>
            <p:nvPicPr>
              <p:cNvPr id="376" name="Cerneală 375">
                <a:extLst>
                  <a:ext uri="{FF2B5EF4-FFF2-40B4-BE49-F238E27FC236}">
                    <a16:creationId xmlns:a16="http://schemas.microsoft.com/office/drawing/2014/main" id="{D5475ECC-8379-435B-8F0D-5763AACFC91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225749" y="6497545"/>
                <a:ext cx="559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77" name="Cerneală 376">
                <a:extLst>
                  <a:ext uri="{FF2B5EF4-FFF2-40B4-BE49-F238E27FC236}">
                    <a16:creationId xmlns:a16="http://schemas.microsoft.com/office/drawing/2014/main" id="{D96BA216-02B9-49AA-A433-C702546ABB80}"/>
                  </a:ext>
                </a:extLst>
              </p14:cNvPr>
              <p14:cNvContentPartPr/>
              <p14:nvPr/>
            </p14:nvContentPartPr>
            <p14:xfrm>
              <a:off x="7709589" y="6410425"/>
              <a:ext cx="724680" cy="260640"/>
            </p14:xfrm>
          </p:contentPart>
        </mc:Choice>
        <mc:Fallback xmlns="">
          <p:pic>
            <p:nvPicPr>
              <p:cNvPr id="377" name="Cerneală 376">
                <a:extLst>
                  <a:ext uri="{FF2B5EF4-FFF2-40B4-BE49-F238E27FC236}">
                    <a16:creationId xmlns:a16="http://schemas.microsoft.com/office/drawing/2014/main" id="{D96BA216-02B9-49AA-A433-C702546ABB8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691949" y="6374785"/>
                <a:ext cx="76032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78" name="Cerneală 377">
                <a:extLst>
                  <a:ext uri="{FF2B5EF4-FFF2-40B4-BE49-F238E27FC236}">
                    <a16:creationId xmlns:a16="http://schemas.microsoft.com/office/drawing/2014/main" id="{D0E6098A-C599-427E-8D9E-6863D1B2A024}"/>
                  </a:ext>
                </a:extLst>
              </p14:cNvPr>
              <p14:cNvContentPartPr/>
              <p14:nvPr/>
            </p14:nvContentPartPr>
            <p14:xfrm>
              <a:off x="8799669" y="6473065"/>
              <a:ext cx="180360" cy="154440"/>
            </p14:xfrm>
          </p:contentPart>
        </mc:Choice>
        <mc:Fallback xmlns="">
          <p:pic>
            <p:nvPicPr>
              <p:cNvPr id="378" name="Cerneală 377">
                <a:extLst>
                  <a:ext uri="{FF2B5EF4-FFF2-40B4-BE49-F238E27FC236}">
                    <a16:creationId xmlns:a16="http://schemas.microsoft.com/office/drawing/2014/main" id="{D0E6098A-C599-427E-8D9E-6863D1B2A02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782029" y="6437065"/>
                <a:ext cx="2160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79" name="Cerneală 378">
                <a:extLst>
                  <a:ext uri="{FF2B5EF4-FFF2-40B4-BE49-F238E27FC236}">
                    <a16:creationId xmlns:a16="http://schemas.microsoft.com/office/drawing/2014/main" id="{A4B39A63-7DAC-42E9-8E98-EA8900AF0786}"/>
                  </a:ext>
                </a:extLst>
              </p14:cNvPr>
              <p14:cNvContentPartPr/>
              <p14:nvPr/>
            </p14:nvContentPartPr>
            <p14:xfrm>
              <a:off x="9028269" y="6513025"/>
              <a:ext cx="289440" cy="132480"/>
            </p14:xfrm>
          </p:contentPart>
        </mc:Choice>
        <mc:Fallback xmlns="">
          <p:pic>
            <p:nvPicPr>
              <p:cNvPr id="379" name="Cerneală 378">
                <a:extLst>
                  <a:ext uri="{FF2B5EF4-FFF2-40B4-BE49-F238E27FC236}">
                    <a16:creationId xmlns:a16="http://schemas.microsoft.com/office/drawing/2014/main" id="{A4B39A63-7DAC-42E9-8E98-EA8900AF078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010629" y="6477025"/>
                <a:ext cx="325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80" name="Cerneală 379">
                <a:extLst>
                  <a:ext uri="{FF2B5EF4-FFF2-40B4-BE49-F238E27FC236}">
                    <a16:creationId xmlns:a16="http://schemas.microsoft.com/office/drawing/2014/main" id="{6FCC4378-E579-4B2A-B5A9-DA75BE443121}"/>
                  </a:ext>
                </a:extLst>
              </p14:cNvPr>
              <p14:cNvContentPartPr/>
              <p14:nvPr/>
            </p14:nvContentPartPr>
            <p14:xfrm>
              <a:off x="9337149" y="6533185"/>
              <a:ext cx="219960" cy="91080"/>
            </p14:xfrm>
          </p:contentPart>
        </mc:Choice>
        <mc:Fallback xmlns="">
          <p:pic>
            <p:nvPicPr>
              <p:cNvPr id="380" name="Cerneală 379">
                <a:extLst>
                  <a:ext uri="{FF2B5EF4-FFF2-40B4-BE49-F238E27FC236}">
                    <a16:creationId xmlns:a16="http://schemas.microsoft.com/office/drawing/2014/main" id="{6FCC4378-E579-4B2A-B5A9-DA75BE44312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319149" y="6497545"/>
                <a:ext cx="2556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81" name="Cerneală 380">
                <a:extLst>
                  <a:ext uri="{FF2B5EF4-FFF2-40B4-BE49-F238E27FC236}">
                    <a16:creationId xmlns:a16="http://schemas.microsoft.com/office/drawing/2014/main" id="{2D7DB344-AE59-406E-BBB8-453127139443}"/>
                  </a:ext>
                </a:extLst>
              </p14:cNvPr>
              <p14:cNvContentPartPr/>
              <p14:nvPr/>
            </p14:nvContentPartPr>
            <p14:xfrm>
              <a:off x="9846549" y="6408985"/>
              <a:ext cx="281880" cy="236880"/>
            </p14:xfrm>
          </p:contentPart>
        </mc:Choice>
        <mc:Fallback xmlns="">
          <p:pic>
            <p:nvPicPr>
              <p:cNvPr id="381" name="Cerneală 380">
                <a:extLst>
                  <a:ext uri="{FF2B5EF4-FFF2-40B4-BE49-F238E27FC236}">
                    <a16:creationId xmlns:a16="http://schemas.microsoft.com/office/drawing/2014/main" id="{2D7DB344-AE59-406E-BBB8-45312713944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828909" y="6372985"/>
                <a:ext cx="31752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82" name="Cerneală 381">
                <a:extLst>
                  <a:ext uri="{FF2B5EF4-FFF2-40B4-BE49-F238E27FC236}">
                    <a16:creationId xmlns:a16="http://schemas.microsoft.com/office/drawing/2014/main" id="{856D5FAD-A214-4724-BE80-831FD6DDE419}"/>
                  </a:ext>
                </a:extLst>
              </p14:cNvPr>
              <p14:cNvContentPartPr/>
              <p14:nvPr/>
            </p14:nvContentPartPr>
            <p14:xfrm>
              <a:off x="10096749" y="6448585"/>
              <a:ext cx="294120" cy="190080"/>
            </p14:xfrm>
          </p:contentPart>
        </mc:Choice>
        <mc:Fallback xmlns="">
          <p:pic>
            <p:nvPicPr>
              <p:cNvPr id="382" name="Cerneală 381">
                <a:extLst>
                  <a:ext uri="{FF2B5EF4-FFF2-40B4-BE49-F238E27FC236}">
                    <a16:creationId xmlns:a16="http://schemas.microsoft.com/office/drawing/2014/main" id="{856D5FAD-A214-4724-BE80-831FD6DDE41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078749" y="6412585"/>
                <a:ext cx="32976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83" name="Cerneală 382">
                <a:extLst>
                  <a:ext uri="{FF2B5EF4-FFF2-40B4-BE49-F238E27FC236}">
                    <a16:creationId xmlns:a16="http://schemas.microsoft.com/office/drawing/2014/main" id="{0C40FFB7-3A1F-4E4F-935B-0C3CE0F90C2C}"/>
                  </a:ext>
                </a:extLst>
              </p14:cNvPr>
              <p14:cNvContentPartPr/>
              <p14:nvPr/>
            </p14:nvContentPartPr>
            <p14:xfrm>
              <a:off x="10625949" y="6502225"/>
              <a:ext cx="314280" cy="130680"/>
            </p14:xfrm>
          </p:contentPart>
        </mc:Choice>
        <mc:Fallback xmlns="">
          <p:pic>
            <p:nvPicPr>
              <p:cNvPr id="383" name="Cerneală 382">
                <a:extLst>
                  <a:ext uri="{FF2B5EF4-FFF2-40B4-BE49-F238E27FC236}">
                    <a16:creationId xmlns:a16="http://schemas.microsoft.com/office/drawing/2014/main" id="{0C40FFB7-3A1F-4E4F-935B-0C3CE0F90C2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608309" y="6466225"/>
                <a:ext cx="3499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84" name="Cerneală 383">
                <a:extLst>
                  <a:ext uri="{FF2B5EF4-FFF2-40B4-BE49-F238E27FC236}">
                    <a16:creationId xmlns:a16="http://schemas.microsoft.com/office/drawing/2014/main" id="{48AAB2E7-BDAD-4350-96AF-C57EC4234BDB}"/>
                  </a:ext>
                </a:extLst>
              </p14:cNvPr>
              <p14:cNvContentPartPr/>
              <p14:nvPr/>
            </p14:nvContentPartPr>
            <p14:xfrm>
              <a:off x="10984149" y="6304225"/>
              <a:ext cx="86400" cy="334080"/>
            </p14:xfrm>
          </p:contentPart>
        </mc:Choice>
        <mc:Fallback xmlns="">
          <p:pic>
            <p:nvPicPr>
              <p:cNvPr id="384" name="Cerneală 383">
                <a:extLst>
                  <a:ext uri="{FF2B5EF4-FFF2-40B4-BE49-F238E27FC236}">
                    <a16:creationId xmlns:a16="http://schemas.microsoft.com/office/drawing/2014/main" id="{48AAB2E7-BDAD-4350-96AF-C57EC4234BD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966509" y="6268585"/>
                <a:ext cx="12204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385" name="Cerneală 384">
                <a:extLst>
                  <a:ext uri="{FF2B5EF4-FFF2-40B4-BE49-F238E27FC236}">
                    <a16:creationId xmlns:a16="http://schemas.microsoft.com/office/drawing/2014/main" id="{0F7C6F03-4974-4C04-B0A6-662A70A8F89D}"/>
                  </a:ext>
                </a:extLst>
              </p14:cNvPr>
              <p14:cNvContentPartPr/>
              <p14:nvPr/>
            </p14:nvContentPartPr>
            <p14:xfrm>
              <a:off x="10915029" y="6481345"/>
              <a:ext cx="664200" cy="248040"/>
            </p14:xfrm>
          </p:contentPart>
        </mc:Choice>
        <mc:Fallback xmlns="">
          <p:pic>
            <p:nvPicPr>
              <p:cNvPr id="385" name="Cerneală 384">
                <a:extLst>
                  <a:ext uri="{FF2B5EF4-FFF2-40B4-BE49-F238E27FC236}">
                    <a16:creationId xmlns:a16="http://schemas.microsoft.com/office/drawing/2014/main" id="{0F7C6F03-4974-4C04-B0A6-662A70A8F89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897029" y="6445345"/>
                <a:ext cx="6998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386" name="Cerneală 385">
                <a:extLst>
                  <a:ext uri="{FF2B5EF4-FFF2-40B4-BE49-F238E27FC236}">
                    <a16:creationId xmlns:a16="http://schemas.microsoft.com/office/drawing/2014/main" id="{05F99C7E-85EE-4578-9AAA-926F09344066}"/>
                  </a:ext>
                </a:extLst>
              </p14:cNvPr>
              <p14:cNvContentPartPr/>
              <p14:nvPr/>
            </p14:nvContentPartPr>
            <p14:xfrm>
              <a:off x="11597949" y="6482425"/>
              <a:ext cx="136800" cy="158400"/>
            </p14:xfrm>
          </p:contentPart>
        </mc:Choice>
        <mc:Fallback xmlns="">
          <p:pic>
            <p:nvPicPr>
              <p:cNvPr id="386" name="Cerneală 385">
                <a:extLst>
                  <a:ext uri="{FF2B5EF4-FFF2-40B4-BE49-F238E27FC236}">
                    <a16:creationId xmlns:a16="http://schemas.microsoft.com/office/drawing/2014/main" id="{05F99C7E-85EE-4578-9AAA-926F0934406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580309" y="6446785"/>
                <a:ext cx="172440" cy="2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153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86AA9E7-23AE-472B-B197-EC0569614FC7}"/>
                  </a:ext>
                </a:extLst>
              </p14:cNvPr>
              <p14:cNvContentPartPr/>
              <p14:nvPr/>
            </p14:nvContentPartPr>
            <p14:xfrm>
              <a:off x="827469" y="147266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86AA9E7-23AE-472B-B197-EC0569614F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9469" y="14546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9B3B39E7-2704-47F0-9D6F-5B38F4205266}"/>
                  </a:ext>
                </a:extLst>
              </p14:cNvPr>
              <p14:cNvContentPartPr/>
              <p14:nvPr/>
            </p14:nvContentPartPr>
            <p14:xfrm>
              <a:off x="1175229" y="263785"/>
              <a:ext cx="5127840" cy="1512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9B3B39E7-2704-47F0-9D6F-5B38F42052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7590" y="246149"/>
                <a:ext cx="5163477" cy="1547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E01613D9-2470-4985-9516-1FD818F78ABB}"/>
                  </a:ext>
                </a:extLst>
              </p14:cNvPr>
              <p14:cNvContentPartPr/>
              <p14:nvPr/>
            </p14:nvContentPartPr>
            <p14:xfrm>
              <a:off x="379989" y="2463745"/>
              <a:ext cx="280440" cy="86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E01613D9-2470-4985-9516-1FD818F78A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989" y="2446105"/>
                <a:ext cx="3160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2B358A50-2AAF-4745-81CA-8845841A9FD7}"/>
                  </a:ext>
                </a:extLst>
              </p14:cNvPr>
              <p14:cNvContentPartPr/>
              <p14:nvPr/>
            </p14:nvContentPartPr>
            <p14:xfrm>
              <a:off x="355869" y="4523305"/>
              <a:ext cx="277920" cy="126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2B358A50-2AAF-4745-81CA-8845841A9F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7869" y="4505305"/>
                <a:ext cx="313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5" name="Cerneală 294">
                <a:extLst>
                  <a:ext uri="{FF2B5EF4-FFF2-40B4-BE49-F238E27FC236}">
                    <a16:creationId xmlns:a16="http://schemas.microsoft.com/office/drawing/2014/main" id="{E430AE86-FCFC-448C-B40C-3E8215F6F77A}"/>
                  </a:ext>
                </a:extLst>
              </p14:cNvPr>
              <p14:cNvContentPartPr/>
              <p14:nvPr/>
            </p14:nvContentPartPr>
            <p14:xfrm>
              <a:off x="871029" y="1928425"/>
              <a:ext cx="11019600" cy="4746600"/>
            </p14:xfrm>
          </p:contentPart>
        </mc:Choice>
        <mc:Fallback xmlns="">
          <p:pic>
            <p:nvPicPr>
              <p:cNvPr id="295" name="Cerneală 294">
                <a:extLst>
                  <a:ext uri="{FF2B5EF4-FFF2-40B4-BE49-F238E27FC236}">
                    <a16:creationId xmlns:a16="http://schemas.microsoft.com/office/drawing/2014/main" id="{E430AE86-FCFC-448C-B40C-3E8215F6F7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3028" y="1910785"/>
                <a:ext cx="11055241" cy="4782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reptunghi 6">
            <a:extLst>
              <a:ext uri="{FF2B5EF4-FFF2-40B4-BE49-F238E27FC236}">
                <a16:creationId xmlns:a16="http://schemas.microsoft.com/office/drawing/2014/main" id="{47E71DCA-B62E-4A29-A28C-E299A286D812}"/>
              </a:ext>
            </a:extLst>
          </p:cNvPr>
          <p:cNvSpPr/>
          <p:nvPr/>
        </p:nvSpPr>
        <p:spPr>
          <a:xfrm>
            <a:off x="243904" y="137196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104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791BE43-9FFD-40EE-9252-4F8E6EE7F9DA}"/>
                  </a:ext>
                </a:extLst>
              </p14:cNvPr>
              <p14:cNvContentPartPr/>
              <p14:nvPr/>
            </p14:nvContentPartPr>
            <p14:xfrm>
              <a:off x="1130589" y="736825"/>
              <a:ext cx="270000" cy="223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791BE43-9FFD-40EE-9252-4F8E6EE7F9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949" y="719185"/>
                <a:ext cx="3056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AA7CA44-CB22-4848-9427-85A23003ECA5}"/>
                  </a:ext>
                </a:extLst>
              </p14:cNvPr>
              <p14:cNvContentPartPr/>
              <p14:nvPr/>
            </p14:nvContentPartPr>
            <p14:xfrm>
              <a:off x="6242589" y="392305"/>
              <a:ext cx="377280" cy="2750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AA7CA44-CB22-4848-9427-85A23003EC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24589" y="374665"/>
                <a:ext cx="4129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6591C6C0-5E38-49C3-9519-0EB3A8521D5C}"/>
                  </a:ext>
                </a:extLst>
              </p14:cNvPr>
              <p14:cNvContentPartPr/>
              <p14:nvPr/>
            </p14:nvContentPartPr>
            <p14:xfrm>
              <a:off x="8964909" y="240385"/>
              <a:ext cx="169560" cy="5436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6591C6C0-5E38-49C3-9519-0EB3A8521D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6909" y="222385"/>
                <a:ext cx="20520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1F9E608-D462-43B8-918F-B175D70BBCC6}"/>
                  </a:ext>
                </a:extLst>
              </p14:cNvPr>
              <p14:cNvContentPartPr/>
              <p14:nvPr/>
            </p14:nvContentPartPr>
            <p14:xfrm>
              <a:off x="11111949" y="187105"/>
              <a:ext cx="129960" cy="505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1F9E608-D462-43B8-918F-B175D70BBC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94309" y="169465"/>
                <a:ext cx="16560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DD8082D-372C-4E4B-8A24-CCD4E0D8ED97}"/>
                  </a:ext>
                </a:extLst>
              </p14:cNvPr>
              <p14:cNvContentPartPr/>
              <p14:nvPr/>
            </p14:nvContentPartPr>
            <p14:xfrm>
              <a:off x="10780029" y="293305"/>
              <a:ext cx="176040" cy="2898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DD8082D-372C-4E4B-8A24-CCD4E0D8ED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62029" y="275643"/>
                <a:ext cx="211680" cy="325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38D7BD2-20BD-4A37-B09A-740F0E0016FC}"/>
                  </a:ext>
                </a:extLst>
              </p14:cNvPr>
              <p14:cNvContentPartPr/>
              <p14:nvPr/>
            </p14:nvContentPartPr>
            <p14:xfrm>
              <a:off x="10515429" y="322105"/>
              <a:ext cx="173520" cy="271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38D7BD2-20BD-4A37-B09A-740F0E0016F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97789" y="304465"/>
                <a:ext cx="2091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43ACACB0-A6CE-465B-AB92-C6696C1CFD86}"/>
                  </a:ext>
                </a:extLst>
              </p14:cNvPr>
              <p14:cNvContentPartPr/>
              <p14:nvPr/>
            </p14:nvContentPartPr>
            <p14:xfrm>
              <a:off x="10038789" y="269185"/>
              <a:ext cx="352080" cy="4208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43ACACB0-A6CE-465B-AB92-C6696C1CFD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21131" y="251185"/>
                <a:ext cx="387756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DC5866C-7C11-439D-ABD2-4DF8408514E9}"/>
                  </a:ext>
                </a:extLst>
              </p14:cNvPr>
              <p14:cNvContentPartPr/>
              <p14:nvPr/>
            </p14:nvContentPartPr>
            <p14:xfrm>
              <a:off x="9823149" y="466465"/>
              <a:ext cx="71640" cy="1638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DC5866C-7C11-439D-ABD2-4DF8408514E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05149" y="448825"/>
                <a:ext cx="1072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EB72A018-5887-4DAC-865B-4B72B7BE4A10}"/>
                  </a:ext>
                </a:extLst>
              </p14:cNvPr>
              <p14:cNvContentPartPr/>
              <p14:nvPr/>
            </p14:nvContentPartPr>
            <p14:xfrm>
              <a:off x="9271269" y="388345"/>
              <a:ext cx="449640" cy="2440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EB72A018-5887-4DAC-865B-4B72B7BE4A1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53629" y="370679"/>
                <a:ext cx="485280" cy="279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A1C13C28-6B5D-4215-8E5B-0E6D697CF825}"/>
                  </a:ext>
                </a:extLst>
              </p14:cNvPr>
              <p14:cNvContentPartPr/>
              <p14:nvPr/>
            </p14:nvContentPartPr>
            <p14:xfrm>
              <a:off x="7156269" y="355585"/>
              <a:ext cx="1275840" cy="3031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A1C13C28-6B5D-4215-8E5B-0E6D697CF82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38269" y="337945"/>
                <a:ext cx="13114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25D3050-C82D-4924-9274-82E67B4FB169}"/>
                  </a:ext>
                </a:extLst>
              </p14:cNvPr>
              <p14:cNvContentPartPr/>
              <p14:nvPr/>
            </p14:nvContentPartPr>
            <p14:xfrm>
              <a:off x="5023989" y="310585"/>
              <a:ext cx="859680" cy="4161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25D3050-C82D-4924-9274-82E67B4FB16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06349" y="292930"/>
                <a:ext cx="895320" cy="451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8E32724F-29CE-4492-9460-414A11314B7B}"/>
                  </a:ext>
                </a:extLst>
              </p14:cNvPr>
              <p14:cNvContentPartPr/>
              <p14:nvPr/>
            </p14:nvContentPartPr>
            <p14:xfrm>
              <a:off x="3017349" y="405265"/>
              <a:ext cx="1467360" cy="5702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8E32724F-29CE-4492-9460-414A11314B7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99349" y="387625"/>
                <a:ext cx="1503000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76D5537-F527-43D8-9396-80C227080B31}"/>
                  </a:ext>
                </a:extLst>
              </p14:cNvPr>
              <p14:cNvContentPartPr/>
              <p14:nvPr/>
            </p14:nvContentPartPr>
            <p14:xfrm>
              <a:off x="1703349" y="491305"/>
              <a:ext cx="875520" cy="317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76D5537-F527-43D8-9396-80C227080B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85356" y="473665"/>
                <a:ext cx="911145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1710F1A-8F1F-4FBA-964F-7BF6EBB2CC1E}"/>
                  </a:ext>
                </a:extLst>
              </p14:cNvPr>
              <p14:cNvContentPartPr/>
              <p14:nvPr/>
            </p14:nvContentPartPr>
            <p14:xfrm>
              <a:off x="1818549" y="1593985"/>
              <a:ext cx="213480" cy="2840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1710F1A-8F1F-4FBA-964F-7BF6EBB2CC1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800549" y="1575985"/>
                <a:ext cx="2491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A5D75993-FB91-416D-987B-4AF810848340}"/>
                  </a:ext>
                </a:extLst>
              </p14:cNvPr>
              <p14:cNvContentPartPr/>
              <p14:nvPr/>
            </p14:nvContentPartPr>
            <p14:xfrm>
              <a:off x="4403349" y="1674265"/>
              <a:ext cx="151920" cy="612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A5D75993-FB91-416D-987B-4AF8108483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85709" y="1656625"/>
                <a:ext cx="1875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26F6D30B-C947-46B7-AB75-DC373ACCAB7F}"/>
                  </a:ext>
                </a:extLst>
              </p14:cNvPr>
              <p14:cNvContentPartPr/>
              <p14:nvPr/>
            </p14:nvContentPartPr>
            <p14:xfrm>
              <a:off x="4465989" y="1780825"/>
              <a:ext cx="178200" cy="144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26F6D30B-C947-46B7-AB75-DC373ACCAB7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47989" y="1762825"/>
                <a:ext cx="2138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67FE26CC-949A-46C3-8956-91ABE7E581FC}"/>
                  </a:ext>
                </a:extLst>
              </p14:cNvPr>
              <p14:cNvContentPartPr/>
              <p14:nvPr/>
            </p14:nvContentPartPr>
            <p14:xfrm>
              <a:off x="4752189" y="1646545"/>
              <a:ext cx="190080" cy="1486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67FE26CC-949A-46C3-8956-91ABE7E581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34189" y="1628545"/>
                <a:ext cx="225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CBC7B91C-D281-4894-8857-ED617284DCA0}"/>
                  </a:ext>
                </a:extLst>
              </p14:cNvPr>
              <p14:cNvContentPartPr/>
              <p14:nvPr/>
            </p14:nvContentPartPr>
            <p14:xfrm>
              <a:off x="4041909" y="1588225"/>
              <a:ext cx="226440" cy="3175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CBC7B91C-D281-4894-8857-ED617284DCA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23909" y="1570565"/>
                <a:ext cx="262080" cy="35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B7FC03D8-9E9C-49C1-B72F-3F4F646E5BDA}"/>
                  </a:ext>
                </a:extLst>
              </p14:cNvPr>
              <p14:cNvContentPartPr/>
              <p14:nvPr/>
            </p14:nvContentPartPr>
            <p14:xfrm>
              <a:off x="3291669" y="1496425"/>
              <a:ext cx="619200" cy="4161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B7FC03D8-9E9C-49C1-B72F-3F4F646E5BD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73669" y="1478785"/>
                <a:ext cx="65484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4878B37-64C5-43C8-B0A8-558492702B93}"/>
                  </a:ext>
                </a:extLst>
              </p14:cNvPr>
              <p14:cNvContentPartPr/>
              <p14:nvPr/>
            </p14:nvContentPartPr>
            <p14:xfrm>
              <a:off x="2473389" y="1605865"/>
              <a:ext cx="637560" cy="2718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4878B37-64C5-43C8-B0A8-558492702B9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55749" y="1587865"/>
                <a:ext cx="67320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E4194DE1-33C3-4328-9E8C-14C50F069919}"/>
                  </a:ext>
                </a:extLst>
              </p14:cNvPr>
              <p14:cNvContentPartPr/>
              <p14:nvPr/>
            </p14:nvContentPartPr>
            <p14:xfrm>
              <a:off x="6282189" y="1610905"/>
              <a:ext cx="594360" cy="928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E4194DE1-33C3-4328-9E8C-14C50F06991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264189" y="1593265"/>
                <a:ext cx="63000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02E75AA-5A1F-475A-917B-5EF877FE0BBB}"/>
                  </a:ext>
                </a:extLst>
              </p14:cNvPr>
              <p14:cNvContentPartPr/>
              <p14:nvPr/>
            </p14:nvContentPartPr>
            <p14:xfrm>
              <a:off x="7223589" y="1573465"/>
              <a:ext cx="673920" cy="925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02E75AA-5A1F-475A-917B-5EF877FE0BB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05589" y="1555465"/>
                <a:ext cx="70956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7AD8485-D36A-49FB-87E4-8871C0C82950}"/>
                  </a:ext>
                </a:extLst>
              </p14:cNvPr>
              <p14:cNvContentPartPr/>
              <p14:nvPr/>
            </p14:nvContentPartPr>
            <p14:xfrm>
              <a:off x="7880949" y="1496425"/>
              <a:ext cx="3960" cy="129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7AD8485-D36A-49FB-87E4-8871C0C8295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63309" y="1478785"/>
                <a:ext cx="39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3F6971FF-8B2A-4842-8CAF-63A8F9693952}"/>
                  </a:ext>
                </a:extLst>
              </p14:cNvPr>
              <p14:cNvContentPartPr/>
              <p14:nvPr/>
            </p14:nvContentPartPr>
            <p14:xfrm>
              <a:off x="9702189" y="1133185"/>
              <a:ext cx="1493640" cy="450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3F6971FF-8B2A-4842-8CAF-63A8F969395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84189" y="1115185"/>
                <a:ext cx="152928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062A9DF4-EAEA-4EC9-9967-27D307648BEE}"/>
                  </a:ext>
                </a:extLst>
              </p14:cNvPr>
              <p14:cNvContentPartPr/>
              <p14:nvPr/>
            </p14:nvContentPartPr>
            <p14:xfrm>
              <a:off x="8165709" y="1298785"/>
              <a:ext cx="1116000" cy="6030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062A9DF4-EAEA-4EC9-9967-27D307648BE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48069" y="1280785"/>
                <a:ext cx="115164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D3740278-6646-4AE3-BF11-9DFE5272546E}"/>
                  </a:ext>
                </a:extLst>
              </p14:cNvPr>
              <p14:cNvContentPartPr/>
              <p14:nvPr/>
            </p14:nvContentPartPr>
            <p14:xfrm>
              <a:off x="2550069" y="2003305"/>
              <a:ext cx="8512560" cy="14965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D3740278-6646-4AE3-BF11-9DFE5272546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32429" y="1985661"/>
                <a:ext cx="8548200" cy="1532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7E4B0B0E-C330-41AC-9E38-C415421DDCAA}"/>
                  </a:ext>
                </a:extLst>
              </p14:cNvPr>
              <p14:cNvContentPartPr/>
              <p14:nvPr/>
            </p14:nvContentPartPr>
            <p14:xfrm>
              <a:off x="6985629" y="3729505"/>
              <a:ext cx="16920" cy="2088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7E4B0B0E-C330-41AC-9E38-C415421DDCA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967629" y="3711865"/>
                <a:ext cx="525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36D5E5B3-0D77-4A56-8E3A-0DD8993505C3}"/>
                  </a:ext>
                </a:extLst>
              </p14:cNvPr>
              <p14:cNvContentPartPr/>
              <p14:nvPr/>
            </p14:nvContentPartPr>
            <p14:xfrm>
              <a:off x="6872229" y="3657145"/>
              <a:ext cx="265680" cy="100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36D5E5B3-0D77-4A56-8E3A-0DD8993505C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854229" y="3639505"/>
                <a:ext cx="301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821624DC-0FF2-459B-A97F-2D6CD1F98ECC}"/>
                  </a:ext>
                </a:extLst>
              </p14:cNvPr>
              <p14:cNvContentPartPr/>
              <p14:nvPr/>
            </p14:nvContentPartPr>
            <p14:xfrm>
              <a:off x="7637589" y="4013545"/>
              <a:ext cx="360" cy="3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821624DC-0FF2-459B-A97F-2D6CD1F98EC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19589" y="3995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587259BC-B03E-40B0-85BA-A3B8404897EF}"/>
                  </a:ext>
                </a:extLst>
              </p14:cNvPr>
              <p14:cNvContentPartPr/>
              <p14:nvPr/>
            </p14:nvContentPartPr>
            <p14:xfrm>
              <a:off x="3066669" y="4376785"/>
              <a:ext cx="63000" cy="64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587259BC-B03E-40B0-85BA-A3B8404897E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49029" y="4358785"/>
                <a:ext cx="986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EFD9A746-3D66-41B2-AAEA-16A3062BDCD6}"/>
                  </a:ext>
                </a:extLst>
              </p14:cNvPr>
              <p14:cNvContentPartPr/>
              <p14:nvPr/>
            </p14:nvContentPartPr>
            <p14:xfrm>
              <a:off x="3072069" y="4507105"/>
              <a:ext cx="55080" cy="5436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EFD9A746-3D66-41B2-AAEA-16A3062BDCD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054429" y="4489465"/>
                <a:ext cx="907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1C8BA573-775E-4590-B1F7-1AF17E30FC3F}"/>
                  </a:ext>
                </a:extLst>
              </p14:cNvPr>
              <p14:cNvContentPartPr/>
              <p14:nvPr/>
            </p14:nvContentPartPr>
            <p14:xfrm>
              <a:off x="4326309" y="4461025"/>
              <a:ext cx="173160" cy="1620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1C8BA573-775E-4590-B1F7-1AF17E30FC3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308309" y="4443385"/>
                <a:ext cx="20880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FFEE4017-855E-4105-85F6-E7547650D906}"/>
                  </a:ext>
                </a:extLst>
              </p14:cNvPr>
              <p14:cNvContentPartPr/>
              <p14:nvPr/>
            </p14:nvContentPartPr>
            <p14:xfrm>
              <a:off x="4364829" y="4566865"/>
              <a:ext cx="156960" cy="151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FFEE4017-855E-4105-85F6-E7547650D90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46829" y="4549225"/>
                <a:ext cx="1926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C32E2BC5-7AC7-4A13-8AC8-EA8B4AB4E810}"/>
                  </a:ext>
                </a:extLst>
              </p14:cNvPr>
              <p14:cNvContentPartPr/>
              <p14:nvPr/>
            </p14:nvContentPartPr>
            <p14:xfrm>
              <a:off x="4898709" y="4373185"/>
              <a:ext cx="203760" cy="29808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C32E2BC5-7AC7-4A13-8AC8-EA8B4AB4E81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880709" y="4355185"/>
                <a:ext cx="2394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01421493-0928-446E-8491-64B0D2E807D2}"/>
                  </a:ext>
                </a:extLst>
              </p14:cNvPr>
              <p14:cNvContentPartPr/>
              <p14:nvPr/>
            </p14:nvContentPartPr>
            <p14:xfrm>
              <a:off x="3305709" y="4278145"/>
              <a:ext cx="867240" cy="41040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01421493-0928-446E-8491-64B0D2E807D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288062" y="4260145"/>
                <a:ext cx="902895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F6ED75E5-6F1C-49DB-BC36-7B941C4B5A79}"/>
                  </a:ext>
                </a:extLst>
              </p14:cNvPr>
              <p14:cNvContentPartPr/>
              <p14:nvPr/>
            </p14:nvContentPartPr>
            <p14:xfrm>
              <a:off x="2478069" y="4340425"/>
              <a:ext cx="467640" cy="2530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F6ED75E5-6F1C-49DB-BC36-7B941C4B5A7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60069" y="4322785"/>
                <a:ext cx="50328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A123B21B-707F-4556-8691-11B6F48888F0}"/>
                  </a:ext>
                </a:extLst>
              </p14:cNvPr>
              <p14:cNvContentPartPr/>
              <p14:nvPr/>
            </p14:nvContentPartPr>
            <p14:xfrm>
              <a:off x="1843029" y="4220185"/>
              <a:ext cx="310320" cy="49068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A123B21B-707F-4556-8691-11B6F48888F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825029" y="4202545"/>
                <a:ext cx="34596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78BD412F-3C29-4F33-AE1E-0FCF26240D8B}"/>
                  </a:ext>
                </a:extLst>
              </p14:cNvPr>
              <p14:cNvContentPartPr/>
              <p14:nvPr/>
            </p14:nvContentPartPr>
            <p14:xfrm>
              <a:off x="7120989" y="3768025"/>
              <a:ext cx="161640" cy="28296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78BD412F-3C29-4F33-AE1E-0FCF26240D8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102989" y="3750363"/>
                <a:ext cx="197280" cy="318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CDC350D3-BDCD-486E-9A43-016A9852F195}"/>
                  </a:ext>
                </a:extLst>
              </p14:cNvPr>
              <p14:cNvContentPartPr/>
              <p14:nvPr/>
            </p14:nvContentPartPr>
            <p14:xfrm>
              <a:off x="6063669" y="3705385"/>
              <a:ext cx="457920" cy="2764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CDC350D3-BDCD-486E-9A43-016A9852F19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46029" y="3687745"/>
                <a:ext cx="4935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AD9F1929-05FA-43F4-8EEB-E91BD5698DF2}"/>
                  </a:ext>
                </a:extLst>
              </p14:cNvPr>
              <p14:cNvContentPartPr/>
              <p14:nvPr/>
            </p14:nvContentPartPr>
            <p14:xfrm>
              <a:off x="4813749" y="3690985"/>
              <a:ext cx="804600" cy="26388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AD9F1929-05FA-43F4-8EEB-E91BD5698DF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95749" y="3672985"/>
                <a:ext cx="8402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461A407B-511C-4C36-9800-4F55B58BE430}"/>
                  </a:ext>
                </a:extLst>
              </p14:cNvPr>
              <p14:cNvContentPartPr/>
              <p14:nvPr/>
            </p14:nvContentPartPr>
            <p14:xfrm>
              <a:off x="5823189" y="4428625"/>
              <a:ext cx="727560" cy="16200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461A407B-511C-4C36-9800-4F55B58BE43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05189" y="4410625"/>
                <a:ext cx="7632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33D0A803-A43D-40D9-99E4-48D829C120A2}"/>
                  </a:ext>
                </a:extLst>
              </p14:cNvPr>
              <p14:cNvContentPartPr/>
              <p14:nvPr/>
            </p14:nvContentPartPr>
            <p14:xfrm>
              <a:off x="7021269" y="4148185"/>
              <a:ext cx="1949400" cy="4194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33D0A803-A43D-40D9-99E4-48D829C120A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003269" y="4130545"/>
                <a:ext cx="198504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8B6E1E9D-195E-42D7-86DC-8724A10BA558}"/>
                  </a:ext>
                </a:extLst>
              </p14:cNvPr>
              <p14:cNvContentPartPr/>
              <p14:nvPr/>
            </p14:nvContentPartPr>
            <p14:xfrm>
              <a:off x="9406989" y="4147465"/>
              <a:ext cx="429840" cy="2552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8B6E1E9D-195E-42D7-86DC-8724A10BA55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389349" y="4129825"/>
                <a:ext cx="4654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7D95563B-DF19-4920-9FFA-2AB8E9E17E6B}"/>
                  </a:ext>
                </a:extLst>
              </p14:cNvPr>
              <p14:cNvContentPartPr/>
              <p14:nvPr/>
            </p14:nvContentPartPr>
            <p14:xfrm>
              <a:off x="10202589" y="3978625"/>
              <a:ext cx="1340280" cy="41832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7D95563B-DF19-4920-9FFA-2AB8E9E17E6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184954" y="3960625"/>
                <a:ext cx="137591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1140B018-B731-4100-BC71-63950AD1E535}"/>
                  </a:ext>
                </a:extLst>
              </p14:cNvPr>
              <p14:cNvContentPartPr/>
              <p14:nvPr/>
            </p14:nvContentPartPr>
            <p14:xfrm>
              <a:off x="4417749" y="4927945"/>
              <a:ext cx="446760" cy="29664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1140B018-B731-4100-BC71-63950AD1E53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399749" y="4909945"/>
                <a:ext cx="48240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73172784-FC8E-4C38-9375-A8F265D5EA03}"/>
                  </a:ext>
                </a:extLst>
              </p14:cNvPr>
              <p14:cNvContentPartPr/>
              <p14:nvPr/>
            </p14:nvContentPartPr>
            <p14:xfrm>
              <a:off x="7846749" y="4770265"/>
              <a:ext cx="31320" cy="2304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73172784-FC8E-4C38-9375-A8F265D5EA0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29109" y="4752625"/>
                <a:ext cx="669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01E7F6D8-EE8E-4DB2-85D6-651C21E14AB8}"/>
                  </a:ext>
                </a:extLst>
              </p14:cNvPr>
              <p14:cNvContentPartPr/>
              <p14:nvPr/>
            </p14:nvContentPartPr>
            <p14:xfrm>
              <a:off x="10037349" y="4548865"/>
              <a:ext cx="1295640" cy="31068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01E7F6D8-EE8E-4DB2-85D6-651C21E14AB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019709" y="4531225"/>
                <a:ext cx="133128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4497464A-9292-467B-827E-167808E95B23}"/>
                  </a:ext>
                </a:extLst>
              </p14:cNvPr>
              <p14:cNvContentPartPr/>
              <p14:nvPr/>
            </p14:nvContentPartPr>
            <p14:xfrm>
              <a:off x="8812629" y="4733185"/>
              <a:ext cx="651600" cy="2548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4497464A-9292-467B-827E-167808E95B2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794989" y="4715570"/>
                <a:ext cx="687240" cy="2904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038339D9-51B3-4BA6-BC22-B0A78D000DA0}"/>
                  </a:ext>
                </a:extLst>
              </p14:cNvPr>
              <p14:cNvContentPartPr/>
              <p14:nvPr/>
            </p14:nvContentPartPr>
            <p14:xfrm>
              <a:off x="7849269" y="4859905"/>
              <a:ext cx="422280" cy="18108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038339D9-51B3-4BA6-BC22-B0A78D000DA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831269" y="4842265"/>
                <a:ext cx="457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73F5F311-3C3E-4CF8-89AA-40E23FA576C4}"/>
                  </a:ext>
                </a:extLst>
              </p14:cNvPr>
              <p14:cNvContentPartPr/>
              <p14:nvPr/>
            </p14:nvContentPartPr>
            <p14:xfrm>
              <a:off x="7069509" y="4814185"/>
              <a:ext cx="384480" cy="22968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73F5F311-3C3E-4CF8-89AA-40E23FA576C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051852" y="4796185"/>
                <a:ext cx="420153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A585F4D9-93D5-4B71-ACD7-22C3E02F3629}"/>
                  </a:ext>
                </a:extLst>
              </p14:cNvPr>
              <p14:cNvContentPartPr/>
              <p14:nvPr/>
            </p14:nvContentPartPr>
            <p14:xfrm>
              <a:off x="5216589" y="4817425"/>
              <a:ext cx="1341720" cy="29844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A585F4D9-93D5-4B71-ACD7-22C3E02F362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198589" y="4799447"/>
                <a:ext cx="1377360" cy="334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8E9A82CE-BABC-4408-8A50-1B660C4E1075}"/>
                  </a:ext>
                </a:extLst>
              </p14:cNvPr>
              <p14:cNvContentPartPr/>
              <p14:nvPr/>
            </p14:nvContentPartPr>
            <p14:xfrm>
              <a:off x="2506869" y="4909585"/>
              <a:ext cx="1770120" cy="101772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8E9A82CE-BABC-4408-8A50-1B660C4E107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489225" y="4891939"/>
                <a:ext cx="1805767" cy="10533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8BD82048-87A8-4CF4-98BF-EB68E33FC5A0}"/>
                  </a:ext>
                </a:extLst>
              </p14:cNvPr>
              <p14:cNvContentPartPr/>
              <p14:nvPr/>
            </p14:nvContentPartPr>
            <p14:xfrm>
              <a:off x="5692869" y="6156265"/>
              <a:ext cx="34920" cy="24192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8BD82048-87A8-4CF4-98BF-EB68E33FC5A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675229" y="6138625"/>
                <a:ext cx="705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4A07A429-FB55-4307-8136-3EA591C0F78B}"/>
                  </a:ext>
                </a:extLst>
              </p14:cNvPr>
              <p14:cNvContentPartPr/>
              <p14:nvPr/>
            </p14:nvContentPartPr>
            <p14:xfrm>
              <a:off x="7083909" y="6249505"/>
              <a:ext cx="336600" cy="40176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4A07A429-FB55-4307-8136-3EA591C0F78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065909" y="6231505"/>
                <a:ext cx="37224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BAB7EC4B-9407-46B3-A0A0-FB714F0484E3}"/>
                  </a:ext>
                </a:extLst>
              </p14:cNvPr>
              <p14:cNvContentPartPr/>
              <p14:nvPr/>
            </p14:nvContentPartPr>
            <p14:xfrm>
              <a:off x="6289749" y="6208105"/>
              <a:ext cx="553320" cy="31176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BAB7EC4B-9407-46B3-A0A0-FB714F0484E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71749" y="6190105"/>
                <a:ext cx="5889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6FB4123C-0485-4B5E-A1BA-EA7201ACB5B3}"/>
                  </a:ext>
                </a:extLst>
              </p14:cNvPr>
              <p14:cNvContentPartPr/>
              <p14:nvPr/>
            </p14:nvContentPartPr>
            <p14:xfrm>
              <a:off x="7558029" y="6023425"/>
              <a:ext cx="252000" cy="70416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6FB4123C-0485-4B5E-A1BA-EA7201ACB5B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540389" y="6005425"/>
                <a:ext cx="287640" cy="7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EF5FD726-5498-4565-BCCA-142E55D6CD39}"/>
                  </a:ext>
                </a:extLst>
              </p14:cNvPr>
              <p14:cNvContentPartPr/>
              <p14:nvPr/>
            </p14:nvContentPartPr>
            <p14:xfrm>
              <a:off x="4597029" y="5960425"/>
              <a:ext cx="843480" cy="56772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EF5FD726-5498-4565-BCCA-142E55D6CD3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579029" y="5942785"/>
                <a:ext cx="87912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0663E9B2-24A7-4C84-B771-E0B12EF442D7}"/>
                  </a:ext>
                </a:extLst>
              </p14:cNvPr>
              <p14:cNvContentPartPr/>
              <p14:nvPr/>
            </p14:nvContentPartPr>
            <p14:xfrm>
              <a:off x="4613589" y="5818585"/>
              <a:ext cx="3366360" cy="94320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0663E9B2-24A7-4C84-B771-E0B12EF442D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595949" y="5782945"/>
                <a:ext cx="3402000" cy="10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3EC8EAAB-296D-4C55-AAFE-22B497F39A94}"/>
                  </a:ext>
                </a:extLst>
              </p14:cNvPr>
              <p14:cNvContentPartPr/>
              <p14:nvPr/>
            </p14:nvContentPartPr>
            <p14:xfrm>
              <a:off x="4467069" y="3536185"/>
              <a:ext cx="3412800" cy="74736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3EC8EAAB-296D-4C55-AAFE-22B497F39A9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449429" y="3500545"/>
                <a:ext cx="3448440" cy="81900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Dreptunghi 60">
            <a:extLst>
              <a:ext uri="{FF2B5EF4-FFF2-40B4-BE49-F238E27FC236}">
                <a16:creationId xmlns:a16="http://schemas.microsoft.com/office/drawing/2014/main" id="{71F487C4-CE2D-4C65-8D5F-8F632585A505}"/>
              </a:ext>
            </a:extLst>
          </p:cNvPr>
          <p:cNvSpPr/>
          <p:nvPr/>
        </p:nvSpPr>
        <p:spPr>
          <a:xfrm>
            <a:off x="243904" y="137196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177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F42DA657-27E6-4A5A-ADD7-99535A0EE0E4}"/>
                  </a:ext>
                </a:extLst>
              </p14:cNvPr>
              <p14:cNvContentPartPr/>
              <p14:nvPr/>
            </p14:nvContentPartPr>
            <p14:xfrm>
              <a:off x="795429" y="320665"/>
              <a:ext cx="479160" cy="277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F42DA657-27E6-4A5A-ADD7-99535A0EE0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7429" y="285025"/>
                <a:ext cx="51480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2ED09966-C489-4C43-9EBE-485D98A170A5}"/>
                  </a:ext>
                </a:extLst>
              </p14:cNvPr>
              <p14:cNvContentPartPr/>
              <p14:nvPr/>
            </p14:nvContentPartPr>
            <p14:xfrm>
              <a:off x="1351989" y="442345"/>
              <a:ext cx="354600" cy="127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2ED09966-C489-4C43-9EBE-485D98A170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3989" y="406345"/>
                <a:ext cx="390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B299634-9236-4CF9-AF9C-1B67796C5E04}"/>
                  </a:ext>
                </a:extLst>
              </p14:cNvPr>
              <p14:cNvContentPartPr/>
              <p14:nvPr/>
            </p14:nvContentPartPr>
            <p14:xfrm>
              <a:off x="2406069" y="427945"/>
              <a:ext cx="604440" cy="1648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B299634-9236-4CF9-AF9C-1B67796C5E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8429" y="392305"/>
                <a:ext cx="64008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49279A5-EA4A-426D-A317-BE0968390B2E}"/>
                  </a:ext>
                </a:extLst>
              </p14:cNvPr>
              <p14:cNvContentPartPr/>
              <p14:nvPr/>
            </p14:nvContentPartPr>
            <p14:xfrm>
              <a:off x="3119229" y="198265"/>
              <a:ext cx="370800" cy="394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49279A5-EA4A-426D-A317-BE0968390B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1589" y="162265"/>
                <a:ext cx="40644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F529E37-8AED-4F05-A889-D8E7E64D5578}"/>
                  </a:ext>
                </a:extLst>
              </p14:cNvPr>
              <p14:cNvContentPartPr/>
              <p14:nvPr/>
            </p14:nvContentPartPr>
            <p14:xfrm>
              <a:off x="3460149" y="298345"/>
              <a:ext cx="13680" cy="61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F529E37-8AED-4F05-A889-D8E7E64D55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42149" y="262345"/>
                <a:ext cx="493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FF8CB77-7201-4ACE-8606-BFF25B162F54}"/>
                  </a:ext>
                </a:extLst>
              </p14:cNvPr>
              <p14:cNvContentPartPr/>
              <p14:nvPr/>
            </p14:nvContentPartPr>
            <p14:xfrm>
              <a:off x="3613869" y="179905"/>
              <a:ext cx="303480" cy="702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FF8CB77-7201-4ACE-8606-BFF25B162F5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96229" y="143905"/>
                <a:ext cx="339120" cy="7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E596AFF-2134-4BFA-A6FD-637386C82595}"/>
                  </a:ext>
                </a:extLst>
              </p14:cNvPr>
              <p14:cNvContentPartPr/>
              <p14:nvPr/>
            </p14:nvContentPartPr>
            <p14:xfrm>
              <a:off x="3628629" y="473665"/>
              <a:ext cx="396000" cy="146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E596AFF-2134-4BFA-A6FD-637386C8259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0629" y="438025"/>
                <a:ext cx="4316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B6A64CB-80E3-44C9-A20E-26CE79EF2D12}"/>
                  </a:ext>
                </a:extLst>
              </p14:cNvPr>
              <p14:cNvContentPartPr/>
              <p14:nvPr/>
            </p14:nvContentPartPr>
            <p14:xfrm>
              <a:off x="4044069" y="307705"/>
              <a:ext cx="23040" cy="590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B6A64CB-80E3-44C9-A20E-26CE79EF2D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6069" y="271705"/>
                <a:ext cx="586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801263D3-45D7-4606-94CD-5682C9B5684D}"/>
                  </a:ext>
                </a:extLst>
              </p14:cNvPr>
              <p14:cNvContentPartPr/>
              <p14:nvPr/>
            </p14:nvContentPartPr>
            <p14:xfrm>
              <a:off x="4209669" y="444505"/>
              <a:ext cx="474840" cy="1472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801263D3-45D7-4606-94CD-5682C9B5684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91669" y="408505"/>
                <a:ext cx="51048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60BED5F1-DCA1-4416-97B6-F26F77217113}"/>
                  </a:ext>
                </a:extLst>
              </p14:cNvPr>
              <p14:cNvContentPartPr/>
              <p14:nvPr/>
            </p14:nvContentPartPr>
            <p14:xfrm>
              <a:off x="4567509" y="259465"/>
              <a:ext cx="62280" cy="799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60BED5F1-DCA1-4416-97B6-F26F7721711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49509" y="223465"/>
                <a:ext cx="979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9B48A57-9199-47A5-91F5-5DCB6EA68F72}"/>
                  </a:ext>
                </a:extLst>
              </p14:cNvPr>
              <p14:cNvContentPartPr/>
              <p14:nvPr/>
            </p14:nvContentPartPr>
            <p14:xfrm>
              <a:off x="4744989" y="434065"/>
              <a:ext cx="622080" cy="1638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9B48A57-9199-47A5-91F5-5DCB6EA68F7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27349" y="398065"/>
                <a:ext cx="6577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DA238E6-A2FA-4099-B580-082A7EF0E894}"/>
                  </a:ext>
                </a:extLst>
              </p14:cNvPr>
              <p14:cNvContentPartPr/>
              <p14:nvPr/>
            </p14:nvContentPartPr>
            <p14:xfrm>
              <a:off x="6174189" y="341545"/>
              <a:ext cx="7920" cy="4136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DA238E6-A2FA-4099-B580-082A7EF0E89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56549" y="305545"/>
                <a:ext cx="4356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D777C7AE-E131-4543-AEFC-AB1A7D900BD4}"/>
                  </a:ext>
                </a:extLst>
              </p14:cNvPr>
              <p14:cNvContentPartPr/>
              <p14:nvPr/>
            </p14:nvContentPartPr>
            <p14:xfrm>
              <a:off x="6070869" y="375025"/>
              <a:ext cx="281520" cy="1321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D777C7AE-E131-4543-AEFC-AB1A7D900BD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53229" y="339385"/>
                <a:ext cx="3171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14B8DAA4-C1DE-4D43-84D0-0664476546CB}"/>
                  </a:ext>
                </a:extLst>
              </p14:cNvPr>
              <p14:cNvContentPartPr/>
              <p14:nvPr/>
            </p14:nvContentPartPr>
            <p14:xfrm>
              <a:off x="6394509" y="270985"/>
              <a:ext cx="909360" cy="6289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14B8DAA4-C1DE-4D43-84D0-0664476546C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76509" y="235345"/>
                <a:ext cx="94500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BFF1762-4E25-40E6-BEB9-6B1C2C3EC875}"/>
                  </a:ext>
                </a:extLst>
              </p14:cNvPr>
              <p14:cNvContentPartPr/>
              <p14:nvPr/>
            </p14:nvContentPartPr>
            <p14:xfrm>
              <a:off x="8004069" y="341545"/>
              <a:ext cx="5040" cy="1062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BFF1762-4E25-40E6-BEB9-6B1C2C3EC87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86429" y="305545"/>
                <a:ext cx="406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50FD16DD-3C29-4FA7-8263-2877F8E79D79}"/>
                  </a:ext>
                </a:extLst>
              </p14:cNvPr>
              <p14:cNvContentPartPr/>
              <p14:nvPr/>
            </p14:nvContentPartPr>
            <p14:xfrm>
              <a:off x="7892469" y="192505"/>
              <a:ext cx="675720" cy="2563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50FD16DD-3C29-4FA7-8263-2877F8E79D7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74829" y="156505"/>
                <a:ext cx="7113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489606C-55AD-4ECE-A5BC-86580F6A370B}"/>
                  </a:ext>
                </a:extLst>
              </p14:cNvPr>
              <p14:cNvContentPartPr/>
              <p14:nvPr/>
            </p14:nvContentPartPr>
            <p14:xfrm>
              <a:off x="8513109" y="168025"/>
              <a:ext cx="360" cy="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489606C-55AD-4ECE-A5BC-86580F6A370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495469" y="1320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870787C-9ACC-4A6C-BAED-1801FEDA4110}"/>
                  </a:ext>
                </a:extLst>
              </p14:cNvPr>
              <p14:cNvContentPartPr/>
              <p14:nvPr/>
            </p14:nvContentPartPr>
            <p14:xfrm>
              <a:off x="8691309" y="110425"/>
              <a:ext cx="226440" cy="3650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870787C-9ACC-4A6C-BAED-1801FEDA411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673669" y="74785"/>
                <a:ext cx="26208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8E8AF0AB-708E-4551-BF81-A75A70C1A138}"/>
                  </a:ext>
                </a:extLst>
              </p14:cNvPr>
              <p14:cNvContentPartPr/>
              <p14:nvPr/>
            </p14:nvContentPartPr>
            <p14:xfrm>
              <a:off x="8912709" y="273865"/>
              <a:ext cx="36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8E8AF0AB-708E-4551-BF81-A75A70C1A13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94709" y="2378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AB049AD-EE20-457A-B7BA-F9B32A4BDE91}"/>
                  </a:ext>
                </a:extLst>
              </p14:cNvPr>
              <p14:cNvContentPartPr/>
              <p14:nvPr/>
            </p14:nvContentPartPr>
            <p14:xfrm>
              <a:off x="8623989" y="110425"/>
              <a:ext cx="375120" cy="558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AB049AD-EE20-457A-B7BA-F9B32A4BDE9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606349" y="74785"/>
                <a:ext cx="4107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2B66E8A-A0D5-4EA4-B433-47AA751D34B3}"/>
                  </a:ext>
                </a:extLst>
              </p14:cNvPr>
              <p14:cNvContentPartPr/>
              <p14:nvPr/>
            </p14:nvContentPartPr>
            <p14:xfrm>
              <a:off x="9005949" y="90265"/>
              <a:ext cx="503640" cy="4453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2B66E8A-A0D5-4EA4-B433-47AA751D34B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988309" y="54625"/>
                <a:ext cx="53928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5E094623-A184-457D-A7E3-D82D35128CCD}"/>
                  </a:ext>
                </a:extLst>
              </p14:cNvPr>
              <p14:cNvContentPartPr/>
              <p14:nvPr/>
            </p14:nvContentPartPr>
            <p14:xfrm>
              <a:off x="9703269" y="213385"/>
              <a:ext cx="159120" cy="278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5E094623-A184-457D-A7E3-D82D35128CC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85269" y="177745"/>
                <a:ext cx="19476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A6AFB49-2ACB-4E88-BC3E-E29D68E9D68C}"/>
                  </a:ext>
                </a:extLst>
              </p14:cNvPr>
              <p14:cNvContentPartPr/>
              <p14:nvPr/>
            </p14:nvContentPartPr>
            <p14:xfrm>
              <a:off x="9750069" y="721705"/>
              <a:ext cx="12960" cy="26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A6AFB49-2ACB-4E88-BC3E-E29D68E9D68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732069" y="685705"/>
                <a:ext cx="486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34" name="Cerneală 333">
                <a:extLst>
                  <a:ext uri="{FF2B5EF4-FFF2-40B4-BE49-F238E27FC236}">
                    <a16:creationId xmlns:a16="http://schemas.microsoft.com/office/drawing/2014/main" id="{12D9E919-A566-48D9-9A48-BCE7BF3FA6E4}"/>
                  </a:ext>
                </a:extLst>
              </p14:cNvPr>
              <p14:cNvContentPartPr/>
              <p14:nvPr/>
            </p14:nvContentPartPr>
            <p14:xfrm>
              <a:off x="436869" y="664105"/>
              <a:ext cx="11377800" cy="5803560"/>
            </p14:xfrm>
          </p:contentPart>
        </mc:Choice>
        <mc:Fallback xmlns="">
          <p:pic>
            <p:nvPicPr>
              <p:cNvPr id="334" name="Cerneală 333">
                <a:extLst>
                  <a:ext uri="{FF2B5EF4-FFF2-40B4-BE49-F238E27FC236}">
                    <a16:creationId xmlns:a16="http://schemas.microsoft.com/office/drawing/2014/main" id="{12D9E919-A566-48D9-9A48-BCE7BF3FA6E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19229" y="646465"/>
                <a:ext cx="11413440" cy="583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5747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CA579E7-D154-4D5A-B699-93B7DC38498A}"/>
                  </a:ext>
                </a:extLst>
              </p14:cNvPr>
              <p14:cNvContentPartPr/>
              <p14:nvPr/>
            </p14:nvContentPartPr>
            <p14:xfrm>
              <a:off x="4018869" y="725305"/>
              <a:ext cx="28800" cy="61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CA579E7-D154-4D5A-B699-93B7DC3849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01229" y="707665"/>
                <a:ext cx="644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7509088D-4AAE-477D-AE47-241E49E22131}"/>
                  </a:ext>
                </a:extLst>
              </p14:cNvPr>
              <p14:cNvContentPartPr/>
              <p14:nvPr/>
            </p14:nvContentPartPr>
            <p14:xfrm>
              <a:off x="3046149" y="564745"/>
              <a:ext cx="702000" cy="4183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7509088D-4AAE-477D-AE47-241E49E221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8140" y="546745"/>
                <a:ext cx="737658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802F371-8D51-47E9-9201-7435CA048BBC}"/>
                  </a:ext>
                </a:extLst>
              </p14:cNvPr>
              <p14:cNvContentPartPr/>
              <p14:nvPr/>
            </p14:nvContentPartPr>
            <p14:xfrm>
              <a:off x="461709" y="443065"/>
              <a:ext cx="2060280" cy="361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802F371-8D51-47E9-9201-7435CA048B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3709" y="425407"/>
                <a:ext cx="2095920" cy="396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FD44AE49-B19C-4570-9165-DFAD65F1DF1D}"/>
                  </a:ext>
                </a:extLst>
              </p14:cNvPr>
              <p14:cNvContentPartPr/>
              <p14:nvPr/>
            </p14:nvContentPartPr>
            <p14:xfrm>
              <a:off x="482589" y="1702705"/>
              <a:ext cx="192960" cy="7812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FD44AE49-B19C-4570-9165-DFAD65F1DF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4589" y="1684705"/>
                <a:ext cx="2286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015017CB-5844-4861-891E-2123262247D7}"/>
                  </a:ext>
                </a:extLst>
              </p14:cNvPr>
              <p14:cNvContentPartPr/>
              <p14:nvPr/>
            </p14:nvContentPartPr>
            <p14:xfrm>
              <a:off x="500229" y="1862185"/>
              <a:ext cx="178920" cy="24696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015017CB-5844-4861-891E-2123262247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2589" y="1844185"/>
                <a:ext cx="2145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4" name="Cerneală 293">
                <a:extLst>
                  <a:ext uri="{FF2B5EF4-FFF2-40B4-BE49-F238E27FC236}">
                    <a16:creationId xmlns:a16="http://schemas.microsoft.com/office/drawing/2014/main" id="{BB772379-B59D-4672-9C3C-DC9BBC8BB271}"/>
                  </a:ext>
                </a:extLst>
              </p14:cNvPr>
              <p14:cNvContentPartPr/>
              <p14:nvPr/>
            </p14:nvContentPartPr>
            <p14:xfrm>
              <a:off x="697509" y="3987265"/>
              <a:ext cx="158760" cy="19080"/>
            </p14:xfrm>
          </p:contentPart>
        </mc:Choice>
        <mc:Fallback xmlns="">
          <p:pic>
            <p:nvPicPr>
              <p:cNvPr id="294" name="Cerneală 293">
                <a:extLst>
                  <a:ext uri="{FF2B5EF4-FFF2-40B4-BE49-F238E27FC236}">
                    <a16:creationId xmlns:a16="http://schemas.microsoft.com/office/drawing/2014/main" id="{BB772379-B59D-4672-9C3C-DC9BBC8BB2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9509" y="3969265"/>
                <a:ext cx="1944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25E7D3B9-1AEE-4414-A55D-0803398F053C}"/>
                  </a:ext>
                </a:extLst>
              </p14:cNvPr>
              <p14:cNvContentPartPr/>
              <p14:nvPr/>
            </p14:nvContentPartPr>
            <p14:xfrm>
              <a:off x="519669" y="5037385"/>
              <a:ext cx="224640" cy="3996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25E7D3B9-1AEE-4414-A55D-0803398F05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1669" y="5019745"/>
                <a:ext cx="2602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7BBB735B-8039-4373-BDC0-BA8041CC4A03}"/>
                  </a:ext>
                </a:extLst>
              </p14:cNvPr>
              <p14:cNvContentPartPr/>
              <p14:nvPr/>
            </p14:nvContentPartPr>
            <p14:xfrm>
              <a:off x="524349" y="5451745"/>
              <a:ext cx="214200" cy="7308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7BBB735B-8039-4373-BDC0-BA8041CC4A0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6349" y="5434105"/>
                <a:ext cx="24984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8FC83FD6-941B-46AF-A28E-F9B24D535934}"/>
                  </a:ext>
                </a:extLst>
              </p14:cNvPr>
              <p14:cNvContentPartPr/>
              <p14:nvPr/>
            </p14:nvContentPartPr>
            <p14:xfrm>
              <a:off x="621549" y="5178145"/>
              <a:ext cx="168480" cy="17316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8FC83FD6-941B-46AF-A28E-F9B24D5359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3587" y="5160505"/>
                <a:ext cx="204044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217DB440-169E-4DF7-9229-395A153FEF9F}"/>
                  </a:ext>
                </a:extLst>
              </p14:cNvPr>
              <p14:cNvContentPartPr/>
              <p14:nvPr/>
            </p14:nvContentPartPr>
            <p14:xfrm>
              <a:off x="673389" y="3578305"/>
              <a:ext cx="203040" cy="28620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217DB440-169E-4DF7-9229-395A153FEF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5749" y="3560305"/>
                <a:ext cx="2386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42" name="Cerneală 441">
                <a:extLst>
                  <a:ext uri="{FF2B5EF4-FFF2-40B4-BE49-F238E27FC236}">
                    <a16:creationId xmlns:a16="http://schemas.microsoft.com/office/drawing/2014/main" id="{F6EF76D9-0A12-44D7-8FEF-DFD80D05D700}"/>
                  </a:ext>
                </a:extLst>
              </p14:cNvPr>
              <p14:cNvContentPartPr/>
              <p14:nvPr/>
            </p14:nvContentPartPr>
            <p14:xfrm>
              <a:off x="1157589" y="1096105"/>
              <a:ext cx="10552680" cy="5584320"/>
            </p14:xfrm>
          </p:contentPart>
        </mc:Choice>
        <mc:Fallback xmlns="">
          <p:pic>
            <p:nvPicPr>
              <p:cNvPr id="442" name="Cerneală 441">
                <a:extLst>
                  <a:ext uri="{FF2B5EF4-FFF2-40B4-BE49-F238E27FC236}">
                    <a16:creationId xmlns:a16="http://schemas.microsoft.com/office/drawing/2014/main" id="{F6EF76D9-0A12-44D7-8FEF-DFD80D05D70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39948" y="1078106"/>
                <a:ext cx="10588321" cy="561995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6056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AF21499-8320-4254-AAF4-32086881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06" y="502952"/>
            <a:ext cx="9692534" cy="6140481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D3310D1-9241-4439-B31D-25046CC11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37196"/>
            <a:ext cx="5800725" cy="466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48FD147F-B31D-442A-B633-AE4597D31AC0}"/>
                  </a:ext>
                </a:extLst>
              </p14:cNvPr>
              <p14:cNvContentPartPr/>
              <p14:nvPr/>
            </p14:nvContentPartPr>
            <p14:xfrm>
              <a:off x="39069" y="357025"/>
              <a:ext cx="10546560" cy="626652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48FD147F-B31D-442A-B633-AE4597D31A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29" y="339385"/>
                <a:ext cx="10582200" cy="630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8446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Introducerea </a:t>
            </a:r>
            <a:r>
              <a:rPr lang="ro-RO" sz="2800" b="1" dirty="0" err="1"/>
              <a:t>countere</a:t>
            </a:r>
            <a:r>
              <a:rPr lang="ro-RO" sz="2800" b="1" dirty="0"/>
              <a:t>-lor într-un program existent, în aplicații de tip </a:t>
            </a:r>
            <a:r>
              <a:rPr lang="ro-RO" sz="2800" b="1" i="1" dirty="0">
                <a:solidFill>
                  <a:srgbClr val="FF0000"/>
                </a:solidFill>
              </a:rPr>
              <a:t>Numărare de Evenimente</a:t>
            </a:r>
            <a:r>
              <a:rPr lang="ro-RO" sz="2800" b="1" dirty="0"/>
              <a:t>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Varianta 1: o singură acțiune pe fiecare stare;</a:t>
            </a:r>
          </a:p>
          <a:p>
            <a:pPr marL="2743200" lvl="5" indent="-457200">
              <a:buFontTx/>
              <a:buChar char="-"/>
            </a:pPr>
            <a:r>
              <a:rPr lang="ro-RO" sz="2800" b="1" dirty="0"/>
              <a:t>Varianta 2 – Acțiuni multiple pe o singură stare</a:t>
            </a:r>
          </a:p>
        </p:txBody>
      </p:sp>
    </p:spTree>
    <p:extLst>
      <p:ext uri="{BB962C8B-B14F-4D97-AF65-F5344CB8AC3E}">
        <p14:creationId xmlns:p14="http://schemas.microsoft.com/office/powerpoint/2010/main" val="1474390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4C1AC96C-883F-4C0E-91E6-1F0EBBC9612F}"/>
              </a:ext>
            </a:extLst>
          </p:cNvPr>
          <p:cNvSpPr/>
          <p:nvPr/>
        </p:nvSpPr>
        <p:spPr>
          <a:xfrm>
            <a:off x="243904" y="320074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3307ACC-9D08-43AA-A03A-F3BA54976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960147"/>
            <a:ext cx="9470443" cy="5212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D47B4C4-0FCA-4A7D-ADFE-8FC59C45ADEE}"/>
                  </a:ext>
                </a:extLst>
              </p14:cNvPr>
              <p14:cNvContentPartPr/>
              <p14:nvPr/>
            </p14:nvContentPartPr>
            <p14:xfrm>
              <a:off x="10988469" y="1392025"/>
              <a:ext cx="636120" cy="187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D47B4C4-0FCA-4A7D-ADFE-8FC59C45AD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70829" y="1374385"/>
                <a:ext cx="67176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050D751-A194-4660-8107-3F4CE0792650}"/>
                  </a:ext>
                </a:extLst>
              </p14:cNvPr>
              <p14:cNvContentPartPr/>
              <p14:nvPr/>
            </p14:nvContentPartPr>
            <p14:xfrm>
              <a:off x="10012869" y="1785505"/>
              <a:ext cx="1589400" cy="9820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050D751-A194-4660-8107-3F4CE07926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95229" y="1767865"/>
                <a:ext cx="1625040" cy="10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C18FA7F-96B3-4014-81DC-20F59433EDDE}"/>
                  </a:ext>
                </a:extLst>
              </p14:cNvPr>
              <p14:cNvContentPartPr/>
              <p14:nvPr/>
            </p14:nvContentPartPr>
            <p14:xfrm>
              <a:off x="10014669" y="1313545"/>
              <a:ext cx="489960" cy="3949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C18FA7F-96B3-4014-81DC-20F59433ED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97029" y="1295529"/>
                <a:ext cx="525600" cy="430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7CDDC4C-C825-4D6A-B2F9-A2362DAB9617}"/>
                  </a:ext>
                </a:extLst>
              </p14:cNvPr>
              <p14:cNvContentPartPr/>
              <p14:nvPr/>
            </p14:nvContentPartPr>
            <p14:xfrm>
              <a:off x="5413869" y="3833545"/>
              <a:ext cx="77400" cy="1137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7CDDC4C-C825-4D6A-B2F9-A2362DAB96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96229" y="3815545"/>
                <a:ext cx="113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94D03A1-D511-419C-863F-1D0F832DDEA2}"/>
                  </a:ext>
                </a:extLst>
              </p14:cNvPr>
              <p14:cNvContentPartPr/>
              <p14:nvPr/>
            </p14:nvContentPartPr>
            <p14:xfrm>
              <a:off x="5418909" y="4058185"/>
              <a:ext cx="102600" cy="1634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94D03A1-D511-419C-863F-1D0F832DDEA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00909" y="4040185"/>
                <a:ext cx="138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1109417-571F-4D99-A2EF-20CCBECD2B79}"/>
                  </a:ext>
                </a:extLst>
              </p14:cNvPr>
              <p14:cNvContentPartPr/>
              <p14:nvPr/>
            </p14:nvContentPartPr>
            <p14:xfrm>
              <a:off x="5387949" y="3588745"/>
              <a:ext cx="119880" cy="1328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1109417-571F-4D99-A2EF-20CCBECD2B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69949" y="3571105"/>
                <a:ext cx="1555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73578AD-373C-4162-BF5A-B2EE3E55CA3F}"/>
                  </a:ext>
                </a:extLst>
              </p14:cNvPr>
              <p14:cNvContentPartPr/>
              <p14:nvPr/>
            </p14:nvContentPartPr>
            <p14:xfrm>
              <a:off x="379989" y="6525985"/>
              <a:ext cx="597240" cy="432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73578AD-373C-4162-BF5A-B2EE3E55CA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1989" y="6508345"/>
                <a:ext cx="632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DF517552-5072-47FD-969C-0360444B2934}"/>
                  </a:ext>
                </a:extLst>
              </p14:cNvPr>
              <p14:cNvContentPartPr/>
              <p14:nvPr/>
            </p14:nvContentPartPr>
            <p14:xfrm>
              <a:off x="1080549" y="6274705"/>
              <a:ext cx="54360" cy="442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DF517552-5072-47FD-969C-0360444B293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62909" y="6256705"/>
                <a:ext cx="900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4F64DB8-0BB2-488E-97D3-4D48728FADB4}"/>
                  </a:ext>
                </a:extLst>
              </p14:cNvPr>
              <p14:cNvContentPartPr/>
              <p14:nvPr/>
            </p14:nvContentPartPr>
            <p14:xfrm>
              <a:off x="1107549" y="6381265"/>
              <a:ext cx="45000" cy="496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4F64DB8-0BB2-488E-97D3-4D48728FADB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89549" y="6363265"/>
                <a:ext cx="806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18395E80-C0A1-4411-BAEB-592FAF636D97}"/>
                  </a:ext>
                </a:extLst>
              </p14:cNvPr>
              <p14:cNvContentPartPr/>
              <p14:nvPr/>
            </p14:nvContentPartPr>
            <p14:xfrm>
              <a:off x="3349629" y="6091465"/>
              <a:ext cx="1020600" cy="3340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18395E80-C0A1-4411-BAEB-592FAF636D9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31989" y="6073465"/>
                <a:ext cx="105624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62E0355A-26C9-443E-AFD6-1A07956B554C}"/>
                  </a:ext>
                </a:extLst>
              </p14:cNvPr>
              <p14:cNvContentPartPr/>
              <p14:nvPr/>
            </p14:nvContentPartPr>
            <p14:xfrm>
              <a:off x="1405269" y="6189385"/>
              <a:ext cx="1627920" cy="396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62E0355A-26C9-443E-AFD6-1A07956B554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87269" y="6171745"/>
                <a:ext cx="166356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5E1B977-BDDA-4C18-AF2A-F72F7DBEADA7}"/>
                  </a:ext>
                </a:extLst>
              </p14:cNvPr>
              <p14:cNvContentPartPr/>
              <p14:nvPr/>
            </p14:nvContentPartPr>
            <p14:xfrm>
              <a:off x="445869" y="6227185"/>
              <a:ext cx="449640" cy="2314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5E1B977-BDDA-4C18-AF2A-F72F7DBEADA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8229" y="6209545"/>
                <a:ext cx="4852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BA84A34-9174-4368-88A0-48569D129034}"/>
                  </a:ext>
                </a:extLst>
              </p14:cNvPr>
              <p14:cNvContentPartPr/>
              <p14:nvPr/>
            </p14:nvContentPartPr>
            <p14:xfrm>
              <a:off x="6334749" y="6339145"/>
              <a:ext cx="208080" cy="1324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BA84A34-9174-4368-88A0-48569D12903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17109" y="6321505"/>
                <a:ext cx="24372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FD72AD2-1D70-4F2A-A4E6-F3D32C49E4FD}"/>
                  </a:ext>
                </a:extLst>
              </p14:cNvPr>
              <p14:cNvContentPartPr/>
              <p14:nvPr/>
            </p14:nvContentPartPr>
            <p14:xfrm>
              <a:off x="6384789" y="6251305"/>
              <a:ext cx="35280" cy="226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FD72AD2-1D70-4F2A-A4E6-F3D32C49E4F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67149" y="6233665"/>
                <a:ext cx="709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CB88E1C5-67BD-45BD-81B9-B69961F373C0}"/>
                  </a:ext>
                </a:extLst>
              </p14:cNvPr>
              <p14:cNvContentPartPr/>
              <p14:nvPr/>
            </p14:nvContentPartPr>
            <p14:xfrm>
              <a:off x="6373629" y="6564145"/>
              <a:ext cx="12600" cy="1069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CB88E1C5-67BD-45BD-81B9-B69961F373C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355989" y="6546505"/>
                <a:ext cx="482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31855918-373E-46B8-901E-E6BFD5E0EF5A}"/>
                  </a:ext>
                </a:extLst>
              </p14:cNvPr>
              <p14:cNvContentPartPr/>
              <p14:nvPr/>
            </p14:nvContentPartPr>
            <p14:xfrm>
              <a:off x="4851189" y="6132505"/>
              <a:ext cx="1195560" cy="4370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31855918-373E-46B8-901E-E6BFD5E0EF5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33189" y="6114865"/>
                <a:ext cx="12312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D36E6046-977F-41CF-969A-42D9D1D6F23A}"/>
                  </a:ext>
                </a:extLst>
              </p14:cNvPr>
              <p14:cNvContentPartPr/>
              <p14:nvPr/>
            </p14:nvContentPartPr>
            <p14:xfrm>
              <a:off x="7916589" y="6243745"/>
              <a:ext cx="479160" cy="2430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D36E6046-977F-41CF-969A-42D9D1D6F23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98589" y="6226105"/>
                <a:ext cx="5148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D769293E-2110-4B9D-9364-78D1ED534608}"/>
                  </a:ext>
                </a:extLst>
              </p14:cNvPr>
              <p14:cNvContentPartPr/>
              <p14:nvPr/>
            </p14:nvContentPartPr>
            <p14:xfrm>
              <a:off x="6765669" y="6227905"/>
              <a:ext cx="830880" cy="40212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D769293E-2110-4B9D-9364-78D1ED53460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748029" y="6209921"/>
                <a:ext cx="866520" cy="4377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05714B9-1D05-4A6F-9323-ADCA6A89888C}"/>
                  </a:ext>
                </a:extLst>
              </p14:cNvPr>
              <p14:cNvContentPartPr/>
              <p14:nvPr/>
            </p14:nvContentPartPr>
            <p14:xfrm>
              <a:off x="9485829" y="6162385"/>
              <a:ext cx="281160" cy="1911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05714B9-1D05-4A6F-9323-ADCA6A89888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468189" y="6144745"/>
                <a:ext cx="3168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E997E717-2A5B-490E-ABA8-6D7DEBBA464B}"/>
                  </a:ext>
                </a:extLst>
              </p14:cNvPr>
              <p14:cNvContentPartPr/>
              <p14:nvPr/>
            </p14:nvContentPartPr>
            <p14:xfrm>
              <a:off x="9981189" y="6065905"/>
              <a:ext cx="351360" cy="2433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E997E717-2A5B-490E-ABA8-6D7DEBBA464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963189" y="6048265"/>
                <a:ext cx="3870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144" name="Cerneală 6143">
                <a:extLst>
                  <a:ext uri="{FF2B5EF4-FFF2-40B4-BE49-F238E27FC236}">
                    <a16:creationId xmlns:a16="http://schemas.microsoft.com/office/drawing/2014/main" id="{C27EC80E-EE68-4593-B1CC-01FDB84E4EC0}"/>
                  </a:ext>
                </a:extLst>
              </p14:cNvPr>
              <p14:cNvContentPartPr/>
              <p14:nvPr/>
            </p14:nvContentPartPr>
            <p14:xfrm>
              <a:off x="10582749" y="5986345"/>
              <a:ext cx="968400" cy="281520"/>
            </p14:xfrm>
          </p:contentPart>
        </mc:Choice>
        <mc:Fallback xmlns="">
          <p:pic>
            <p:nvPicPr>
              <p:cNvPr id="6144" name="Cerneală 6143">
                <a:extLst>
                  <a:ext uri="{FF2B5EF4-FFF2-40B4-BE49-F238E27FC236}">
                    <a16:creationId xmlns:a16="http://schemas.microsoft.com/office/drawing/2014/main" id="{C27EC80E-EE68-4593-B1CC-01FDB84E4EC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565102" y="5968345"/>
                <a:ext cx="1004053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145" name="Cerneală 6144">
                <a:extLst>
                  <a:ext uri="{FF2B5EF4-FFF2-40B4-BE49-F238E27FC236}">
                    <a16:creationId xmlns:a16="http://schemas.microsoft.com/office/drawing/2014/main" id="{E7F832F2-9680-4EF6-AF3A-1D8E4B4804C0}"/>
                  </a:ext>
                </a:extLst>
              </p14:cNvPr>
              <p14:cNvContentPartPr/>
              <p14:nvPr/>
            </p14:nvContentPartPr>
            <p14:xfrm>
              <a:off x="8695989" y="6121345"/>
              <a:ext cx="536040" cy="415080"/>
            </p14:xfrm>
          </p:contentPart>
        </mc:Choice>
        <mc:Fallback xmlns="">
          <p:pic>
            <p:nvPicPr>
              <p:cNvPr id="6145" name="Cerneală 6144">
                <a:extLst>
                  <a:ext uri="{FF2B5EF4-FFF2-40B4-BE49-F238E27FC236}">
                    <a16:creationId xmlns:a16="http://schemas.microsoft.com/office/drawing/2014/main" id="{E7F832F2-9680-4EF6-AF3A-1D8E4B4804C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678337" y="6103345"/>
                <a:ext cx="571704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218" name="Cerneală 6217">
                <a:extLst>
                  <a:ext uri="{FF2B5EF4-FFF2-40B4-BE49-F238E27FC236}">
                    <a16:creationId xmlns:a16="http://schemas.microsoft.com/office/drawing/2014/main" id="{71686064-9249-4409-98C3-4B3903F7771F}"/>
                  </a:ext>
                </a:extLst>
              </p14:cNvPr>
              <p14:cNvContentPartPr/>
              <p14:nvPr/>
            </p14:nvContentPartPr>
            <p14:xfrm>
              <a:off x="9892629" y="3396145"/>
              <a:ext cx="1562400" cy="266760"/>
            </p14:xfrm>
          </p:contentPart>
        </mc:Choice>
        <mc:Fallback xmlns="">
          <p:pic>
            <p:nvPicPr>
              <p:cNvPr id="6218" name="Cerneală 6217">
                <a:extLst>
                  <a:ext uri="{FF2B5EF4-FFF2-40B4-BE49-F238E27FC236}">
                    <a16:creationId xmlns:a16="http://schemas.microsoft.com/office/drawing/2014/main" id="{71686064-9249-4409-98C3-4B3903F7771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874629" y="3378505"/>
                <a:ext cx="159804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227" name="Cerneală 6226">
                <a:extLst>
                  <a:ext uri="{FF2B5EF4-FFF2-40B4-BE49-F238E27FC236}">
                    <a16:creationId xmlns:a16="http://schemas.microsoft.com/office/drawing/2014/main" id="{FA960340-113F-423F-AC22-7A417FA65C61}"/>
                  </a:ext>
                </a:extLst>
              </p14:cNvPr>
              <p14:cNvContentPartPr/>
              <p14:nvPr/>
            </p14:nvContentPartPr>
            <p14:xfrm>
              <a:off x="10890909" y="3849745"/>
              <a:ext cx="660960" cy="305640"/>
            </p14:xfrm>
          </p:contentPart>
        </mc:Choice>
        <mc:Fallback xmlns="">
          <p:pic>
            <p:nvPicPr>
              <p:cNvPr id="6227" name="Cerneală 6226">
                <a:extLst>
                  <a:ext uri="{FF2B5EF4-FFF2-40B4-BE49-F238E27FC236}">
                    <a16:creationId xmlns:a16="http://schemas.microsoft.com/office/drawing/2014/main" id="{FA960340-113F-423F-AC22-7A417FA65C6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872909" y="3832084"/>
                <a:ext cx="696600" cy="3413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228" name="Cerneală 6227">
                <a:extLst>
                  <a:ext uri="{FF2B5EF4-FFF2-40B4-BE49-F238E27FC236}">
                    <a16:creationId xmlns:a16="http://schemas.microsoft.com/office/drawing/2014/main" id="{B668DCA3-DA45-4ADE-8B28-C47B0BC18B7A}"/>
                  </a:ext>
                </a:extLst>
              </p14:cNvPr>
              <p14:cNvContentPartPr/>
              <p14:nvPr/>
            </p14:nvContentPartPr>
            <p14:xfrm>
              <a:off x="10106109" y="3880705"/>
              <a:ext cx="554400" cy="287280"/>
            </p14:xfrm>
          </p:contentPart>
        </mc:Choice>
        <mc:Fallback xmlns="">
          <p:pic>
            <p:nvPicPr>
              <p:cNvPr id="6228" name="Cerneală 6227">
                <a:extLst>
                  <a:ext uri="{FF2B5EF4-FFF2-40B4-BE49-F238E27FC236}">
                    <a16:creationId xmlns:a16="http://schemas.microsoft.com/office/drawing/2014/main" id="{B668DCA3-DA45-4ADE-8B28-C47B0BC18B7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088458" y="3862705"/>
                <a:ext cx="590063" cy="32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3424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9530033-110A-4768-AA7B-08C854C81098}"/>
                  </a:ext>
                </a:extLst>
              </p14:cNvPr>
              <p14:cNvContentPartPr/>
              <p14:nvPr/>
            </p14:nvContentPartPr>
            <p14:xfrm>
              <a:off x="793989" y="1138225"/>
              <a:ext cx="623520" cy="360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9530033-110A-4768-AA7B-08C854C810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5989" y="1120225"/>
                <a:ext cx="659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A8CA938-A85B-42C3-9838-81D20F278BB7}"/>
                  </a:ext>
                </a:extLst>
              </p14:cNvPr>
              <p14:cNvContentPartPr/>
              <p14:nvPr/>
            </p14:nvContentPartPr>
            <p14:xfrm>
              <a:off x="1703349" y="808105"/>
              <a:ext cx="9000" cy="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A8CA938-A85B-42C3-9838-81D20F278B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5349" y="790465"/>
                <a:ext cx="4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6E7F37A3-D795-4F5F-B803-6AF52DEB0351}"/>
                  </a:ext>
                </a:extLst>
              </p14:cNvPr>
              <p14:cNvContentPartPr/>
              <p14:nvPr/>
            </p14:nvContentPartPr>
            <p14:xfrm>
              <a:off x="856989" y="717025"/>
              <a:ext cx="543240" cy="2944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6E7F37A3-D795-4F5F-B803-6AF52DEB03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8989" y="699047"/>
                <a:ext cx="578880" cy="3300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227003C9-2D1B-4C19-BF7D-2537EF1EEF0B}"/>
                  </a:ext>
                </a:extLst>
              </p14:cNvPr>
              <p14:cNvContentPartPr/>
              <p14:nvPr/>
            </p14:nvContentPartPr>
            <p14:xfrm>
              <a:off x="4778109" y="644665"/>
              <a:ext cx="381960" cy="2790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227003C9-2D1B-4C19-BF7D-2537EF1EEF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60109" y="627025"/>
                <a:ext cx="4176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9C599E7E-4A32-4EAA-B038-61123C7D815B}"/>
                  </a:ext>
                </a:extLst>
              </p14:cNvPr>
              <p14:cNvContentPartPr/>
              <p14:nvPr/>
            </p14:nvContentPartPr>
            <p14:xfrm>
              <a:off x="5783949" y="501025"/>
              <a:ext cx="1608840" cy="3837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9C599E7E-4A32-4EAA-B038-61123C7D81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65949" y="483025"/>
                <a:ext cx="164448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8915FD61-C67B-4791-B528-EA9AB00F28A4}"/>
                  </a:ext>
                </a:extLst>
              </p14:cNvPr>
              <p14:cNvContentPartPr/>
              <p14:nvPr/>
            </p14:nvContentPartPr>
            <p14:xfrm>
              <a:off x="9902709" y="506065"/>
              <a:ext cx="288000" cy="2588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8915FD61-C67B-4791-B528-EA9AB00F28A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84709" y="488065"/>
                <a:ext cx="3236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C4A015DA-F9EC-4705-B84E-CF175BA7F714}"/>
                  </a:ext>
                </a:extLst>
              </p14:cNvPr>
              <p14:cNvContentPartPr/>
              <p14:nvPr/>
            </p14:nvContentPartPr>
            <p14:xfrm>
              <a:off x="10601829" y="654385"/>
              <a:ext cx="310680" cy="3474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C4A015DA-F9EC-4705-B84E-CF175BA7F71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84189" y="636385"/>
                <a:ext cx="34632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AED262BB-C382-4230-B26B-0E0E9C53E402}"/>
                  </a:ext>
                </a:extLst>
              </p14:cNvPr>
              <p14:cNvContentPartPr/>
              <p14:nvPr/>
            </p14:nvContentPartPr>
            <p14:xfrm>
              <a:off x="11231829" y="706585"/>
              <a:ext cx="150840" cy="1018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AED262BB-C382-4230-B26B-0E0E9C53E4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13829" y="688945"/>
                <a:ext cx="18648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3AEE64A4-1B75-432D-8FD5-395B62B50481}"/>
                  </a:ext>
                </a:extLst>
              </p14:cNvPr>
              <p14:cNvContentPartPr/>
              <p14:nvPr/>
            </p14:nvContentPartPr>
            <p14:xfrm>
              <a:off x="7959789" y="340105"/>
              <a:ext cx="1505160" cy="6825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3AEE64A4-1B75-432D-8FD5-395B62B5048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42145" y="322465"/>
                <a:ext cx="1540809" cy="7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3F63DF20-4040-4766-8080-9F33AC002734}"/>
                  </a:ext>
                </a:extLst>
              </p14:cNvPr>
              <p14:cNvContentPartPr/>
              <p14:nvPr/>
            </p14:nvContentPartPr>
            <p14:xfrm>
              <a:off x="1969749" y="601105"/>
              <a:ext cx="2172240" cy="9532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3F63DF20-4040-4766-8080-9F33AC0027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52109" y="583465"/>
                <a:ext cx="2207880" cy="9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C0FEA43-B031-4D58-A702-59BCEB19A73B}"/>
                  </a:ext>
                </a:extLst>
              </p14:cNvPr>
              <p14:cNvContentPartPr/>
              <p14:nvPr/>
            </p14:nvContentPartPr>
            <p14:xfrm>
              <a:off x="2608029" y="2194465"/>
              <a:ext cx="230040" cy="15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C0FEA43-B031-4D58-A702-59BCEB19A7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90389" y="2176465"/>
                <a:ext cx="2656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F10D145D-AE6C-4414-B13D-0004E75B0721}"/>
                  </a:ext>
                </a:extLst>
              </p14:cNvPr>
              <p14:cNvContentPartPr/>
              <p14:nvPr/>
            </p14:nvContentPartPr>
            <p14:xfrm>
              <a:off x="2598669" y="2682985"/>
              <a:ext cx="261720" cy="108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F10D145D-AE6C-4414-B13D-0004E75B072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80669" y="2665345"/>
                <a:ext cx="2973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CC88A91-A69E-47A9-A426-38DC83505353}"/>
                  </a:ext>
                </a:extLst>
              </p14:cNvPr>
              <p14:cNvContentPartPr/>
              <p14:nvPr/>
            </p14:nvContentPartPr>
            <p14:xfrm>
              <a:off x="2588949" y="3233785"/>
              <a:ext cx="234360" cy="50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CC88A91-A69E-47A9-A426-38DC8350535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70949" y="3215785"/>
                <a:ext cx="2700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9C8960B6-3165-48A1-AD88-C0B27C37BC34}"/>
                  </a:ext>
                </a:extLst>
              </p14:cNvPr>
              <p14:cNvContentPartPr/>
              <p14:nvPr/>
            </p14:nvContentPartPr>
            <p14:xfrm>
              <a:off x="1626309" y="2013025"/>
              <a:ext cx="640800" cy="3574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9C8960B6-3165-48A1-AD88-C0B27C37BC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08669" y="1995385"/>
                <a:ext cx="6764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FFFF17C0-06C9-49FC-AC38-BB1EFCC6A582}"/>
                  </a:ext>
                </a:extLst>
              </p14:cNvPr>
              <p14:cNvContentPartPr/>
              <p14:nvPr/>
            </p14:nvContentPartPr>
            <p14:xfrm>
              <a:off x="10712709" y="1717825"/>
              <a:ext cx="1001160" cy="7812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FFFF17C0-06C9-49FC-AC38-BB1EFCC6A58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694709" y="1699833"/>
                <a:ext cx="1036800" cy="816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9BE3F85D-3800-42C1-BF07-19CAF446D0D0}"/>
                  </a:ext>
                </a:extLst>
              </p14:cNvPr>
              <p14:cNvContentPartPr/>
              <p14:nvPr/>
            </p14:nvContentPartPr>
            <p14:xfrm>
              <a:off x="3099069" y="1684345"/>
              <a:ext cx="7445520" cy="17920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9BE3F85D-3800-42C1-BF07-19CAF446D0D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81429" y="1666345"/>
                <a:ext cx="7481160" cy="18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C62B270E-2CF8-4C9E-8840-FFC5D4E7057E}"/>
                  </a:ext>
                </a:extLst>
              </p14:cNvPr>
              <p14:cNvContentPartPr/>
              <p14:nvPr/>
            </p14:nvContentPartPr>
            <p14:xfrm>
              <a:off x="10954989" y="3823825"/>
              <a:ext cx="194760" cy="1594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C62B270E-2CF8-4C9E-8840-FFC5D4E705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937349" y="3806185"/>
                <a:ext cx="2304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B7545A45-707B-44DF-A1E1-265FCEDABB85}"/>
                  </a:ext>
                </a:extLst>
              </p14:cNvPr>
              <p14:cNvContentPartPr/>
              <p14:nvPr/>
            </p14:nvContentPartPr>
            <p14:xfrm>
              <a:off x="9404469" y="3606025"/>
              <a:ext cx="1388520" cy="49572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B7545A45-707B-44DF-A1E1-265FCEDABB8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86829" y="3588025"/>
                <a:ext cx="142416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8CCC9BF5-269C-4624-9841-92F15676E1D9}"/>
                  </a:ext>
                </a:extLst>
              </p14:cNvPr>
              <p14:cNvContentPartPr/>
              <p14:nvPr/>
            </p14:nvContentPartPr>
            <p14:xfrm>
              <a:off x="9052749" y="4250425"/>
              <a:ext cx="2158560" cy="5151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8CCC9BF5-269C-4624-9841-92F15676E1D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34752" y="4232785"/>
                <a:ext cx="2194194" cy="55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36425014-FA3B-4B65-815B-FBD98AD0CB0D}"/>
                  </a:ext>
                </a:extLst>
              </p14:cNvPr>
              <p14:cNvContentPartPr/>
              <p14:nvPr/>
            </p14:nvContentPartPr>
            <p14:xfrm>
              <a:off x="772389" y="3672625"/>
              <a:ext cx="8007120" cy="223524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36425014-FA3B-4B65-815B-FBD98AD0CB0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4390" y="3654982"/>
                <a:ext cx="8042758" cy="2270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29D3FA20-87B1-4F48-96C7-413593E659DC}"/>
                  </a:ext>
                </a:extLst>
              </p14:cNvPr>
              <p14:cNvContentPartPr/>
              <p14:nvPr/>
            </p14:nvContentPartPr>
            <p14:xfrm>
              <a:off x="3787029" y="5685025"/>
              <a:ext cx="1885320" cy="5184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29D3FA20-87B1-4F48-96C7-413593E659D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69389" y="5649385"/>
                <a:ext cx="19209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31061D8C-7688-4BFA-AEC6-0AB3B6BC1C61}"/>
                  </a:ext>
                </a:extLst>
              </p14:cNvPr>
              <p14:cNvContentPartPr/>
              <p14:nvPr/>
            </p14:nvContentPartPr>
            <p14:xfrm>
              <a:off x="3036789" y="1851025"/>
              <a:ext cx="1586520" cy="51228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31061D8C-7688-4BFA-AEC6-0AB3B6BC1C6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18789" y="1815025"/>
                <a:ext cx="162216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1065F1BC-E2DE-43BA-8986-28F650746330}"/>
                  </a:ext>
                </a:extLst>
              </p14:cNvPr>
              <p14:cNvContentPartPr/>
              <p14:nvPr/>
            </p14:nvContentPartPr>
            <p14:xfrm>
              <a:off x="3026709" y="2492545"/>
              <a:ext cx="2146680" cy="4521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1065F1BC-E2DE-43BA-8986-28F65074633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09069" y="2456905"/>
                <a:ext cx="218232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C9246026-0E8E-4B1E-BF8B-CC049EB0BCB8}"/>
                  </a:ext>
                </a:extLst>
              </p14:cNvPr>
              <p14:cNvContentPartPr/>
              <p14:nvPr/>
            </p14:nvContentPartPr>
            <p14:xfrm>
              <a:off x="303309" y="5985625"/>
              <a:ext cx="31320" cy="3628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C9246026-0E8E-4B1E-BF8B-CC049EB0BCB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5309" y="5949625"/>
                <a:ext cx="6696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D1124843-A0AE-4272-A3A9-99F7B7D58CA4}"/>
                  </a:ext>
                </a:extLst>
              </p14:cNvPr>
              <p14:cNvContentPartPr/>
              <p14:nvPr/>
            </p14:nvContentPartPr>
            <p14:xfrm>
              <a:off x="299349" y="6460465"/>
              <a:ext cx="90360" cy="5976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D1124843-A0AE-4272-A3A9-99F7B7D58CA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81709" y="6424825"/>
                <a:ext cx="1260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0B7C4429-90F5-4144-B3E6-54C6EEAA38C2}"/>
                  </a:ext>
                </a:extLst>
              </p14:cNvPr>
              <p14:cNvContentPartPr/>
              <p14:nvPr/>
            </p14:nvContentPartPr>
            <p14:xfrm>
              <a:off x="713709" y="6097585"/>
              <a:ext cx="3240" cy="2001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0B7C4429-90F5-4144-B3E6-54C6EEAA38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6069" y="6061585"/>
                <a:ext cx="388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947EA07E-6296-41A2-B151-2D10E8879ECF}"/>
                  </a:ext>
                </a:extLst>
              </p14:cNvPr>
              <p14:cNvContentPartPr/>
              <p14:nvPr/>
            </p14:nvContentPartPr>
            <p14:xfrm>
              <a:off x="657909" y="5986705"/>
              <a:ext cx="172800" cy="1627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947EA07E-6296-41A2-B151-2D10E8879EC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39909" y="5950705"/>
                <a:ext cx="2084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C579AF61-CC94-4441-B69E-63A6C7448970}"/>
                  </a:ext>
                </a:extLst>
              </p14:cNvPr>
              <p14:cNvContentPartPr/>
              <p14:nvPr/>
            </p14:nvContentPartPr>
            <p14:xfrm>
              <a:off x="927189" y="5976985"/>
              <a:ext cx="40320" cy="3088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C579AF61-CC94-4441-B69E-63A6C744897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09189" y="5941345"/>
                <a:ext cx="759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A47671C7-19A0-4EA2-9EA3-E51360443B77}"/>
                  </a:ext>
                </a:extLst>
              </p14:cNvPr>
              <p14:cNvContentPartPr/>
              <p14:nvPr/>
            </p14:nvContentPartPr>
            <p14:xfrm>
              <a:off x="825669" y="6141505"/>
              <a:ext cx="194040" cy="4320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A47671C7-19A0-4EA2-9EA3-E51360443B7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08029" y="6105505"/>
                <a:ext cx="2296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043123B9-20AF-4C40-A8C5-0118877151D4}"/>
                  </a:ext>
                </a:extLst>
              </p14:cNvPr>
              <p14:cNvContentPartPr/>
              <p14:nvPr/>
            </p14:nvContentPartPr>
            <p14:xfrm>
              <a:off x="1101789" y="6135385"/>
              <a:ext cx="334080" cy="15156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043123B9-20AF-4C40-A8C5-0118877151D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83789" y="6099745"/>
                <a:ext cx="3697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E42AC476-D0B9-4EFC-9651-64F8EA1DF26B}"/>
                  </a:ext>
                </a:extLst>
              </p14:cNvPr>
              <p14:cNvContentPartPr/>
              <p14:nvPr/>
            </p14:nvContentPartPr>
            <p14:xfrm>
              <a:off x="1857069" y="6195505"/>
              <a:ext cx="190080" cy="11808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E42AC476-D0B9-4EFC-9651-64F8EA1DF26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39069" y="6159865"/>
                <a:ext cx="2257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E5B02BB7-796B-4E25-9B1C-177C171B7C90}"/>
                  </a:ext>
                </a:extLst>
              </p14:cNvPr>
              <p14:cNvContentPartPr/>
              <p14:nvPr/>
            </p14:nvContentPartPr>
            <p14:xfrm>
              <a:off x="2182869" y="5841985"/>
              <a:ext cx="523440" cy="5079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E5B02BB7-796B-4E25-9B1C-177C171B7C9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64869" y="5805985"/>
                <a:ext cx="55908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84F2EC08-5EFF-4511-B115-22422BEE06AA}"/>
                  </a:ext>
                </a:extLst>
              </p14:cNvPr>
              <p14:cNvContentPartPr/>
              <p14:nvPr/>
            </p14:nvContentPartPr>
            <p14:xfrm>
              <a:off x="2664189" y="6103345"/>
              <a:ext cx="30960" cy="90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84F2EC08-5EFF-4511-B115-22422BEE06A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46549" y="6067345"/>
                <a:ext cx="666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49F73F70-B878-4BDC-92A4-E0748063F765}"/>
                  </a:ext>
                </a:extLst>
              </p14:cNvPr>
              <p14:cNvContentPartPr/>
              <p14:nvPr/>
            </p14:nvContentPartPr>
            <p14:xfrm>
              <a:off x="2329029" y="5945665"/>
              <a:ext cx="338400" cy="1728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49F73F70-B878-4BDC-92A4-E0748063F76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11389" y="5910025"/>
                <a:ext cx="374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EF40F54C-6FA1-4051-9BA3-29A8A22DF023}"/>
                  </a:ext>
                </a:extLst>
              </p14:cNvPr>
              <p14:cNvContentPartPr/>
              <p14:nvPr/>
            </p14:nvContentPartPr>
            <p14:xfrm>
              <a:off x="2772549" y="6193705"/>
              <a:ext cx="173160" cy="18324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EF40F54C-6FA1-4051-9BA3-29A8A22DF02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54549" y="6157705"/>
                <a:ext cx="2088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04722A7D-F938-485E-AEC6-E72F78DBFA7D}"/>
                  </a:ext>
                </a:extLst>
              </p14:cNvPr>
              <p14:cNvContentPartPr/>
              <p14:nvPr/>
            </p14:nvContentPartPr>
            <p14:xfrm>
              <a:off x="3021669" y="6193705"/>
              <a:ext cx="338040" cy="1630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04722A7D-F938-485E-AEC6-E72F78DBFA7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04029" y="6157705"/>
                <a:ext cx="3736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697FDEC0-E2B5-4EDD-87B4-60893AC013AF}"/>
                  </a:ext>
                </a:extLst>
              </p14:cNvPr>
              <p14:cNvContentPartPr/>
              <p14:nvPr/>
            </p14:nvContentPartPr>
            <p14:xfrm>
              <a:off x="3294549" y="5978785"/>
              <a:ext cx="21600" cy="4644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697FDEC0-E2B5-4EDD-87B4-60893AC013A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76909" y="5943145"/>
                <a:ext cx="572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15E93246-8F0D-4168-9130-86399FFF0BA8}"/>
                  </a:ext>
                </a:extLst>
              </p14:cNvPr>
              <p14:cNvContentPartPr/>
              <p14:nvPr/>
            </p14:nvContentPartPr>
            <p14:xfrm>
              <a:off x="3416949" y="5897065"/>
              <a:ext cx="302400" cy="44748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15E93246-8F0D-4168-9130-86399FFF0BA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398949" y="5861425"/>
                <a:ext cx="33804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55A9C785-07EC-450F-80CB-711D25CF67A5}"/>
                  </a:ext>
                </a:extLst>
              </p14:cNvPr>
              <p14:cNvContentPartPr/>
              <p14:nvPr/>
            </p14:nvContentPartPr>
            <p14:xfrm>
              <a:off x="4199229" y="6185065"/>
              <a:ext cx="132480" cy="13860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55A9C785-07EC-450F-80CB-711D25CF67A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181229" y="6149065"/>
                <a:ext cx="1681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0A2E0F19-C51C-46BA-ABB8-75B02004D46A}"/>
                  </a:ext>
                </a:extLst>
              </p14:cNvPr>
              <p14:cNvContentPartPr/>
              <p14:nvPr/>
            </p14:nvContentPartPr>
            <p14:xfrm>
              <a:off x="4384269" y="6169585"/>
              <a:ext cx="228240" cy="15480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0A2E0F19-C51C-46BA-ABB8-75B02004D46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366269" y="6133585"/>
                <a:ext cx="2638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28E0A241-C962-48AF-8DA5-68A0C130867A}"/>
                  </a:ext>
                </a:extLst>
              </p14:cNvPr>
              <p14:cNvContentPartPr/>
              <p14:nvPr/>
            </p14:nvContentPartPr>
            <p14:xfrm>
              <a:off x="4332789" y="6183985"/>
              <a:ext cx="220320" cy="20808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28E0A241-C962-48AF-8DA5-68A0C130867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14789" y="6148345"/>
                <a:ext cx="2559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5B7DEB16-8D4B-4146-857F-5F6A709DE77C}"/>
                  </a:ext>
                </a:extLst>
              </p14:cNvPr>
              <p14:cNvContentPartPr/>
              <p14:nvPr/>
            </p14:nvContentPartPr>
            <p14:xfrm>
              <a:off x="4629429" y="6160945"/>
              <a:ext cx="186120" cy="1717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5B7DEB16-8D4B-4146-857F-5F6A709DE77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611429" y="6125305"/>
                <a:ext cx="2217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CCFC21BB-9EB4-4577-BE66-5D77CAB4FEA9}"/>
                  </a:ext>
                </a:extLst>
              </p14:cNvPr>
              <p14:cNvContentPartPr/>
              <p14:nvPr/>
            </p14:nvContentPartPr>
            <p14:xfrm>
              <a:off x="4850109" y="6189025"/>
              <a:ext cx="214200" cy="17496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CCFC21BB-9EB4-4577-BE66-5D77CAB4FEA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832109" y="6153025"/>
                <a:ext cx="2498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963455E1-2994-4DA5-98A6-704264076973}"/>
                  </a:ext>
                </a:extLst>
              </p14:cNvPr>
              <p14:cNvContentPartPr/>
              <p14:nvPr/>
            </p14:nvContentPartPr>
            <p14:xfrm>
              <a:off x="5202189" y="6309265"/>
              <a:ext cx="9000" cy="504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963455E1-2994-4DA5-98A6-70426407697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184549" y="6273265"/>
                <a:ext cx="44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A38CFBB5-D946-466F-9FC9-94A3AD39A0EE}"/>
                  </a:ext>
                </a:extLst>
              </p14:cNvPr>
              <p14:cNvContentPartPr/>
              <p14:nvPr/>
            </p14:nvContentPartPr>
            <p14:xfrm>
              <a:off x="5572629" y="6124225"/>
              <a:ext cx="376200" cy="36468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A38CFBB5-D946-466F-9FC9-94A3AD39A0E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554629" y="6088585"/>
                <a:ext cx="4118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47FBCEEB-F659-492F-B95D-E555E9F39E77}"/>
                  </a:ext>
                </a:extLst>
              </p14:cNvPr>
              <p14:cNvContentPartPr/>
              <p14:nvPr/>
            </p14:nvContentPartPr>
            <p14:xfrm>
              <a:off x="6357069" y="5832625"/>
              <a:ext cx="150120" cy="4345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47FBCEEB-F659-492F-B95D-E555E9F39E7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339429" y="5796985"/>
                <a:ext cx="18576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96D4F39C-B303-4E74-B882-B509398D52F3}"/>
                  </a:ext>
                </a:extLst>
              </p14:cNvPr>
              <p14:cNvContentPartPr/>
              <p14:nvPr/>
            </p14:nvContentPartPr>
            <p14:xfrm>
              <a:off x="6205149" y="6005425"/>
              <a:ext cx="255600" cy="104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96D4F39C-B303-4E74-B882-B509398D52F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187509" y="5969785"/>
                <a:ext cx="2912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171A1CDE-F3F3-45C7-94CF-0E4EA4AD8753}"/>
                  </a:ext>
                </a:extLst>
              </p14:cNvPr>
              <p14:cNvContentPartPr/>
              <p14:nvPr/>
            </p14:nvContentPartPr>
            <p14:xfrm>
              <a:off x="6496749" y="6101905"/>
              <a:ext cx="248400" cy="17856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171A1CDE-F3F3-45C7-94CF-0E4EA4AD875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78749" y="6066265"/>
                <a:ext cx="2840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2F1EDB91-2230-4DA1-B533-DCA779570B89}"/>
                  </a:ext>
                </a:extLst>
              </p14:cNvPr>
              <p14:cNvContentPartPr/>
              <p14:nvPr/>
            </p14:nvContentPartPr>
            <p14:xfrm>
              <a:off x="6787629" y="6105865"/>
              <a:ext cx="533160" cy="12780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2F1EDB91-2230-4DA1-B533-DCA779570B8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769989" y="6070225"/>
                <a:ext cx="5688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08E7174E-4685-4E9D-9FBB-8378D6CDE7A0}"/>
                  </a:ext>
                </a:extLst>
              </p14:cNvPr>
              <p14:cNvContentPartPr/>
              <p14:nvPr/>
            </p14:nvContentPartPr>
            <p14:xfrm>
              <a:off x="7423749" y="6034945"/>
              <a:ext cx="296280" cy="42624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08E7174E-4685-4E9D-9FBB-8378D6CDE7A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406109" y="5998945"/>
                <a:ext cx="33192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5F0AE0B6-D433-48F0-8B8B-165BB3916123}"/>
                  </a:ext>
                </a:extLst>
              </p14:cNvPr>
              <p14:cNvContentPartPr/>
              <p14:nvPr/>
            </p14:nvContentPartPr>
            <p14:xfrm>
              <a:off x="7678989" y="5998225"/>
              <a:ext cx="11880" cy="792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5F0AE0B6-D433-48F0-8B8B-165BB391612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60989" y="5962225"/>
                <a:ext cx="47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18C3AC4D-7973-4B1D-BEE1-3D35F2455265}"/>
                  </a:ext>
                </a:extLst>
              </p14:cNvPr>
              <p14:cNvContentPartPr/>
              <p14:nvPr/>
            </p14:nvContentPartPr>
            <p14:xfrm>
              <a:off x="7786629" y="5765305"/>
              <a:ext cx="239760" cy="49212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18C3AC4D-7973-4B1D-BEE1-3D35F245526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68629" y="5729665"/>
                <a:ext cx="27540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2FB7CA38-4E88-4F82-9ECB-B5EB4EBDFE01}"/>
                  </a:ext>
                </a:extLst>
              </p14:cNvPr>
              <p14:cNvContentPartPr/>
              <p14:nvPr/>
            </p14:nvContentPartPr>
            <p14:xfrm>
              <a:off x="8003349" y="6044305"/>
              <a:ext cx="43200" cy="1476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2FB7CA38-4E88-4F82-9ECB-B5EB4EBDFE0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85709" y="6008665"/>
                <a:ext cx="788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D96783F0-7063-4922-A49D-C57CC9A42048}"/>
                  </a:ext>
                </a:extLst>
              </p14:cNvPr>
              <p14:cNvContentPartPr/>
              <p14:nvPr/>
            </p14:nvContentPartPr>
            <p14:xfrm>
              <a:off x="7781949" y="5847025"/>
              <a:ext cx="242640" cy="1800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D96783F0-7063-4922-A49D-C57CC9A4204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763949" y="5811025"/>
                <a:ext cx="2782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4D4D0203-F76B-442E-AF89-A65D332B8AC9}"/>
                  </a:ext>
                </a:extLst>
              </p14:cNvPr>
              <p14:cNvContentPartPr/>
              <p14:nvPr/>
            </p14:nvContentPartPr>
            <p14:xfrm>
              <a:off x="8137629" y="6014785"/>
              <a:ext cx="150120" cy="2106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4D4D0203-F76B-442E-AF89-A65D332B8AC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119989" y="5979145"/>
                <a:ext cx="1857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9F84383F-A7C0-43E8-8D26-B3F13367B4A9}"/>
                  </a:ext>
                </a:extLst>
              </p14:cNvPr>
              <p14:cNvContentPartPr/>
              <p14:nvPr/>
            </p14:nvContentPartPr>
            <p14:xfrm>
              <a:off x="8609589" y="6122425"/>
              <a:ext cx="257400" cy="1044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9F84383F-A7C0-43E8-8D26-B3F13367B4A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591589" y="6086785"/>
                <a:ext cx="2930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B0CE0C14-2450-45D1-8E0D-C4051051DAA0}"/>
                  </a:ext>
                </a:extLst>
              </p14:cNvPr>
              <p14:cNvContentPartPr/>
              <p14:nvPr/>
            </p14:nvContentPartPr>
            <p14:xfrm>
              <a:off x="8648109" y="6203425"/>
              <a:ext cx="201600" cy="1512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B0CE0C14-2450-45D1-8E0D-C4051051DAA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630469" y="6167425"/>
                <a:ext cx="237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32615D1E-7849-4542-8F26-F4BE6C6A2BD6}"/>
                  </a:ext>
                </a:extLst>
              </p14:cNvPr>
              <p14:cNvContentPartPr/>
              <p14:nvPr/>
            </p14:nvContentPartPr>
            <p14:xfrm>
              <a:off x="8849349" y="5994265"/>
              <a:ext cx="279720" cy="30564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32615D1E-7849-4542-8F26-F4BE6C6A2BD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831709" y="5958265"/>
                <a:ext cx="31536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6D146DED-2380-419A-A838-57959091FC73}"/>
                  </a:ext>
                </a:extLst>
              </p14:cNvPr>
              <p14:cNvContentPartPr/>
              <p14:nvPr/>
            </p14:nvContentPartPr>
            <p14:xfrm>
              <a:off x="9605709" y="5823265"/>
              <a:ext cx="581400" cy="16848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6D146DED-2380-419A-A838-57959091FC7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587709" y="5787265"/>
                <a:ext cx="6170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F0BC29DF-55B4-4173-8BEA-6FD43FBE0D12}"/>
                  </a:ext>
                </a:extLst>
              </p14:cNvPr>
              <p14:cNvContentPartPr/>
              <p14:nvPr/>
            </p14:nvContentPartPr>
            <p14:xfrm>
              <a:off x="10435149" y="5845585"/>
              <a:ext cx="166320" cy="10836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F0BC29DF-55B4-4173-8BEA-6FD43FBE0D1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417509" y="5809585"/>
                <a:ext cx="2019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6DC955A0-9C86-4C11-8808-36C2A1A0E4FE}"/>
                  </a:ext>
                </a:extLst>
              </p14:cNvPr>
              <p14:cNvContentPartPr/>
              <p14:nvPr/>
            </p14:nvContentPartPr>
            <p14:xfrm>
              <a:off x="10640709" y="5769985"/>
              <a:ext cx="187920" cy="17820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6DC955A0-9C86-4C11-8808-36C2A1A0E4F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622709" y="5734345"/>
                <a:ext cx="2235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E7BB348B-EE4B-479E-9B93-876FE264DBE7}"/>
                  </a:ext>
                </a:extLst>
              </p14:cNvPr>
              <p14:cNvContentPartPr/>
              <p14:nvPr/>
            </p14:nvContentPartPr>
            <p14:xfrm>
              <a:off x="10919709" y="5757745"/>
              <a:ext cx="208440" cy="17244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E7BB348B-EE4B-479E-9B93-876FE264DBE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901709" y="5721745"/>
                <a:ext cx="244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4DC4B360-A515-484E-B52E-65D6EA6413DE}"/>
                  </a:ext>
                </a:extLst>
              </p14:cNvPr>
              <p14:cNvContentPartPr/>
              <p14:nvPr/>
            </p14:nvContentPartPr>
            <p14:xfrm>
              <a:off x="11184309" y="5781145"/>
              <a:ext cx="438840" cy="14220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4DC4B360-A515-484E-B52E-65D6EA6413D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166669" y="5745145"/>
                <a:ext cx="4744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097A239F-85E9-4369-A49F-C12DCF1F1AA7}"/>
                  </a:ext>
                </a:extLst>
              </p14:cNvPr>
              <p14:cNvContentPartPr/>
              <p14:nvPr/>
            </p14:nvContentPartPr>
            <p14:xfrm>
              <a:off x="9605709" y="6303505"/>
              <a:ext cx="406080" cy="12168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097A239F-85E9-4369-A49F-C12DCF1F1AA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587709" y="6267865"/>
                <a:ext cx="4417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69344AE5-DB80-4F48-9F4E-B3299861537C}"/>
                  </a:ext>
                </a:extLst>
              </p14:cNvPr>
              <p14:cNvContentPartPr/>
              <p14:nvPr/>
            </p14:nvContentPartPr>
            <p14:xfrm>
              <a:off x="10072269" y="6261745"/>
              <a:ext cx="143280" cy="14868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69344AE5-DB80-4F48-9F4E-B3299861537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054269" y="6226105"/>
                <a:ext cx="1789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7E577FA6-5198-48A8-8DA3-AFDF31450779}"/>
                  </a:ext>
                </a:extLst>
              </p14:cNvPr>
              <p14:cNvContentPartPr/>
              <p14:nvPr/>
            </p14:nvContentPartPr>
            <p14:xfrm>
              <a:off x="10311669" y="6274705"/>
              <a:ext cx="129240" cy="13536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7E577FA6-5198-48A8-8DA3-AFDF3145077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293669" y="6239065"/>
                <a:ext cx="1648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5D87AE99-8F60-4496-A4F4-0BB122DA43B3}"/>
                  </a:ext>
                </a:extLst>
              </p14:cNvPr>
              <p14:cNvContentPartPr/>
              <p14:nvPr/>
            </p14:nvContentPartPr>
            <p14:xfrm>
              <a:off x="10558269" y="6275425"/>
              <a:ext cx="31680" cy="12240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5D87AE99-8F60-4496-A4F4-0BB122DA43B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540629" y="6239425"/>
                <a:ext cx="673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F606716A-2FB4-439B-BAAA-554591DBD470}"/>
                  </a:ext>
                </a:extLst>
              </p14:cNvPr>
              <p14:cNvContentPartPr/>
              <p14:nvPr/>
            </p14:nvContentPartPr>
            <p14:xfrm>
              <a:off x="10553949" y="6131065"/>
              <a:ext cx="6120" cy="2772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F606716A-2FB4-439B-BAAA-554591DBD47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536309" y="6095065"/>
                <a:ext cx="417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6D61AC6C-0566-45C8-9B55-D01DA17C7BC7}"/>
                  </a:ext>
                </a:extLst>
              </p14:cNvPr>
              <p14:cNvContentPartPr/>
              <p14:nvPr/>
            </p14:nvContentPartPr>
            <p14:xfrm>
              <a:off x="10678869" y="6238345"/>
              <a:ext cx="136800" cy="16128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6D61AC6C-0566-45C8-9B55-D01DA17C7BC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660869" y="6202345"/>
                <a:ext cx="1724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57845209-D894-44FC-A2E7-B3DD866B6F00}"/>
                  </a:ext>
                </a:extLst>
              </p14:cNvPr>
              <p14:cNvContentPartPr/>
              <p14:nvPr/>
            </p14:nvContentPartPr>
            <p14:xfrm>
              <a:off x="11087469" y="6128185"/>
              <a:ext cx="579600" cy="3481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57845209-D894-44FC-A2E7-B3DD866B6F0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069469" y="6092545"/>
                <a:ext cx="61524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8F5C7701-18B6-4988-8634-43BDA41835A0}"/>
                  </a:ext>
                </a:extLst>
              </p14:cNvPr>
              <p14:cNvContentPartPr/>
              <p14:nvPr/>
            </p14:nvContentPartPr>
            <p14:xfrm>
              <a:off x="9716589" y="6585385"/>
              <a:ext cx="348840" cy="12852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8F5C7701-18B6-4988-8634-43BDA41835A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698589" y="6549385"/>
                <a:ext cx="3844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A40ACC23-1222-4767-9D8B-86A025BF48A9}"/>
                  </a:ext>
                </a:extLst>
              </p14:cNvPr>
              <p14:cNvContentPartPr/>
              <p14:nvPr/>
            </p14:nvContentPartPr>
            <p14:xfrm>
              <a:off x="10206549" y="6544345"/>
              <a:ext cx="153720" cy="23112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A40ACC23-1222-4767-9D8B-86A025BF48A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188549" y="6508705"/>
                <a:ext cx="18936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A3F93884-9DC3-4CFE-9361-4895646704BB}"/>
                  </a:ext>
                </a:extLst>
              </p14:cNvPr>
              <p14:cNvContentPartPr/>
              <p14:nvPr/>
            </p14:nvContentPartPr>
            <p14:xfrm>
              <a:off x="10416069" y="6564865"/>
              <a:ext cx="1131480" cy="13464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A3F93884-9DC3-4CFE-9361-4895646704B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398429" y="6528865"/>
                <a:ext cx="1167120" cy="2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2387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AD46642-8E81-48C4-9D52-0507DA6FED7F}"/>
                  </a:ext>
                </a:extLst>
              </p14:cNvPr>
              <p14:cNvContentPartPr/>
              <p14:nvPr/>
            </p14:nvContentPartPr>
            <p14:xfrm>
              <a:off x="9854829" y="582025"/>
              <a:ext cx="1218240" cy="4564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AD46642-8E81-48C4-9D52-0507DA6FED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37189" y="564385"/>
                <a:ext cx="125388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DCFA9CF-597F-4A10-8D73-0912A8CF7C43}"/>
                  </a:ext>
                </a:extLst>
              </p14:cNvPr>
              <p14:cNvContentPartPr/>
              <p14:nvPr/>
            </p14:nvContentPartPr>
            <p14:xfrm>
              <a:off x="11440629" y="935545"/>
              <a:ext cx="325800" cy="1371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DCFA9CF-597F-4A10-8D73-0912A8CF7C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22989" y="917545"/>
                <a:ext cx="3614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D6F47D90-B9DB-43EB-A6F7-06D6B6001096}"/>
                  </a:ext>
                </a:extLst>
              </p14:cNvPr>
              <p14:cNvContentPartPr/>
              <p14:nvPr/>
            </p14:nvContentPartPr>
            <p14:xfrm>
              <a:off x="504189" y="4503145"/>
              <a:ext cx="367920" cy="1548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D6F47D90-B9DB-43EB-A6F7-06D6B60010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6189" y="4485145"/>
                <a:ext cx="4035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C3CDFD21-800E-4CDD-8266-BA5BB3E303FD}"/>
                  </a:ext>
                </a:extLst>
              </p14:cNvPr>
              <p14:cNvContentPartPr/>
              <p14:nvPr/>
            </p14:nvContentPartPr>
            <p14:xfrm>
              <a:off x="584469" y="4914625"/>
              <a:ext cx="314280" cy="3470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C3CDFD21-800E-4CDD-8266-BA5BB3E303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6469" y="4896985"/>
                <a:ext cx="34992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0CF32BC6-17C3-495C-92EB-C6D4EC16708D}"/>
                  </a:ext>
                </a:extLst>
              </p14:cNvPr>
              <p14:cNvContentPartPr/>
              <p14:nvPr/>
            </p14:nvContentPartPr>
            <p14:xfrm>
              <a:off x="1096749" y="4128385"/>
              <a:ext cx="1372320" cy="9482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0CF32BC6-17C3-495C-92EB-C6D4EC1670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9109" y="4110385"/>
                <a:ext cx="1407960" cy="9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025FA119-9811-4F59-BFC3-BEEC2DEA6E40}"/>
                  </a:ext>
                </a:extLst>
              </p14:cNvPr>
              <p14:cNvContentPartPr/>
              <p14:nvPr/>
            </p14:nvContentPartPr>
            <p14:xfrm>
              <a:off x="3433149" y="4070065"/>
              <a:ext cx="8061480" cy="114516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025FA119-9811-4F59-BFC3-BEEC2DEA6E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15509" y="4052425"/>
                <a:ext cx="8097120" cy="11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C0DE54B4-B8FE-4D91-9CC4-803759EEF33B}"/>
                  </a:ext>
                </a:extLst>
              </p14:cNvPr>
              <p14:cNvContentPartPr/>
              <p14:nvPr/>
            </p14:nvContentPartPr>
            <p14:xfrm>
              <a:off x="625509" y="711985"/>
              <a:ext cx="9013680" cy="326736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C0DE54B4-B8FE-4D91-9CC4-803759EEF3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7509" y="694345"/>
                <a:ext cx="9049320" cy="330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03814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0EE69F7-AA0F-4B1D-8F8C-D35E33AF4CE2}"/>
                  </a:ext>
                </a:extLst>
              </p14:cNvPr>
              <p14:cNvContentPartPr/>
              <p14:nvPr/>
            </p14:nvContentPartPr>
            <p14:xfrm>
              <a:off x="1217349" y="1018345"/>
              <a:ext cx="615600" cy="40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0EE69F7-AA0F-4B1D-8F8C-D35E33AF4C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9349" y="1000345"/>
                <a:ext cx="651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0978A4F-3820-45FC-8CEB-C19E967B73EB}"/>
                  </a:ext>
                </a:extLst>
              </p14:cNvPr>
              <p14:cNvContentPartPr/>
              <p14:nvPr/>
            </p14:nvContentPartPr>
            <p14:xfrm>
              <a:off x="2038149" y="721705"/>
              <a:ext cx="25200" cy="320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0978A4F-3820-45FC-8CEB-C19E967B73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0149" y="703705"/>
                <a:ext cx="6084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3838731-4B33-4081-A18D-6F950ED9AAB9}"/>
                  </a:ext>
                </a:extLst>
              </p14:cNvPr>
              <p14:cNvContentPartPr/>
              <p14:nvPr/>
            </p14:nvContentPartPr>
            <p14:xfrm>
              <a:off x="2033469" y="856345"/>
              <a:ext cx="40680" cy="583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3838731-4B33-4081-A18D-6F950ED9AA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5469" y="838345"/>
                <a:ext cx="763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1EAAA2D-36E7-42ED-8082-49D99CBB3BA6}"/>
                  </a:ext>
                </a:extLst>
              </p14:cNvPr>
              <p14:cNvContentPartPr/>
              <p14:nvPr/>
            </p14:nvContentPartPr>
            <p14:xfrm>
              <a:off x="1289349" y="629185"/>
              <a:ext cx="439200" cy="3232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1EAAA2D-36E7-42ED-8082-49D99CBB3B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1709" y="611525"/>
                <a:ext cx="474840" cy="3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963C6EBC-F724-4771-B6BA-AC291B46666D}"/>
                  </a:ext>
                </a:extLst>
              </p14:cNvPr>
              <p14:cNvContentPartPr/>
              <p14:nvPr/>
            </p14:nvContentPartPr>
            <p14:xfrm>
              <a:off x="1890909" y="1286185"/>
              <a:ext cx="329040" cy="270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963C6EBC-F724-4771-B6BA-AC291B4666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2909" y="1268185"/>
                <a:ext cx="3646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981291A-1AFB-4A8F-8FCB-A36C6A2A4CED}"/>
                  </a:ext>
                </a:extLst>
              </p14:cNvPr>
              <p14:cNvContentPartPr/>
              <p14:nvPr/>
            </p14:nvContentPartPr>
            <p14:xfrm>
              <a:off x="1439109" y="1308145"/>
              <a:ext cx="353520" cy="2646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981291A-1AFB-4A8F-8FCB-A36C6A2A4C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21109" y="1290505"/>
                <a:ext cx="3891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5F0E4074-D8E9-406F-836A-EA79EC4DA5C2}"/>
                  </a:ext>
                </a:extLst>
              </p14:cNvPr>
              <p14:cNvContentPartPr/>
              <p14:nvPr/>
            </p14:nvContentPartPr>
            <p14:xfrm>
              <a:off x="813069" y="1321465"/>
              <a:ext cx="158040" cy="3942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5F0E4074-D8E9-406F-836A-EA79EC4DA5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95429" y="1303465"/>
                <a:ext cx="19368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B2539DFA-06D5-43E4-A055-CD3C6AD3E47C}"/>
                  </a:ext>
                </a:extLst>
              </p14:cNvPr>
              <p14:cNvContentPartPr/>
              <p14:nvPr/>
            </p14:nvContentPartPr>
            <p14:xfrm>
              <a:off x="7213509" y="1260265"/>
              <a:ext cx="488520" cy="3312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B2539DFA-06D5-43E4-A055-CD3C6AD3E47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95869" y="1242625"/>
                <a:ext cx="52416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AA865AE2-AED0-4A52-8F7B-EF5E70A5C22D}"/>
                  </a:ext>
                </a:extLst>
              </p14:cNvPr>
              <p14:cNvContentPartPr/>
              <p14:nvPr/>
            </p14:nvContentPartPr>
            <p14:xfrm>
              <a:off x="4914189" y="1187545"/>
              <a:ext cx="1427040" cy="5227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AA865AE2-AED0-4A52-8F7B-EF5E70A5C22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96549" y="1169557"/>
                <a:ext cx="1462680" cy="558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7C3220A4-F505-40C1-8761-BC744839044A}"/>
                  </a:ext>
                </a:extLst>
              </p14:cNvPr>
              <p14:cNvContentPartPr/>
              <p14:nvPr/>
            </p14:nvContentPartPr>
            <p14:xfrm>
              <a:off x="2704509" y="1203385"/>
              <a:ext cx="1669320" cy="5778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7C3220A4-F505-40C1-8761-BC744839044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686505" y="1185745"/>
                <a:ext cx="1704968" cy="61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115C9464-B567-46C9-BD1E-6AD798540EC8}"/>
                  </a:ext>
                </a:extLst>
              </p14:cNvPr>
              <p14:cNvContentPartPr/>
              <p14:nvPr/>
            </p14:nvContentPartPr>
            <p14:xfrm>
              <a:off x="8252469" y="1172785"/>
              <a:ext cx="437760" cy="3441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115C9464-B567-46C9-BD1E-6AD798540EC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34829" y="1155145"/>
                <a:ext cx="4734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02B53C9B-EA96-4A94-8388-8E3CA6A20E13}"/>
                  </a:ext>
                </a:extLst>
              </p14:cNvPr>
              <p14:cNvContentPartPr/>
              <p14:nvPr/>
            </p14:nvContentPartPr>
            <p14:xfrm>
              <a:off x="1442349" y="1877305"/>
              <a:ext cx="288000" cy="2595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02B53C9B-EA96-4A94-8388-8E3CA6A20E1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24709" y="1859305"/>
                <a:ext cx="3236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1ECDB5B8-6B39-40CB-8C23-8A90FEDB9024}"/>
                  </a:ext>
                </a:extLst>
              </p14:cNvPr>
              <p14:cNvContentPartPr/>
              <p14:nvPr/>
            </p14:nvContentPartPr>
            <p14:xfrm>
              <a:off x="2092869" y="1843825"/>
              <a:ext cx="1277280" cy="2692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1ECDB5B8-6B39-40CB-8C23-8A90FEDB90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74869" y="1826161"/>
                <a:ext cx="1312920" cy="304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479ACE3-2258-4AC8-8BF3-9137090396C2}"/>
                  </a:ext>
                </a:extLst>
              </p14:cNvPr>
              <p14:cNvContentPartPr/>
              <p14:nvPr/>
            </p14:nvContentPartPr>
            <p14:xfrm>
              <a:off x="805149" y="1971625"/>
              <a:ext cx="281520" cy="3693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479ACE3-2258-4AC8-8BF3-9137090396C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7149" y="1953625"/>
                <a:ext cx="31716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C92EDD84-9AC3-4595-8001-51DAC0B0E013}"/>
                  </a:ext>
                </a:extLst>
              </p14:cNvPr>
              <p14:cNvContentPartPr/>
              <p14:nvPr/>
            </p14:nvContentPartPr>
            <p14:xfrm>
              <a:off x="3623949" y="1863265"/>
              <a:ext cx="339840" cy="2502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C92EDD84-9AC3-4595-8001-51DAC0B0E01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06309" y="1845625"/>
                <a:ext cx="3754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1C173ADA-AA20-4510-BC08-B302E66CC55A}"/>
                  </a:ext>
                </a:extLst>
              </p14:cNvPr>
              <p14:cNvContentPartPr/>
              <p14:nvPr/>
            </p14:nvContentPartPr>
            <p14:xfrm>
              <a:off x="2545389" y="2267905"/>
              <a:ext cx="1535760" cy="3520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1C173ADA-AA20-4510-BC08-B302E66CC55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27749" y="2249905"/>
                <a:ext cx="15714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4233C557-1EFE-4D0F-96F2-9433EEC8DE01}"/>
                  </a:ext>
                </a:extLst>
              </p14:cNvPr>
              <p14:cNvContentPartPr/>
              <p14:nvPr/>
            </p14:nvContentPartPr>
            <p14:xfrm>
              <a:off x="1491309" y="2284105"/>
              <a:ext cx="539280" cy="4971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4233C557-1EFE-4D0F-96F2-9433EEC8DE0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473669" y="2266465"/>
                <a:ext cx="57492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4988555-1AD9-4B8C-B50B-41EBA8E3101F}"/>
                  </a:ext>
                </a:extLst>
              </p14:cNvPr>
              <p14:cNvContentPartPr/>
              <p14:nvPr/>
            </p14:nvContentPartPr>
            <p14:xfrm>
              <a:off x="7572069" y="2198065"/>
              <a:ext cx="120600" cy="3024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4988555-1AD9-4B8C-B50B-41EBA8E3101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54429" y="2180065"/>
                <a:ext cx="1562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29A63492-CFEC-487F-9011-01E393F6F9B2}"/>
                  </a:ext>
                </a:extLst>
              </p14:cNvPr>
              <p14:cNvContentPartPr/>
              <p14:nvPr/>
            </p14:nvContentPartPr>
            <p14:xfrm>
              <a:off x="7618149" y="2675785"/>
              <a:ext cx="33120" cy="702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29A63492-CFEC-487F-9011-01E393F6F9B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00509" y="2657785"/>
                <a:ext cx="687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C718506F-AFA5-4877-A11D-EA4161175074}"/>
                  </a:ext>
                </a:extLst>
              </p14:cNvPr>
              <p14:cNvContentPartPr/>
              <p14:nvPr/>
            </p14:nvContentPartPr>
            <p14:xfrm>
              <a:off x="4345749" y="1889185"/>
              <a:ext cx="2974680" cy="7095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C718506F-AFA5-4877-A11D-EA416117507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28107" y="1871185"/>
                <a:ext cx="3010324" cy="74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6D00FDAD-5743-45BB-BBDA-0EA25B6B83FD}"/>
                  </a:ext>
                </a:extLst>
              </p14:cNvPr>
              <p14:cNvContentPartPr/>
              <p14:nvPr/>
            </p14:nvContentPartPr>
            <p14:xfrm>
              <a:off x="2150829" y="2964505"/>
              <a:ext cx="248760" cy="100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6D00FDAD-5743-45BB-BBDA-0EA25B6B83F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32829" y="2946505"/>
                <a:ext cx="2844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D54307E0-F724-4320-91E8-6EF10B90F427}"/>
                  </a:ext>
                </a:extLst>
              </p14:cNvPr>
              <p14:cNvContentPartPr/>
              <p14:nvPr/>
            </p14:nvContentPartPr>
            <p14:xfrm>
              <a:off x="3474189" y="2906545"/>
              <a:ext cx="360" cy="133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D54307E0-F724-4320-91E8-6EF10B90F42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56549" y="2888905"/>
                <a:ext cx="360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2C06D44B-FE85-463E-9548-9644BF047D55}"/>
                  </a:ext>
                </a:extLst>
              </p14:cNvPr>
              <p14:cNvContentPartPr/>
              <p14:nvPr/>
            </p14:nvContentPartPr>
            <p14:xfrm>
              <a:off x="3460149" y="3045865"/>
              <a:ext cx="82440" cy="1551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2C06D44B-FE85-463E-9548-9644BF047D5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442149" y="3028225"/>
                <a:ext cx="1180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B4DAC280-9DA5-401D-9C63-7610CC956D5F}"/>
                  </a:ext>
                </a:extLst>
              </p14:cNvPr>
              <p14:cNvContentPartPr/>
              <p14:nvPr/>
            </p14:nvContentPartPr>
            <p14:xfrm>
              <a:off x="3866229" y="2845345"/>
              <a:ext cx="500400" cy="37476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B4DAC280-9DA5-401D-9C63-7610CC956D5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848229" y="2827705"/>
                <a:ext cx="5360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CA65CB58-ADC7-4A84-96C3-6A4299DD9B38}"/>
                  </a:ext>
                </a:extLst>
              </p14:cNvPr>
              <p14:cNvContentPartPr/>
              <p14:nvPr/>
            </p14:nvContentPartPr>
            <p14:xfrm>
              <a:off x="2562309" y="2820145"/>
              <a:ext cx="623520" cy="34560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CA65CB58-ADC7-4A84-96C3-6A4299DD9B3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44319" y="2802145"/>
                <a:ext cx="659139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A88CAEA-344D-4023-94C3-7BF9575E84CC}"/>
                  </a:ext>
                </a:extLst>
              </p14:cNvPr>
              <p14:cNvContentPartPr/>
              <p14:nvPr/>
            </p14:nvContentPartPr>
            <p14:xfrm>
              <a:off x="4599549" y="2968105"/>
              <a:ext cx="10800" cy="57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A88CAEA-344D-4023-94C3-7BF9575E84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81909" y="2950465"/>
                <a:ext cx="464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980CBA67-CA3A-4AA2-AC34-0690215366C7}"/>
                  </a:ext>
                </a:extLst>
              </p14:cNvPr>
              <p14:cNvContentPartPr/>
              <p14:nvPr/>
            </p14:nvContentPartPr>
            <p14:xfrm>
              <a:off x="4609269" y="3142345"/>
              <a:ext cx="32040" cy="1033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980CBA67-CA3A-4AA2-AC34-0690215366C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91269" y="3124705"/>
                <a:ext cx="676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95A10692-9267-4B22-A51E-0E91208204F9}"/>
                  </a:ext>
                </a:extLst>
              </p14:cNvPr>
              <p14:cNvContentPartPr/>
              <p14:nvPr/>
            </p14:nvContentPartPr>
            <p14:xfrm>
              <a:off x="2146149" y="3724825"/>
              <a:ext cx="194400" cy="720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95A10692-9267-4B22-A51E-0E91208204F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28149" y="3706825"/>
                <a:ext cx="2300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23EFD0C6-AE1E-4763-A605-8219DD11C15C}"/>
                  </a:ext>
                </a:extLst>
              </p14:cNvPr>
              <p14:cNvContentPartPr/>
              <p14:nvPr/>
            </p14:nvContentPartPr>
            <p14:xfrm>
              <a:off x="2608029" y="3464905"/>
              <a:ext cx="934200" cy="3416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23EFD0C6-AE1E-4763-A605-8219DD11C15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90389" y="3447265"/>
                <a:ext cx="9698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3D78DB41-8381-4683-861A-D64EBD194204}"/>
                  </a:ext>
                </a:extLst>
              </p14:cNvPr>
              <p14:cNvContentPartPr/>
              <p14:nvPr/>
            </p14:nvContentPartPr>
            <p14:xfrm>
              <a:off x="3820869" y="3570385"/>
              <a:ext cx="6840" cy="118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3D78DB41-8381-4683-861A-D64EBD19420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803229" y="3552745"/>
                <a:ext cx="42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EBC0785D-A2B1-44C1-9AE5-D1E84B2C7195}"/>
                  </a:ext>
                </a:extLst>
              </p14:cNvPr>
              <p14:cNvContentPartPr/>
              <p14:nvPr/>
            </p14:nvContentPartPr>
            <p14:xfrm>
              <a:off x="3837789" y="3734185"/>
              <a:ext cx="50760" cy="1450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EBC0785D-A2B1-44C1-9AE5-D1E84B2C719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19789" y="3716545"/>
                <a:ext cx="864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5E06C8BF-EAE0-4F7F-B9AA-B11FF49D1F1E}"/>
                  </a:ext>
                </a:extLst>
              </p14:cNvPr>
              <p14:cNvContentPartPr/>
              <p14:nvPr/>
            </p14:nvContentPartPr>
            <p14:xfrm>
              <a:off x="5003829" y="2851105"/>
              <a:ext cx="543960" cy="3726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5E06C8BF-EAE0-4F7F-B9AA-B11FF49D1F1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85829" y="2833448"/>
                <a:ext cx="579600" cy="408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FDCE2B7A-15EE-47EC-AD49-7DDC6206D75E}"/>
                  </a:ext>
                </a:extLst>
              </p14:cNvPr>
              <p14:cNvContentPartPr/>
              <p14:nvPr/>
            </p14:nvContentPartPr>
            <p14:xfrm>
              <a:off x="6251229" y="2844625"/>
              <a:ext cx="87480" cy="43128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FDCE2B7A-15EE-47EC-AD49-7DDC6206D75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233229" y="2826985"/>
                <a:ext cx="12312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D9AC32E6-BDBA-4F3E-959C-7C0287B8F200}"/>
                  </a:ext>
                </a:extLst>
              </p14:cNvPr>
              <p14:cNvContentPartPr/>
              <p14:nvPr/>
            </p14:nvContentPartPr>
            <p14:xfrm>
              <a:off x="6481629" y="2890345"/>
              <a:ext cx="453600" cy="30240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D9AC32E6-BDBA-4F3E-959C-7C0287B8F20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463629" y="2872705"/>
                <a:ext cx="4892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466123EE-7DAE-4B3A-8FB5-5310E107FF47}"/>
                  </a:ext>
                </a:extLst>
              </p14:cNvPr>
              <p14:cNvContentPartPr/>
              <p14:nvPr/>
            </p14:nvContentPartPr>
            <p14:xfrm>
              <a:off x="5723469" y="2925985"/>
              <a:ext cx="385560" cy="2563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466123EE-7DAE-4B3A-8FB5-5310E107FF4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05486" y="2907985"/>
                <a:ext cx="421167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D44F53BD-F8B6-493B-85D6-96A660936738}"/>
                  </a:ext>
                </a:extLst>
              </p14:cNvPr>
              <p14:cNvContentPartPr/>
              <p14:nvPr/>
            </p14:nvContentPartPr>
            <p14:xfrm>
              <a:off x="7145109" y="2993305"/>
              <a:ext cx="6480" cy="147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D44F53BD-F8B6-493B-85D6-96A66093673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127469" y="2975305"/>
                <a:ext cx="42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3DFCA4B6-542E-4761-9644-345B19C20FA5}"/>
                  </a:ext>
                </a:extLst>
              </p14:cNvPr>
              <p14:cNvContentPartPr/>
              <p14:nvPr/>
            </p14:nvContentPartPr>
            <p14:xfrm>
              <a:off x="7153749" y="3204985"/>
              <a:ext cx="40320" cy="1296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3DFCA4B6-542E-4761-9644-345B19C20FA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36109" y="3186985"/>
                <a:ext cx="759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D93D17D9-827F-405C-A455-90A47F449464}"/>
                  </a:ext>
                </a:extLst>
              </p14:cNvPr>
              <p14:cNvContentPartPr/>
              <p14:nvPr/>
            </p14:nvContentPartPr>
            <p14:xfrm>
              <a:off x="899109" y="4080865"/>
              <a:ext cx="304200" cy="4730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D93D17D9-827F-405C-A455-90A47F44946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81109" y="4063225"/>
                <a:ext cx="33984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DCDF3B11-61D9-4E1F-BEEE-E35F5ABBE5AF}"/>
                  </a:ext>
                </a:extLst>
              </p14:cNvPr>
              <p14:cNvContentPartPr/>
              <p14:nvPr/>
            </p14:nvContentPartPr>
            <p14:xfrm>
              <a:off x="4467429" y="4143505"/>
              <a:ext cx="190800" cy="1450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DCDF3B11-61D9-4E1F-BEEE-E35F5ABBE5A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49429" y="4125505"/>
                <a:ext cx="2264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9B52C541-B9F5-4A2B-8183-ABA6996258E7}"/>
                  </a:ext>
                </a:extLst>
              </p14:cNvPr>
              <p14:cNvContentPartPr/>
              <p14:nvPr/>
            </p14:nvContentPartPr>
            <p14:xfrm>
              <a:off x="3070269" y="3958105"/>
              <a:ext cx="1265040" cy="5241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9B52C541-B9F5-4A2B-8183-ABA6996258E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052274" y="3940105"/>
                <a:ext cx="130067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6FD9B9E5-869D-4AA3-A987-246286629F61}"/>
                  </a:ext>
                </a:extLst>
              </p14:cNvPr>
              <p14:cNvContentPartPr/>
              <p14:nvPr/>
            </p14:nvContentPartPr>
            <p14:xfrm>
              <a:off x="1644309" y="4109305"/>
              <a:ext cx="894240" cy="32436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6FD9B9E5-869D-4AA3-A987-246286629F6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626669" y="4091325"/>
                <a:ext cx="929880" cy="3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4A5CB0C4-BCFC-419E-97E6-26AA0BB3C55D}"/>
                  </a:ext>
                </a:extLst>
              </p14:cNvPr>
              <p14:cNvContentPartPr/>
              <p14:nvPr/>
            </p14:nvContentPartPr>
            <p14:xfrm>
              <a:off x="7396749" y="3952345"/>
              <a:ext cx="208080" cy="24984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4A5CB0C4-BCFC-419E-97E6-26AA0BB3C55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378749" y="3934345"/>
                <a:ext cx="24372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FEE4EB93-021F-49E6-9298-2863DD57C06C}"/>
                  </a:ext>
                </a:extLst>
              </p14:cNvPr>
              <p14:cNvContentPartPr/>
              <p14:nvPr/>
            </p14:nvContentPartPr>
            <p14:xfrm>
              <a:off x="7754949" y="3777385"/>
              <a:ext cx="702000" cy="55224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FEE4EB93-021F-49E6-9298-2863DD57C06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36949" y="3759733"/>
                <a:ext cx="737640" cy="587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9CF52D95-C71B-4A20-B5D0-FA3666126D59}"/>
                  </a:ext>
                </a:extLst>
              </p14:cNvPr>
              <p14:cNvContentPartPr/>
              <p14:nvPr/>
            </p14:nvContentPartPr>
            <p14:xfrm>
              <a:off x="6612669" y="3922105"/>
              <a:ext cx="645120" cy="29268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9CF52D95-C71B-4A20-B5D0-FA3666126D5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95029" y="3904105"/>
                <a:ext cx="6807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65AB43E3-8A85-4D7C-81BB-8A5F3B5417DA}"/>
                  </a:ext>
                </a:extLst>
              </p14:cNvPr>
              <p14:cNvContentPartPr/>
              <p14:nvPr/>
            </p14:nvContentPartPr>
            <p14:xfrm>
              <a:off x="5187069" y="3903385"/>
              <a:ext cx="743760" cy="3744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65AB43E3-8A85-4D7C-81BB-8A5F3B5417D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69069" y="3885728"/>
                <a:ext cx="779400" cy="410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C19E89D3-9E09-42D4-A55A-F96AA8F1D40E}"/>
                  </a:ext>
                </a:extLst>
              </p14:cNvPr>
              <p14:cNvContentPartPr/>
              <p14:nvPr/>
            </p14:nvContentPartPr>
            <p14:xfrm>
              <a:off x="8725869" y="3778105"/>
              <a:ext cx="173160" cy="3103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C19E89D3-9E09-42D4-A55A-F96AA8F1D40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07869" y="3760465"/>
                <a:ext cx="20880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657333E7-1B85-4CEC-AF5C-2847E0CA68A9}"/>
                  </a:ext>
                </a:extLst>
              </p14:cNvPr>
              <p14:cNvContentPartPr/>
              <p14:nvPr/>
            </p14:nvContentPartPr>
            <p14:xfrm>
              <a:off x="8792109" y="4307305"/>
              <a:ext cx="13680" cy="10116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657333E7-1B85-4CEC-AF5C-2847E0CA68A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774469" y="4289305"/>
                <a:ext cx="493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2FC7AE2E-DD71-42C6-9926-644B977F9E02}"/>
                  </a:ext>
                </a:extLst>
              </p14:cNvPr>
              <p14:cNvContentPartPr/>
              <p14:nvPr/>
            </p14:nvContentPartPr>
            <p14:xfrm>
              <a:off x="9581589" y="3825985"/>
              <a:ext cx="468000" cy="30168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2FC7AE2E-DD71-42C6-9926-644B977F9E0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63949" y="3807985"/>
                <a:ext cx="5036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D22E0081-F85A-4D9B-8C26-2036363B7ACD}"/>
                  </a:ext>
                </a:extLst>
              </p14:cNvPr>
              <p14:cNvContentPartPr/>
              <p14:nvPr/>
            </p14:nvContentPartPr>
            <p14:xfrm>
              <a:off x="10499229" y="3809425"/>
              <a:ext cx="565200" cy="3567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D22E0081-F85A-4D9B-8C26-2036363B7AC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81589" y="3791785"/>
                <a:ext cx="6008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60EEF083-64D8-49E6-9C5F-E812553980AD}"/>
                  </a:ext>
                </a:extLst>
              </p14:cNvPr>
              <p14:cNvContentPartPr/>
              <p14:nvPr/>
            </p14:nvContentPartPr>
            <p14:xfrm>
              <a:off x="7299549" y="4788265"/>
              <a:ext cx="3960" cy="4356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60EEF083-64D8-49E6-9C5F-E812553980A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281549" y="4770265"/>
                <a:ext cx="396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55565C19-B623-4BDB-B696-B0E0DEBD3CC0}"/>
                  </a:ext>
                </a:extLst>
              </p14:cNvPr>
              <p14:cNvContentPartPr/>
              <p14:nvPr/>
            </p14:nvContentPartPr>
            <p14:xfrm>
              <a:off x="7304949" y="5019025"/>
              <a:ext cx="34200" cy="324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55565C19-B623-4BDB-B696-B0E0DEBD3CC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287309" y="5001385"/>
                <a:ext cx="698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DD976375-4D89-477A-8967-E710B6201761}"/>
                  </a:ext>
                </a:extLst>
              </p14:cNvPr>
              <p14:cNvContentPartPr/>
              <p14:nvPr/>
            </p14:nvContentPartPr>
            <p14:xfrm>
              <a:off x="7468389" y="4758745"/>
              <a:ext cx="197640" cy="29052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DD976375-4D89-477A-8967-E710B620176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450749" y="4741105"/>
                <a:ext cx="23328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E54C2440-A5D6-404A-804B-929DDA911B36}"/>
                  </a:ext>
                </a:extLst>
              </p14:cNvPr>
              <p14:cNvContentPartPr/>
              <p14:nvPr/>
            </p14:nvContentPartPr>
            <p14:xfrm>
              <a:off x="7825149" y="4735345"/>
              <a:ext cx="101160" cy="4500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E54C2440-A5D6-404A-804B-929DDA911B3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807149" y="4717705"/>
                <a:ext cx="1368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AA0D8CBB-13EB-45DD-A7BB-005A5CF87715}"/>
                  </a:ext>
                </a:extLst>
              </p14:cNvPr>
              <p14:cNvContentPartPr/>
              <p14:nvPr/>
            </p14:nvContentPartPr>
            <p14:xfrm>
              <a:off x="6402429" y="4538425"/>
              <a:ext cx="2743200" cy="795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AA0D8CBB-13EB-45DD-A7BB-005A5CF8771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84429" y="4520425"/>
                <a:ext cx="27788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629EC8E1-035C-47A5-96E2-38CAF060756C}"/>
                  </a:ext>
                </a:extLst>
              </p14:cNvPr>
              <p14:cNvContentPartPr/>
              <p14:nvPr/>
            </p14:nvContentPartPr>
            <p14:xfrm>
              <a:off x="10486269" y="4676665"/>
              <a:ext cx="562680" cy="66744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629EC8E1-035C-47A5-96E2-38CAF060756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468629" y="4659025"/>
                <a:ext cx="598320" cy="70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FBDEBF21-C419-4A21-8A1A-C18901B0C14B}"/>
                  </a:ext>
                </a:extLst>
              </p14:cNvPr>
              <p14:cNvContentPartPr/>
              <p14:nvPr/>
            </p14:nvContentPartPr>
            <p14:xfrm>
              <a:off x="9793269" y="4740025"/>
              <a:ext cx="563760" cy="34848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FBDEBF21-C419-4A21-8A1A-C18901B0C14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775629" y="4722385"/>
                <a:ext cx="59940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EC0B0E77-DE47-4277-B643-ABC74678E43B}"/>
                  </a:ext>
                </a:extLst>
              </p14:cNvPr>
              <p14:cNvContentPartPr/>
              <p14:nvPr/>
            </p14:nvContentPartPr>
            <p14:xfrm>
              <a:off x="8062389" y="4814905"/>
              <a:ext cx="583560" cy="31968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EC0B0E77-DE47-4277-B643-ABC74678E43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044389" y="4797245"/>
                <a:ext cx="619200" cy="3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CECAA3AB-7021-481F-B69A-71B6BF20AE4C}"/>
                  </a:ext>
                </a:extLst>
              </p14:cNvPr>
              <p14:cNvContentPartPr/>
              <p14:nvPr/>
            </p14:nvContentPartPr>
            <p14:xfrm>
              <a:off x="6543189" y="4685665"/>
              <a:ext cx="622080" cy="37656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CECAA3AB-7021-481F-B69A-71B6BF20AE4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525539" y="4668025"/>
                <a:ext cx="657741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3AA25A18-DF9E-4825-935E-1AD7580D8FAD}"/>
                  </a:ext>
                </a:extLst>
              </p14:cNvPr>
              <p14:cNvContentPartPr/>
              <p14:nvPr/>
            </p14:nvContentPartPr>
            <p14:xfrm>
              <a:off x="6525909" y="5285425"/>
              <a:ext cx="2284200" cy="86868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3AA25A18-DF9E-4825-935E-1AD7580D8FA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507909" y="5267778"/>
                <a:ext cx="2319840" cy="904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C8E47870-8F42-4F9E-A18C-0195D9A73581}"/>
                  </a:ext>
                </a:extLst>
              </p14:cNvPr>
              <p14:cNvContentPartPr/>
              <p14:nvPr/>
            </p14:nvContentPartPr>
            <p14:xfrm>
              <a:off x="8102709" y="3195625"/>
              <a:ext cx="1123200" cy="52236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C8E47870-8F42-4F9E-A18C-0195D9A7358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084709" y="3177625"/>
                <a:ext cx="1158840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225D7746-2F31-487A-B220-B876E140363F}"/>
                  </a:ext>
                </a:extLst>
              </p14:cNvPr>
              <p14:cNvContentPartPr/>
              <p14:nvPr/>
            </p14:nvContentPartPr>
            <p14:xfrm>
              <a:off x="9529029" y="2081785"/>
              <a:ext cx="2261880" cy="152856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225D7746-2F31-487A-B220-B876E140363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511029" y="2064141"/>
                <a:ext cx="2297520" cy="15642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8241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4C1AC96C-883F-4C0E-91E6-1F0EBBC9612F}"/>
              </a:ext>
            </a:extLst>
          </p:cNvPr>
          <p:cNvSpPr/>
          <p:nvPr/>
        </p:nvSpPr>
        <p:spPr>
          <a:xfrm>
            <a:off x="243904" y="320074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248CC8A-A368-452E-8066-59055E51E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55" y="960147"/>
            <a:ext cx="9235339" cy="5219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ADD16E9-57E3-4F2A-B089-F2E109D9C64E}"/>
                  </a:ext>
                </a:extLst>
              </p14:cNvPr>
              <p14:cNvContentPartPr/>
              <p14:nvPr/>
            </p14:nvContentPartPr>
            <p14:xfrm>
              <a:off x="6106149" y="4504225"/>
              <a:ext cx="4546080" cy="8834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ADD16E9-57E3-4F2A-B089-F2E109D9C6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8509" y="4486585"/>
                <a:ext cx="4581720" cy="9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7826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4C1AC96C-883F-4C0E-91E6-1F0EBBC9612F}"/>
              </a:ext>
            </a:extLst>
          </p:cNvPr>
          <p:cNvSpPr/>
          <p:nvPr/>
        </p:nvSpPr>
        <p:spPr>
          <a:xfrm>
            <a:off x="243904" y="320074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53C2352-D60A-4EB2-A518-ECE72652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960147"/>
            <a:ext cx="10789802" cy="544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7CDAB866-6CF6-421B-9D27-9A47CD2684BE}"/>
                  </a:ext>
                </a:extLst>
              </p14:cNvPr>
              <p14:cNvContentPartPr/>
              <p14:nvPr/>
            </p14:nvContentPartPr>
            <p14:xfrm>
              <a:off x="10634589" y="282865"/>
              <a:ext cx="1407960" cy="4305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7CDAB866-6CF6-421B-9D27-9A47CD2684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16589" y="265210"/>
                <a:ext cx="1443600" cy="4662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98F6EE1-CFB3-4FEC-9010-BA1FE52E302E}"/>
                  </a:ext>
                </a:extLst>
              </p14:cNvPr>
              <p14:cNvContentPartPr/>
              <p14:nvPr/>
            </p14:nvContentPartPr>
            <p14:xfrm>
              <a:off x="6533109" y="287545"/>
              <a:ext cx="3779280" cy="17341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98F6EE1-CFB3-4FEC-9010-BA1FE52E30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5107" y="269905"/>
                <a:ext cx="3814923" cy="17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4E0084C-BEB5-4306-B161-97E82F5229B0}"/>
                  </a:ext>
                </a:extLst>
              </p14:cNvPr>
              <p14:cNvContentPartPr/>
              <p14:nvPr/>
            </p14:nvContentPartPr>
            <p14:xfrm>
              <a:off x="904509" y="1462585"/>
              <a:ext cx="360000" cy="415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4E0084C-BEB5-4306-B161-97E82F5229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6509" y="1444945"/>
                <a:ext cx="39564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DA793B21-0590-4D55-8158-F7BE35215157}"/>
                  </a:ext>
                </a:extLst>
              </p14:cNvPr>
              <p14:cNvContentPartPr/>
              <p14:nvPr/>
            </p14:nvContentPartPr>
            <p14:xfrm>
              <a:off x="2153709" y="4326025"/>
              <a:ext cx="195120" cy="1911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DA793B21-0590-4D55-8158-F7BE352151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5709" y="4308385"/>
                <a:ext cx="2307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751AF0B7-57FC-41C7-945F-740F51AB3FB4}"/>
                  </a:ext>
                </a:extLst>
              </p14:cNvPr>
              <p14:cNvContentPartPr/>
              <p14:nvPr/>
            </p14:nvContentPartPr>
            <p14:xfrm>
              <a:off x="2161989" y="3383185"/>
              <a:ext cx="229680" cy="1933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751AF0B7-57FC-41C7-945F-740F51AB3FB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43989" y="3365545"/>
                <a:ext cx="2653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9D019B0D-E598-4BB8-BCD0-5AA176D64271}"/>
                  </a:ext>
                </a:extLst>
              </p14:cNvPr>
              <p14:cNvContentPartPr/>
              <p14:nvPr/>
            </p14:nvContentPartPr>
            <p14:xfrm>
              <a:off x="2184669" y="2420545"/>
              <a:ext cx="260640" cy="2091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9D019B0D-E598-4BB8-BCD0-5AA176D6427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66669" y="2402905"/>
                <a:ext cx="2962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231" name="Cerneală 8230">
                <a:extLst>
                  <a:ext uri="{FF2B5EF4-FFF2-40B4-BE49-F238E27FC236}">
                    <a16:creationId xmlns:a16="http://schemas.microsoft.com/office/drawing/2014/main" id="{2C574F03-E88B-4936-841F-007445FC9A05}"/>
                  </a:ext>
                </a:extLst>
              </p14:cNvPr>
              <p14:cNvContentPartPr/>
              <p14:nvPr/>
            </p14:nvContentPartPr>
            <p14:xfrm>
              <a:off x="6915429" y="5832985"/>
              <a:ext cx="662400" cy="276480"/>
            </p14:xfrm>
          </p:contentPart>
        </mc:Choice>
        <mc:Fallback xmlns="">
          <p:pic>
            <p:nvPicPr>
              <p:cNvPr id="8231" name="Cerneală 8230">
                <a:extLst>
                  <a:ext uri="{FF2B5EF4-FFF2-40B4-BE49-F238E27FC236}">
                    <a16:creationId xmlns:a16="http://schemas.microsoft.com/office/drawing/2014/main" id="{2C574F03-E88B-4936-841F-007445FC9A0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97429" y="5815345"/>
                <a:ext cx="6980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248" name="Cerneală 8247">
                <a:extLst>
                  <a:ext uri="{FF2B5EF4-FFF2-40B4-BE49-F238E27FC236}">
                    <a16:creationId xmlns:a16="http://schemas.microsoft.com/office/drawing/2014/main" id="{FEC977FC-E7B4-4F8E-9C3B-8C3E6DF2B3B5}"/>
                  </a:ext>
                </a:extLst>
              </p14:cNvPr>
              <p14:cNvContentPartPr/>
              <p14:nvPr/>
            </p14:nvContentPartPr>
            <p14:xfrm>
              <a:off x="7881309" y="2280145"/>
              <a:ext cx="4262400" cy="4396680"/>
            </p14:xfrm>
          </p:contentPart>
        </mc:Choice>
        <mc:Fallback xmlns="">
          <p:pic>
            <p:nvPicPr>
              <p:cNvPr id="8248" name="Cerneală 8247">
                <a:extLst>
                  <a:ext uri="{FF2B5EF4-FFF2-40B4-BE49-F238E27FC236}">
                    <a16:creationId xmlns:a16="http://schemas.microsoft.com/office/drawing/2014/main" id="{FEC977FC-E7B4-4F8E-9C3B-8C3E6DF2B3B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63669" y="2262146"/>
                <a:ext cx="4298040" cy="4432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49" name="Cerneală 8248">
                <a:extLst>
                  <a:ext uri="{FF2B5EF4-FFF2-40B4-BE49-F238E27FC236}">
                    <a16:creationId xmlns:a16="http://schemas.microsoft.com/office/drawing/2014/main" id="{D004A301-6BD8-40FF-AF91-80DDC5D46DD3}"/>
                  </a:ext>
                </a:extLst>
              </p14:cNvPr>
              <p14:cNvContentPartPr/>
              <p14:nvPr/>
            </p14:nvContentPartPr>
            <p14:xfrm>
              <a:off x="6376509" y="6370465"/>
              <a:ext cx="1167840" cy="325080"/>
            </p14:xfrm>
          </p:contentPart>
        </mc:Choice>
        <mc:Fallback xmlns="">
          <p:pic>
            <p:nvPicPr>
              <p:cNvPr id="8249" name="Cerneală 8248">
                <a:extLst>
                  <a:ext uri="{FF2B5EF4-FFF2-40B4-BE49-F238E27FC236}">
                    <a16:creationId xmlns:a16="http://schemas.microsoft.com/office/drawing/2014/main" id="{D004A301-6BD8-40FF-AF91-80DDC5D46DD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58869" y="6352825"/>
                <a:ext cx="1203480" cy="3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9866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4C1AC96C-883F-4C0E-91E6-1F0EBBC9612F}"/>
              </a:ext>
            </a:extLst>
          </p:cNvPr>
          <p:cNvSpPr/>
          <p:nvPr/>
        </p:nvSpPr>
        <p:spPr>
          <a:xfrm>
            <a:off x="243904" y="320074"/>
            <a:ext cx="10332607" cy="38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Introducerea numărătoarelor într-o diagramă de tranziție data</a:t>
            </a:r>
            <a:r>
              <a:rPr lang="en-US" b="1" i="1" dirty="0">
                <a:solidFill>
                  <a:srgbClr val="3333FF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b="1" i="1" dirty="0" err="1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Varianta</a:t>
            </a:r>
            <a:r>
              <a:rPr lang="en-US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endParaRPr lang="ro-RO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019AF9D-1AA5-419A-9176-87F9A79AD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777269"/>
            <a:ext cx="9783973" cy="560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F586B0F-AA80-4EC6-9268-14ED2194F4D7}"/>
                  </a:ext>
                </a:extLst>
              </p14:cNvPr>
              <p14:cNvContentPartPr/>
              <p14:nvPr/>
            </p14:nvContentPartPr>
            <p14:xfrm>
              <a:off x="10396629" y="1029505"/>
              <a:ext cx="1526760" cy="4723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F586B0F-AA80-4EC6-9268-14ED2194F4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78989" y="1011505"/>
                <a:ext cx="1562400" cy="47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8962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Introducerea </a:t>
            </a:r>
            <a:r>
              <a:rPr lang="ro-RO" sz="2800" b="1" dirty="0" err="1"/>
              <a:t>countere</a:t>
            </a:r>
            <a:r>
              <a:rPr lang="ro-RO" sz="2800" b="1" dirty="0"/>
              <a:t>-lor în </a:t>
            </a:r>
            <a:r>
              <a:rPr lang="ro-RO" sz="2800" b="1" i="1" dirty="0">
                <a:solidFill>
                  <a:srgbClr val="FF0000"/>
                </a:solidFill>
              </a:rPr>
              <a:t>partea de supervizor</a:t>
            </a:r>
            <a:r>
              <a:rPr lang="ro-RO" sz="2800" b="1" dirty="0"/>
              <a:t>, în generarea de secvențe de timp cu număr impus de repetări;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  <a:p>
            <a:pPr lvl="2"/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4016147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41B95052-8AD9-468D-BB7D-885562C37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3063244"/>
            <a:ext cx="2651731" cy="3474682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AF74577-2F8E-4C28-AACB-68ACBDA96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051586"/>
            <a:ext cx="2492319" cy="1920219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BDE92563-EE3C-4778-8ACF-F1DD1BD31795}"/>
              </a:ext>
            </a:extLst>
          </p:cNvPr>
          <p:cNvSpPr/>
          <p:nvPr/>
        </p:nvSpPr>
        <p:spPr>
          <a:xfrm>
            <a:off x="335343" y="320074"/>
            <a:ext cx="1069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timp,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repetitive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-  Diagramă/Program inițial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6D91E617-9D14-4EEE-A416-4C9545F7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69" y="2240293"/>
            <a:ext cx="8553480" cy="2221308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CF69FFA-BE59-4BCD-978D-223E9A385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269" y="960147"/>
            <a:ext cx="8542490" cy="1097268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2A748478-695E-4BCD-A065-41506ADD4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269" y="4617707"/>
            <a:ext cx="8412387" cy="147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9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41B95052-8AD9-468D-BB7D-885562C37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2788927"/>
            <a:ext cx="2651731" cy="3869841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1AF74577-2F8E-4C28-AACB-68ACBDA96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777269"/>
            <a:ext cx="2560292" cy="1972588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BDE92563-EE3C-4778-8ACF-F1DD1BD31795}"/>
              </a:ext>
            </a:extLst>
          </p:cNvPr>
          <p:cNvSpPr/>
          <p:nvPr/>
        </p:nvSpPr>
        <p:spPr>
          <a:xfrm>
            <a:off x="335343" y="320074"/>
            <a:ext cx="1069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repetitive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-  Diagramă/Program inițial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BE01005E-D4DC-4A7E-BC6C-9CE68FB8E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30" y="868708"/>
            <a:ext cx="8477821" cy="56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37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eptunghi 3">
            <a:extLst>
              <a:ext uri="{FF2B5EF4-FFF2-40B4-BE49-F238E27FC236}">
                <a16:creationId xmlns:a16="http://schemas.microsoft.com/office/drawing/2014/main" id="{BDE92563-EE3C-4778-8ACF-F1DD1BD31795}"/>
              </a:ext>
            </a:extLst>
          </p:cNvPr>
          <p:cNvSpPr/>
          <p:nvPr/>
        </p:nvSpPr>
        <p:spPr>
          <a:xfrm>
            <a:off x="335343" y="320074"/>
            <a:ext cx="1161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cu un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număr limitat de repetiții + timp de așteptare între secvențe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9A19D0C5-35F3-4069-9EC9-730041EA828E}"/>
              </a:ext>
            </a:extLst>
          </p:cNvPr>
          <p:cNvSpPr/>
          <p:nvPr/>
        </p:nvSpPr>
        <p:spPr>
          <a:xfrm>
            <a:off x="609660" y="1143025"/>
            <a:ext cx="10407326" cy="4765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Modificarea programului inițial: </a:t>
            </a: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la apăsarea butonului Start se dorește următorul comportament:</a:t>
            </a: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secvența XYZ să fie repetată de 10 ori;</a:t>
            </a:r>
          </a:p>
          <a:p>
            <a:pPr marL="1371600" lvl="2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între două secvențe XYZ trebuie să fie o întârziere de 3 minute;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la apăsarea butonului St</a:t>
            </a:r>
            <a:r>
              <a:rPr lang="en-US" sz="2800" b="1" dirty="0">
                <a:solidFill>
                  <a:srgbClr val="0000FF"/>
                </a:solidFill>
              </a:rPr>
              <a:t>op (normal </a:t>
            </a:r>
            <a:r>
              <a:rPr lang="ro-RO" sz="2800" b="1" dirty="0">
                <a:solidFill>
                  <a:srgbClr val="0000FF"/>
                </a:solidFill>
              </a:rPr>
              <a:t>închis) se dorește oprirea secvenței (indiferent de stadiul în care se află) următorul</a:t>
            </a: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1831406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9A19D0C5-35F3-4069-9EC9-730041EA828E}"/>
              </a:ext>
            </a:extLst>
          </p:cNvPr>
          <p:cNvSpPr/>
          <p:nvPr/>
        </p:nvSpPr>
        <p:spPr>
          <a:xfrm>
            <a:off x="518221" y="1417342"/>
            <a:ext cx="10407326" cy="4765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>
                <a:solidFill>
                  <a:srgbClr val="FF0000"/>
                </a:solidFill>
              </a:rPr>
              <a:t>Implicații : </a:t>
            </a: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toate modificările se fac la nivelul programului supervizor;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întârziere de 3 minute, dintre două secvențe XYZ, se realizează cu un timer TON ce face parte din supervizor;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numărarea celor 10 secvențe XYZ se realizează cu un numărător CTU ce face parte din supervizor;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numărul de stări din supervizor poate fi menținut nemodificat 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E26E62A6-CF62-4870-B0D8-D2E638F3A087}"/>
              </a:ext>
            </a:extLst>
          </p:cNvPr>
          <p:cNvSpPr/>
          <p:nvPr/>
        </p:nvSpPr>
        <p:spPr>
          <a:xfrm>
            <a:off x="335343" y="320074"/>
            <a:ext cx="1161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cu un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număr limitat de repetiții + timp de așteptare între secvențe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817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8659666-3F28-486C-B58C-29238657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64" y="1325903"/>
            <a:ext cx="4133850" cy="422910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001DC6DD-4A34-40F4-9995-C8D3428DB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1325903"/>
            <a:ext cx="2705100" cy="428625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A0C1BE64-F25E-4333-9F23-B2F33B6313E2}"/>
              </a:ext>
            </a:extLst>
          </p:cNvPr>
          <p:cNvSpPr/>
          <p:nvPr/>
        </p:nvSpPr>
        <p:spPr>
          <a:xfrm>
            <a:off x="335343" y="320074"/>
            <a:ext cx="1161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cu un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număr limitat de repetiții + timp de așteptare între secvențe </a:t>
            </a:r>
            <a:r>
              <a:rPr lang="en-US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766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8659666-3F28-486C-B58C-29238657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325903"/>
            <a:ext cx="4133850" cy="422910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53A49F7A-35DA-45C7-B072-126DE4D08924}"/>
              </a:ext>
            </a:extLst>
          </p:cNvPr>
          <p:cNvSpPr/>
          <p:nvPr/>
        </p:nvSpPr>
        <p:spPr>
          <a:xfrm>
            <a:off x="243904" y="868708"/>
            <a:ext cx="1069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Modul de obținere a noii diagrame de tranziție a stărilor pentru supervizor  </a:t>
            </a:r>
            <a:endParaRPr lang="ro-RO" b="1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8C80B41F-2FEB-45D1-BA14-060E983159B7}"/>
              </a:ext>
            </a:extLst>
          </p:cNvPr>
          <p:cNvSpPr/>
          <p:nvPr/>
        </p:nvSpPr>
        <p:spPr>
          <a:xfrm>
            <a:off x="243904" y="228635"/>
            <a:ext cx="11612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cu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repetare și timp de așteptare 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E8106FE7-9526-4E2A-8739-B80149D71F7F}"/>
              </a:ext>
            </a:extLst>
          </p:cNvPr>
          <p:cNvSpPr/>
          <p:nvPr/>
        </p:nvSpPr>
        <p:spPr>
          <a:xfrm>
            <a:off x="4632975" y="1234464"/>
            <a:ext cx="7406559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Observații legate de introducerea numărătorului în partea de supervizare: </a:t>
            </a:r>
          </a:p>
          <a:p>
            <a:endParaRPr lang="ro-RO" sz="1100" b="1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este necesar pentru numărarea numărului de secvențe ZYZ realizate;</a:t>
            </a: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este notat cu C5:10;</a:t>
            </a: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introducerea numărătorului are următoarele  implicații în diagrama inițială:</a:t>
            </a:r>
          </a:p>
          <a:p>
            <a:pPr marL="1371600" lvl="2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tranziția T3 este condiționată de starea zero a bitului C5:10/DN;</a:t>
            </a:r>
          </a:p>
          <a:p>
            <a:pPr marL="1371600" lvl="2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apare o tranziție nouă, notată T10, condiționată de starea unu a bitului C5:10/DN;</a:t>
            </a:r>
          </a:p>
          <a:p>
            <a:pPr marL="1371600" lvl="2" indent="-457200">
              <a:buFontTx/>
              <a:buChar char="-"/>
            </a:pPr>
            <a:r>
              <a:rPr lang="ro-RO" sz="2400" dirty="0" err="1">
                <a:solidFill>
                  <a:srgbClr val="0000FF"/>
                </a:solidFill>
              </a:rPr>
              <a:t>reset-ul</a:t>
            </a:r>
            <a:r>
              <a:rPr lang="ro-RO" sz="2400" dirty="0">
                <a:solidFill>
                  <a:srgbClr val="0000FF"/>
                </a:solidFill>
              </a:rPr>
              <a:t>  numărătorului se face în St0;</a:t>
            </a:r>
          </a:p>
          <a:p>
            <a:pPr marL="1371600" lvl="2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C5:10 numără de câte ori s-a activat starea St2;</a:t>
            </a:r>
          </a:p>
        </p:txBody>
      </p:sp>
    </p:spTree>
    <p:extLst>
      <p:ext uri="{BB962C8B-B14F-4D97-AF65-F5344CB8AC3E}">
        <p14:creationId xmlns:p14="http://schemas.microsoft.com/office/powerpoint/2010/main" val="4044639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8659666-3F28-486C-B58C-29238657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600220"/>
            <a:ext cx="4133850" cy="422910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8C80B41F-2FEB-45D1-BA14-060E983159B7}"/>
              </a:ext>
            </a:extLst>
          </p:cNvPr>
          <p:cNvSpPr/>
          <p:nvPr/>
        </p:nvSpPr>
        <p:spPr>
          <a:xfrm>
            <a:off x="243904" y="228635"/>
            <a:ext cx="11612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cu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repetare și timp de așteptare 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E8106FE7-9526-4E2A-8739-B80149D71F7F}"/>
              </a:ext>
            </a:extLst>
          </p:cNvPr>
          <p:cNvSpPr/>
          <p:nvPr/>
        </p:nvSpPr>
        <p:spPr>
          <a:xfrm>
            <a:off x="4815854" y="1417342"/>
            <a:ext cx="6949364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Observații legate de timer-</a:t>
            </a:r>
            <a:r>
              <a:rPr lang="ro-RO" sz="2400" b="1" dirty="0" err="1">
                <a:solidFill>
                  <a:srgbClr val="FF0000"/>
                </a:solidFill>
              </a:rPr>
              <a:t>ul</a:t>
            </a:r>
            <a:r>
              <a:rPr lang="ro-RO" sz="2400" b="1" dirty="0">
                <a:solidFill>
                  <a:srgbClr val="FF0000"/>
                </a:solidFill>
              </a:rPr>
              <a:t> TON din supervizor: </a:t>
            </a:r>
          </a:p>
          <a:p>
            <a:pPr algn="ctr"/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este necesar pentru realizarea timpului de așteptare dintre momentul de terminare a unei secvențe XYZ și relansarea secvenței următoare;</a:t>
            </a: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este notat cu T4:10; </a:t>
            </a: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validarea acestui timer se face pe baza bitului de stare ST2;</a:t>
            </a:r>
          </a:p>
          <a:p>
            <a:pPr marL="457200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introducerea timer-ului implică următoarele modificări pe diagrama inițială:</a:t>
            </a:r>
          </a:p>
          <a:p>
            <a:pPr marL="1371600" lvl="2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tranziția T3 este condiționată de T4:10/DN;</a:t>
            </a:r>
          </a:p>
          <a:p>
            <a:pPr marL="1371600" lvl="2" indent="-457200">
              <a:buFontTx/>
              <a:buChar char="-"/>
            </a:pPr>
            <a:r>
              <a:rPr lang="ro-RO" sz="2400" dirty="0">
                <a:solidFill>
                  <a:srgbClr val="0000FF"/>
                </a:solidFill>
              </a:rPr>
              <a:t>tranziția T10 este condiționată de T4:10/DN;</a:t>
            </a:r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15D9F8B2-2141-4A9E-AA1F-2FC5992E6068}"/>
              </a:ext>
            </a:extLst>
          </p:cNvPr>
          <p:cNvSpPr/>
          <p:nvPr/>
        </p:nvSpPr>
        <p:spPr>
          <a:xfrm>
            <a:off x="243904" y="868708"/>
            <a:ext cx="1069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Modul de obținere a noii diagrame de tranziție a stărilor pentru supervizor  </a:t>
            </a:r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1509153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8659666-3F28-486C-B58C-29238657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600220"/>
            <a:ext cx="4133850" cy="422910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53A49F7A-35DA-45C7-B072-126DE4D08924}"/>
              </a:ext>
            </a:extLst>
          </p:cNvPr>
          <p:cNvSpPr/>
          <p:nvPr/>
        </p:nvSpPr>
        <p:spPr>
          <a:xfrm>
            <a:off x="243904" y="868708"/>
            <a:ext cx="1069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Extragerea ecuațiilor pentru supervizor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8C80B41F-2FEB-45D1-BA14-060E983159B7}"/>
              </a:ext>
            </a:extLst>
          </p:cNvPr>
          <p:cNvSpPr/>
          <p:nvPr/>
        </p:nvSpPr>
        <p:spPr>
          <a:xfrm>
            <a:off x="243904" y="228635"/>
            <a:ext cx="11612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cu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repetare și timp de așteptare 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E8106FE7-9526-4E2A-8739-B80149D71F7F}"/>
              </a:ext>
            </a:extLst>
          </p:cNvPr>
          <p:cNvSpPr/>
          <p:nvPr/>
        </p:nvSpPr>
        <p:spPr>
          <a:xfrm>
            <a:off x="4815854" y="1417342"/>
            <a:ext cx="694936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Cazul 1: </a:t>
            </a:r>
            <a:r>
              <a:rPr lang="ro-RO" sz="2400" dirty="0">
                <a:solidFill>
                  <a:srgbClr val="0000FF"/>
                </a:solidFill>
              </a:rPr>
              <a:t>Implementarea stărilor se face cu </a:t>
            </a:r>
            <a:r>
              <a:rPr lang="ro-RO" sz="2400" b="1" i="1" dirty="0">
                <a:solidFill>
                  <a:srgbClr val="0000FF"/>
                </a:solidFill>
              </a:rPr>
              <a:t>bobine fără memorie</a:t>
            </a:r>
            <a:r>
              <a:rPr lang="ro-RO" sz="2400" dirty="0">
                <a:solidFill>
                  <a:srgbClr val="0000FF"/>
                </a:solidFill>
              </a:rPr>
              <a:t>. </a:t>
            </a:r>
          </a:p>
          <a:p>
            <a:endParaRPr lang="ro-RO" sz="2400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FF0000"/>
                </a:solidFill>
              </a:rPr>
              <a:t>== Temă de casă ==</a:t>
            </a:r>
          </a:p>
          <a:p>
            <a:endParaRPr lang="ro-RO" sz="2400" b="1" dirty="0">
              <a:solidFill>
                <a:srgbClr val="FF0000"/>
              </a:solidFill>
            </a:endParaRPr>
          </a:p>
          <a:p>
            <a:r>
              <a:rPr lang="ro-RO" sz="2400" b="1" dirty="0">
                <a:solidFill>
                  <a:srgbClr val="FF0000"/>
                </a:solidFill>
              </a:rPr>
              <a:t>Cazul 2: </a:t>
            </a:r>
            <a:r>
              <a:rPr lang="ro-RO" sz="2400" dirty="0">
                <a:solidFill>
                  <a:srgbClr val="0000FF"/>
                </a:solidFill>
              </a:rPr>
              <a:t>Implementarea stărilor se face cu </a:t>
            </a:r>
            <a:r>
              <a:rPr lang="ro-RO" sz="2400" b="1" i="1" dirty="0">
                <a:solidFill>
                  <a:srgbClr val="0000FF"/>
                </a:solidFill>
              </a:rPr>
              <a:t>bobine cu memorie</a:t>
            </a:r>
            <a:r>
              <a:rPr lang="ro-RO" sz="2400" dirty="0">
                <a:solidFill>
                  <a:srgbClr val="0000FF"/>
                </a:solidFill>
              </a:rPr>
              <a:t>. Programul nu are secțiune separată de calcul al tranzițiilor.</a:t>
            </a:r>
          </a:p>
          <a:p>
            <a:pPr marL="457200" indent="-457200">
              <a:buFontTx/>
              <a:buChar char="-"/>
            </a:pPr>
            <a:endParaRPr lang="ro-RO" sz="2400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FF0000"/>
                </a:solidFill>
              </a:rPr>
              <a:t>== Temă de casă ==</a:t>
            </a:r>
          </a:p>
          <a:p>
            <a:endParaRPr lang="ro-RO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994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C8659666-3F28-486C-B58C-292386579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600220"/>
            <a:ext cx="4133850" cy="422910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53A49F7A-35DA-45C7-B072-126DE4D08924}"/>
              </a:ext>
            </a:extLst>
          </p:cNvPr>
          <p:cNvSpPr/>
          <p:nvPr/>
        </p:nvSpPr>
        <p:spPr>
          <a:xfrm>
            <a:off x="243904" y="868708"/>
            <a:ext cx="106983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Extragerea ecuațiilor pentru supervizor </a:t>
            </a:r>
            <a:endParaRPr lang="ro-RO" dirty="0"/>
          </a:p>
        </p:txBody>
      </p:sp>
      <p:sp>
        <p:nvSpPr>
          <p:cNvPr id="6" name="Dreptunghi 5">
            <a:extLst>
              <a:ext uri="{FF2B5EF4-FFF2-40B4-BE49-F238E27FC236}">
                <a16:creationId xmlns:a16="http://schemas.microsoft.com/office/drawing/2014/main" id="{8C80B41F-2FEB-45D1-BA14-060E983159B7}"/>
              </a:ext>
            </a:extLst>
          </p:cNvPr>
          <p:cNvSpPr/>
          <p:nvPr/>
        </p:nvSpPr>
        <p:spPr>
          <a:xfrm>
            <a:off x="243904" y="228635"/>
            <a:ext cx="116127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Implementarea unei secvențe de timp cu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repetare și timp de așteptare -  Diagramă/Program NOU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E8106FE7-9526-4E2A-8739-B80149D71F7F}"/>
              </a:ext>
            </a:extLst>
          </p:cNvPr>
          <p:cNvSpPr/>
          <p:nvPr/>
        </p:nvSpPr>
        <p:spPr>
          <a:xfrm>
            <a:off x="4815854" y="1417342"/>
            <a:ext cx="69493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rgbClr val="FF0000"/>
                </a:solidFill>
              </a:rPr>
              <a:t>Cazul 2: </a:t>
            </a:r>
            <a:r>
              <a:rPr lang="ro-RO" sz="2400" dirty="0">
                <a:solidFill>
                  <a:srgbClr val="0000FF"/>
                </a:solidFill>
              </a:rPr>
              <a:t>Implementarea stărilor se face cu </a:t>
            </a:r>
            <a:r>
              <a:rPr lang="ro-RO" sz="2400" b="1" i="1" dirty="0">
                <a:solidFill>
                  <a:srgbClr val="0000FF"/>
                </a:solidFill>
              </a:rPr>
              <a:t>bobine cu  memorie. </a:t>
            </a:r>
            <a:r>
              <a:rPr lang="ro-RO" sz="2400" dirty="0">
                <a:solidFill>
                  <a:srgbClr val="0000FF"/>
                </a:solidFill>
              </a:rPr>
              <a:t>Programul nu are secțiune separată de calcul al tranzițiilor. Se impune o singură linie de program pentru fiecare stare.</a:t>
            </a:r>
          </a:p>
          <a:p>
            <a:pPr marL="457200" indent="-457200">
              <a:buFontTx/>
              <a:buChar char="-"/>
            </a:pPr>
            <a:endParaRPr lang="ro-RO" sz="2400" dirty="0">
              <a:solidFill>
                <a:srgbClr val="0000FF"/>
              </a:solidFill>
            </a:endParaRPr>
          </a:p>
          <a:p>
            <a:r>
              <a:rPr lang="ro-RO" sz="2400" b="1" dirty="0">
                <a:solidFill>
                  <a:srgbClr val="FF0000"/>
                </a:solidFill>
              </a:rPr>
              <a:t>Temă de casă</a:t>
            </a:r>
            <a:endParaRPr lang="ro-RO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993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1873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7705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649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F3309B2-E750-4195-A9FA-A14BB438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08680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48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1DDD820-13E4-46C0-BC7C-1CBDD922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5347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6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4FE93317-DF18-4963-8804-66DA08D0FCC1}"/>
                  </a:ext>
                </a:extLst>
              </p14:cNvPr>
              <p14:cNvContentPartPr/>
              <p14:nvPr/>
            </p14:nvContentPartPr>
            <p14:xfrm>
              <a:off x="975415" y="594391"/>
              <a:ext cx="11071529" cy="4785354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4FE93317-DF18-4963-8804-66DA08D0FC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7414" y="576391"/>
                <a:ext cx="11107170" cy="4820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19A9568C-7941-4728-A2E4-61F06B9BE290}"/>
                  </a:ext>
                </a:extLst>
              </p14:cNvPr>
              <p14:cNvContentPartPr/>
              <p14:nvPr/>
            </p14:nvContentPartPr>
            <p14:xfrm>
              <a:off x="3209043" y="5637209"/>
              <a:ext cx="439101" cy="568375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19A9568C-7941-4728-A2E4-61F06B9BE2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1047" y="5619211"/>
                <a:ext cx="474733" cy="604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09390451-5A7E-4ED7-B2F1-BD566A4443CE}"/>
                  </a:ext>
                </a:extLst>
              </p14:cNvPr>
              <p14:cNvContentPartPr/>
              <p14:nvPr/>
            </p14:nvContentPartPr>
            <p14:xfrm>
              <a:off x="3952245" y="5646697"/>
              <a:ext cx="350019" cy="283848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09390451-5A7E-4ED7-B2F1-BD566A4443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4240" y="5628686"/>
                <a:ext cx="385669" cy="319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B259795E-C47C-4F06-93FF-CD87038ACE73}"/>
                  </a:ext>
                </a:extLst>
              </p14:cNvPr>
              <p14:cNvContentPartPr/>
              <p14:nvPr/>
            </p14:nvContentPartPr>
            <p14:xfrm>
              <a:off x="7031147" y="5548153"/>
              <a:ext cx="2560957" cy="339192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B259795E-C47C-4F06-93FF-CD87038ACE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3148" y="5530168"/>
                <a:ext cx="2596596" cy="374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B5B8BB07-6842-4188-B454-376CCC7D99FB}"/>
                  </a:ext>
                </a:extLst>
              </p14:cNvPr>
              <p14:cNvContentPartPr/>
              <p14:nvPr/>
            </p14:nvContentPartPr>
            <p14:xfrm>
              <a:off x="3361869" y="6371171"/>
              <a:ext cx="514156" cy="352094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B5B8BB07-6842-4188-B454-376CCC7D99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3866" y="6353170"/>
                <a:ext cx="549801" cy="387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D88E8DA5-1B73-4C70-A258-EEC0A1AA46D1}"/>
                  </a:ext>
                </a:extLst>
              </p14:cNvPr>
              <p14:cNvContentPartPr/>
              <p14:nvPr/>
            </p14:nvContentPartPr>
            <p14:xfrm>
              <a:off x="4166427" y="6260775"/>
              <a:ext cx="349317" cy="28249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D88E8DA5-1B73-4C70-A258-EEC0A1AA46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48421" y="6242782"/>
                <a:ext cx="384969" cy="318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03C10005-7001-42E4-8A80-308A8B52914E}"/>
                  </a:ext>
                </a:extLst>
              </p14:cNvPr>
              <p14:cNvContentPartPr/>
              <p14:nvPr/>
            </p14:nvContentPartPr>
            <p14:xfrm>
              <a:off x="7103951" y="6178583"/>
              <a:ext cx="795433" cy="244802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03C10005-7001-42E4-8A80-308A8B5291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85947" y="6160583"/>
                <a:ext cx="831082" cy="280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6672C050-077E-462F-9B62-9C9E075FF417}"/>
                  </a:ext>
                </a:extLst>
              </p14:cNvPr>
              <p14:cNvContentPartPr/>
              <p14:nvPr/>
            </p14:nvContentPartPr>
            <p14:xfrm>
              <a:off x="4849135" y="5589669"/>
              <a:ext cx="1592970" cy="1075635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6672C050-077E-462F-9B62-9C9E075FF41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31131" y="5571670"/>
                <a:ext cx="1628617" cy="1111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80A707EF-45C5-45FF-98EE-6E7646C0B8CC}"/>
                  </a:ext>
                </a:extLst>
              </p14:cNvPr>
              <p14:cNvContentPartPr/>
              <p14:nvPr/>
            </p14:nvContentPartPr>
            <p14:xfrm>
              <a:off x="8853693" y="6152855"/>
              <a:ext cx="882412" cy="253969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80A707EF-45C5-45FF-98EE-6E7646C0B8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35685" y="6134869"/>
                <a:ext cx="918069" cy="289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8224CBCC-87B0-4E9A-B7A4-161268E4FA16}"/>
                  </a:ext>
                </a:extLst>
              </p14:cNvPr>
              <p14:cNvContentPartPr/>
              <p14:nvPr/>
            </p14:nvContentPartPr>
            <p14:xfrm>
              <a:off x="8155383" y="6220761"/>
              <a:ext cx="477681" cy="156184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8224CBCC-87B0-4E9A-B7A4-161268E4FA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37384" y="6202726"/>
                <a:ext cx="513318" cy="191894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Dreptunghi 12">
            <a:extLst>
              <a:ext uri="{FF2B5EF4-FFF2-40B4-BE49-F238E27FC236}">
                <a16:creationId xmlns:a16="http://schemas.microsoft.com/office/drawing/2014/main" id="{D7FB8354-C608-4ADB-BE80-890E0BA8F44C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92550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4B65409A-CF35-493F-8E6E-EE3C9F37CC01}"/>
                  </a:ext>
                </a:extLst>
              </p14:cNvPr>
              <p14:cNvContentPartPr/>
              <p14:nvPr/>
            </p14:nvContentPartPr>
            <p14:xfrm>
              <a:off x="854450" y="167759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4B65409A-CF35-493F-8E6E-EE3C9F37CC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6450" y="165959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AC3E89C5-F6B4-4E8E-960C-BF68D7F8E975}"/>
                  </a:ext>
                </a:extLst>
              </p14:cNvPr>
              <p14:cNvContentPartPr/>
              <p14:nvPr/>
            </p14:nvContentPartPr>
            <p14:xfrm>
              <a:off x="870290" y="1063435"/>
              <a:ext cx="224280" cy="4417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AC3E89C5-F6B4-4E8E-960C-BF68D7F8E9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319" y="1045450"/>
                <a:ext cx="259863" cy="477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2BD737C-6070-444D-A68C-68FAE3BFA586}"/>
                  </a:ext>
                </a:extLst>
              </p14:cNvPr>
              <p14:cNvContentPartPr/>
              <p14:nvPr/>
            </p14:nvContentPartPr>
            <p14:xfrm>
              <a:off x="1488050" y="1133635"/>
              <a:ext cx="395640" cy="308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2BD737C-6070-444D-A68C-68FAE3BFA5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0050" y="1115656"/>
                <a:ext cx="431280" cy="343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14CE4C4-2419-487A-BE0F-1F19696CC1C0}"/>
                  </a:ext>
                </a:extLst>
              </p14:cNvPr>
              <p14:cNvContentPartPr/>
              <p14:nvPr/>
            </p14:nvContentPartPr>
            <p14:xfrm>
              <a:off x="2255210" y="979555"/>
              <a:ext cx="2454840" cy="7588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14CE4C4-2419-487A-BE0F-1F19696CC1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7210" y="961555"/>
                <a:ext cx="249048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DD87DFA-1368-4913-80B2-10EBF74014C9}"/>
                  </a:ext>
                </a:extLst>
              </p14:cNvPr>
              <p14:cNvContentPartPr/>
              <p14:nvPr/>
            </p14:nvContentPartPr>
            <p14:xfrm>
              <a:off x="6448130" y="1996555"/>
              <a:ext cx="223920" cy="2268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DD87DFA-1368-4913-80B2-10EBF74014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30130" y="1978555"/>
                <a:ext cx="2595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0D105CE8-5525-4021-A52E-80B3A9B82021}"/>
                  </a:ext>
                </a:extLst>
              </p14:cNvPr>
              <p14:cNvContentPartPr/>
              <p14:nvPr/>
            </p14:nvContentPartPr>
            <p14:xfrm>
              <a:off x="5778530" y="1970995"/>
              <a:ext cx="519480" cy="408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0D105CE8-5525-4021-A52E-80B3A9B8202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60530" y="1952979"/>
                <a:ext cx="555120" cy="443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852768DC-0429-4E03-9499-4219D097D6B2}"/>
                  </a:ext>
                </a:extLst>
              </p14:cNvPr>
              <p14:cNvContentPartPr/>
              <p14:nvPr/>
            </p14:nvContentPartPr>
            <p14:xfrm>
              <a:off x="4690250" y="2110315"/>
              <a:ext cx="462960" cy="3974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852768DC-0429-4E03-9499-4219D097D6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72236" y="2092315"/>
                <a:ext cx="498628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0B692AF-266D-4A84-9467-CF125A4C42C7}"/>
                  </a:ext>
                </a:extLst>
              </p14:cNvPr>
              <p14:cNvContentPartPr/>
              <p14:nvPr/>
            </p14:nvContentPartPr>
            <p14:xfrm>
              <a:off x="6620210" y="1748515"/>
              <a:ext cx="159840" cy="1796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0B692AF-266D-4A84-9467-CF125A4C42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02169" y="1730551"/>
                <a:ext cx="195560" cy="215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2DEB510-E35E-4211-A582-7C332179E25F}"/>
                  </a:ext>
                </a:extLst>
              </p14:cNvPr>
              <p14:cNvContentPartPr/>
              <p14:nvPr/>
            </p14:nvContentPartPr>
            <p14:xfrm>
              <a:off x="6870410" y="2106715"/>
              <a:ext cx="20160" cy="39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2DEB510-E35E-4211-A582-7C332179E2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52083" y="2090215"/>
                <a:ext cx="56448" cy="36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7D76BF31-B99B-4682-A102-7763986408FB}"/>
                  </a:ext>
                </a:extLst>
              </p14:cNvPr>
              <p14:cNvContentPartPr/>
              <p14:nvPr/>
            </p14:nvContentPartPr>
            <p14:xfrm>
              <a:off x="6865730" y="2067115"/>
              <a:ext cx="233280" cy="24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7D76BF31-B99B-4682-A102-7763986408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47730" y="2049115"/>
                <a:ext cx="2689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54CFD48-0521-4A73-AD0F-0855C4A2BE0C}"/>
                  </a:ext>
                </a:extLst>
              </p14:cNvPr>
              <p14:cNvContentPartPr/>
              <p14:nvPr/>
            </p14:nvContentPartPr>
            <p14:xfrm>
              <a:off x="6956810" y="1970995"/>
              <a:ext cx="34560" cy="240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54CFD48-0521-4A73-AD0F-0855C4A2BE0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38810" y="1952995"/>
                <a:ext cx="702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F31509E-02D5-4FA7-BD0D-E86DB3B57352}"/>
                  </a:ext>
                </a:extLst>
              </p14:cNvPr>
              <p14:cNvContentPartPr/>
              <p14:nvPr/>
            </p14:nvContentPartPr>
            <p14:xfrm>
              <a:off x="11181770" y="1747795"/>
              <a:ext cx="160560" cy="1263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F31509E-02D5-4FA7-BD0D-E86DB3B5735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163770" y="1729846"/>
                <a:ext cx="196200" cy="161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E51FDC7D-6667-4B28-AD9A-6C38A9EDE124}"/>
                  </a:ext>
                </a:extLst>
              </p14:cNvPr>
              <p14:cNvContentPartPr/>
              <p14:nvPr/>
            </p14:nvContentPartPr>
            <p14:xfrm>
              <a:off x="9757970" y="1941835"/>
              <a:ext cx="240480" cy="23760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E51FDC7D-6667-4B28-AD9A-6C38A9EDE1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39970" y="1923835"/>
                <a:ext cx="2761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98941E77-691A-4225-A28D-B0AD6A0FC633}"/>
                  </a:ext>
                </a:extLst>
              </p14:cNvPr>
              <p14:cNvContentPartPr/>
              <p14:nvPr/>
            </p14:nvContentPartPr>
            <p14:xfrm>
              <a:off x="10996730" y="1937155"/>
              <a:ext cx="202320" cy="2347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98941E77-691A-4225-A28D-B0AD6A0FC63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978762" y="1919155"/>
                <a:ext cx="237897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9D9A53C4-3D05-4786-8E67-D1F708204DBB}"/>
                  </a:ext>
                </a:extLst>
              </p14:cNvPr>
              <p14:cNvContentPartPr/>
              <p14:nvPr/>
            </p14:nvContentPartPr>
            <p14:xfrm>
              <a:off x="10245410" y="1908355"/>
              <a:ext cx="533160" cy="2790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9D9A53C4-3D05-4786-8E67-D1F708204DB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27410" y="1890355"/>
                <a:ext cx="5688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F42FC55-9BFB-4531-AA1E-A7F87BE6A6DD}"/>
                  </a:ext>
                </a:extLst>
              </p14:cNvPr>
              <p14:cNvContentPartPr/>
              <p14:nvPr/>
            </p14:nvContentPartPr>
            <p14:xfrm>
              <a:off x="9368090" y="1707835"/>
              <a:ext cx="233640" cy="50976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F42FC55-9BFB-4531-AA1E-A7F87BE6A6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50090" y="1689835"/>
                <a:ext cx="26928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A492178A-686C-4A51-98E0-0BEC8E332444}"/>
                  </a:ext>
                </a:extLst>
              </p14:cNvPr>
              <p14:cNvContentPartPr/>
              <p14:nvPr/>
            </p14:nvContentPartPr>
            <p14:xfrm>
              <a:off x="8821970" y="1932475"/>
              <a:ext cx="455400" cy="3643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A492178A-686C-4A51-98E0-0BEC8E33244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03984" y="1914493"/>
                <a:ext cx="491012" cy="399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10FCED27-F9D7-4C95-A1ED-E61C7DC2A002}"/>
                  </a:ext>
                </a:extLst>
              </p14:cNvPr>
              <p14:cNvContentPartPr/>
              <p14:nvPr/>
            </p14:nvContentPartPr>
            <p14:xfrm>
              <a:off x="7325450" y="1736275"/>
              <a:ext cx="1324440" cy="5785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10FCED27-F9D7-4C95-A1ED-E61C7DC2A0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07455" y="1718275"/>
                <a:ext cx="136007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AF4F215C-D866-4733-8979-55E73B2BD636}"/>
                  </a:ext>
                </a:extLst>
              </p14:cNvPr>
              <p14:cNvContentPartPr/>
              <p14:nvPr/>
            </p14:nvContentPartPr>
            <p14:xfrm>
              <a:off x="1871450" y="2926075"/>
              <a:ext cx="561960" cy="24624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AF4F215C-D866-4733-8979-55E73B2BD63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53450" y="2908101"/>
                <a:ext cx="597600" cy="281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A0F6BCE2-5F64-4135-AC88-0FE9BE60F9F3}"/>
                  </a:ext>
                </a:extLst>
              </p14:cNvPr>
              <p14:cNvContentPartPr/>
              <p14:nvPr/>
            </p14:nvContentPartPr>
            <p14:xfrm>
              <a:off x="1600730" y="1947595"/>
              <a:ext cx="1343520" cy="7225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A0F6BCE2-5F64-4135-AC88-0FE9BE60F9F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82735" y="1929595"/>
                <a:ext cx="137915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5FF555A3-19BC-43FF-B013-42DEAA2C2036}"/>
                  </a:ext>
                </a:extLst>
              </p14:cNvPr>
              <p14:cNvContentPartPr/>
              <p14:nvPr/>
            </p14:nvContentPartPr>
            <p14:xfrm>
              <a:off x="3871970" y="2680555"/>
              <a:ext cx="605880" cy="28332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5FF555A3-19BC-43FF-B013-42DEAA2C20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53959" y="2662555"/>
                <a:ext cx="641541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F416E43B-AEA2-486A-8E63-B537ED54768E}"/>
                  </a:ext>
                </a:extLst>
              </p14:cNvPr>
              <p14:cNvContentPartPr/>
              <p14:nvPr/>
            </p14:nvContentPartPr>
            <p14:xfrm>
              <a:off x="3109850" y="1880635"/>
              <a:ext cx="1136520" cy="730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F416E43B-AEA2-486A-8E63-B537ED5476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91850" y="1862635"/>
                <a:ext cx="117216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7F90FA33-6788-4F52-BB37-CA912AA45BC5}"/>
                  </a:ext>
                </a:extLst>
              </p14:cNvPr>
              <p14:cNvContentPartPr/>
              <p14:nvPr/>
            </p14:nvContentPartPr>
            <p14:xfrm>
              <a:off x="1524050" y="3886195"/>
              <a:ext cx="612360" cy="5320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7F90FA33-6788-4F52-BB37-CA912AA45BC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06050" y="3868195"/>
                <a:ext cx="64800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EA0DF667-96D3-432D-9572-3A8244F9DE4C}"/>
                  </a:ext>
                </a:extLst>
              </p14:cNvPr>
              <p14:cNvContentPartPr/>
              <p14:nvPr/>
            </p14:nvContentPartPr>
            <p14:xfrm>
              <a:off x="2630330" y="3837235"/>
              <a:ext cx="392040" cy="298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EA0DF667-96D3-432D-9572-3A8244F9DE4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12330" y="3819235"/>
                <a:ext cx="4276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6575C8E4-3112-4D9D-BAAB-7BDDD24EAADE}"/>
                  </a:ext>
                </a:extLst>
              </p14:cNvPr>
              <p14:cNvContentPartPr/>
              <p14:nvPr/>
            </p14:nvContentPartPr>
            <p14:xfrm>
              <a:off x="738890" y="3828595"/>
              <a:ext cx="334440" cy="4658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6575C8E4-3112-4D9D-BAAB-7BDDD24EAAD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0890" y="3810609"/>
                <a:ext cx="370080" cy="501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44ED3C6E-385B-4B97-A59C-69F7FD6B4FD1}"/>
                  </a:ext>
                </a:extLst>
              </p14:cNvPr>
              <p14:cNvContentPartPr/>
              <p14:nvPr/>
            </p14:nvContentPartPr>
            <p14:xfrm>
              <a:off x="5489090" y="3799795"/>
              <a:ext cx="489600" cy="3553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44ED3C6E-385B-4B97-A59C-69F7FD6B4F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71077" y="3781795"/>
                <a:ext cx="525266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94105CD8-F158-424D-86C5-0AA3A20D099C}"/>
                  </a:ext>
                </a:extLst>
              </p14:cNvPr>
              <p14:cNvContentPartPr/>
              <p14:nvPr/>
            </p14:nvContentPartPr>
            <p14:xfrm>
              <a:off x="6737570" y="3805555"/>
              <a:ext cx="287280" cy="2494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94105CD8-F158-424D-86C5-0AA3A20D099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19570" y="3787529"/>
                <a:ext cx="322920" cy="285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D4B9C643-3D74-4C8C-9D8D-38F3578620BD}"/>
                  </a:ext>
                </a:extLst>
              </p14:cNvPr>
              <p14:cNvContentPartPr/>
              <p14:nvPr/>
            </p14:nvContentPartPr>
            <p14:xfrm>
              <a:off x="7502570" y="3759835"/>
              <a:ext cx="355320" cy="29988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D4B9C643-3D74-4C8C-9D8D-38F3578620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84588" y="3741813"/>
                <a:ext cx="390924" cy="335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00624509-A7ED-4480-A2C2-EA6CBE222BC5}"/>
                  </a:ext>
                </a:extLst>
              </p14:cNvPr>
              <p14:cNvContentPartPr/>
              <p14:nvPr/>
            </p14:nvContentPartPr>
            <p14:xfrm>
              <a:off x="9819170" y="3714835"/>
              <a:ext cx="785520" cy="3085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00624509-A7ED-4480-A2C2-EA6CBE222BC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01178" y="3696856"/>
                <a:ext cx="821144" cy="344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1FDBE28E-8A4E-4A6A-BF75-E088F0EC04B0}"/>
                  </a:ext>
                </a:extLst>
              </p14:cNvPr>
              <p14:cNvContentPartPr/>
              <p14:nvPr/>
            </p14:nvContentPartPr>
            <p14:xfrm>
              <a:off x="9175850" y="3794755"/>
              <a:ext cx="513720" cy="2289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1FDBE28E-8A4E-4A6A-BF75-E088F0EC04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57850" y="3776755"/>
                <a:ext cx="5493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9FEF2B8A-D3D4-4A15-8D60-116AB02ED6A7}"/>
                  </a:ext>
                </a:extLst>
              </p14:cNvPr>
              <p14:cNvContentPartPr/>
              <p14:nvPr/>
            </p14:nvContentPartPr>
            <p14:xfrm>
              <a:off x="8339570" y="3770635"/>
              <a:ext cx="577440" cy="2998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9FEF2B8A-D3D4-4A15-8D60-116AB02ED6A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21581" y="3752635"/>
                <a:ext cx="613058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FAF9AB51-53BA-43E3-A6C1-884A0BE987A5}"/>
                  </a:ext>
                </a:extLst>
              </p14:cNvPr>
              <p14:cNvContentPartPr/>
              <p14:nvPr/>
            </p14:nvContentPartPr>
            <p14:xfrm>
              <a:off x="1549610" y="4665955"/>
              <a:ext cx="614880" cy="5176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FAF9AB51-53BA-43E3-A6C1-884A0BE987A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31610" y="4647968"/>
                <a:ext cx="650520" cy="553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93CC2994-8F58-43F5-ADBB-1C7666C5E9BA}"/>
                  </a:ext>
                </a:extLst>
              </p14:cNvPr>
              <p14:cNvContentPartPr/>
              <p14:nvPr/>
            </p14:nvContentPartPr>
            <p14:xfrm>
              <a:off x="2346650" y="4880515"/>
              <a:ext cx="12960" cy="21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93CC2994-8F58-43F5-ADBB-1C7666C5E9B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28650" y="4862515"/>
                <a:ext cx="48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D792C0CF-9DF6-453F-BEAD-4972407665A4}"/>
                  </a:ext>
                </a:extLst>
              </p14:cNvPr>
              <p14:cNvContentPartPr/>
              <p14:nvPr/>
            </p14:nvContentPartPr>
            <p14:xfrm>
              <a:off x="2778290" y="4521595"/>
              <a:ext cx="456840" cy="3351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D792C0CF-9DF6-453F-BEAD-4972407665A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60290" y="4503614"/>
                <a:ext cx="492480" cy="3707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144D26A2-0771-4FB3-B1E8-0555DB7D4F13}"/>
                  </a:ext>
                </a:extLst>
              </p14:cNvPr>
              <p14:cNvContentPartPr/>
              <p14:nvPr/>
            </p14:nvContentPartPr>
            <p14:xfrm>
              <a:off x="801530" y="4675315"/>
              <a:ext cx="323640" cy="5724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144D26A2-0771-4FB3-B1E8-0555DB7D4F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3530" y="4657315"/>
                <a:ext cx="35928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213C62A7-2555-420F-A365-C27676D252B2}"/>
                  </a:ext>
                </a:extLst>
              </p14:cNvPr>
              <p14:cNvContentPartPr/>
              <p14:nvPr/>
            </p14:nvContentPartPr>
            <p14:xfrm>
              <a:off x="3487130" y="3691795"/>
              <a:ext cx="1794240" cy="149652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213C62A7-2555-420F-A365-C27676D252B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69126" y="3673799"/>
                <a:ext cx="1829887" cy="1532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298F4D0B-4D4A-481E-9791-A6AFAD136C55}"/>
                  </a:ext>
                </a:extLst>
              </p14:cNvPr>
              <p14:cNvContentPartPr/>
              <p14:nvPr/>
            </p14:nvContentPartPr>
            <p14:xfrm>
              <a:off x="6518690" y="4512955"/>
              <a:ext cx="424080" cy="3146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298F4D0B-4D4A-481E-9791-A6AFAD136C5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500705" y="4494955"/>
                <a:ext cx="45969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644EB456-34C7-4A68-A3D8-28FA4E8416BA}"/>
                  </a:ext>
                </a:extLst>
              </p14:cNvPr>
              <p14:cNvContentPartPr/>
              <p14:nvPr/>
            </p14:nvContentPartPr>
            <p14:xfrm>
              <a:off x="7593290" y="4456075"/>
              <a:ext cx="418320" cy="33840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644EB456-34C7-4A68-A3D8-28FA4E8416B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575290" y="4438075"/>
                <a:ext cx="4539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1A3B7DB5-A91D-4907-B1BC-94DEE5CCC253}"/>
                  </a:ext>
                </a:extLst>
              </p14:cNvPr>
              <p14:cNvContentPartPr/>
              <p14:nvPr/>
            </p14:nvContentPartPr>
            <p14:xfrm>
              <a:off x="9127250" y="4427275"/>
              <a:ext cx="204120" cy="29628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1A3B7DB5-A91D-4907-B1BC-94DEE5CCC25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09250" y="4409275"/>
                <a:ext cx="2397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B296ED21-AE04-4E31-A9E9-34E9AC55A2E6}"/>
                  </a:ext>
                </a:extLst>
              </p14:cNvPr>
              <p14:cNvContentPartPr/>
              <p14:nvPr/>
            </p14:nvContentPartPr>
            <p14:xfrm>
              <a:off x="11293370" y="4665955"/>
              <a:ext cx="360" cy="36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B296ED21-AE04-4E31-A9E9-34E9AC55A2E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275370" y="464795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0B3A3E1A-74B5-4389-9B64-C40FD99390E1}"/>
                  </a:ext>
                </a:extLst>
              </p14:cNvPr>
              <p14:cNvContentPartPr/>
              <p14:nvPr/>
            </p14:nvContentPartPr>
            <p14:xfrm>
              <a:off x="10309850" y="4358875"/>
              <a:ext cx="810000" cy="33732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0B3A3E1A-74B5-4389-9B64-C40FD99390E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91850" y="4340875"/>
                <a:ext cx="84564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22231720-8A86-4095-9347-263FB33C5FBD}"/>
                  </a:ext>
                </a:extLst>
              </p14:cNvPr>
              <p14:cNvContentPartPr/>
              <p14:nvPr/>
            </p14:nvContentPartPr>
            <p14:xfrm>
              <a:off x="9608570" y="4483075"/>
              <a:ext cx="546120" cy="22428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22231720-8A86-4095-9347-263FB33C5FB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90570" y="4465075"/>
                <a:ext cx="581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C93C1710-B1B6-434E-8535-4970931A9734}"/>
                  </a:ext>
                </a:extLst>
              </p14:cNvPr>
              <p14:cNvContentPartPr/>
              <p14:nvPr/>
            </p14:nvContentPartPr>
            <p14:xfrm>
              <a:off x="8415530" y="4472275"/>
              <a:ext cx="514080" cy="26388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C93C1710-B1B6-434E-8535-4970931A973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397530" y="4454275"/>
                <a:ext cx="5497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9CA415F0-BBF7-4829-B623-3E05B15D3D06}"/>
                  </a:ext>
                </a:extLst>
              </p14:cNvPr>
              <p14:cNvContentPartPr/>
              <p14:nvPr/>
            </p14:nvContentPartPr>
            <p14:xfrm>
              <a:off x="5667290" y="4637155"/>
              <a:ext cx="451800" cy="25812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9CA415F0-BBF7-4829-B623-3E05B15D3D0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649290" y="4619155"/>
                <a:ext cx="487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138A5006-D878-4CB5-B37D-D1268A11EFFB}"/>
                  </a:ext>
                </a:extLst>
              </p14:cNvPr>
              <p14:cNvContentPartPr/>
              <p14:nvPr/>
            </p14:nvContentPartPr>
            <p14:xfrm>
              <a:off x="1990610" y="3245395"/>
              <a:ext cx="2334960" cy="12204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138A5006-D878-4CB5-B37D-D1268A11EFF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72610" y="3209288"/>
                <a:ext cx="2370600" cy="193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C072112A-A8B6-4300-9D0D-7D06E11A345A}"/>
                  </a:ext>
                </a:extLst>
              </p14:cNvPr>
              <p14:cNvContentPartPr/>
              <p14:nvPr/>
            </p14:nvContentPartPr>
            <p14:xfrm>
              <a:off x="3357530" y="3116155"/>
              <a:ext cx="610200" cy="55728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C072112A-A8B6-4300-9D0D-7D06E11A345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339530" y="3080132"/>
                <a:ext cx="645840" cy="628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D6EE6EDD-3D62-420F-BC50-BCA108E967D9}"/>
                  </a:ext>
                </a:extLst>
              </p14:cNvPr>
              <p14:cNvContentPartPr/>
              <p14:nvPr/>
            </p14:nvContentPartPr>
            <p14:xfrm>
              <a:off x="4701410" y="3015715"/>
              <a:ext cx="752760" cy="39204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D6EE6EDD-3D62-420F-BC50-BCA108E967D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683410" y="2979715"/>
                <a:ext cx="78840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FE31AC69-098C-43B7-B88F-0ADB7A430D77}"/>
                  </a:ext>
                </a:extLst>
              </p14:cNvPr>
              <p14:cNvContentPartPr/>
              <p14:nvPr/>
            </p14:nvContentPartPr>
            <p14:xfrm>
              <a:off x="5433650" y="2834275"/>
              <a:ext cx="729000" cy="78552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FE31AC69-098C-43B7-B88F-0ADB7A430D7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15650" y="2798275"/>
                <a:ext cx="76464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AB824DB4-3C94-4CED-9105-269D5B260799}"/>
                  </a:ext>
                </a:extLst>
              </p14:cNvPr>
              <p14:cNvContentPartPr/>
              <p14:nvPr/>
            </p14:nvContentPartPr>
            <p14:xfrm>
              <a:off x="6178490" y="3127675"/>
              <a:ext cx="344160" cy="16992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AB824DB4-3C94-4CED-9105-269D5B26079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60490" y="3091675"/>
                <a:ext cx="3798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9DF694C7-5D1C-45B5-836C-76FCACD2C548}"/>
                  </a:ext>
                </a:extLst>
              </p14:cNvPr>
              <p14:cNvContentPartPr/>
              <p14:nvPr/>
            </p14:nvContentPartPr>
            <p14:xfrm>
              <a:off x="7833050" y="2870635"/>
              <a:ext cx="20160" cy="29232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9DF694C7-5D1C-45B5-836C-76FCACD2C54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815050" y="2834635"/>
                <a:ext cx="5580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14446369-1BA0-4BBD-913F-A09FB89001F4}"/>
                  </a:ext>
                </a:extLst>
              </p14:cNvPr>
              <p14:cNvContentPartPr/>
              <p14:nvPr/>
            </p14:nvContentPartPr>
            <p14:xfrm>
              <a:off x="7756010" y="2860195"/>
              <a:ext cx="429840" cy="43128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14446369-1BA0-4BBD-913F-A09FB89001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738025" y="2824195"/>
                <a:ext cx="46545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F6811AC7-ABEC-4D91-96AC-0AA57965D9FD}"/>
                  </a:ext>
                </a:extLst>
              </p14:cNvPr>
              <p14:cNvContentPartPr/>
              <p14:nvPr/>
            </p14:nvContentPartPr>
            <p14:xfrm>
              <a:off x="8342450" y="2836435"/>
              <a:ext cx="335520" cy="39780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F6811AC7-ABEC-4D91-96AC-0AA57965D9F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324450" y="2800435"/>
                <a:ext cx="37116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AE67CE9D-591D-4FB6-9A38-96C3E7645F62}"/>
                  </a:ext>
                </a:extLst>
              </p14:cNvPr>
              <p14:cNvContentPartPr/>
              <p14:nvPr/>
            </p14:nvContentPartPr>
            <p14:xfrm>
              <a:off x="7836290" y="3034435"/>
              <a:ext cx="170280" cy="691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AE67CE9D-591D-4FB6-9A38-96C3E7645F6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818290" y="2998622"/>
                <a:ext cx="205920" cy="140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148F342C-F448-4DA2-B3E2-52FFA9CB050F}"/>
                  </a:ext>
                </a:extLst>
              </p14:cNvPr>
              <p14:cNvContentPartPr/>
              <p14:nvPr/>
            </p14:nvContentPartPr>
            <p14:xfrm>
              <a:off x="8872370" y="2832115"/>
              <a:ext cx="436680" cy="43416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148F342C-F448-4DA2-B3E2-52FFA9CB05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854370" y="2796115"/>
                <a:ext cx="47232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2FE5ADDC-CEBB-4D56-AD85-26B102A85ECD}"/>
                  </a:ext>
                </a:extLst>
              </p14:cNvPr>
              <p14:cNvContentPartPr/>
              <p14:nvPr/>
            </p14:nvContentPartPr>
            <p14:xfrm>
              <a:off x="1371770" y="1585795"/>
              <a:ext cx="2861640" cy="28476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2FE5ADDC-CEBB-4D56-AD85-26B102A85EC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353768" y="1549795"/>
                <a:ext cx="2897284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F3B8FA90-8BF1-4414-BCB7-03D995620A56}"/>
                  </a:ext>
                </a:extLst>
              </p14:cNvPr>
              <p14:cNvContentPartPr/>
              <p14:nvPr/>
            </p14:nvContentPartPr>
            <p14:xfrm>
              <a:off x="1403450" y="1860115"/>
              <a:ext cx="488160" cy="15552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F3B8FA90-8BF1-4414-BCB7-03D995620A5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385463" y="1824115"/>
                <a:ext cx="523774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F2C1B359-30AD-4B29-AD43-4D30E452000F}"/>
                  </a:ext>
                </a:extLst>
              </p14:cNvPr>
              <p14:cNvContentPartPr/>
              <p14:nvPr/>
            </p14:nvContentPartPr>
            <p14:xfrm>
              <a:off x="4911290" y="1275475"/>
              <a:ext cx="392400" cy="42156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F2C1B359-30AD-4B29-AD43-4D30E452000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893290" y="1239475"/>
                <a:ext cx="4280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22F858CB-437B-45AC-96F5-E36F08087496}"/>
                  </a:ext>
                </a:extLst>
              </p14:cNvPr>
              <p14:cNvContentPartPr/>
              <p14:nvPr/>
            </p14:nvContentPartPr>
            <p14:xfrm>
              <a:off x="5011010" y="1319035"/>
              <a:ext cx="366480" cy="6120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22F858CB-437B-45AC-96F5-E36F0808749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93028" y="1282822"/>
                <a:ext cx="402085" cy="133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9BF4EE0D-D8D5-46F3-871E-27B628B8691A}"/>
                  </a:ext>
                </a:extLst>
              </p14:cNvPr>
              <p14:cNvContentPartPr/>
              <p14:nvPr/>
            </p14:nvContentPartPr>
            <p14:xfrm>
              <a:off x="5361290" y="1521355"/>
              <a:ext cx="154440" cy="14400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9BF4EE0D-D8D5-46F3-871E-27B628B8691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43290" y="1485355"/>
                <a:ext cx="190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6ACA6A7A-74B2-45E0-999D-D9EC8B962ABA}"/>
                  </a:ext>
                </a:extLst>
              </p14:cNvPr>
              <p14:cNvContentPartPr/>
              <p14:nvPr/>
            </p14:nvContentPartPr>
            <p14:xfrm>
              <a:off x="5417090" y="1412635"/>
              <a:ext cx="360" cy="36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6ACA6A7A-74B2-45E0-999D-D9EC8B962AB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99090" y="137663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200A895D-C93D-4D4B-8562-AB11F99CCD75}"/>
                  </a:ext>
                </a:extLst>
              </p14:cNvPr>
              <p14:cNvContentPartPr/>
              <p14:nvPr/>
            </p14:nvContentPartPr>
            <p14:xfrm>
              <a:off x="5417090" y="1252075"/>
              <a:ext cx="92880" cy="16740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200A895D-C93D-4D4B-8562-AB11F99CCD7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399020" y="1216075"/>
                <a:ext cx="128659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B97071A6-DE5A-4723-A1CE-7B5F7DFE3B4A}"/>
                  </a:ext>
                </a:extLst>
              </p14:cNvPr>
              <p14:cNvContentPartPr/>
              <p14:nvPr/>
            </p14:nvContentPartPr>
            <p14:xfrm>
              <a:off x="5547050" y="1532875"/>
              <a:ext cx="120240" cy="10476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B97071A6-DE5A-4723-A1CE-7B5F7DFE3B4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29050" y="1496875"/>
                <a:ext cx="1558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E9358909-3892-40D8-ABC8-35B2139FDEA9}"/>
                  </a:ext>
                </a:extLst>
              </p14:cNvPr>
              <p14:cNvContentPartPr/>
              <p14:nvPr/>
            </p14:nvContentPartPr>
            <p14:xfrm>
              <a:off x="5686730" y="1394995"/>
              <a:ext cx="1049400" cy="51264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E9358909-3892-40D8-ABC8-35B2139FDEA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668730" y="1358995"/>
                <a:ext cx="10850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0D29AE80-AB81-4E6F-A992-464B793A08B3}"/>
                  </a:ext>
                </a:extLst>
              </p14:cNvPr>
              <p14:cNvContentPartPr/>
              <p14:nvPr/>
            </p14:nvContentPartPr>
            <p14:xfrm>
              <a:off x="7524890" y="1200955"/>
              <a:ext cx="21600" cy="27792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0D29AE80-AB81-4E6F-A992-464B793A08B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506890" y="1165002"/>
                <a:ext cx="57240" cy="349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7A52B3D7-1917-437A-9F7E-BBFE2653AEA2}"/>
                  </a:ext>
                </a:extLst>
              </p14:cNvPr>
              <p14:cNvContentPartPr/>
              <p14:nvPr/>
            </p14:nvContentPartPr>
            <p14:xfrm>
              <a:off x="7433450" y="1167115"/>
              <a:ext cx="292320" cy="37224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7A52B3D7-1917-437A-9F7E-BBFE2653AEA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415450" y="1131080"/>
                <a:ext cx="327960" cy="443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6C4F293E-1A2A-419B-9F0F-7107DBAA4AB9}"/>
                  </a:ext>
                </a:extLst>
              </p14:cNvPr>
              <p14:cNvContentPartPr/>
              <p14:nvPr/>
            </p14:nvContentPartPr>
            <p14:xfrm>
              <a:off x="7816850" y="1133635"/>
              <a:ext cx="210960" cy="34848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6C4F293E-1A2A-419B-9F0F-7107DBAA4AB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98881" y="1097635"/>
                <a:ext cx="246539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8CA59BC7-6C95-4701-A925-00CA2D13E56B}"/>
                  </a:ext>
                </a:extLst>
              </p14:cNvPr>
              <p14:cNvContentPartPr/>
              <p14:nvPr/>
            </p14:nvContentPartPr>
            <p14:xfrm>
              <a:off x="8155250" y="1133635"/>
              <a:ext cx="297000" cy="35496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8CA59BC7-6C95-4701-A925-00CA2D13E56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37250" y="1097635"/>
                <a:ext cx="332640" cy="4266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Dreptunghi 68">
            <a:extLst>
              <a:ext uri="{FF2B5EF4-FFF2-40B4-BE49-F238E27FC236}">
                <a16:creationId xmlns:a16="http://schemas.microsoft.com/office/drawing/2014/main" id="{CA43F07D-4559-4FBD-99A5-BDC147ED9E41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5243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6C1A9EF2-DB03-4615-83F5-B515562B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143025"/>
            <a:ext cx="11410950" cy="3028950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2FB1E9A0-DABB-4B17-9AF4-267128B6B83A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Clasificare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192FE19-AFA0-40FB-83BF-D8FF301634E7}"/>
                  </a:ext>
                </a:extLst>
              </p14:cNvPr>
              <p14:cNvContentPartPr/>
              <p14:nvPr/>
            </p14:nvContentPartPr>
            <p14:xfrm>
              <a:off x="8487265" y="2821225"/>
              <a:ext cx="1648440" cy="7632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192FE19-AFA0-40FB-83BF-D8FF301634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9261" y="2803225"/>
                <a:ext cx="1684088" cy="7988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ine 4">
            <a:extLst>
              <a:ext uri="{FF2B5EF4-FFF2-40B4-BE49-F238E27FC236}">
                <a16:creationId xmlns:a16="http://schemas.microsoft.com/office/drawing/2014/main" id="{4A1292FA-5CCB-4907-A828-684AF4553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43" y="4160512"/>
            <a:ext cx="11096625" cy="1533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E4EE1FC-622A-4A19-84CB-96A0850F4829}"/>
                  </a:ext>
                </a:extLst>
              </p14:cNvPr>
              <p14:cNvContentPartPr/>
              <p14:nvPr/>
            </p14:nvContentPartPr>
            <p14:xfrm>
              <a:off x="7361761" y="778352"/>
              <a:ext cx="172440" cy="5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E4EE1FC-622A-4A19-84CB-96A0850F48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3798" y="760352"/>
                <a:ext cx="208006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4F039CFE-3CB8-488B-9ADD-D62BA176296F}"/>
                  </a:ext>
                </a:extLst>
              </p14:cNvPr>
              <p14:cNvContentPartPr/>
              <p14:nvPr/>
            </p14:nvContentPartPr>
            <p14:xfrm>
              <a:off x="7366441" y="863672"/>
              <a:ext cx="173160" cy="9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4F039CFE-3CB8-488B-9ADD-D62BA17629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48403" y="845672"/>
                <a:ext cx="208874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1213083-8AF6-469F-B95B-5CA4E0C29806}"/>
                  </a:ext>
                </a:extLst>
              </p14:cNvPr>
              <p14:cNvContentPartPr/>
              <p14:nvPr/>
            </p14:nvContentPartPr>
            <p14:xfrm>
              <a:off x="6004561" y="502952"/>
              <a:ext cx="1025640" cy="6634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1213083-8AF6-469F-B95B-5CA4E0C298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6561" y="484952"/>
                <a:ext cx="106128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57E2CA2-827F-4EA0-A2D9-298E063C9660}"/>
                  </a:ext>
                </a:extLst>
              </p14:cNvPr>
              <p14:cNvContentPartPr/>
              <p14:nvPr/>
            </p14:nvContentPartPr>
            <p14:xfrm>
              <a:off x="9826681" y="604832"/>
              <a:ext cx="808560" cy="358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57E2CA2-827F-4EA0-A2D9-298E063C96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08681" y="586832"/>
                <a:ext cx="84420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BFEF32CB-08C6-4F06-B403-EA7DF388CDCD}"/>
                  </a:ext>
                </a:extLst>
              </p14:cNvPr>
              <p14:cNvContentPartPr/>
              <p14:nvPr/>
            </p14:nvContentPartPr>
            <p14:xfrm>
              <a:off x="9046201" y="711032"/>
              <a:ext cx="600120" cy="2340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BFEF32CB-08C6-4F06-B403-EA7DF388CD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28212" y="693032"/>
                <a:ext cx="635739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313DC17-80F0-4411-8156-F1D715C60EF7}"/>
                  </a:ext>
                </a:extLst>
              </p14:cNvPr>
              <p14:cNvContentPartPr/>
              <p14:nvPr/>
            </p14:nvContentPartPr>
            <p14:xfrm>
              <a:off x="8032801" y="626432"/>
              <a:ext cx="830880" cy="315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313DC17-80F0-4411-8156-F1D715C60E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14801" y="608411"/>
                <a:ext cx="866520" cy="3510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32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B23CC1B2-016B-4A1A-A814-7E2256B17292}"/>
                  </a:ext>
                </a:extLst>
              </p14:cNvPr>
              <p14:cNvContentPartPr/>
              <p14:nvPr/>
            </p14:nvContentPartPr>
            <p14:xfrm>
              <a:off x="557905" y="141745"/>
              <a:ext cx="11068920" cy="435132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B23CC1B2-016B-4A1A-A814-7E2256B172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904" y="124104"/>
                <a:ext cx="11104561" cy="4386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F6EEB3AF-6214-4073-9C8D-D609E7A9F3DD}"/>
                  </a:ext>
                </a:extLst>
              </p14:cNvPr>
              <p14:cNvContentPartPr/>
              <p14:nvPr/>
            </p14:nvContentPartPr>
            <p14:xfrm>
              <a:off x="1380865" y="5120185"/>
              <a:ext cx="429120" cy="21132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F6EEB3AF-6214-4073-9C8D-D609E7A9F3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2865" y="5102545"/>
                <a:ext cx="464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9809F337-5794-4C28-96C0-86BA8DEB9BEE}"/>
                  </a:ext>
                </a:extLst>
              </p14:cNvPr>
              <p14:cNvContentPartPr/>
              <p14:nvPr/>
            </p14:nvContentPartPr>
            <p14:xfrm>
              <a:off x="6210625" y="4967185"/>
              <a:ext cx="323280" cy="32904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9809F337-5794-4C28-96C0-86BA8DEB9B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2625" y="4949545"/>
                <a:ext cx="3589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2525723E-7DA1-46EC-943E-7F260AD34074}"/>
                  </a:ext>
                </a:extLst>
              </p14:cNvPr>
              <p14:cNvContentPartPr/>
              <p14:nvPr/>
            </p14:nvContentPartPr>
            <p14:xfrm>
              <a:off x="7029265" y="4852345"/>
              <a:ext cx="834840" cy="4507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2525723E-7DA1-46EC-943E-7F260AD340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1265" y="4834705"/>
                <a:ext cx="87048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ABE92C22-0FA5-40E7-AAFA-2CFA33C2EAC9}"/>
                  </a:ext>
                </a:extLst>
              </p14:cNvPr>
              <p14:cNvContentPartPr/>
              <p14:nvPr/>
            </p14:nvContentPartPr>
            <p14:xfrm>
              <a:off x="4273105" y="5004265"/>
              <a:ext cx="1447560" cy="38484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ABE92C22-0FA5-40E7-AAFA-2CFA33C2EA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5465" y="4986265"/>
                <a:ext cx="14832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27F89BDF-380E-4AE8-94C3-AE0F5F796209}"/>
                  </a:ext>
                </a:extLst>
              </p14:cNvPr>
              <p14:cNvContentPartPr/>
              <p14:nvPr/>
            </p14:nvContentPartPr>
            <p14:xfrm>
              <a:off x="2310025" y="4961785"/>
              <a:ext cx="1443240" cy="41976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27F89BDF-380E-4AE8-94C3-AE0F5F7962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2025" y="4943770"/>
                <a:ext cx="1478880" cy="455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7F88AE5E-E2A0-4431-B854-F7E8B56E6AF1}"/>
                  </a:ext>
                </a:extLst>
              </p14:cNvPr>
              <p14:cNvContentPartPr/>
              <p14:nvPr/>
            </p14:nvContentPartPr>
            <p14:xfrm>
              <a:off x="1409305" y="5780065"/>
              <a:ext cx="423720" cy="21384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7F88AE5E-E2A0-4431-B854-F7E8B56E6A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91665" y="5762065"/>
                <a:ext cx="4593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CDCDBDD0-1C93-414F-8969-5D2323B88FE6}"/>
                  </a:ext>
                </a:extLst>
              </p14:cNvPr>
              <p14:cNvContentPartPr/>
              <p14:nvPr/>
            </p14:nvContentPartPr>
            <p14:xfrm>
              <a:off x="4284985" y="5756665"/>
              <a:ext cx="385200" cy="32976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CDCDBDD0-1C93-414F-8969-5D2323B88F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67345" y="5739025"/>
                <a:ext cx="4208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CB2FBCC2-262D-4525-866E-8EC2B9501108}"/>
                  </a:ext>
                </a:extLst>
              </p14:cNvPr>
              <p14:cNvContentPartPr/>
              <p14:nvPr/>
            </p14:nvContentPartPr>
            <p14:xfrm>
              <a:off x="2310025" y="5636785"/>
              <a:ext cx="1565280" cy="42192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CB2FBCC2-262D-4525-866E-8EC2B95011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92029" y="5618785"/>
                <a:ext cx="1600912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B9A4DF18-4FF4-4BAD-B8C4-26C3B33D20F4}"/>
                  </a:ext>
                </a:extLst>
              </p14:cNvPr>
              <p14:cNvContentPartPr/>
              <p14:nvPr/>
            </p14:nvContentPartPr>
            <p14:xfrm>
              <a:off x="4939825" y="5582425"/>
              <a:ext cx="6403680" cy="105300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B9A4DF18-4FF4-4BAD-B8C4-26C3B33D20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21825" y="5564431"/>
                <a:ext cx="6439320" cy="1088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9A613E37-1D62-4762-8537-CEE28C96A941}"/>
                  </a:ext>
                </a:extLst>
              </p14:cNvPr>
              <p14:cNvContentPartPr/>
              <p14:nvPr/>
            </p14:nvContentPartPr>
            <p14:xfrm>
              <a:off x="3224065" y="6232225"/>
              <a:ext cx="1437480" cy="33120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9A613E37-1D62-4762-8537-CEE28C96A94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06425" y="6214225"/>
                <a:ext cx="14731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CD6F3472-F31F-4C09-9940-13E3EE228D50}"/>
                  </a:ext>
                </a:extLst>
              </p14:cNvPr>
              <p14:cNvContentPartPr/>
              <p14:nvPr/>
            </p14:nvContentPartPr>
            <p14:xfrm>
              <a:off x="2463745" y="6303505"/>
              <a:ext cx="411120" cy="22428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CD6F3472-F31F-4C09-9940-13E3EE228D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46105" y="6285505"/>
                <a:ext cx="446760" cy="2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483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4B8CC067-DEE5-43C8-961E-99A2426FF43C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Clasificare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95B2470-8AE0-4120-8FE2-474A677A1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1143025"/>
            <a:ext cx="11296650" cy="2905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75BBED4-016C-474D-B943-7E9580C4E0C1}"/>
                  </a:ext>
                </a:extLst>
              </p14:cNvPr>
              <p14:cNvContentPartPr/>
              <p14:nvPr/>
            </p14:nvContentPartPr>
            <p14:xfrm>
              <a:off x="3888265" y="706585"/>
              <a:ext cx="284760" cy="158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75BBED4-016C-474D-B943-7E9580C4E0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0265" y="688585"/>
                <a:ext cx="3204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6955F423-7381-43EC-AF61-D58CEB76E5D1}"/>
                  </a:ext>
                </a:extLst>
              </p14:cNvPr>
              <p14:cNvContentPartPr/>
              <p14:nvPr/>
            </p14:nvContentPartPr>
            <p14:xfrm>
              <a:off x="5885545" y="729265"/>
              <a:ext cx="253800" cy="824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6955F423-7381-43EC-AF61-D58CEB76E5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67519" y="711265"/>
                <a:ext cx="289491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0AF3B583-985F-4431-B977-3C13AF166EB4}"/>
                  </a:ext>
                </a:extLst>
              </p14:cNvPr>
              <p14:cNvContentPartPr/>
              <p14:nvPr/>
            </p14:nvContentPartPr>
            <p14:xfrm>
              <a:off x="4501705" y="448825"/>
              <a:ext cx="864720" cy="5925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0AF3B583-985F-4431-B977-3C13AF166E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83698" y="430825"/>
                <a:ext cx="900375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F166D78B-9851-4966-85FB-24F7A35D920B}"/>
                  </a:ext>
                </a:extLst>
              </p14:cNvPr>
              <p14:cNvContentPartPr/>
              <p14:nvPr/>
            </p14:nvContentPartPr>
            <p14:xfrm>
              <a:off x="9197905" y="778585"/>
              <a:ext cx="13680" cy="6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F166D78B-9851-4966-85FB-24F7A35D920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79905" y="760585"/>
                <a:ext cx="49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77F9BF5-796C-42FF-B947-4E83B78931A9}"/>
                  </a:ext>
                </a:extLst>
              </p14:cNvPr>
              <p14:cNvContentPartPr/>
              <p14:nvPr/>
            </p14:nvContentPartPr>
            <p14:xfrm>
              <a:off x="8213305" y="551065"/>
              <a:ext cx="691560" cy="269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77F9BF5-796C-42FF-B947-4E83B78931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95305" y="533065"/>
                <a:ext cx="7272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9DF88B8-DCAC-4CF4-B3C1-5AF448966137}"/>
                  </a:ext>
                </a:extLst>
              </p14:cNvPr>
              <p14:cNvContentPartPr/>
              <p14:nvPr/>
            </p14:nvContentPartPr>
            <p14:xfrm>
              <a:off x="7531465" y="668425"/>
              <a:ext cx="427680" cy="1728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9DF88B8-DCAC-4CF4-B3C1-5AF4489661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13465" y="650425"/>
                <a:ext cx="4633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282155A3-1EB7-4551-9539-22379BABE870}"/>
                  </a:ext>
                </a:extLst>
              </p14:cNvPr>
              <p14:cNvContentPartPr/>
              <p14:nvPr/>
            </p14:nvContentPartPr>
            <p14:xfrm>
              <a:off x="6511585" y="575545"/>
              <a:ext cx="684000" cy="2930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282155A3-1EB7-4551-9539-22379BABE8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93594" y="557545"/>
                <a:ext cx="719621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616F1F28-140B-4681-8FF2-3247EA26C3C5}"/>
                  </a:ext>
                </a:extLst>
              </p14:cNvPr>
              <p14:cNvContentPartPr/>
              <p14:nvPr/>
            </p14:nvContentPartPr>
            <p14:xfrm>
              <a:off x="8479345" y="3073585"/>
              <a:ext cx="866160" cy="3294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616F1F28-140B-4681-8FF2-3247EA26C3C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61338" y="3055605"/>
                <a:ext cx="901815" cy="36500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90691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BB3A8208-0720-4C0B-A684-582E5491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960147"/>
            <a:ext cx="11401425" cy="2943225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Clasificare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42176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52A567F-5300-4B56-AEE7-D797DD61C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1125145" cy="589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282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46753F6-FE3E-4591-841E-F6204D5533A3}"/>
                  </a:ext>
                </a:extLst>
              </p14:cNvPr>
              <p14:cNvContentPartPr/>
              <p14:nvPr/>
            </p14:nvContentPartPr>
            <p14:xfrm>
              <a:off x="5524825" y="495265"/>
              <a:ext cx="417960" cy="53848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46753F6-FE3E-4591-841E-F6204D5533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6825" y="459625"/>
                <a:ext cx="453600" cy="54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2CD6EB5E-89C2-4FAF-A09F-E87EE4DC7884}"/>
                  </a:ext>
                </a:extLst>
              </p14:cNvPr>
              <p14:cNvContentPartPr/>
              <p14:nvPr/>
            </p14:nvContentPartPr>
            <p14:xfrm>
              <a:off x="1087105" y="5206945"/>
              <a:ext cx="160200" cy="903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2CD6EB5E-89C2-4FAF-A09F-E87EE4DC78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505" y="5188873"/>
                <a:ext cx="195760" cy="126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028BF78B-98A8-4DFA-AFF2-88665EB92F24}"/>
                  </a:ext>
                </a:extLst>
              </p14:cNvPr>
              <p14:cNvContentPartPr/>
              <p14:nvPr/>
            </p14:nvContentPartPr>
            <p14:xfrm>
              <a:off x="471865" y="5088145"/>
              <a:ext cx="380520" cy="2631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028BF78B-98A8-4DFA-AFF2-88665EB92F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865" y="5070145"/>
                <a:ext cx="4161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B93EDFA2-B663-479E-B3C9-A3526C109F3F}"/>
                  </a:ext>
                </a:extLst>
              </p14:cNvPr>
              <p14:cNvContentPartPr/>
              <p14:nvPr/>
            </p14:nvContentPartPr>
            <p14:xfrm>
              <a:off x="1515505" y="4856305"/>
              <a:ext cx="3792600" cy="8852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B93EDFA2-B663-479E-B3C9-A3526C109F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7865" y="4838312"/>
                <a:ext cx="3828240" cy="920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3001AB71-91BF-48BD-AA24-F97A931B53D7}"/>
                  </a:ext>
                </a:extLst>
              </p14:cNvPr>
              <p14:cNvContentPartPr/>
              <p14:nvPr/>
            </p14:nvContentPartPr>
            <p14:xfrm>
              <a:off x="5967625" y="943465"/>
              <a:ext cx="295560" cy="3888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3001AB71-91BF-48BD-AA24-F97A931B53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49647" y="925825"/>
                <a:ext cx="331157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A2634023-2230-4321-81F5-216FCFBD0BFC}"/>
                  </a:ext>
                </a:extLst>
              </p14:cNvPr>
              <p14:cNvContentPartPr/>
              <p14:nvPr/>
            </p14:nvContentPartPr>
            <p14:xfrm>
              <a:off x="6188665" y="1642585"/>
              <a:ext cx="4301280" cy="23774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A2634023-2230-4321-81F5-216FCFBD0BF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0665" y="1624942"/>
                <a:ext cx="4336920" cy="2413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26AAC951-3F8E-421E-A193-DDD78F0F40F1}"/>
                  </a:ext>
                </a:extLst>
              </p14:cNvPr>
              <p14:cNvContentPartPr/>
              <p14:nvPr/>
            </p14:nvContentPartPr>
            <p14:xfrm>
              <a:off x="446665" y="939505"/>
              <a:ext cx="5203800" cy="354420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26AAC951-3F8E-421E-A193-DDD78F0F40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9024" y="921505"/>
                <a:ext cx="5239442" cy="35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3" name="Cerneală 352">
                <a:extLst>
                  <a:ext uri="{FF2B5EF4-FFF2-40B4-BE49-F238E27FC236}">
                    <a16:creationId xmlns:a16="http://schemas.microsoft.com/office/drawing/2014/main" id="{3310C972-E5B8-487A-9D94-E6585417AE99}"/>
                  </a:ext>
                </a:extLst>
              </p14:cNvPr>
              <p14:cNvContentPartPr/>
              <p14:nvPr/>
            </p14:nvContentPartPr>
            <p14:xfrm>
              <a:off x="6534985" y="512185"/>
              <a:ext cx="5694120" cy="6113520"/>
            </p14:xfrm>
          </p:contentPart>
        </mc:Choice>
        <mc:Fallback xmlns="">
          <p:pic>
            <p:nvPicPr>
              <p:cNvPr id="353" name="Cerneală 352">
                <a:extLst>
                  <a:ext uri="{FF2B5EF4-FFF2-40B4-BE49-F238E27FC236}">
                    <a16:creationId xmlns:a16="http://schemas.microsoft.com/office/drawing/2014/main" id="{3310C972-E5B8-487A-9D94-E6585417AE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16986" y="494185"/>
                <a:ext cx="5729758" cy="61491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Dreptunghi 10">
            <a:extLst>
              <a:ext uri="{FF2B5EF4-FFF2-40B4-BE49-F238E27FC236}">
                <a16:creationId xmlns:a16="http://schemas.microsoft.com/office/drawing/2014/main" id="{546D5E3F-511C-49F4-8F9B-9CCD00C39D8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71427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6058DC0-B0B2-4EDD-857E-12C0A357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1"/>
            <a:ext cx="11751423" cy="5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862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0FF45F7D-0396-4643-9CA3-2C4DD59A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228635"/>
            <a:ext cx="5800725" cy="361950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0051313F-4C28-47CE-8FF8-809664A57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4934234" cy="26517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61291327-F53E-47A9-A816-E9C270840B02}"/>
                  </a:ext>
                </a:extLst>
              </p14:cNvPr>
              <p14:cNvContentPartPr/>
              <p14:nvPr/>
            </p14:nvContentPartPr>
            <p14:xfrm>
              <a:off x="1592545" y="3774865"/>
              <a:ext cx="47880" cy="684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61291327-F53E-47A9-A816-E9C270840B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4545" y="3756865"/>
                <a:ext cx="835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8403E85-A9E0-4709-952E-6385FD8E57E8}"/>
                  </a:ext>
                </a:extLst>
              </p14:cNvPr>
              <p14:cNvContentPartPr/>
              <p14:nvPr/>
            </p14:nvContentPartPr>
            <p14:xfrm>
              <a:off x="1615585" y="3928585"/>
              <a:ext cx="61560" cy="56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8403E85-A9E0-4709-952E-6385FD8E57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7945" y="3910585"/>
                <a:ext cx="972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53925D71-95C2-413F-B4BA-AC1150E6760D}"/>
                  </a:ext>
                </a:extLst>
              </p14:cNvPr>
              <p14:cNvContentPartPr/>
              <p14:nvPr/>
            </p14:nvContentPartPr>
            <p14:xfrm>
              <a:off x="712705" y="3695665"/>
              <a:ext cx="567000" cy="284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53925D71-95C2-413F-B4BA-AC1150E676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5054" y="3678003"/>
                <a:ext cx="602663" cy="320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F07FFA4-36B8-4209-B37D-B39C689F6D91}"/>
                  </a:ext>
                </a:extLst>
              </p14:cNvPr>
              <p14:cNvContentPartPr/>
              <p14:nvPr/>
            </p14:nvContentPartPr>
            <p14:xfrm>
              <a:off x="7416625" y="4087705"/>
              <a:ext cx="967680" cy="4248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F07FFA4-36B8-4209-B37D-B39C689F6D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98632" y="4069720"/>
                <a:ext cx="1003307" cy="460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FF89621-1A40-4464-A58D-75EF94627F84}"/>
                  </a:ext>
                </a:extLst>
              </p14:cNvPr>
              <p14:cNvContentPartPr/>
              <p14:nvPr/>
            </p14:nvContentPartPr>
            <p14:xfrm>
              <a:off x="6169225" y="4072225"/>
              <a:ext cx="692280" cy="3427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FF89621-1A40-4464-A58D-75EF94627F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1585" y="4054585"/>
                <a:ext cx="7279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9A9A5B0F-4818-46B1-BC0B-9A0D133FFCE4}"/>
                  </a:ext>
                </a:extLst>
              </p14:cNvPr>
              <p14:cNvContentPartPr/>
              <p14:nvPr/>
            </p14:nvContentPartPr>
            <p14:xfrm>
              <a:off x="10713145" y="4072945"/>
              <a:ext cx="500400" cy="896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9A9A5B0F-4818-46B1-BC0B-9A0D133FFC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95145" y="4054945"/>
                <a:ext cx="5360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8674846C-C5CF-4EA5-9900-2AC2BE0D5DF2}"/>
                  </a:ext>
                </a:extLst>
              </p14:cNvPr>
              <p14:cNvContentPartPr/>
              <p14:nvPr/>
            </p14:nvContentPartPr>
            <p14:xfrm>
              <a:off x="8753665" y="3856945"/>
              <a:ext cx="1693080" cy="5932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8674846C-C5CF-4EA5-9900-2AC2BE0D5D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36025" y="3838945"/>
                <a:ext cx="172872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9885CF0-5D51-49E5-A409-C4B5ABDFAC27}"/>
                  </a:ext>
                </a:extLst>
              </p14:cNvPr>
              <p14:cNvContentPartPr/>
              <p14:nvPr/>
            </p14:nvContentPartPr>
            <p14:xfrm>
              <a:off x="683185" y="4069705"/>
              <a:ext cx="5255280" cy="8773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9885CF0-5D51-49E5-A409-C4B5ABDFAC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5186" y="4051705"/>
                <a:ext cx="5290918" cy="9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76FDAE7E-27EC-4E02-9248-9FDCB7A00570}"/>
                  </a:ext>
                </a:extLst>
              </p14:cNvPr>
              <p14:cNvContentPartPr/>
              <p14:nvPr/>
            </p14:nvContentPartPr>
            <p14:xfrm>
              <a:off x="7772305" y="427945"/>
              <a:ext cx="4115160" cy="24512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76FDAE7E-27EC-4E02-9248-9FDCB7A005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54305" y="410305"/>
                <a:ext cx="4150800" cy="24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90F109B2-7118-44A8-89A8-0F955B45BCD7}"/>
                  </a:ext>
                </a:extLst>
              </p14:cNvPr>
              <p14:cNvContentPartPr/>
              <p14:nvPr/>
            </p14:nvContentPartPr>
            <p14:xfrm>
              <a:off x="654385" y="5323945"/>
              <a:ext cx="306720" cy="230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90F109B2-7118-44A8-89A8-0F955B45BC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6385" y="5305945"/>
                <a:ext cx="3423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1BAD8E61-ED8B-4CA2-A357-10D08E641D9E}"/>
                  </a:ext>
                </a:extLst>
              </p14:cNvPr>
              <p14:cNvContentPartPr/>
              <p14:nvPr/>
            </p14:nvContentPartPr>
            <p14:xfrm>
              <a:off x="3488305" y="5129545"/>
              <a:ext cx="951840" cy="2512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1BAD8E61-ED8B-4CA2-A357-10D08E641D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0665" y="5111905"/>
                <a:ext cx="9874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965E19C4-1F65-445A-9B97-68AF6FD12380}"/>
                  </a:ext>
                </a:extLst>
              </p14:cNvPr>
              <p14:cNvContentPartPr/>
              <p14:nvPr/>
            </p14:nvContentPartPr>
            <p14:xfrm>
              <a:off x="1334425" y="5057905"/>
              <a:ext cx="1667880" cy="38808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965E19C4-1F65-445A-9B97-68AF6FD123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16429" y="5039905"/>
                <a:ext cx="1703512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AAA3C2E3-CE92-4E44-8AE9-14AA04B5B28D}"/>
                  </a:ext>
                </a:extLst>
              </p14:cNvPr>
              <p14:cNvContentPartPr/>
              <p14:nvPr/>
            </p14:nvContentPartPr>
            <p14:xfrm>
              <a:off x="750145" y="5866465"/>
              <a:ext cx="266040" cy="385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AAA3C2E3-CE92-4E44-8AE9-14AA04B5B2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2505" y="5848825"/>
                <a:ext cx="3016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DAB4AEC2-95B2-4F0A-81A5-737FD5531169}"/>
                  </a:ext>
                </a:extLst>
              </p14:cNvPr>
              <p14:cNvContentPartPr/>
              <p14:nvPr/>
            </p14:nvContentPartPr>
            <p14:xfrm>
              <a:off x="10938865" y="5418985"/>
              <a:ext cx="720720" cy="3222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DAB4AEC2-95B2-4F0A-81A5-737FD55311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921216" y="5400985"/>
                <a:ext cx="756378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E1BF47F5-7865-4B02-B010-D8857FBC3412}"/>
                  </a:ext>
                </a:extLst>
              </p14:cNvPr>
              <p14:cNvContentPartPr/>
              <p14:nvPr/>
            </p14:nvContentPartPr>
            <p14:xfrm>
              <a:off x="9653665" y="5458225"/>
              <a:ext cx="1040400" cy="3798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E1BF47F5-7865-4B02-B010-D8857FBC34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36025" y="5440568"/>
                <a:ext cx="1076040" cy="41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32A12F76-6170-45FA-AE11-457B9110A10D}"/>
                  </a:ext>
                </a:extLst>
              </p14:cNvPr>
              <p14:cNvContentPartPr/>
              <p14:nvPr/>
            </p14:nvContentPartPr>
            <p14:xfrm>
              <a:off x="6843145" y="5582065"/>
              <a:ext cx="2095560" cy="3495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32A12F76-6170-45FA-AE11-457B9110A10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25145" y="5564425"/>
                <a:ext cx="213120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449346B1-C33A-436C-B8AF-24DB5BB5A672}"/>
                  </a:ext>
                </a:extLst>
              </p14:cNvPr>
              <p14:cNvContentPartPr/>
              <p14:nvPr/>
            </p14:nvContentPartPr>
            <p14:xfrm>
              <a:off x="4977625" y="5538505"/>
              <a:ext cx="1554480" cy="4154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449346B1-C33A-436C-B8AF-24DB5BB5A6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59985" y="5520505"/>
                <a:ext cx="159012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1BD2EC91-55EA-4E52-8BAF-EB546A64D735}"/>
                  </a:ext>
                </a:extLst>
              </p14:cNvPr>
              <p14:cNvContentPartPr/>
              <p14:nvPr/>
            </p14:nvContentPartPr>
            <p14:xfrm>
              <a:off x="4329265" y="5822185"/>
              <a:ext cx="357120" cy="1702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1BD2EC91-55EA-4E52-8BAF-EB546A64D7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1265" y="5804545"/>
                <a:ext cx="3927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30F8A3B1-1868-47AD-9CE7-1E567E2D6836}"/>
                  </a:ext>
                </a:extLst>
              </p14:cNvPr>
              <p14:cNvContentPartPr/>
              <p14:nvPr/>
            </p14:nvContentPartPr>
            <p14:xfrm>
              <a:off x="1389865" y="5565865"/>
              <a:ext cx="2653920" cy="8812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30F8A3B1-1868-47AD-9CE7-1E567E2D683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72223" y="5547872"/>
                <a:ext cx="2689565" cy="916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E93EEC3B-A440-4D6E-95C2-0A594403D8C0}"/>
                  </a:ext>
                </a:extLst>
              </p14:cNvPr>
              <p14:cNvContentPartPr/>
              <p14:nvPr/>
            </p14:nvContentPartPr>
            <p14:xfrm>
              <a:off x="4329265" y="6285145"/>
              <a:ext cx="21600" cy="309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E93EEC3B-A440-4D6E-95C2-0A594403D8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11265" y="6267505"/>
                <a:ext cx="572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5233ED95-C5F6-4149-9B7D-05DEEEE3951A}"/>
                  </a:ext>
                </a:extLst>
              </p14:cNvPr>
              <p14:cNvContentPartPr/>
              <p14:nvPr/>
            </p14:nvContentPartPr>
            <p14:xfrm>
              <a:off x="4346185" y="6403225"/>
              <a:ext cx="28440" cy="482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5233ED95-C5F6-4149-9B7D-05DEEEE3951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328545" y="6385225"/>
                <a:ext cx="64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C0A7EF0-41AE-4FB0-8D93-9555E97B2F72}"/>
                  </a:ext>
                </a:extLst>
              </p14:cNvPr>
              <p14:cNvContentPartPr/>
              <p14:nvPr/>
            </p14:nvContentPartPr>
            <p14:xfrm>
              <a:off x="5760625" y="6434185"/>
              <a:ext cx="360" cy="3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C0A7EF0-41AE-4FB0-8D93-9555E97B2F7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42625" y="64165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8AA2696B-5220-4E16-B298-3D870F347F9D}"/>
                  </a:ext>
                </a:extLst>
              </p14:cNvPr>
              <p14:cNvContentPartPr/>
              <p14:nvPr/>
            </p14:nvContentPartPr>
            <p14:xfrm>
              <a:off x="4682425" y="6135025"/>
              <a:ext cx="935640" cy="4557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8AA2696B-5220-4E16-B298-3D870F347F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785" y="6117025"/>
                <a:ext cx="97128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C84C7843-B236-40FE-8DBC-C2F4B5D46F98}"/>
                  </a:ext>
                </a:extLst>
              </p14:cNvPr>
              <p14:cNvContentPartPr/>
              <p14:nvPr/>
            </p14:nvContentPartPr>
            <p14:xfrm>
              <a:off x="2092945" y="3788185"/>
              <a:ext cx="238680" cy="140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C84C7843-B236-40FE-8DBC-C2F4B5D46F9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75305" y="3770545"/>
                <a:ext cx="2743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6328059C-20AA-4A0F-9710-77B3B70EB587}"/>
                  </a:ext>
                </a:extLst>
              </p14:cNvPr>
              <p14:cNvContentPartPr/>
              <p14:nvPr/>
            </p14:nvContentPartPr>
            <p14:xfrm>
              <a:off x="2564545" y="3518545"/>
              <a:ext cx="1090080" cy="3344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6328059C-20AA-4A0F-9710-77B3B70EB58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46905" y="3500545"/>
                <a:ext cx="11257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963AD811-E60C-482B-9043-42512F56A59D}"/>
                  </a:ext>
                </a:extLst>
              </p14:cNvPr>
              <p14:cNvContentPartPr/>
              <p14:nvPr/>
            </p14:nvContentPartPr>
            <p14:xfrm>
              <a:off x="5014345" y="3450505"/>
              <a:ext cx="430200" cy="26604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963AD811-E60C-482B-9043-42512F56A59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96705" y="3432529"/>
                <a:ext cx="465840" cy="301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66380A45-C70F-4533-AF1C-6AE7CDDD18C9}"/>
                  </a:ext>
                </a:extLst>
              </p14:cNvPr>
              <p14:cNvContentPartPr/>
              <p14:nvPr/>
            </p14:nvContentPartPr>
            <p14:xfrm>
              <a:off x="3979705" y="3463105"/>
              <a:ext cx="633240" cy="3290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66380A45-C70F-4533-AF1C-6AE7CDDD18C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61705" y="3445465"/>
                <a:ext cx="668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640D81FC-1A12-4DAE-8D7C-457B3CE1B7EB}"/>
                  </a:ext>
                </a:extLst>
              </p14:cNvPr>
              <p14:cNvContentPartPr/>
              <p14:nvPr/>
            </p14:nvContentPartPr>
            <p14:xfrm>
              <a:off x="1130305" y="1467265"/>
              <a:ext cx="704520" cy="24948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640D81FC-1A12-4DAE-8D7C-457B3CE1B7E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12665" y="1449625"/>
                <a:ext cx="74016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82EEC4F8-81A4-4307-B9A0-47F3C08F015B}"/>
                  </a:ext>
                </a:extLst>
              </p14:cNvPr>
              <p14:cNvContentPartPr/>
              <p14:nvPr/>
            </p14:nvContentPartPr>
            <p14:xfrm>
              <a:off x="5725345" y="3673345"/>
              <a:ext cx="66240" cy="17856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82EEC4F8-81A4-4307-B9A0-47F3C08F015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707705" y="3655345"/>
                <a:ext cx="1018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A18D51CE-0CC7-4215-85A4-C6AB973EAF57}"/>
                  </a:ext>
                </a:extLst>
              </p14:cNvPr>
              <p14:cNvContentPartPr/>
              <p14:nvPr/>
            </p14:nvContentPartPr>
            <p14:xfrm>
              <a:off x="6172105" y="3447985"/>
              <a:ext cx="346320" cy="26172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A18D51CE-0CC7-4215-85A4-C6AB973EAF5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54465" y="3429985"/>
                <a:ext cx="3819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CB314EFC-7ED2-4947-A8A7-D41907655D19}"/>
                  </a:ext>
                </a:extLst>
              </p14:cNvPr>
              <p14:cNvContentPartPr/>
              <p14:nvPr/>
            </p14:nvContentPartPr>
            <p14:xfrm>
              <a:off x="7561345" y="3428905"/>
              <a:ext cx="1291680" cy="30996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CB314EFC-7ED2-4947-A8A7-D41907655D1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43705" y="3411265"/>
                <a:ext cx="13273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F9D35F58-091B-450F-A681-40D1AD73BA65}"/>
                  </a:ext>
                </a:extLst>
              </p14:cNvPr>
              <p14:cNvContentPartPr/>
              <p14:nvPr/>
            </p14:nvContentPartPr>
            <p14:xfrm>
              <a:off x="6838465" y="3433945"/>
              <a:ext cx="396000" cy="3034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F9D35F58-091B-450F-A681-40D1AD73BA6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20481" y="3416305"/>
                <a:ext cx="431608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BD72B4C2-0281-4139-8ED2-B000B0988649}"/>
                  </a:ext>
                </a:extLst>
              </p14:cNvPr>
              <p14:cNvContentPartPr/>
              <p14:nvPr/>
            </p14:nvContentPartPr>
            <p14:xfrm>
              <a:off x="10678945" y="3713305"/>
              <a:ext cx="4320" cy="1188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BD72B4C2-0281-4139-8ED2-B000B09886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60945" y="3695305"/>
                <a:ext cx="399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1F44FFF5-AF3B-4F58-A39F-4BD15A38B664}"/>
                  </a:ext>
                </a:extLst>
              </p14:cNvPr>
              <p14:cNvContentPartPr/>
              <p14:nvPr/>
            </p14:nvContentPartPr>
            <p14:xfrm>
              <a:off x="9782185" y="3349345"/>
              <a:ext cx="594000" cy="34704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1F44FFF5-AF3B-4F58-A39F-4BD15A38B66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764545" y="3331705"/>
                <a:ext cx="6296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0400772C-F3C6-4804-84E9-2002B82C6FBC}"/>
                  </a:ext>
                </a:extLst>
              </p14:cNvPr>
              <p14:cNvContentPartPr/>
              <p14:nvPr/>
            </p14:nvContentPartPr>
            <p14:xfrm>
              <a:off x="9514345" y="3410905"/>
              <a:ext cx="120960" cy="21348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0400772C-F3C6-4804-84E9-2002B82C6FB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496705" y="3392905"/>
                <a:ext cx="1566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1B5C598F-DAEE-4321-A8D5-2C0698B067B0}"/>
                  </a:ext>
                </a:extLst>
              </p14:cNvPr>
              <p14:cNvContentPartPr/>
              <p14:nvPr/>
            </p14:nvContentPartPr>
            <p14:xfrm>
              <a:off x="6357145" y="5013625"/>
              <a:ext cx="318240" cy="2376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1B5C598F-DAEE-4321-A8D5-2C0698B067B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39145" y="4995985"/>
                <a:ext cx="353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DB84832F-6AB0-4215-8FA8-A24A9CAB8762}"/>
                  </a:ext>
                </a:extLst>
              </p14:cNvPr>
              <p14:cNvContentPartPr/>
              <p14:nvPr/>
            </p14:nvContentPartPr>
            <p14:xfrm>
              <a:off x="8792185" y="4927585"/>
              <a:ext cx="126720" cy="540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DB84832F-6AB0-4215-8FA8-A24A9CAB876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774545" y="4909945"/>
                <a:ext cx="1623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57E6A2EB-5631-4D4B-8711-5BD62EF40F8B}"/>
                  </a:ext>
                </a:extLst>
              </p14:cNvPr>
              <p14:cNvContentPartPr/>
              <p14:nvPr/>
            </p14:nvContentPartPr>
            <p14:xfrm>
              <a:off x="8806945" y="5019025"/>
              <a:ext cx="149040" cy="1476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57E6A2EB-5631-4D4B-8711-5BD62EF40F8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88945" y="5001385"/>
                <a:ext cx="184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C682E56A-CCDB-4F3F-BBAD-8D24EED86837}"/>
                  </a:ext>
                </a:extLst>
              </p14:cNvPr>
              <p14:cNvContentPartPr/>
              <p14:nvPr/>
            </p14:nvContentPartPr>
            <p14:xfrm>
              <a:off x="9201505" y="4868545"/>
              <a:ext cx="433800" cy="14868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C682E56A-CCDB-4F3F-BBAD-8D24EED8683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183865" y="4850545"/>
                <a:ext cx="4694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A4909CA2-338C-4060-AA10-C08C203B79F9}"/>
                  </a:ext>
                </a:extLst>
              </p14:cNvPr>
              <p14:cNvContentPartPr/>
              <p14:nvPr/>
            </p14:nvContentPartPr>
            <p14:xfrm>
              <a:off x="9975505" y="4619785"/>
              <a:ext cx="525960" cy="34128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A4909CA2-338C-4060-AA10-C08C203B79F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57865" y="4601785"/>
                <a:ext cx="5616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DC85C96C-B1FD-4955-8564-700D216EC1DC}"/>
                  </a:ext>
                </a:extLst>
              </p14:cNvPr>
              <p14:cNvContentPartPr/>
              <p14:nvPr/>
            </p14:nvContentPartPr>
            <p14:xfrm>
              <a:off x="7001905" y="4755145"/>
              <a:ext cx="1466640" cy="53460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DC85C96C-B1FD-4955-8564-700D216EC1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84261" y="4737145"/>
                <a:ext cx="1502289" cy="5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9657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0FF45F7D-0396-4643-9CA3-2C4DD59A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228635"/>
            <a:ext cx="5800725" cy="361950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0051313F-4C28-47CE-8FF8-809664A57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53" y="137196"/>
            <a:ext cx="3288332" cy="1767199"/>
          </a:xfrm>
          <a:prstGeom prst="rect">
            <a:avLst/>
          </a:prstGeom>
        </p:spPr>
      </p:pic>
      <p:pic>
        <p:nvPicPr>
          <p:cNvPr id="13" name="Imagine 12">
            <a:extLst>
              <a:ext uri="{FF2B5EF4-FFF2-40B4-BE49-F238E27FC236}">
                <a16:creationId xmlns:a16="http://schemas.microsoft.com/office/drawing/2014/main" id="{915C616B-F616-4EF4-ACDF-00D00715A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5" y="2057415"/>
            <a:ext cx="5760657" cy="390816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26E59A05-E055-4842-9016-3FF150CFE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561" y="2057415"/>
            <a:ext cx="5852096" cy="3952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87B6AAF-DD3B-4A0F-B8B0-D3C445F71257}"/>
                  </a:ext>
                </a:extLst>
              </p14:cNvPr>
              <p14:cNvContentPartPr/>
              <p14:nvPr/>
            </p14:nvContentPartPr>
            <p14:xfrm>
              <a:off x="811705" y="1650865"/>
              <a:ext cx="6043320" cy="29826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87B6AAF-DD3B-4A0F-B8B0-D3C445F712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3705" y="1632865"/>
                <a:ext cx="6078960" cy="30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B7444EC-6EF6-4B63-A114-5E7762A63F7C}"/>
                  </a:ext>
                </a:extLst>
              </p14:cNvPr>
              <p14:cNvContentPartPr/>
              <p14:nvPr/>
            </p14:nvContentPartPr>
            <p14:xfrm>
              <a:off x="3373105" y="6361825"/>
              <a:ext cx="287280" cy="17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B7444EC-6EF6-4B63-A114-5E7762A63F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55465" y="6344185"/>
                <a:ext cx="3229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32FF2988-C414-40F8-A6DF-F424EB239E0C}"/>
                  </a:ext>
                </a:extLst>
              </p14:cNvPr>
              <p14:cNvContentPartPr/>
              <p14:nvPr/>
            </p14:nvContentPartPr>
            <p14:xfrm>
              <a:off x="3378145" y="6462985"/>
              <a:ext cx="264240" cy="50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32FF2988-C414-40F8-A6DF-F424EB239E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60145" y="6445345"/>
                <a:ext cx="2998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17124EFC-7FD5-4599-926D-B38D939D310A}"/>
                  </a:ext>
                </a:extLst>
              </p14:cNvPr>
              <p14:cNvContentPartPr/>
              <p14:nvPr/>
            </p14:nvContentPartPr>
            <p14:xfrm>
              <a:off x="3383185" y="6559465"/>
              <a:ext cx="252720" cy="169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17124EFC-7FD5-4599-926D-B38D939D31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65185" y="6541825"/>
                <a:ext cx="2883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4BC1E36-A7CE-4CF1-A119-149DBE51C7B1}"/>
                  </a:ext>
                </a:extLst>
              </p14:cNvPr>
              <p14:cNvContentPartPr/>
              <p14:nvPr/>
            </p14:nvContentPartPr>
            <p14:xfrm>
              <a:off x="1390945" y="6145465"/>
              <a:ext cx="1490400" cy="430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4BC1E36-A7CE-4CF1-A119-149DBE51C7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2945" y="6127825"/>
                <a:ext cx="152604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854CCE8-C60A-4617-9A43-81A25EDE4D99}"/>
                  </a:ext>
                </a:extLst>
              </p14:cNvPr>
              <p14:cNvContentPartPr/>
              <p14:nvPr/>
            </p14:nvContentPartPr>
            <p14:xfrm>
              <a:off x="5069425" y="6389545"/>
              <a:ext cx="548640" cy="219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854CCE8-C60A-4617-9A43-81A25EDE4D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51425" y="6371545"/>
                <a:ext cx="5842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7FE8281-3C16-48E4-9E3B-10D389DF21CA}"/>
                  </a:ext>
                </a:extLst>
              </p14:cNvPr>
              <p14:cNvContentPartPr/>
              <p14:nvPr/>
            </p14:nvContentPartPr>
            <p14:xfrm>
              <a:off x="4032985" y="6266065"/>
              <a:ext cx="594720" cy="429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7FE8281-3C16-48E4-9E3B-10D389DF21C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14996" y="6248080"/>
                <a:ext cx="630338" cy="464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D8891F9F-54CE-4DCB-BDF2-0A94AA28B361}"/>
                  </a:ext>
                </a:extLst>
              </p14:cNvPr>
              <p14:cNvContentPartPr/>
              <p14:nvPr/>
            </p14:nvContentPartPr>
            <p14:xfrm>
              <a:off x="6018745" y="6240865"/>
              <a:ext cx="1438920" cy="4305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D8891F9F-54CE-4DCB-BDF2-0A94AA28B3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01105" y="6222865"/>
                <a:ext cx="147456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C52CA37-9F7C-430C-968C-AA85841B763B}"/>
                  </a:ext>
                </a:extLst>
              </p14:cNvPr>
              <p14:cNvContentPartPr/>
              <p14:nvPr/>
            </p14:nvContentPartPr>
            <p14:xfrm>
              <a:off x="10497505" y="4552825"/>
              <a:ext cx="438840" cy="4096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C52CA37-9F7C-430C-968C-AA85841B76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79505" y="4534825"/>
                <a:ext cx="4744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1A1ACCB-96A9-4186-839C-E3F58CDC3147}"/>
                  </a:ext>
                </a:extLst>
              </p14:cNvPr>
              <p14:cNvContentPartPr/>
              <p14:nvPr/>
            </p14:nvContentPartPr>
            <p14:xfrm>
              <a:off x="8113585" y="5259505"/>
              <a:ext cx="2273760" cy="12052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1A1ACCB-96A9-4186-839C-E3F58CDC314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95585" y="5223865"/>
                <a:ext cx="2309400" cy="127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86552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862EA25F-E1EF-428F-A673-8A6CE2D50794}"/>
                  </a:ext>
                </a:extLst>
              </p14:cNvPr>
              <p14:cNvContentPartPr/>
              <p14:nvPr/>
            </p14:nvContentPartPr>
            <p14:xfrm>
              <a:off x="1404985" y="1366465"/>
              <a:ext cx="9720" cy="9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862EA25F-E1EF-428F-A673-8A6CE2D507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7345" y="1348465"/>
                <a:ext cx="45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D370C35-338E-4A8E-99FB-C3F4AF1EC6FF}"/>
                  </a:ext>
                </a:extLst>
              </p14:cNvPr>
              <p14:cNvContentPartPr/>
              <p14:nvPr/>
            </p14:nvContentPartPr>
            <p14:xfrm>
              <a:off x="11342425" y="702985"/>
              <a:ext cx="456840" cy="4917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D370C35-338E-4A8E-99FB-C3F4AF1EC6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24425" y="685345"/>
                <a:ext cx="49248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902F9820-2F28-4F07-8EB1-C6C6F32EDF0A}"/>
                  </a:ext>
                </a:extLst>
              </p14:cNvPr>
              <p14:cNvContentPartPr/>
              <p14:nvPr/>
            </p14:nvContentPartPr>
            <p14:xfrm>
              <a:off x="6941785" y="1638985"/>
              <a:ext cx="312840" cy="267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902F9820-2F28-4F07-8EB1-C6C6F32EDF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4145" y="1620985"/>
                <a:ext cx="3484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407C8CFC-FF7E-47E0-9644-63C7050C79FE}"/>
                  </a:ext>
                </a:extLst>
              </p14:cNvPr>
              <p14:cNvContentPartPr/>
              <p14:nvPr/>
            </p14:nvContentPartPr>
            <p14:xfrm>
              <a:off x="1073065" y="283585"/>
              <a:ext cx="9770400" cy="92088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407C8CFC-FF7E-47E0-9644-63C7050C79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5065" y="265945"/>
                <a:ext cx="9806040" cy="9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94FF5FD1-AC5C-4C76-9137-9EE756397067}"/>
                  </a:ext>
                </a:extLst>
              </p14:cNvPr>
              <p14:cNvContentPartPr/>
              <p14:nvPr/>
            </p14:nvContentPartPr>
            <p14:xfrm>
              <a:off x="4079425" y="273865"/>
              <a:ext cx="6927480" cy="11174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94FF5FD1-AC5C-4C76-9137-9EE7563970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61785" y="237865"/>
                <a:ext cx="6963120" cy="11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99094F79-CD42-4B24-B96C-F828BECA740D}"/>
                  </a:ext>
                </a:extLst>
              </p14:cNvPr>
              <p14:cNvContentPartPr/>
              <p14:nvPr/>
            </p14:nvContentPartPr>
            <p14:xfrm>
              <a:off x="5263465" y="3517465"/>
              <a:ext cx="3493080" cy="2127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99094F79-CD42-4B24-B96C-F828BECA74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5465" y="3481825"/>
                <a:ext cx="35287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3EAF9283-3F3D-447B-BE06-5F5A7213ECC4}"/>
                  </a:ext>
                </a:extLst>
              </p14:cNvPr>
              <p14:cNvContentPartPr/>
              <p14:nvPr/>
            </p14:nvContentPartPr>
            <p14:xfrm>
              <a:off x="1197985" y="4528345"/>
              <a:ext cx="360" cy="3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3EAF9283-3F3D-447B-BE06-5F5A7213EC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80345" y="44927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04DC1F3E-C055-4239-968E-070E8D1FDFCD}"/>
                  </a:ext>
                </a:extLst>
              </p14:cNvPr>
              <p14:cNvContentPartPr/>
              <p14:nvPr/>
            </p14:nvContentPartPr>
            <p14:xfrm>
              <a:off x="1034185" y="495265"/>
              <a:ext cx="3177720" cy="9615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04DC1F3E-C055-4239-968E-070E8D1FDF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6185" y="459265"/>
                <a:ext cx="3213360" cy="10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66D5F510-2D8D-471C-88F4-A22471865F75}"/>
                  </a:ext>
                </a:extLst>
              </p14:cNvPr>
              <p14:cNvContentPartPr/>
              <p14:nvPr/>
            </p14:nvContentPartPr>
            <p14:xfrm>
              <a:off x="2052625" y="1645465"/>
              <a:ext cx="134280" cy="36684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66D5F510-2D8D-471C-88F4-A22471865F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34625" y="1609465"/>
                <a:ext cx="16992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13F55D1B-894A-4977-BAA5-83960346B93B}"/>
                  </a:ext>
                </a:extLst>
              </p14:cNvPr>
              <p14:cNvContentPartPr/>
              <p14:nvPr/>
            </p14:nvContentPartPr>
            <p14:xfrm>
              <a:off x="2299945" y="1674265"/>
              <a:ext cx="188640" cy="27180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13F55D1B-894A-4977-BAA5-83960346B93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82305" y="1638625"/>
                <a:ext cx="22428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2528FC88-A9F0-4616-91D8-0046E56A88C4}"/>
                  </a:ext>
                </a:extLst>
              </p14:cNvPr>
              <p14:cNvContentPartPr/>
              <p14:nvPr/>
            </p14:nvContentPartPr>
            <p14:xfrm>
              <a:off x="2434945" y="1676425"/>
              <a:ext cx="11880" cy="1296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2528FC88-A9F0-4616-91D8-0046E56A88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17305" y="1640425"/>
                <a:ext cx="475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CC09244B-226F-4B8F-83B2-A18B1C46F8BA}"/>
                  </a:ext>
                </a:extLst>
              </p14:cNvPr>
              <p14:cNvContentPartPr/>
              <p14:nvPr/>
            </p14:nvContentPartPr>
            <p14:xfrm>
              <a:off x="2574265" y="1539985"/>
              <a:ext cx="290520" cy="3794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CC09244B-226F-4B8F-83B2-A18B1C46F8B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56625" y="1503985"/>
                <a:ext cx="3261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3EC1A45-FF20-48C1-904E-532BAF036F3A}"/>
                  </a:ext>
                </a:extLst>
              </p14:cNvPr>
              <p14:cNvContentPartPr/>
              <p14:nvPr/>
            </p14:nvContentPartPr>
            <p14:xfrm>
              <a:off x="2808265" y="1694065"/>
              <a:ext cx="60120" cy="97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3EC1A45-FF20-48C1-904E-532BAF036F3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90625" y="1658425"/>
                <a:ext cx="957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9E1343A2-BF5A-4C37-A0B7-5E6CB5F05FAE}"/>
                  </a:ext>
                </a:extLst>
              </p14:cNvPr>
              <p14:cNvContentPartPr/>
              <p14:nvPr/>
            </p14:nvContentPartPr>
            <p14:xfrm>
              <a:off x="2608105" y="1583185"/>
              <a:ext cx="211680" cy="824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9E1343A2-BF5A-4C37-A0B7-5E6CB5F05F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90465" y="1547185"/>
                <a:ext cx="247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63EE739-7B0C-4297-A591-06DBECF511EE}"/>
                  </a:ext>
                </a:extLst>
              </p14:cNvPr>
              <p14:cNvContentPartPr/>
              <p14:nvPr/>
            </p14:nvContentPartPr>
            <p14:xfrm>
              <a:off x="7445425" y="3926785"/>
              <a:ext cx="23760" cy="4086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63EE739-7B0C-4297-A591-06DBECF511E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27785" y="3890785"/>
                <a:ext cx="5940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F6ADFE3-6D17-4CF9-AE69-921ED0AE10D8}"/>
                  </a:ext>
                </a:extLst>
              </p14:cNvPr>
              <p14:cNvContentPartPr/>
              <p14:nvPr/>
            </p14:nvContentPartPr>
            <p14:xfrm>
              <a:off x="7550905" y="3989065"/>
              <a:ext cx="1285560" cy="2458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F6ADFE3-6D17-4CF9-AE69-921ED0AE10D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33265" y="3953065"/>
                <a:ext cx="132120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9C398E4A-2E56-4AD3-83D2-B8762C224F41}"/>
                  </a:ext>
                </a:extLst>
              </p14:cNvPr>
              <p14:cNvContentPartPr/>
              <p14:nvPr/>
            </p14:nvContentPartPr>
            <p14:xfrm>
              <a:off x="7117105" y="427585"/>
              <a:ext cx="39240" cy="23796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9C398E4A-2E56-4AD3-83D2-B8762C224F4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99465" y="391585"/>
                <a:ext cx="748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76681786-5CB4-462A-AB7A-19415F564A2F}"/>
                  </a:ext>
                </a:extLst>
              </p14:cNvPr>
              <p14:cNvContentPartPr/>
              <p14:nvPr/>
            </p14:nvContentPartPr>
            <p14:xfrm>
              <a:off x="7222225" y="446305"/>
              <a:ext cx="136800" cy="22968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76681786-5CB4-462A-AB7A-19415F564A2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04225" y="410665"/>
                <a:ext cx="1724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3DE544C0-4D95-42C1-BFE2-AE804B1E15E1}"/>
                  </a:ext>
                </a:extLst>
              </p14:cNvPr>
              <p14:cNvContentPartPr/>
              <p14:nvPr/>
            </p14:nvContentPartPr>
            <p14:xfrm>
              <a:off x="7005865" y="3137665"/>
              <a:ext cx="27000" cy="21312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3DE544C0-4D95-42C1-BFE2-AE804B1E15E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88225" y="3102025"/>
                <a:ext cx="626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3EBBACA7-C473-4F04-ACAB-8555D467F4C0}"/>
                  </a:ext>
                </a:extLst>
              </p14:cNvPr>
              <p14:cNvContentPartPr/>
              <p14:nvPr/>
            </p14:nvContentPartPr>
            <p14:xfrm>
              <a:off x="7123585" y="3132985"/>
              <a:ext cx="119520" cy="21600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3EBBACA7-C473-4F04-ACAB-8555D467F4C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05945" y="3096985"/>
                <a:ext cx="1551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48F57649-D18D-43A4-B69F-9B46E63BA71F}"/>
                  </a:ext>
                </a:extLst>
              </p14:cNvPr>
              <p14:cNvContentPartPr/>
              <p14:nvPr/>
            </p14:nvContentPartPr>
            <p14:xfrm>
              <a:off x="504985" y="2121745"/>
              <a:ext cx="8608680" cy="433692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48F57649-D18D-43A4-B69F-9B46E63BA7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7345" y="2104105"/>
                <a:ext cx="8644320" cy="43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9" name="Cerneală 308">
                <a:extLst>
                  <a:ext uri="{FF2B5EF4-FFF2-40B4-BE49-F238E27FC236}">
                    <a16:creationId xmlns:a16="http://schemas.microsoft.com/office/drawing/2014/main" id="{0C5FD76F-C393-4029-BE8F-08B213A4A7A8}"/>
                  </a:ext>
                </a:extLst>
              </p14:cNvPr>
              <p14:cNvContentPartPr/>
              <p14:nvPr/>
            </p14:nvContentPartPr>
            <p14:xfrm>
              <a:off x="10183585" y="2583265"/>
              <a:ext cx="1407240" cy="2846880"/>
            </p14:xfrm>
          </p:contentPart>
        </mc:Choice>
        <mc:Fallback xmlns="">
          <p:pic>
            <p:nvPicPr>
              <p:cNvPr id="309" name="Cerneală 308">
                <a:extLst>
                  <a:ext uri="{FF2B5EF4-FFF2-40B4-BE49-F238E27FC236}">
                    <a16:creationId xmlns:a16="http://schemas.microsoft.com/office/drawing/2014/main" id="{0C5FD76F-C393-4029-BE8F-08B213A4A7A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65590" y="2565265"/>
                <a:ext cx="1442871" cy="28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64005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2537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D62FB60-CE0C-40E9-8ED2-03BAD687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37196"/>
            <a:ext cx="5781675" cy="4000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5F0E1782-D11C-4284-8206-7C4005EDD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1051586"/>
            <a:ext cx="5887265" cy="28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865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D62FB60-CE0C-40E9-8ED2-03BAD687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37196"/>
            <a:ext cx="5781675" cy="4000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62E24FE-4E17-4E3E-8D18-1781C5FA6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926" y="137196"/>
            <a:ext cx="2869778" cy="138174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F787A7FC-1181-472F-9413-2DF2AA2DA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5" y="1783098"/>
            <a:ext cx="5743403" cy="3902569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0F40209E-4B7B-4602-9D79-67FAB12D7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83098"/>
            <a:ext cx="5760657" cy="39249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D1AD92F7-8D09-428B-8CF9-29077C70BB8E}"/>
                  </a:ext>
                </a:extLst>
              </p14:cNvPr>
              <p14:cNvContentPartPr/>
              <p14:nvPr/>
            </p14:nvContentPartPr>
            <p14:xfrm>
              <a:off x="8468185" y="4408465"/>
              <a:ext cx="427320" cy="3909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D1AD92F7-8D09-428B-8CF9-29077C70BB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0185" y="4372825"/>
                <a:ext cx="462960" cy="4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03612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1F6ED07-9FFD-449C-8B44-B9B0DDC4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2" y="868708"/>
            <a:ext cx="4681917" cy="562689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21924D42-4A09-43AC-8135-DA643541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228635"/>
            <a:ext cx="3914775" cy="3619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1142349-3082-4753-81BC-DDF49B650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04" y="868708"/>
            <a:ext cx="5387476" cy="4663389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CAEF0194-A44C-48A9-BEE0-1FA46A88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6584" y="960147"/>
            <a:ext cx="822951" cy="570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615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ED91FF69-F886-4627-9FD4-93B867704A70}"/>
              </a:ext>
            </a:extLst>
          </p:cNvPr>
          <p:cNvSpPr/>
          <p:nvPr/>
        </p:nvSpPr>
        <p:spPr>
          <a:xfrm>
            <a:off x="883977" y="320074"/>
            <a:ext cx="1060692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Agend</a:t>
            </a:r>
            <a:r>
              <a:rPr kumimoji="0" lang="ro-RO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ă:</a:t>
            </a:r>
          </a:p>
          <a:p>
            <a:pPr lvl="2"/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indent="-457200">
              <a:buAutoNum type="arabicParenR"/>
            </a:pPr>
            <a:r>
              <a:rPr lang="ro-RO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Numărătoare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CTU, CTD, UD</a:t>
            </a:r>
            <a:r>
              <a:rPr lang="ro-RO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C;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Aplicații în numărarea de evenimente: Varianta 1; Varianta 2; Varianta 3;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Aplicații în determinarea indirectă a volumului de materie primă;</a:t>
            </a:r>
          </a:p>
          <a:p>
            <a:endParaRPr lang="ro-RO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ro-RO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2) Registre de deplasare  </a:t>
            </a:r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Noțiuni generale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Instrucțiuni de implementare a registrelor de deplasare în PLC: BSR, BSL</a:t>
            </a:r>
          </a:p>
          <a:p>
            <a:pPr lvl="2"/>
            <a:r>
              <a:rPr lang="ro-RO" sz="2000" b="1" dirty="0"/>
              <a:t> </a:t>
            </a:r>
          </a:p>
          <a:p>
            <a:r>
              <a:rPr lang="ro-RO" sz="2400" b="1" dirty="0">
                <a:solidFill>
                  <a:srgbClr val="0000FF"/>
                </a:solidFill>
              </a:rPr>
              <a:t>3) Stive   </a:t>
            </a:r>
            <a:endParaRPr lang="en-US" sz="2400" b="1" dirty="0">
              <a:solidFill>
                <a:srgbClr val="0000FF"/>
              </a:solidFill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ro-RO" sz="2000" b="1" dirty="0"/>
              <a:t>Noțiuni generale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ro-RO" sz="20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ro-RO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1225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– Noțiuni introductive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B7F510C-8837-4849-8090-CDD2E031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3063244"/>
            <a:ext cx="10601325" cy="14763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E1DC0D83-D75E-476B-A773-6E267C32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78" y="2338408"/>
            <a:ext cx="10410825" cy="4191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0C45AA7-796F-4F3C-B6A3-742BB6248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78" y="1698335"/>
            <a:ext cx="106203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882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– FIFO                                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9D8D9A97-2F8E-472E-881F-7A3D2EA8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685830"/>
            <a:ext cx="1188720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61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CEAE95CF-4337-4FFA-A2B0-43053FA7E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1673779" cy="4368603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BD24EEB3-5A4B-47B0-94E5-64F46907048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                        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1510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>
            <a:extLst>
              <a:ext uri="{FF2B5EF4-FFF2-40B4-BE49-F238E27FC236}">
                <a16:creationId xmlns:a16="http://schemas.microsoft.com/office/drawing/2014/main" id="{C4C406FA-9426-466C-BF42-205E2088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653488"/>
            <a:ext cx="10943218" cy="6005319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3EC0C0BA-763B-48A7-A2FB-AB4904A7AF2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9128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4B651351-B2C4-43DF-868D-15A0D4E3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1417342"/>
            <a:ext cx="4459608" cy="2359913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7F658F5B-B43C-494B-887F-B97D65738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1" y="1417342"/>
            <a:ext cx="4572000" cy="2324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3873E90E-A8E8-412B-BC49-59B435FB4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94" y="4069073"/>
            <a:ext cx="9963150" cy="1419225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009557DC-4C2A-4B9C-B1F7-0C39C3BE247D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69102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>
            <a:extLst>
              <a:ext uri="{FF2B5EF4-FFF2-40B4-BE49-F238E27FC236}">
                <a16:creationId xmlns:a16="http://schemas.microsoft.com/office/drawing/2014/main" id="{BDC2921A-74D2-467C-9F89-7774DA4A7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3154683"/>
            <a:ext cx="11765218" cy="3461441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612FDAB-A1FD-4566-B113-C947F5519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24" y="685830"/>
            <a:ext cx="4572000" cy="232410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4C363691-9283-4251-9031-5A5483D5A61A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66007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C5A50DC3-12B3-47B3-8682-B05FD8C1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11308023" cy="5510154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10C15CBB-0329-4296-B85D-CB5F8E0C42F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5074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42C50221-A4DA-4FF8-BA92-47EC4622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246122"/>
            <a:ext cx="10084025" cy="360372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DB3B8CD8-800F-4C29-950E-053C67ED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594391"/>
            <a:ext cx="7782856" cy="2566888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79875FA6-68D1-4D61-9BC0-B912BB0FC8BB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43414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AF5CB0FB-AD91-4FDD-8EB5-CF29C8BE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868708"/>
            <a:ext cx="11972925" cy="3390900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6FAF0B56-3FA1-483D-916B-CE134CF83095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4195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D15F7B7A-45D2-4BBE-BF0E-F9A552F5F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55" y="685830"/>
            <a:ext cx="9460183" cy="426755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16B52E2C-2E09-4932-8329-658CD3356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55" y="5166341"/>
            <a:ext cx="10485072" cy="1430548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B14E91EE-8AB3-44CB-9D32-A6AA6683CA8D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LIFO, implementate în PLC (cazul automatelor Allen Bradley ) – instrucțiunea LFL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059150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5203</TotalTime>
  <Words>1629</Words>
  <Application>Microsoft Office PowerPoint</Application>
  <PresentationFormat>Ecran lat</PresentationFormat>
  <Paragraphs>184</Paragraphs>
  <Slides>77</Slides>
  <Notes>0</Notes>
  <HiddenSlides>0</HiddenSlides>
  <MMClips>0</MMClips>
  <ScaleCrop>false</ScaleCrop>
  <HeadingPairs>
    <vt:vector size="8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Servere OLE încorporate</vt:lpstr>
      </vt:variant>
      <vt:variant>
        <vt:i4>1</vt:i4>
      </vt:variant>
      <vt:variant>
        <vt:lpstr>Titluri diapozitive</vt:lpstr>
      </vt:variant>
      <vt:variant>
        <vt:i4>77</vt:i4>
      </vt:variant>
    </vt:vector>
  </HeadingPairs>
  <TitlesOfParts>
    <vt:vector size="85" baseType="lpstr">
      <vt:lpstr>Arial</vt:lpstr>
      <vt:lpstr>Calibri</vt:lpstr>
      <vt:lpstr>Calibri Light</vt:lpstr>
      <vt:lpstr>Tahoma</vt:lpstr>
      <vt:lpstr>Times New Roman</vt:lpstr>
      <vt:lpstr>Wingdings</vt:lpstr>
      <vt:lpstr>Temă Office</vt:lpstr>
      <vt:lpstr>Bitmap Image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307</cp:revision>
  <dcterms:created xsi:type="dcterms:W3CDTF">2020-09-24T15:20:51Z</dcterms:created>
  <dcterms:modified xsi:type="dcterms:W3CDTF">2025-11-03T07:57:37Z</dcterms:modified>
</cp:coreProperties>
</file>