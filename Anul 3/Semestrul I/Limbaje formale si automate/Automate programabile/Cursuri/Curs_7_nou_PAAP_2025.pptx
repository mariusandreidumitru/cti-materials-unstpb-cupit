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80" r:id="rId2"/>
    <p:sldId id="383" r:id="rId3"/>
    <p:sldId id="528" r:id="rId4"/>
    <p:sldId id="518" r:id="rId5"/>
    <p:sldId id="347" r:id="rId6"/>
    <p:sldId id="348" r:id="rId7"/>
    <p:sldId id="537" r:id="rId8"/>
    <p:sldId id="536" r:id="rId9"/>
    <p:sldId id="304" r:id="rId10"/>
    <p:sldId id="400" r:id="rId11"/>
    <p:sldId id="305" r:id="rId12"/>
    <p:sldId id="307" r:id="rId13"/>
    <p:sldId id="308" r:id="rId14"/>
    <p:sldId id="306" r:id="rId15"/>
    <p:sldId id="548" r:id="rId16"/>
    <p:sldId id="350" r:id="rId17"/>
    <p:sldId id="539" r:id="rId18"/>
    <p:sldId id="540" r:id="rId19"/>
    <p:sldId id="316" r:id="rId20"/>
    <p:sldId id="323" r:id="rId21"/>
    <p:sldId id="351" r:id="rId22"/>
    <p:sldId id="324" r:id="rId23"/>
    <p:sldId id="325" r:id="rId24"/>
    <p:sldId id="549" r:id="rId25"/>
    <p:sldId id="328" r:id="rId26"/>
    <p:sldId id="550" r:id="rId27"/>
    <p:sldId id="542" r:id="rId28"/>
    <p:sldId id="547" r:id="rId29"/>
    <p:sldId id="545" r:id="rId30"/>
    <p:sldId id="546" r:id="rId31"/>
    <p:sldId id="333" r:id="rId32"/>
    <p:sldId id="334" r:id="rId33"/>
    <p:sldId id="336" r:id="rId34"/>
    <p:sldId id="337" r:id="rId35"/>
    <p:sldId id="338" r:id="rId36"/>
    <p:sldId id="335" r:id="rId37"/>
    <p:sldId id="405" r:id="rId38"/>
    <p:sldId id="320" r:id="rId39"/>
    <p:sldId id="322" r:id="rId40"/>
    <p:sldId id="552" r:id="rId41"/>
    <p:sldId id="553" r:id="rId42"/>
    <p:sldId id="326" r:id="rId43"/>
    <p:sldId id="554" r:id="rId44"/>
    <p:sldId id="555" r:id="rId45"/>
    <p:sldId id="339" r:id="rId46"/>
    <p:sldId id="340" r:id="rId47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0:45.2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237 1531,'0'0</inkml:trace>
  <inkml:trace contextRef="#ctx0" brushRef="#br0" timeOffset="2205.862">587 1153,'0'0,"1"0,-1 0,0 0,0 1,0-1,1 0,-1 1,0-1,0 0,1 0,-1 1,0-1,0 0,1 0,-1 1,0-1,1 0,-1 0,0 0,1 0,-1 0,1 0,-1 1,0-1,1 0,-1 0,0 0,1 0,-1 0,1 0,-1 0,0-1,1 1,-1 0,0 0,1 0,-1 0,0 0,1-1,-1 1,0 0,1 0,-1 0,0-1,0 1,1 0,-1 0,0-1,0 1,1 0,-1-1,0 1,0 0,0 0,0 0,1 0,-1-1,0 1,0-1,0 1,0 0,0-1,0 1,0 0,0-1,-1-26,-3 16,0 0,-1-1,1 2,-2-1,-1 0,0 2,0-1,-1 0,1 1,-2 0,0 1,0-1,0 2,-1 0,-1-1,0 3,1-2,-12-3,17 8,1 0,-1 0,-1 0,1 0,-1 1,1 1,-1-1,1 0,0 1,-1 0,0 0,1 0,-1 1,0 0,2-1,-2 1,1 1,-1 0,1 0,0 0,0 1,0-1,1 1,-1 0,1 0,-1 0,1 1,-2 1,-6 13,-1 0,2 1,0 1,2 0,0 0,1 0,1 1,2 1,0-2,1 2,1 0,1 0,0-1,2 2,1-1,3 13,-3-7,1 0,1-1,2 1,-1-1,3 0,2 1,0-2,1 0,2-1,1 1,1-1,-10-19,1 0,0 0,0 0,1-1,0 0,-1 1,1-2,1 1,-1-1,1 0,0-1,-1 1,2-1,-1 0,1-1,-1 1,0-3,1 2,0-1,0 0,0 0,-1-1,1 0,0-1,0 0,0 0,-1 0,1 0,-1-2,1 1,2-2,6-5,1-2,-2 0,0 0,-1-2,1 0,-1 0,-2-1,0-1,0 0,-2 0,1-1,-2-1,0 0,-1 1,-1-2,-1 1,4-16,-2-1,-11 43,1 0,1 0,-1 0,2 1,-1-1,1 1,1-2,0 2,0-1,1 1,1-2,-1 1,1 0,1 0,-1 0,1-1,1 0,0 0,0 0,1-1,0 1,0-1,0 0,8 4,-6-5,0-1,1 0,1-2,-1 1,0 0,1-1,0 0,0-2,-1 1,1-1,1 0,-1 0,-1-1,2-1,-1 1,0-2,-1 1,2-1,-1 0,-1-1,0-1,2 0,-7 2,-1 0,1 0,-1-1,0 0,0 0,-1 0,1 1,0-1,0-1,-1 1,0-1,0 1,0 0,0-1,-1 0,1 0,-1 1,0-1,0-1,0 1,-1 1,0-1,1-1,-1 1,-1 1,1-1,-1-1,0 1,0 1,0-1,0 0,-1 0,1 0,-1 1,0-1,0 1,-1-1,1 1,-1 0,-2-2,1-2,-2 1,0 0,0 0,-1 0,0 1,2-1,-3 2,1 0,-1-1,0 1,1 2,-1-2,0 1,0 1,-1-1,2 2,-2 0,0 0,0 0,2 1,-2 0,0 0,0 1,1 0,0 0,-1 1,1 0,0 1,0 0,0 0,0 0,-3 3,-10 18,20-24,1 1,0 0,0-1,0 1,0-1,0 0,-1 0,1 1,0 0,0-1,1 1,-1-1,0 1,0 0,0-1,0 1,0-1,1 1,-1-1,0 1,0-1,1 1,-1-1,0 1,1-1,-1 1,1-1,-1 1,0-1,1 0,-1 1,1-1,-1 0,1 1,-1-1,1 0,0 0,-1 1,1-1,-1 0,1 0,-1 0,1 0,0 0,-1 0,0 0,0 0,1 0,0 0,-1 0,1 0,-1-1,1 1,17-1,0-1,0-1,-1 0,1-1,-1 0,0-2,0-1,9-4,-3 2,38-15,-33 11,0 2,2 1,-1 1,1 1,0 2,17-2,-42 8,-1 0,0 0,0 0,0 0,0 1,0 0,0 0,0 0,1 0,-1 1,-1-1,1 0,-1 1,1 0,-1 1,1-1,-1 1,1-1,-1 0,0 1,0 1,-1-1,1 0,-1 1,0-2,0 2,0 0,-1 0,1-1,-1 1,1 0,16 64,-17-57,2 1,-1-2,0 1,2 0,0 0,1-1,0 0,0 0,3 1,-7-9,-1-1,1 0,1 1,-1-1,0 0,0 0,-1 0,2 1,-1-1,0-1,1 1,-1 0,1-1,-1 1,1-1,-1 1,1-1,0 1,-1-1,1 0,0 0,-1 0,1 0,0 0,-1 0,1 0,0 0,-1 0,1-1,-1 1,1-1,-1 1,0-1,1 1,-1-1,1 1,-1-1,0 0,1 0,-1-1,1 1,42-54,-31 29,-2-2,0 0,-2 0,-1 0,-2-2,1-10,-3 22,-1 3,-4 29,-2 14,-2-8,2-1,0 1,1 0,2-1,0 1,0 1,2-1,1-1,0 0,2 1,0-1,2 0,0 0,3 4,-5-16,1 0,0-1,0 0,1 0,-1 0,1-1,1-1,-1 1,1 0,-1-1,1-1,1 1,-1-1,1 0,-1-1,0 0,1 0,0-2,-1 1,9-1,29 2</inkml:trace>
  <inkml:trace contextRef="#ctx0" brushRef="#br0" timeOffset="2917.035">1969 1317,'62'102,"67"84,-128-185,-1 1,1-1,-1 0,1 1,0-1,-1 0,1 1,0-1,0-1,0 1,0 0,0 0,0 0,0 0,0 0,0 0,-1 0,1 0,1-1,-1 1,0 0,1-1,-1 1,0-1,1 0,-1 1,1-1,-1 0,1 0,-1 0,1 0,-1 0,0 0,1 0,-1-1,1 1,-1 0,1-1,0-4,1-1,-1 1,-1-1,1 1,-1-1,1 0,-1 1,-1-1,1 0,-1 1,0-1,-1-3,1-6,2-206,6 185,-8 35,0 0,0 1,1-1,-1 0,0 1,0-1,1 0,-1 1,0-1,1 1,-1-1,0 1,1-1,-1 0,1 1,-1 0,1-1,-1 1,1 0,-1 0,1 0,0-1,-1 1,1 0,-1 0,1-1,0 1,-1 0,1 0,0 0,-1 0,1 0,0 0,0 0,-1 0,1 0,0 0,-1 0,1 0,-1 1,1-1,0 0,-1 0,0 1,1-1,-1 0,1 0,-1 0,1 1,10 9</inkml:trace>
  <inkml:trace contextRef="#ctx0" brushRef="#br0" timeOffset="4102.561">2438 1618,'19'-8,"0"-1,-1-1,1 0,-3-2,2 0,-2-1,0 0,-2-1,1-2,0 1,-3-1,1 0,-1-2,-7 10,-1 0,1 0,-1-1,0 0,0 0,-1 0,-1 0,0 0,0 0,0-5,-2 12,0-1,0-1,0 1,0 0,-1 1,1-2,-1 1,0 0,0 0,0 0,0 0,0 0,-1 1,1-1,-1 0,0 1,0-1,0 1,0-1,-1 1,1 0,-1 0,1 0,0 1,-1-1,1 0,-1 1,0-1,0 1,-1 0,1 0,-2-1,1 1,0 0,1 1,-1-1,0 1,-1-1,1 1,0 0,0 1,0-1,0 1,0 0,1 0,-1 0,0 0,0 1,0 0,1-1,-1 1,1 1,-1-2,1 1,0 1,1 0,-1 0,0 0,0-1,1 1,-2 2,0 2,-1-1,1 1,1-1,-1 1,3 0,-2 0,1 0,0 0,0 1,1-1,0 1,0-1,1 1,0 3,1-2,0-1,1 1,0-1,1 0,0 0,-1 0,2 0,0 0,0-1,1 1,0-1,0-1,1 1,-1-1,1 1,0-1,1-1,0 1,1-1,-2-1,2 1,0-1,0 0,0-1,0 0,0 0,1 0,0-1,-2 0,2-1,0 0,0 0,0-1,0 0,0-1,0 0,0 0,5-3,-6 1,-1 0,1 0,-2 0,1-2,0 1,-1-1,1 1,-1-2,-1 1,0 0,1-2,-1 1,-1 0,1 0,-1 0,0-2,1-3,43-127,-34 77,-7 118,-8-43,2 0,0-1,1 1,-1-1,2 0,1 1,0-1,1-1,0 1,1 0,0-2,1 1,0-1,1 1,1-1,0-1,7 7,-13-15,0 0,0-1,0 1,0-1,0 1,0-1,0 0,0 0,0-1,1 1,-1-1,1 1,-1-1,0 0,1 0,-1-1,1 1,-1-1,-1 0,2 0,-1 0,0 0,0 0,1-1,-1 1,0-1,-1 0,1 0,0 1,0-1,-1-1,2-2,5-3,-1-2,0 0,0 0,-2 0,1 0,-1-2,0 1,0-1,2-8,-2-1,0 1,-1 0,0-1,-2 0,-1-1,0-4,-13 89,9-56,1-1,0 1,1 0,0-1,0 1,0-1,0 1,1 0,1-2,-1 2,1 0,0-1,1 0,-1 0,1 0,0 0,1-1,-1 1,1 0,0-1,1 0,-1 0,1-1,4 3,0-2,3-1,-1-1,-1 0,2 0,-1-1,1 0,-1-1,1-1,0 1,-2-2,2 0,0 0,-1-1,0 0,1-1,-1-1,-1 1,1-1,0-1,-1 0,0 0,0-1,0 0,-2-1,1-1,0 1,0-1,-1-1,5-3,-1-2,-1 0,-1 0,0 0,-1-1,0-1,-2 1,0-1,0-1,-1 1,-1-1,-1 0,-1 0,0-12,1-17,-2 0,-2 1,-2-1,-3 0,0-1,-6-23,-3 2,-3 0,-18-46,25 92,10 22,0 1,0-1,0 0,0 1,0-1,0 0,0 0,-1 1,1-1,0 0,0 1,0-1,0 0,0 0,-1 1,1-1,0 0,0 0,0 0,-1 0,1 0,0 0,0 0,-1 0,1 1,0-1,0 0,-1 0,1 0,0 0,0 0,-1 0,1 0,0 0,-1 0,1 0,0 0,-1 0,1 0,0 0,0 0,-1 0,1 0,0 0,-1 0,1 0,0 0,0 0,-1 0,1-1,0 1,0 0,-1 0,-1 32,2-1,1 0,2 0,5 24,-4-21,28 202,19 38,-1-117,-46-148,0-1,1 1,0-1,0 0,1-1,-1 1,1-1,1 0,0 0,1-1,-1 0,0 0,1-1,1 0,-1 0,4 0,-8-3,1-1,0 1,0-1,0 0,0-1,-1 1,1-1,0 0,0 0,0-1,0 1,0-1,0 0,-1 0,1-1,-1 0,1 1,0-1,-1 0,1 0,-1-1,-1 0,1 0,0 1,0-2,-1 1,2-3,8-7,-3 0,1-1,0 0,-2-1,-1 0,8-16,21-56,-37 87,0 0,0 0,0 0,1 0,-1 1,0-1,0 0,0 0,0 0,0 0,1 0,-1 0,0 1,0-1,0 0,1 0,-1 0,0 0,0 0,0 0,1 0,-1 0,0 0,0 0,0 0,0 0,1 0,-1 0,0 0,0 0,0 0,1 0,-1 0,0 0,0 0,0-1,1 1,-1 0,0 0,0 0,0 0,0 0,0 0,1-1,-1 1,0 0,0 0,0 0,0 0,0-1,0 1,0 0,0 0,2 21,-2-19,0 36,-1-24,0 0,2 0,0 0,0 1,1-1,1 0,0-1,3 8,-4-17,0-2,-1 1,1 0,0 0,0 0,1-1,-1 0,1 1,-1-1,1 0,0 0,-1 1,1-2,0 1,0-1,0 0,0 1,1-1,-1 0,1 0,-1 0,1 0,-1-1,0 0,0 1,1-1,-1-1,1 1,0 0,-1-1,3 0,22-5</inkml:trace>
  <inkml:trace contextRef="#ctx0" brushRef="#br0" timeOffset="4347.156">4209 1165,'-11'-7,"-7"-5,2-2</inkml:trace>
  <inkml:trace contextRef="#ctx0" brushRef="#br0" timeOffset="4515.706">3623 951,'9'0,"18"-2,23-4,22-1,19-3,12 1,1 1,-16 3</inkml:trace>
  <inkml:trace contextRef="#ctx0" brushRef="#br0" timeOffset="4719.24">4574 1253,'-5'20,"-1"12,0 10,2 3,1 1,1-2,3-6,4-6,5-9,3-8,3-14,-4-6</inkml:trace>
  <inkml:trace contextRef="#ctx0" brushRef="#br0" timeOffset="4882.322">4495 976,'-13'-5,"-2"3,3 1,4 2</inkml:trace>
  <inkml:trace contextRef="#ctx0" brushRef="#br0" timeOffset="11270.327">13443 1140,'38'-72,"-14"29,-3-1,0 0,7-36,-16 39,-3-2,-1 1,-2-1,-3-1,-1 2,-2-2,-3-11,2 46,1 1,-2-1,1 1,-2-1,1 2,-1-2,0 2,-1-1,0 0,3 6,1 1,0 0,-1 0,0-1,0 1,0 0,0 0,0 0,0 0,0 1,0-1,-1 0,1 0,0 1,-1 0,1-1,0 1,-1 0,1-1,0 1,-1 0,1-1,-1 1,1 0,-1 0,1 0,-1 1,1-1,0 0,-1 0,1 1,0-1,0 1,0-1,-1 0,1 1,0-1,0 1,0 0,-1 0,1 0,0 0,0 0,0 0,0 0,0 1,-43 55,28-26,2 0,1 0,2 1,1 0,2 1,0 0,-1 28,7-49,2 0,-1 0,1 0,0 0,1 0,-1 0,2 0,1 0,0-1,1 0,0 1,0-1,2 0,-1 0,1-1,0 1,1-1,1-1,0 1,0-2,2 4,8-1,0-1,0 1,1-2,0-1,0-1,2 0,-2-2,2 1,-1-2,1-1,0 0,0-3,0 1,-1-1,2-1,-2-1,19-5,-29 7,1-1,-2-1,1 0,0-1,0 1,-1-1,0-1,1 0,-1 0,0-1,-1 0,0-1,1 1,-1-2,-2 1,2-1,-1 0,0 0,-1-1,0 0,-1 0,0 0,0-1,-1 0,0 0,2-5,-6 12,1 1,-1 0,0 0,1-1,-1 0,0 1,0-1,0 1,0-1,-1 0,1 1,0-1,-1 1,1 0,-1 0,0-1,1 1,-1-1,0 1,0 0,0-1,0 1,0 0,0 0,0-1,0 1,0 1,-1-1,1 0,0 1,-1-1,1 0,-1 0,1 1,-1-1,1 1,-1 0,2-1,-2 1,-62 6,55-3,-1 1,1 1,-1 0,1-1,1 2,-1 0,0-1,1 2,1-1,0 2,-1 0,1-1,1 2,0-2,1 2,0 0,0 0,-3 6,7-12,0 0,1 0,-1 1,1-1,-1 0,1 0,0 0,0 0,1 1,-1-1,1 0,-1 0,1 0,0 0,1 1,-1-2,0 1,1 0,0 0,-1 0,1-1,0 0,1 1,-1-1,0 1,0-1,0 0,1 0,0 0,0-1,0 0,0 1,0-1,0 1,0-1,3 1,5 1,1 1,0-3,0 1,0 0,0-1,0-1,0 0,1 0,-2-2,1 1,1-2,-1 2,-1-3,1 1,-1-2,0 1,0-1,0-1,-1 1,0-2,0 0,0 0,-1-1,0 1,-1-2,1 1,-1-2,-2 1,1-1,0 0,2-5,-7 12,0-1,-1 1,0 0,1-1,-1 0,0 1,-1 0,1-1,-1 0,0 0,0 0,0 2,0-2,0 0,-1 0,0 1,0-1,0 1,0-1,0 0,-1 2,0-2,0 1,0 0,0 0,0 0,-1 0,1 1,-2-2,2 4,0 0,0 0,-1 1,1-1,1 1,-1-1,0 1,0 0,0 0,0 0,0 0,0 0,1 0,-1-1,0 2,1-1,-1 0,1 1,-1 0,1-1,-1 1,1 0,0 0,0 0,0-1,0 1,0 0,1 0,-1 0,1 0,-1 0,1 0,0 1,-1 2,-1 0,1-1,0 0,0 1,1 0,-1-1,1 0,0 1,0 0,1-1,-1 1,1-1,0 1,0-1,1 1,-1-1,0 1,1-2,1 1,-1 1,1-1,-1-1,1 0,1 1,-1 0,0-1,1-1,0 2,-1-1,0-1,1 1,1-1,83 21,-40-17</inkml:trace>
  <inkml:trace contextRef="#ctx0" brushRef="#br0" timeOffset="12480.874">16555 1177,'54'-124,"19"-78,-28 85,-44 115,0 1,0-1,0 0,0 1,0-1,0 1,0 0,0 0,1 0,-1 0,1 0,-1 0,1 0,-1 0,1 0,-1 0,1 1,0-1,0 0,-1 1,1 0,0-1,0 1,-1 0,0 0,1 0,0 0,0 0,0 0,-1 1,1-1,0 0,0 1,-1 0,1-1,0 1,-1 0,1 0,-1 0,1 0,-1 0,1 0,-1 0,0 0,1 0,-1 0,8 10,0-2,0 2,0-1,-2 1,1 1,-1-1,-1 1,0 0,0 1,-3-1,2 1,-2 0,0 0,0 1,-1 6,-2-15,1 0,-1 0,-1-1,1 1,-1 1,0-2,0 1,-1 0,1 0,-1-2,0 2,0 0,-1-1,1 0,0 0,-2 0,1 1,0-3,-1 2,1 0,-1-1,0 0,-1 0,1 0,1-1,-2 1,1-1,-1 0,0 0,0-1,0 0,0 1,1-1,-1 0,0-1,0 1,-1-1,1 0,0-1,0 1,0-1,4 1,0 0,0 0,0 0,1 0,-1 0,0 0,0 0,0 0,1 0,-1 0,0-1,0 1,1 0,-1 0,0-1,1 1,-1-1,0 1,1-1,-1 1,0-1,1 1,-1 0,1 0,-1-1,1 0,-1 1,1-1,0 0,-1 1,1-1,0 0,-1 1,1-1,0 0,0 0,0 0,0 1,0-1,0 0,0 0,0 1,0-1,0 0,0 0,0 0,0 1,1 0,-1-1,0 0,1 1,-1-1,0 0,1 0,33-28,58-20,-67 38,0-1,0-1,-2-2,0 0,-1-2,16-15,-34 30,0-2,0 0,0 0,-1 1,0-1,0 0,0-1,-1 1,1 0,-1-1,0 0,0 1,0-1,-1 0,0 0,0 1,0-2,0 1,-1 1,0-2,0 1,-1 1,0-5,0 8,-1-1,0 1,0-1,0 1,0 0,-1 0,1 0,0 0,0 0,-1 1,2-1,-1 0,-1 1,1-1,-1 1,1 0,-1 0,1 0,-1 0,1 0,0 1,-1-1,1 1,-1 0,1-1,0 1,0 0,0 0,0 0,0 0,0 0,0 1,0-1,0 1,0-1,1 1,-1 0,1 0,-1 0,1 0,0-1,-1 2,-2 2,1 1,0-1,1 1,-1 0,1-1,-1 1,2 0,-1 0,1 1,0-2,0 2,1 0,-1-2,2 2,-1-1,1 0,0 1,0-2,1 2,-1-1,2-1,-1 1,1 0,-1-1,1 1,0 0,1-2,0 2,0-1,0-1,1 1,0-1,3 3,0 0,0-1,0-1,0 0,0 1,1-2,0 0,1 0,-2-1,2 0,-1-1,1 0,-1 0,1-1,0 0,0 0,0-1,0 0,0-1,0 0,-1-1,1 0,-1 0,1-1,-1 0,0-1,0 0,0 0,-1-1,7-4,-6 0,-1-1,0 0,-1 0,0-1,0 0,-1 0,-2-1,1 0,0 0,-1 1,-1-2,0 1,-1-1,0 1,-1-1,-1 0,0 1,7 144,-6-125,1-1,0 1,-1-2,2 2,-1-1,2 0,-1 0,1 0,-1-1,2 0,-1 1,1-2,-1 1,0 0,2 0,-1-2,1 1,0 0,0 0,-1-2,1 1,0 0,1 0,0-1,-1 0,0 0,1-1,0 0,0-1,0 0,0 0,-1 0,1 0,0 0,0-1,0 0,-1-1,6-2,-3-1,0 0,-1-2,-1 0,1 1,0-1,-1 0,0-1,-2 0,1-1,0 2,-1-3,0 2,0-2,-1 1,-1-1,0 1,0 0,-1-1,0 0,-1 0,0 0,0 0,-1 0,-1 0,1-1,-3-6,-10-10,12 27,1-1,-1 1,0 0,1 0,-1 0,0 0,0 0,1 0,-1 0,0 0,0 0,1 0,-1 0,0 0,0 0,1 1,-1-1,0 0,1 1,-1-1,0 0,1 1,-1-1,1 1,-1-1,0 1,1-1,-1 1,1-1,0 1,-1 0,1-1,-1 1,1 0,0-1,0 0,-1 1,1-1,0 1,0 0,0 0,-4 6,0-1,1 1,1 0,0 0,0 1,0-2,0 2,1-1,0 1,1 0,-1-1,2 1,-1-1,1 0,0 0,1 1,0-1,0 0,0 1,0-2,1 2,1-2,0 1,0-1,0 0,1 0,0 0,0 0,0-1,0 0,1 0,6 4,0-4,-1 1,1-1,0-2,0 1,0 0,1-1,-1-1,1 0,0-1,-1-1,4 0,34-2</inkml:trace>
  <inkml:trace contextRef="#ctx0" brushRef="#br0" timeOffset="13473.195">18352 559,'-7'-2,"-1"1,-1-1,1 1,0 0,0 0,-1 1,1 0,-1 0,1 1,0 0,0 1,-1-1,1 1,1 1,-1 0,0 0,0 1,0-1,2 1,-1 1,0 0,0-1,1 2,0 0,0-1,1 1,-1 1,-2 3,7-7,-1 0,1-2,0 2,0 0,0 1,1-1,-1 0,1-1,0 1,-1 0,1 0,1 1,-1-2,0 1,1 0,0 0,-1 0,1 0,0-1,1 1,-1 0,0 0,1-1,0 1,0-1,-1 0,2 1,0 0,71 51,34-3,-72-36,0 1,-2 3,0 0,9 8,-40-26,-1 1,1-1,0 1,-1-1,1 0,-1 1,0 0,1 0,-1 0,0 0,-1 0,1 0,-1 0,1 0,0 1,-1 0,0-1,1 1,-1 0,0-1,-1 1,1 0,0 0,-1 0,0-1,0 1,1 0,-2 0,1 0,0 0,-1-1,1 0,-1 1,0 0,0 0,-7 3,0 0,0 0,-1-1,0 0,0 0,0 0,-1-2,0 0,1 0,-2 0,1-1,0 0,-7-1,12 0,-1 1,0 0,0-1,0 0,0 0,0-1,0 1,-1-2,1 1,1 0,-2-1,1 0,0-1,0 0,0 0,-2 0,7 0,-1-1,1 1,-1-1,1 1,0 0,0 0,0-1,1 0,-1 0,0 1,1-1,0 1,0-1,0 0,0 1,0-1,0 0,1 1,-1-1,1 1,0-1,0 0,0 1,0-1,0 2,1-2,-1 1,1-1,0 1,-2 0,2 0,0 0,0 1,2-2,22-26,0 1,2 2,0-1,3 4,0-1,1 3,1 1,21-10,-45 26,2-3,-1 2,1-1,0 1,0 0,1 1,-1 1,1-1,0 2,-1-1,13 1,-22 2,1 0,-1 0,0 1,1 0,-1-1,1 1,-1 0,0 0,1 1,-1-1,0 0,0 1,0-1,0 1,0 0,0-1,0 0,0 1,-1 1,1-1,-1 0,0 0,0 0,0 1,0-2,0 2,0-1,-1 1,1-1,0 2,6 76,-7-74,-2 38,6 58,-3-100,-1 0,1 0,0 1,0-1,0 0,0 0,0 0,0-1,1 1,-1 0,1 0,-1 0,1 0,0 0,0-1,0 1,-1-1,1 0,0 0,0 0,0 0,0 0,1 0,-1-1,0 1,1 0,-1-1,1 1,-1-1,0 0,1 0,-1 0,1 0,-2-1,2 1,1-1,82-33,-65 20,-1-2,-1 0,0-1,-1-1,-1-1,0 0,-3-1,1 0,-2-2,11-21,-14 19,-10 24,0 0,0 0,0 0,-1 0,1 0,0 0,0 0,0 0,0 0,0 0,0 0,-1 0,1-1,0 1,0 0,0 0,0 0,0 0,0 0,-11 18,6-5,-1 0,2 1,0-1,0 1,3-1,-3 15,4-24,-1 0,1 1,0 0,1-2,-1 2,1-1,0 0,0 1,0-1,0 0,0 0,1 0,0 0,0 0,1 0,-1-1,1 1,0 0,0-1,0 0,0 0,1 0,0 0,-1 0,12 2,-1 0,1 0,0-1,0-2,0 1,1-1,-1-1,0 0,0-1,1-1,0 0,-1-1,0-1,0 0,0-1,2-2,5 2,-1-3,1 0,-1-1,0-1,-1-1,0 0,-1-2,0 0,-1-1,0-1,-2 0,1-2,-2 0,0-1,0 0,-3 0,1-1,-1-1,-2-1,0 0,0 0,-2 0,-1-1,3-22,0 0,-3 0,-2-2,-2 1,-2 1,-2-2,-6-34,6 64,0 0,-1 0,0 1,-2-1,0 0,0 0,-2 1,1 0,-1 1,-2 0,1-1,-2 1,-3-5,9 15,1 1,-1 0,1-1,-1 1,0 0,0 0,0 0,0 1,0 0,0-1,0 1,0 0,-1 0,1 0,-1 0,1 1,-1-1,1 1,-1 0,1 0,-1 0,2 1,-2-1,0 1,1 0,0 0,-1 0,1 0,0 0,-1 0,-4 4,0 0,0 0,0 0,1 1,1 1,-1-2,0 2,1 0,0 0,-4 7,-8 18,0 0,3 1,1 1,1 0,3 1,0 1,2-1,2 1,2 0,1 1,0-2,1-1,2 1,2 0,1 0,1-1,2 0,5 8,-7-25,2-1,0 1,0-1,2-1,0 1,2-1,-1-1,1 1,1-1,1-1,-1-1,2 0,1 1,-1-2,7 3,-1-2,1-2,0-1,2 0,-2-2,3 1,-2-2,1-1,0-1,0-1,2 0,-2-2,0-1,1 0,-1-2,5-1,52-9</inkml:trace>
  <inkml:trace contextRef="#ctx0" brushRef="#br0" timeOffset="7299.286">6266 1606,'12'-141,"-7"105,-2 0,-1 0,-2 0,-3-25,2 51,0-1,0 1,-1 0,-1 0,1 0,-2-1,0 2,0-1,-1 1,1 0,-1-1,-1 2,-1-1,0 1,0 0,-5-5,11 12,0 0,0 1,-1-1,1 0,0 1,-1-1,1 1,-1-1,1 1,-1 0,1 0,-1 0,1 0,-1 0,1 0,-1 0,1 0,-1 0,1 0,0 1,0-1,0 1,-1-1,1 1,0 0,-1-1,1 1,0 0,0 0,0 0,0 0,-1 0,1 0,1 0,-1 0,0 0,0 0,0 0,1 1,-1-1,0 0,1 1,-2 0,1 1,0 0,0-2,0 2,0 0,0 0,1 0,-1 0,1-1,0 1,0 0,0 0,0 0,1 0,-1-2,1 2,-1 0,1 0,0 0,0 0,1-1,3 3,0-1,1-1,-1 1,0-2,1 1,0 0,0-1,0 1,1-1,-2-1,2 0,-1 0,1 0,-1-1,1 0,-2 0,2 0,1-1,4 2,188 4,-195-4,0 0,-1 0,1 0,-1 0,1 1,-1 0,0-2,0 3,0-1,0 0,0 1,0 0,-1 0,1-1,-1 1,1 1,-1-1,-1 1,0-1,1 1,-1 0,1 0,-1-1,0 2,-1-1,1 1,-1-2,1 4,6 98,-8-87,0 0,2-1,0 1,0-1,1 1,3 4,-6-19,1 0,0-1,0 1,1 0,-1 0,1 0,-1-1,1 1,0-1,0 0,0 1,0-1,0 0,1 0,-1 0,1 0,-1-1,0 1,1-1,0 1,0-1,0 0,0 0,0 0,0 0,0 0,0-1,0 1,0-1,1 0,-2 0,1 0,0 0,0-1,1 0,-1 1,0-1,0 0,0 0,0-1,9-4,-1-1,1-1,-2 1,1-2,-1 1,0-2,-1 1,0-1,0-1,-1 1,-1-1,-1-1,1 1,-1-1,0 0,-1 0,3-13,-6 18,-1 0,1 0,0 0,-1 0,0-1,0 2,-1-2,0 0,0 2,-1-2,0 1,-1 0,1 0,-1 0,0 0,0 1,-1-2,-1 3,1-2,-1 0,-3-2,7 8,-1 0,0 0,0 0,0 0,0 0,0 1,0-1,0 0,-1 0,1 1,0 0,0 0,1-1,-2 1,1-1,0 1,-1 0,1 0,0 0,-1-1,1 1,0 1,-1-1,1 0,0 0,0 0,-1 1,1-1,0 0,-1 1,1-1,0 0,0 1,0-1,0 1,0 0,0 0,0 0,0 0,0 0,0 0,0 0,0 0,0 0,1 0,-1 0,1 0,0 1,-26 58,23-46,0 1,2-1,0 1,0 0,1 0,1 0,1-1,0 1,4 11,-4-20,0 1,0-2,1 1,-1 0,1-1,1 1,-1 0,0-1,1 0,0 0,1-1,-1 1,1-1,0 1,1-2,-1 1,0-1,0 1,1-1,0-1,0 1,1-1,-2 0,3 0,3 0,0-1,0 0,0-1,1-1,-2 1,2-2,-1 0,0 0,-1-1,1 0,0 0,-1-1,0-1,0 0,1 1,-3-2,2-1,2-1,30-23</inkml:trace>
  <inkml:trace contextRef="#ctx0" brushRef="#br0" timeOffset="7704.946">7061 1077,'2'2,"0"0,0-1,0 1,1-1,-1 0,0 0,1-1,-1 1,1 0,0 0,-2-1,2 1,0-1,-1 0,1 0,0 0,-1 0,1 0,0 0,-1-1,3 0,21-3,1-3,0-1,-2 0,1-1,-1-3,0 1,-2-1,1-2,-1-2,16-13,-22 18,-1-2,-1-1,-1-1,1 1,-1-2,-2 0,1-2,-9 13,1-3,-1 1,0 1,-2-2,1 1,0-1,-1 1,0-1,0 1,-1-1,0 0,0 0,-1 0,0 0,-1 0,0 1,0-2,0 2,-2-3,2 6,-1-1,1 0,-1 1,0 0,1 0,-2-1,1 1,-1 1,0-1,0 0,0 0,-1 2,0-2,1 1,-1 0,0 0,1 0,-2 1,1 0,-1 0,1 0,-1 0,0 0,1 1,-1 0,1 0,-1 0,0 1,0-1,0 1,0 0,0 1,1-1,-1 1,0 0,0 0,1 1,-1-1,0 1,1 0,0 0,0 1,0-2,-1 2,1 0,-5 10,1 0,1 0,0 1,0 0,1 0,1 0,1 1,0 0,2 0,-1-1,2 1,-1 0,2 0,0 1,2 7,3 63,5-1,4 0,3 0,5-1,17 40,24 103,-48-167,-3 0,-2 1,-3-1,-2 2,-4 8,-18 28,6-73</inkml:trace>
  <inkml:trace contextRef="#ctx0" brushRef="#br0" timeOffset="8620.904">7309 1556,'3'-5,"-1"0,1 0,0 0,0 1,1 0,0-1,0 1,0 1,1-1,-1 0,0 0,1 1,0 1,2-2,8-6,302-187,-271 160,-45 36,-1 1,1-1,-1 1,0-1,1 0,-1 1,0-1,0 0,1 1,-1-1,0 0,0 1,0-1,0 0,0 1,0-1,0 0,0 0,0 1,0-1,0 0,0 1,-1 0,1-1,0 1,0-1,-1 1,1-1,-1 0,1 1,0-1,-1 1,1-1,-1 1,1-1,-1 1,1-1,-1 1,0 0,1-1,-1 1,1 0,-1-1,0 1,1 0,-1 0,0 0,1-1,-1 1,0 0,0 0,1 0,-1 0,0 0,1 0,-1 1,0-1,-42-2,40 2,-1 0,0 0,1 0,-1 0,1 1,-1-1,0 1,1 0,1 0,-2 0,1 1,0-1,-1 1,1 0,0-1,0 1,0 0,1 0,-1 1,0-1,1 1,0-1,0 1,0 0,0 0,1 0,-1 0,0-1,1 2,0-1,0 1,0-1,0 0,0 0,1 1,0-1,-1 2,3 10,1 0,0-1,1 0,0 0,0 0,2 0,1 0,0-1,0-1,2 0,-2 1,3-1,0-1,0 1,0-2,1 0,1 0,-1-2,2 2,9 3,-17-9,0-2,0 2,0-1,1 0,-1-1,0 1,1-2,0 1,0-1,0 0,0 1,0-2,-1 1,1-1,0 0,0 0,0-1,1 1,-2-1,1-1,0 1,-1-1,1 1,0-2,-1 1,0-1,0 0,4-2,2-9,-1 1,1-1,-2-1,1 0,-3 0,1-1,-1 0,-1 0,-1 0,0-1,-1 0,-1 0,-1-17,0 25,2-9,-1 7,-1 0,0-1,-1 1,0 0,0-1,-2 0,1 1,-2 0,0-5,2 15,-1 0,1 0,-1-1,1 1,-1 0,1 0,-1 0,0 0,0 0,1 0,-1 0,0 0,0 0,0 0,0 0,0 0,0 1,0 0,0-1,0 1,0-1,0 1,-1-1,1 1,0 0,0-1,-1 1,1 0,0 0,-1 0,1 0,0 0,-1 0,1 0,0 1,-1-1,1 0,0 1,0-1,-1 1,1-1,0 1,0-1,0 0,0 1,0 0,0 0,0 0,0 0,1 0,-1 0,0 0,1 0,-1 0,0 0,1 0,-2 1,1-1,-1 0,1 0,-1 0,1 1,0-1,0 1,0 0,0-1,0 1,0 0,0 0,1 0,-1-1,1 1,-1 0,1 0,0 0,-1 0,1 0,0 0,0-1,1 1,-1 0,0 0,1-1,-1 1,1 0,0 0,-1 0,1 0,0-1,0 0,0 1,0 0,1-1,-1 1,0-1,1 1,7 2,1-1,0 0,0 0,-1-1,2 0,-1 0,1-1,-2-1,2 0,-1 0,1-1,3-1,5 1,164-5,-180 6,0 1,0-1,-1 1,1 0,0 0,-1 0,1 0,0 1,0-1,-1 0,1 0,-1 1,0 0,1 0,-1 0,0 0,0 0,0 1,-1-1,0 0,1 0,-1 1,1-1,-1 1,0 0,0-1,0 1,0 0,-1 0,1 0,-1 0,0-1,0 1,0 0,0 1,1 42,-1-35,0 1,0-1,1 0,1 1,0-2,0 1,1 0,1 0,0-1,-3-7,0-1,0 0,1 0,-1 0,0 0,0 0,1-1,-1 1,1 0,0-1,0 1,0-1,0 1,0-1,1 0,-1 0,0 0,0 0,1 0,-1-1,1 0,-1 0,1 1,-2-1,2 0,-1 0,1 0,-1 0,0 0,1-1,-1 1,1 0,4-2,0 0,-1-1,1 0,0 0,0 0,-1 0,0-1,-1 0,1-1,2 0,8-11,-1 0,0-1,-2 0,1-1,-2-1,-1 0,0-1,-1 0,-1 1,-1-2,-1-4,-1 8,-2 46,-7 12,0-29,1 2,1-2,1 0,0 1,0 0,1-1,1 1,0-1,1 1,1-1,0 0,0-1,4 6,-7-13,2-1,0 1,-1-1,1-1,1 1,-1 0,0 0,1-1,-1 1,1-1,0-1,-1 1,1 0,0 0,0-1,0 0,0 0,1 0,-1 0,0-1,0 0,0 1,0-2,1 1,-1 0,0-1,1 0,2-1,20-7</inkml:trace>
  <inkml:trace contextRef="#ctx0" brushRef="#br0" timeOffset="8887.187">8702 926,'-16'-3,"-4"3,0 2,10 4,4 0</inkml:trace>
  <inkml:trace contextRef="#ctx0" brushRef="#br0" timeOffset="9145.496">9041 485,'4'5,"4"17,3 19,2 18,0 20,3 13,1 11,-1 4,0 0,-1-4,0-9,-4-11,-1-12,-2-16,-3-21,-1-16</inkml:trace>
  <inkml:trace contextRef="#ctx0" brushRef="#br0" timeOffset="9532.512">8910 1127,'287'-17,"-238"13,-18 1,-1 2,0 1,0 0,0 1,1 3,-1 1,7 2,-32-6,0 1,-1 0,1 0,0 0,-1 1,1 0,-1-1,1 1,-1 0,-1 1,1-1,0 1,-1-1,0 1,1 1,-1-1,-1 0,1 1,-1-1,1 0,-2 1,1 0,0 1,0 1,1 16,-1 0,0 1,-1-1,-2 1,-2 15,1 51,2-86,-1 1,1-1,1-1,-1 1,1 0,-1 1,1-2,0 1,1 0,-1 0,1-1,-1 1,1-1,1 1,-1 0,0-2,1 1,0 1,-1-1,1 0,1-1,-2 0,1 1,1-1,-1 0,1 1,0-1,-1-1,1 1,0-2,0 2,0-1,0 0,0-1,0 1,0-1,0 0,1 0,2 0,2-2,1 0,0 0,0-1,-1-1,0 0,1 0,-1 0,-1-1,0-1,1 1,-1-1,0 0,-2 0,1-2,0 2,0-2,-1 1,0-2,-2 1,5-8,-5 10,0-1,0 1,-1-1,0 0,0 0,-1-1,0 1,-1-1,0 1,-1-1,1 1,-1-1,0 1,-1-1,1 0,-1 1,0 0,-1 0,-1-1,1 1,-1 0,0 0,-1 0,0 0,0 2,-4-7,4 8,-1 0,-1-1,1 1,-1 2,0-2,0 1,1 0,-2 0,1 1,-1 1,1-1,-1 1,1-1,-1 1,1 1,-1-1,0 1,0 1,1-1,-1 1,0 0,1 1,-1-1,1 0,0 2,0-1,-1 1,1 0,0 1,0-2,2 2,-2 0,1 1,0-2,0 2,0 0,1 0,0 0,1 1,-1-1,0 0,1 1,0 1,-1 2,3-5,0-1,0 0,0 0,1 1,-1-1,1 1,0-1,0 0,0 1,1 0,-1-1,1 0,0 0,0 1,0-1,0 1,1-2,-1 1,1 0,0 0,0 0,0-1,1 1,-1 0,0-1,2 2,21 16</inkml:trace>
  <inkml:trace contextRef="#ctx0" brushRef="#br0" timeOffset="10430.974">10420 1241,'-13'-9,"-1"0,-1 1,0 0,0 2,0-1,-1 1,-1 2,1-1,0 2,0 0,-4 0,16 3,0 0,1 0,-1 0,0 1,0 0,1-1,-1 2,0-1,0 0,1 1,-1-1,2 1,-2 0,1 0,0 0,-1 0,1 1,0-1,1 1,-1 0,1 0,-1-1,1 1,0 1,0-1,1 1,-1-2,1 2,-1 0,1 0,0-1,0 0,1 1,-1 0,1 0,0-1,0 1,0 0,0 0,1-1,0 1,-1 0,1-1,1 1,-1-1,1 1,-1-1,0 1,1-1,0-1,3 4,1 0,1-1,0 1,1-1,-1-1,0 1,1-1,1 0,-2-1,2-1,-1 1,1-1,0 0,-1 0,1-1,0 0,0-1,-1 0,1 0,0-1,0 0,-1 0,1-1,0-1,0 1,-1 0,0-2,0 0,0 0,0 0,0 0,-2-2,1 1,0 0,1-2,53-55,-61 62,1 0,-1 0,1 0,-1 1,1-1,0 0,-1 0,1 0,-1 0,1 1,-1-1,1 0,-1 1,1-1,-1 0,1 1,-1-1,0 1,1-1,-1 0,1 0,-1 0,0 1,0-1,1 1,-1-1,0 1,0 0,1-1,-1 1,0-1,0 1,0-1,0 1,0 0,0-1,0 1,0-1,0 1,0-1,0 1,-1 0,1-1,0 1,0-1,0 1,-1-1,1 1,0-1,-1 1,1-1,0 1,-1-1,1 2,-1 3,5 77,-4-80,1 1,0 0,0-1,0 0,1 1,-1-1,1 1,-1-1,1 1,-1-1,1-1,0 1,0 0,0 0,0 0,1-1,-1 1,1-1,-1 1,1-1,0 0,-1-1,1 1,0 0,0-1,-2 1,2-1,0 1,1-1,2 0,0 0,0 0,0-1,-1 0,0 0,1 0,0 0,-1-1,1 0,-1 0,-1-1,2 0,-1 0,0 1,-1-1,1-1,-1 0,1 0,-1 1,0-4,5-1,-1-3,-1 2,0-2,-1 1,0 0,-1-2,0 1,3-11,-2 1,-2-2,-1 1,-1 0,0-1,-2-14,0 14,0 22,0-1,0 1,0 0,0-1,0 1,0 0,0-1,0 1,0 0,1 0,-1 0,0 0,1 0,-1 0,1-1,0 1,-1 0,1 0,0 0,0 0,0 0,-1 0,1 0,0 0,0 0,1 1,-1-1,0 1,0 0,0-1,0 0,1 1,-1-1,0 1,0 0,1 0,-1-1,0 1,1 0,-1 0,0 0,0 0,0 0,0 1,1-1,-1 0,0 1,0-1,1 0,-1 1,1 0,23 6,0 1,-2 1,2 1,-2 2,-1 0,1 1,4 5,-19-11,0 0,-1 0,0 0,0 1,-1 0,0 1,0-1,-2 1,1 0,0 1,-1-1,-1 1,0-1,0 1,-1 0,0-1,-1 2,0 2,-1-8,1 0,0 1,0-1,0 0,1 0,0 0,-1 0,1 0,0 0,1 0,0-1,0 0,1 1,-1-1,1 0,0 0,0 0,0-1,-1 0,2 0,0 0,-1 0,1 0,0 0,0-2,1 1,-2 0,1-1,1 1,2-1,6-1,-1 0,1-1,-1-1,1-1,0 0,-2 1,2-2,-1-1,-1 0,1 0,-1-2,-1 1,1-1,-1-1,1 0,-3-1,2 1,-1-1,3-7,-6 9,0-1,-1 1,0-1,0 0,-2-1,0 1,1-1,-1 1,-1-2,0 1,0 0,-1-1,0 1,0-1,-1 1,-1-1,0 0,0 1,-2-6,2 14,-1-2,0 0,1 1,-1-1,0 1,0-1,-1 2,1-1,-1-1,1 1,-1 0,1 0,-1 0,0 0,0 1,0 0,0-1,-1 0,1 1,1 0,-2-1,1 1,-1 0,1 0,-1 1,1-1,-1 0,0 1,1 0,-1-1,0 1,1 0,-2 0,-1 1,-1 0,0-1,1 2,-1-1,0 1,0 0,2 0,-2 0,1 0,0 1,0 0,0 0,0 1,-1 1,1-1,0 0,0 1,1-1,-1 0,1 2,0-1,1-1,1 2,-2 0,2-1,-1 1,1 0,0-1,0 1,0 0,1 0,0 1,1-2,-1 2,1-1,0 0,1 0,0 0,0 0,0 1,1-2,-1 1,2 0,-1-1,1 1,0 0,0-1,-1 0,2 1,0-2,0 1,1 1,11 1,0 1,2-1,-2-1,2 0,-1-2,2 0,-2 0,2-2,-2 0,2-1,-1-1,1-1,-1 0,0-1,1-2,73-5</inkml:trace>
  <inkml:trace contextRef="#ctx0" brushRef="#br0" timeOffset="16586.466">21935 812,'-18'-2,"2"0,-2 2,1 0,0 0,0 2,0 0,0 1,1 1,-13 3,22-4,-1 0,0 0,0 0,1 1,1 0,-1 1,0-1,0 1,1 1,0-1,1 1,-1 0,1 0,0 0,0 1,1 0,0 0,0-1,1 2,-2 7,3-12,1 0,0 0,0 0,1 0,-1 1,1-1,-1 0,1 0,0 0,0 1,1-1,-1 0,1 0,-1 0,1 0,0 1,1-1,-1-1,0 1,1 0,0 0,0 0,-1 0,1-2,0 2,0 0,1-1,-1 0,1 1,-1-1,1 0,0-2,0 2,0 0,0-1,0 0,0 1,0-1,0-1,1 1,-1 0,0-1,1 0,2 1,6-3,-2-1,2 0,-1 0,0 0,0-1,0-1,-1 0,0 0,0-1,0 0,-2-1,2-1,-1 2,-1-3,0 2,-1-2,1 0,-1 0,-1 0,3-6,8-15,0-2,-3 0,0 0,-2-1,-2 0,-1-1,-1 0,-2 0,-2 0,-1-1,-2-14,0 33,-1 1,0-1,-1 1,-1-1,0 1,-2 0,-2-8,6 23,0-2,0 1,0 0,-1 0,1 0,0-1,-1 1,1 0,0 0,-1 0,0 0,1-1,-1 1,0 1,1-1,-1 0,0 0,0 1,0-1,0 0,0 0,0 1,0-1,0 0,0 1,0-1,-1 1,1-1,0 1,0 0,1-1,-2 1,1 0,0 0,0 0,-1 0,1 0,0 0,-1 0,1 0,0 1,0-1,0 0,-1 1,1-1,0 1,0 0,0-1,-1 1,-7 9,0 1,0-1,1 1,0 1,1-1,1 1,0 0,0 1,1 0,1-1,0 1,1 1,0 3,-3 4,0 1,2 1,0-1,1 1,2-1,0 1,2 0,0-1,2 1,0 0,2-1,1 0,7 21,-9-36,0 0,1-1,0 1,0-1,-1 0,2 0,0-1,0 1,1-1,-1-1,1 1,-1-1,2 0,-1-1,1 0,-1 0,0 0,1 0,0-1,1-1,-1 1,-1-2,1 0,1 1,0-1,3-1,0 1,1-1,-2-1,2 0,-1-1,-1-1,1 0,0 1,-2-2,1-1,0 1,0-1,-1-1,0 0,0 0,2-4,-4 2,0 2,-1-3,0 2,0-1,-2-1,0 1,1-2,-2 2,1-2,-2 0,1 1,-1-1,-1 0,0 1,-2-2,1 1,-1-4,-15-31,15 45,0 0,-1 0,1 0,-1 0,1 0,-1 0,1 1,-1-1,0 0,1 0,-1 1,0-1,0 0,0 1,1 0,-1 0,0-1,0 1,0-1,0 1,0-1,0 1,0 0,0 0,0 0,0-1,0 1,0 0,0 0,0 0,1 1,-1-1,0 0,0 0,0 0,0 1,0-1,0 0,0 1,0-1,1 1,-1-1,0 0,0 1,0-1,1 1,-1 0,0 0,-3 5,0 0,0 1,1 0,0-1,0 1,1 0,1 0,-1 1,1-2,0 2,0-1,1 0,0 0,0 1,1 0,0-2,0 2,1 0,-1 1,1-1,1 0,0 0,1 0,0-1,0 1,1-1,-1 1,2-2,-2 1,2 0,0-2,1 2,-1-1,1-2,0 2,0-1,1-1,0 0,0 0,-1 0,1-1,1-1,6 3,2 0,1-1,0-1,1 0,-1-1,1-1,-1 0,1-2,-1 0,1-1,-2-1,18-4,-17 1,-1 0,0-2,0 0,-1 0,0-1,-1-2,0 1,0-2,-2 1,1-1,-2-1,0 0,0-2,-1 1,-1-1,0 0,-1 0,-1-1,-1-1,0 1,-1-1,-1 0,0-1,0-7,-6 16,-5 35,2 74,4-1,4 0,5 0,18 79,14 154,-44-248,3-85,0 1,-1-1,1 1,0-1,-1 1,1-1,-1 1,1-1,-1 1,1-1,0 1,-1-1,0 1,1 0,-1-1,1 1,-1 0,1-1,-1 1,0 0,1 0,-1 0,0 0,1 0,-1-1,0 1,1 0,-1 0,1 1,-1-1,0 0,1 0,-1 0,0 0,1 0,-1 1,1-1,-1 0,0 1,1-1,-1 0,1 1,-1-1,1 1,0-1,0 1,0-1,-1 1,1-1,-1 1,1-1,0 1,0-1,-1 1,1 0,0-1,0 1,0 0,-9-28,3 0,0-1,2 1,1 0,1-1,1-13,0 14,-12-525,13 530,-1 13,0-2,2 1,-1 1,1-2,1 1,0 0,0 0,1 1,2-7,-3 14,-1 1,1-1,-1 1,1 0,0 0,0 0,0 0,0 0,0 0,0 0,0 1,0-1,0 1,0-1,0 1,0 0,0 0,-1 0,1 0,0 0,0 0,1 1,-1-1,0 1,0-1,0 1,0 0,-1 0,1 0,0 0,0 0,0 0,-1 1,1-1,-1 0,1 1,-1-2,1 2,-2 0,1-1,0 1,0 0,1 1,33 27,-1 1,-2 1,26 37,-27-11,-31-57,1 1,-1 0,0 0,1 0,-1 0,0 0,0 0,0 0,-1-1,1 1,0 0,-1 0,1 0,-1 0,0-1,1 1,-1 0,0-1,0 0,0 1,0 0,0-1,0 1,0-1,-1 0,1 1,-1-1,1 0,-1 0,0 0,1-1,-1 1,-1 0,-7 3,0-1,-1 0,0 0,0-1,1-2,-1 1,0 0,0-1,0 0,-5-2,14 2,0 1,0-1,0 0,1 0,-1-1,0 1,0 0,0 0,0 0,0-1,0 0,0 0,1 1,-1-1,0 0,0 0,1-1,-1 1,1 0,-1-1,1 1,-1-1,1 1,0 0,0 0,0-1,0 0,1 0,-1 0,0 1,0-1,1 0,-1 0,1 1,0-1,-1 0,1 0,0 0,0 0,0 0,1 0,-1 0,0 0,4-7,1 1,0 0,0 0,1 0,0 1,1 0,-1 0,1 1,5-5,8-8,16-14,-1-2,-3-2,-1-1,-2-1,-2-1,-1-2,-3-1,-1 0,-2-2,7-28,-18 47,-2 2,0-2,-2 1,-2-2,-1 2,0-1,-2-1,-2-20,2 45,0 0,0 0,0 0,-1 1,1-1,-1 0,1 0,-1 0,0 0,1 1,0-1,-1 0,0 1,0 0,-1-1,1 1,0-1,0 1,-1-1,1 1,-1 0,0 0,1 0,-1 0,0 0,1 0,-1 0,0 1,0 0,0-1,0 1,0-1,0 1,0 0,1 0,-1 0,0 0,0 0,1 0,-1 0,0 1,0-1,-7 4,1 1,0 1,1-2,0 3,0-1,0 0,0 1,2-1,-1 2,1 0,-1-1,2 1,-1 0,1 1,0-2,1 4,-14 25,2 1,3 1,1 0,1-1,2 2,3 1,1-2,1 2,2-1,4 30,-2-55,0 2,1-2,1 0,-1 1,2-1,0-1,1 1,1 0,1 0,0-2,-1 1,3 0,-1-1,2-1,-1 0,1 1,1-2,0 0,0 0,1-2,1 1,-1-1,3 0,0-1,0-2,1 1,-1-1,1-2,1 0,-2 0,2-1,-1-1,1-1,-1 0,0-1,1-1,-1 0,0-2,0 1,0-1,-1-2,1 0,-1 1,-1-3,1 1,-1-2,0 1,-1-2,5-4,-13 10,0 1,-1-1,1 0,-1-1,0 1,-1-1,1 0,-1 0,1 1,-1-2,-1 0,1 2,-1-2,0 0,0 1,-1-2,0 2,0-1,0-5,-4 7,0 1,0-1,0 1,0 0,-1 0,0 0,0 1,1-1,0 1,-2-1,1 2,0-1,-1 1,1-1,-1 1,1 0,0 0,-1 0,1 1,-1-1,0 1,1 0,-1 1,0-1,0 1,-3-2,-1 0,0 1,0 0,2 1,-2-1,0 2,1-1,0 1,0 1,-1-1,1 0,0 2,1 0,0 0,-1-1,1 2,0 0,1 1,-1-2,1 2,0 1,0-2,0 2,1-1,1 1,-3 3,6-7,0-1,1 1,-1-1,1 1,-1-1,1 0,0 1,0 0,0 0,0-1,0 1,1-1,-1 0,1 1,0-1,-1 1,1-1,1 0,-1 0,0 1,0-1,1 0,0 0,-2 1,2-1,0-1,0 0,0 1,0 0,0-1,0 1,1-1,-1 1,1-1,-1 0,1 0,-1 0,1-1,8 4,0 0,1-1,-1 0,1-1,1 0,-1-2,10 1,-12-1,-1 0,2 0,-1-1,0 1,0-1,0-1,0-1,0 0,-1 0,0-1,1 1,-1-2,-1 0,1 1,0-2,-1 0,-1 1,1-2,-1-1,6-4,-9 2,-10 20,3 0,0-1,0 1,1 0,1 0,-1 1,2-2,0 1,0 1,1-1,0 0,1 3,-1-9,0-1,0 0,0 1,0 0,0-1,1-1,-1 2,1-1,0 0,0 0,0-1,1 1,-2 0,2 0,-1-1,1 1,0-1,0-1,0 1,1 0,-1 0,0 0,1-1,-1 1,0-1,0 0,1 0,-1-1,1 1,0-1,0 0,-1 0,1 0,0 0,3-1,0 0,0 0,0-1,0 0,0 0,-2-1,2 0,0 1,-1-2,0 1,0-2,-1 1,1 1,-1-2,0 0,0 1,0-2,3-4,1-4,1 0,0 0,-2-1,-1 0,0 0,0-1,-1-1,40-135,-45 151,-1 0,0-1,1 1,-1 0,1-1,-1 1,1 0,-1 1,0-2,1 1,0 0,0 0,0 0,0 0,0 0,0 0,0 0,0 0,0 0,0 1,0-1,1 0,-1 1,0-1,0 1,1 0,-1-1,1 1,-1 0,0 0,1-1,-1 1,0 0,1 0,-1 1,1-1,-1 0,0 0,1 1,-1-1,-1 1,2-1,-1 1,0 0,0-1,0 1,1 0,-1 0,0 0,0 0,0 0,0 0,0 0,98 107,-86-95,1 2,-2 0,1 0,-1 1,-1 0,-1 1,0 0,3 9,-12-24,-1 0,1 0,0 1,-1-1,0-1,1 2,-1-1,0 0,0 1,0-1,-1 0,1 0,-1 0,1 0,-1 0,0 0,1 1,-1-1,0 0,-1 0,1-1,0 1,0 0,-1-1,0 1,1 0,-1-1,0 1,1-1,-1 1,0-2,0 1,0 0,0 0,-1 0,1 0,1 0,-1-1,0 1,-1-1,1 1,0-1,-1 0,1 0,0 0,-1 0,1 0,-1-1,1 1,0-1,0 0,1 1,-1-1,0 0,2 0,-2 0,1 0,-1 1,1-1,-1-1,1 1,0 0,0-1,-1 1,1-1,0 1,0-1,1 0,-1 1,0 0,1-1,-1 0,1 0,-1 1,1-1,0 0,-1 0,1 0,0 1,0 0,1-3,15-56,-11 52,2-2,-1 2,1-1,1 1,0 0,-1 1,2-1,0 2,0-1,-1 2,2-1,0 0,1 1,-2 1,2 0,0 0,-1 1,1 1,0 0,0 0,0 1,10 0,-17 2,1 0,-1 0,0 0,1 1,-1-1,1 1,-1 0,0 1,0-1,0 1,-1 0,1-1,-1 2,1-1,-1 1,0-1,0 0,0 1,0 0,-1 1,0-2,0 1,0 1,0-1,-2 0,1 1,0-1,1 5,-1-3,1 0,0-1,0 0,0 1,1-1,-1 0,1 1,1-2,-1 1,1 0,0 0,-1-2,1 2,1-1,0 0,0-1,0 0,2 2,-1-3,2 0,0 0,-1-1,1 0,-1-1,1 1,0-1,0 0,0-1,-1 0,1 1,-1-2,1 0,0 0,-2-1,2 0,-1 0,0 0,4-3,-7 3,-1 1,1 0,0 0,-1-1,1 0,-1 0,0 0,0 0,0 0,0 0,0-1,-1 0,0 0,0 1,0-1,0 0,-1-1,1 2,-1-1,0-1,0 1,-1 0,1 0,-1-1,0 0,0 2,-1-2,1 1,-1-1,0 2,0-2,-1 1,-1-3,0 0,0 0,-1 2,0-2,-1 2,0-1,0 1,0 0,0 0,0 0,-1 0,0 2,-1-1,1 0,-1 0,1 1,-1 1,0-1,0 1,-1-1,1 2,-2-1,4 1,-1 0,0 0,0 1,1 0,0 0,-1 0,0 1,1-1,-1 1,0 1,1-1,0 1,0 0,-1 1,1-1,0 0,0 1,0 0,1 0,0 1,-1-1,1 1,0 0,0 0,0 1,1-2,-3 6,4-5,0-1,0 2,0-1,0 0,0 0,1 0,-1 1,1-1,0 0,1 1,-1 0,1-2,0 2,0 0,0 0,1-2,-1 2,1 0,0-1,1 0,-1 0,1 1,0-1,0 0,0 0,0 0,1 0,-1-1,1 0,1 1,-1-1,0 1,1-2,0 1,0-1,0 1,-1 0,1-1,3 1,65 6,-35-13</inkml:trace>
  <inkml:trace contextRef="#ctx0" brushRef="#br0" timeOffset="16853.849">25035 270,'-14'-2,"-10"1,-7 4,-1 6,2 9,4 8,6 8,9 7,11 4,4-4</inkml:trace>
  <inkml:trace contextRef="#ctx0" brushRef="#br0" timeOffset="17385.7">25100 951,'2'3,"1"-2,-1 2,1-1,0 0,-1 0,1 0,0 0,0 0,1-2,-1 2,0-1,1 0,-1 0,1 0,-1-1,1 1,-1-1,0 0,1 0,0 0,-1 0,1 0,-1-1,1 0,-1 0,1 0,-1 0,0 0,0 0,0-1,0 1,0-1,0-1,0 1,0 0,0 0,-1 0,1-1,-1 1,2-4,5-9,-1-1,0 0,-1 0,-1-1,-1 0,0 0,-1 0,-1-1,0 0,-2 1,0-1,-1 0,-2-11,2 19,1 6,-1 1,1-1,-1 1,0 0,0-1,-1 0,1 0,-1 2,0-2,0 1,0-1,0 1,-1 0,1 0,-2-2,2 5,0 0,1 0,-1 0,0-1,0 1,0 0,0 0,1 0,-1 0,0 1,0-1,1 0,-1 0,1 0,-1 1,0-1,0 0,1 1,-1-1,0 1,0-1,1 1,-1-1,0 1,1-1,-1 1,1 0,-1-1,1 1,-1 0,1-1,0 1,-1 0,1-1,0 0,-1 1,1 0,0 0,0 0,0-1,0 1,0 0,0 0,0 0,0 0,0 0,0-1,0 1,0 0,1 0,-1 0,2 1,0-1,0 2,0-1,0 0,0 0,0 0,0-1,1 1,-1 0,1-2,0 1,-1 1,1-1,0 0,0-1,0 1,0 0,0-1,0 0,-1 1,2-1,3 1,57 6,-52-7,0 0,0 1,0 0,0 1,0 0,-2 1,2 0,0 1,-2-1,1 2,0 0,0 0,-2 1,2 1,-2-1,1 1,-2 0,4 5,-7-4,-1 1,0-1,0 2,-2-2,1 2,-1-1,0 0,-1 0,0 0,-1 1,0-1,0 7,4 50,-4-63,1 0,-1-1,1 1,0-1,0 1,0-1,0 1,0-1,1 1,-1-1,1 0,-1 0,1 0,0 0,0 0,0 0,0 0,-1 0,2 0,-1-1,0 0,1 0,-1 0,1 0,0 0,-1 0,1 0,0 0,0-1,-1 1,1-1,0 0,-1 0,1 0,13-2,1-1,-2 0,1 0,-1-2,1-1,-2 1,1-2,0-1,-1 1,0-2,-1 1,0-2,-1 0,1 0,-2-2,0 1,0 0,5-12,-10 17,0 0,-1-2,0 2,-1-1,1 0,-2-1,0 1,0-1,2-4,-5 12,-1 0,1 0,0 0,0 0,0 1,0-1,0 0,0 0,-1 0,1 0,0 0,0 0,0 0,0 0,-1 1,1-1,0 0,0 0,0 0,0 0,-1 0,1 0,0 0,0 0,0 0,0 0,-1 0,1 0,0 0,0 0,0 0,-1 0,1-1,0 1,0 0,0 0,0 0,0 0,-1 0,1 0,0 0,0 0,0-1,0 1,0 0,0 0,-1 0,1 0,0 0,0-1,-11 17,6-7,0 2,1-1,0 0,1 2,0-2,1 1,0 1,1-1,0-1,1 10,0-15,0-1,1 0,-1 0,1 1,0-1,0-1,1 1,-1 1,1-1,0-1,0 1,0 0,1-1,-1 1,1-1,0 0,0 0,0 0,0 0,0 0,1-1,-1 0,1 1,0-1,0 0,0 0,0 0,1-1,0 0,24 4,-4-5</inkml:trace>
  <inkml:trace contextRef="#ctx0" brushRef="#br0" timeOffset="17660.128">26050 446,'-9'2,"4"4,2-1</inkml:trace>
  <inkml:trace contextRef="#ctx0" brushRef="#br0" timeOffset="17919.512">26324 824,'-3'18,"-2"9,-1 7,1 1,4 0,3-4,5-7,3-9,1-5,2-8,2-8,0-3</inkml:trace>
  <inkml:trace contextRef="#ctx0" brushRef="#br0" timeOffset="17920.512">26428 131,'-14'0,"-3"4,0 6,5 3,6 1</inkml:trace>
  <inkml:trace contextRef="#ctx0" brushRef="#br0" timeOffset="19860.125">315 3397,'-23'3,"2"1,-2 0,2 1,0 2,-1 0,1 1,-16 10,28-13,0-1,0 1,1 1,0 0,-1 1,2-1,-1 1,2 1,-1-1,1 1,0 0,0 1,1-1,1 1,-1 0,1 1,0-2,1 2,2-7,1 1,-1-1,1 1,0-2,0 2,0-1,1 1,-1-1,1-1,-1 2,1-1,0 0,1 1,-1-2,1 1,-1 0,1 0,0 0,0 0,0-1,-1 0,2 1,-1-1,1 1,-1-1,1 0,0 0,0-1,0 0,0 1,0-1,1 1,-1-1,0 0,0 0,0-1,0 1,1-1,-1 1,1-1,-1 0,1-1,-1 1,1 0,1-2,7-2,1 0,-2 0,1-2,-1 0,0 1,-1-2,1 0,-1-1,0 0,-1 0,0 0,0-2,-1 1,-1-1,1 0,-1-1,-1 1,0 0,4-13,0 3,0 0,-2-2,-1 0,-1 0,0 0,-2 0,0-1,-2 1,0-1,-2-2,-1 13,-1 31,3 3,0 0,1-1,1 1,1 0,1-1,0-1,2 1,1 0,1-1,1-2,0 2,1-1,2-1,-1 0,2-1,5 5,-13-18,0 2,0-1,1-1,0 1,-2-1,3 0,-1-1,0 0,1 0,-2 0,2-1,0 0,0 0,0-1,-1-1,24 0</inkml:trace>
  <inkml:trace contextRef="#ctx0" brushRef="#br0" timeOffset="20057.888">719 2956,'9'15,"6"22,5 28,-3 29,-3 31,-13 30,-22 30,-29 26,-4-23</inkml:trace>
  <inkml:trace contextRef="#ctx0" brushRef="#br0" timeOffset="33856.302">9002 3019,'-8'-1,"0"1,1 0,0 0,-1 1,0 0,0 1,0 0,2 0,-2-1,1 2,0 0,0 1,1 0,-1-1,0 1,1 1,0-1,0 1,1 0,-2 2,-4 3,1 1,1 2,-1-2,1 2,1-1,0 2,2-1,0 1,-3 7,8-18,-1-1,1 1,-1 0,1 1,0-1,0-1,0 2,1-1,-1 0,1 1,0-1,0 0,0 0,0 1,0-1,1 0,0 0,0 0,0 0,0 1,0-1,0-1,1 1,0 0,0 0,-1 0,2 0,-1-2,0 2,0-1,1 1,0-1,-2 0,2 0,0 0,0-1,0 0,0 1,1 0,7-2,-2 0,2 0,-1-1,1-1,-2 0,1 1,0-2,0 0,-1 0,1-1,-1 0,1-1,-2 0,0-1,1 1,-1-1,0 0,-1-1,1-1,8-6,-2 0,1-2,-1 1,-2-2,1 0,-2-1,-1 0,0 0,-1-1,0 0,-3-1,0 0,0 0,-1 0,0-13,-1 3,-2 1,-2 0,0-1,-2 0,-2 1,0 0,-2 0,-2 0,1 1,-11-19,15 39,1 1,-1-1,0 2,0-2,-1 1,1 1,-1-1,0 1,-1-1,0 1,0 1,-1-1,0 0,-1 0,6 6,0-1,0 1,0 0,0 0,0 0,0-1,0 1,0 0,0 0,0 0,0 0,0 1,0-1,0 0,0 0,0 1,0-1,0 0,0 1,0-1,0 1,0 0,0-1,0 1,0 0,0-1,1 0,-1 1,0 0,1 0,-1-1,1 1,-1 0,1 0,-1 0,1 0,0 0,0 0,0 0,-1 1,-9 23,1 2,2-1,0 1,3 0,0 0,2 1,0 21,-1-14,1 2,2-1,1 1,2-1,2-1,1 1,2 0,2-1,1 0,2 3,-9-30,0 0,0 0,1 0,0-1,0 1,0-2,1 2,0-1,1-2,-1 2,2-2,-2 1,2-1,0 1,0-3,0 2,0-1,0 0,1-2,0 1,-1 0,1-1,1-1,-1 1,0-1,0-1,0 0,1 0,-1-1,0 0,0 0,4-2,-3-2,1 1,-1-2,0 0,-1 1,1-2,-1 0,0 0,-1-1,0 0,0-1,0 1,-1-1,-1 0,0 0,0-2,-1 2,0-2,-1 1,0 0,0-2,-2 2,0-1,0 0,-1 0,0 0,-1-10,-3 7,-2 32,1-2,2 0,0 0,0 1,2-1,0 0,1 1,1-1,1 0,0 0,0 0,2 0,0-1,2 1,-1-2,6 8,-10-18,0-2,1 2,0-1,0 0,1 0,-1 0,1-1,0 1,-1-1,1 0,0 0,-1 0,2 0,-1-1,0 0,1 0,-1 0,0 0,1-1,-1 1,0-1,1 0,-1-1,1 1,0-1,27-6</inkml:trace>
  <inkml:trace contextRef="#ctx0" brushRef="#br0" timeOffset="34321.14">9458 2715,'-2'3,"0"1,0-1,1 0,-1 0,1 0,0 1,0-1,0 1,0-1,1 0,-1 1,1 0,0-1,0 0,0 1,1-1,-1 1,1-1,0 0,0 1,0 0,1-1,-1-1,1 2,0-1,0 0,0 0,0 0,0-1,1 1,-1 0,0-1,1 1,0-1,0 0,1 0,17 9,-1-1,0-1,2-1,-1 0,11 0,29 11,-47-14,-1-1,0 1,0 1,-1 0,1 1,-1 1,-1-1,1 2,-1-1,-2 2,2-1,-1 0,-1 2,-1 0,0 0,0 1,0 1,42 144,-50-154,1 0,-1-1,1 1,-1 0,1-1,0 1,0-1,0 1,1-1,-1 1,1-1,-1 0,1 0,0 0,0 0,0 0,0 0,0 0,0 0,1 0,-1-2,1 2,-2-1,2 0,0 0,-1 0,1 0,0 0,0 0,-1-1,1 1,0-1,2 0,4-4,0-1,0 2,0-3,-1 0,-1 1,1-1,0-1,-1 1,1-1,-3 0,2-1,-1 1,-1-2,1 1,-1-1,-1 1,-1-1,1 0,1-7,2-2,-1 0,0 0,-2-1,-1 0,-1 1,0-1,-1-4,-3 13,-1 15,-2 18,3-3,0-2,1 2,1-1,0 1,2-1,1 1,-2-13,1 0,-1-1,0 1,2-1,0 1,0 0,0-2,0 2,1-1,0-1,1 1,-1-1,1 0,-1 0,2 0,-1-1,1 1,0-1,0 0,13 3,1 0,0-1,0-1,0-1,1-1,0 0,-1-2,2-1,-2 0,2 0,-2-2,1-1,-1-1,12-3,55-11</inkml:trace>
  <inkml:trace contextRef="#ctx0" brushRef="#br0" timeOffset="26857.644">2503 3284,'7'10,"-15"-28,5 15,0-1,0 0,0 1,-1 0,1 0,-1 0,1 0,-1 0,0 0,0 2,-1-2,1 1,-1 1,1-1,-1 0,1 1,0 0,-1 0,0 1,0-1,0 1,0 0,0 0,1 1,0-1,-1 1,0 0,0 0,1 1,-1 0,0-1,2 1,-1 1,-4 1,0 5,0-1,1 2,2-1,-2 1,2 0,-1 0,2 1,-1 0,2-1,-1 2,2-1,0 0,0 1,1-1,1 0,-1 1,2-1,0 0,0 1,1 1,-1-8,-1 1,1 0,0-1,1 0,-1 1,2-1,-1 0,0 1,1-2,0 2,1-1,-1 0,1-2,0 2,0 0,-1-1,1-1,1 1,0 0,0-1,0 0,0-1,1 1,-2 0,2-1,-1 0,1 0,0-1,0 0,0 0,3 0,14-2,0 0,-1-3,1 0,-1-1,1 0,-2-2,1-1,-1-1,-1 0,1-1,-2-1,0-1,0-2,14-11,-15 12,0 0,-2-3,1 1,-2 0,0-2,-1 0,10-15,-24 32,0 0,0 1,0-1,0 0,0 0,1 1,-1-1,0 0,0 0,0 1,1-1,-1 0,0 0,0 0,0 1,1-1,-1 0,0 0,1 0,-1 0,0 0,0 0,1 1,-1-1,0 0,1 0,-1 0,0 0,0 0,1 0,-1 0,0 0,1 0,-1 0,0-1,1 1,-1 0,0 0,0 0,1 0,-1 0,0 0,0-1,1 1,-1 0,0 0,2 11,1-1,1-2,1 2,0-2,0 2,1-2,0 0,-1 0,2 0,0-1,1 0,0-1,0 1,-1 0,2-2,0 0,0 1,0-3,0 2,1-1,0 0,-1-1,1-1,1 0,6 1,-14-3,0 1,0-1,0 1,0-1,-1 0,1 0,0 0,0-1,0 1,0-1,-1 1,0-1,1 0,0 0,0 0,-1-1,1 2,-1-2,1 1,-1-1,0 0,0 0,1 0,-1 0,-1 0,1 0,-1 0,1 0,-1-1,0 1,1-1,-1 0,0 2,0-2,0 0,-1 0,1 0,-1 1,1-1,-1 1,0-1,0 0,0 0,-1-1,-2-4,0 0,0 1,0-2,-1 3,-1-2,0 1,0 0,-1 0,1 1,-1-1,0 2,-1-1,0 0,0 1,0 0,0 0,-1 1,0 1,0-1,0 1,0 0,0 0,-1 1,-7-1,10 1,-1 0,-1 1,1-1,0 1,0 1,0-1,-1 1,1 1,-1-1,2 1,-2 1,1-1,0 1,0 0,0 1,-4 1,12-4,-1-1,0 1,1 0,-1 0,1 0,-1 0,1 0,-1 0,1 0,-1-1,1 1,-1 1,1-1,-1 0,1 0,-1 0,1 0,-1 0,1 0,-1 0,1 1,-1-1,0 0,0 0,0 1,1-1,-1 0,1 1,-1-1,0 0,1 1,-1-1,0 1,0-1,1 0,-1 1,0-1,0 1,1-1,-1 1,0-1,0 1,0-1,0 1,0-1,0 1,0-1,0 1,0-1,0 1,0-1,0 0,0 0,0 1,-1-1,1 1,0-1,0 0,0 1,-1-1,1 1,0-1,-1 0,1 1,0-1,-1 1,1-1,0 0,-1 0,1 1,19-1,0 0,1-1,-1-1,1-1,-2 0,1-1,0-2,0 1,2-2,35-7,-7-1,0 2,2 3,0 2,-1 1,4 3,-49 3,-1 1,1-1,-1 1,1 1,-1-1,1 1,0 0,-1 0,1 0,-1 0,0 1,0 0,1 0,-1 0,0-1,0 2,0 0,0-1,-1 2,1-1,-2-1,1 2,0-1,0 1,0 0,-1-1,1 1,-1 0,0 1,0-2,0 2,5 142,-8-146,1 0,0 0,0 0,0 1,0-1,0 0,0 0,0 0,0 0,0 0,0-1,1 1,-1 0,0 0,1 0,-1 0,0 0,1 0,-1-1,1 1,-1 0,0 0,1 0,0-1,-1 1,1 0,0 0,0-1,0 1,0-1,0 1,0-1,-1 1,1-1,0 0,0 0,0 0,0 0,1 0,-1 0,0 0,0 0,0 0,0 0,0 0,0 0,0 0,6-6,0-1,-2 1,1-1,0 0,-1 0,0-1,0 1,-1-2,-1 2,2-5,-3 8,70-157,-72 160,0 1,0-1,0 0,0 0,1 0,-1 0,0 0,1 1,-1-1,0 0,1 0,-1 0,1 0,0 1,-1-1,1 0,-1 1,1-1,0 0,0 1,-1-1,1 1,0-1,0 1,0 0,0 0,-1-1,1 1,0 0,0 0,0-1,0 1,0 0,0 0,0 0,0 0,0 0,0 0,0 1,0-1,0 0,0 0,-1 1,1-1,0 0,0 0,0 0,-1 1,27 79,-18-45,-9-29,1-1,0 1,-1-2,1 2,1-1,0-1,0 1,1 0,-1-1,1 1,0 0,0-1,1 0,-1 0,1 0,0 0,-1-1,1 1,1-1,-1 0,1 0,0 0,0-1,0 0,-1 0,1 0,2 0,18-2</inkml:trace>
  <inkml:trace contextRef="#ctx0" brushRef="#br0" timeOffset="27186.222">4092 3107,'4'14,"1"1,-1-1,3 0,-1 0,2 0,0-1,0 0,1-1,1 1,1-1,-2-1,3-1,0 1,-1-1,2-1,1 0,-2 0,2-2,10 4,-17-6,0-1,1 0,0-1,-1 0,1-1,0 1,0-1,0 0,0 0,0-1,0-1,9 1,-15-3,1-1,-1 1,1-1,0 0,-1 1,0 0,0-1,0 0,0-1,0 1,0 1,-1-2,1 1,-1-1,0 1,0 0,-1-1,1 1,-1-1,0 0,0 2,0-2,0 0,0 1,-1-1,-1-2,2-3,0-14,0 0,1 0,1 0,2 0,-1 1,3-1,1 0,4-9,0 13</inkml:trace>
  <inkml:trace contextRef="#ctx0" brushRef="#br0" timeOffset="31374.655">4652 3359,'26'-10,"2"3,-1 0,0-2,-1-2,1 1,-2-2,0-3,0 1,-2-1,9-8,-24 18,1 0,-1-1,-1 0,1-1,-1 1,0-1,0 0,-2-1,1 0,0 1,-1-2,0 1,1-3,-6 10,0-1,0 1,1-1,-2 1,1-1,0 0,0 1,0-1,-1 1,1 0,-1 0,1-1,-1 1,1 0,-1-1,0 1,0 0,0-1,0 1,0 0,0 0,0 0,0 0,0 1,-1-1,1 0,0 0,-1 0,1 1,-1-1,1 0,-1 1,1-1,-1 1,2 0,-3-1,-57-7,55 8,-1 0,2 0,-2 0,0 0,1 1,-1 0,1 1,0-1,0 1,0 0,0 0,0 0,0 1,0-1,1 1,-1 0,2 1,-1-1,0 0,0 1,0 0,0 1,1-2,0 2,0-1,0 1,1-1,0 2,-1 2,0-1,1 1,-1 0,1 0,1 0,0 0,0 0,1 0,0 0,0 1,1-2,0 2,1-1,0 0,0-1,1 2,0-2,-1 1,2-1,0 0,0 1,1-2,0 1,0-1,1 1,-2-1,3-1,-1 1,1-1,0 0,0 0,1 0,1-1,1-1,-1 1,0-1,1-1,0 0,0 0,-1-1,1-1,0 0,1 0,-2 0,1-1,0 0,0-1,-1-1,1 1,-1-2,1 1,-2 0,10-7,-4 3,0-2,0 1,-2-3,1 2,0-2,-2-1,1 1,-1-1,-1-1,-1 0,0 0,2-5,0-4,-2 0,0 0,-1-1,-1 0,-2-1,-1 1,1-7,-8 50,-7 133,11-148,-1-1,0-1,1 1,0 1,0-1,-1-1,2 1,-1 0,1 0,0-1,0 0,0 1,1-1,-1 1,1-2,0 1,0 0,0 0,0 0,1 0,-1-1,0 0,0 0,1 0,0 0,0-1,0 1,0-1,0 0,0 0,0 0,0 0,0-1,0 0,3 0,9-2,-1 0,1-1,-1-1,0-1,1 1,-2-2,0-1,0 1,0-2,0 1,-2-2,1 0,0-1,-2 0,1 0,-1-2,-1 1,0-1,-1 0,0-1,-1 0,-1-1,4-9,-2 7,-9 16,0 1,0-1,0 0,0 0,0 0,0 1,0-1,0 0,0 0,0 0,0 1,0-1,0 0,0 0,0 0,0 1,0-1,0 0,0 0,1 0,-1 1,0-1,0 0,0 0,0 0,0 0,0 1,1-1,-1 0,0 0,0 0,0 0,0 0,1 1,-1-1,0 0,0 0,0 0,1 0,-1 0,0 0,0 0,0 0,1 0,-1 0,0 0,0 0,0 0,1 0,-1 0,0 0,0 0,0 0,1 0,-1 0,0 0,0-1,0 1,1 0,-2 21,1-16,1 107,0-108,0 1,0 0,1-1,-2 1,2-1,1 1,-1-2,0 2,1-1,0 0,0-1,1 1,-1 0,1 0,-1-1,1 0,-1 0,2 0,-1-1,0 1,1-1,0 0,3 1,0-1,0 0,1 0,-1 0,1-1,-2-1,2 1,0-1,-1-1,0 0,1 0,-1 0,1-1,-1-1,-1 1,1 0,0-2,0 1,0-2,-2 1,1 0,0-1,0 0,0 0,-2-1,1 0,0 1,0-2,-1 0,0 1,-1-1,1 0,-2-1,0 2,0-2,1-2,8-30,-2 0,-2 0,-2-1,-1 1,-2-2,-3-33,0-79,-18-130,15 252,2 32,1 0,0 0,-1 0,1 0,0 0,0 0,-1 0,1 0,0 0,0 0,-1 0,1 0,0 0,-1 0,1 0,0 0,-1 0,3 351,2-259,3 0,5 0,23 84,-30-157,0-1,2-1,-1 0,2 0,1 0,2 1,-9-13,1-1,0 0,-1 0,1 0,1-1,-1 1,1-1,0 0,0 0,0 0,1 0,-1 0,-1-2,2 1,0 0,0 0,0 0,0-1,0 0,0 0,-1 0,1-1,0 1,0-1,4-1,4-3,-2 0,1 0,0-2,-1 0,0 1,1-2,-2-1,0 1,0-1,0 0,-2-1,1 0,0-1,-1 1,0-1,-2-1,1 0,-1 1,0-2,0-2,21-48,-24 76,-4 14,0-15,0-2,1 1,0 0,1 0,0 0,1-1,1 1,0 0,0-1,1 0,0 0,1 0,1 0,-3-8,0 0,0 0,0 1,0-1,1-1,0 0,-2 1,2-1,0 0,0 0,0 0,1 0,-1-1,0-1,1 1,-2 0,1 0,1 0,-1-1,1 0,0 0,-1 0,1-1,-1 0,-1 1,2-1,2-1,24-8</inkml:trace>
  <inkml:trace contextRef="#ctx0" brushRef="#br0" timeOffset="31658.593">6722 2855,'-13'0,"-7"0,-1 0,1-2,7-4,7 1</inkml:trace>
  <inkml:trace contextRef="#ctx0" brushRef="#br0" timeOffset="31922.174">5993 2703,'2'0,"13"-2,18-5,21-6,18-5,12 0,-1 1,-11 8,-17 6</inkml:trace>
  <inkml:trace contextRef="#ctx0" brushRef="#br0" timeOffset="31923.174">6241 3649,'0'17,"0"14,0 12,0 5,0 0,2-5,1-7,0-7,-1-9</inkml:trace>
  <inkml:trace contextRef="#ctx0" brushRef="#br0" timeOffset="33078.92">7204 3208,'-15'-92,"14"89,0 1,0 0,-1-1,1 0,-1 0,0 1,1-1,-1 2,0-1,0-1,-1 1,1 0,0 0,0 0,-1 0,1 1,-1 0,0 0,0 0,0 0,1 0,-1 0,0 0,-1 0,1 1,0-1,0 1,1 0,-3 0,-2 3,0-1,1 1,-1-1,2 2,-1 0,0 0,1-1,-1 1,1 1,0 0,1-1,0 2,-1-1,1 0,0 1,1 0,-1-1,1 2,0-1,1 0,0 1,0-1,1 1,-4 4,0 1,1-1,1 1,0 0,0 0,2 0,-1 0,2 0,-1 0,2 0,0 0,0 1,1-2,1 1,2 5,-4-14,1 0,0 0,0 0,0-1,0 1,0-1,0 1,0-1,1 1,0-1,0-1,0 1,0 0,0 0,0-1,0 1,1-1,-1 0,0 0,0 0,0 0,1-1,-1 1,1-1,0 0,-1 0,1 0,-1-1,1 1,-1-1,0 0,0 0,1 0,-1 0,0 0,0-1,1 0,-1 0,0 0,-1 1,1-1,0 0,-1-1,0 1,1-2,7-7,-2-1,0-1,-1 1,0-1,-1 0,0 0,-1-1,0 0,-1 0,-1 0,-1 0,0 0,-1-1,-1-10,-7-49,7 74,0 0,0 1,0-1,0 0,0 1,0-1,0 1,0-1,0 0,-1 1,1-1,0 0,0 1,0-1,0 0,-1 1,1-1,0 0,0 1,0-1,-1 0,1 1,0-1,-1 0,1 0,0 0,-1 1,1-1,0 0,-1 0,1 0,0 0,-1 1,1-1,0 0,-1 0,1 0,0 0,-1 0,1 0,-1 0,1 0,0 0,-1 0,1 0,-1 0,1-1,0 1,-1 0,1 0,0 0,-1 0,1-1,0 1,-1 0,1 0,0-1,0 1,-1 0,1 0,0-1,0 1,-1 0,1-1,0 1,0 0,0-1,0 1,-10 29,8-22,0 1,1-2,0 2,0-1,1 0,-1 0,2 1,-1-1,1 0,0 0,1 0,-1 0,2 0,-1 0,1 0,0-1,0 1,1-1,0 0,0 1,1-2,-1 1,1 0,0-2,1 1,0 0,0 0,4 2,14 3,0-3,0 1,1-3,-1 0,2-1,-2-1,1-2,1 0,-1-1,14-3,41-2</inkml:trace>
  <inkml:trace contextRef="#ctx0" brushRef="#br0" timeOffset="35804.532">12283 3081,'0'2,"1"0,-1-1,0 1,0-1,1 1,-1-1,0 1,1-2,0 2,-1-1,1 1,0-1,0 1,0-1,0 0,0 0,0 0,0 1,0-1,0 0,1-1,-1 1,0-1,1 1,-2 0,2 0,-1-1,1 1,-1-1,1 1,-1-1,1 0,-1 0,1 1,0-1,-1 0,1 0,-1-1,1 1,-1 0,1-1,0 1,-1 0,1-1,-1 0,1 1,-1-1,0 0,1 0,-2 1,2-1,17-7,-1 0,0-2,0 1,-2-2,1 0,-2-1,1-1,-2 0,0-1,0 0,0-4,-9 13,1 0,-1 0,0-1,-1 0,1 0,-2-1,1 1,-1 0,0-1,0 0,0 0,-1 0,0 0,-1 0,0 0,0 0,0-1,-1 1,0-5,-1 10,0 0,0 1,0-2,0 1,-1 0,1 0,0 0,-1 1,0-1,1 0,-1 1,0 0,0-1,0 1,0 0,1-1,-1 1,0 0,0 0,0 0,-1 1,1-1,0 0,-1 1,1 0,-1-1,1 1,0 0,-1 0,1 0,-1 1,1-1,1 1,-3 0,-76 29,70-22,1-1,0 1,1 0,0 0,0 1,0 0,1 0,1 1,0 0,0 0,1 0,0 1,1 0,0 0,0 6,2-9,1-2,0 2,0-2,1 2,-1-1,2 0,-1 1,1-2,0 2,1-2,-1 2,1-2,0 1,1 0,0-1,0 1,1-1,0 0,0 1,1-2,0 1,0 0,-1-2,2 1,1 2,2-2,0 1,0 0,0-2,1 0,0 0,-1 0,2-1,-1-1,1 0,-2 0,2 0,0-1,-1-1,0 0,1 0,0-1,-1-1,0 0,1 0,-2 0,2-1,-1-1,0 0,-1-1,0 1,1-1,-1-1,-1 1,0-2,0 1,0-1,0 0,-2 0,7-8,15-22,0-2,-4 0,-1-2,-1 0,-3-1,-1-1,-3-2,-1 1,-2 0,-2-2,-3 0,-2 0,-1 0,-3-2,0 38,0-1,-1 0,1-1,-2 1,0 0,0-1,-1 1,0 0,-1-1,-1 2,-1-5,4 13,1 0,0 1,-1-1,0 0,0 1,-1 0,1 0,0-1,0 1,-1-1,1 1,-1 0,1 0,-1 0,0 0,1 0,-1 0,0 0,0 0,1 1,-1-1,0 1,0 0,0 0,0 0,0 0,1 0,-1 0,1 0,-1 0,0 0,0 0,0 0,0 1,0-1,0 1,1 0,-2 0,-2 2,-1 0,1 1,0-1,0 0,0 1,0 1,0-1,1 0,0 1,0 0,1 0,-9 16,2 2,1-2,1 2,1 1,1-2,1 2,1 0,1 0,1 0,2 0,0 0,4 23,-3-17,0 1,3-1,0 0,3 0,0 0,1-1,2 0,2 0,-1-1,3-1,2 0,-1-1,3 0,10 10,-22-29,0 0,1-1,-1 0,1-1,1 0,-1 1,1-1,-1-2,2 2,-1-1,1-1,0 0,-1-1,1 0,0 0,0 0,-1-1,2 0,-1-1,0 0,0 0,0-1,0 0,0-1,0 0,0-1,-1 2,1-3,0 1,-2-1,2-1,-1 2,-1-2,7-6,-2-1,-1 0,-1 0,-1-1,1-1,-2 0,0 0,-1 0,-1 0,0-1,0 0,-2-1,0 0,-1 0,0 0,-3 1,1-17,-19-29,17 60,0-1,0 1,0 0,0 0,0 0,0 0,0 0,-1 1,1-1,0 0,-1 0,1 1,0-1,-1 0,1 1,-1-1,2 1,-2 0,1 0,-1-1,0 1,1 0,-1 0,1 0,-1 0,1 1,-1-1,1 0,-1 1,1-1,-1 1,1-1,-1 1,1 0,0 0,-1 0,1-1,0 0,0 1,-1 1,1-1,-6 7,0-1,0 1,1-1,0 2,0 0,1 0,1 0,-1 0,1 0,0 2,1-2,0 0,1 2,0-1,1 0,0 0,1 0,0 1,0-2,1 2,1-3,0 0,1-1,0 1,0-1,0 0,1 0,0 0,1 0,-1-1,1 0,0 0,1 0,-1 0,2-2,-1 2,0-1,0-1,1 0,1 0,-1 0,0-1,0 0,1-1,0 1,0-1,-1 0,1-1,1 0,-1 0,0 0,-1-1,4-1,53 0,-3-5</inkml:trace>
  <inkml:trace contextRef="#ctx0" brushRef="#br0" timeOffset="36273.044">13755 2816,'-11'5,"2"0,-2 0,1 1,0 0,2 0,-1 1,0 0,0 1,2-1,-1 2,0-1,-1 4,6-8,0 0,0 1,0 0,1-1,0 1,0 0,0 0,0 0,1 0,0 1,0-2,0 2,0-1,1 0,0 0,0 1,1-1,0 0,0 1,0-2,0 2,1-1,0 0,0-1,1 1,-1 2,6 0,-1 1,1-2,0 1,-1-1,2-1,0 1,0-1,1-1,-2 0,2 0,0 0,0-2,-1 1,2-1,-1 0,0-1,0 0,1 0,0-1,-2-1,2 0,-1 0,1-1,3-2,10-1,-2-3,0 1,1-3,-2 1,1-3,-1 1,-1-1,0-1,-2-2,1 0,-1-1,-2-1,1 0,-2 0,0-1,-2-2,0 1,-1-2,0 0,-3 1,1-2,-2 0,3-13,7-42,-3-1,-5-1,-2-1,-4 1,-6-69,-8 28,10 121,0 0,-1 0,1 0,-1 1,1-1,-1 0,1 0,-1 0,1 0,0 0,-1 0,0-1,0 1,0 0,0 0,0-1,0 1,0 0,0-1,0 1,0 0,0-1,0 0,-1 1,1-1,0 0,0 1,-1-1,1 0,0 0,0 0,-1 0,1 0,0 0,0 0,0-1,-1 1,1 0,0-1,0 1,0-1,-1 1,1-1,1 0,-1 1,0-1,0 0,0 0,1 0,-1 1,0 0,0-1,0 0,1 0,-1 0,0-1,1 1,-1 0,1 0,0 0,-1 0,1-1,0 1,0 0,-1 0,1 0,0 0,0-1,-16 28,2 1,0 0,2 1,2 0,0 2,-6 28,16-57,-17 64,2 0,3 2,0 55,10-93,1-1,2 2,2-1,0-1,2 1,0 0,3-2,1 1,1 0,3 3,-5-14,1-1,1 0,-1-1,2 0,1-1,0 0,1 0,1-2,-1 0,2 0,0-1,0-1,1 0,0-1,1-1,0 0,1-1,0-1,0 0,17 1,-30-6,0 0,0 0,-1-1,0 0,1 0,0 0,0-1,0 0,0 0,0 0,0 1,-1-2,1 0,15-11</inkml:trace>
  <inkml:trace contextRef="#ctx0" brushRef="#br0" timeOffset="36529.7">13964 2501,'-22'0,"-12"0,-4 0,3 2,14 2,18 1,22-1,30 1,29-6,27-7,21-7,12-2,-17 1</inkml:trace>
  <inkml:trace contextRef="#ctx0" brushRef="#br0" timeOffset="37827.259">14614 3132,'15'-32,"-3"0,-2-1,0 0,-2-1,-1 0,-1-10,-6 40,3-11,-1 1,0-1,-1 0,-1 0,0-1,-1 2,-1-1,-1-6,3 22,0-1,0 1,0 0,0 0,0 0,0 0,0 0,-1 0,1 0,-1 0,1-1,0 1,-1 0,0 0,1-1,-1 1,1 0,-1 0,0-1,0 0,1 0,-1 1,0-1,0 1,0-1,1 1,-1-1,0 0,0 0,0 1,0-1,0 0,0 0,0 0,0 0,0 0,0 0,1 0,-1 0,0 0,0-1,0 1,0 0,0 0,0-1,0 1,1-1,-1 1,0-1,0 1,0 0,1 0,-1-1,0 0,1 0,-1 1,1-1,0-1,0 6,2-1,0 0,0 0,0 1,1-1,-1-1,1 1,0 0,0-1,0 1,0 0,0-1,0-1,1 1,-2 0,2 0,0-1,-1 1,1-1,0 0,0 0,0-1,0 1,0-1,1 1,212 29,-212-28,-1-1,0 1,1 0,-1 0,1 0,-1 1,0 0,0 0,0 0,-1 0,0 1,1-1,-1 1,0-1,0 2,0-1,-1 0,0 0,1 0,-2 1,1 0,0-1,-1 1,0 0,0-1,0 1,-1 0,0 0,0 1,0 35,-1-37,0 2,1 0,-1-1,1 0,0 1,0-1,1 1,0 0,0-1,-1 0,2 0,-1 1,1-2,1 2,-1-1,1-1,0 1,0 0,0 0,1-2,0 2,0-1,0 0,3 2,5-2,0-1,-1-1,1 0,0-2,-1 1,1-1,1 0,-2-1,1 1,0-2,0 0,-1-1,1 0,-1-1,0 0,0-1,0 0,-1 0,0-1,7-5,63-47,-79 58,-1 0,0-1,1 1,-1 0,1-1,-1 1,0 0,1 0,-1-1,1 1,-1 0,1 0,-1 0,1-1,-1 1,0 0,0 0,1 0,-1 0,1 0,-1 0,1 0,-1 0,1 0,-1 0,1 1,-1-1,1 0,-1 0,0 0,1 1,-1-1,1 0,-1 0,1 1,-1-1,0 0,1 1,-1-1,0 0,1 1,-1-1,0 1,0-1,1 1,-1-1,0 0,0 1,0-1,0 1,1-1,-1 1,0-1,4 34,-3-19,0-11,0 1,1-1,-1 1,1-2,0 1,0 1,0-1,1-1,0 1,-1-1,1 1,0 0,0-2,1 1,-1 0,1 0,0 0,0 0,0-2,0 1,0 0,0 0,0 0,1-1,0 1,-1-1,1 0,0-1,-2 1,2-1,0 0,0 0,-1-1,1 1,0-1,0 0,-2 0,5-2,-3 1,1-1,-1 0,-1 1,1-1,0 0,-2-1,1 0,0 1,0-1,0 0,-1-1,1 2,-1-2,0 0,-1 1,1-1,-2 0,1-1,0 2,-1-1,1-1,-1 1,0 0,-1-1,0 1,1 0,-2-1,1 1,-1 0,0-1,0 2,0-2,-1 1,0-1,0 2,1-1,-2 0,0 1,0-1,0 0,0 1,-1 0,0 0,-4-4,0 1,-1-1,-1 2,0-1,0 0,0 2,-1-1,-1 1,2 2,-2-1,1 0,0 1,-1 0,0 2,0 0,0 0,-10 0,211-1,-38 8,-145-5,1 1,0 0,1 0,-2 0,0 1,1 0,0 0,-1 0,0 1,1 0,-3 0,2 0,0 1,-1 1,0-2,0 2,-1-1,1 0,1 6,0 2,-1 0,0 0,-1 1,-1 0,0-1,-1 1,0 3,11 53,-13-67,1-1,-1 0,1 0,0 1,0-1,0 1,0-1,1 0,-1-1,1 1,-1 0,1 0,0 0,-1 0,1 0,0 0,0-1,1 1,-2-2,1 1,0 0,1 1,-1-2,0 1,1 0,-1 0,1-1,-1 1,1-1,0 0,-1 0,1 0,-1 0,1 0,-1 0,0-1,1 1,-1-1,1 0,-1 0,0 0,1 0,-1 0,1 0,11-7,-1-1,1-2,-2 2,1-3,0 1,-2 0,0-2,-1 0,0 0,-1 0,-1-1,1 0,-2-1,0-1,-2 1,3-9,-15 128,8-100,0 0,1 0,0 0,0-1,0 1,0 0,0-1,1 1,0-2,0 2,0-1,0 0,0 0,1-1,-2 0,2 1,-1-1,1 0,0 0,0 0,0-1,3 1,92 14,-89-16,-1 1,-1-1,2-1,-1 1,0-1,0 0,0-1,0-1,0 1,-2-2,2 1,0 0,-1-1,0-1,-1 0,0 1,1-2,-1 0,0 1,-1-2,0 1,0-1,0 0,-1 0,0-1,0 1,-1-2,-1-2,0 0,-1-1,-1 1,1 0,-2-1,0 1,0-1,-2-5,-2 58,3-33,0 0,1 0,0-1,0 2,1-2,0 1,0 0,1 0,0 0,1-1,0 1,0-2,0 2,1-2,0 2,1-1,-1-1,1 0,0 0,1 0,0 0,0-2,0 2,0-1,1 0,1-1,-6-3,1 0,0 0,0 0,-1-1,1 1,-1-1,1 0,0 0,0 0,0 0,0 0,-1 0,1-1,0 1,0-1,0 0,-1 0,1 0,0 0,0-2,14-7</inkml:trace>
  <inkml:trace contextRef="#ctx0" brushRef="#br0" timeOffset="38103.092">16595 2527,'-14'-2,"-8"-1,-5 0,2 3,5 6,6 5,8 9,11 3,6 0</inkml:trace>
  <inkml:trace contextRef="#ctx0" brushRef="#br0" timeOffset="38664.61">17064 2829,'-3'-2,"0"-1,0 1,0-1,0 1,0 0,-1 0,1 1,-1 0,1-1,-1 1,2 0,-2 0,0 0,0 0,1 1,-1-1,0 1,0 0,0 0,0 0,1 1,0 0,-1-1,0 1,0 1,1-1,-1 0,1 1,-1-1,1 1,0 0,-1 1,-1 3,1-1,0 1,0 0,1-1,-1 2,2-1,-1 0,1 1,0-1,0 1,1 0,1-1,-1 1,0-1,1 2,0-1,1-1,0 1,-1-1,1 1,1 0,0-1,0 1,1-1,0 0,0 1,0-2,1 1,0 0,0-1,1 1,0 0,3 0,-1 1,2-1,-1 0,-1-1,2 0,0 0,1-1,-2 0,2-1,0 0,0 0,-1-1,1 0,0 0,0-1,-1-1,2 1,-1-2,0 1,0-2,9 0,0-1,0-2,-1 2,1-3,-2-1,1 1,-1-2,1 0,-1-2,0-1,-2 2,-2-1,1 0,0-1,-2 0,0-1,7-8,-21 24,0-1,0 1,0 1,0-1,1 0,-1 0,1 1,0 0,1-2,-1 2,1 0,0 0,0-2,0 2,1 0,-1 0,1-2,2 5,2-2,-1 1,2-1,0-1,0 0,0 1,1-2,-1 1,1-1,0 1,1-2,-1 0,1 0,-1 0,1 0,0-1,0 0,0-2,0 1,0 0,1 0,-1-1,0-1,0 1,0-2,1 2,-1-2,6-2,-8 3,1-1,-1 0,0 0,0-1,0 2,0-2,0-1,0 1,-1-1,0 1,0-1,0 0,0-1,-1 1,1-1,-1 0,0-1,0 2,-2-2,1 0,0 1,0-1,-1 0,0 0,0 0,0 0,-1-1,0 1,0 0,-1-1,0 1,0 0,0-1,-1 2,0-2,-1-3,-1 3,0 0,-1 0,1 0,-1 1,0 0,0-1,-1 2,0-1,-1 0,1 1,-1 0,1 0,-2 1,1-1,-1 1,0 0,0 1,1 0,-1 0,-1 0,1 1,-1 0,1 0,-1 2,0-1,0 0,0 1,1 0,0 0,-5 1,5-1,0 1,0-1,0 1,-1 0,1 1,0 0,1 1,-1-1,0 1,1 0,-1 0,1 1,1 1,-1-1,0 0,0 1,1 0,0-1,0 2,1 0,0-1,0 1,0 0,1 0,-1 0,1 1,1-1,-1 1,1-1,1 2,-1-1,1 4,1-5,0 2,0-1,1 0,1 0,-1 0,1 0,0-1,1 1,0 0,0-1,1 1,-1-1,1 0,1 0,-2-1,2 1,0-1,0 0,1 0,0-1,0 1,-1-2,1 1,1 0,-1 0,1-1,0-1,-1 0,1 1,1-1,-1-1,0 1,0-1,0-1,1 1,-1-1,1-1,3 0,32-5,-5-4</inkml:trace>
  <inkml:trace contextRef="#ctx0" brushRef="#br0" timeOffset="38919.042">17871 2464,'-13'-13,"-12"-7,-4 2,-6 3,-3 12,-1 7,3 12,7 9,6 6,9 8,13 4,10 4,5-6</inkml:trace>
  <inkml:trace contextRef="#ctx0" brushRef="#br0" timeOffset="39106.548">17896 3019,'16'10,"9"5,6-1,3-4,5-2,5-7,3-9,3-4,-2-5,-8-4,-10-3,-11 4</inkml:trace>
  <inkml:trace contextRef="#ctx0" brushRef="#br0" timeOffset="101235.415">18470 6108,'4'72,"3"1,4-1,14 51,-20-100,56 251,56 301,-85-298,-4 216,-29-409,4-1,3 0,4 0,5-1,2-1,5 0,2-1,12 17,12 3,-48-99,1 1,-1-1,0 0,1-1,-1 1,0 0,0 1,0-1,0 0,0 0,0 0,0 1,0-1,0 0,-1 0,1 0,0 0,-1 1,1-2,-1 1,0 0,1 0,-1 0,0 0,1 0,-1 0,0 0,-3-16,6 11,2 1,-1 0,0 0,1 0,-1-1,1 2,-1-1,1 1,0 0,0 0,1 0,-1 0,1 0,-1 1,1 0,-1 0,0 0,3 0,7-2,94-21,2 4,108-5,-56 7,606-109,-144 19,-182 55,343 5,-755 47,973-44,-485-1,596-36,-14 34,-303 30,-854 16,25-1</inkml:trace>
  <inkml:trace contextRef="#ctx0" brushRef="#br0" timeOffset="102978.553">18614 6057,'0'-4,"0"-1,0 1,0-1,0 0,0 1,1 0,0-1,1 0,-1 2,1-2,0 1,0 0,0 0,1 0,-1 0,1 0,0 0,0 2,0-2,1 1,0 0,-2 0,2 1,0-1,0 1,0-1,1 1,-1 0,1 0,1 0,42-11,1 2,1 2,-1 1,1 3,45 1,578-2,-437 8,1731-73,-895 18,958-24,183 38,-2184 39,216 3,209 29,-321-8,-131-22,0-1,0-1,0 2,-1-1,1 1,0-1,-1 1,1 0,-1 0,0-1,0 1,0-1,0 1,0 1,0-1,0 0,-1 0,1 0,-1 1,1-2,-1 1,0 0,0 1,0-1,0 0,0 1,0-1,-1-1,1 1,-1 1,1-1,-1 0,0 0,0 0,0 0,0-1,0 1,0 0,0 0,-1 0,1-1,-1 1,-5 15,-18 70,5 0,3 1,5 2,4-2,4 2,5 62,37 600,-25-578,27 336,-38-356,-3-150,0-1,-1 0,1 1,-1-1,1 1,-1-2,0 1,-1 0,1 1,0-2,-1 1,0-1,0 1,0-1,1 0,-2 1,-21 20,8 6,16-26,-1 0,0 1,0-1,0 1,0-1,0-1,-1 1,1 0,-1 0,0 0,0-1,1 0,-1 1,0-1,0 0,-1 0,1 0,-1-1,0 1,0-1,0-1,-111-4,69-3,-603-23,629 30,-234-5</inkml:trace>
  <inkml:trace contextRef="#ctx0" brushRef="#br0" timeOffset="104461.684">18821 7545,'20'9,"2"-1,-1 0,1-3,-1 1,2-1,-1-2,16 1,22 5,-40-5,-9-4,-1 1,1 0,0 2,-1-1,0 2,0-1,0 0,-1 2,1 0,-1 0,0 0,6 6,-13-10,0 1,-1 0,0 0,1 0,-1 0,0 1,0-1,0 0,0 0,-1 0,1 1,-1-1,1 1,-1-1,0 0,0 0,0 1,0-1,-1 1,1-1,-1 1,1-1,-1 0,0 0,0 0,0 1,0-1,0 0,-1 0,1 0,-1-1,0 2,-55 57,-103 42,111-74,38-21</inkml:trace>
  <inkml:trace contextRef="#ctx0" brushRef="#br0" timeOffset="104794.156">19538 7658,'-3'-4,"-1"0,0-1,0 1,1 1,-1-1,-1 0,0 0,0 1,0 1,0-1,0 0,1 1,-2-1,1 2,-1-1,0 1,1 0,-1 0,1 0,-1 1,0 0,0 0,0 0,0 0,1 1,0 0,-1 0,0 0,1 1,-1 0,1 0,0 1,0 0,0 0,0-1,0 1,1 1,-1 0,1 0,0-1,1 1,-1 1,0-1,1 0,0 1,0 1,0-2,1 1,-1 1,1-2,1 2,-1 0,1-2,0 2,0 0,1-1,0 3,2 2,1 1,1-2,0 2,0-2,1 0,0 0,1 0,-1 0,2-1,0 1,0-2,1 1,-2-1,3 0,-1 0,1-2,0 2,0-2,1 0,0 0,0-1,-1 0,1-1,1 0,-1 0,2-1,0 1,1 0,-2-2,1 1,1-1,-2-1,2 0,-1 0,0-1,0-1,0 1,0-2,0 0,0-1,-2 0,7-2,20-15</inkml:trace>
  <inkml:trace contextRef="#ctx0" brushRef="#br0" timeOffset="105195.602">19941 7506,'-37'-11,"38"32,8 15,-1 0,-3-1,-1 1,-1 1,-2 0,-2-1,-2 0,-1 0,-3 1,-4 12,-11 38,23-83</inkml:trace>
  <inkml:trace contextRef="#ctx0" brushRef="#br0" timeOffset="105491.761">20319 7557,'-172'68,"164"-65,-8 4,-2 0,1 2,2-1,-1 2,1 0,0 0,0 2,-4 6,17-17,0 1,0-1,1 1,-1 0,1 0,-1 0,1 0,0 1,0-1,0-1,0 2,0-1,1 1,0-1,-1 1,1-1,0 0,0 0,0 1,0-1,0 1,0-1,1 1,-1-2,0 2,1-1,-1 1,1-1,1 0,-1 1,0-2,0 1,1 0,-1 0,1 0,7 6,1-2,-1 1,2-1,-1 0,1-1,-1-1,2 1,-1-1,0 0,1-1,0-2,7 2,-19-3,48 10,1-3,-1-1,1-3,0-2,0-2,0-2,16-4,26-22,-68 12</inkml:trace>
  <inkml:trace contextRef="#ctx0" brushRef="#br0" timeOffset="106111.214">19317 6713,'-54'9,"3"3,-1 1,0 3,-41 20,88-34,1-1,-1 0,0 1,1 0,1 0,-2-1,1 1,0 0,0 1,0 0,0 0,1 0,-1 0,1 0,1 1,-1-1,0 0,0 1,1 0,-2 4,4-6,1 0,0 1,0-1,0 1,0-1,1 0,-1 0,1 0,-1 0,1 0,0 0,0 0,-1 0,1-1,0 1,0-1,1 0,-1 0,0 1,1-1,-1 0,1 0,-1-1,1 1,-1 0,1-1,2 1,37 9,1 0,1-4,45 3,65 11,-152-19,3-1,0 1,1-1,-1 1,0 0,1 1,-1-1,0 1,-1 1,1-1,0 1,0-1,0 1,-1 0,1 1,-1-1,-1 0,1 1,2 3,-6-4,-1-1,1 1,0 0,-1-1,0 1,0 0,0 0,0-2,0 2,0-1,-1 1,1-1,0 0,-1 1,1-2,-1 1,0 0,0 0,-1 0,1-1,0 1,-1-1,1 1,-1-1,1 0,-1-1,1 1,-1 0,0 0,3-1,-31 14,2-3,-2-1,0-1,0-2,-1 0,0-2,0-2,-12 0,-17-4,60 1,1 1,0-1,-1 0,1 0,0 0,-1 0,1 0,-1-1,1 1,0 0,-1 0,1 0,0 0,-1 0,1 0,0-1,-1 1,1 0,0 0,-1 0,1-1,0 1,0 0,-1 0,1-1,0 1,0 0,-1-1,1 1,0 0,0-1,0 1,0 0,0 0,-1 0,1-1,0 1,0 0,0-1,0 1,0 0,0-1,0 1,0-1,0 1,1 0,-1-1,0 1,0 0,0-1,0 1,0 0,1-1,-1 1,0 0,0-1,1 1,-1 0,0 0,0-1,1 1,-1 0,0 0,1-1,-1 1,0 0,13-11</inkml:trace>
  <inkml:trace contextRef="#ctx0" brushRef="#br0" timeOffset="106390.995">19695 6802,'4'10,"2"11,-1 7,2 8,-1 5,-1 0,0 2,1-4,0-6,-1-5,2-8,1-4,2-10,-1-4</inkml:trace>
  <inkml:trace contextRef="#ctx0" brushRef="#br0" timeOffset="106638.105">19720 6436,'-10'-13,"-5"-2,2 5,12 10,11 9,11 1,3 1</inkml:trace>
  <inkml:trace contextRef="#ctx0" brushRef="#br0" timeOffset="107622.314">21505 7848,'-14'4,"2"-1,-1 2,-1 1,3-1,-2 2,1 0,1 0,-1 1,1 0,1 1,0 0,0 1,0 0,2 0,0 1,0 0,0 0,1 2,1-2,1 1,0 0,0 2,1-1,0-1,1 1,1 4,1-14,0 0,0 1,1-1,0-1,0 2,0-1,0 0,0 1,1-2,-1 1,1 0,0 1,0-1,0 0,1-1,-1 1,1 0,-1 0,1 0,0-1,0 0,0 1,1-1,-1 0,0 1,1-1,-1 0,1-1,-1 1,1-1,0 1,0-1,0 0,1 0,-1 0,0 0,0 0,1-1,-1 1,-1-1,2 0,-1 0,0 0,2 0,10-7,-1 1,1-1,0-1,-2 0,1-1,-1-1,0 0,-1-1,-1 0,1 0,-1-2,8-11,6-3,-3-1,1 0,-3-2,0 0,-3-2,0 0,-3-1,0 0,-2-1,-2 0,-1 0,-2-1,-1 0,-1-1,-3-2,-16-56,13 90,0 0,0 2,-1-2,1 0,-1 1,0-1,0 2,0-1,0 0,0 0,-1 0,0 0,2 1,-2 0,0-1,0 1,-1 0,1-1,0 2,-1-1,1 1,-1 0,1-1,-1 1,-1 1,1 0,0 0,-1 0,1 0,-1 1,1 0,0 0,0 0,0 0,0 0,0 1,0 0,0 0,0 0,0 1,1-1,-1 0,2 1,-1 0,0 0,-3 4,-52 75,48-63,0 1,2 1,0 0,1-1,2 2,0 0,2 0,0-1,1 2,1-1,2-1,0 2,1-1,2-1,0 1,1 0,1-1,1 0,1 0,1-1,1-1,1 1,0-1,5 5,-4-8,0 0,2 0,-1-1,2-1,-1-1,2 0,1 0,-1-2,2 0,4 3,-3-9,-7-5</inkml:trace>
  <inkml:trace contextRef="#ctx0" brushRef="#br0" timeOffset="107911.868">21895 7999,'30'85,"-29"-82,1-1,0 1,0 0,0 0,1-1,-1 1,-1-2,2 2,0-1,0 0,-1 0,1 0,0-1,1 1,-1-1,0 0,0-1,1 1,-1 0,-1 0,2-1,-1 1,1-1,-1 0,1 0,0 0,4-2,-1 0,1-1,-1 0,1-1,-1 1,0-1,0 0,-1-1,1 0,-1 1,1-2,-2 0,0 1,0-2,0 1,0 0,0-1,-1 1,0-2,-1 1,-1 0,1-1,0 1,-1-1,0 1,-1-1,0 0,0 0,-1 1,0-4,0 7,1 1,-1-1,0-1,-1 1,1 1,-1-1,0 0,0 0,0 0,-1 0,1 1,-1-1,0 0,0 1,1 0,-2-1,1 1,-1-1,0 2,0-1,0 0,0 1,-1-1,1 1,-1 0,1 0,0 0,-1 0,0 1,0-1,0 1,0 0,0 0,-1 0,1 0,0 1,1 0,-1 0,-1 0,1 0,0 1,0 0,-1-1,1 2,0-1,-1 1,0 1,-1-1,1 0,0 1,0 1,0-1,2 1,-2-1,1 1,0 1,0-1,0 0,0 1,1 0,0 0,0-1,1 2,0-1,0 0,0 0,0 1,1-1,0 1,0 0,0-1,1 1,0 0,0-1,1 7,7 16</inkml:trace>
  <inkml:trace contextRef="#ctx0" brushRef="#br0" timeOffset="108415.027">23224 7393,'-12'-1,"-1"1,1 1,-1 0,0 0,1 1,-1 1,1 0,0 0,0 1,0 1,0 0,1 0,0 1,0 1,1-1,0 2,0-1,0 2,2-1,-4 4,0 1,1-1,0 2,1 0,0 1,2 0,0 0,0 1,1-1,1 2,0-1,3 1,-1-1,0 1,2 3,0-16,1 2,0 0,1-1,0 0,-1 1,2-1,-1 0,1 1,-1-1,2 1,-1-1,1 0,-1 0,2 0,-1 1,0-2,0 1,1 0,0-2,1 2,-1 0,1-1,0-1,0 1,1 0,-1-1,0 1,1-2,-1 1,2 0,-1-1,0 1,0-1,1-1,2 1,3-3,1 0,-1-1,0 0,1-1,-1 0,-1-1,1 0,0-1,-2 0,2 0,-1-1,-1-1,0 1,0-2,0 2,-1-3,0 2,-1-2,0 0,6-9,3-9,0 0,-1 0,-2-2,-1 0,-1 0,-2 0,-1-2,-1 0,-2 1,-1-1,-2 0,-1 0,-1 0,-3-14,3 40,0-7,0 2,-1-1,0 0,-1 1,0-1,0 0,-2 1,1-1,-1 1,-6-9,10 18,0 0,-1-1,0 1,0 1,0-1,0 0,0 0,0 0,0 0,0 0,0 0,-1 0,1 0,0 1,-1-1,1 0,0 1,-1 0,1-1,-1 1,1 0,-1-1,1 1,-1 0,1 0,0 0,-1 0,1 1,-1-1,1 0,0 1,0-1,-1 1,1-1,0 1,-1-1,1 1,0 0,0 0,-43 41,31-17,1 0,1 2,1-2,1 3,3-2,0 1,1 1,1 0,1-1,2 2,1 5,-2-3,1-1,2 1,1 0,2 0,1-1,1 1,1-1,2 0,1-1,2 0,0 0,3-2,0 0,1 0,7 6,49 27,-41-44</inkml:trace>
  <inkml:trace contextRef="#ctx0" brushRef="#br0" timeOffset="108665.034">23536 7696,'-2'22,"-1"17,0 11,2 8,-1 4,1 0,3-5,2-9,1-12</inkml:trace>
  <inkml:trace contextRef="#ctx0" brushRef="#br0" timeOffset="109148.837">24279 7280,'-19'20,"3"0,0 0,0 2,3 1,-1-1,2 2,2 0,0 0,1 1,1 0,-2 23,7-35,0 1,2-1,0 0,0-1,2 1,-1 1,2-1,0 0,0 0,2 2,-2-9,0-1,-1-1,1 1,0 0,1-1,-1 0,1 0,0 1,1-1,-1-1,1 1,0 0,0-1,-1 1,1-2,1 1,0 0,-1 0,1-1,0 0,0 0,0-1,-1 0,1 1,1-1,-1 0,4 0,-1-1,1 0,0-1,0 1,0-2,-2 1,2-1,0 0,-1-1,0 0,0 0,0-1,0 1,0-2,-1 0,0 0,0 1,0-2,1-1,4-6,1 1,-1-1,-1-1,0-1,-1 1,0-1,-2-1,3-5,1-8,-2 1,-2 0,0-2,-2 1,-1 0,-1 0,-2-1,-1-1,-2 2,-1-1,-3-12,-19-44,23 83,0 1,0-1,0 0,0 0,-1 2,1-2,-1 1,0-1,0 1,0 0,0 0,0 0,-1 1,1-1,-1 0,1 1,-1-1,0 1,1-1,0 1,-1 0,0 0,0 1,0-1,0 1,0-1,0 1,-2 0,-1 1,1 0,1 1,-1 0,0 0,0 0,0 0,1 1,-1-1,1 1,0 0,0 0,0 1,0-1,1 1,-1 0,1 0,0 0,-2 3,-41 86,36-67,2 1,1 1,2-1,0 1,3 1,0-1,2-1,0 2,3-1,-1 0,3-1,1 2,1-2,1-1,2 1,0-1,2 1,1-3,1 1,1-1,5 5,-14-21,1 0,-1-1,2 0,-2-1,2 1,0 0,0-2,1 1,-1-1,1-1,0 1,1-1,-2 0,2-2,0 1,5 1,16-1</inkml:trace>
  <inkml:trace contextRef="#ctx0" brushRef="#br0" timeOffset="109448.711">24799 7607,'48'0,"115"9,-160-9,1 0,-1 1,0-1,0 1,0 0,0 0,0 0,0 0,-1-1,1 1,-1 1,1 0,0-1,-1 1,1 0,-1 0,0 1,0-1,0-1,0 2,0-1,0 1,-1 0,1 0,-1-2,1 2,-1 0,-1 0,0 0,1 0,0-1,-1 2,1-1,-1 0,0 0,0 0,-1-1,1 1,0 1,-1-1,-4 14,-2-1,0 1,-1-1,-1-1,0 0,-1 0,-4 3,-49 91,62-107,0-1,1 1,-1 0,1 0,-1-1,1 1,-1 0,1 0,0-2,0 2,0 0,0 0,0 0,0-1,1 1,-1 0,1 0,-1-1,1 0,0 1,-1-1,1 1,0-1,0 1,0-1,0 1,0-1,1 0,-1 1,0-1,1-1,-1 1,0 0,1 0,0 0,-2 0,2-1,-1 1,1 0,0-1,0 1,-1-1,1 0,1 1,14 1,-1-1,1 0,-1-1,2-1,-2 0,1-2,0 0,15-4,-21 4,74-16,-4-3</inkml:trace>
  <inkml:trace contextRef="#ctx0" brushRef="#br0" timeOffset="109989.786">26115 7179,'-6'-2,"0"0,0 1,1 1,-1 0,0-1,-1 1,1 0,0 1,1-1,-2 0,1 1,0 1,0 0,0 0,1 0,0 0,-1 1,0 0,1-1,0 2,0 0,1 0,-4 2,-2 4,0-1,0 2,2-1,0 1,0 1,0-1,2 1,0 0,-4 12,3-8,0 1,1 1,2-1,0 1,1 0,0 0,1 0,2-1,0 1,0 0,2 0,0 0,2 0,0 0,2 7,-3-20,-1 1,1-1,0-2,0 2,1 0,-1-2,1 1,0 0,0 0,-1 0,2-1,-1 0,1 0,0 0,0 0,0-1,0-1,0 2,0-2,1 1,-1-1,1 0,-1 0,6 0,0-1,0 0,0-1,-1 0,1 0,0-2,-1 1,1-1,0 0,-1-1,0 0,0-1,2-1,4-5,0 1,-1-1,-1-1,0-1,-1 0,0-1,-1 0,-1 0,0-1,0-1,-2-1,-1 1,0-1,-1 0,2-7,1-4,-3-2,0 1,-1-1,-2 0,-1 0,-2 0,-1 0,-1 0,-2-2,0 11,-1 1,0 1,-2-1,0 0,0 0,-8-10,11 22,-1 2,0-2,-1 2,1-2,-1 2,0 0,-1-1,0 2,0-1,-1 0,1 2,-1-1,0 0,0 1,-1 0,1 1,-8-3,11 4,-1 1,0 0,1 1,0-1,-1 1,0 0,1-1,-1 2,0-1,0 1,1-1,0 0,-1 2,1-1,-1 1,1-1,-1 1,1 1,0-1,0 1,1-2,-1 2,0 0,1 0,-1 1,1-1,0 0,0 1,0 0,1 0,-3 3,-2 6,0 2,1-2,0 2,1-1,0 0,2 1,1 0,-1 0,1 1,2 22,1 0,1 0,2-1,2 1,2-1,2 0,1-1,1 0,3-1,0 0,3-2,0 1,3-2,1-1,21 24,-28-35,0-1,2-2,1 1,0-1,1-1,1-1,0 0,1-1,15 6,-3-10,-9-9</inkml:trace>
  <inkml:trace contextRef="#ctx0" brushRef="#br0" timeOffset="110364.127">26597 7432,'17'-7,"-1"2,1 0,0 1,1 0,0 3,15-2,-22 1,1 0,-1 0,0 1,1 0,-1 1,1 1,-2-1,2 2,-1 0,0 0,0 1,0-1,0 2,7 3,-16-5,0-1,0 1,0-1,0 0,0 1,0 0,0 0,-1 0,1 1,-1-1,0 0,0-1,0 2,0-1,0 1,0-1,-1 1,1-1,-1 0,1 1,-1-1,0 1,0 0,0-1,0 0,-1 1,1-1,-1 1,1-1,-1 1,0-1,0 0,0 0,0 0,0 1,0-1,-1 0,0 1,-68 71,-32 19,101-92,0-1,1 1,-1-1,1 1,-1 0,1 0,-1 0,1 0,0-1,-1 1,1 0,0 0,0 0,0 0,0 0,0 0,0 0,0 0,0 0,0-1,0 1,0 0,1 0,-1-1,0 1,0 0,1 0,-1 0,1 0,-1 0,1-1,-1 1,1 0,0 0,-1-1,1 1,0 0,0-1,-1 1,1-1,0 1,0-1,0 0,0 1,-1-1,1 0,0 0,48 11,-44-10,15 1,69 16,-86-17,-1-1,0 1,1 0,-1 1,1-1,-1 1,0-1,1 1,-1 0,0 0,0 0,0-1,0 1,-1 1,1-1,0 0,-1 1,0 0,0-2,1 2,-2 0,0-1,1 1,0 0,-1 0,1-1,-1 0,0 1,0 1,-2 4,1 1,-1-1,-1 0,0 0,-1 0,1-1,-2 1,1 0,-1-2,0 2,0-2,-5 6,-19 22</inkml:trace>
  <inkml:trace contextRef="#ctx0" brushRef="#br0" timeOffset="110974.041">26571 8252,'-8'83,"10"13,5-1,4 1,3-1,6-1,30 91,-35-130,47 200,28 256,-71-363,-10-102</inkml:trace>
  <inkml:trace contextRef="#ctx0" brushRef="#br0" timeOffset="111639.005">24865 8326,'0'15,"0"18,0 21,-2 24,-2 25,1 24,1 22,0 19,1 15,1 11,-1 5,6 1,8-8,8-16,11-17,7-24,2-26,-6-32</inkml:trace>
  <inkml:trace contextRef="#ctx0" brushRef="#br0" timeOffset="112322.921">23419 8402,'-9'17,"-7"22,-3 21,1 26,4 24,9 20,10 16,13 16,13 11,17 7,9 3,8-1,-2-7,-7-8,-13-16,-15-19,-14-32</inkml:trace>
  <inkml:trace contextRef="#ctx0" brushRef="#br0" timeOffset="112998.727">21974 8642,'-9'-6,"8"4,1 2,-2-1,1 0,0 0,0 0,0 0,0 0,-1 0,1 0,0 0,-1 1,1-1,-1 0,1 1,0-1,-1 1,0 0,1-1,0 1,0 0,-1 0,1 0,-1 0,1 0,-1 0,1 1,-1-1,0 0,1 1,0-1,-1 1,1 0,-1-1,1 1,0 0,-1 1,-19 65,21-65,-10 114,5-1,8 58,-3-143,72 1015,-59-898,-2-26</inkml:trace>
  <inkml:trace contextRef="#ctx0" brushRef="#br0" timeOffset="113590.235">21635 9474,'50'90,"-14"-32,2-2,4-2,22 23,-63-76,0 1,0 0,1 0,0 1,-1-1,1 0,0 1,0-1,0-1,0 1,0-1,1 1,-1 0,1-1,-1 1,1-1,-1 0,0 0,1 0,0 0,0 0,-1-1,1 0,0 0,0 0,0 0,0 0,0 0,0 0,-1 0,1 0,-1-1,1 0,2-1,1-5,0 0,-1-1,0 0,0 0,-2 0,1-1,0 1,-1-1,0 0,0-6,1 3,96-413,-78 328,-2 12</inkml:trace>
  <inkml:trace contextRef="#ctx0" brushRef="#br0" timeOffset="115163.649">26519 3725,'-2'36,"2"0,1 1,2-1,2 0,7 23,-1 3,11 148,-9 0,-12 115,-2-160,1-167,0 2,0-2,-1 1,1-1,0 1,-1 0,1-1,-1 1,0 0,1-1,-1 1,0 0,0 0,0 0,0 1,0-1,0 0,0 0,0 0,0 0,-1 0,1 1,0-1,-1 0,1 1,0-1,-1 1,1-1,0 1,-1 0,1 0,-1 0,1 0,0 0,0 0,-1 0,1 0,0 0,-1 0,1 1,-1-1,1 1,0-1,-1 1,1 0,0-1,0 1,-1 0,1 0,-7 8,0 1,2-1,-1 1,1 1,0-1,1 1,0 0,1 0,1 0,0 1,0-1,1 1,0 0,1 4,-3 8,1 0,1-1,2 2,0-2,2 1,3 20,-3-36,0-1,0 2,0-1,1-1,0 0,0 0,1 0,0 0,0 0,1 0,0-2,1 2,-1-2,0 1,2 0,-1-1,1-1,0 1,0 0,-1-2,1 1,4 1,-1-1,0 0,1-1,0 1,0-1,0-1,0 0,1-1,-2 0,2-1,0 0,-2 0,2-2,-1 1,1-1,-2-1,1 0,0-1,-1 1,1-2,-1 0,1 0,-2 0,0-2,1 2,-1-3,-1 1,0 0,0-2,0 2,-1-2,-1 0,1 0,-1 0,0 0,-1-2,0 2,-1-2,-1 1,1-2,-2 2,-1 1,0-1,0 1,-1 0,0-1,-1 1,0-1,0 1,-1-1,0 1,-1 0,1 0,-2 0,0 0,0 1,-1-1,-1 2,1-2,-1 2,1-1,-2 0,0 2,0-1,-1 1,1 0,-1 0,0 1,-1 0,0 0,1 1,-1 0,-6-1,4 3,-1 0,0 1,0 0,1 1,-2 1,1 0,1 0,-1 2,0-1,2 1,-2 1,0-1,2 2,-1 0,0-1,1 2,-8 6,2-1,1 0,0 1,0 1,1 0,1 1,1 0,0 1,0 0,1 1,-3 10,6-11,1 0,1 1,1 0,0 1,1-1,1 1,-1 14,2 34</inkml:trace>
  <inkml:trace contextRef="#ctx0" brushRef="#br0" timeOffset="115977.311">26584 6146,'-23'50,"2"1,2 2,3 0,-5 31,20-70,11-43,3-23,-4-1,-1 0,-2 0,17-106,6 84,-27 73,-1 0,1-1,-1 1,0 0,1 0,0 1,0-1,0 0,0 1,1-1,-1 0,0 1,1 0,-1 0,1-1,-1 2,1-1,0 0,0 1,-1 0,0-1,1 1,0 0,-1 0,1 0,0 0,0 1,2-1,2 2,0 0,-1 1,0 0,1 0,-1 0,1 0,-1 1,-1 1,1-1,-1 0,1 1,-1 0,0 0,-1 1,0 0,0-1,0 1,-1 0,0 0,0 1,0-1,0 1,-1 0,-1-1,1 1,-1-1,0 2,-1-1,1-1,-2 2,1-2,-1 2,0-1,0-1,-1 1,0-1,0 1,-2 2,-4 5,-1-2,1-1,-1 0,-2 1,1-2,0 1,-5 1,-34 36,46-46,2 0,-1 0,0-1,0 1,0 1,0-1,1 1,-1-1,1 1,0-1,0 0,0 1,0 0,0 0,0 0,1-1,-1 1,1 0,0 0,0 0,0 0,0-1,1 1,-1 0,1 0,0-1,0 1,0-1,0 1,0 0,0-1,1 1,-1-1,1 1,1 0,8 5,0-2,1 1,0 0,0-2,1 0,-1 0,1-1,1-2,-2 1,2 0,0-1,-1-1,2 0,7 2,2-1,-2-1,2-1,-2-1,1 1,0-3,-1-1,6-2,-25 5,0 1,0-1,-1 0,1 0,0 0,-1 0,1-1,-1 0,0 1,1-1,-1 0,0 0,-1 0,1 0,0 0,-1 0,1-2,5-12</inkml:trace>
  <inkml:trace contextRef="#ctx0" brushRef="#br0" timeOffset="116228.851">26271 5855,'22'-4,"21"-1,21-1,16 1,14 2,5 0,0-1,-18 1</inkml:trace>
  <inkml:trace contextRef="#ctx0" brushRef="#br0" timeOffset="119074.703">21986 6284,'0'19,"0"16,0 9,0 9,2 6,1 1,0-2,0-2,-2-10,-2-11,-1-10</inkml:trace>
  <inkml:trace contextRef="#ctx0" brushRef="#br0" timeOffset="119485.921">21999 6272,'9'-10,"-1"0,1 1,1 0,0 1,-1 0,2 1,1 0,-1 0,0 1,1 0,0 1,0 1,1 0,0 0,-1 1,1 0,0 2,0 0,0 0,0 1,10 1,-18-1,-1 0,0 0,0 1,0-1,0 1,0-1,0 2,0-1,0 1,0-1,-1 1,1 0,0 0,-2 1,2-1,-1 0,0 1,0 0,0 0,0 0,-1 0,1 0,-1 0,0 1,0 0,0-2,0 2,-1 0,1 0,-2 0,1 0,0 0,-1 0,1 0,-1 1,-3 8,1 1,-2-1,0-1,-1 1,-1 0,0-1,-1-1,1 1,-2 0,-1-2,1 1,-2-1,1 0,-1 0,0-2,-1 1,0-1,-12 5,-119 68,141-80,1-1,-1 1,1 0,-1 0,1-1,0 1,-1 0,1 0,0 0,0-1,-1 1,1 0,0 0,0 0,0 0,0-1,0 1,0 0,0 0,1-1,-1 1,0-1,0 1,1 0,-1 0,0-1,1 1,-1 0,1 0,-1-1,1 1,-1 0,1-1,0 1,-1-1,1 1,-1-1,1 1,0-1,0 1,-1-1,1 0,0 1,0-1,0 0,-1 0,1 0,0 0,0 1,0-1,0 0,-1 0,1 0,0-1,0 1,8 5,35 24,-24-15,-1-1,2-2,-1 1,2-2,-1-1,1 0,1-2,-3-1,1-2,-1 0,1-1,-1-3,2 1,-2-1,1-1,0 0,4-3,13-5</inkml:trace>
  <inkml:trace contextRef="#ctx0" brushRef="#br0" timeOffset="123528.427">22599 6650,'0'-207,"1"206,-1 0,1 0,0 0,0 0,-1 1,1-1,0 0,0 0,0 1,0-1,0 0,0 1,0-1,0 1,0-1,0 1,1-1,-1 1,0 0,0 0,0 0,-1 0,2 0,-1 0,0 0,0 0,0 0,1 0,-1 0,0 1,0-1,0 1,0-1,0 1,0-1,0 1,0-1,0 1,1 0,6 2,34 5,-26-6,1 2,-1 0,1 0,-2 1,1 1,4 2,-16-2,1-1,0 0,0 1,-1 0,0-1,0 1,-1 1,0-1,0 1,-1-1,0 1,0 0,-1-1,1 2,-1-2,-1 1,1 1,-1-2,-1 2,1-2,-1 1,-1 0,1 0,-1 0,0 30,2-36,-1 0,1 1,0-1,0 1,0-1,1 1,-1-1,0 0,0 1,1-2,-1 2,1-1,-1 0,1 1,0-1,-1 0,1 0,0 0,0 1,0-1,0 0,0 0,0 0,0 0,0-1,0 0,1 1,-1 0,0-1,0 1,1-1,-1 1,0-1,1 1,-1-1,1 0,-1 0,1 0,-1 1,0-2,1 1,-1 0,0 0,0 0,2-1,13-3,0-1,-1-2,0 1,-1-1,1-1,-1 0,-1-1,1-1,-1 0,-1-1,0 0,1-2,-1 2,0 1,0 0,-2-2,0 0,1 1,-2-2,-1-1,0 1,0 0,-1-1,1-4,-8 18,0-1,0 0,0 0,0 0,1 0,-1 0,0 0,0 0,0 0,0 1,0-1,0 1,0-1,0 0,0 0,-1 0,1 0,0 0,0 0,0 1,0-1,-1 0,1 0,-1 0,1 1,-1-1,0 0,1 0,-1 1,0-1,1 1,-1-1,0 1,0 0,1 0,-1-1,0 1,0 0,0-1,0 1,0 0,0 0,0-1,1 1,-1 0,0 0,0 0,0 0,0 0,0 1,0-1,0 0,0 0,0 1,1-1,-1 0,0 1,0-1,0 0,0 0,1 1,-1-1,0 1,1 0,-1-1,0 1,0 0,-3 4,-2-1,1 0,0 1,0 0,0 0,1 1,0 0,1-1,-1 1,1 0,0 0,0 0,-1 4,3-7,0 1,-1 0,1-1,1 0,-1 1,1 0,-1 0,1-1,0 0,0 1,1 0,-1 0,1-1,0 1,0-1,0 1,0 0,1-2,-1 2,1-1,0 0,0 1,0-2,1 1,1 2,5 1,1-2,1 0,-1 1,0-2,1 0,0 0,0-1,0 0,0-1,0 0,0-1,0 0,1 0,-2-2,2 1,-1-1,-1-1,1 1,0-2,0 0,5 0,0 0,-1 0,0-2,1-1,-2 1,0-2,0 0,0-1,-1 0,0-1,-1 0,0 0,-1-2,0 0,0 0,-1 0,-2-2,6-6,-13 17,1 0,-1 1,0-1,0 0,0 1,0-1,0 0,0 0,-1 0,0 0,0 0,1 0,-2 0,1 0,0 0,-1 1,1-1,-1 0,0 0,0 0,0 0,0 1,-1-1,1 0,-1 1,0-1,0 0,0 1,0 1,0-2,0 1,-1 0,1 0,0 0,0 1,-1-1,0 1,0 0,0 0,1 0,-1 0,0 0,-1 0,1 1,-5-1,-1 1,0 0,-1 1,1 0,1 0,-1 1,0 0,0-1,1 2,0 1,-1-1,1 1,0 0,1 1,-1 0,1-1,0 2,0 0,1-1,0 2,0 0,-3 2,8-8,-1 1,1-1,-1 1,1-1,0 1,0-1,-1 0,1 1,0-1,1 1,0 0,-1 0,0 0,1 0,-1-1,1 0,-1 1,1 0,0 0,0 0,0 0,0 0,0 0,1 0,-1-1,0 1,1 0,-1 0,1 0,0 0,-1 0,1 0,0-1,0 1,0-1,0 0,1 1,-1-1,0 1,1-1,-1 0,1 0,0 1,0-1,9 2,-1-3,1 2,0-1,1-1,-2 0,1 0,0-1,-1-1,1 1,0-1,0-1,-2-1,4-1,123-53,-135 58,0 0,0 0,0 0,0 0,0 0,-1 1,1-1,0 0,0 1,0-1,0 0,0 1,-1-1,1 1,0-1,0 1,-1 0,1-1,0 1,-1-1,1 0,-1 1,1 0,-1 0,1-1,-1 1,0 0,1 0,-1 0,0 0,1 0,-1 0,0 0,0-1,0 1,0 0,0 0,0 0,0 0,0-1,-1 1,1 0,0 0,0 0,-1-1,1 1,0 0,-1 0,1 0,-1-1,1 1,-1 0,0 5,-3 34,2 2,2-1,2 1,1-1,4 5,41 188,-47-233,-1 1,1-1,-1 1,0-1,0 1,0-1,1 1,-1-1,0 0,0 0,0 1,0-1,-1 1,1-1,0 1,0-1,0 0,-1 1,1-1,-1 0,0 0,1 0,-1 1,0-1,0 0,0 0,0 0,0 0,0 0,0 0,0 0,-1 0,1 0,0 0,-1-1,1 1,0 0,-1-1,1 0,-1 0,1 0,-1 0,1 1,-1-1,1 0,-1 0,1 0,-1 0,-5-4,0-1,0-1,0 2,1-2,1-1,-1 2,0-2,1 0,0 1,0-2,1 2,-1-2,3 1,-2-1,1 0,1 0,-1-3,-6-11,1 0,1 1,2-2,0 0,1 1,2-1,0-5,3 25,0 0,0 1,0-1,0 1,1-1,-1 1,1-1,-1 0,1 1,0 0,0 0,0 0,0 0,0 0,1 0,-1 1,1-1,-1 1,1-1,0 1,0 1,0-1,-1 0,1 0,0 0,-1 1,1-1,1 1,-1 0,0 0,0 0,0 0,0 1,0-1,0 1,2 1,16-3,27-3,-3 0</inkml:trace>
  <inkml:trace contextRef="#ctx0" brushRef="#br0" timeOffset="123804.891">24226 6524,'-13'-2,"-4"-1</inkml:trace>
  <inkml:trace contextRef="#ctx0" brushRef="#br0" timeOffset="125898.336">17102 7923,'120'8,"1"-5,0-5,36-9,-127 10,1096-98,-1120 99,-14 0,7 0,-15 0</inkml:trace>
  <inkml:trace contextRef="#ctx0" brushRef="#br0" timeOffset="126491.78">17194 6915,'22'9,"2"-1,-2 0,3-3,-2 1,1-2,0 0,18-2,-37-2,166 8,-2-7,1-9,0-6,35-12,-17-2,-173 24,-21 2,-22 1,1 1,2 1</inkml:trace>
  <inkml:trace contextRef="#ctx0" brushRef="#br0" timeOffset="142171.073">13730 11012,'-1'49,"3"0,2 0,1 0,4-1,2 1,1-2,3 0,20 44,18 68,-40-121,-4 1,0 1,-2-1,-1 2,-3-2,-2 29,-19 8,17-73,0-1,0-1,-1 2,1-1,0 0,-1 0,1 0,-1 0,0 0,1-1,0 1,-1-1,0 1,0 0,0-1,-1 0,1 0,0 1,-1-1,1-1,-1 1,1 0,-1 0,1-1,-1 0,1 1,0-1,0 0,-2 0,-2-3,0 1,0-1,0 0,1 0,1 0,-1 0,0-1,0-1,0 1,1 1,-1-2,1 0,1 1,0-1,0-1,0 1,0 0,0-1,-1-3,-16-38,1-3,3 1,2-1,2 0,3 0,2-1,2-1,3-9,1 56,-2-25,1 1,1 1,2-1,1-1,1 1,2 1,6-24,-10 48,0 1,0 1,1-2,0 1,-1 0,1 0,1 0,-1 1,0-1,1 0,-1 0,1 1,0 0,0 0,-1 0,1 0,0 0,0 0,1 1,-1-1,1 1,-1 0,1 0,-1 0,1 1,-1 0,0-1,1 1,0 0,-1 0,1 1,0-1,-1 0,2 1,3 0,0 1,1 0,0 0,0 1,-2 1,1-2,1 2,-1 1,-1-1,0 0,0 2,0-1,0 0,0 2,-2-1,1 0,0 1,-1 0,0 0,0 1,-1-2,0 3,-1-2,0 1,0 0,0 2,-3-7,0 0,0 1,0 0,-1 0,1-1,-1 0,0 1,0 0,-1-1,1 0,-1 0,1 1,0-1,-1 0,-1 0,1 0,0 0,-1-1,0 1,1 0,-1-1,0 0,-1 0,1 0,0 0,-1 0,2-1,-2 1,1-1,-1 0,0 0,1-1,-1 1,-3 0,6-1,0-1,0 1,0 0,0 0,-1-1,2 1,-1 0,0 0,0 0,0-1,0 0,0 1,0-1,0 0,0 1,1-1,-1 0,0 0,0 0,1 0,-1 0,0 0,1 0,-1 0,1 0,-1 0,1 0,0 1,-1-1,1 0,0-1,0 1,0 0,0 0,0 0,0 0,0 0,0-1,0 1,1 0,-1 0,0 0,1 0,18-45,-13 40,0-2,1 2,0 0,1 0,-2 1,2-1,0 1,1 0,-2 1,2 0,0 0,0 1,0 1,-1-1,2 1,-1 1,1-1,-1 1,0 1,1 0,0 0,-2 1,2 0,-1 1,1 0,-2 0,1 0,1 1,-2 1,3 1,30 22,47 22,-84-47,-1-1,1 0,-1 0,0-1,0 1,1-1,0 1,-1-1,1-1,0 1,-1 0,1-1,-1 1,1-1,-2 0,2-1,-1 1,0 0,1-1,-1 0,0 1,0-1,0 0,0 0,-1-1,1 1,0-1,-1 0,0 2,1-2,-1 0,0 0,0 0,0 0,0 0,-1 0,1-1,-1 1,0-1,0 2,0-2,-1 1,1-1,-1 1,0 0,0-1,0 0,0 0,-1 2,1-2,-1 0,0 1,0-1,0 2,-1-2,1 1,-1 0,-1-2,-2-1,1-2,0 3,-2-2,0 1,0 1,0-1,0 0,0 2,-1-1,0 0,-1 1,1 1,-2-2,2 2,-1 0,1 0,-1 2,0-1,1 0,-1 0,0 1,0 1,-5-1,0 8,30 0,21-1,1-2,0-3,-1 0,34-4,-41 2,22-2,98 3,-148 0,1 1,-1 0,1-1,-1 1,1 1,-1-1,1-1,-1 2,-1 0,1-1,0 1,0 0,0 1,0-1,-1 1,1-2,-1 2,1 0,-1 0,0 0,0 0,0-1,-1 1,1 0,-1 1,-1-1,1 0,0 0,0 1,-1-1,1 1,-1-2,0 3,2 8,11 50,-12-61,0-1,0 1,0 0,0-1,0 1,0 0,0-1,1 1,-1-1,0 0,1 0,-1 0,1 0,0 0,-2 0,2 0,0 0,0 0,0 0,0-1,0 1,-1-1,1 1,0-1,0 0,0 1,0-1,0 0,0-1,0 1,1 0,6-3,2-1,-1 1,0-1,-2-1,2 0,-1 1,0-2,-1-1,0 2,0-2,0 0,-1 0,6-8,71-100,-74 100,-9 15,0 0,-1 0,1 0,0 0,-1 1,1-1,-1 0,1 1,0-1,-1 0,1 1,-1-1,1 0,-1 0,1 1,-1-1,1 1,-1-1,0 1,0-1,0 1,0 0,0-1,1 1,-1 0,0-1,0 1,0 0,0-1,1 1,-1 0,0-1,0 1,-1 0,1-1,0 1,0 0,0-1,0 1,-1 0,1-1,0 0,0 0,0 1,0 0,0 3,0 4,1-1,0 1,1-1,0 1,0-2,1 2,0-1,0 0,1 0,0-1,0 0,1 1,-1-2,0 2,2-2,-1 0,1 1,0-1,1-1,-2 0,2 1,6 1,9 3,0-2,0 0,2 0,-2-3,1 0,1-1,-1-1,0-1,1-1,-1-1,1-2,-1 0,0-1,21-6,66-38,-105 45,0 0,0 0,0-1,0 0,-1 0,-1-1,1 2,0-2,-1 0,1 1,-1-2,0 1,-1 0,1 0,-1-1,0 1,-1-1,2-5,-3 9,0 0,0-1,0 0,-1 1,1-1,-1 1,1 0,-1 0,0-1,0 1,0-1,0 1,0 0,-1 0,1 0,-1 0,0 0,1 0,-1 0,0 0,0 1,0-1,0 1,-1 0,1 0,0-1,0 1,0 0,0 0,-1 0,0 1,1-1,-1 1,1-1,-1 1,0 0,1 0,-1 0,0 0,1 0,-1 1,2-1,-2 1,1 0,-1 0,1 0,-1 0,1 0,0 0,-1 1,0-1,-6 4,2 1,0 0,-1-1,1 2,0-1,0 1,2 0,-1 0,0 1,1-1,0 2,1-2,-1 2,2-1,0 1,0 0,1 0,-1 0,2 0,-1 0,1 4,1-11,0 0,1 1,-1-1,0 1,1-2,0 1,-1 1,1-1,0 0,0 0,0 0,0 0,1-1,-1 1,1 0,-1 0,0 0,1 0,-1-1,1 1,0-1,0 0,0 0,0 0,0 0,1 0,-1 0,0 0,0-1,1 1,-1 0,0-1,1 0,-1 0,0 0,0 0,1 0,5 0,0 0,1-1,-1 0,-1 0,1-1,0 0,0 1,-1-2,0 0,5-3,0 0,-1-2,1 0,-1-1,-1 0,0-1,0 1,0-2,-2 0,1 1,-1-2,-1 0,0 0,-1 0,-1-1,0 1,0-1,-1 0,0-2,7-36,-3-1,-1 0,-3 0,-2-5,-1 28,0-52,-2 81,1 0,0 0,0 1,-1-1,1 0,0 0,-1 0,1 0,0 0,-1 0,1 1,-1-1,1 0,0 0,-1 0,1 0,0 0,-1-1,1 1,0 0,-1 0,1 0,0 0,-1 0,1 0,0 0,-1-1,1 1,0 0,-1 0,1 0,0-1,0 1,-1 0,1-1,0 1,0 0,0 0,-1-1,1 1,0 0,0-1,0 1,0 0,0-1,0 1,0 0,-1 0,1 0,0 0,0-1,0 1,0-1,1 1,-1 0,0-1,0 1,0 0,0-1,0 1,0 0,1-1,-14 27,-2 21,1 1,4 2,1-1,3 0,0 32,4-59,2 2,0-1,2 0,0 1,2-2,1 4,-3-20,0 2,0-1,1-1,0 1,1-1,-2 1,2 0,0-2,1 1,0 0,0-1,0 1,1-1,-2 0,2-1,1 1,-1-1,1-1,-1 1,0 0,3 0,10 0,-2 0,2-1,-1-1,1 0,-1-2,1 0,0-1,0 0,-1-2,0 0,0-2,0 1,0-2,0 0,-1-1,-1-1,1 0,-1-1,0-1,-1 0,0-2,-5 6,-1-1,-2 0,2 0,-1-1,0 0,-2-1,1 1,0-1,-1 0,0 0,-1-2,0 2,-2-2,1 1,-1 0,0-1,0 1,-2-1,1 0,-1 0,-1 9,0 1,0-1,1 1,-1-1,0 0,-1 1,1 0,0 0,0-1,-1 1,1-1,-1 1,1-1,-1 1,0 0,1-1,-1 1,0 0,0 0,0 0,0 0,0 0,0 0,0 0,-1 0,1 0,0 0,0 0,0 1,0-1,-1 0,1 1,-1-1,1 1,-1 0,1-1,-1 1,1 0,-1 0,1 0,-1 0,1 0,-1 0,1 0,-1 1,1-1,-1 1,1-1,-1 1,1-1,-1 1,1 0,-3 5,0-1,-1 1,1 0,1 0,-1 0,1 1,0-1,1 1,0-1,0 1,0 0,1 0,0 0,1 0,-1 0,1 0,1 0,-1 1,1-2,1 1,-1 0,1 0,1-1,-1 4,1-2,0 2,1-2,0 1,0-1,1 0,-1 0,1 0,1-1,0 1,1-1,0 0,-1-1,1 0,1 0,0 0,0-1,0 0,0-1,1 1,0-2,0 0,0 1,3-1,-7-2,-1-1,0 1,0-1,0 0,0 0,0-1,1 1,-1-1,0 0,0 0,0 0,0-1,-1 1,1-1,0 0,0 0,-1 0,1 0,-1-1,0 0,1 0,-1 0,0 1,-2-1,2-1,-1 1,1-1,-1 2,0-2,0 0,-1 0,1-1,6-14,-1-1,-1-1,-1 0,-1 1,1-11,-5 31,25-139,-24 136,1 0,-1 1,1-1,0 2,-1-2,1 1,0 0,0-1,0 1,1 0,-1 1,1 0,-1-1,1 0,-1 1,1 0,-1-1,1 1,-1 0,1 0,0 1,0-1,0 1,0-1,0 1,0 0,2 0,79 13,-74-12,-1 0,1 1,-2 1,2 0,-1 1,0-1,-1 1,0 1,1 0,-1 0,0 1,-2 0,2-1,-1 2,0 0,-1 0,0 0,-1 0,0 1,0 0,0 0,-1 0,0 1,0-1,1 6,-3 51,-2-55,-1 0,1 1,1-1,0 0,0 1,1-1,1 0,3 8,-5-15,1 0,0 0,0 0,0 0,0-1,1 0,-1 1,1 0,0-1,0 0,-1 0,1 0,0-1,0 1,0-1,0 1,1-1,-1 0,1 0,-1 0,1 0,-1-1,0 1,1-1,-1 0,1 0,0 0,-1-1,3 0,5 0,-1-1,1-1,0 0,-1 1,0-2,1-1,-1 0,8-5,-11 6,0 0,-1 0,0-2,0 1,0 0,-1-1,0 0,0 1,0-2,-1 1,0-1,0 0,-1 1,0-2,0 2,0-2,-1 0,0 1,-1-1,0 1,0-1,0 1,-1-1,-1 1,1-1,-1 1,0-1,-1 0,0 1,-1-1,-2-5,5 11,-1 0,1 1,-1 0,0-1,1 1,-1-1,0 1,0-1,0 1,0-1,0 1,0 0,-1-1,1 2,0-1,0 0,0 0,-1 0,1 0,-1 0,0 0,1 1,-1-1,0 1,1-1,-1 1,0-1,0 1,0 0,1 0,-1 0,0 0,0 0,0 1,1-1,-1 0,0 1,1-1,0 1,-1 0,1-1,-3 2,1 2,0 1,0 0,0 0,1-1,0 2,0-1,0 0,0 0,1 1,0-1,0 0,1 1,-1-1,1 1,0 0,1-2,0 2,0 0,0-1,0 0,1 1,0-1,0 0,1 0,-1 0,2 1,2 3,1-1,-1 0,1-1,0 1,1-2,1 1,-2 0,2-2,0 1,0 0,0-2,0 1,1-1,0 0,0-2,9 3,5 1,2-1,-1-2,0-1,2 0,-2-2,12-2,-15 1,2-2,-2 0,1-1,0-2,-1 0,4-3,-18 6,0-1,1 1,-1-1,0-1,0 1,-1-2,1 0,-1 1,0-1,-1-1,0 1,0-1,0 0,0-1,-1 0,1-5,-4 11,-1 0,1 1,-1-1,0 0,0 0,0 0,0 0,-1 0,1-1,0 2,-1-1,0-1,1 1,-1 0,0-1,0 1,0 0,-1 0,1 0,-1 0,1-1,-1 1,0 0,1 0,-1 0,0 0,-1 0,1 0,0 0,-1 0,1 1,-1-1,2 0,-2 0,0 2,0-2,0 1,0 0,0 0,0-1,0 1,0 0,0 1,0-1,-1 0,1 1,-1-1,-5 2,-1-1,1 2,-1-1,0 1,2 1,-2-1,1 1,0 0,0 1,1 0,-1 0,1 0,0 2,0-1,1 0,-1 1,1 0,-3 3,5-4,0 0,0 0,1 0,0 0,0 1,0 0,1-1,-1 1,1 0,0-1,1 2,0-5,1 0,0 0,-1 1,1-2,0 1,0 0,1 1,-1-1,0 0,1 0,-1 0,1-1,0 2,0-1,0 0,0 0,0 0,0 0,0-1,1 1,-1-1,1 1,-1-1,1 1,-1-1,1 0,0 1,-1-1,1 0,0 0,0 0,2 1,1-1,1 0,-1 0,1 0,0 0,-2 0,2-1,0 0,0 0,-1-1,1 1,-1-1,0 0,1-1,-1 2,1-2,-1-1,0 1,0 0,-1-1,1 0,0 0,-1 0,1-1,-1 0,5-2,-2-1,1-1,-1 0,1 0,-2 0,0-1,0 0,-1 0,0 0,0-1,3-9,-2-19,-7 38,1-1,-1 1,1 0,-1-1,0 1,1-1,-1 1,1 0,-1 0,0-1,1 1,-1 0,0 0,1 0,-1 0,0 0,1-1,-1 1,0 1,1-1,-1 0,0 0,1 0,-1 0,0 0,1 1,-1-1,0 0,1 0,-1 1,1-1,-1 0,0 1,1-1,-1 1,1-1,-1 1,1-1,0 1,-1-1,1 1,-1 0,1-1,0 1,0-1,-1 1,1 0,0-1,0 1,0 0,-1 0,-1 2,-1 0,1 1,0 0,1 0,-1-1,0 2,1-1,0 0,0 0,0 0,0 1,1-1,0 0,-1 0,2 1,-1-2,0 2,1-1,0 1,0-2,0 2,1-1,0 0,0 0,-1-1,1 1,0 0,1 0,-1-2,1 2,0-1,0 1,1-1,13 5,0 1,1-2,0 0,1-2,-1 0,1 0,-1-2,2 0,-2-2,2 0,-1 0,17-3,53-1,-7-5</inkml:trace>
  <inkml:trace contextRef="#ctx0" brushRef="#br0" timeOffset="143734.547">19747 11188,'-10'-1,"-1"-1,0 1,1 0,0 1,-1 0,0 1,1 0,-1 0,1 1,0 0,0 1,-1 0,1 1,1 1,0-2,-1 2,1 1,1-1,-1 1,0 1,1-1,0 2,2-2,-1 2,0 0,0 1,5-6,1 0,-1-1,1 1,-1 0,1 0,0 1,0-2,1 1,-1 1,1-1,0 0,0 0,0 0,0 0,0 1,1-1,-1 0,1 0,0 0,0 0,0 0,0 0,1-1,0 1,-1 0,1 0,0 0,0-1,0 1,1-2,-1 2,1-1,-1 0,1 0,0 0,0 0,-1-1,1 1,0-2,0 2,0-1,1 0,19 6,1-2,0-1,0 0,0-1,0-1,1-2,0-1,-1 0,0-2,0-1,0 0,0-2,9-4,-5 3,0-1,0-1,-2-2,0-1,1 0,-2-2,-1-1,0-1,-1-1,-1-1,5-5,5-19,-31 41,-1 0,1 0,0 0,-1 0,1 0,-1 0,1-1,-1 1,0 0,1 0,-1 1,0-2,0 1,0 0,0 0,0-1,0 1,0 0,0 0,-1-1,1 1,0 0,-1 0,1 0,-1 0,1 0,-1 0,1 0,-1 0,0 0,0 0,1 0,-1 0,0 1,0-1,0 0,0 0,0 1,-1-2,-4 1,0 1,1-1,-1 1,1 0,-1 0,0 1,0 0,0 0,2 0,-2 1,0-1,1 1,0 1,-1-1,1 0,1 1,-1 0,0 0,1 1,-3 1,2-2,0 0,1 1,0 0,0-1,0 1,0 1,0-1,1 0,-1 1,1 0,0-1,1 1,-1 1,2-1,-1 0,1 0,-1 1,1-1,0 1,0 0,1-1,0 0,0 1,0-1,1 1,0 0,0-1,0 1,1-1,-1 0,1 0,0 1,0-2,1 1,0 0,1-1,2 5,7-1,-1-1,2 0,-1-2,1 1,0-1,0-1,0 0,1-1,-1 0,1-1,0-1,0 0,0-1,-1-1,16-2,35-2,0-3,0-3,3-3,6-4</inkml:trace>
  <inkml:trace contextRef="#ctx0" brushRef="#br0" timeOffset="144154.322">20866 11239,'-5'-4,"0"-1,0 1,0 0,0 0,0 1,-1-1,0 1,-1 0,1 1,1 0,-2-1,1 2,-1-1,0 1,0 0,2 0,-2 1,0 0,0 0,0 0,0 1,2 0,-2 1,0-1,1 1,-1 1,1-1,0 0,0 1,0 0,-1 1,-1 0,2-1,-1 1,0 1,0 0,0-1,1 2,1 0,-1-1,1 1,0 1,0-1,0 1,1-1,0 1,1 1,0-1,0 1,-1 2,4-8,0 0,0 0,1 0,-1-1,0 1,1 0,0 0,-1-1,1 1,0 0,0 0,0 0,0-2,0 2,0-1,-1 1,2-1,-1 1,0-1,1 0,-1 1,1-1,0 0,-1 0,1 0,0-1,0 1,0-1,-1 1,1-1,0 0,0 1,1-1,65 4,-56-6,-2 0,2 0,-1 0,-1-1,1-1,0 0,-1 0,-1-1,2 0,-2-1,1 0,-2-1,1 1,0-2,-1 1,-1-1,1 0,-1-1,0 1,0-4,-2 0,-6 30,4-13,-1 0,1 1,1-1,-1-1,1 2,0-1,1-1,-1 0,1 0,0 0,-1 0,1-1,1 1,-1-1,1 0,0 0,0-2,-1 1,1 0,0 0,0-1,0 1,1-2,1 1,174 24,-87-18</inkml:trace>
  <inkml:trace contextRef="#ctx0" brushRef="#br0" timeOffset="145315.027">21947 11101,'21'30,"64"179,-84-206,1 0,0 0,1 0,-1-1,1 1,0-1,0 1,0-1,0 0,0 0,0 0,1-1,-1 1,0-1,0 1,1-1,0 0,0 0,-1-1,1 1,0-1,0 0,0 0,-2 0,2 0,0-1,0 1,0-1,-1 0,1 0,0-1,-1 1,1-1,-1 2,-1-2,2 0,-1-1,0 1,0 0,1-2,5-2,-1 0,-1 0,1-2,0 0,-1 1,0-1,-2 0,2-1,-2 1,1-2,-2 2,1-1,-1-2,-1 2,0-1,1-9,-9 1,-10 37,14-16,-1 0,1 1,0-1,-1-1,1 2,1-1,-1 1,1-1,-1 0,1 0,0 1,0-1,0 1,1-1,-1 0,1 1,0-1,0 0,0 0,1 0,-1 0,1 1,0-1,-1 0,1-1,1 0,-1 1,0 0,0-1,0 1,1-1,0-1,0 1,0 0,0 0,0 0,0-1,1 1,-1-1,0 0,1 0,4 1,0 0,1 0,0 0,-1-1,1 0,0-1,0 0,-1 0,1-1,0 0,0-1,0 1,-1-2,0 2,1-3,-1 1,0-1,0 0,0 1,-1-2,1 0,-2 0,1-1,-1 0,1 1,-1-2,0 0,-1 1,0-1,0 0,-1-1,0 1,3-8,-1-45,-14 67,7-2,0 1,1 0,-1-2,1 2,0 0,1-1,0 1,-1 0,2-2,-1 2,1 0,0-2,0 2,0-1,1-1,-1 1,1 0,0 0,1-1,0 1,-1-1,2 0,-1-1,0 1,1 0,-1-1,1 0,0-1,0 1,0 0,1-1,-1 0,3 1,20 4,0 0,0-3,0 0,1-1,-1-1,1-2,-1 0,1-3,0 0,-2-1,1-2,3-1,56-28,-85 34,0 1,-1-2,1 1,0 0,0 0,-1-1,1 1,-1-1,1 0,-1 1,0-1,0 1,0-1,1 0,-2 1,1-1,0 0,0 0,-1-1,1 1,-1 1,1-1,-1 0,0 0,0 0,0 0,0-1,-1 1,1 1,0-1,-1 0,1 0,-1 0,0 0,0 0,0 0,0 0,0 1,0 0,0-1,-1 0,0 0,-1-2,0 0,-1 1,1 0,-1-1,1 1,0 0,-1 1,-1 0,1-1,0 1,-1 0,1 0,-1 0,1 1,-1-1,1 1,-1 1,0 0,0-1,0 1,0 0,1 0,-1 1,0-1,0 0,1 1,-1 1,0-1,0 1,1 0,0 0,0 0,0 0,-1 1,1-1,0 1,1 0,-1 0,1 1,0-1,0 0,-1 2,1-1,1-1,-1 0,1 0,0 1,0-1,0 1,1-1,-1 1,1 0,0 0,0-1,1 2,-1-1,1 0,0-1,0 1,0 1,0-1,1-1,0 1,0 0,0 0,0 0,0-1,1 1,0 0,0 0,0-2,0 2,1-1,-1 1,1-1,0-1,0 1,-1 0,1-1,1 1,-1-1,1 1,-1-2,1 0,4 3,5 1,1 0,1-2,-1 1,1-1,-1-1,1 0,0-1,0-1,0 0,-1-1,1-1,0 0,-1-1,1-1,0 1,-2-2,3-1,-7 2,-2-1,1 0,0-1,-1 1,0-1,-1 0,1-1,-1 0,0 1,0-2,-1 1,-1-1,1 1,-1-2,0 1,0-1,-1 1,0-1,-1 1,0-1,-1 0,0 0,0-4,0 21,0 1,1-1,0 1,-1-2,1 2,2-1,-1 0,1 0,0-1,0 1,1-1,0 0,1-1,-1 1,1 0,0-1,1 0,5 3,-1-3,2-1,0-1,-1 0,1 0,0-1,0 0,0-2,1 0,-1 0,0-1,0-1,1 0,-1 1,0-2,0-1,0-1,0 0,11-4,-14 4,-2-2,2 2,-1-2,-1 0,0 0,0-1,0 0,-1 0,1-1,-3 1,2-2,-1 1,0-1,-1 1,0-2,-1 1,-1 0,1-1,-1 1,-1-2,1 2,-2-1,4-6,3 41,-6 0,-2-14,0 0,1 0,1 0,-1 0,2 0,-1 0,1-1,1 1,0-1,1 0,0 0,1 0,0 0,0-1,38 13,-22-19</inkml:trace>
  <inkml:trace contextRef="#ctx0" brushRef="#br0" timeOffset="145576.191">23770 10887,'19'0,"22"3,4 3</inkml:trace>
  <inkml:trace contextRef="#ctx0" brushRef="#br0" timeOffset="146276.58">24774 10949,'5'1,"1"-1,0 1,-1 0,1 1,0-1,-2 0,2 1,-1 0,1 1,-1 0,0 0,0 0,0-1,-2 2,2 0,-1 0,0-1,0 1,0 1,1 3,56 99,-55-96,-1 0,-4-5,1 1,0-1,1 0,-1 0,1 0,-1 0,2 0,-1-1,1 1,1-1,-1 0,1 0,0 0,0-1,-1 0,2 0,-1 0,1 0,0-1,0 0,0 0,0-1,1 1,-1-1,1 0,0-1,2 0,-1-1,0 0,-1-1,1-1,-1 0,0 0,0 0,1-1,-1 0,-1 0,1-1,-1 0,1 0,-1 0,0 0,-1-2,1 1,-1 0,0 0,0-2,0 2,1-4,3-7,1 0,-2-1,0 0,-1 0,-1 0,-1-1,3-16,-8 39,0 1,0-1,0 1,0 0,1-1,0 0,0 1,1-1,0 0,0 1,0-1,0 0,1 0,0 0,-1-1,2 1,-1-1,1 1,0-2,0 1,0 0,1 0,-1-1,0 0,1 0,0 0,2 0,2 1,1 0,-1-1,1 0,0 0,0-1,-1 0,1-2,0 1,0-1,0 0,1 0,-1-1,-1 1,1-2,0-1,0 1,-1-2,1 1,0 0,-1-2,-1 1,1-2,0 2,-1-2,0 0,-1 0,1-1,-1 0,0 0,0-1,-2 1,1-2,-1 1,1-1,-2 1,1-1,-1 0,-1 0,1-6,-1-3,0 5,-3 17,-1 2,1-1,-1 2,2-1,-1-1,0 2,1-1,0-1,1 2,0-1,0-1,0 1,0 0,1-1,0 0,0 1,1-2,-1 1,0 0,2-1,-1 1,0 0,1-1,0-1,0 1,0-1,0 1,0-1,1-1,0 1,0-1,0 0,3 1,-3-1,1 0,0-1,0 0,0-1,0 1,0-1,0 0,0 0,1-1,-2 1,1-1,0-1,0 0,0 0,0-1,-2 0,2 0,-1 1,0-2,1 0,-2 0,0 0,1 0,-1-1,0 0,0 0,-1 0,1-1,-1 1,-1-1,0-1,1 2,1-8,14-75,-29 157,8-54,1 1,1-1,1 0,0 0,1 0,3 9,-4-20,0 1,1 0,0 0,0-1,0 0,-1 1,2-1,0 0,0 0,0 0,1 0,-1-2,1 2,0-1,0 1,0-1,-1-1,1 0,1 1,-1-1,1 0,3 1,22 4</inkml:trace>
  <inkml:trace contextRef="#ctx0" brushRef="#br0" timeOffset="146555.922">26089 10634,'5'17,"9"10,4 1</inkml:trace>
  <inkml:trace contextRef="#ctx0" brushRef="#br0" timeOffset="146988.857">26624 10924,'-10'0,"-103"10,108-8,0-1,-1 1,1-1,0 2,1-1,0 1,-1 0,0 0,1-1,0 2,0 0,0-1,0 2,1-2,0 1,0 1,0-1,0 0,-2 5,3-4,-1-1,1 1,0 0,1 0,-1 0,1 0,0 0,0 0,0 1,1-1,0 0,0 1,1-1,-1 0,1 0,0 1,1-2,-1 2,1-1,0-1,1 1,-1 0,1 0,0-1,0 0,0 1,1-1,0-1,-1 1,1 0,0 0,0-2,1 1,12 6,-1-3,1 1,0-1,0-2,0 1,2-2,-2 0,1-1,0-1,0-1,0 0,4-1,-7 1,1 0,-1-2,0 0,0 0,0-2,0 0,0 1,-1-2,0-1,0 0,-1-1,1-1,-1 1,-1-2,1 1,-1-1,-2-2,2 1,-2-1,7-9,-18 22,0-1,1 1,-1 0,0 0,1 0,0 0,-1 0,1 0,0 0,0-1,0 1,0 0,0 0,1 0,-1 0,1 0,-1 0,1 0,0-1,0 1,0-1,0 1,0 0,0 0,0-1,0 1,1-1,-1 1,1-2,-1 1,1 1,0-1,-1 0,1 0,0 0,0 0,0 0,-1-1,1 1,-1 0,1-1,2 1,1 1,0-1,0 1,0-2,0 1,0-1,-1 1,1-1,1 0,-1 0,0 0,0-1,0 0,-1 1,1-1,0 0,0-1,0 0,0 0,-1-1,1 1,-1-1,0 1,0-1,0 0,0-1,-1 1,1 0,-1-1,0 0,0 0,0 0,-1 0,0-1,1 1,-1 0,0-1,-1 0,1 0,-1 1,0-1,0 0,-1 1,0-2,0 2,-1-1,0 2,0-2,0 0,0 1,-1 1,0-2,0 1,0 0,0 1,0-1,-1 0,0 1,0-1,0 2,0-2,-1 1,0 0,1 0,-1 1,0 0,1 0,-1 0,-1 0,1 0,-1 1,1-1,-1 1,1 0,-1 1,2-1,-2 1,0 0,1 0,-1 0,0 0,1 1,-1 0,1 0,0 0,-1 1,1-1,0 1,0 0,-4 2,1-1,1 2,-1 0,1 0,-1 0,1 0,0 1,2 0,-2 0,1 0,1 1,-1 0,1-1,-1 4,3-8,1 1,0 0,0-1,0 1,0 0,1 0,-1-1,0 1,1 1,0-1,0 0,0-1,0 1,0 0,0 0,1 0,0 0,-1-1,1 1,0 0,0 0,0 0,0 0,1-1,0 0,-1 1,1-1,0 1,0-1,1 0,-1-1,0 1,1 0,-1 0,1 0,2 0,27 11,2-5</inkml:trace>
  <inkml:trace contextRef="#ctx0" brushRef="#br0" timeOffset="147207.274">27249 10646,'-16'-4,"-9"1,-3 5,2 8,4 12,7 8,5 8,5-4</inkml:trace>
  <inkml:trace contextRef="#ctx0" brushRef="#br0" timeOffset="147384.838">27157 11063,'6'17,"6"10,4 3,3-2,6-4,10-5,12-6,12-6,10-6,10-7,4-10,-11-1</inkml:trace>
  <inkml:trace contextRef="#ctx0" brushRef="#br0" timeOffset="147595.99">28342 10180,'-13'15,"-11"18,-6 18,-3 16,3 13,6 8,8 3,10-5,13-3,14-7,13-9,11-11,8-12,4-15,2-11,-8-10</inkml:trace>
  <inkml:trace contextRef="#ctx0" brushRef="#br0" timeOffset="147917.582">28759 10445,'-10'18,"3"0,-1 0,1 1,1 0,1 0,0 0,2 0,1 1,1 0,0 0,2 11,-3 22,-6 97,8-148,1 2,-1-1,1 1,-1 0,1-2,0 1,0 1,1-1,-1 1,1-2,-1 1,1 0,0 0,0 0,0 0,1-1,-1 0,1 0,-1 1,1-1,0 0,0 0,0 0,1-1,-1 0,-1 1,2-1,-1 0,0 0,1 0,0-1,-1 1,1-1,-1 0,1 0,-1 0,1 0,30-1,0-2,-1-1,0 0,0-3,0-1,-1-2,0-1,-22 8,42-12</inkml:trace>
  <inkml:trace contextRef="#ctx0" brushRef="#br0" timeOffset="148396.341">29606 10420,'-7'-4,"0"1,0 0,0 1,1 0,-2 0,1 0,-1 1,1-1,0 2,-1-1,1 1,-1 0,0 1,2 0,-2 0,1 1,-1 0,1 0,0 0,1 0,-1 2,0-1,0 1,1-1,0 1,0 1,0 0,1-1,-1 1,-2 4,5-6,0 1,1 0,-1 0,0-1,1 1,0 1,0-1,0 0,0 1,1-1,0 1,0-1,0 1,0 0,1 0,0-1,0 1,0 0,0-1,1 1,0 0,0-1,1 0,-1 1,1 0,0-1,0 0,0 0,1 0,0 0,0 1,11 7,1 0,0-1,2-1,-1 0,1-1,1 0,-1-2,1 0,0 0,1-3,-1 1,4-1,14 6,63 22,-98-32,-1 0,1 0,0 0,0 0,0 1,-1-1,1 0,0 1,0-1,-1 0,1 1,0-1,0 1,-1-1,1 1,0-1,-1 1,1 0,-1-1,1 1,-1 0,1-1,-1 1,0 0,1 0,-1-1,0 0,1 1,-1 0,0 0,0-1,0 1,0 0,0 0,0 0,0 0,0-1,0 1,0 0,0 0,-1 0,1 0,0-1,0 1,-1 0,1 0,-1-1,1 1,-1-1,1 0,-1 2,-39 20,12-13,1-1,0-1,-1-2,-1-1,1-1,-15 0,17-5,26 2,0 0,1 1,-1-1,1 0,-1 0,0 0,1 0,-1 0,1 0,-1-1,0 1,1 0,-1 0,1 0,-1 0,0 0,1 0,-1-1,0 1,1 0,-1 0,0-1,1 1,-1 0,0 0,0-1,1 1,-1 0,0-1,0 1,1 0,-1-1,0 1,0-1,0 1,0 0,0-1,0 1,1-1,-1 1,0 0,0-1,0 1,0-1,-1 1,1 0,0-1,0 1,0 0,0 0,0 0,0-1,-1 1,1 0,0-1,0 1,0 0,-1-1,1 1,0 0,-1-1,1 1,0 0,0 0,-1-1,1 1,-1 0,1 0,0 0,-1-1,23-10</inkml:trace>
  <inkml:trace contextRef="#ctx0" brushRef="#br0" timeOffset="149063.849">29984 10583,'0'361,"4"-340,1-31,1-246,-5 250,0-43,4 1,1-1,3 1,6-20,-15 65,0 0,0 1,1-1,-1 1,1-1,-1 0,1 1,0 0,0-1,0 1,1-1,-1 1,0 0,1-1,0 2,0-1,-1 0,1 0,0 0,0 0,1 0,-1 1,-1-1,2 1,-1 0,1 0,-1 0,1 0,-1 0,1 1,0-1,0 0,-1 1,1 0,0 0,0 0,0 0,5 4,1 0,-1 2,0 0,-1-1,0 1,0 1,0-1,0 1,-1 0,-1 1,0-1,1 1,-2 1,4 5,-7-12,0 1,0 0,-1 0,1 0,-1 0,1-1,-1 1,0 0,0 0,-1 1,1-1,-1-1,1 1,-1 0,0-1,0 1,0 0,0-1,-1 1,1-1,-1 1,0-1,0 1,0-1,0-1,0 2,0-1,-1 0,1 0,0-1,0 1,-2 0,-91 38,42-25,48-8,24-5,144-9,-161 7,1 1,-1 0,1-1,-1 1,0 0,0 0,0 0,0 1,0-1,0 0,0 0,0 1,0-1,0 1,0 0,0 0,-1 0,1 0,-1 0,0 0,0 0,0 0,0 0,0 1,0-1,0 1,-1-1,1 0,-1 0,0 1,0-1,0 1,0-1,0 2,-15 85,14-88,0 8,-1 1,-1-1,0 1,0-2,-1 2,1-2,-2 2,0-2,0 0,-1 0,0 0,-1-1,1 1,-1-2,0 1,-1 0,0-2,0 1,0 0,-5 0,-28-5,27-8</inkml:trace>
  <inkml:trace contextRef="#ctx0" brushRef="#br0" timeOffset="149374.412">30270 10129,'25'-72,"-25"72,1-1,-1 1,0 0,1-1,-1 1,0 0,1 0,-1 0,1-1,-1 1,1 0,-1 0,1 0,-1 0,0 0,1 0,-1 0,1 0,-1 0,1 0,-1 0,1 0,-1 0,1 0,-1 1,0-1,1 0,-1 0,1 0,-1 1,0-1,1 0,-1 0,1 1,-1-1,0 0,0 1,1-1,-1 0,0 1,0-1,1 1,-1-1,0 0,0 1,0-1,1 0,-1 0,0 1,0-1,0 1,0-1,0 1,0-1,0 1,22 110,-20-85,43 595,-44-601,2-6,-2 0,1 0,-2 0,0 0,-1 0,0 0,-1 0,-1 0,0-1,-1 1,0-1,-1 1,0-2,-2 1,0-1,-8 12,-35 16,-6-9</inkml:trace>
  <inkml:trace contextRef="#ctx0" brushRef="#br0" timeOffset="84182.531">4378 6260,'0'-16,"0"20,2 18,10 55,3 1,5-2,9 20,24 100,-13 22,-11 3,-8 22,86 596,-95-612,-12-225,-1-8</inkml:trace>
  <inkml:trace contextRef="#ctx0" brushRef="#br0" timeOffset="86199.76">4366 6310,'0'-5,"2"1,-1-1,1 1,1 0,-1-1,1 1,-1 1,1-1,0 0,1 0,-1 1,1 0,-1-1,0 1,1 0,0 0,1 2,-1-2,1 1,-1 0,1 0,0 0,-2 1,7-1,122-9,-114 11,239-10,41-17,43-2,408 21,-685 9,749 7,354-9,-135-4,-889 3,0 4,51 12,-94-3,0-5,2-5,-2-3,33-9,184-23,-195 53,-6-10,-48-9,180 29,-183-23,0-3,0-3,0-3,25-5,-86 8,-3-1,1 1,-1-1,0 1,1-1,-1 1,0 0,1 0,-1-1,1 1,-1 0,0 0,1 0,-1 1,1-1,-2 0,1 0,1 1,-1-1,0 1,1-1,-1 1,0 0,0-1,0 1,0 0,1 0,-1 0,0 0,0 0,0 0,-1-1,1 1,0 0,0 1,-1-1,1 0,0 0,-1 1,1-1,-1 129,7 71,8 0,10-2,15 32,1 24,-36-220,139 811,6-64,-148-768,0 2,1 0,1 0,1-1,0 1,1-1,1-1,6 14,-13-28,1 0,-1 1,1-1,-1 0,0 1,1-1,-1 0,1 0,-1 0,1 1,-1-1,1 0,-1 0,1 0,-1 0,1 0,-1 0,0 0,1 0,-1 0,1 0,-1 0,1 0,-1 0,1 0,-1 0,1-1,-1 1,1 0,-1 0,1 0,-1-1,0 1,1 0,-1-1,1 1,-1 0,0-1,1 1,-1-1,0 1,0 0,1-1,-1 1,0-1,0 1,0-1,0 1,1 0,-1 0,0-1,0 1,0-1,0 1,0-1,0 1,0-1,0 1,0 0,0-1,-1 1,1-1,0 1,0-1,0 1,-1-1,1 1,0-1,0 1,-1 0,3-22</inkml:trace>
  <inkml:trace contextRef="#ctx0" brushRef="#br0" timeOffset="88248.781">4677 8517,'16'59,"-3"2,-3 1,-2-1,-3 1,-3 24,-3-5,-1-38,3-1,1 0,6 27,-7-64,0 0,0 0,0 0,0 0,1 0,0-1,1 1,-1-1,1 0,0 0,0 1,0-1,1-1,0 1,-1 0,1-1,0 1,0-2,0 1,1 0,0-1,-1 1,1-1,0 0,-1-1,2 0,-1 0,0 0,0 0,1 0,42 3,-2-1,2-3,-1-2,21-4,23 0,337 8,-190 2,-31-8,0-10,9-9,-178 18,335-39,190 6,-187 37,288-11,15-23,-233 18,351-5,371 23,-1136 0,1 2,0 1,-1 0,0 3,-1 1,3 2,-11-4,0-3,-1 0,2 0,-1-2,0-1,14-2,4 1,-38-2,-16 0,12 2,-22-4</inkml:trace>
  <inkml:trace contextRef="#ctx0" brushRef="#br0" timeOffset="90624.215">2386 7432,'396'-13,"-92"-5,147 15,-251 10,128-15,183-8,-418 18,-87 2,-23-5,5-1</inkml:trace>
  <inkml:trace contextRef="#ctx0" brushRef="#br0" timeOffset="91020.425">4521 7141,'49'23,"-1"1,-1 1,-2 3,-1 3,-1 0,27 27,-66-54,1 0,-1 0,0 0,0 1,0 0,-1-1,0 2,0-1,-1 0,1 0,-1 1,0-1,0 1,0 0,-1-1,0 1,-1 0,1 0,-1 0,0 0,0-1,-1 1,0 1,0-2,-1 1,1 0,-1-1,-1 0,1 2,-11 9,-1 1,-1-2,1 0,-3 0,1-2,-1 0,-1 0,0-2,-1 0,0-1,-1-1,0-1,-9 3,-35 15,51-23,10-4</inkml:trace>
  <inkml:trace contextRef="#ctx0" brushRef="#br0" timeOffset="91624.751">5420 7268,'-22'-10,"16"7,1-1,-1 0,-1 1,1 0,-1 1,0 0,1 0,-1 0,0 0,0 1,0 0,-1 0,2 1,-1 0,-1 1,1-1,0 1,1 1,-1-1,0 1,0 0,0 1,0-1,2 1,-2 0,-1 4,1 0,0 0,1 0,0 1,0 0,1 0,0 0,0 1,1 0,0 0,1 0,0 0,1 0,0 1,0-1,1 1,0 0,0-1,1 1,1 0,0 0,0-1,1 0,0 1,1-1,0 1,0-2,0 2,2-2,0 1,0-1,0 1,1-2,6 8,0-6,0-2,0 1,1-2,1 1,-2-1,2-2,0 1,0-1,0 0,1-2,-1 0,0 0,0-1,1 0,0-2,-1 0,1 0,1-2,-6 2,0 0,0-1,-2-1,2 0,-1-1,0 1,-1-1,1 0,-1-2,1 2,-1-2,-1 0,0 1,0-2,0 0,0 0,-2 0,1 0,5-9,9-16</inkml:trace>
  <inkml:trace contextRef="#ctx0" brushRef="#br0" timeOffset="91893.082">5707 7280,'-5'-5,"-1"3,0 5,3 9,-1 9,2 10,3 7,4 6,2 0,4-2,2-4,-1-4,-1-6,-2-7</inkml:trace>
  <inkml:trace contextRef="#ctx0" brushRef="#br0" timeOffset="92153.385">6071 7205,'-43'21,"-1"3,2 1,-12 12,-10 6,-6 10,69-52,1 0,0 0,-1 0,1-1,-1 1,1 0,0 0,0 0,-1 0,1 0,0 0,0 0,0 0,0 0,0 0,1-1,-1 1,0 0,0 0,0 0,1 0,-1 0,1 0,-1 0,1 0,-1-1,1 1,-1 0,1 0,0-1,-1 1,1 0,0-1,0 1,-1 0,1-1,0 1,0-1,0 0,40 18,-37-17,52 17,0-2,2-3,-1-2,2-3,-1-2,45-2,-75-4</inkml:trace>
  <inkml:trace contextRef="#ctx0" brushRef="#br0" timeOffset="93028.439">6605 8340,'-10'1,"0"1,0 0,0 1,1 0,-1-1,1 2,-1 1,2-1,-1 1,0 0,1 1,-1 0,2 0,0 1,-3 2,-1 3,1 1,-1 0,1 1,1 0,2 0,-1 0,1 1,0 1,2 0,0 0,1 0,1 0,0 0,1 0,0 7,2-14,0-1,0 2,1-2,0 1,1-2,-1 2,2-1,-1 1,3 6,-3-12,-1-2,0 2,1 0,-1-1,1 1,0-1,0 1,0-2,0 1,0 0,0 0,1 0,-1 0,1-1,0 1,-1-1,0 1,1-2,0 1,0 0,-1 0,1 0,0-1,0 1,0-1,0 0,1 0,-1 0,0 0,-1-1,1 1,10-5,1 0,-2-2,1 1,-1-2,-1 1,1-1,-1 0,0-2,-1 1,0-2,-1 1,0 0,-1-2,7-10,5-6,-1 0,-2-1,0-1,-2 0,-2-1,0 0,-2-1,-3-1,0 1,-1-1,-3-1,1-12,-4 38,0 1,-1-1,0 0,0 0,-1 1,0-1,0 0,-1 1,0-1,-1 1,1-1,-1 1,-1 0,0 0,-3-6,6 12,-1-1,1 2,-1-2,0 1,0 0,1 0,-1 0,0 0,0 0,0 0,0 1,0-1,-1 1,1-1,0 1,0 0,0 0,0 0,0 0,0 0,0 0,0 1,0-1,0 1,0-1,0 1,0 0,0 0,0 0,0 0,-1 1,-51 44,43-31,1 0,0 1,2 0,-1 1,2 0,0 0,1 0,2 1,0 0,0 0,1 0,2 1,0-2,0 2,2-1,1 0,0 1,4 10,0 2,2-1,1 0,2-1,0-1,3 1,0-1,2-2,1 1,0-1,17 17,27 14,-49-51</inkml:trace>
  <inkml:trace contextRef="#ctx0" brushRef="#br0" timeOffset="93354.614">6879 8680,'-1'17,"11"90,-9-104,0 1,0 0,0-2,1 2,-1-1,1 0,-1 1,1-2,0 1,0 0,1 0,-1 0,1-1,0 1,0-1,0 0,0 0,0 0,0 0,0 0,0-1,0 1,1-1,0-1,-1 1,1 0,3 0,-2 0,0-1,-1-1,2 1,-1-1,0 1,0-1,0 0,0 0,0-1,-1 0,1 0,0 0,-1-1,1 0,-1 1,0-1,0 0,-1 0,1-1,0 1,-1-1,0 0,2-2,0 0,0-2,0 2,-1-2,-1 0,1 0,-1 0,0 0,0-1,-1 2,0-2,-1 1,0-1,0-2,-1 3,-1-1,0 1,-1 0,0 0,0-1,-1 2,0-2,-1 2,0-1,1 0,-1 1,-1 0,0 0,3 4,0 0,-1 0,1 1,-1 0,1-1,-1 1,0 0,1-1,-1 1,0 0,0 1,0 0,-1-1,1 1,-1 0,1 0,-1 0,1 0,-1 0,1 1,0-1,-1 1,0 0,1 1,-1-1,0 0,1 1,-1 0,1 0,0 0,0 0,-2 1,-1 1,0 1,0 0,0 0,1 0,0 1,0 0,1 0,-1-1,1 2,0 0,0-1,0 1,1 0,1 0,-1 0,1 0,0 1,0 0,1-1,-1 4,-2 21</inkml:trace>
  <inkml:trace contextRef="#ctx0" brushRef="#br0" timeOffset="93901.619">7855 8112,'-25'29,"0"0,2 3,2-1,1 2,2 0,0 1,3 1,1 0,2 1,2 1,-4 18,14 29,0-82,0-1,1 1,-1 0,1 0,0 0,0 0,0 0,0-1,0 1,0-1,0 1,0-1,1 1,-1 0,0-1,0 0,1 1,0-1,-1 0,1 0,0 0,0 0,0 0,0-1,0 1,0-1,0 1,0-1,0 0,0 1,0-1,0 0,0 0,1 0,-2 0,1-1,0 1,0-1,1 0,12-3,-1-2,0-1,0 1,-2-2,2 1,-1-2,-2 0,1-1,0 0,-1 0,-2-1,6-6,2-2,-1-2,0 0,-3-1,1 0,-2-1,-1-1,-1 1,-1-2,0 1,-4-2,1 2,-1-2,-2 1,0-1,-2-5,-1 17,0-1,-1 1,-1-1,0 1,-1-1,-1 0,-1-1,4 12,-1 0,1 0,-1 0,1 1,-1-1,0 0,-1 0,0 1,1 0,-1-1,0 1,0 0,-1 0,1 1,-1-1,0 1,2-1,-2 1,0 0,0 0,-1 1,1 0,0 0,0-1,-1 1,-2 0,1 1,1 1,-1-1,0 1,1 0,0 0,-1 1,1-1,0 1,-1 0,1 0,0 1,0 0,1 0,0-1,-1 2,1 0,0 0,-1 0,2-1,-4 6,-2 2,0 1,1 1,0-1,2 0,0 1,0 1,-2 4,3-1,1 0,0 1,2-1,0 1,1 0,1-1,0 1,1 0,1-1,1 1,1-1,1 0,0 0,1 0,1-1,0 0,1 0,1 0,6 6,232 310,-235-314</inkml:trace>
  <inkml:trace contextRef="#ctx0" brushRef="#br0" timeOffset="94151.987">8246 8503,'-9'22,"-3"18,-1 10,1 4,5 2,6-4,10-6,8-9,0-11</inkml:trace>
  <inkml:trace contextRef="#ctx0" brushRef="#br0" timeOffset="94598.314">8819 8352,'-7'17,"0"1,2 0,0 0,1 0,1 0,1 1,0 0,2-1,0 1,1-1,2 11,-3-26,1 1,-1 0,1 0,1 0,-1-1,1 1,-1 0,1-1,0 0,0 0,1 1,-1-1,1 0,0 0,0-1,0 1,0 0,0-1,-1 1,2-1,-1 0,1-1,0 1,0 0,0-1,-1 0,1 0,1 0,-2 0,1 0,0-1,0 0,0 0,0 0,0 0,4-1,3-4,1 0,0-1,-1-1,0 1,0-1,0-1,-2 0,1 0,0-2,-1 2,-1-3,0 2,0-2,-1 0,0 1,-2-2,1-1,3-3,0 0,-2-1,-1 0,0 0,-1 0,-1-1,0 1,-2-1,0 1,-1-1,-1 0,0 0,-2 0,0 0,-1 0,-1 0,-1 1,-6-15,10 28,0 0,-1-1,1 1,-2-1,1 2,0-1,-1 0,0 0,0 1,0-1,0 1,-1 0,0-1,1 1,0 1,-1 0,0-1,-1 1,1-1,0 1,-1 1,0 0,1 0,0-1,-1 1,1 1,-1-1,0 1,0 0,0 0,0 0,1 0,0 1,-1 0,0 0,0 0,1 0,-4 2,3 2,0-1,-1 0,1 2,0-1,1 1,-1-1,1 1,1-1,0 2,-1-1,1 0,1 1,-1 0,1-1,0 1,0 3,-10 112,13-94,0-1,2 1,1-1,2 0,1 0,1-1,0 0,2 0,2-1,0 0,1-1,2-1,0 1,2-1,1-3,1 1,8 7,27 10,-34-27</inkml:trace>
  <inkml:trace contextRef="#ctx0" brushRef="#br0" timeOffset="94945.35">9340 8478,'2'3,"0"-1,0 0,0 0,0 0,0 0,1 0,-2 0,2-1,-1 1,1 0,0-1,-1-1,1 1,0 0,0 0,0 0,0 0,0-1,0 1,0-1,0 0,0 1,126 17,-127-17,0 0,0 0,0 0,0 0,0 1,0-1,0 0,-1 0,0 1,1 0,-1-1,1 1,-1 0,0 0,1 0,-1 0,0-1,0 1,-1 1,1-1,0 0,-1 1,1-1,-1 0,0-1,0 2,0-1,0 1,0-1,0 0,-1 2,-22 66,-49 72,71-140,0-1,0-1,0 1,0 1,1-1,-1 0,0 1,0-1,1 1,-1-1,1 1,0 0,-1-1,1 0,0 0,0 1,0-1,0 1,0 0,0-1,1 1,-1-1,0 1,1-1,-1 0,1 0,0 1,-1-1,1 1,0-1,0 0,0 1,0-1,0 0,0 0,0 0,0 0,0 0,0 0,0-1,1 1,-1 0,1-1,-1 1,1-1,-1 1,1-1,-1 1,1-1,-1 0,1 0,1 0,18 0,1-2,-1 0,1-1,-1-1,0-2,0 1,-1-2,13-6,-3 2,56-19,-5 0</inkml:trace>
  <inkml:trace contextRef="#ctx0" brushRef="#br0" timeOffset="95516.829">10499 8087,'-9'0,"1"0,-2 0,1 1,0 0,1 1,-1 0,0 0,0 1,1 0,0 0,-1 1,1 0,0 1,1-1,-1 1,1 1,0-1,0 1,-5 6,0 4,0 0,3 0,-2 1,2 1,1 0,1 0,0 0,1 1,1 0,1 1,1-1,0-1,1 14,1-22,0-2,1 1,0 0,1 0,0-1,0 1,1-1,0 2,1-3,-1 2,2-1,-1 1,2-2,-1 1,0-1,1 1,0-2,1 2,0-1,1-1,-1 0,0 0,1-1,1 1,0-1,0-1,-1 0,3 2,-1-3,-1-1,0 1,1-1,0 0,0-1,0 0,-1 0,1-1,0 0,0-1,-1 0,1 0,0-1,0 0,-2 0,2-1,-1 1,1-2,-1 0,-1 0,1 0,-1-1,1 0,-1 0,-1-1,0 0,1 1,-1-2,-1 0,1 1,-1-2,3-6,5-15,-1 0,-3-2,1 1,-3 0,0-1,-2-1,-2 1,-1 0,-2-1,0 0,-4-10,3-10,-2-1,-3 1,-2 1,-2-1,-7-16,17 65,0 0,0-1,-1 1,0 1,0-1,0-1,0 1,0 0,0 1,-1-1,1 1,-1-1,0 0,0 0,0 1,0 0,-1 0,1 0,0 0,0 0,-1 0,0 0,0 0,0 1,0 0,0 0,0 0,0 0,0 0,0 0,-1 1,2-1,-1 1,0 0,-6 4,1 0,-1 1,2 0,0 1,-1-1,1 1,0 0,1 1,0 0,0 0,0 0,1 0,0 2,0-2,1 2,-7 11,0-1,1 1,2 1,-1 0,2 0,1 0,1 1,0 0,2 0,1 0,2 1,0-1,0 0,1 1,2-2,1 2,1-1,1-1,1 0,5 8,10 19,3-2,3-1,28 37,-24-38,-3 1,-1 2,11 28,-30-53</inkml:trace>
  <inkml:trace contextRef="#ctx0" brushRef="#br0" timeOffset="95935.595">10826 8314,'37'0,"-21"-2,1 2,-1 0,0 1,0 1,1 0,0 0,-2 2,8 3,-21-6,0 0,1 1,-1-1,1 0,-1 0,0 1,0 0,1 0,-1 0,0 0,-1 1,1-1,0-1,-1 2,1-1,-1 1,0 0,0-1,0 1,0-1,0 1,-1-1,0 1,0 0,1 0,-1-1,0 1,0 0,-1 0,1 0,0-1,0 0,-1 1,0 0,0 0,0-1,0 1,-1-2,1 2,-1-1,-1 3,-73 91,76-95,-1-1,1 0,-1 0,0 1,1-1,-1 0,1 0,-1 1,1-1,-1 1,1-1,-1 1,1-1,-1 1,1-1,0 1,-1-1,1 1,0-1,-1 1,1-1,0 1,0-1,0 0,-1 1,1 0,0-1,0 1,0 0,0-1,0 1,0-1,0 1,0 0,1-1,-1 1,0 0,0-1,0 1,1-1,-1 1,0 0,1-1,-1 1,0-1,1 1,-1-1,1 1,-1-1,1 0,-1 1,1-1,-1 1,1-1,-1 0,1 0,0 0,-1 0,1 0,0 0,-1 0,150-28,-138 26,4-1,1-1,-1 1,1 2,-1-1,2 2,-2 0,1 1,11 3,-26-4,-1 0,1 0,0 1,-1-1,1 0,-1 1,1 0,0-1,-1 1,1 0,-1-1,0 1,1 0,-1 0,0 0,1 0,-1 0,0 0,0 1,0-1,-1 0,1 1,0-1,-1 1,1-2,0 2,-1 0,1-1,-1 1,1-1,-1 1,0 0,0-1,0 1,0 0,0-1,0 0,0 1,-1 0,1-1,0 1,-1-1,0 1,-3 7,-3 1,1-2,-1 1,-1-1,0 0,1-1,-2 1,1-2,-2 1,2 0,-2-2,-4 3,13-8,-28 18,0-2,-1-1,-2-2,0-1,-11 3,-14 0</inkml:trace>
  <inkml:trace contextRef="#ctx0" brushRef="#br0" timeOffset="96797.458">10174 5831,'-8'-4,"4"1,0 1,-1-1,1 1,1 0,-2 1,1-1,-1 0,1 1,-1 0,0 0,0 0,2 1,-2 0,0-1,0 2,0-1,0 0,1 1,-1 0,1 0,0 1,-1-1,1 1,-1-1,1 1,0 0,-3 3,2 3,-1 1,1-1,1 1,0 0,0 1,1-1,0 1,0-1,1 0,1 2,0-2,0 2,1-2,0 1,1 0,0 0,1 0,0-1,0 1,1 0,1 0,1 2,-1 0,1-1,1 0,-1 0,2-1,0 1,1-2,0 1,-1-1,2 0,1 0,7 5,-12-9,1-2,0 1,0 0,0 0,1-1,-2-1,2 1,0-1,0 0,0 0,0 0,0-1,0 0,0-1,0 0,1 0,-2 0,1-1,1 0,-1 0,0-1,-1 0,4-1,-1-1,0 0,0-2,-1 1,1 0,-1-2,0 1,-1 0,0-2,0 2,0-2,-1 0,0 0,-1 0,0-1,0 1,-1-2,0 2,0-2,-1 1,0-2,1-5,-1 0,0 0,-1 0,-1 1,0-1,-1 0,-1 0,-1 0,0 0,0 1,-1-1,-3-2,5 12,-1 1,0-1,0 0,0 1,-1-1,0 0,-1 1,1 0,-1 0,1 0,-1 0,0 1,-1 0,0 0,0 0,0 0,0 0,0 2,0-2,-1 1,0 1,0-1,0 1,0 1,1-1,-2 1,1 0,-1 0,1 0,-1 1,2 0,-1 1,-1-1,1 1,-1 0,0 1,-3 3,-1 2,0-1,2 2,-1 0,1 0,0 1,0-1,2 1,-1 1,0-1,1 2,1-1,1 0,0 2,0-1,0 0,1 1,1-1,0 1,1 0,0 2,-4 31</inkml:trace>
  <inkml:trace contextRef="#ctx0" brushRef="#br0" timeOffset="97090.939">10382 5654,'-56'-220,"0"-49,42 193,-113-565,113 591,10 54,1 62,2-21</inkml:trace>
  <inkml:trace contextRef="#ctx0" brushRef="#br0" timeOffset="97883.777">10370 6940,'-15'284,"15"-284,1 1,-1 0,0 0,0 0,0 1,1-1,-1 0,0 0,0 0,0 0,-1 0,1 0,0 0,0 0,0 0,-1 0,1-1,-1 1,1 0,-1 0,1 0,-1 0,1 0,-1-1,0 1,1 0,-1 0,0-1,0 1,0 0,0-1,0 1,1-1,-1 1,0-1,-1 1,-1-7,0-1,0 2,0-2,1 1,0-1,0 0,1 1,-1-1,2 1,-1-5,-1-1,-4-28,1 1,3-2,1 1,2 0,2 0,6-31,-6 58,1 1,0 1,1-1,0 0,0 1,1 0,1 0,1 0,5-7,-9 13,0 1,0 1,0-1,0 0,0 0,1 2,0-1,-1 0,1 0,0 0,0 1,1 0,-1 1,1-1,-1 1,0-1,1 2,-1-1,1 0,0 1,0 0,-1 1,3 0,-3-1,0 1,-1 1,0-1,1 1,-1-1,-1 1,2 0,-1 0,-1 1,1-1,0 1,0-1,-1 1,0 1,0-1,0 1,-1-2,1 2,-1 0,1 0,-1 0,0 0,0 0,-1 0,1 1,-1-2,0 2,0-1,-1 1,2 6,-2-2,1 1,-1 0,-1 0,0 0,0-1,-1 1,0-1,-1 2,0-3,-1 1,-3 8,-106 124,112-138,-1 1,0-2,1 2,-1-1,1 1,0 0,1-1,-1 0,0 1,1 0,0-1,0 1,0 0,1-1,-1 1,1-1,0 1,0-1,0 1,0 0,1-2,0 2,-1-1,0 0,1 1,1-2,-1 1,1 0,-1 0,1-1,0 1,0-1,0 0,3 2,6 5,2-2,0 1,0-1,0 0,1-2,0 0,13 3,-2-2,0 0,0-2,1-1,-1-1,0-2,1 0,0-1,-1-2,0-1,1-1,6-2,2-7</inkml:trace>
  <inkml:trace contextRef="#ctx0" brushRef="#br0" timeOffset="98438.823">7478 7104,'2'15,"1"13,0 14,-1 7,-2 6,-2 1,-1-4,4-8,2-11,4-12,1-9</inkml:trace>
  <inkml:trace contextRef="#ctx0" brushRef="#br0" timeOffset="98746.18">7531 7154,'3'15,"2"0,-1-1,2 0,0 0,1 0,1-1,1 0,-2 0,3-1,0 0,0 0,1-2,0 1,2-1,-2 0,2-1,1-1,-2 0,3 0,-1-2,0 1,3-2,-15-4,0 0,0-1,-1 1,1-1,1 1,-1-1,0 0,0 0,1 0,-1 0,0-1,0 1,1-1,-1 1,0-1,0 1,0-1,0 0,0 1,0-1,-1-1,1 1,0 0,0-1,-1 1,1-1,-1 1,1-1,-1 0,1 1,-1-1,0 0,0 0,0 0,0 0,0 0,-1 0,1-1,5-18,-1 0,-1-1,-3 2,1-2,-1 0,-1 1,-2-3,2-8,-2-98,2 99</inkml:trace>
  <inkml:trace contextRef="#ctx0" brushRef="#br0" timeOffset="99256.209">8090 7041,'7'50,"-2"1,-3 0,-1 0,-4 0,-6 38,5-133,4-6,2 0,3 0,2 0,7-27,-11 66,1 1,0-1,0 1,1-1,0 2,0 0,1-1,3-2,-7 9,0 0,0 1,0-1,1 2,-1-1,1 0,-1-1,1 1,-1 1,0-1,1 0,0 1,0 0,0 0,1 0,-1 0,0 1,0-1,1 0,-1 1,-1 0,1 0,1 0,-1 0,0 0,1 1,-1 0,0-1,0 1,0 0,1 0,1 1,-2 0,1 1,1-1,-1 1,0 0,-1-1,1 2,0-1,-1 1,0 0,-1-2,1 3,0-1,-1 0,0-1,1 2,-2-1,1 1,0-1,-1 1,0-1,0 1,-1-1,1 1,-1 0,0-1,0 1,0 0,-1 0,0-1,0 0,0 1,-1 0,1-1,-1 0,0 1,-3 1,-2 7,-1-1,-1-1,0 0,-1 0,0-1,-1 0,-6 4,-36 36,51-48,0 0,0-1,0 1,0 0,1 0,-1 1,1-1,-1 0,1 1,0-2,0 2,0 0,0-1,0 1,1 0,-1-1,1 0,0 1,-1 0,1 0,1 0,-1-1,0 0,1 1,-1 0,1-1,0 1,0 0,0-2,0 2,0-1,1 1,-1-1,1 0,0 1,-1-1,1-1,0 1,0 0,1 0,-1-1,0 1,1-1,-1 1,15 5,2 1,-2-3,2 1,-1-1,1-1,0-2,0 1,0-2,1 0,17-2,138-9,-92-1</inkml:trace>
  <inkml:trace contextRef="#ctx0" brushRef="#br0" timeOffset="128078.241">6566 9297,'2'2,"4"11,2 13,0 21,2 24,4 30,0 30,-1 26,0 22,0 12,0 2,4-10,-3-33</inkml:trace>
  <inkml:trace contextRef="#ctx0" brushRef="#br0" timeOffset="128715.488">8076 9222,'3'15,"4"18,7 25,1 28,5 27,-1 26,0 23,-2 13,0 5,-3-5,-2-32</inkml:trace>
  <inkml:trace contextRef="#ctx0" brushRef="#br0" timeOffset="129326.495">9470 9147,'5'20,"1"20,4 17,3 17,0 18,2 21,-1 16,-1 14,-2 10,1 0,5-7,1-10,-4-29</inkml:trace>
  <inkml:trace contextRef="#ctx0" brushRef="#br0" timeOffset="129887.064">10864 9059,'3'8,"1"14,4 19,3 20,3 22,2 21,2 17,3 13,0 7,-2 2,-3 0,-6-26</inkml:trace>
  <inkml:trace contextRef="#ctx0" brushRef="#br0" timeOffset="134335.602">4221 11807,'0'0</inkml:trace>
  <inkml:trace contextRef="#ctx0" brushRef="#br0" timeOffset="134653.679">4274 11504,'0'13,"0"12,0 14,2 10,4 10,2 7,-1 9,2 3,-1 1,-2 2,-4-4,-5-6,-2-11,-2-13,0-15</inkml:trace>
  <inkml:trace contextRef="#ctx0" brushRef="#br0" timeOffset="134941.952">4313 11958,'-98'-280,"98"276,-1 2,0 0,0 1,1-2,-1 1,0 0,1 0,0 0,-1-1,1 1,0 1,0-1,0-1,1 1,-1 0,0 0,1-1,0 1,-1 1,1-1,0 0,0 0,-1 0,1 0,0 0,1 0,-1 1,1 0,0-1,4-1,1 0,0 0,1 1,-2 0,1 1,1 0,-1 0,1 1,-2 0,1 0,6 0,-6 1,5-2,0 0,0 1,0 1,0 0,0 0,0 1,0 1,0 0,-1 1,0 1,0-1,0 1,-1 1,9 5,-17-10,-1 1,1 0,-1-1,0 0,0 1,0 0,0 0,0 0,0 0,0 0,-1 0,1 0,-1 0,0 0,1 0,-1 0,0 0,0 1,-1-1,1 0,0-1,-1 1,1 0,-1 0,0 0,1 1,-1-1,0-1,0 1,-1-1,1 1,0 0,-1-1,1 1,-1 0,-55 50,48-46,0 0,-1 0,0-1,0 1,0-2,-1 0,1 0,-1-1,-1 0,-6-3,8-5</inkml:trace>
  <inkml:trace contextRef="#ctx0" brushRef="#br0" timeOffset="135543.74">4587 11870,'11'-32,"-1"0,-1-1,-1 0,-3 0,-1-1,-2 1,0-1,-3 0,-1-3,2 35,0 0,0 1,0-1,0 0,0 0,0 0,0 1,-1 0,1-1,-1 0,0 1,1-1,-1 0,1 1,-1-1,0 1,0-1,0 1,0 0,0 0,-1 0,1-1,0 1,-1 0,1 0,-1 0,1 0,-1 0,0 1,1-1,-1 0,0 1,-1-1,3 2,-1 0,0-1,1 1,-1 0,1 0,-1 0,1 0,-1 0,1 0,0 0,-1 0,1 0,0 0,0 0,0-1,0 1,0 0,0 1,0-1,0 0,0 0,1 0,-1 0,0 0,1 0,-1 0,1 0,-1 0,1-1,-1 1,1 0,0-1,-1 1,1 0,0-1,0 1,-1 0,1-1,0 1,0-1,0 1,0-1,0 1,0-1,0 1,0-1,0 0,0 0,0 0,1 1,10 2,2 0,0-1,-1-1,1 0,0 0,-1-1,1-1,0-1,-1 1,7-2,1 0,-10 1,-7 0,0 1,0-1,0 1,0 0,0 0,0 1,1 0,-1 0,0 0,1 0,-1 0,-1 0,2 0,-1 1,0 0,0 1,0-1,0 1,0-1,0 1,-1 0,1 1,-1-1,1 0,-1 0,0 1,0 0,0 0,0 0,0 0,0 0,-1 1,1 3,7 61,-11-58,2-1,0 1,0-1,1 1,0-1,0 0,1 0,1 0,2 5,-5-12,1 1,0-1,0 1,-1-1,1 0,0 0,0 0,0 0,1-1,-1 1,1 0,0 0,-1-1,1 0,0 1,0-1,0 0,0-1,-1 0,1 1,0-1,0 0,0 1,0-1,0-1,0 1,0 0,0-1,0 1,0 0,0-1,1-1,5-1,0-1,0 0,-1 1,0-2,0 0,1-1,-2 1,0-1,5-4,-1-2,-1 1,-2 0,1-1,-1-1,-1 1,1-1,-3 0,1-1,-1-1,4 34,-9-10,0-2,0 1,1 0,1 0,-1-1,1 1,1-1,0 1,-1 0,1-1,1 0,0-1,0 2,1-3,0 2,0 0,1-2,-1 1,1 0,0-2,1 1,-1 0,1 0,0-1,15 1</inkml:trace>
  <inkml:trace contextRef="#ctx0" brushRef="#br0" timeOffset="136594.313">5237 11277,'14'0,"-1"0,0 1,0 0,1 2,-2-1,1 1,0 0,-1 2,1 0,0 0,-2 0,1 2,-1-1,0 1,0 1,-1 0,0 0,-1 1,1 0,4 7,1 9,-1 0,0 1,-3 0,0 2,-1-1,-1 0,-2 4,26 73,-30-94,1-1,1 1,0-2,0 0,1 1,0-1,-1 0,2 0,4 3,-8-8,0 0,0-2,1 2,-1-1,0 0,0 0,1 0,0 0,0 0,0-1,0-1,0 1,0 0,0 0,-1-1,1 0,0 1,0-1,1-1,-1 1,0-1,0 1,0-1,0 0,0 0,6-5,0 0,-1 0,-1-1,1 0,0 0,-1-1,0 0,-1 0,0-1,0 0,-1 0,0 0,-1-1,-1 0,1-1,-1 1,0 0,-1-1,-1 1,0-1,0 0,0-8,-4 25,1 0,1-1,-1 1,1-1,0 0,0 1,1 0,-1-1,1 1,1-1,-1 0,1 1,0-1,0 0,1 0,-2 0,2 0,0-1,1 1,-1 0,4 1,-2-4,0 0,0-1,0 0,0 0,0 0,1 0,-1-1,1 0,-1 0,-1-1,2 0,-1 0,1 0,-1 0,0-1,0 0,0 0,-1 0,1 1,1-3,85-65,-81 58,0-1,-1 0,0 0,-2 0,0-2,0 1,-1 0,0-1,-1 0,1-7,-6 75,-1-42,1 0,1 0,0 2,0-2,2 0,-1 0,2 1,2 5,-4-15,0 1,0 0,0 0,0-1,0 0,1 1,0-1,0 1,-1-1,1-1,0 1,1 0,-1-1,1 1,0-1,0-1,0 1,0 0,0 0,-1-1,1 0,1 0,-1 0,0 0,1 0,-1-1,2 0,0 0,0-1,1 1,-1-1,1-1,-1 1,-1-1,1 0,1-1,-1 2,-1-2,1 0,-1-1,0 1,0 0,0-1,0-1,0 1,0 0,-1-1,0 0,2-4,6-9,0-1,-2 0,0-1,-1 0,3-11,-7 16,-5 15,1 0,-1 0,1 0,-1 0,1 0,-1 1,1-1,-1 0,1 0,-1 0,1 1,-1-1,0 0,1 0,-1 1,1-1,-1 0,0 1,1-1,-1 0,0 1,0-1,1 1,-1-1,0 0,0 1,1-1,-1 1,0-1,0 1,0-1,0 1,0-1,0 1,0-1,0 1,0-1,0 1,0-1,0 0,0 0,0 1,0-1,-1 1,1-1,0 0,0 1,0-1,-1 1,1-1,0 0,-1 1,1-1,0 3,0 6,0 0,1-1,0 1,1-1,0 2,0-3,1 2,0-1,0 1,1-2,1 1,-2-1,2 1,0 0,1-2,0 2,0-3,1 2,-1-1,1-1,0 1,7 3,1-3,1 0,-1-1,2-1,-1 0,0-1,1-1,-1-1,1 0,-1-1,1 0,0-1,-1-1,1-1,-1 0,0-1,-1 0,1-2,0-1,-1 1,0-1,-1-1,0-1,0 0,-1-1,0 0,0-1,-2 0,10-11,-12 11,-2-1,0 1,0-2,-1 1,0-1,-1 1,-1-2,0 1,-1 0,0-1,-1 1,0-2,-1 2,-1-1,-1-3,-2-18,-1 1,-2 0,0 0,-3 0,-7-14,-10-5,25 53,0 0,0 0,0-1,0 1,0 0,0 0,0 0,0 0,0 0,0 0,0 1,0-1,0 0,0 0,0 1,0-1,0 0,0 0,0 1,0-1,0 1,0 0,1-1,0 1,-1 0,0-1,0 1,1 0,-1 0,1 0,-1 0,1 0,-1 0,1 0,0 0,-1 0,1 0,0-1,-1 1,-11 28,1-2,2 2,1 0,1 0,1 0,2 1,0 19,-1-8,3-1,1 2,2-2,0 1,8 27,-7-56,1 0,0 0,0-1,2 1,-1 0,2-2,-2 1,3 0,0 0,0-2,0 2,1-2,0 1,1-2,1 1,-1-2,1 1,0-1,1 0,-1 0,2-1,54 17,-1-9</inkml:trace>
  <inkml:trace contextRef="#ctx0" brushRef="#br0" timeOffset="137264.908">8403 10937,'-9'29,"2"0,1 1,2 1,1-1,1 0,2 0,3 27,26 441,-29-474,1-24,-1 0,0-1,0 1,0 0,0 0,0 0,0 0,0-1,0 1,0 0,1 0,-1 0,0 0,0 0,0-1,0 1,0 0,1 0,-1 0,0 0,0 0,0 0,0 0,1 0,-1 0,0 0,0 0,0 0,1 0,-1 0,0 0,0 0,0 0,1 0,-1 0,0 0,0 0,0 0,0 0,0 0,0 0,0 0,0 0,0 1,8-23,-7 21,2-13,0 1,2 0,0 0,0 1,1-2,0 2,1 0,1 1,0-1,1 1,0 1,0-1,2 2,-1-1,5-2,-13 10,0 1,1-1,-1 1,0 0,1 1,-1-1,1 0,-1 1,0-1,0 0,1 1,-1 0,1 0,-1-1,1 2,0-1,-1 0,1 0,-1 1,1 0,-1-1,1 1,-1 0,1-1,-2 1,1 0,0 1,1-1,-1 1,0-1,0 1,0 0,-1 0,1 0,0-1,-1 1,1 0,-1 0,0 1,0-1,1 0,-2 1,1-2,0 2,0-1,-1 1,1 1,-1 5,0 0,0 0,-1 1,0-2,-1 1,0 0,-1 0,1 0,-2-1,1 1,-1-1,-1 0,0 0,1 0,-1-1,-1 0,-1 1,1-2,-1 1,1-2,-1 2,-2-1,-36 14,44-20,0 0,0 0,0 1,0-1,0 0,0 0,0-1,0 1,0 0,0 0,0 0,1-1,-1 1,0 0,0 0,1 0,-1-1,0 1,0-1,0 1,1-1,-1 0,0 1,0-1,1 0,-1 1,1-1,-1 0,1 0,-1 0,1 0,-1 0,1 1,0-1,0 0,-1 0,1 0,0 1,0-1,0 0,0 0,0 0,0 0,0 0,0 0,1 0,-1 0,0 0,0 0,1 0,2-11,1 1,1-1,-1 2,1-1,1 0,1 1,0-1,0 2,0 0,1-1,1 1,0 1,-1 0,2 0,0 1,1 0,10-5,-18 9,1 0,0 0,-1 1,1 1,0-2,0 1,0 1,0-1,1 1,-1-1,1 1,-1 0,1 1,-1-1,0 1,0 0,1 0,0 1,-1-1,1 1,-1 0,1 0,-2 0,2 1,-1 0,0 0,0 0,0-1,0 1,0 1,-1 0,2 2,2 3,-1 2,0-1,0 1,-1 0,-1 0,-1 1,1 0,-1-1,1 10,-1-8,0 1,1-2,0 1,1 0,0 0,0-2,7 9,-11-16,1-1,0 0,0 0,-1-1,1 1,1 0,-1 0,0 0,0-1,1 1,-2-1,2 1,-1-1,1 0,0-1,-1 1,1-1,0 1,0-1,-1 1,1-1,0 0,0 0,0 0,-1 0,0-1,1 1,0-1,0 0,-1 1,1-1,0 0,-1 0,1 0,-1-1,0 1,1-1,-1 0,0 0,0 1,-1-1,1 0,0 0,0-1,18-19</inkml:trace>
  <inkml:trace contextRef="#ctx0" brushRef="#br0" timeOffset="137574.428">8793 11125,'-6'7,"2"8,6 9,8 5,5-1</inkml:trace>
  <inkml:trace contextRef="#ctx0" brushRef="#br0" timeOffset="138201.487">9067 11593,'7'-3,"1"0,-1-1,-1 0,0 0,1 0,-1 0,0-2,0 1,-1 0,0-1,1 0,-2 1,1-2,-1 1,0 0,2-5,38-116,-29 43,-5-1,-3 0,-5 0,-5-43,3 77,-5-64,4 115,1-1,0 1,0 0,0 0,0-1,-1 1,1 0,0 0,0-1,-1 1,1 0,0 0,0 0,-1 0,1 0,0 0,0 0,-1 0,1 0,0 0,-1 0,1 0,0 0,-1 0,1-1,0 1,-1 1,1-1,0 0,-1 0,1 0,0 0,-1 0,1 0,0 0,0 0,-1 0,1 0,0 0,-1 0,1 0,0 0,0 0,-1 1,1-1,0 0,0 0,0 1,0-1,-1 0,1 1,0-1,0 0,0 0,0 1,0-1,0 0,-1 1,1-1,0 0,0 1,0-1,0 0,0 1,0-1,1 0,-1 1,-13 24,12-25,-12 33,1 1,1 1,3 0,0 0,3 0,0 1,3 0,1 32,4-41,1 0,1 1,2-2,0 0,2 3,18 70,4 38,-28-117,24 83,-25-97,0-2,0 1,0 1,1-1,0-1,-1 0,1 1,0-1,1 0,0 0,0 0,0 0,0-1,1 0,-1 0,0 1,1-2,0 0,0 0,1 1,-1-1,0-1,5 2,2-2,0-1,-1 0,1-1,1-1,-2 1,1-2,-1 0,1 1,-1-2,0-1,0 0,-1 1,1-2,-1 0,0 0,-1-1,1 0,-1-1,0 0,-2-1,1 1,3-5,4-13</inkml:trace>
  <inkml:trace contextRef="#ctx0" brushRef="#br0" timeOffset="138453.313">9002 11113,'20'7,"17"1,19 1,14-5,17-6,11-11,15-6,11-4,4-3,-17 3</inkml:trace>
  <inkml:trace contextRef="#ctx0" brushRef="#br0" timeOffset="139470.387">11254 11340,'-4'-2,"-1"-1,1 1,-1-1,0 1,0 0,0 1,-1-1,1 1,1 0,-2 1,1 0,-1 0,1 0,-1 0,1 0,0 1,0 0,0 0,-1 0,1 1,0 0,0 0,0 0,1 1,0-1,-1 1,1 0,-1 0,0 2,-2 2,2 2,-1 0,1 0,-1 0,2 0,0 1,0 0,1 0,0 0,0 0,3 1,-2-1,1 1,1-1,0 0,1 10,-1-17,1-1,-1 0,0 1,1-2,-1 1,0 1,1-1,0 0,0 0,0 1,0-1,1-1,-1 1,1 0,-1-1,1 1,-1 0,1 0,0-1,0 1,0-1,0 0,0-1,0 2,0-1,1-1,-1 1,0 0,0 0,0-1,0 1,1-1,-1 0,1 0,-1 0,0 0,1 0,-1-1,1 1,5-1,-1-1,1-1,0 2,0-2,-1 0,0-1,0 0,0 1,0-1,6-6,-4 3,1-1,-1 0,-1-2,0 1,0 0,-1-1,0 0,0-1,-2 1,0-1,0-1,0 1,-1 0,-1-1,0 0,-1 1,0-3,-1-2,-8 23,5 5,-1 1,2 0,0-1,0 0,1 2,1-2,0 0,1 1,2 8,-3-16,0-1,1 0,-1 0,1 1,-1-1,1-1,1 2,-2-1,2 0,-1-2,1 2,0 0,0-1,1 1,-1-2,1 1,0 0,-1-1,1 1,-1-1,2 0,-1-1,0 1,1 0,-1-1,1 0,-1 0,1 0,-1 0,2-1,0-1,-1 1,1-1,0 0,-1 0,0 0,0-1,0 0,1 1,-1-1,0-1,0 0,-1 0,0 0,1 1,-1-2,0 0,1 0,-2 0,1 1,0-2,-1 1,0-2,6-8,0 1,-1-1,-1 0,-2-1,1 0,-1 0,1-5,-2 6,0-1,-1 0,-1 1,-1-1,0 0,-1 1,0-1,-2 0,1 1,-2-1,-2-5,-5 5,14 25,3-3,1-2,-1 2,1-1,0-1,0 0,1 0,-1-1,1 0,1 0,-1-1,4 0,9 6,-17-7,4 1,1-1,0 1,0 1,-2 0,2 1,-1-1,0 2,-2 0,2-1,-1 2,0-1,-1 1,-1 1,1-1,0 1,-1-1,-1 2,1-1,0 5,6 24,-12-31,1-1,-1 0,1 0,0 0,1-1,-1 2,1-1,0-1,0 0,0 1,1 0,0-1,-1 0,1 0,1 0,-1 0,1-1,0 1,0 0,0-1,0-1,1 1,-1 0,0-1,1 1,0-1,0 0,0-1,0 0,1 0,0 0,5-3,0 1,0-2,-1-1,1 0,0 0,-2 0,1-1,0-1,0 1,-2-2,1 0,0 1,0-2,-1 1,-2-2,8-6,-5 5,-1-1,0 0,-1 0,0-1,0 0,-1 0,-2 0,1-1,-1 0,0 0,-1 0,-1 0,0-1,-1 1,0 0,-1-1,0 13,1 0,-1-1,0 1,1 0,-1 0,0 0,0 0,1 0,-1 1,0-1,0 0,0-1,-1 1,1 0,0 0,0 0,0 0,-1 0,1 0,-1 0,1 0,-1 0,1 0,-1 0,1 0,-1 1,0-1,0 0,1 0,-1 1,0-1,0 0,0 1,0-1,0 1,0-1,0 1,0-1,0 1,0-1,0 1,0 0,0 0,-1 0,1-1,0 1,1 0,-1 0,0 1,0-1,0 0,0 0,-1 0,1 1,0-1,0 1,0-1,0 1,-5 5,0 1,0 1,1-2,2 2,-2-1,1 2,0-2,1 2,0-1,1 0,-1 0,2 2,-2 6,2-10,-1 1,1 0,1-1,-1 1,1-1,1 2,-1-1,1-1,0 1,1-1,-1 1,2-1,-1 0,1 1,0-1,0 0,0 0,1-1,0 1,-1-1,2 0,0 0,5 5,6-2,-1 1,2-3,-1 2,1-3,-1 1,2-2,-1 0,1-1,0-1,0 0,0-1,0-1,0-1,12-2,54-1</inkml:trace>
  <inkml:trace contextRef="#ctx0" brushRef="#br0" timeOffset="150709.531">3271 11907,'2'0,"10"0,14 0,11 0,10 0,10 0,4 0,1 0,2 0,1 0,-3 0,-10 0</inkml:trace>
  <inkml:trace contextRef="#ctx0" brushRef="#br0" timeOffset="151529.028">3415 13168,'21'-4,"22"-6,20-8,21-5,13-2,5 0,-4 6,-9 5,-20 9</inkml:trace>
  <inkml:trace contextRef="#ctx0" brushRef="#br0" timeOffset="152994.088">4704 12866,'2'267,"21"-199,-22-66,0 0,1-1,-1 1,0 0,1-1,-1 0,1 0,0 0,-1 0,0 1,1-1,0 0,0 0,0-1,-1 1,1 0,1-1,-1 1,0-1,0 1,0-1,0 0,0 0,0 0,0 0,0 0,0-1,0 1,0-1,-1 1,1-1,0 0,0 0,1 0,10-5,0-2,-2 0,1-1,0 0,-2-1,1 0,-1-1,0 1,-2-1,1-2,-1 2,0-1,4-13,17-64,-32 78,-5 35,7-13,0 2,0-2,1 1,1-1,0 2,0-2,2 1,-1 0,3 4,-3-13,-1 2,0 0,1-1,1 0,-1 0,1 0,0 0,0-1,0 1,0 0,1 0,-1-1,1-1,0 1,-1 0,2 0,-1-1,0 1,1-2,-1 1,1-1,0 1,-1-1,1 0,0 0,2 0,1-1,0 0,-2 0,2-1,0 0,-1 0,0-1,0 0,0 0,0 0,0-1,0 0,0-1,-1 1,0-1,0 0,0-1,0 1,0-1,0-2,7-5,-1 0,-2-2,0 1,0-1,0 0,-2-1,-1 0,3-6,-2 1,-1 0,-1 1,-1-2,-1 0,0 0,-2 1,0-1,-2 0,0-1,-2 2,0-1,-2 0,0 0,-1 1,-5-12,9 28,0 0,0 0,0 0,0 1,-1-1,0 1,1-1,-1 2,-1-2,1 1,0 0,-1 0,0 0,0 1,1-1,-1 1,0-1,0 1,-1 0,1 0,-1 0,1 1,-1 0,0-1,0 1,1 0,-1 0,0 1,0-1,0 1,0 0,0 0,0 0,0 0,1 1,-1 0,0-1,0 2,1-1,-1 0,0 1,0-2,1 2,-2 1,-1 6,-1 0,1 0,0 0,1 0,0 2,1-2,1 2,0-1,0 0,0 1,1-1,1 1,0 0,0-1,1 2,1-2,-1 1,2 0,0-1,1 4,4 19,0 1,2-1,2 0,1-1,2-1,1 0,1 0,2-1,16 19,-24-36,0-1,1 1,1-2,-1 0,2 0,0-1,0-1,1 0,7 2,-16-7,0-1,1-1,0 1,0-2,0 1,0 0,0-1,0 0,1 0,-1-1,1 1,-2-1,1-1,1 1,-1-1,1 0,-1 0,-1-1,1 0,0 1,0-2,0 1,0-1,-1-1,5-2,2-7,-1 1,-1-1,1-1,-2 0,0-1,-2 1,1-1,-1-1,-1 1,-1-1,0 0,-1-1,-2 1,1-1,-1-10,7-50,-4 0,-3 0,-3-1,-4 1,-15-72,2 73,11 70,3 20,1 44,3 0,2 0,3 1,3-2,9 30,-17-85,27 152,20 48,-45-197,-1 4,1-1,0 0,0-1,1 2,0-2,0 1,1 0,0-2,1 2,0-2,0 1,-1-1,2 0,0 1,6 3,-8-10,-1 0,1 0,-1-1,1 1,0-1,-1 0,1 0,0 0,-1 0,1 1,-1-2,1 0,-1 0,-1 0,1 0,0 0,0-1,0 1,0 0,-1-1,1 0,-1 0,0 0,1 1,-2-1,1-1,1-2,0 2,99-171,-102 175,0-1,0 0,0 0,0 0,0 0,0 0,1 0,-1 1,0 0,0-1,0 0,1 0,-1 0,1 1,-1-1,0 0,1 0,-1 1,1-1,0 0,-1 1,1-1,-1 0,1 1,0-1,0 1,-1-1,1 1,0 0,-1-1,0 1,1 0,0-1,0 1,0 0,0 0,0 0,-1 0,1 0,0 0,0 0,0 0,0 0,0 0,0 0,6 126,16-29,-21-93,0-1,0 0,0 0,0 1,0-1,0 0,1-1,0 1,0 0,-1-1,2 1,-1-1,-1 1,1-2,1 1,-1-1,1 1,0 0,-1-1,1 0,0 0,0 0,0 0,2-1,20 0</inkml:trace>
  <inkml:trace contextRef="#ctx0" brushRef="#br0" timeOffset="153257.397">6149 12866,'-15'-2,"-13"-3,-5-5,-3-3,3 1</inkml:trace>
  <inkml:trace contextRef="#ctx0" brushRef="#br0" timeOffset="154043.957">5681 12690,'344'0,"-310"1,0 2,0 1,0 0,-1 3,0 1,14 6,-33-10,0 2,0 1,0-1,-1 2,0-1,0 2,-1 0,0 1,0-1,-2 1,0 2,1-1,-2 0,-1 2,5 5,-1 7,-2-1,0 2,-1 0,-1 0,-3 0,3 20,13 47,-21-91,0 1,0-2,0 2,0 0,1-1,-1 1,1-1,0 1,0-2,0 1,0 1,0-1,0 0,0 1,0-1,1 0,0-1,-1 1,1-1,0 1,0 0,0-1,0 1,0-1,1 1,-1-1,0 0,1 0,-1-1,1 0,-1 1,1 0,-2-1,2 0,0 1,-1-1,1 0,-1 0,1-1,-1 1,1-1,0 1,-1-1,1 1,-1 0,1-2,8-8,1 1,-1-2,-2 1,1-1,0-1,-1 0,-2 1,1-2,3-7,-5 10,72-130,-78 140,0 0,0 1,0-1,0 0,0 1,1-1,-1 0,0 1,0-1,0 0,0 1,1-1,-1 0,0 0,0 1,1-1,-1 0,0 0,1 0,-1 0,0 0,1 0,-1 0,0 0,1 1,-1-1,0 0,1 0,-1 0,0 0,1 0,-1 0,0 0,1 0,-1 0,1 0,-1 0,0 0,0 0,0 0,0-1,1 1,-1 0,0 0,1 0,-1 0,0 0,1 0,-1 0,0 0,0-1,1 1,-1 0,0-1,0 1,0 0,1 0,-1-1,0 1,0 0,0-1,0 1,2 35,-2-32,-1 33,0-24,0-1,0 0,2 1,-1-1,1 0,1 1,0-2,1 1,0 1,1-2,0 0,6 11,-9-19,1 1,-1-1,1 0,0-1,1 1,-1 0,0 0,1-1,-1 1,1-1,-1 0,1 1,0-1,0 0,0-1,-1 0,1 1,-1-1,1 1,0-1,0 0,0 0,0 0,0-1,0 1,0-1,0 1,-1 0,1-1,0 0,-1 0,1-1,78-50,-69 42,-1-2,-1 1,0 0,-1-2,0 0,-1 1,0-2,-1 1,-1-2,0 1,-1 0,-1-1,1-3,-5 30,1 1,0-2,1 1,1 0,0 0,1-1,0 0,1 1,-1-5,0 1,-1-1,2 1,0-1,1-1,-1 1,1-1,1 0,-2 0,2-1,0 0,1 0,-1-1,0 0,1 1,0-2,0 1,1-2,-2 1,2-1,0 0,-1-1,0 0,1 0,0 0,0-1,0-1,-1 0,1 0,0 0,-1-1,0-1,2 0,12-2,-2-2,1-1,-1-1,0 0,-1-2,0 1,0-2,-2-1,1-1,-1 1,-2-2,1-1,-2 0,0 0,0-2,-3 1,1-2,-1 0,-2 0,0 0,0-1,-2 0,3-15,-6 4,-1 0,-2 0,0 0,-3 0,0-1,-1 1,-3 1,-1-1,-1 1,-2 0,-6-14,11 31,0 1,-1-1,-1 1,1 0,-2 1,0-1,-9-8,15 18,0-1,0 1,0 0,0 0,-1 0,0 1,1-1,-1 1,0 0,0 0,0 0,0 0,0 0,0 0,0 1,1-1,-1 1,0 0,0 0,0 0,0 0,0 0,0 1,-1-1,1 1,0 0,0 0,2 0,-2 0,0 1,0-2,1 2,-1 0,0 0,1 0,0 0,-1 0,1 0,0 0,0 0,0 0,0 2,-9 12,0 1,1 0,0 0,2 1,1 0,-1 1,2-1,1 1,1 0,1 0,0 2,-3 14,1 2,1-2,2 2,3-1,0 1,7 33,-5-52,1-1,1 1,0 0,2 0,0-1,1 0,1-1,-1 0,3 0,0-1,0 0,1 0,1-1,8 6,0-5,0 0,1-2,0-1,0 0,2-2,-1 0,2-1,-1-2,1 0,1-2,-1-1,0-1,20 1,41 0</inkml:trace>
  <inkml:trace contextRef="#ctx0" brushRef="#br0" timeOffset="154705.741">8884 12386,'-8'25,"2"-2,0 2,3-1,0 2,1-2,1 2,1-2,1 2,2-2,2 13,64 320,-69-354,1 0,0 0,-1 0,1 0,-1 0,0-1,0 1,0 0,0 0,-1 0,1-1,-1 0,0 1,1 0,-1 0,-1 0,1-1,0 0,-1 1,-10-27,12 21,1 0,-1 0,0 0,1 1,0-1,0 0,0 1,0-1,0 0,1 1,-1 0,1-1,0 1,0-1,0 1,0 0,0 1,0-1,-1 0,2 0,-1 0,1 0,0 1,-1-1,1 1,0 0,0 0,1 1,84-16,-76 16,0 1,0 0,-1 1,1 1,0 0,-1 0,1 0,-1 2,-1 0,8 3,-12-5,-1 0,0 0,-1 1,1-1,0 1,-1 0,0 1,1-2,-1 2,-1 0,1 0,-2-1,1 2,0-1,-1 0,1 0,-1 1,-1-1,1 1,-1 0,1 5,-2-6,0-2,-1 1,0 1,1-1,-1 0,-1 0,1 0,-1 0,1 0,-1-1,0 1,-1-1,1 1,0-1,0 0,-1 0,0 0,-1 0,1 0,0-1,-1 1,1-1,-1 0,0 1,0-1,1-1,-1 1,0-1,0 0,-1 0,1-1,0 1,-1 0,1-1,1 0,-2 0,1 0,0-1,-1 1,1-1,0 0,-1 0,1 0,1-1,-1 1,0-1,0 0,1-1,-1 1,0-1,0 1,2-1,0 0,1 0,-1 0,1 0,0 1,0-1,0 0,0-1,0 1,0 0,1 0,0 0,-1-1,1 1,1 0,-1 0,0-1,1 1,-1 0,1 0,0 0,0 0,0-1,0 1,1 0,-1 1,1-1,0 0,0 1,0-1,3-1,3-6,2 1,-1-1,1 2,0-1,1 1,0 1,6-3,-6 2,2 1,0 1,-1-1,2 3,0-1,-1 0,1 2,1 0,-2 0,2 1,-1 1,0 0,1 1,-1 1,4 0,-13 1,0 1,0-1,-2 0,2 0,0 2,-1-1,1 0,-1 1,0-1,-1 1,1 0,-1 0,0-1,0 2,0 0,-1-1,1 0,-1 1,0 0,0 0,0 0,-1 0,0 0,0 0,-1 1,1-1,-1-1,0 6,7 28,-7-36,1 0,-1 0,0 0,1 0,0 0,-1 0,0-1,1 1,0 0,0 0,0 0,1-1,-1 1,0 0,1-1,-1 1,1-2,-1 1,1 1,0-1,0 0,0 0,-1 0,1 0,0 0,0-1,0 1,0-1,0 1,1-1,-2 0,1 1,0-1,0 0,0 0,0-1,0 1,0 0,0-1,1 1,22-13,1-5</inkml:trace>
  <inkml:trace contextRef="#ctx0" brushRef="#br0" timeOffset="154925.789">9548 12487,'-15'-2,"-8"-1,5 3,10 3,15 1,6 0</inkml:trace>
  <inkml:trace contextRef="#ctx0" brushRef="#br0" timeOffset="155312.949">9900 12312,'0'-1,"-1"0,1 1,-1-1,1 0,0 1,-1-1,1 1,-1-1,1 1,-1-1,0 1,1-1,-1 1,1-1,-1 1,0 0,0 0,1-1,-1 1,0 0,1 0,-1 0,0-1,0 1,1 0,-1 0,1 0,-1 0,1 1,-1-1,0 0,1 0,-1 0,0 1,0-1,1 0,-1 1,0-1,1 0,-8 32,21 262,2 88,-13-364,1 2,1-1,1 0,1-1,0 1,0-1,9 13,-11-24,1 0,-1 0,0-1,1 1,1-2,0 2,0-1,0-2,1 2,-2-1,2-1,1 0,-1 1,1-2,-2 1,2-2,0 1,0 0,6 0,-8-1,1-1,0 0,0-1,-1 1,0-1,1 0,0-1,-1 0,1 0,0 0,-2-1,2 0,-1 0,0-1,1 1,-1-1,-1 0,0-1,1 1,-1-1,1 0,-1 0,-1-1,0 1,0-1,1-1,-1 1,-1 0,1-1,-1 1,0-1,-1 0,1 1,-1-2,1-5,-2 3,0 0,0-1,-1 1,0-1,0 1,-1 1,0-2,-1 1,0-1,0 2,-1-1,-1 0,0 0,0 1,-1 0,0 0,0 0,0 1,-3-4,-5-4,-1 1,1 1,-1 0,-1 0,-1 2,0 0,0 0,-1 2,-1 0,-9-4,-2 2,0 1,0 1,0 2,-2 0,-22-1,115 8,118-6,0-8,21-12,-71 8</inkml:trace>
  <inkml:trace contextRef="#ctx0" brushRef="#br0" timeOffset="156016.379">12453 12790,'119'3,"2"-4,-1-6,0-5,82-20,764-126,357 27,-769 85,1431-95,-1729 133,-228 1,-36 7</inkml:trace>
  <inkml:trace contextRef="#ctx0" brushRef="#br0" timeOffset="156399.617">18497 12121,'-79'359,"75"-339,0 0,1 1,0 0,2 0,0 0,3 21,-2-41,0-1,0 1,0-1,0 0,0 0,0 1,0 0,0-1,1 1,-1-1,0 1,0 0,0-1,1 1,-1-1,0 1,0-1,1 1,-1-1,1 1,-1-1,0 0,1 1,-1-1,1 1,-1-1,1 0,-1 0,1 1,-1-1,1 0,-1 0,1 1,0-1,-1 0,1 0,-1 0,1 0,-1 0,1 0,0 0,-1 0,1 0,-1 0,1 0,0 0,-1-1,1 1,-1 0,1 0,-1-1,1 1,-1 0,0-1,0 1,1 0,-1-1,1 1,-1-1,1 1,27-29,-27 28,33-45,-3-2,-3-2,-1 1,1-9,-2 5,-20 44,-7 13,-7 19,-1-1,-5 11,1 1,1 0,2 1,-5 32,14-63,0 0,0-1,1 1,0-1,-1 1,1-1,1 1,-1 0,0-2,1 2,0 0,0-1,0 1,0-1,1 0,-1 0,1 1,0-1,0-1,0 1,0 0,1 0,-1 0,0-1,1 0,-1 0,1 1,1-1,-1 0,0 0,0 0,1-1,-1 1,3-1,22 5</inkml:trace>
  <inkml:trace contextRef="#ctx0" brushRef="#br0" timeOffset="158798.731">18900 12425,'37'8,"0"-3,0 0,0-2,0-2,1-1,-15 0,649-17,-423 5,1076-44,-1243 51,765-16,-706 25,-125-7</inkml:trace>
  <inkml:trace contextRef="#ctx0" brushRef="#br0" timeOffset="160415.118">25125 11996,'22'54,"-20"-42,45 320,-47-332,20 61,-19-59,-1-1,1 1,0-1,-1 1,1-1,0 1,0-2,0 2,0-1,0 0,1 0,-1 1,-1-1,2 0,-1 0,0 0,1-1,-1 1,1 0,0 0,-1-1,1 1,-1-1,1 1,0-1,0 0,-1 0,1 0,0 0,-1 0,1 0,0 0,-1 0,1-1,0 1,0-1,5-4,0 0,0 0,0-1,-1-1,0 2,-1-2,1 0,-1 0,0 0,0 0,-1-1,0 1,-1-2,2-3,4-12,-1 2,-1-3,-1 2,-2-2,0 2,-2-2,0 0,-2-18,-16 95,15 53,2-101,0 0,0 1,0 0,1-2,-1 2,1 0,0-1,0-1,1 1,0 0,0 0,0-1,0 1,0-1,1 1,0-1,-1-1,0 1,2-1,-1 1,3 1,-1-2,1 0,-1 0,0-1,0 1,1-1,0 0,0 0,-1-1,0 0,1-1,0 1,-1-1,1 0,-1-1,0 1,1-1,-1 0,0 0,1-1,-2-1,0 1,1 0,0 0,-1-2,0 1,0 0,0 0,1-4,3-1,-1-1,0 1,-1-1,-1 0,0 0,0-1,-1 0,0 0,-1-1,0 1,-2 0,1-2,-1 2,1-12,-9-8,6 30,-1 1,1 0,0 0,-1-1,1 1,0 0,0-1,0 1,-1 0,1-1,0 1,-1 0,1 0,-1 0,1-1,-1 1,1 0,-1 0,1 0,-1 0,1 0,-1 0,1 0,-1 0,1 0,-1 0,1 0,-1 0,1 0,-1 0,1 0,-1 0,1 1,-1-1,1 0,0 0,-1 1,1-1,-1 0,1 0,0 1,-1-1,1 1,0-1,-1 0,1 0,0 0,-1 1,1-1,0 0,0 1,0-1,-1 1,1-1,0 1,0-1,0 1,0-1,0 1,-4 6,0 0,1 0,-1 0,2 1,0 0,0-1,0 1,1 0,0 0,0-1,1 2,0-2,0 1,1 0,0 0,1-1,-1 1,2-1,-2 1,2 0,0-1,1 0,0 0,0 0,1-1,-1 1,1-1,0 0,1 0,-1 0,2-2,-1 2,1-1,-1-1,7 4,7 1,0 1,1-2,-1 0,1-2,1 0,-1-1,2-1,-2-2,2 0,-1-1,0-1,20-2,43-20,-83 21,1 0,-1-1,0 1,1-1,-1 0,0 0,0 1,0 0,-1-2,1 1,0 0,-1 0,1-1,-1 1,0-1,1 2,-1-2,0 1,0-1,-1 0,1 1,-1 0,1-1,-1 0,0 0,0 0,0 1,0-1,-1 1,1-2,-2-1,1 0,-1 1,0-2,0 1,0 1,-1-1,1 1,-1-1,0 1,0 0,-1 0,0 0,1 1,-2-1,1 1,0-1,-1 1,1 1,0 0,-1-1,0 1,0 0,-1 0,1 0,1 1,-2 0,1 1,-1-1,1 1,-1 0,1 0,0 0,0 0,-1 1,1-1,0 1,-1 1,1 0,0 0,1 0,-1 0,0 1,0-1,0 1,1 0,-2 2,1 1,-1 0,1 1,0-1,0 1,1 0,0 1,0 0,0-1,2 1,0 0,-1 0,1 1,2-6,-1 0,0 0,1-1,0 1,0 0,0 0,0 0,0 1,1-2,-1 1,1 0,0 0,0 0,0 0,0-2,1 2,-1 0,1 0,-1-1,0 1,1-2,0 1,0 1,1-1,-1 0,0 0,1 0,-1-1,1 1,0-1,0 0,-1 0,1 0,0 0,0 0,8 1,0 0,0-1,0-1,0 0,0 0,-1-1,1-1,0 0,0 0,-1-1,1 1,-1-2,0-1,0 1,0-1,-1 0,0-1,0 0,0 0,-1-1,1 0,3-6,-15 16,1 2,-1 1,1-1,1-1,-1 1,1 1,0-2,0 2,0-1,0 0,1 0,0 1,0-1,1 0,-1 1,1-1,0 0,1 0,0 1,-1-2,1 1,0 0,0-1,1 1,0 0,0 0,1-2,2 5,-3-6,-1-1,1 1,0 0,-1-2,1 2,0-1,0 0,0 0,0 0,0-1,0 1,0-1,1 1,-1-1,0 0,0 0,-1-1,2 1,-1-1,0 1,0-1,0 0,0 0,0 0,0-1,0 2,0-2,0 0,-1 1,0-1,0 0,1-1,-1 1,0 0,0 0,0 0,0-1,0 0,-1 0,1 1,-1 0,0-1,9-15,-3-1,0 1,0-1,-2 0,0-1,-1 2,1-16,20-81,-24 113,0-1,0 1,0 0,0-1,1 1,-1 0,1 1,-1-1,1 0,0 0,-1 0,0 0,1 1,1-1,-1 1,0-1,0 2,0-1,1 0,-1 0,1 0,-1 0,1 1,-1-1,1 1,-1-1,0 1,1 0,-1 0,1 0,-1 0,1 1,-1-1,1 1,-1-1,1 1,-1 0,3 1,16 3,0 2,-1-1,1 2,-2 1,0 1,1 0,-2 2,0 0,6 6,-19-13,-1 1,0 1,0-1,0 1,-1-1,0 1,0 0,0 0,-2 0,0 0,1 1,-1-1,0 0,-1 1,0-1,0 1,-2 5,1-8,0 0,1 1,-1 0,1-2,0 2,0 0,1-1,0 0,0 1,0-1,1 0,0 1,0-2,0 2,0-1,1 0,0-1,0 1,1 0,-1-2,1 2,0-1,-1 0,1-1,1 0,0 1,-1-1,1 0,2 0,6 0,0-1,0 0,-1-1,2 0,-1-1,0 0,0-2,0 1,0-2,0 1,0-1,-1-1,0 0,1-2,-2 2,1-2,0-1,-2 1,1-2,0 1,-2-2,1 1,7-8,-9 7,0 1,-1-2,1 1,-1 0,-1-2,-1 1,1-1,-1 1,-1-1,0 0,0 0,-1 0,-1-1,0 0,0 1,-1-6,-1 15,0 1,1 0,-1-1,0 1,0 0,0-1,0 1,0 0,0 0,-1 0,1 0,0-1,-1 1,1 0,-1 0,1-1,-1 1,1 0,-1 0,0 0,0 0,0 0,1 1,-1-1,0 0,0 0,0 0,-1 0,1 1,0-1,0 0,0 1,0-1,-1 1,1-1,0 1,-1 0,1 0,0-1,-1 1,1 0,0 0,-1 0,1 0,1 0,-2 1,1-1,0 0,-1 1,1-1,0 1,0-1,0 1,-1 0,1-1,0 1,0 0,0 0,0 0,0 0,-1 0,-3 5,-1 1,1-1,2 1,-2-1,1 2,0-1,1 0,0 1,0-1,1 2,0-2,0 2,1-2,0 2,0-2,1 2,1-2,-1 2,1-2,0 2,1-2,0 2,1-2,1 6,1-5,0 0,1-1,-1 1,1-1,0 0,1 0,0-1,0 1,0-2,1 1,0-1,1 0,-2-1,2 0,1 1,142 39,-42-29,-6-4</inkml:trace>
  <inkml:trace contextRef="#ctx0" brushRef="#br0" timeOffset="160920.832">28602 11794,'-17'22,"-12"16,-6 19,1 16,1 14,6 10,10 7,13-1,15-4,15-11,16-12,13-12,7-15,-6-15</inkml:trace>
  <inkml:trace contextRef="#ctx0" brushRef="#br0" timeOffset="161588.708">28993 12210,'-8'27,"2"2,1-1,1-1,2 2,1-1,1 1,1-1,1 1,2-2,1 1,2 0,1-1,1 0,7 17,-3-20,-13-24,0 1,0-1,0 1,0-1,0 0,1 1,-1-1,0 0,0 1,0-1,1 0,-1 1,0-1,0 0,1 0,-1 1,0-1,1 0,-1 0,0 1,1-1,-1 0,0 0,1 0,-1 0,0 0,1 1,-1-1,0 0,1 0,-1 0,1 0,-1 0,0 0,1 0,-1 0,1 0,-1 0,0-1,1 1,-1 0,0 0,1 0,-1 0,0-1,0 1,0 0,0 0,1 0,-1-1,0 1,0 0,1-1,-1 1,0 0,0-1,0 1,1 0,-1-1,0 1,0 0,0-1,0 1,11-79,-11 59,-14-417,21 400,-6 37,0 1,0-1,0 1,0-1,0 1,0-1,0 1,0-1,0 0,-1 1,1 0,0 0,0-1,-1 1,1 0,0 0,-1 0,1 0,-1 0,1 0,-1 0,0 0,1 0,-1 1,0-1,0-1,0 1,0 0,0 0,0 0,0 0,0 0,0 1,0-1,12 121,-11-98,-1 1,3-1,1 1,0-1,2 0,6 13,-11-35,0 1,0 0,0-1,1 1,-1-1,1 1,-1-2,0 2,1-1,0 0,0 0,1 0,-1 0,0 0,1-1,-1 0,1 1,-1-1,1 0,0 0,-1 0,1 0,-1 0,1 0,0-1,0 0,0 1,0-1,0 0,0 0,0-1,-1 1,1 0,0-1,0 0,-1 0,1 0,-1 0,1 0,0-1,-1 1,2-1,3-3,1 0,-2 0,0 0,1-1,-1 0,0-1,-1 0,1 1,-3-1,2 0,-1-1,0 0,0 1,-1-1,1-3,28-125,-32 134,11-54,-11 56,0 0,0 0,1 1,-1-1,0 0,0 0,0 1,0-1,1 0,-1 0,0 0,0 1,0-1,1 0,-1 0,0 0,0 0,1 0,-1 0,0 1,1-1,-1 0,0 0,0 0,1 0,-1 0,0 0,0 0,1 0,-1 0,0 0,0 0,0 0,0 0,0-1,1 1,-1 0,0 0,0 0,1 0,-1 0,0-1,0 1,1 0,-1 0,0 0,0-1,0 1,1 0,-1 0,0 0,0-1,0 1,0 0,0-1,0 1,0 0,1 0,-1-1,0 1,0 0,0 0,0-1,9 25,35 195,-10-28,-11-129,-12-44</inkml:trace>
  <inkml:trace contextRef="#ctx0" brushRef="#br0" timeOffset="161974.555">29931 12148,'-16'-2,"1"1,-1 1,1 1,-1 0,1 1,-1 0,0 1,1 1,-2 2,11-5,1 1,0-1,0 2,0-1,0 1,0 0,1 0,-1 0,1 0,0 1,0 0,0 0,1 0,-1 0,1 1,0-1,0 1,0 0,1 0,-1-1,2 1,0 1,-1-2,1 2,0 0,0-2,0 3,1-2,1 0,-1 1,1-1,0 0,1 0,-1 1,0-1,1 0,0 0,1 0,-1-1,1 1,0-1,1 1,-1-1,1 0,0 0,0 0,-1-1,2 0,95 61,-94-60,163 92,-166-95,-1 0,1 1,-1-1,0 1,1-1,-1 1,0 0,0 0,0-1,-1 1,1 0,-1 1,1-1,-1 0,1 1,-1-1,0 0,0 1,0-1,0 1,-1 0,1 0,-1-1,0 0,1 1,-1 0,0 0,-1 0,1-1,0 0,-1 1,0 0,0 0,1-1,-2 0,1 1,-8 5,1-2,-2 2,1-2,-2 0,2-1,-2 1,0-2,1 0,-1 0,0 0,-1-2,1 0,0 0,-1-1,1 0,10 0,-1-1,1 1,0-1,0 1,0-1,0 1,-1-1,1 0,0 0,0 0,0 0,-1 0,1 0,0 0,0 0,-1 0,1 0,0-1,0 1,0 0,0-1,-1 1,1-1,0 1,0-1,1 0,-1 0,0 1,0-1,0 0,1 0,-1 0,0 1,0-1,1 0,-1 0,0 0,1 0,-1 0,1 0,0-1,-1 1,1 0,0 0,0 0,0-1,-1 1,1 1,0-1,1-1,-1 1,0 0,0 0,0 0,1-1,10-20</inkml:trace>
  <inkml:trace contextRef="#ctx0" brushRef="#br0" timeOffset="162646.349">30295 12299,'-12'40,"0"1,3-1,1 2,4-1,0 1,2-1,2 2,1-37,-2-3,1 1,0-1,1 0,-1 0,0 0,1 0,0 1,0-1,0-1,0 1,1 0,-1 0,0 0,0 0,2 0,11-17,7-109,-19 95,13-311,-15 334,-1 3,1-1,-1 1,1 1,0-2,0 1,0 0,0-1,0 1,0 0,1 0,-1 0,1 0,-1-1,1 1,0 0,0 0,0 0,0 0,1 1,-1-1,0 0,1 0,-1 0,1 1,0-1,0 1,-1-1,0 1,1 0,0 0,0 0,1 0,1 0,5 1,1 2,-2-1,1 0,1 2,-1 0,-1 0,1 1,-1 0,1-1,5 6,-11-7,7 3,0 0,0 2,-2-2,1 2,0 0,-1 1,-1 0,8 8,-13-14,0 1,0 0,0 0,0 0,-1 0,1-1,-1 1,0 1,0-1,0 1,0-2,-1 2,1-1,-1 1,0-1,0 0,0 0,-1 1,1-1,-1 1,0-2,0 2,0-1,0 0,-1 1,1-2,-1 1,0 0,0 0,-1 2,-5 2,-1 2,1-2,-1 1,-1-2,0 1,1-1,-2-1,1 1,0-1,-2-2,1 1,-1 0,-2 0,-3-1,38-16,-16 11,-1 1,1-1,1 0,-1 1,0-1,0 1,1 1,-1-1,0 1,0 0,1 0,-1 1,0-1,1 1,-1 0,-1 1,1-1,1 1,-1 0,0-1,-1 2,1 0,0 0,-2 0,1 0,1-1,-1 2,0 0,-1 0,1-1,-1 1,1 2,0 8,1 1,-1-1,-1 1,-1 0,0 2,-1-2,0 0,-2 1,0-1,0 0,-2 1,2-11,0 0,0 0,-1 0,1 0,-1 0,0 0,0 0,-1-1,1 0,-1 1,-1-1,1 0,-1 0,0 0,0 0,0-2,0 2,0-1,0 0,-1 0,0-1,0 0,0 1,0-1,0-1,1 1,-2-1,1 0,-4 1,1 0,-1-1,2 0,-2 0,0 0,1-1,0 0,-1-1,1 0,-1 0,1 0,0-1,-5-2,-4-5</inkml:trace>
  <inkml:trace contextRef="#ctx0" brushRef="#br0" timeOffset="163021.912">30686 11807,'5'13,"3"15,2 15,3 16,1 16,-3 17,-5 9,-7 11,-13 6,-17-2,-24-2,-26-6,-31-8,4-22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40.4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190 615,'-3'-3,"0"0,0 1,0 0,-1 1,1-1,0 0,0 0,-1 0,0 1,1 0,-1 0,0 0,0 0,0 1,0-1,1 1,-1 0,0 0,0 1,0-1,0 1,1 0,-1 0,0 0,0 0,2 1,-2-1,-2 3,-3 3,1 2,0-1,2 1,-1 0,0 1,1-1,1 1,-1 1,3-1,-1 0,0 1,1 0,0 0,1 0,-1 8,6 52,-2-70,-1 1,0 0,1-1,0 1,-1-1,1 1,0-1,-1 0,1 1,0-2,0 1,0 0,0 1,1-1,-1 0,0 0,0 0,0 0,0 0,1-1,-1 1,0 0,1-1,-1 1,1-1,0 1,-1-1,1 0,-1 1,1-1,0 0,-1 0,1 0,-1-1,1 1,0 0,-1 0,1-1,-1 1,1-1,-1 0,1 1,-1-1,0 0,11-8,0 1,-1 0,-1-3,1 2,-1-2,-2 0,1 1,0-3,-1 2,-1-1,-1 0,0-2,0 1,1-4,-7 17,28-67,-1-2,-5 0,-3-1,-3-2,-2 0,-5 1,-3-2,-2-9,-5 44,0 38,1 0,0 1,-1-1,1 0,0 0,-1 1,1-1,-1 0,1 0,0 0,-1 1,1-1,-1 0,1 0,-1 0,1 0,0 0,-1 0,1 0,-1 0,1 0,-1 0,1 0,0 0,-1-1,1 1,-1 0,1 0,-1 0,1 0,0-1,0 1,0 0,0 0,-1-1,1 1,0 0,-1-1,1 1,0 0,0-1,-1 1,1-1,0 1,0 0,0 0,0 0,-1-1,1 1,0-1,0 1,0 0,0-1,0 1,0-1,0 1,0-1,0 1,0-1,0 1,1 0,-1-1,0 1,0-1,-8 14,1 0,0 1,1 0,1 0,1 0,0 0,0 0,0 14,3-25,-10 52,3 2,3-1,2 1,2 0,3 0,2 0,4-1,1 1,4-1,-8-35,1 0,1-1,1 0,1-1,1 1,0-1,2-1,7 11,-18-27,1 0,-1 0,0 0,1-1,-1 1,1-1,0 0,-1 1,1-1,0 0,0 1,0-1,0 0,0 0,0 0,0-1,1 1,-1 0,-1-1,1 0,1 1,-1-1,0 0,1 0,-1 0,0 0,0-1,1 1,-1-1,0 1,0-1,0 0,1 0,-1 1,0-2,0 1,-1 0,0 0,1-1,0 1,0-1,-1 2,1-2,-1 0,12-15,-1-1,-2 0,1-1,-2 0,-1 0,-1 0,0-1,-1 0,-2-1,0 0,-1 1,-1-1,-1-15,0-13,-4 81,2-1,1 1,2 0,1 0,1 1,-4-29,0 2,1-1,0 0,0 0,1 0,-1-1,1 1,0 0,1 0,-1-1,1 0,0 1,0-1,0 0,1 0,0 0,-2 0,2-2,1 2,-1-1,0 0,1 0,0-1,-1 0,1 0,-1 0,1 0,1 0,-1-1,0 0,0 0,1 0,-2-1,3 0,6-3,0-2,-2 1,1-1,0-1,-1 0,0 0,0-1,0 0,-2-2,1 2,0-2,-1 0,-2-1,2 1,-2-2,1 1,-2 0,2-6,6-10,-1 1,-3-2,1 0,-2 0,-2-1,-1 0,1-16,-7 107,6 127,9 0,23 91,-8-57,-14-103,-17-99,-37-133,1-21,4-1,8-1,-6-114,30 234,-2-7,1-1,1 0,2 1,0-2,1 1,1 1,2 0,3-11,-8 28,2 0,0 0,0 2,0-2,0 0,1 1,-1 0,1 1,0-1,0 0,0 0,0 0,0 1,1 1,-2-2,2 1,0 0,0 1,-1-1,1 1,0 0,0 0,1 0,-1 0,-1 1,1-1,0 1,0 0,0 1,1-1,-1 1,0-1,0 1,-1 0,1 1,0-1,0 1,-1 0,1 0,11 3,-2 1,1 1,0 0,-2 2,1-1,-1 1,-1 0,1 1,-1 1,-1-1,0 1,0 1,-1 0,-2 0,1 2,2 3,-9-13,1 1,-1 1,0-2,0 2,0-1,-1 0,0 0,0 1,0-2,-1 2,1-1,-2 0,1 0,0 0,-1 0,0-1,0 2,-1-1,1-2,-1 2,0 0,-1-1,1-1,0 2,0-1,-1-1,-1 1,1-1,0 0,-1 0,0 0,1-1,0 1,-1-2,-1 1,1 0,-1 0,-6 3,0 0,-2-1,2 1,-2-2,1 0,0-2,-1 1,0-1,1 0,-13-2,4-5,7-3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41.36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35 595,'20'-22,"-3"-3,1 1,-3-2,0 1,-2-2,0 0,-1-1,-2 0,-2-1,-1 1,0-2,-2 1,-2-1,-1 1,-1-1,-4-28,-16-9,18 65,0 0,0 0,1 1,-1 0,0-1,0 0,-1 0,1 1,1-1,-2 1,1-1,-1 1,1-1,-1 1,1 1,-1-1,0 0,0 0,0 0,0 0,0 0,1 1,-1-1,-1 1,1-1,0 1,0 0,0 0,0 0,1 0,-1 0,-2 0,-2 4,0 0,0-1,0 1,0 1,2 0,-2-1,1 1,1 1,-1-1,1 1,0 0,0-1,1 2,0-1,0 0,1 1,-1-1,1 1,1 0,-10 22,2 1,3 0,0 0,1 0,1 2,3-2,0 1,2 0,1-1,2 1,1 0,2-1,0 0,2-1,9 18,-14-35,1-2,0 0,1 1,1-1,0 0,0 0,0-2,2 2,-1-2,2 0,-2 0,2 0,0-2,1 1,-2-1,2-1,1 1,-2-1,2-1,0-1,0 1,-1-1,2-1,-1 0,-1-1,2 0,0-1,-2 0,2-1,-1 0,3-2,-2 0,-1 0,0-2,0 2,0-2,-1-1,0 1,0-2,-1 0,1 0,-1-1,0 1,-2-2,1 0,0 0,-1 0,0-1,-2-1,1 1,-1 0,0-2,-1 2,0-2,-1 0,-1 1,0-1,0-3,-2 12,0 0,0 1,-1-1,1 0,-1 1,0 0,0-1,0 0,0 0,0 1,-1-1,1 1,-1-1,0 1,0-1,0 0,0 1,0 0,0 0,-1 0,0-1,2 1,-2 0,0 0,0 0,0 0,0 1,0-1,0 1,-1-1,1 1,0-1,-1 1,1 0,-1 0,0 0,1 0,-1 1,1-1,-1 1,1-1,-1 1,0 0,0 0,1 1,-1-1,0 0,0 1,1-1,-1 1,-2 1,-2 3,0 1,-1-1,1 1,1 0,0 0,0 1,0 0,1 0,-1 0,1 1,1 0,0 0,1 0,0 0,0 1,0-1,1 0,0 1,1 0,-1 6,2-13,-1 0,1 0,0 0,0 0,0 1,0-1,1 0,-1-1,1 2,-1-1,1 0,0 0,-1 0,1 0,0 0,1-1,-1 1,0 0,0-1,1 1,-1 0,1-1,0 1,-1-1,0 1,1-1,0-1,0 1,0 0,0 0,0 0,0 0,0 0,0-1,1 1,-1-1,0 0,0 0,0 1,2-2,7-1,1-1,-1 0,-1 0,1-2,0 0,0 1,-2-2,1 0,0 0,0-1,-2 0,1-1,-1 0,0 0,1-3,-1 3,0 1,0-2,-1 1,-1-2,1 1,-1-1,-1 1,0-1,0-1,-1 2,1-11,-5 20,0 1,-1-1,1 1,0-1,0 0,0 1,-1-1,1 0,-1 0,1 1,-1-1,1 0,-1 0,1 0,-1 1,1-1,-1 0,1 0,-1 0,1 0,-1 0,1 0,-1 0,0 0,1 0,-1 0,1-1,-1 1,1 0,-1 0,1 0,-1-1,1 1,-1 0,1 0,0-1,-1 1,1-1,-1 1,1 0,0-1,-1 1,1-1,0 1,-1-1,1 1,0-1,0 1,-1-1,1 1,0-1,0 1,-2 5,0 0,0-1,0 1,1 0,0-1,0 2,0-1,0 1,1-2,0 2,0-1,1-1,-1 2,1-1,1-1,-1 2,1-1,-1-1,2 1,-1 0,0 0,1-1,0 0,0 1,0-1,1-1,-1 1,0 0,1 0,1-1,7 3,1 1,-1-2,1 0,0 0,0-1,1-1,-1 0,1-1,1 0,-2-1,1 0,10-1,52-1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45.2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27 207,'-3'476,"-16"-285,18-189,1 0,-1 0,0 0,1 0,-1 0,1-1,0 2,0-1,0 0,0 0,0 0,0 1,1-1,-1-1,1 1,-1 0,1 0,0 0,0 0,0 0,0 0,0 0,0-1,1 1,-1-1,1 1,-1 0,1-1,-1 1,0-1,1 0,0 0,0 1,0-1,0-1,0 0,0 1,1 0,13 1,0-2,1 1,-1-2,1 0,-2-2,2 2,-1-3,7-2,6 0,53-10,1 2,1 5,47 1,-105 8</inkml:trace>
  <inkml:trace contextRef="#ctx0" brushRef="#br0" timeOffset="532.018">1109 182,'-15'-2,"-1"0,2 1,-1 1,0 1,0 0,0 1,1 0,-1 2,1-1,-1 1,1 1,0 1,0-1,1 2,0 0,0 1,1 0,0 1,1-1,-1 3,2-2,0 3,0-2,0 1,-5 12,12-20,0 1,0 0,0 0,1 0,-1 1,1-2,0 2,1 0,-1-1,1 1,1-1,-1 1,0 0,1 0,-1 0,1-1,0 1,1 0,0 0,-1-1,1 1,0 0,0-1,1 0,0 1,0 0,0-2,1 2,0-1,0 0,0-1,0 1,0 0,1-1,2 2,13 6,0-2,1 0,0-1,1-1,0-1,1-1,-1 0,17 1,17 4,-40-9,0 2,0 0,0 0,0 1,-2 1,2 0,-1 1,-1 1,1 0,-1 1,-1 0,1 1,-1 0,-1 1,0 0,0 1,-2 1,7 6,-14-15,0 1,-1 0,1 1,-1-2,0 1,0 0,0 1,0-2,-1 1,0 1,0-1,0 0,-1 0,1 0,-1 1,0-2,0 1,0 1,-1-1,0-1,1 1,-1 0,-1-1,1 1,-1-1,1 0,-1 1,0-1,1 0,-1-1,-1 1,1 0,-1-1,0 1,-17 7,-1-1,1-1,-2 0,1-2,-1 0,0-1,1-2,-2-1,1 0,0-2,-19-1,-19-1,62 2,-1 0,1 0,0 0,-1 0,1 0,-1 0,1 0,-1-1,1 1,-1 0,1 0,-1 0,1 0,-1 0,1 0,-1 0,1-1,-1 1,1 0,-1-1,0 1,1 0,-1-1,0 1,1-1,-1 1,0 0,1-1,-1 1,0-1,0 1,0-1,1 1,-1-1,0 0,0 1,0-1,0 1,0-1,0 1,0-1,0 1,0-1,0 1,0-1,-1 1,1-1,0 1,0-1,0 1,-1 0,1 0,0-1,-1 1,1-1,0 1,-1 0,1-1,0 1,-1-1,1 1,-1 0,1 0,-1-1,1 1,-1 0,1 0,-1-1,1 1,1 0,20-13</inkml:trace>
  <inkml:trace contextRef="#ctx0" brushRef="#br0" timeOffset="1239.178">1616 346,'-3'48,"3"0,2 1,2-1,2 1,3-2,2 6,2 16,-1 10,-24-234,-77-272,89 424,-1 1,0-1,0 0,0 1,0 0,1-1,-1 0,1 0,-1 0,1 0,0 2,1-2,-1 0,0 0,1 0,-1 0,1 2,0-2,0 0,0 1,0-1,0 0,0 1,1 0,-1 0,1 0,0 0,0 0,0 0,0 0,0 0,0 1,1-1,-1 1,1-1,-1 1,1 0,0 0,-1 0,2-1,11 3,0 0,-2 0,2 2,-1 0,0-1,0 2,-1 1,0 1,1-1,-2 1,13 8,-14-7,1-1,0 2,-1 0,-1 1,1-1,-1 2,-2-1,4 5,-8-10,-1 0,0 0,-1 0,1 0,-1 1,1 0,-1-2,-1 2,1 0,-1-1,-1 1,1 0,0 1,-1-2,0 1,0 0,0-1,0 2,-1-1,0 0,1-1,-2 1,-1 3,-4 4,0-2,-1 0,-1-1,1 0,-1 1,-1-2,0 1,0-2,0 0,-2 1,2-3,-2 2,0-2,0 0,1-1,-12 3,3 1,53-9,-13-2,2 1,-1 0,0 2,0 0,1 2,-2 0,2 2,-2 0,0 1,1 0,-2 2,2 0,-2 2,0 0,-1 1,1 1,-2 0,6 5,-20-14,0 1,0-1,-1 0,0 0,0 1,0-1,0 0,0 1,0 0,0 0,-1 0,1-1,-1 1,0 1,0-1,0 0,0-1,0 2,-1-1,0 1,1-1,-1 0,-1 0,1 0,0 1,-1-1,0 1,1-2,-2 1,1 0,0 1,0-1,-1-1,-1 3,-7 4,-1-1,0 1,-1-2,1 0,-1-1,-1 0,1 0,-1-2,-1 1,-5 1,-3 1,7-1,-26 8,0-1,0-1,-26 2,52-13</inkml:trace>
  <inkml:trace contextRef="#ctx0" brushRef="#br0" timeOffset="1601.55">2723 572,'22'0,"21"0,21 0,16 0,16-1,6-2,4-2,-3-2,-6-1,-9 2,-15 2,-17 2,-15 0,-17 1,-16 1,-10 0,-5 1</inkml:trace>
  <inkml:trace contextRef="#ctx0" brushRef="#br0" timeOffset="1926.312">3504 244,'32'19,"1"-2,1-1,0-2,0-1,1-2,1-2,0 0,29 2,-45-7,231 53,-243-55,0 1,0 0,-2 0,2 0,-1 0,0 1,0 0,-1 1,1-1,-1 1,3 3,-8-6,0 2,0-1,0 0,-1 1,1-2,-1 2,0-1,0 1,0-1,-1 0,1 0,-1 0,0 1,0-1,0 0,0 0,-1 0,1 0,-1 0,0 0,0-1,0 1,0-1,0 1,0-1,-1 1,0-1,2 0,-2-1,0 1,0 0,-3 1,-31 25,-1-1,-1-3,-34 17,-102 68,159-95</inkml:trace>
  <inkml:trace contextRef="#ctx0" brushRef="#br0" timeOffset="2573.817">4481 371,'12'48,"-2"0,-2 1,-2 0,-4 0,0 0,-4 11,1-53,2 0,-2-1,1 2,-1-2,1 1,-2 0,1 0,-2 0,1-1,-1 0,0 1,-1 1,-1-9,18-48,21-47,-8 24,-2 0,11-64,-19-8,-21 121,5 23,-1-1,1 1,0 0,-1-1,1 1,0 0,-1 0,1-1,-1 1,1 0,0 0,-1 0,1 0,-1 0,1 0,0-1,0 1,0 0,-1 0,1 0,-1 0,1 0,-1 1,1-1,0 0,-1 0,1 0,-1 0,1 0,-1 1,1-1,0 0,-1 0,1 1,0-1,-1 0,1 0,0 1,-1-1,1 0,0 1,0-1,-1 1,1-1,0 0,0 1,0-1,0 1,-1-1,1 1,-5 5,0 2,0-1,0 1,1 0,1 1,0-2,0 2,1-1,0 1,0 0,1 0,0-1,0 2,1-2,1 6,-1-11,1 0,0 0,-1 0,1-1,1 1,-1 0,0-1,1 1,0 0,-1-2,1 2,-1-1,1 0,0 1,1-1,-1 0,0 0,1-2,0 2,-1 0,1-1,0 1,0-1,0 0,0 0,0 0,-1-1,1 1,0-1,0 1,0-1,2 0,7 0,0 0,0-1,0-1,0 0,0 0,0-1,6-2,2-2,0-1,0-1,-2 0,1-2,-1 0,0-1,-1-1,-1-1,0 1,-1-2,0 0,-2-1,1-1,5-11,7-6,-19 54,-11 55,1-27,1-1,3 0,6 37,-5-70,0 1,1-1,1 0,1 0,0-1,1 0,1 1,0-2,0 1,1-1,1 0,1-1,-2 0,9 5,64 33,-43-36</inkml:trace>
  <inkml:trace contextRef="#ctx0" brushRef="#br0" timeOffset="3041.681">6058 143,'-7'-4,"0"-1,0 0,-1 0,2 2,-2-1,0 1,0-1,0 2,1 0,-2 0,1 0,-1 1,1 0,0 0,-1 1,0 0,1 1,0 0,0 0,-1 1,1 0,0 0,0 0,0 1,0 0,-3 3,3-1,-1 2,1 0,0-1,2 2,-1-1,0 2,1-2,0 2,0-1,1 1,1 0,-3 8,5-13,0 0,1 0,0 0,0 1,0-1,0 0,1 0,0 1,0 0,0-2,0 2,1-1,-1 1,1-2,1 2,-1-1,0 0,1 0,0 0,0 0,0 0,1-1,0 1,-2-1,2 1,0-1,1-1,-1 2,0-1,3 1,15 8,2-1,-2 0,3-2,-2 0,2-2,16 3,16 6,-48-13,135 50,-134-49,0 2,0-2,0 2,0 0,-2 0,1 1,0 0,-1 0,0 1,-1-1,0 2,0-1,2 3,-6-7,0 0,0 0,-1 0,0 0,1 0,-2 0,1 1,0-2,-1 1,0 1,0-1,0 0,0 0,-1 0,0 1,0-2,0 1,0 0,-1 0,0-1,1 1,-1 0,-1 0,1-1,-1 0,1 1,-1-1,0 0,0 1,0-2,-2 2,-5 4,-1-1,0 1,-1-2,0 0,0 0,1-1,-2 0,0-1,-8 1,0 1,-1-1,1-1,-1-2,1 0,-2-1,2 0,-1-2,0-1,1 0,-1-1,1-2,-15-4,33 8,1 0,-1 0,1 0,-1 0,1 0,-1 0,1-1,0 1,0-1,-1 0,2 1,-1 0,1-1,-1 0,0 0,0-1,1 1,0 0,-1 0,1 0,0 0,0-1,0 0,0 1,1-1,-1 1,1 0,-1-1,1 0,0 1,0-1,0 0,1 2,-1-2,1 0,0 0,2-4,1 1,0-1,0 1,0 0,1 0,0 1,1-1,-1 1,1 0,4-3,31-22</inkml:trace>
  <inkml:trace contextRef="#ctx0" brushRef="#br0" timeOffset="4364.297">6461 384,'-9'20,"2"-1,0 1,1 0,1 1,1 0,0 0,2 0,1 0,1 0,0 0,2 1,1-1,0-1,2 1,3 10,1-23,-6-31,35-593,-38 600,-1 13,0 1,0-1,1 1,-1-1,1 0,0 0,0 1,0-1,0 0,0 0,1 1,-1-1,1 1,0-1,0 0,0 1,0-1,0 0,0 1,1 0,0 0,-1 0,1-1,0 1,0 0,0 0,0 0,1 1,-1 0,0-1,1 0,1 0,6 3,2 0,-1 1,0 0,0 0,0 0,0 2,0 0,-1 0,3 1,7 3,114 53,-131-56,2 0,-1-1,0 2,0-1,-1 0,0 1,0 0,0-1,-1 1,0 0,0 0,-1 0,0 1,0-2,0 2,-1-2,0 2,0 0,0-2,-1 2,0 0,-1 2,1-2,-1-2,0 1,-1 0,0-1,0 1,-1-1,1 0,-1 0,0 0,0-1,-1 1,1-1,-1 0,0 0,0-1,0 1,-1-1,-2 1,-106 41,49-28,131-19,-39-1,4-2,-1 2,1 1,1 1,-1 1,0 2,0 0,-1 3,1 1,0 0,-1 3,6 2,-30-9,-1 1,-2-1,2 1,0 0,-1-1,1 2,-1 0,0-1,0 1,-1-1,0 2,0-1,0 0,0 0,0 1,-1 0,1-1,-1 1,0 1,-1-2,1 1,-1 1,0-1,-1 0,1 0,-1 1,0-2,-1 2,1-1,-1 0,0 0,0 1,-1-1,-2 7,-1-1,-1-1,0 2,1-2,-2 0,-1 0,0 0,0-1,0 0,-1 0,0-1,-1 0,0-1,-7 4,-4 2,-2-1,1-1,-2 0,1-2,0 0,-21 2,19-4,-2-2,2 0,-1-2,-1-1,1-1,0-1,-1-1,-24-5,52 6,-1 0,0 0,0-1,1 1,-1 0,0 0,0 0,1-1,-1 1,0 0,0 0,0-1,0 1,0 0,0-1,1 1,-1 0,0 0,0-1,0 1,0 0,0-1,0 1,0 0,0-1,0 1,0 0,0 0,0 0,-1 0,1 0,0-1,0 1,0 0,0 0,0-1,-1 1,1 0,0 0,0-1,0 1,-1 0,1 0,0-1,0 1,-1 0,1 0,0 0,0 0,-1 0,1-1,0 1,-1 0,1 0,0 0,0 0,-1 0,1 0,0 0,-1 0,1 0,4-3,2-4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51.8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199 386,'-4'-4,"0"1,0 0,0 1,0-1,-1 0,1 1,0 0,-1 0,0 0,0 0,0 2,0-1,-1 0,2 0,-1 1,0 0,0 0,-1 0,1 0,0 1,0 0,1 0,-1 0,0 0,0 1,0 0,0 0,0 1,2-1,-3 1,0 7,-1-1,1 1,1 0,0 1,1-1,0 1,0 0,1 0,1 0,0 1,0-1,1 0,1 1,0-1,0 0,1 0,-1-8,0 0,0 0,0 0,1 0,-1-2,1 2,-1 0,1 0,0-1,0 1,0 0,1-2,-1 2,0-1,1 0,0 1,-1-1,1 0,-1-1,1 1,0 0,1 0,-1 0,0-1,1 1,-1-1,1 0,-1 0,1 0,0 0,-1 0,1-1,0 0,0 1,-1-1,0 0,1 0,0 0,0 0,0 0,0-1,-1 1,1 0,0-1,0 1,2-3,6-5,0 0,0-1,-1 0,0-1,0 0,0 0,-2-2,0 2,0-2,-1 0,0 0,-2 0,1-2,5-6,-2-2,0 1,-2 0,-1-2,0 1,-2 0,0-1,-1 1,-2-1,-1-1,0 2,-2-1,-1 0,-1 1,0-1,-2 1,-4-10,-27-24,37 56,-1-1,0 1,0-1,0 1,0-1,0 1,0-1,0 1,0 0,0 0,0 0,-1 0,1 0,0 0,0 0,0 0,0 0,0 0,0 0,-1 1,1-1,0 1,0-1,0 1,0-1,0 1,0-1,0 1,0 0,1-1,-1 1,0 0,0-1,0 1,1 0,-1 0,1 0,-1 0,0 0,1 0,0 0,0 0,0 0,0 0,-1 0,1 0,0 1,0-1,0 0,0-1,0 1,0 0,0 0,1 1,-1-1,-6 33,1 1,3 0,0 0,3 0,1 0,1-1,7 30,-4-30,2 0,1-1,2-1,6 13,-13-36,1 2,0-2,0 1,0-1,2-1,-1 1,2-1,-1 1,1-2,0 1,0-1,1-1,0 1,0-1,10 4,-13-7,0-1,0-1,0 1,1 0,-1-1,1 0,0-1,-2 1,2-1,0 0,-1-1,1 0,0 0,-2 0,2-1,-1 1,0-1,1-1,-1 1,-1-1,1-1,-1 2,1-2,-1 0,0 0,0-1,-1 2,1-3,7-5,-1-2,-1 0,0 0,0-1,-1 0,-2 0,1-1,-2-1,1 1,0-5,-3 7,0 0,-2 0,1 0,-1-1,0 0,-2 1,1-1,-2-10,-7 17,0 25,5-5,0 0,2 0,-1 1,2 0,0-1,0 0,2 0,-1 2,2-2,0 0,3 6,-4-13,-1 0,2 1,0-2,0 1,0 0,1-1,0 1,0-1,1 0,-1 0,0 0,1-1,1 0,-1 0,1 0,0 0,0-2,-1 2,1-1,0-1,1 1,0-1,-1-1,5 1,4-2,0 0,-1-1,2 0,-2-1,1-1,-1-1,0 0,0 0,0-2,-1 0,1 1,-2-3,1 1,0-1,-2-1,1 0,0 0,-1-1,-2 0,1-2,0 1,-1 0,-2-1,1-1,-1 1,0-1,0-1,-2 0,1-1,-1 1,-1-1,0 1,-1-1,-1 0,0 0,-1-3,-2 10,-1 20,1 51,3 0,2 0,13 61,-8-59,22 262,-60-685,20 288,7 51,-1 4,0-1,1 0,1 0,1 0,0 0,1 0,1 0,1 1,0-1,1 1,1-2,5-9,-8 22,1 1,0-1,-1 1,1-1,0 1,1 0,0 1,-1-1,1 0,0 1,0-1,1 1,-1 1,-1-1,2 1,-1-1,1 1,-1 0,1 0,0 0,0 1,-2 0,2 0,0 0,-1 0,1 1,0 0,2 1,4 0,0 1,1 0,-2 1,0 0,1 1,0 0,-2 1,1 0,-1 0,1 1,-2 1,-4-5,0 0,0 0,-1 0,0 0,0 1,0 0,0 0,0 0,-1 0,0 0,-1 1,1-2,0 2,-1 0,0 0,0-2,0 2,-1 0,1-1,-1 1,0 0,0 0,-1-1,0 1,0 0,0-1,0 0,-1 1,0-1,1 0,-1 0,0 1,-1-1,-2 3,-4 4,-1-1,1 0,-2 0,0-1,0 0,0-1,-1 0,-1-2,1 2,-1-2,0-1,0 0,-1 0,-9 1,21-5,1-1,-1 1,1-1,-1 1,1-1,-1 0,0 0,1 0,-1 0,1 0,-1 0,0 0,1 0,-1 0,1-1,-1 1,1-1,0 1,0-1,-1 1,1-1,-1 0,1 0,0 0,0 1,-1-1,-2-13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52.6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3 575,'27'-49,"-1"0,-3-2,-2-1,-2 1,-3-3,-2 0,-2 0,-2-7,-10 48,2 8,-1 0,0 0,-1 0,1-1,-1 2,0-2,0 1,-1 0,0 0,0-1,0 1,0 1,0-2,-1 1,0 1,1 3,0 0,0 1,0-1,0 1,0-1,1 1,-1 0,0-1,0 1,0 0,0 0,0-1,0 1,0 0,0 0,0 0,0 0,0 1,0-1,0 0,0 0,0 0,0 1,0-1,0 1,0-1,0 1,0-1,0 1,0-1,1 1,-1 0,0-1,1 1,-1-1,1 1,0-1,-12 12,2-1,-1 1,3 1,-1-1,0 1,1 1,1-1,2 2,-1-1,0 0,2 1,-3 13,-2 5,2 2,1-1,2 1,1 0,2 0,1-1,2 1,2 0,1-1,6 21,-8-45,0 1,1-2,0 2,0-2,1 1,0-1,1-1,-1 1,2-1,0 1,0-2,1 1,-1 0,1-2,1 1,0-1,0 0,-1 0,2-2,0 1,0 0,0-1,0-2,1 1,-1 0,1-1,0 0,0-1,-1 0,1-1,7-1,-3-2,1 0,-2-2,1 1,0-1,-1-1,0 0,-1-2,1 1,-1-2,-1 1,1-2,-1 1,-2-2,2 1,-2-1,0-2,-1 2,0-2,-1 1,0-2,-1 1,-1-1,3-8,1-49,-10 69,0 0,0 1,0-1,0 0,-1 0,1 1,-1-1,1 0,-1 0,1 1,-1-1,0 0,0 0,0 1,0-1,0 1,0 0,-1 0,1-1,0 1,-1 0,1 0,-1-1,1 1,-1 0,1 0,0 1,-1-1,0 0,0 0,0 1,0-1,1 1,-1 0,0 0,0 0,-1 0,-5 2,1 0,1 1,-1 0,1 1,-1-1,1 1,-1 0,2 1,0-1,-1 1,1 0,0 0,0 1,0 0,2-1,-1 1,0 1,0-1,1 0,0 1,1 0,-1 2,-15 72,18-79,0 0,-1-1,2 2,-1-1,0 0,0 0,1 0,-1 0,1 0,0-1,-1 1,1 0,-1 0,1 0,0 0,1 0,-1 0,0-1,1 0,-1 1,1-1,-1 0,1 1,0-1,0 0,0 0,-1 0,1 0,0 0,0 0,0 0,1-1,-1 1,0-1,0 1,-1-1,1 0,2 0,8-2,-1-1,0 1,0-2,0 0,0 1,-1-2,0 0,0 0,-1-1,1-1,-1 1,1-2,-2 2,0-3,0 1,1-3,-1 5,-2-1,0-1,0 1,0-2,0 2,-1-2,-1 1,0-1,0 0,-1 0,0 0,0 0,-1-1,0 1,-1-4,0 13,-1-1,0 0,0 0,1 0,-1 0,0 0,0 1,0-1,0 0,0 0,0 0,-1 0,1 0,0 0,0 0,-1 1,1-1,0 0,-1 1,1-1,-1 1,1-1,-1 0,1 0,-1 1,0-1,1 0,-1 1,0-1,1 1,-1-1,0 1,0-1,0 1,0 0,1-1,-1 1,0 0,0 0,0 0,0-1,0 1,1 0,-1 0,1 0,-1 1,0-1,0 0,0 0,0 0,0 1,0-1,1 0,-1 1,0-1,0 0,0 1,1-1,-1 1,0 0,1-1,-1 1,0 0,0 0,-2 3,-1 2,1 0,0-1,0 1,1 1,0-2,1 2,-1-2,1 2,0 0,0-2,0 2,1 0,0-1,1 0,0 0,0 1,0 0,1-2,-1 2,1-1,0-1,1 2,1 0,1-1,0 0,1-1,-1 0,0 1,1-2,0 0,1 1,-1-1,1-1,-1 0,1 0,1 0,-1 0,0-1,1 0,3-1,124 10,-48-14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57.2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 66,'-1'117,"-1"5,6-2,9 37,1-91,-14-67,0 1,0 0,0 0,0-1,0 1,0 0,1 0,-1 0,0-1,0 1,0 0,0 0,0 0,0 0,0 0,0-1,0 1,1 0,-1 0,0 0,0 0,1 0,-1 0,0 0,0 0,0 0,1 0,-1 0,0 0,0 0,1 0,-1 0,0 0,0 0,-41-215,32 140,1-2,5 1,4-26,5 59,-1 46,27 115,9-39,-39-78,0 2,1-1,-1 0,0 0,0 0,1 0,0 0,0-1,0 0,-1 0,2 0,-1 0,0 0,0 0,0 0,0-1,0 1,0-1,0 0,0 0,1 0,-1-1,0 1,0-1,0 1,1-1,-1-1,4 0,0-1,0 0,0-1,0 0,-1 1,0-2,0 0,0 0,-1 0,1 0,-1-1,0 0,-1 0,0 0,0 0,1-4,48-114,-43 93,-2 13,-8 18,1 0,-1-1,0 1,1 0,-1 0,1 0,-1 0,0 0,1 0,-1 0,1 0,-1 0,0 0,1 0,-1 0,1 0,-1 0,1 0,-1 0,0 0,1 0,-1 1,0-1,1 0,-1 0,1 0,-1 1,0-1,0 0,1 0,-1 1,0-1,1 0,-1 1,0-1,0 0,0 1,1-1,-1 1,0-1,0 0,0 1,0-1,0 0,0 0,1 0,-1 1,0-1,0 1,-1-1,1 0,0 1,0-1,0 1,0-1,0 1,0-1,0 0,-1 1,1-1,0 1,24 192,-19-157,3 1,0-1,2-1,2 0,1 0,1-1,4 0,-15-29,0 1,0-1,1 0,-1 0,1 0,0-1,0 0,1 1,0-1,0-1,0 1,0-1,0 1,5 0,11 3</inkml:trace>
  <inkml:trace contextRef="#ctx0" brushRef="#br0" timeOffset="710">1241 41,'-17'-3,"-1"0,2 1,-2 1,0 0,1 2,-1 0,1 1,0 0,0 2,0-1,0 2,0 0,2 1,-2 1,1 1,2-1,-9 6,19-12,2 1,-2 0,1 0,0 0,-1 0,1 0,0 0,1 0,-1 1,0 0,1 0,-1 0,1-1,0 1,1 0,-1 1,0-1,1 0,-1 0,1 1,0 0,0-1,1 0,-1 1,1 0,-1 0,1-1,1 0,-1 1,0 0,1 0,0-2,0 2,0 0,0 0,0-1,1 0,0 0,0 0,-1 1,1-1,1 0,11 9,1-1,0-1,1 0,-1-1,2 0,-1-2,2 0,2 0,23 11,-42-18,15 6,0 1,0-1,0 2,-2-1,1 3,-1-2,0 3,-1-1,0 1,-1 1,0 0,-1 0,0 1,3 7,-12-17,0 0,-1 1,0-2,0 2,0 0,0-1,-1 1,1-1,-1 0,0 1,0 0,0 0,-1-2,1 2,-1 0,0-1,0 0,0 0,-1 1,1-1,-1 1,0-1,0-1,0 1,0 0,0 0,-1 0,1-1,-1 0,0 1,0-1,1 0,-1 0,0 0,0 0,-1 0,1-2,-1 2,0-1,-18 5,-2-1,2-2,-1 0,-1-1,1-1,-1-1,1-1,0-2,-1 0,2 0,-1-2,-3-3,21 8,-3-8,31 3,-16 3,21-3</inkml:trace>
  <inkml:trace contextRef="#ctx0" brushRef="#br0" timeOffset="990.858">1683 129,'-1'21,"-2"19,0 12,0 9,1 4,1-1,1-4,0-5,2-10,1-8,0-13,0-17,0-13,1-16,0-4</inkml:trace>
  <inkml:trace contextRef="#ctx0" brushRef="#br0" timeOffset="1460.635">1632 205,'-2'-6,"-1"-2,-1-2,2 2,-1-2,1 1,1-1,0 1,0-1,1 1,0 0,1-1,0 1,0-1,1 2,0-2,1 1,4-7,-5 12,1 1,0 0,1 1,-1 0,-1-1,2 0,0 1,-1 0,1 0,0 1,0 0,0-1,0 1,1 0,-2 0,1 0,0 1,1-1,-1 1,0 0,1 0,-1 1,1 0,6 0,0 1,-1 0,0 0,0 1,1 1,-1 0,-1 0,8 5,-11-6,0 0,-1-1,1 2,-1 0,1 0,-1 0,0 0,0 0,-2 1,2 0,-1 0,0 0,-1 1,1-1,-1 1,0 0,-1-1,1 2,-1-2,0 2,-1-1,0 0,0 1,-1-1,0 0,0 1,0-1,0 0,-1 1,0-1,0 0,-1 0,0 0,0 1,-1-2,-2 6,-1-5,0 1,0 0,0-2,-1 2,-1-2,1 0,-1 0,1 0,-1-1,0 0,-7 2,9 0,23-5,-16-1,15 0,2-2,1 2,0-1,0 1,-1 1,1 0,-1 2,1 0,-2 2,2-1,-2 2,1 1,-2-1,2 2,-3 1,2 0,8 8,-20-13,1-1,-1 2,0-1,0 1,0 0,-1 0,0 1,0-2,0 2,-1 1,0-2,0 1,0 0,-1 0,0 1,0-1,0 1,-1 0,0-1,-1 1,0-1,0 1,0 0,-1-1,0 1,0-1,-1 1,1-1,-2 0,1 1,-1-2,0 2,0-1,-1-1,1 1,-3 2,-8 1,0 0,0 0,-1-1,-1-2,1 1,-1-2,0 1,0-2,-1 0,1-1,-1-1,0 0,0-1,1-1,-2-1,-4-1,8 3,5-1,2 1,-2-1,1-1,0 0,-1 0,2 0,-1-1,0 1,-4-3,12 4,-1-1,0 1,1 0,-1 0,1 0,0-1,-1 1,1 0,-1-1,1 1,0 0,0-1,0 1,-1-1,1 1,0 0,-1-1,1 1,0-1,0 1,-1-1,1 1,0-1,0 1,0-1,0 1,0-1,0 0,0 1,0 0,0 0,0-1,0 1,0-1,0 1,0-1,0 1,0-1,1 1,-1-1,0 1,0-1,1 1,-1-1,1 1,7-10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3:43.5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120 655,'-9'5,"0"1,2 0,-1 0,0 1,0-1,1 2,1-2,0 3,0-1,0 0,1 0,0 1,0-1,1 2,1-2,0 2,0-1,1 1,0-1,0 1,1 0,0 6,0-13,1 0,-1-1,1 1,-1 0,1-1,0 1,0 0,0-1,0 1,1 0,-1 0,1-1,0 1,0-1,0 1,0-1,0 1,0-1,1 1,-1-1,1 0,0 0,0 0,0 0,-1 0,1 0,0 0,0 0,1-1,-1 1,1-2,-1 2,1-1,-1 0,1 0,0 0,2 0,4-4,1 0,0 0,-1-2,0 1,0-2,0 2,-1-2,0 0,0 0,-1-1,1 1,-1-2,0 1,-2-1,1 0,3-5,6-7,-1-2,-1-1,-1 1,-2-1,0-1,0 1,-3-2,-1 1,0-1,1-18,-2-6,-1 0,-4 0,-1 0,-3 1,-2-5,-10-20,16 72,0 1,-1-1,1 1,0 0,-1-1,1 1,-1 0,1 0,-1-1,1 1,0 0,-1 0,1 0,-1-1,1 1,-1 0,1 0,-1 0,1 0,-1 0,1 0,-1 0,1 0,-1 0,1 0,-1 0,1 0,-1 1,1-1,-1 0,1 0,-1 0,1 1,-1-1,1 0,0 1,-1-1,1 0,0 1,-1-1,1 0,0 1,-1-1,1 1,0-1,0 1,-1-1,1 0,0 1,0-1,0 1,0-1,0 1,0-1,-1 1,1-1,0 1,0-1,1 1,-1-1,0 1,0-1,0 1,0-1,0 0,0 0,1 1,-10 35,3 0,2 0,0 1,2 35,1-40,0 2,-3 35,4 0,2 0,4 0,6 26,-9-84,0 1,0-1,2-1,-1 2,1-2,1 0,-1 1,1-2,2 3,-6-10,0 1,1 0,-1-1,1 1,0-1,0 0,0 0,-1 0,1 0,0 0,0-1,1 1,-1-1,1 1,-1-1,1-1,-1 1,1-1,-1 0,0 1,1-1,0 0,-1-1,1 1,0 0,-1 0,1-1,0 0,-1 0,-1 0,5-2,0-1,0 0,0 1,-1-1,0-1,0 0,0 1,-1-2,1 0,-1 1,0-1,-1 0,0 0,0-1,0 1,-1-1,0 0,0 1,0-2,-1 1,0 0,-1 0,0-1,0 0,1-9,-1 0,0-1,-2 0,0 0,-1 1,-1-1,-1 1,-1 0,-2-5,-31-52,37 58,24 18,-19-1,203 22,-200-23,0 1,-1 0,1 0,0 1,0 0,0 0,-1 0,0 0,0 1,0 1,1-1,-1 1,-1 0,0 0,0 1,1-1,-1 1,-1 0,1 0,-1 0,0 1,-1 0,0-1,1 2,1 3,10 78,-14-76,0 0,1 1,0-1,1 0,-1 0,2 0,1-1,1 3,-4-10,1 0,-1-1,1-1,0 2,0-1,0 0,0 0,0-1,0 0,1 0,0 1,0-1,0-1,0 1,0 0,0-1,0 0,-1 0,1 0,1-1,-1 0,0 0,1 1,-1-2,2 1,3 0,0-1,1 0,-1-1,-1 0,1-1,0 0,0-1,-1 1,1-1,-1-1,0 0,2 0,-1-3,0 2,0-2,-1 1,0-2,-1 1,1-2,-1 2,-1-2,0 0,-1 0,0 0,0 0,-1-1,-1 1,1-1,-2 0,1 0,-2 0,0-1,0 1,-1 0,0-1,-1 2,-1-5,2 13,0 1,0 0,0-1,0 1,0 0,-1-1,1 2,0-1,-1-1,1 1,-1 0,1 0,-1 0,1-1,-1 1,0 0,0 0,0 0,1 0,-1 0,0 0,0 0,0 1,0 0,-1-1,1 1,0-1,0 0,0 1,-1-1,1 1,0 0,0-1,-1 1,1 0,0 0,-1 0,1 0,1 0,-2 0,0 0,-2 4,0-1,0 2,1-1,-1 1,1-2,0 2,0 0,1-1,-1 2,2-1,-1 1,1-2,-1 2,1-1,0 0,0 4,-1-1,-1 1,2-1,-1 1,1-1,0 1,1-1,0 1,1-1,0 1,0-1,1 1,0-1,0 1,1-1,0 0,0 0,1 0,0-1,1 1,0-2,0 2,1-2,0 1,-1-1,2 0,2 2,4-1,-1 0,1-1,1 0,-1-1,1 0,0-1,0-1,1 0,-2-1,2 0,0-1,1-1,23 0,0-2,-1-2,0-1,1-2,14-3,-1-3,0-2,-1-2,-1-3,8-4,-50 20,-1 1,1 0,0-1,-1-1,1 0,-2 1,1-2,-1 0,1 1,-1-1,0-1,-2 1,4-5,-7 10,0 0,-1 0,1-1,-1 1,1-1,-1 0,0 1,0-1,0 1,0-1,0 0,0 2,0-2,0 1,0-1,-1 1,1-1,-1 1,1-1,-1 1,0-1,0 1,1-1,-1 2,0-1,0 0,0-1,0 1,-1 0,1 0,0 0,0 0,0 0,0 0,0 1,-1-1,-55-17,49 17,1 1,-1 0,0 0,0 0,0 1,1 1,-1-1,0 1,0 1,1-1,0 1,0 0,-1 0,1 1,1 0,-1 0,1 1,0 0,0 0,0 0,1 1,-1 0,2-1,0 2,-1-2,1 2,0 0,1 0,0 0,0 0,0 0,1 1,0-1,1 1,-1-1,2 1,0 1,0-6,0 0,0 0,0-1,0 1,1 0,-1 0,1 0,0 0,0-2,1 2,-1 0,0-1,1 1,0-1,-1 1,1-2,0 1,0 0,0 0,1 0,-1 0,0 0,1 0,-1-1,1 0,-1 0,1 0,-1 0,1 0,0 0,0-1,0 1,0-1,0 1,0-1,0 0,0 0,0 0,-1-1,0 1,1-1,0 1,0-1,2-1,12-4,-1-1,1-1,-2-1,1 1,-1-3,-1 1,1 0,-2-3,0 1,0 0,-2-1,5-6,24-31,-33 79,-8-23,0-2,0 2,1 0,0-1,0 1,0-1,0 0,1 1,0 0,0-2,1 2,0 0,0-2,0 1,0 1,0-1,1-1,0 1,0-1,1 0,0 1,0-1,0 0,0-1,0 1,0-1,1 0,0 1,0-2,0 0,0 1,1-1,-1 0,1 0,5-3,1 1,-2-2,1 0,0 0,0-1,-1 0,0 0,1-2,-1 1,-1-1,1 0,0-1,-1 0,-1-1,1 1,-1-2,0 1,1-3,12-12,-2 0,-1-2,-1 0,0-1,3-11,-8 16,-12 19,0 1,0-1,0 0,0 0,0 0,0 0,0 1,1-1,-1 0,0 0,1 0,-1 0,0 1,1-1,-1 0,1 0,-1 1,1-1,-1 0,1 1,0-1,-1 1,1-1,0 1,0 0,-1 0,1-1,0 1,0-1,0 1,-1 0,1 0,0-1,0 1,0 0,0 0,0 0,0 0,-1 0,1 0,0 0,0 1,0-1,-1 0,1 0,-1 0,1 1,0-1,0 1,0-1,-1 0,1 0,0 1,-1-1,1 1,0-1,-1 1,1 0,-1-1,1 1,-1 0,1 0,-1-1,1 1,-1 0,0 0,12 30,-2 1,-2 0,-1 0,2 33,-5-40,11 106,-4 1,-7 0,-11 92,6-206,1-6,0-1,-1 0,-1 1,0-2,0 1,-1 0,0 0,0-1,-3 3,5-12,1-1,-1 1,0 0,0-1,0 0,1 0,-1 1,0-1,0 0,0 1,0-1,0 0,0 0,0 1,0-1,0 0,0 0,0 0,0 0,0-1,0 1,0 0,0 0,0 0,0-1,0 1,1 0,-1-1,1 1,-1 0,0 0,0-1,1 0,-1 1,0-1,0 0,1 1,-1-1,1 0,-1 0,1 0,-1 0,1 1,-1-1,1 0,0 0,-1 0,1 0,0 0,0 0,0 0,0 1,0-1,0 0,0 0,0 0,0 0,0 0,-8-28,1-1,2 1,1 0,2-1,0 0,3-8,-2 14,-2-115,6-1,12-59,-14 193,0-11,1 0,1-1,1 1,1-1,0 1,1 1,1-1,5-8,-11 23,-1 0,1 2,0-2,-1 1,1-1,0 1,0-1,0 1,1 0,-1-1,0 1,0 0,1 0,-1 0,0 0,0 1,0-1,1 0,0 1,-1-1,1 1,0-1,-1 1,1-1,0 1,-1 0,1 0,0 0,0 0,-1 0,1 0,0 0,-1 0,1 1,0-1,-1 1,1 0,0-1,-2 1,2 0,-1-1,1 1,0 0,9 11,0-1,-1 1,0 1,-1-1,0 1,-1 1,-1-1,-1 1,1 1,-2 0,2 5,-7-18,1 0,3 5,-2-1,1 1,0 0,-1 0,0 0,0 0,-1 0,0 0,0 1,-1-1,0 0,0 1,-1-1,0 0,0 0,-1 1,-1 3,3-11,0-1,0 1,-1 0,1-1,0 1,0 0,0-1,0 1,0 0,-1 0,1 0,0 0,0-1,0 1,-1 0,1-1,0 1,-1 0,1 0,0 0,-1-1,1 1,0 0,-1 0,1 0,0 0,-1-1,1 1,0 0,-1 0,1 0,0 0,0 0,0 0,-1 0,1 0,0 0,-1 0,1 0,-1 1,1-1,0 0,-1 0,1 0,0 0,-1 0,1 1,0-1,0 0,-1 0,1 1,0-1,-1 0,1 1,0-1,0 0,0 0,-1 0,1 0,0 0,0 1,0-1,0 1,0-1,0 0,-1 1,1-1,0 0,0 1,-2-30,8 4,1 2,1-1,2 2,1-1,0 0,1 2,-1 1,-1 2,29-57,-1-1,-5-2,9-36,-35 91,-1-1,-1 1,0-1,-2 1,-1-1,-1 0,-1 0,-2 0,0 0,-2 0,0 1,-2-1,-1 1,-3-9,8 27,1 0,-1 0,0 1,0 0,0-1,-1 1,0 0,0 0,0 0,0 0,-1 1,2 0,-2-1,0 1,0 0,0 1,0-1,-5-2,7 5,0 0,1 1,-1-1,1 0,0 1,-1-1,1 1,-1 0,1-1,-1 1,1 0,0 0,-1 0,1-1,0 1,0 0,-1 0,1 0,0 1,0-1,0 0,0 1,1-1,-1 1,0-1,1 1,-1-1,0 1,-5 13,1 1,2 1,-1-1,1 0,1 1,0-1,1 1,1-1,-1 2,-1 361,3-320,3 0,2 0,8 30,-9-70,0 1,1 0,1-1,1 1,0-2,1 0,2 0,-1-1,2 0,1-1,-1 0,3 0,-14-14,-1-1,1 1,1-1,-1 1,0-1,0 1,0-1,1 0,-1 1,1-1,-1 0,1-1,-1 1,1 0,0 0,-1 0,0-1,1 1,0-1,-1 1,1-1,0 0,0 1,0-1,0 0,0 0,0 0,-1 0,1-1,0 1,0-1,0 1,0-1,-1 1,3-2,-1-54,-6 18</inkml:trace>
  <inkml:trace contextRef="#ctx0" brushRef="#br0" timeOffset="251.224">2802 669,'-20'-19,"-15"-13,-9-6,0 2,1 5,14 7,20 8,22 8,25 6,25 6,20 4,13 4,9 0,0 2,-4 2,-20-1</inkml:trace>
  <inkml:trace contextRef="#ctx0" brushRef="#br0" timeOffset="534.156">3427 655,'-33'0,"1"0,-1 3,1 1,-20 5,42-8,1 2,0 0,-1 1,1-1,1 1,-1 0,1 1,-1 1,2-2,-1 3,1-1,-1 0,1 1,1-1,0 2,0-1,-3 7,5-11,1 2,0 0,0 1,1-2,-1 1,2 1,-1-1,1 0,-1 1,1-1,0 1,1-1,-1 0,1 1,0 0,1-1,-1 1,1 0,1-1,-1 0,1 1,-1-1,1 0,0 1,1-2,0 1,0 0,0 0,1-1,-1 0,4 4,-1-5,0 1,0 0,1-1,0 0,0-1,0 1,-1-1,2 0,-1 0,1-1,-1 0,0 0,1-1,-1 0,1-1,-1 1,0-1,0-1,1 1,-1-1,0-1,-1 1,2 0,4-4,3-2,-1 1,0-2,-1 1,1-2,-1 0,-1 0,0-1,0-1,-2 1,9-13,-12 14,0-1,-1 1,0-1,0-1,-1 1,-1 0,0-2,-1 2,0-1,-1 0,0-1,-1 1,0-11,-9 10,-2 28,6-2,1-1,1 0,0 0,1 1,0 0,1-1,1 0,0 1,0-1,2 1,0-2,0 2,1-1,0-1,1 2,1-2,-1-1,2 2,0-2,0 0,1 1,0-2,1 1,0-2,1 1,-1-1,1 0,1-2,0 2,8 2,64 32,0-10</inkml:trace>
  <inkml:trace contextRef="#ctx0" brushRef="#br0" timeOffset="9759.617">249 2560,'-4'-11,"-1"1,1 0,1-2,0 2,0-1,1 0,0 0,1 0,1-1,0 1,0 0,2-10,-1 16,0 0,0 1,0-1,1 0,-1 1,1-1,0 1,1-1,-1 1,1 0,0 0,-1 0,1 1,1-1,-1 0,1 0,0 1,0 1,0-1,0 0,1 0,-2 1,2 0,0 0,0 1,0-1,0 1,0-1,0 2,0-1,11 1,0 0,-2 2,2 0,-2 0,2 1,-1 1,-1 1,1 0,-1 0,0 2,0-1,-1 2,0 0,6 6,-11-10,-1 1,0 0,0 0,0 0,-1 2,0-2,0 2,-1 0,1-1,-1 1,-1 0,0 1,0-1,-1 1,3 7,-6-13,0 1,0-1,0 0,0 0,-1 1,1-1,-1 1,0-1,0 1,0-1,0-1,0 2,0-1,-1 0,1 0,-1 0,0 0,2 0,-2-1,0 0,0 1,0-1,0 1,0-1,-1 0,1 0,0 0,-1 0,1 0,0 0,-1-1,1 1,-1-1,1 1,0-1,0 0,-1 0,1 0,-1-1,0 1,1-1,0 1,-1-1,1 0,-1 0,1 0,0 0,-1 0,1 0,0-1,0 1,1-1,-1 1,0 0,1-1,-1 0,0 0,1 0,-1 0,1 0,0 0,0 0,0 0,-1-1,2-4,0 1,1 0,0-1,0 1,0-1,1 1,-1 0,2 0,-1 0,1 0,0 0,-1 1,2-1,-1 1,2-1,-1 0,75-117,-49 83,-2-3,-2-1,-2 0,-2-2,16-47,-32 70,0 2,0-2,-2 1,-1-2,0 1,-2 0,-1 0,-1 0,-1 0,-1-1,-5-15,-3 29,7 33,5 34,1 0,4 0,9 36,-6-36,-3-11,2 12,2 1,3-2,2 1,12 23,-24-72,2 1,0-2,0 2,1-2,0 1,1-2,-1 2,3-1,-8-6,1 0,0 0,0 0,0-1,0 1,0-2,0 2,0-1,0 0,1 0,-1 0,0 0,0 0,0 0,1-1,-1 1,1-1,-1 0,1 0,-1 0,1 0,-1 0,1 0,-1-1,1 1,-1-1,1 0,-2 0,2 0,-1 0,0 0,0 0,0-1,1 2,-1-2,0 0,13-12</inkml:trace>
  <inkml:trace contextRef="#ctx0" brushRef="#br0" timeOffset="10020.276">588 1980,'-13'0,"-3"2,9 2,14 2,21 0,26-3,26-5,24-6,16-7,-12 0</inkml:trace>
  <inkml:trace contextRef="#ctx0" brushRef="#br0" timeOffset="10712.613">1370 2270,'-3'6,"0"0,1 1,-1 0,1-1,1 1,-1 0,1 0,1 0,-1 0,1 0,1-1,-1 2,1-2,0 1,1 0,0 0,0 0,1-1,-1 0,1 1,1-1,0 0,-1 0,1-1,0 1,1 0,0-2,0 1,0 0,1-1,-1 1,1-1,4 3,-5-5,0 0,1 1,-1-1,-1 1,2-2,-1 1,1-1,0 0,-1 0,1-1,-1 1,1-1,0 0,-1 0,1-1,0 0,-1 0,0 1,1-2,-1 0,1 0,-1 0,0-1,0 1,0-1,-1 0,1 0,0-1,-1 1,0-1,0 0,0 0,-1 0,0 0,2-3,-1-3,-1 0,0 1,0-2,-1 1,0 0,-1-1,0 0,-1 0,0 1,-1 0,-1-1,1 1,-2 0,1-1,-1 1,-1 0,0 0,-1 1,-2-6,6 12,1 1,-1 0,0 0,0 0,0 0,0 0,0 0,0 1,0-1,-1 0,1 0,-1 1,0-1,1 1,-1-1,0 1,0 0,0 0,0 0,0 0,0 0,0 0,1 1,-1-1,-1 0,1 1,0 0,0-1,-1 1,1 0,0 0,0 0,-1 0,1 1,0-1,0 1,-1-1,1 1,0 0,1 0,-1 0,0 0,-1-1,-3 9,0-2,1 2,0-1,0 1,1-1,1 2,-1-2,1 2,1-1,-1 1,2-1,-1 1,2-1,-1 7,2 22,3-6</inkml:trace>
  <inkml:trace contextRef="#ctx0" brushRef="#br0" timeOffset="10980.893">1526 2030,'-6'-5,"1"-1,0 1,0-1,1 0,0 1,1-2,-1 1,1 0,0-1,0 1,1-2,0 1,0 1,0-2,1 2,0-2,1 1,0 0,0-1,1 2,0-2,0 2,0-2,3-6,4-1,-1-1,2 1,1 1,0-1,0 1,2 1,0 0,0 1,2-1,7-3,-21 16,0-2,1 2,0-1,-1 0,1 0,-1-1,0 1,1 0,0 0,0 0,0 0,0 1,0-1,0 0,0 0,0 0,0 1,1-1,-1 1,0-1,0 1,1 0,-1 0,0 0,1 0,-1-1,0 1,1 0,-1 0,0 0,1 1,-1-1,0 0,1 0,-1 0,0 0,0 1,1-1,-2 1,1-1,0 1,0 0,0 0,0-1,0 1,0 0,0 0,0 0,0 0,0 0,0 1,3 89,-5-56</inkml:trace>
  <inkml:trace contextRef="#ctx0" brushRef="#br0" timeOffset="11254.625">1630 2320,'0'17,"2"14,3 9,3 1,2-1,5-6,2-7,8-7,3-8,3-8,0-8,1-9,-5-5,-7-1</inkml:trace>
  <inkml:trace contextRef="#ctx0" brushRef="#br0" timeOffset="12437.417">1982 2295,'6'1,"2"-1,0 1,-1 0,1 1,-2 0,1 1,1 0,-1 0,0 0,-1 0,0 1,0 0,0 1,0-1,0 1,0 0,-2 0,1 1,1 0,8 12,-2-1,0 1,0 1,-1 0,5 16,-16-33,27 43,-26-44,0 0,0 0,0 0,0 0,0-1,0 1,0 0,0 0,1-1,-1 1,0-1,0 1,1-1,-1 0,0 0,1 1,-1-1,1 0,-1 0,0 0,1 0,-1-1,0 1,1 0,-1 0,0-1,0 1,0-1,0 1,0-1,0 0,1 1,-1-1,0 0,0 0,0 0,0 0,0 0,13-13,-2-1,1 0,-1-1,-1-1,-1 1,-1-2,0 1,-1-1,4-19,15-45,-27 82,1 1,-1-1,0 0,0 0,0 0,0 0,0 0,0 0,0 0,1 1,-1-1,0 0,0 0,0 0,0 0,0 0,1 0,-1 0,0 0,0 0,0 0,0 0,0 0,0 0,0 0,0 0,0 0,0 0,0 0,1 0,-1 0,0 0,0 0,0 0,0 0,0 0,1 0,-1 0,0-1,0 1,0 0,0 0,0 0,0 0,1 0,-1 0,0 0,0-1,0 1,0 0,0 0,0 0,6 21,-4-12,1-1,0-1,0 0,1 1,0-2,0 2,1-2,-1 1,1-1,0-1,1 2,0-2,1 0,-2 0,2 0,0-1,0 0,1 1,-1-2,0 1,1-2,0 1,0-1,0 0,-1 0,8 0,10 1,2 0,-2-1,0-1,2-1,-2-2,1 0,0-1,-1-2,0-1,0 0,-1-2,0 0,1-3,-3 1,1-2,3-3,-18 11,-1-1,1 0,-1 0,0-1,0 0,-2 1,1-2,0 0,0 1,-1-2,0 1,0 0,-2-1,1 0,-1 1,1-2,-2 1,1-1,-1 1,0-7,-2 12,0 1,0-1,0 0,-1 0,0 0,1 2,-1-2,0 0,0 1,0-1,-1 0,1 2,-1-1,1-1,-1 1,0 0,0 0,0 0,0 0,1 0,-1 1,-1-1,1 1,-1 0,1-1,-1 1,1 0,-1 0,0 0,-1 0,-3-1,2 1,-2 0,0 1,1 0,-1 0,0 0,2 0,-2 1,0 0,1 0,-1 1,-3 2,3-2,-1 1,1 0,0 0,1 2,0-1,0 0,0 0,0 1,0 1,0-2,2 2,-1 0,1 0,-1 0,1 0,0 1,1 0,-1-1,1 1,-1 4,4-9,0 0,0-1,0 1,0-1,0 1,0 0,0-2,0 2,0-1,0 1,0 0,1-1,-1 1,1-1,0 1,-1-1,1 1,0-1,0-1,0 2,0-1,0 0,0 0,0 0,0 1,1-1,-1 0,0-1,1 1,-1 0,1 0,-1-1,1 1,-1 0,1-1,-1 0,1 1,0-1,-1 0,1 0,-1 0,1 0,-1 0,2 0,72-10,-9-14,-52 17,2 0,-1 3,1-1,0 0,0 2,13-1,-25 4,0 0,-1 0,1 1,0 0,0-1,0 1,0 0,-1 0,0 0,1 1,-1 0,1 0,-1 0,0 0,0 0,0 0,0 1,0-1,0 1,-1 0,0 0,0 0,2 3,36 81,-39-85,27 74,-5 1,-3 2,-3 0,-3 7,-12-70,-2 0,1 0,-2 0,1 0,-2 0,0 0,-5 13,6-24,-1 0,1-1,-1 1,0 0,-1 0,1-2,-1 2,0-1,0 0,-1-1,2 1,-2 0,0 0,0-1,0 0,0 0,-1 0,1-1,-1 1,1-1,-1-1,1 1,-2 0,1-1,0 0,0 0,0 0,-3 0,-1-1,0 0,1-1,0 0,0 0,-1-1,1 0,-1 0,2 0,-1-1,0-1,0 1,1-1,0 0,0-1,0 0,0 1,0-2,2 0,-6-5,1 1,0-2,2 1,0 0,0-1,1 0,0-1,2 1,-1-2,1 1,1 0,-3-13,5 14,1 1,1 0,-1-1,2 1,0 0,0-1,1 2,1-1,0-1,0 2,1 0,1-1,-1 1,1-1,1 2,0 0,1-1,0 2,2-4,11-8,-1 0,3 1,-1 1,2 2,0 0,1 1,10-4,70-31,1 5,3 4,100-23,-120 37,-66 19,-48 4,11 7,-1 0,0 1,0 0,1 2,0 0,0 0,1 1,-10 6,18-10,1 2,-1-1,0 0,1 1,-1 0,1-1,0 2,2 0,-2-1,1 1,0 0,1 0,0 1,0-1,0 0,1 1,0 0,0 0,0 0,1 4,1-7,-1-1,1 1,1 1,-1-1,1-1,-1 1,1 1,0-1,1-1,-1 1,1 0,0 0,-1-1,2 0,-1 1,0-1,1 0,0 1,0-2,0 1,0 0,-1 0,1-1,1 1,0-2,-1 1,1 0,0 0,0-1,0 1,0-1,-1 0,1 0,2 0,2 1,0-1,0 0,-1-1,1 0,0 0,1 0,-1-1,-1 0,1 0,0-1,0-1,0 1,-2-1,2 0,-1 0,0-1,5-4,-5 3,0-3,0 2,0-2,-1 0,-1 1,0-1,0 0,0-1,-1 1,0-1,-1 0,0 0,0 0,-1 0,-2-1,2 1,-1-1,-1 1,0-1,-1-5,1 15,0 0,0 0,-1 0,1 0,0 0,0 0,0 0,0 0,0 0,-1 1,1-1,0 0,0 0,0 0,0 0,0 0,0 0,0-1,0 1,0 0,0 0,0 0,-1 0,1 0,0 0,0 0,0 0,0 0,0 0,-1 0,1 0,0-1,0 1,0 0,0 0,0 0,0 0,-5 18,3-11,1 0,0 1,0-1,0 0,1 0,0 0,1 1,0-2,0 2,1-1,-1 0,2 0,-1-1,0 2,1-1,1-2,-1 2,1-1,1 0,-1 0,1-1,0 1,0-1,0-1,1 1,0 0,6 3,12 0,0-2,2-1,-1-1,-1 0,2-2,-1-1,1-1,0-2,-1 0,-1-2,10-2,64-8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01.3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8,'-1'30,"1"-1,1 0,2 0,1 0,7 27,0 8,15 240,-27-300,1 0,-1-1,1 2,0-1,0 0,1-1,-1 1,1 0,0 0,-1 0,1-1,1 1,-1-1,1 1,0 0,0-2,0 2,1-1,-1 0,1 1,0-2,0 0,0 1,0 0,0-1,0 1,2-1,9 0,-1 0,0-2,0 1,1-2,-2 0,2 0,-1-1,-1 0,2-2,-1 1,-2-2,10-2,-6 1,64-19,-24 6,-1 2,2 2,0 2,2 3,50-2,-84 12</inkml:trace>
  <inkml:trace contextRef="#ctx0" brushRef="#br0" timeOffset="459.192">1305 22,'-20'-6,"1"1,-1 2,0 0,0 0,0 2,-1 0,2 2,-2 0,1 1,0 1,0 0,-11 6,18-5,-1 0,2 2,-1 0,1-1,0 3,0-2,1 3,-6 4,13-10,0 1,0-1,1 0,0 1,-1 0,2 0,-1-1,1 2,0-1,0 1,0-2,0 2,0 0,1 0,0-1,0 1,0 0,1-1,-1 1,1 0,1 0,-1-1,0 1,1 0,1 3,6 5,-1 1,1-2,2 0,-1-1,1 2,0-3,2 0,0 1,-1-2,1 1,1-2,0 0,1-1,-1 0,7 1,-9-1,67 34,-39-22,-1 2,-1 1,-1 2,22 20,-55-42,0-1,0 0,0 2,0-1,0 0,-1 1,1-1,-2 1,2-1,-1 1,0 0,0 0,0 0,-1 0,1 0,-1 0,0 1,0-1,0 1,0-2,0 2,-1 0,0-1,0 0,0 1,0-1,0 1,-1 0,1-2,-1 2,0-1,0 1,-1-1,0 2,-6 0,2 0,-2-1,0 0,0 0,-1 0,2-1,-2-1,0 1,0-1,1 0,-1-1,0 0,0-1,0 1,1-2,-4 0,1 2,1 0,-1-1,0-1,0 0,1 0,-1-1,0-1,2 1,-2-1,1-1,-1 0,2-1,-9-4,16 8,0-1,0 0,0 0,0 1,1-1,-1 0,1 0,0 0,0 0,0-1,0 1,0 0,0 0,1 0,-1-1,0 1,1-1,0 1,0-1,-1 1,1 0,1-1,-1 1,0-1,1 1,-1 0,1 0,0-1,0 1,0-1,0 1,-1 0,2-1,14-24</inkml:trace>
  <inkml:trace contextRef="#ctx0" brushRef="#br0" timeOffset="1110.427">1708 260,'-25'408,"21"-382,-6-188,10 119,-1-5,-1-5,2 0,3 0,2-1,2 1,4-10,-9 56,1 0,-1 0,2-1,-1 1,1 0,0 0,0 1,0-1,1 1,1-1,-4 5,0 0,1-1,-1 1,0 1,1 0,0-1,-1 1,1-1,0 1,-1 0,1 0,0 0,0 0,0 0,0 1,0-1,0 1,0 0,0 0,1 0,-1 0,-1 1,1-1,0 1,0 0,0 0,2 1,1 1,1 0,-2 0,0 0,1 1,-1 0,1 0,-1 0,-1 1,1 0,-1 0,0 0,0 1,-1-2,1 2,-1 0,0 0,-1 0,1 0,-1 0,-1 1,1-2,-1 2,0 0,-1-1,1 1,-1-1,-1 0,1 1,-1-1,0 1,-1-1,0 0,0 0,0 0,-1 0,0 0,-2 3,-3 3,0-1,-1-1,-1 1,0-1,1-1,-2 0,-1-1,-2 3,-5 3,19-13,0 0,1-1,-1 1,1 0,-1-1,0 1,1 0,-1-1,1 0,0 0,-1 1,1-1,-1 1,1-1,0 1,-1-1,1 0,0 1,0-1,-1 0,1 1,0-1,0 0,-1 0,1 0,0 0,0 0,0 0,-1 0,1 0,0 0,0 0,-1 0,1-1,0 1,-1 0,0 0,1-1,0 1,-1-1,1 1,1 0,16-2,0 2,0 0,0 1,0 1,0 0,-1 2,1 0,-1 0,1 1,-2 2,1-1,-1 2,2 1,-10-4,-1 1,1-1,-1 1,0 1,0-1,0 2,-2-2,1 2,-1-1,1 2,-2-1,3 5,-5-9,0 0,-1 1,0 0,0-2,0 2,-1 0,1 0,-1-1,0 1,0-1,0 0,-1 1,0 0,0 0,1-2,-1 2,-1-1,0 1,0-2,0 2,-1-1,1 0,-1-1,0 1,0 0,-1 0,-9 7,-2 0,-1 0,2-2,-3 1,2-2,-2 0,0-2,0 1,-1-2,1 0,-1-1,0 0,-1-2,2 0,-2-2,-4 0,-30-4,53 3,-1 0,1 0,-1 0,1 0,0 0,-1-1,1 1,0 0,0 0,0 0,0 0,0 0,0 0,0 0,0 0,1 0,-1-1,0 1,1 0,-1 0,1 0,-1 0,1 0,-1 0,1 0,0 0,0 1,-1-1,1 0,0 0,0 1,0-1,0 0,0 0,0 1,0-1,0 1,0-1,1 1,-1 0,1-1,-1 0,22-16</inkml:trace>
  <inkml:trace contextRef="#ctx0" brushRef="#br0" timeOffset="1369.295">2450 639,'0'-4,"0"-2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00.6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0 194,'16'0,"18"0,18-2,17-5,14-4,11-2,4 2,0 0,-10 1,-9 4,-14 2,-14 2,-13 1,-14 0</inkml:trace>
  <inkml:trace contextRef="#ctx0" brushRef="#br0" timeOffset="333.178">495 17,'3'2,"0"-1,0 1,0 0,0-1,0 0,0-1,1 1,-1 0,0 0,1-1,-1 1,1-1,-1 0,1 0,0-1,4 1,245-14,-197 7,1 2,-1 3,1 2,-1 2,30 6,-74-6,0 1,0 0,1 1,-2 0,1 1,-1 0,8 5,-16-8,1 0,-1 0,0 1,0-1,0 0,0 1,0 0,-2 0,2 0,-1 1,0-2,0 2,0-1,0 1,0-1,-1 0,0 1,0 0,0 0,0-1,-1 1,1 0,-1 0,0-1,-1 4,-3 6,-1 1,-1-1,0 0,-1-1,-1 0,0 1,-1-2,1 0,-2 1,0-2,-1-1,1 1,-2-1,0 0,1-1,-9 4,-101 69,71-52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20.0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22.4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10 155,'-7'78,"4"1,4-1,2 1,5 5,-7-78,0 25,2-1,2 0,0-1,2 1,7 16,-14-47,0 1,0-1,0 0,1 0,-1 1,0-1,0 0,1 1,-1-1,0 0,1 1,-1-1,1 0,-1 1,1-1,-1 1,1-1,-1 1,1-1,0 1,-1 0,1-1,0 1,-1 0,1-1,0 1,-1 0,1 0,0 0,0-1,-1 1,1 0,0 0,0 0,-1 0,1 0,0 1,0-1,-1 0,1 0,0 0,0 1,-1-1,1 0,0 1,-1-1,1 0,-1 1,1-1,0 1,-1-1,1 1,-1-1,1 1,-1 0,0-1,1 1,-1-1,1 1,-1 0,10-50,-10 41,1 0,0 0,0 0,0 1,1-1,1 0,-1 1,1 0,0-1,1 1,0 0,0 1,0-1,1 1,0-1,0 1,1 1,-1-1,4-1,-6 5,-1 1,1 0,0 0,-1 1,1-1,-1 0,1 1,0 0,0-1,-1 1,1 0,0 1,0-1,-1 0,1 1,0-1,-1 1,1 0,0 0,-1 0,1 0,-1 1,0-1,1 1,-1-1,0 1,0 0,0 0,0 0,0 0,-1 0,1 0,0 1,4 4,-1 1,0 0,0 0,-1 1,0-1,-1 1,0 0,0 0,0 3,-1-2,-1 0,0 1,-1-1,0 1,-1-1,0 0,0 1,-1-1,0 0,-1 0,0 0,-1-1,0 1,-1-1,0 1,0-1,-1-1,0 1,0-1,-1 0,0-1,0 1,-1-1,0-1,-1 0,1 0,-1 0,-5 1,13-6,0 0,0 0,0 0,0-1,0 1,0-1,-1 1,1-1,0 1,0-1,-1 1,1-1,0 0,0 0,-1 0,1 0,0 0,-1 0,1 0,0 0,0 0,-1-1,1 1,0 0,0-1,-1 1,1-1,0 0,0 1,0-1,0 0,0 0,0 1,0-1,0 0,0 0,0 0,1 0,-1 0,0 0,1-1,-1 1,0 0,1 0,0 0,-1-1,1 1,0 0,-1 0,1-1,0 1,0-1,2-21,3-2</inkml:trace>
  <inkml:trace contextRef="#ctx0" brushRef="#br0" timeOffset="269.317">438 101,'3'-20,"-3"14,0 1,1 0,0 0,-1-1,2 1,-1 0,1 0,-1 0,1 0,1 0,-1 0,1 1,0-1,2-2,-4 7,0-1,-1 1,1 0,0-1,0 1,0 0,0 0,0 0,0-1,0 1,0 0,0 0,0 1,0-1,0 0,0 0,0 0,0 1,0-1,0 0,0 1,0-1,0 1,0-1,0 1,-1-1,1 1,0 0,0 0,-1-1,1 1,0 0,-1 0,1 0,-1-1,1 2,10 12,-1 0,0 1,-2 0,1 1,-2 0,0 0,-1 1,0 0,-2 0,9 34,-2-1,-2 1,-2 1,-3 0,-2-1,-2 1,-3 0,-2 0,-2-1,-2 0,-2 0,-3-1,-2-1,-2 0,-21 40,-16 22,3-19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23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 0,'-4'0,"-2"5,0 8,4 13,4 16,1 16,4 15,1 11,1 7,0-1,-1-4,0-10,0-14,-1-14,-1-19,-1-15,-2-15,-1-8</inkml:trace>
  <inkml:trace contextRef="#ctx0" brushRef="#br0" timeOffset="1329.347">273 387,'24'37,"-1"1,-2 1,-2 1,-2 1,-1 0,-2 1,3 22,-16-62,13 33,-14-35,1 0,-1 0,1 0,-1 0,0 0,1 0,-1 0,1-1,-1 1,0 0,1 0,-1-1,0 1,1 0,-1 0,0-1,1 1,-1 0,0-1,0 1,0 0,1-1,-1 1,0-1,0 1,0 0,0-1,0 1,1-1,-1 1,0 0,0-1,0 1,0-1,0 1,0-1,0 1,-1 0,1-1,0 1,0-1,0 1,0 0,0-1,-1 1,1 0,0-1,0 1,-1 0,1-1,0 1,-1 0,1-1,0 1,-1 0,1-1,-2-5,1-1,0 1,0-1,1 0,0 1,0-1,1 0,0 1,0-1,0 1,1-1,0 1,0-1,0 1,1 0,0 0,3-4,-2 0,2-1,-1 1,1 1,0-1,1 1,0 0,1 0,0 1,0 0,1 0,0 1,0 0,1 1,0 0,0 0,0 1,1 0,-1 1,1 1,0-1,0 2,1-1,-1 2,0-1,3 2,-12 0,0 0,1 0,-1 1,0 0,0-1,0 1,0 0,0 0,0 0,0 0,-1 0,1 1,0-1,0 0,-1 1,1-1,-1 1,1 0,-1-1,0 1,0 0,0 0,0 0,0 0,0 0,0 0,-1 0,1 0,-1 0,1 1,-1-1,0 0,0 0,0 0,0 1,-1 1,-12 83,13-86,-12 43,6-27,1 1,1 0,0 0,2 0,0 0,0 16,3-31,-1 0,0-1,1 1,-1-1,1 1,0 0,0-1,0 1,0-1,1 0,-1 1,1-1,-1 0,1 0,0 0,0 0,0 0,0-1,0 1,0 0,0-1,0 1,1-1,-1 0,1 0,-1 0,1 0,-1 0,1-1,0 1,-1-1,1 0,0 1,-1-1,1-1,2 1,97-18,100-62,-168 63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25.2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187 789,'0'16,"2"12,2 10,-1 6,1 2,1 0,-1-1,-1-6,-1-7,-1-9</inkml:trace>
  <inkml:trace contextRef="#ctx0" brushRef="#br0" timeOffset="467.684">0 508,'28'-3,"-1"0,1 2,0 1,0 2,0 0,-1 2,1 1,-1 1,0 1,-1 2,0 0,0 2,4 4,-18-8,0 1,-1 0,0 0,-1 2,0-1,-1 1,1 0,-2 1,0 0,0 1,-1 0,0 0,-1 0,0 1,-1 0,-1 0,0 0,-1 1,0-1,-1 1,0 5,-2 184,6-142,-6-60,0 1,1-1,-1 0,1 0,0 1,-1-1,1 0,0 0,-1 0,1 0,0 0,0 0,0 0,0 0,0 0,0 0,0-1,0 1,1 0,-1-1,0 1,0-1,1 1,-1-1,0 0,0 1,1-1,-1 0,0 0,1 0,-1 0,0 0,1 0,-1 0,0-1,1 1,-1 0,0-1,0 1,1-1,-1 1,1-2,10-5,0-1,-1 0,0-1,0 0,-1-1,-1 0,1-1,-2 0,1-1,-2 1,1-1,4-12,24-57,-28 129,-7-34,1-1,1 1,0 0,0-1,1 1,1-1,0 0,1-1,2 3,-6-11,1 0,0 0,0 0,0 0,0 0,0-1,1 0,0 1,0-1,0-1,0 1,0 0,0-1,1 0,-1 0,1 0,0-1,-1 1,1-1,0 0,0-1,0 1,0-1,0 0,-1 0,1-1,3 0,83-35,-51 9</inkml:trace>
  <inkml:trace contextRef="#ctx0" brushRef="#br0" timeOffset="893.165">1083 628,'30'-11,"-2"-2,0-2,0 0,-1-2,-1-1,14-12,-11 7,-1-1,-1-1,-1-1,-2-1,19-26,-32 38,-1-1,0 0,-1-1,-1 0,-1 0,0-1,-1 0,-1 0,0 0,-2-1,0 0,-1-4,-1 19,-1 1,1-1,-1 1,0-1,0 1,0-1,-1 0,1 1,-1-1,0 1,0-1,0 1,0 0,-1 0,1-1,-1 1,0 0,0 0,0 0,0 0,0 1,-1-1,1 1,-1-1,0 1,0 0,0 0,0 0,0 0,0 1,0-1,-1 1,1 0,0 0,-1 0,1 0,-1 1,0-1,1 1,-3 0,-1 1,0 0,0 1,0 0,1 0,-1 1,1-1,0 1,-1 1,1-1,1 1,-1 0,0 1,1-1,0 1,0 0,0 0,1 1,0-1,0 1,0 0,0 2,-6 11,0 1,2-1,0 1,1 0,1 1,-1 9,-1 17,2 0,2 1,3-1,1 1,2-1,6 31,63 283,-36-202,-12-51,-5 1,-5 1,-5 1,-5-1,-4 1,-10 50,-20-17,31-143,0 0,0 0,0 0,0 0,0 0,-1 0,1 0,0 0,0 0,-1 0,1 0,-1 0,1 0,-1-1,1 1,-1 0,1 0,-1 0,0 0,0-1,1 1,-1 0,0-1,0 1,0-1,0 1,1-1,-1 1,0-1,0 1,0-1,0 0,0 0,0 1,0-1,0 0,0 0,0 0,-1 0,1 0,0 0,0-1,0 1,0 0,0 0,0-1,-12-16</inkml:trace>
  <inkml:trace contextRef="#ctx0" brushRef="#br0" timeOffset="1312.542">1002 1203,'89'-47,"2"3,2 4,68-19,-160 59,89-18,-86 18,-1-1,1 1,-1 1,1-1,-1 0,1 1,-1 0,1 0,-1 0,1 0,-1 1,0-1,0 1,0 0,0 0,0 0,0 0,0 0,-1 1,1-1,-1 1,0 0,2 2,1 5,0 0,-1 1,-1-1,0 1,0 0,-1 0,0 0,-1 0,0 0,-1 7,0-6,1 1,0-1,1 0,0 0,1 0,1 0,0 0,1 2,-4-12,-1 0,1-1,0 1,0-1,0 1,0-1,0 1,0-1,0 0,1 0,-1 1,0-1,1 0,-1 0,1 0,-1 0,1-1,-1 1,1 0,-1-1,1 1,0-1,0 1,-1-1,1 0,0 0,0 0,-1 0,1 0,0 0,-1 0,1-1,0 1,0 0,-1-1,1 0,0 1,50-42,-44 32,-2 0,0-1,0 0,-1 0,0 0,-1-1,0 1,-1-1,0 0,-1 0,0 0,-1 0,0-6,-1 11,0-1,0 1,-1-1,0 1,0 0,0-1,-1 1,0 0,-1 0,0 0,0 0,0 1,-1-1,0 1,0 0,0 0,-1 0,0 0,0 1,-1 0,1 0,-4-1,6 3,0 2,0-1,-1 0,1 0,-1 1,1 0,-1 0,0 0,1 0,-1 1,0-1,0 1,1 0,-1 0,0 0,0 0,0 1,1 0,-1 0,0 0,1 0,-1 0,1 1,-1-1,1 1,0 0,-1 0,1 1,0-1,1 1,-1-1,0 1,1 0,-1 1,-2 1,1 0,0 0,1 1,-1 0,1 0,1 0,-1 0,1 0,0 0,0 1,0-1,1 1,0-1,1 1,-1 0,1-1,1 1,-1-1,2 5,13 28,6-5</inkml:trace>
  <inkml:trace contextRef="#ctx0" brushRef="#br0" timeOffset="3100.515">2073 1150,'-14'-14,"2"-1,-1 0,2-1,0-1,1 1,1-2,1 1,0-1,1 0,1-1,1 0,0 0,2 0,0 0,1 0,1-1,0 1,2-1,1 1,0-4,-2 23,0-1,-1 0,1 0,0 0,0 0,-1 0,1 0,0 0,0 0,0 0,0 0,0 1,1-1,-1 0,0 0,0 0,1 0,-1 0,0 0,1 0,-1 1,1-1,-1 0,1 0,-1 1,1-1,0 0,-1 1,1-1,0 0,0 1,-1-1,1 1,0-1,0 1,0 0,0-1,-1 1,1 0,0-1,0 1,0 0,0 0,0 0,0 0,0 0,0 0,0 0,0 0,0 1,-1-1,1 0,0 0,0 1,0-1,0 0,0 1,0 0,141 56,-117-51,-19-5,1-1,0 1,0 1,-1-1,1 1,-1 0,1 1,-1-1,0 1,0 0,0 1,-1 0,1 0,-1 0,1 0,-2 1,1 0,0 0,-1 0,0 1,0-1,0 1,1 3,5 94,-10-91,0 1,1 0,0 0,0 0,2-1,0 1,0-1,1 0,1 2,-3-10,-1-1,1 0,0 0,0 0,0 0,0 0,1-1,-1 1,1-1,-1 1,1-1,0 0,0 0,0 0,0 0,1-1,-1 1,0-1,1 0,-1 0,1 0,-1-1,1 1,-1-1,1 1,0-1,-1-1,1 1,-1 0,4-1,4-2,1 0,-1-1,-1 0,1 0,0-1,-1-1,0 0,0 0,-1-1,11-8,-1-1,-1 0,0-1,-2-1,0-1,-1-1,0 0,-2 0,-1-1,0-1,2-9,-22 135,9-101,-1 1,1 0,0-1,0 1,1 0,-1-1,1 1,-1-1,1 0,0 0,0 1,1-1,-1 0,1-1,-1 1,1 0,0-1,0 0,0 1,0-1,1 0,-1-1,0 1,1-1,-1 1,1-1,0 0,-1 0,1-1,0 1,0-1,-1 0,1 0,0 0,0 0,1-1,5 0,0-1,-1 0,1-1,0 0,-1-1,1 0,-1 0,0-1,0 0,-1-1,0 0,0 0,0-1,-1 0,1 0,-2-1,1 1,-1-2,0 1,-1-1,0 0,-1 0,1 0,-2 0,1-1,-1 0,-1 0,0 1,0-2,-1 1,0-5,-1-64,0 80,0-1,-1 0,1 1,0-1,0 0,0 0,-1 1,1-1,0 0,0 0,0 1,-1-1,1 0,0 0,-1 0,1 0,0 1,0-1,-1 0,1 0,0 0,-1 0,1 0,0 0,-1 0,1 0,0 0,-1 0,1 0,0 0,-1 0,1 0,0 0,-1 0,1 0,0 0,0-1,-1 1,1 0,0 0,-1 0,1 0,-5 20,1 0,1 1,1-1,0 1,2 0,0 0,2-1,0 1,1-1,1 1,5 13,-7-29,0-1,0 1,0-1,1 0,0 0,0 0,0 0,0 0,1-1,-1 0,1 1,0-1,0 0,0-1,0 1,1-1,-1 0,1 0,-1 0,1 0,0-1,0 0,-1 0,1 0,0-1,0 0,0 0,0 0,0 0,0-1,0 0,0 0,-1 0,1 0,0-1,-1 0,1 0,0 0,6-6,0 0,-1 0,1-1,-2 0,1 0,-1-1,-1-1,0 0,0 0,-1 0,-1-1,0 0,0 0,-1-1,-1 1,0-1,-1 0,0 0,-1 0,0-1,-1 1,-1-8,-3 1,3 20,0 0,0 1,0-1,0 0,0 0,0 1,0-1,0 0,0 0,0 1,0-1,0 0,0 0,0 1,0-1,0 0,0 0,-1 0,1 1,0-1,0 0,0 0,0 0,0 1,-1-1,1 0,0 0,0 0,0 0,-1 1,1-1,0 0,0 0,-1 0,1 0,0 0,0 0,0 0,-1 0,1 0,0 0,0 0,-1 0,1 0,0 0,-1 0,1 0,0 0,0 0,0 0,-1 0,1 0,0 0,0 0,-1 0,1 0,0-1,0 1,0 0,-1 0,1 0,0 0,0-1,0 1,0 0,-1 0,1 0,0-1,0 1,-3 8,0 0,1-1,0 2,0-1,1 0,0 0,0 0,1 1,0-1,0 0,1 1,1-1,-1 0,1 0,0 0,1 0,3 7,-2-9,0-1,1 1,-1-1,1 0,1 0,-1-1,0 1,1-1,0 0,0-1,1 1,-1-1,0 0,1-1,0 0,0 0,4 0,122 11,-109-14,-1 0,1-2,-1-1,0 0,0-2,0 0,-1-2,0-1,0 0,12-9,-31 17,-1 1,0-1,0 0,0 0,1-1,-1 1,0 0,0-1,-1 1,1-1,0 0,0 1,-1-1,1 0,-1 0,0 0,1 0,-1-1,0 1,0 0,-1 0,1-1,0 1,-1 0,1-1,-1 1,0-1,0 1,0 0,0-1,0 1,0-1,-1 1,1 0,-1-1,1 1,-1 0,0-1,0 1,-1-2,-1 0,-1-1,1 1,-1 0,1 0,-1 0,0 0,-1 1,1 0,-1-1,1 2,-1-1,0 0,0 1,0 0,0 0,-1 1,1 0,0-1,-1 2,1-1,-1 1,1-1,-1 2,1-1,0 0,-1 1,1 0,-1 1,1-1,0 1,0 0,0 0,0 0,-3 3,1 0,0 1,0 1,0-1,1 1,0 0,1 1,-1-1,1 1,1 0,-1 1,1-1,1 1,0 0,0-1,1 1,0 1,0-1,1 0,0 4,1-9,0-1,1 1,-1-1,1 1,0-1,0 0,0 1,0-1,1 0,-1 0,1 0,0 0,0 0,0 0,0-1,0 1,1-1,-1 1,1-1,-1 0,1 0,0 0,0 0,0 0,0-1,0 0,1 1,-1-1,0 0,1-1,-1 1,0 0,1-1,-1 0,1 0,-1 0,1 0,-1-1,1 1,-1-1,0 0,1 0,-1 0,1-1,8-1,0-1,0-1,0 0,-1-1,0 0,0-1,-1 0,0-1,0 0,0 0,-1-1,-1-1,1 1,-2-1,1-1,-1 1,-1-1,0 0,4-10,-11-3,-14 34,12-5,1-1,0 1,0-1,0 1,1 0,-1 0,1 0,1-1,-1 1,1 0,-1 0,1 0,1 0,-1 0,1 0,0 0,0 0,0 0,1 0,-1 0,1-1,0 1,1-1,-1 1,1-1,0 0,0 0,0 0,1-1,-1 1,1-1,0 0,0 0,1 1,4 0,0 0,0 0,1-1,-1-1,0 1,1-2,0 1,0-1,-1-1,1 0,0 0,0-1,0 0,-1 0,1-1,-1-1,1 0,-1 0,0-1,0 0,2-2,8-3,-1-2,-1 0,0-1,-1-1,0 0,0-1,-2-1,0 0,8-13,1-10,-2-1,-1-1,-3 0,-1-2,-2 0,-2 0,-2-1,-1-1,-3 1,-1-2,-2 1,-4-43,3 51,-2 1,-1 0,-2-1,-2 1,-3-10,-11 5,18 40,0-1,0 0,1 1,-1-1,0 1,0 0,0-1,0 1,0 0,0-1,1 1,-1 0,0 0,0 0,0 0,0 0,0 0,0 0,0 0,0 0,0 0,0 0,0 1,0-1,0 0,0 1,1-1,-1 1,0-1,0 1,0-1,1 1,-1 0,0-1,1 1,-1 0,0-1,1 1,-1 0,1 0,-1 0,1 0,-7 9,1 1,0-1,1 1,0 0,0 1,2-1,-1 1,1 0,-11 46,1 1,4 0,2 0,3 1,2 0,3-1,2 1,6 22,-7-63,0 0,1-1,1 1,1-1,0 0,2-1,0 1,0-1,2 0,0-1,1 0,1 0,0-1,1-1,1 0,0-1,1 0,6 4,-16-15,1 0,-1 0,1 0,-1-1,1 1,0-1,0-1,-1 1,1-1,0 0,0 0,0 0,0 0,0-1,-1 0,1 0,0 0,-1-1,1 0,-1 1,1-2,-1 1,0 0,0-1,0 0,0 0,0 0,-1 0,1-1,-1 1,0-1,0 0,2-3,117-185,-122 192,0 1,0-1,0 0,0 0,0 0,0 1,1-1,-1 0,0 0,0 0,0 0,0 1,0-1,0 0,0 0,1 0,-1 0,0 0,0 1,0-1,0 0,1 0,-1 0,0 0,0 0,0 0,1 0,-1 0,0 0,0 0,0 0,1 0,-1 0,0 0,0 0,0 0,1 0,-1 0,0 0,0 0,0 0,1 0,-1 0,0 0,0 0,0 0,0-1,1 1,-1 0,0 0,0 0,0 0,0 0,0-1,0 1,1 0,-1 0,0 0,0 0,0-1,0 1,0 0,0 0,0 0,1 20,-1-18,-1 57,-1-41,1 0,1 0,1 0,0 0,1 0,1-1,1 1,0 0,6 12,-8-26,0 0,0 0,0-1,0 1,1-1,-1 1,1-1,0 0,0 0,1 0,-1 0,0-1,1 1,0-1,-1 0,1 0,0 0,0-1,0 1,0-1,1 0,-1 0,0-1,0 1,1-1,-1 0,0 0,1 0,-1 0,0-1,4-1,28-13,-4-5</inkml:trace>
  <inkml:trace contextRef="#ctx0" brushRef="#br0" timeOffset="3379.787">4839 575,'-13'-2,"-12"-1,-6 0,-2 0,2 4,6-1,6-3,1-3,3-1</inkml:trace>
  <inkml:trace contextRef="#ctx0" brushRef="#br0" timeOffset="3557.309">4292 455,'-18'-3,"-9"0,1 3,9 3,17 1,23 0,27-1,28 0,25-4,20-6,12-1,-17 0</inkml:trace>
  <inkml:trace contextRef="#ctx0" brushRef="#br0" timeOffset="4158.966">5441 869,'-3'-5,"0"0,-1 0,1 0,-1 0,0 1,0-1,0 1,-1 0,1 0,-1 1,0-1,0 1,0 0,-1 1,1-1,-1 1,1 0,-1 1,0-1,0 1,0 0,0 0,0 1,0 0,0 0,0 0,1 1,-1 0,0 0,0 0,0 1,1 0,-1 0,0 1,1-1,-3 3,1-1,0 0,1 1,0 0,0 0,0 1,1 0,0 0,0 0,0 0,1 1,0 0,0 0,0 0,1 0,0 0,1 1,0 0,0-1,0 1,1 0,0 0,1 0,0 0,0 0,1-1,0 1,0 0,0 0,1 0,1-1,-1 1,1-1,0 0,1 0,0 0,0 0,0 0,1-1,0 0,2 2,2-1,1-1,0 0,0-1,1 0,0 0,-1-1,2-1,-1 0,0 0,0-1,1-1,-1 0,1 0,0-1,-1 0,1-1,13-2,-1 0,0-2,0 0,0-2,-1 0,0-2,2-1,-6 1,0 0,-1-2,0 0,-1-1,0-1,-1 0,0-1,-1-1,-1 0,0-2,-14 67,0-47,0-1,0 1,0-1,1 1,-1 0,1-1,0 1,0-1,0 0,0 1,0-1,1 0,-1 1,0-1,1 0,0 0,0 0,-1-1,1 1,0 0,0-1,1 1,-1-1,0 1,0-1,1 0,-1 0,1 0,-1 0,1-1,-1 1,1-1,-1 0,1 1,0-1,-1 0,1 0,-1-1,1 1,0 0,-1-1,1 0,-1 0,1 1,-1-1,0-1,1 1,3-1,-1 0,1-1,-1 0,0 0,0 0,0 0,0-1,-1 1,1-1,-1-1,0 1,0 0,0-1,-1 0,0 0,0 0,0 0,0-1,-1 1,0-1,0 1,-1-1,1 0,-1 0,-1 0,1 1,-1-1,0 0,0 0,0 0,-1 0,0 0,0 0,-1 1,0-1,0 0,0 1,0-1,-1 1,0 0,0 0,-2-2,-1 2,0 0,-1 0,0 1,0-1,0 2,-1-1,1 1,-1 0,0 0,0 1,0 0,0 1,0-1,0 2,0-1,0 1,-1 0,1 1,0 0,0 0,0 1,0 0,0 0,0 1,1 0,-1 0,1 1,0 0,0 0,0 1,0 0,1 0,0 1,0-1,0 1,1 0,0 1,0 0,0-1,1 2,0-1,1 0,-1 1,1-1,1 1,-2 7,3-11,1-1,0 1,0 0,0 0,0 0,1-1,-1 1,1 0,0-1,0 1,1-1,-1 1,1-1,-1 1,1-1,0 0,0 0,1 0,-1 0,0 0,1 0,0-1,0 1,0-1,0 0,0 0,0 0,1 0,-1 0,0-1,1 0,0 1,-1-1,1-1,0 1,-1 0,1-1,0 0,0 0,-1 0,1 0,0-1,90-21,-51 2</inkml:trace>
  <inkml:trace contextRef="#ctx0" brushRef="#br0" timeOffset="4427.776">5989 441,'-10'2,"-1"1,1-1,0 2,0-1,0 2,0-1,1 1,-1 0,1 1,1 0,-1 1,1 0,0 0,0 1,1 0,0 0,1 0,0 1,0 0,1 1,-4 7,8-13,-1 1,1-1,0 1,1-1,-1 0,1 1,0-1,0 1,0-1,1 1,0-1,0 1,0-1,0 0,0 1,1-1,0 0,0 0,0 0,0 0,1 0,0-1,0 1,0-1,0 0,0 1,101 70,-89-65,2-1,-1 0,0 1,-1 1,0 1,-1 0,0 1,-1 0,0 1,-1 1,0 0,-1 0,-1 1,0 1,2 5,-1 15,-11-31,1-1,0 0,0 0,0 0,0 0,0 0,1 0,0 0,0 0,0 0,0 0,0-1,1 1,0-1,-1 0,1 0,1 0,-1 0,0-1,1 1,-1-1,1 0,0 0,-1 0,1 0,0 0,2-1,13 1,0-2,0 0,1-1,-1-1,0-1,0 0,-1-2,12-3,-20 5,42-11</inkml:trace>
  <inkml:trace contextRef="#ctx0" brushRef="#br0" timeOffset="4688.42">6818 989,'-2'0,"-8"-2,-2-1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4.6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63,'-11'-3,"29"-4,-16 7,35-12,0 1,1 3,0 1,0 1,39 1,-72 4,0 0,1 0,-1 1,1 0,-1 0,0 1,1-1,-1 1,1 0,-1 0,0 1,0 0,0 0,0 0,0 0,0 1,-1 0,1 0,-1 0,0 0,1 1,-2 0,1 0,0 0,-1 0,0 1,0-1,0 1,0-1,-1 1,1 2,-3 3,-1 1,0-1,0 1,-1-1,-1 0,1 0,-2 0,1 0,-2 0,1-1,-1 0,0 0,-1 0,0 0,-2 0,-30 43,-3-1,-2-2,-23 20,-24 25,56-44,34-49,0 0,0 0,1 0,-1 0,0 1,1-1,-1 0,0 0,1 0,-1-1,1 1,-1 0,1 0,0 0,-1 0,1 0,0-1,0 1,0 0,-1-1,1 1,0 0,0-1,0 1,0-1,0 0,0 1,0-1,0 0,0 1,0-1,0 0,0 0,0 0,1 0,-1 0,26 3,0-1,0-2,1-1,-1-1,0-1,17-4,-18 3,231-32,-227 36,-15 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3.0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707 1,'-7'29,"-1"0,-1-1,-2 0,-1 0,-1-2,-1 1,-2-1,-13 17,-12 15,-2-1,-2-2,-3-2,-2-2,-2-3,-33 23,67-57,0 0,-1-2,0 0,-1-1,-1-1,-13 5,32-14,1 0,-1 0,0 0,1-1,-1 1,0 0,0-1,0 1,0-1,0 0,0 0,0 1,0-1,0 0,0-1,0 1,1 0,-1-1,0 1,0-1,0 1,0-1,0 0,1 0,-1 0,0 0,1 0,-1 0,1 0,-1 0,1-1,-1 1,1-1,0 1,0-1,-1 0,-1-11,1 0,0 0,0-1,1 1,1 0,0-1,1 1,1 0,1-9,-2 13,1-9,0 0,1 0,0 0,2 1,0 0,1 0,0 0,2 1,0 0,1 0,3-4,-10 17,0 1,0 0,1 0,-1 0,0 0,1 1,-1-1,1 1,0-1,-1 1,1 0,0 0,0 0,0 0,0 0,0 1,0 0,0-1,0 1,0 0,0 0,0 1,0-1,0 1,0-1,0 1,0 0,-1 0,1 0,0 1,0-1,-1 1,81 60,-78-57,223 193,-68-85,-159-112,0 0,0 0,0-1,0 1,0 0,0 0,1-1,-1 1,0-1,0 1,1-1,-1 1,0-1,0 0,1 1,-1-1,0 0,1 0,-1 0,0 0,1 0,-1-1,0 1,1 0,-1-1,0 1,1-1,-1 1,0-1,0 1,0-1,0 0,1 0,-1 1,0-1,0-1,4-6</inkml:trace>
  <inkml:trace contextRef="#ctx0" brushRef="#br0" timeOffset="569.753">894 575,'189'22,"-187"-22,1 1,-1 0,1-1,-1 1,1 0,-1 0,0 1,0-1,1 0,-1 1,0 0,0-1,0 1,-1 0,1 0,0 0,-1 0,1 0,-1 0,0 1,1-1,-1 0,0 1,-1-1,1 1,0-1,-1 1,1-1,-1 1,0-1,0 1,0 0,0-1,0 1,-1-1,1 1,-1 2,-4 7,0 0,-1-1,0 0,0 0,-2 0,1-1,-1 0,-1 0,1-1,-3 1,-15 20,25-30,0 0,1 0,-1 0,0 1,1-1,-1 0,0 1,1-1,-1 0,1 1,-1-1,1 1,-1-1,1 1,-1-1,1 1,-1 0,1-1,0 1,-1-1,1 1,0 0,-1-1,1 1,0 0,0-1,0 1,0 0,0-1,0 1,0 0,0 0,0-1,0 1,0 0,0-1,0 1,1 0,-1-1,0 1,0 0,1-1,-1 1,0 0,1-1,-1 1,1-1,-1 1,1-1,-1 1,1-1,-1 1,1-1,-1 0,1 1,0-1,-1 0,1 1,0-1,-1 0,1 0,0 0,-1 1,1-1,0 0,0 0,58 0,45 7,-100-6,0 0,0 0,0 1,0-1,0 1,-1 0,1 0,-1 0,0 1,1 0,-1-1,0 1,0 0,-1 0,1 0,-1 1,1-1,-1 1,0-1,-1 1,1 0,0 0,0 2,-2 1,0 1,-1-1,1 1,-1-1,-1 1,1-1,-1 0,-1 0,1 0,-1 0,-1 0,1-1,-1 1,0-1,0 0,-1 0,0 0,0-1,0 0,-1 0,0 0,0-1,0 1,-5 1,7-3,1 2,-1-1,0-1,-1 1,1 0,0-1,-1 0,0 0,0 0,0-1,0 1,0-1,-1-1,1 1,-1-1,1 0,-1 0,1 0,-1-1,0 0,1 0,-2 0,-6-11</inkml:trace>
  <inkml:trace contextRef="#ctx0" brushRef="#br0" timeOffset="924.072">1443 468,'0'-2,"0"1,0 4,0 2,-2 2,-2 1,1 2,1 1,5-1,2-2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1.0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1 255,'83'0,"68"-1,144 19,-292-18,-1 1,-1 0,1-1,-1 0,0 1,1-1,-1 0,1 1,-1-1,1 0,0 0,-1 0,1-1,-1 1,1 0,-1 0,1-1,-1 1,0-1,1 0,-1 1,1-1,-1 0,0 0,0 1,1-1,-1 0,0 0,0-1,0 1,0 0,0 0,0-1,1-8</inkml:trace>
  <inkml:trace contextRef="#ctx0" brushRef="#br0" timeOffset="261.474">95 589,'22'4,"17"3,14-2,8 0,8-4,3-2,-1-3,-1-3,-6-3,-14 1</inkml:trace>
  <inkml:trace contextRef="#ctx0" brushRef="#br0" timeOffset="1197.951">629 1,'-2'1,"1"1,-1 0,0 0,1 0,0 0,-1 1,1-1,0 0,0 1,0-1,1 0,-1 1,0-1,1 1,0-1,-1 1,1-1,0 1,0-1,1 1,-1-1,0 1,1-1,0 1,-1-1,1 1,0-1,0 0,1 1,-1-1,0 0,1 0,-1 0,1 0,0 0,1 1,7 5,1-1,0 0,0-1,0 0,1 0,0-2,0 1,0-1,9 1,-7-1,99 27,-68-22,-1 3,-1 2,0 1,-1 3,-1 1,10 8,-44-23,-1 0,1 0,-1 0,0 1,0 0,-1 0,1 1,-1-1,-1 1,1 1,-1-1,0 0,0 1,-1 0,0 0,0 0,0 0,-1 0,0 1,-1-1,0 1,0-1,0 1,-1 0,0-1,-1 1,1-1,-1 1,-1 0,0-1,-1 4,-10 16,-1 0,-2 0,0-2,-2 0,-1-1,-1-1,0-1,-2 0,-11 7,-326 273,325-273,16-11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7.0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30,'-1'0,"1"1,-1-1,1 0,-1 0,1-1,-1 1,1 0,-1 0,1 0,-1 0,1 0,-1 0,1-1,-1 1,1 0,0 0,-1-1,1 1,0 0,-1-1,1 1,-1 0,1-1,0 1,0-1,-1 1,1 0,0-1,0 1,0-1,-1 1,1-1,0 1,0-1,0 1,0-1,0 1,0-1,0 1,0 0,0-1,0 1,0-1,0 1,0-1,0 1,1-1,-1 1,0-1,0 1,0-1,1 1,-1 0,0-1,1 1,-1 0,0-1,1 1,-1 0,0-1,1 1,-1 0,1 0,-1-1,1 1,-1 0,38-5,-38 5,4-1,13 0,0 0,1 0,-1 2,0 0,0 1,-1 0,1 2,0 0,1 1,-16-4,0 0,0-1,-1 1,1 1,0-1,0 0,-1 0,1 1,0-1,-1 0,0 1,1 0,-1-1,0 1,0 0,1 0,-2 0,1-1,0 1,0 0,0 0,-1 0,1 0,-1 1,0-1,0 0,0 0,0 0,0 0,0 0,0 0,-1 0,1 0,-1 0,1 0,-1 0,0 0,0 0,0 0,0 0,0 0,0-1,0 1,-9 11,0-1,-1-1,0 0,-1 0,0-1,0-1,-5 3,-27 21,43-33,1 0,-1 0,1 1,-1-1,1 0,-1 0,0 0,1 1,-1-1,1 0,0 0,-1 1,1-1,-1 0,1 1,-1-1,1 1,0-1,-1 1,1-1,0 1,-1-1,1 1,0-1,0 1,-1-1,1 1,0-1,0 1,0-1,0 1,0-1,0 1,0 0,0-1,0 1,0-1,0 1,0-1,0 1,1-1,-1 1,0-1,0 1,0 0,1-1,-1 0,0 1,1-1,-1 1,0-1,1 1,-1-1,1 0,-1 1,1-1,-1 0,1 1,-1-1,1 0,-1 0,1 1,-1-1,1 0,-1 0,1 0,-1 0,1 0,0 0,-1 0,45 2,-44-2,52-3,-36 1,0 0,1 1,-1 1,0 1,1 1,-1 0,0 1,0 1,10 3,-24-6,1 0,-1 1,0-1,0 0,0 1,0 0,0 0,-1 0,1 0,0 0,-1 1,0-1,1 1,-1-1,0 1,-1 0,1 0,0 0,-1 0,1 0,-1 0,0 1,0-1,0 0,-1 1,1-1,-1 0,0 1,0-1,0 1,0-1,0 0,-1 1,0-1,1 0,-1 1,-1-1,1 0,0 0,-1 0,0 1,-6 5,0-1,-1 0,1 0,-2-1,1 0,-1 0,0-1,0-1,-1 0,0 0,-8 2,-44 24,53-23,10-2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7.7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11,'2'0,"6"0,5 0,3-5,-1-1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8.9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67,'18'0,"17"0,17-4,15-5,10-2,3-1,-1 0,-6 3,-12 3,-14 2,-12 5,-12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49.1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95 1,'-16'9,"-7"9,-1 12,5 9,8 7,9 5,11 3,8 2,3-1,-2 3,-3 0,-8-3,-6-2,-8-5,-4-10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7.0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110 32,'-8'10,"0"0,1 0,1 1,-1-1,2 2,0-1,0 0,1 1,0 0,1 0,0 0,0 10,2-16,1 0,0 0,0 0,0 0,1 0,0 0,0-1,0 1,1 0,0-1,0 1,0-1,1 1,0-1,0 0,0 0,0 0,1-1,0 1,0-1,0 0,1 0,-1 0,1-1,0 1,0-1,2 1,2 0,0 0,0-1,1 0,-1 0,1-1,-1 0,1-1,0 0,0 0,-1-1,1 0,0-1,0 0,-1-1,1 0,0 0,-1-1,0-1,0 1,0-1,0-1,0 1,-1-2,0 1,0-1,-1 0,1-1,-1 0,-1 0,1 0,-1-1,0 0,-1 0,0-1,0 1,-1-1,0 0,-1 0,0-1,2-8,-3 13,-1 0,1 0,-1-1,0 1,0-1,-1 1,1-1,-1 1,0-1,-1 1,1-1,-1 1,-1-1,1 1,-1-1,1 1,-1 0,-1 0,1 0,-1 0,0 1,0-1,0 1,-1-1,0 1,0 0,0 0,0 1,0-1,-1 1,1 0,-1 0,0 1,0-1,0 1,0 0,-1 0,1 1,0 0,-2-1,-4 2,0 1,1 0,-1 0,1 1,-1 1,1 0,0 0,0 1,0 0,0 0,1 1,0 1,0-1,0 2,-7 6,-10 9,2 1,1 1,0 1,-6 12,-17 25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5.1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0 322,'16'0,"15"2,12 1,12 2,9 1,7-2,6-1,1 0,-4-2,-7-1,-14-2,-15-1</inkml:trace>
  <inkml:trace contextRef="#ctx0" brushRef="#br0" timeOffset="276.258">509 175,'-14'0,"-9"4,-5 9,1 9,1 9,4 12,5 9,8 7,12 3,10-3,10-3,8-8,-2-12</inkml:trace>
  <inkml:trace contextRef="#ctx0" brushRef="#br0" timeOffset="3280.058">322 1,'-3'9,"-2"12,-3 10,-1 10,3 8,0 4,3 3,1-9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6.6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 67,'4'-3,"-1"0,0 0,1 0,-1 1,1-1,0 1,0 0,0 0,0 0,0 1,0-1,0 1,0 0,1 0,-1 1,1-1,-1 1,0 0,1 0,-1 0,1 1,-1 0,0 0,1 0,-1 0,0 0,0 1,0 0,0 0,0 0,0 0,-1 1,1-1,-1 1,1 0,-1 0,2 2,-2 0,1 0,0 1,-1-1,0 1,0-1,-1 1,1 0,-1 0,-1 0,1 0,-1 0,0 1,0-1,-1 0,0 1,0-1,0 0,-1 0,0 1,0-1,-1 0,1 0,-2 0,1 0,0 0,-1 0,-8 15,0 0,-2 0,0-1,-1-1,-1 0,-5 4,-20 20,-47 63,86-105,0 1,0-1,0 1,0 0,0 0,0 0,0 0,0 0,1-1,-1 1,1 0,-1 1,1-1,0 0,0 0,0 0,0 0,0 0,0 0,1 0,-1 0,1 0,0 0,-1 0,1 0,0-1,0 1,0 0,0 0,0-1,0 1,1 0,-1-1,1 1,-1-1,1 0,12 8,0-1,1-1,0-1,0 0,1-1,0 0,-1-1,2-1,-1-1,0 0,14-1,5 1,0-1,0-1,0-3,0 0,10-4,17-7</inkml:trace>
  <inkml:trace contextRef="#ctx0" brushRef="#br0" timeOffset="949.706">209 1,'-13'0,"-10"0,-7 4,-6 7,-1 3,-1 4,6-1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6.1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478 1,'2'39,"-3"0,-1 1,-1-1,-3 0,-1-1,-2 1,-1-2,-3 1,0-1,-3-1,-1-1,-1 0,-2-1,-2-1,0-1,-24 23,36-43,-1-1,-1-1,1 0,-2-1,1 0,-2-1,1 0,-1-1,0-1,0 0,-1-1,1 0,-2-1,13-4,1 1,-1-1,0 0,1 0,-1 0,1-1,-1 1,0 0,1-1,-1 0,1 0,-1 0,1 0,0 0,-1 0,1 0,0-1,0 1,0-1,0 1,0-1,0 0,0 0,1 0,-1 0,0 0,1-1,0 1,0 0,0-1,0 1,0 0,0-1,0 0,1 1,-1-1,1 1,0-3,4-101,-1 90,0 1,2 1,-1-1,2 1,0 0,1 0,0 0,1 1,0 0,1 1,1 0,9-9,-17 19,0 0,0 1,0-1,0 1,0 0,1 0,-1 0,0 0,1 0,-1 0,1 1,-1-1,1 1,-1-1,1 1,-1 0,1 0,-1 0,1 1,0-1,-1 1,1-1,-1 1,0 0,1 0,-1 0,1 0,-1 0,0 0,0 1,0-1,0 1,0 0,0-1,0 1,-1 0,1 0,0 0,-1 0,0 0,1 1,-1-1,0 2,32 46,-21-29,1 0,1-2,1 0,1 0,11 9,-11-14,2 0,-1-1,2-1,0-1,0 0,1-2,0 0,1-1,0-1,0-1,0-1,1-1,0-1,-1-1,1 0,0-2,0-1,0 0,0-2,0 0,-1-2,1 0,19-9,11-5,-58 42,5-22,0 1,1-1,-1 1,0 0,1-1,-1 1,1 0,0-1,0 1,-1 0,1 0,0 0,0-1,1 1,-1 0,0 0,1-1,-1 1,1 0,-1-1,1 1,0 0,-1-1,1 1,0-1,0 1,0-1,1 0,-1 1,0-1,0 0,1 0,-1 0,1 0,-1 0,1 0,-1 0,1 0,-1 0,1-1,0 1,0-1,-1 0,1 1,0-1,0 0,1 0,9 3,1-1,0 0,0-1,0-1,0 0,0-1,0 0,0-1,0 0,0-1,-1 0,1-1,-1-1,0 0,0-1,-1 0,4-2,-11 4,1 0,-1 0,0-1,0 1,0-1,0 0,-1 0,0 0,0 0,0 0,-1-1,0 1,0-1,0-2,-1 5,0 0,-1 0,1 1,-1-1,0 0,0 0,0 0,0 1,-1-1,1 0,-1 0,1 1,-1-1,0 0,0 1,0-1,-1 0,1 1,0 0,-1-1,0 1,1 0,-1 0,0 0,0 0,-1 0,1 0,0 1,0-1,-1 1,1-1,-6 0,1 0,-1 0,0 1,1 0,-1 0,0 1,0 0,0 0,1 1,-1 0,0 0,1 1,-1 0,1 0,-1 1,1 0,0 0,0 0,0 1,1 0,-1 1,1 0,0 0,0 0,1 0,-1 1,1 0,1 0,-1 1,1-1,-1 2,5-7,-1 1,0-1,0 0,1 1,-1-1,1 1,-1-1,1 0,0 1,-1-1,1 1,0-1,0 1,0-1,0 1,0-1,0 1,1-1,-1 1,0-1,1 1,-1-1,1 0,0 1,-1-1,1 0,0 1,0-1,0 0,0 0,0 0,0 0,0 0,0 0,0 0,1 0,-1 0,0 0,0-1,1 1,-1-1,1 1,0 0,22 7</inkml:trace>
  <inkml:trace contextRef="#ctx0" brushRef="#br0" timeOffset="259.859">1481 362,'-12'-5,"-3"1,3 1,10 4,18 1,5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4.5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1 798,'16'-5,"0"1,1 0,-1 1,1 1,0 0,-1 2,1 0,0 0,0 2,-1 0,1 1,-1 0,1 2,-1 0,11 5,-22-8,0 1,0 0,-1 0,1 0,-1 0,0 1,1 0,-2 0,1 0,0 0,-1 1,0-1,0 1,0 0,-1 0,1 0,-1 0,0 0,-1 0,1 1,-1-1,0 1,-1-1,1 1,-1-1,0 1,0-1,-1 1,0-1,0 1,0-1,-1 2,-8 18,0-1,-2 0,-1-1,0-1,-2 0,-1 0,0-2,-3 2,-4 6,-76 108,98-134,0-1,-1 1,1-1,0 1,0 0,0 0,0-1,1 1,-1 0,0 0,1 0,-1 0,1 0,0 0,-1 0,1 0,0 0,0 0,0 0,1 0,-1 0,0 0,1 0,0 0,-1 0,1 0,0-1,0 1,0 0,0 0,0-1,0 1,0 0,1-1,-1 0,1 1,-1-1,1 0,1 2,7 0,1 0,0 0,-1-1,1-1,0 0,0 0,0-1,0 0,0-1,0-1,-1 1,6-3,30-4,0-3,-1-2,25-11,-12 2</inkml:trace>
  <inkml:trace contextRef="#ctx0" brushRef="#br0" timeOffset="267.813">522 397,'-9'-123,"5"-109,4 200,0 23,0 14,0 18,0 50,4-1,2 0,4 0,13 45,50 104,-49-165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03.7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529 0,'-13'46,"-1"-2,-3 0,-1 0,-3-2,-1 0,-2-2,-11 14,1-1,-2-2,-2-2,-2-2,-2-1,-39 32,16-37,64-41,1 1,-1-1,0 0,0 0,0 0,0 0,0 1,0-1,0 0,0-1,0 1,1 0,-1 0,0 0,0-1,0 1,0 0,0-1,0 1,1 0,-1-1,0 0,0 1,1-1,-1 1,0-1,1 0,-1 1,1-1,-1 0,1 0,-1 1,1-1,-1 0,1 0,0 0,-1 0,1 0,0 1,0-1,0 0,0 0,-1 0,1 0,0 0,1 0,-1 0,0 0,4-51,-3 49,59-232,-51 212,-9 23,0 0,0 0,0 0,0 1,0-1,1 0,-1 0,0 1,0-1,0 0,0 0,0 0,0 0,1 1,-1-1,0 0,0 0,0 0,0 0,1 0,-1 1,0-1,0 0,0 0,1 0,-1 0,0 0,0 0,0 0,1 0,-1 0,0 0,0 0,0 0,1 0,-1 0,0 0,0 0,1 0,-1 0,0 0,0 0,0 0,1 0,-1 0,0-1,0 1,0 0,1 0,-1 0,0 0,0 0,0-1,0 1,0 0,1 0,-1 0,0 0,0-1,0 1,0 0,0 0,0-1,0 1,0 0,0 0,0 0,0-1,6 23,-5-17,2 8,2 0,0 0,0-1,1 0,1 0,0 0,0-1,1 0,0-1,1 0,1 0,-1 0,2-2,-1 1,1-1,0-1,1 0,0 0,0-1,0-1,10 4,349 98,-318-75,-39-17</inkml:trace>
  <inkml:trace contextRef="#ctx0" brushRef="#br0" timeOffset="277.82">823 735,'23'-195,"-13"188,-6 28,2 112,-6-95,1-1,2 1,1-1,2 0,2 0,6 16,-14-51,0 1,1-1,0 0,-1 0,1 1,0-1,0 0,0 0,0 0,0 0,1 0,-1 0,1 0,-1-1,1 1,0 0,-1-1,1 1,0-1,0 0,0 0,0 0,0 0,0 0,1 0,-1 0,0 0,0-1,1 1,12-5</inkml:trace>
  <inkml:trace contextRef="#ctx0" brushRef="#br0" timeOffset="562.023">1224 348,'-9'2,"-3"4,5-1,10 0,12-1,10-1,1-1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50.0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608 599,'-8'49,"-12"-6,-3-1,0-1,-3-1,-1-1,-2-2,-2 0,-1-2,-2-2,-1-1,-26 17,34-26,-1-1,-1-1,-1-2,0-1,-5 0,34-17,-1 1,0-1,0 0,1 0,-1 0,0 0,0 0,0 0,0-1,0 1,0-1,0 1,0-1,0 0,0 1,0-1,-1 0,1-1,0 1,0 0,0-1,0 1,0-1,0 1,0-1,0 0,0 0,0 0,1 0,-1 0,0 0,1-1,-1 1,0-1,1 1,0-1,-1 1,1-1,0 0,-1-1,0-6,1-1,0 1,0 0,1-1,1 1,-1-1,1 1,1-1,0 1,3-9,-3 8,60-229,-61 235,-1 2,0 1,0 0,0-1,0 1,0 0,0 0,1-1,-1 1,0 0,1 0,-1-1,1 1,-1 0,1 0,-1 0,1 0,0 0,0 0,0 0,0 0,-1 0,1 0,0 0,0 1,1-1,-1 0,0 0,0 1,0-1,0 1,1 0,-1-1,0 1,0 0,1-1,-1 1,0 0,0 0,2 0,55 57,-40-35,18 21,2-2,2-2,1-1,2-2,2-2,1-2,45 23,-81-49,0-1,1-1,-1 0,1 0,0-1,1-1,-1 0,5 1,5-3</inkml:trace>
  <inkml:trace contextRef="#ctx0" brushRef="#br0" timeOffset="10641.079">943 1174,'-1'0,"1"0,-1-1,1 1,0 0,-1 0,1-1,0 1,-1 0,1 0,0-1,0 1,-1-1,1 1,0 0,0-1,-1 1,1 0,0-1,0 1,0-1,0 1,0-1,0 1,0 0,0-1,0 1,0-1,0 1,0-1,0 1,0 0,0-1,0 1,0-1,0 1,1 0,-1-1,0 1,0-1,0 1,1 0,-1-1,0 1,1 0,-1-1,0 1,1 0,-1 0,0-1,1 1,-1 0,0 0,1 0,-1-1,1 1,-1 0,1 0,-1 0,32-5,-29 4,10-1,1 1,-1 0,0 1,1 0,-1 1,1 0,-1 1,0 1,0 0,0 1,0 0,0 1,10 5,-20-8,-1 0,1 0,-1 0,0 0,0 1,1-1,-1 0,-1 1,1 0,0-1,-1 1,1 0,-1 0,0 0,0 0,0 0,0 0,-1 0,1 0,-1 0,0 0,0 1,0-1,0 0,0 0,-1 0,1 0,-1 0,0 0,0 0,0 0,0 0,-1 0,0 0,-63 91,-127 89,167-153,25-30,0 1,-1 0,1-1,0 1,0 0,0-1,0 1,0 0,0 0,0-1,0 1,0 0,0-1,0 1,0 0,0-1,1 1,-1 0,0-1,1 1,-1 0,0-1,1 1,-1-1,1 1,-1 0,0-1,1 0,0 1,-1-1,1 1,-1-1,1 1,0-1,-1 0,1 0,-1 1,1-1,0 0,-1 0,1 0,0 1,0-1,-1 0,1 0,0 0,-1 0,1-1,0 1,0 0,18 1,-1 0,1-1,0-1,0-1,-1-1,17-4,-3 1,239-47,-244 48</inkml:trace>
  <inkml:trace contextRef="#ctx0" brushRef="#br0" timeOffset="11938.266">1638 880,'-9'7,"-3"4,0 3,3 1,2 0,5-2,5-3,5-6,0-4</inkml:trace>
  <inkml:trace contextRef="#ctx0" brushRef="#br0" timeOffset="12322.744">1878 706,'36'-7,"33"-6,-1 2,1 3,45 2,-103 6,-1 0,0 1,0 1,0 0,0 0,0 0,-1 2,9 2,-15-4,0-1,0 1,0 0,0 0,0 0,0 1,-1-1,1 1,-1-1,1 1,-1 0,0 0,0 0,-1 0,1 0,0 0,-1 1,0-1,0 0,0 1,0-1,0 1,-1-1,0 1,1 0,-1 0,-3 10,1 1,-2-1,0 0,0-1,-2 1,0-1,0 0,-1 0,0 0,-1-1,-1-1,0 1,-1 0,-201 230,204-233,3-5,0 0,0 0,0 0,1 1,0-1,0 1,0 0,1 0,0 0,0 0,-1 5,3-9,0 1,0-1,0 1,1-1,-1 1,0 0,1-1,-1 0,1 1,0-1,0 1,-1-1,1 0,0 1,0-1,0 0,0 0,1 0,-1 0,0 0,0 0,1 0,-1 0,0 0,1-1,-1 1,1-1,-1 1,1-1,-1 1,1-1,0 0,0 0,25 5,1-2,-1 0,0-3,1 0,0-1,-1-2,0-1,5-2,-25 5,35-4,0-2,0-2,-1-2,-1-2,0-1,-1-2,29-17,-26 6</inkml:trace>
  <inkml:trace contextRef="#ctx0" brushRef="#br0" timeOffset="12696.262">2400 24,'20'-6,"1"1,0 1,0 0,1 2,-1 0,1 2,-1 0,0 2,1 0,0 1,-17-2,0-1,0 1,1 0,-1 0,0 1,0 0,-1 0,1 0,0 0,-1 1,1-1,-1 1,0 0,0 1,0-1,0 1,-1-1,1 1,-1 0,0 1,0-1,0 0,-1 1,0 0,0 0,0-1,0 1,-1 0,1 3,-4 9,0 0,-2 0,0-1,0 0,-2 0,0 0,-1 0,0-1,-2 0,1-1,-2 0,0 0,0-1,-9 8,19-21,-76 109,75-108,0 0,0 0,0 0,0 0,1 1,-1-1,0 0,1 0,-1 0,1 1,0-1,-1 0,1 0,0 1,0-1,-1 0,1 1,0-1,0 0,1 1,-1-1,0 0,0 0,1 1,-1-1,0 0,1 0,0 1,-1-1,1 0,0 0,-1 0,1 0,0 0,0 0,0 0,0 0,0 0,0-1,0 1,0 0,0 0,0-1,0 1,1-1,-1 1,0-1,0 0,1 1,0-1,17 3,0 0,0-2,0 0,0-1,0-1,18-3,-10 1,154-15,-98 9</inkml:trace>
  <inkml:trace contextRef="#ctx0" brushRef="#br0" timeOffset="13011.419">3068 1000,'18'9,"18"3,18-1,14-2,8-2,4-5,-3-5,-8-4,-12-4,-12-1,-14 0</inkml:trace>
  <inkml:trace contextRef="#ctx0" brushRef="#br0" timeOffset="13265.737">3429 840,'-12'18,"-3"15,1 11,2 7,6 4,9 2,10-2,8-6,4-7,-1-10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25.7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90 48,'-34'168,"-9"147,37-266,0 27,16-96,10-77,-5 0,1-54,4-34,-5 127,-15 58,1 0,0 0,0 0,-1 0,1 0,0 0,-1 0,1 0,0 0,-1 0,1 0,0 0,0 0,-1 1,1-1,-1 0,1 1,0-1,-1 0,1 1,0-1,-1 0,1 1,-1-1,1 1,-1-1,0 1,1 0,-1-1,1 1,-1-1,0 1,1 0,-1-1,0 1,0 0,0-1,1 1,-1 0,0-1,0 2,30 96,-28-84,2 1,0 0,0-1,1 0,1 0,0 0,6 8,-10-20,-1 0,0 0,1 0,-1 0,1-1,-1 1,1-1,0 1,-1-1,1 0,0 0,0 1,0-1,0 0,0-1,1 1,-1 0,0-1,0 1,0-1,1 0,-1 1,0-1,0 0,1-1,-1 1,0 0,0-1,1 1,-1-1,0 1,0-1,0 0,0 0,0 0,0 0,0-1,0 1,0 0,-1-1,1 1,0-1,0-1,15-16,-1 0,-1-1,-1 0,0-2,-2 1,0-2,-2 1,-1-1,0-1,3-16,-6 21,2 0,-3 21,-6 63,-9 298,9-350,1 1,0-1,1 0,0 0,1 0,1 0,0 0,0 0,2 0,-1-1,1 0,1 0,0 0,1-1,7 9,12 2</inkml:trace>
  <inkml:trace contextRef="#ctx0" brushRef="#br0" timeOffset="405.585">853 7,'-15'6,"1"-1,0 2,0 0,1 1,0 0,0 1,1 0,0 1,0 1,1-1,1 2,0 0,1 0,0 1,0 0,1 0,1 2,5-12,0 1,0-1,1 0,0 1,-1 0,1-1,1 1,-1-1,0 1,1 0,0 0,0-1,0 1,0 0,1-1,-1 1,1 0,0-1,0 1,1-1,-1 1,1-1,-1 1,1-1,0 0,0 0,0 0,1 0,-1 0,1-1,0 1,0-1,0 1,0-1,0 0,1 0,16 7,0 0,0-2,1 0,0-2,1 0,13 1,-14-3,0 1,-1 1,1 1,-1 0,0 2,-1 0,2 2,-18-9,-1 0,1 1,0-1,0 1,-1 0,1 0,-1 0,1 0,-1 0,0 0,0 1,0-1,0 1,0-1,-1 1,1 0,-1 0,0 0,0 0,0 0,0 0,0 0,0 0,-1 0,0 0,0 0,1 1,-2-1,1 0,0 0,-1 0,1 0,-1 0,0 0,0 0,-1 3,-9 8,-1 0,-1 0,1-2,-2 1,0-2,0 1,-1-2,-1 0,1-1,-2-1,1 0,-1-1,-5 1,-62 19,83-27,0 1,0-1,0 1,0-1,0 0,0 0,-1 1,1-1,0 0,0 0,0 0,0 0,0 0,0-1,-1 1,1 0,0 0,0-1,0 1,0-1,0 1,0-1,0 1,0-1,0 0,0 1,0-1,1 0,-1 0,0 0,0 0,1 1,-1-1,1 0,-1 0,1 0,-1 0,1-1,-1 1,1 0,0 0,0 0,-1 0,1 0,0 0,0 0,0-1,0 1,0 0,1 0,-1 0,0 0,0 0,1 0,-1 0,1 0,-1 0,1 0,-1 0,1 0,0-1,52-82,-17 39</inkml:trace>
  <inkml:trace contextRef="#ctx0" brushRef="#br0" timeOffset="1019.389">1147 194,'11'47,"-2"-1,-2 2,-3-1,-1 0,-2 1,-6 46,3-43,1-14,0-58,-5-124,1 95,3-1,2 0,2 0,9-48,-8 88,0 0,0 0,1 1,0-1,1 1,0 0,1 0,4-6,-8 14,-1-1,1 0,0 1,0 0,1-1,-1 1,0 0,1 0,-1 0,1 1,0-1,0 0,0 1,-1 0,1 0,0 0,0 0,1 0,-1 1,0-1,0 1,0 0,0 0,0 0,1 0,-1 0,0 1,0-1,0 1,0 0,0 0,1 1,0 0,-1 0,1 1,-1-1,0 1,0-1,0 1,0 0,0 1,-1-1,1 0,-1 1,0-1,0 1,0 0,0 0,-1-1,0 1,0 0,0 0,0 1,0-1,-1 2,-4 92,-1-82,0 1,-1-1,-1 0,0-1,-1 0,-1 0,0 0,-3 1,49-40,-32 20,1 0,0 0,0 1,0 0,0 0,0 0,1 1,-1 0,1 0,0 1,-1 0,1 0,0 0,0 1,0 0,-1 0,1 1,0 0,0 0,-1 1,1-1,-1 1,1 1,-1-1,0 1,0 1,0-1,0 1,0 0,-1 0,0 0,0 1,0 0,-1 0,-1 1,0 0,0 0,0 1,-1-1,0 0,0 1,0-1,-1 1,0 0,-1-1,1 1,-1 0,0 0,-1-1,0 1,0 0,0-1,-1 1,0-1,0 0,-1 1,0-1,0 0,0 0,-1-1,1 1,-2-1,1 1,0-1,-1-1,0 1,0-1,0 0,-1 0,-4 3,-5 2,0-1,0-1,0 0,-1-1,0 0,0-2,-1 0,1 0,-1-2,0 0,-11 0,26-2,0 0,0 1,0-1,0 0,-1 0,1 0,0-1,0 1,0 0,0-1,-1 1,1-1,0 0,0 0,0 0,0 0,1 0,-1 0,0 0,0-1,1 1,-1-1,1 1,-1-1,1 0,-1 1,1-1,0 0,0 0,-5-16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34.10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1363 466,'-17'52,"-2"0,-2-1,-3-1,-2-1,-2-2,-2 0,-10 9,0 2,-2-1,-3-3,-2-1,-16 10,-16-8,77-54,1 0,0-1,-1 1,1-1,-1 0,1 1,0-1,-1 0,1 0,-1 0,1 0,-1 0,1 0,-1 0,1 0,0-1,-1 1,1 0,-1-1,1 1,0-1,-1 0,1 1,0-1,0 0,0 0,-1 0,1 0,0 0,0 0,0 0,0 0,1 0,-1-1,0 1,0 0,0-1,-10-55,13 9,1 1,3-1,1 1,3 0,2-2,-12 48,20-52,-19 52,-1-1,1 1,0 0,0 0,0 0,1 0,-1 0,0 0,0 0,0 0,1 0,-1 1,0-1,1 1,-1-1,1 1,-1-1,1 1,-1 0,1-1,-1 1,1 0,-1 0,1 0,-1 0,1 0,-1 1,1-1,-1 0,1 1,-1-1,1 1,-1 0,2 0,11 7,0 1,0 0,-1 1,0 0,-1 1,0 1,4 5,0-1,3 3,47 48,2-3,4-3,32 18,-101-77,1 2,0-1,0 0,0 0,0 0,1 0,-1-1,1 0,0 0,-1 0,1-1,0 1,0-1,0 0,0-1,0 1,0-1,0 0,0 0,5-1,1-7</inkml:trace>
  <inkml:trace contextRef="#ctx0" brushRef="#br0" timeOffset="2713.01">1657 1068,'74'-16,"-64"14,62-5,-70 7,0 0,0 0,0 1,0-1,-1 0,1 1,0-1,0 1,0 0,0 0,-1 0,1 0,0 0,-1 0,1 0,-1 0,1 0,-1 1,0-1,1 1,-1-1,0 1,0-1,0 1,0 0,0 0,-1-1,1 1,0 0,-1 0,1 0,-1 0,0 0,0 0,0 5,-1-1,-1 1,1-1,-1 1,0-1,-1 0,1 1,-1-1,0-1,-1 1,1 0,-1-1,-1 0,1 1,-1-2,1 1,-1 0,-1-1,-2 2,-5 7,12-13,0 0,1 0,-1 0,1 0,-1 0,1 1,-1-1,0 0,1 0,-1 1,1-1,-1 0,1 1,-1-1,1 0,0 1,-1-1,1 1,-1-1,1 1,0-1,0 1,-1-1,1 1,0-1,0 1,-1-1,1 1,0-1,0 1,0 0,0-1,0 1,0-1,0 1,0 0,0-1,0 1,0-1,0 1,0-1,1 1,-1 0,0-1,0 1,1-1,-1 1,0-1,1 1,-1-1,0 0,1 1,-1-1,1 1,-1-1,1 0,-1 1,1-1,-1 0,1 1,-1-1,1 0,-1 0,1 0,0 0,75-1,-68 0,1-1,0 1,0 0,0 1,0 0,0 1,0-1,0 2,-1-1,1 1,0 1,-1 0,1 0,-1 0,0 1,0 0,-1 1,1 0,-1 0,4 4,-9-7,0 0,0 1,0 0,0-1,0 1,-1 0,0 0,1 0,-1 0,0 0,0 0,-1 0,1 0,0 1,-1-1,0 0,0 0,0 1,0-1,-1 0,1 0,-1 0,0 0,0 1,0-1,0 0,0 0,-1-1,1 1,-1 0,-4 7,-1-1,0 0,0-1,-1 0,0 0,-1 0,1-1,-3 1,-15 9,0 0,-1-1,-1-2,0-1,-1-1,-8 1,13-11,29-21,10 0</inkml:trace>
  <inkml:trace contextRef="#ctx0" brushRef="#br0" timeOffset="3235.46">2928 547,'-4'-1,"0"1,1 1,-1-1,1 0,-1 1,1 0,-1 0,1 0,-1 0,1 1,0-1,0 1,-1 0,1 0,1 0,-1 0,0 0,0 1,1-1,-1 1,0 2,-3 0,-47 47,2 3,-27 40,24-28,4-6,7-7,-3-2,-31 27,75-76,-1 0,0 0,0 0,0 0,0 0,0-1,0 1,-1-1,1 0,-1 0,0 0,1 0,-1-1,0 0,0 1,0-1,0-1,0 1,0-1,-1 1,1-1,0 0,0-1,0 1,0-1,0 0,0 0,0 0,0 0,0-1,0 1,1-1,-1 0,0 0,1-1,0 1,-1-1,1 1,0-1,0 0,1 0,-1-1,-2-7,0 0,1 0,1-1,-1 1,2-1,0 0,0 0,1 0,1 0,0 0,0 0,1 1,1-1,0 0,1 0,0 0,0 3,0 0,0 0,1 0,0 1,1-1,0 1,0 0,1 0,0 1,3-4,-6 9,-1 0,0-1,1 1,-1 1,1-1,-1 0,1 1,0-1,0 1,0 0,0 0,0 0,0 0,0 0,0 1,0-1,0 1,1 0,-1 0,0 0,0 1,0-1,0 1,0 0,0-1,0 1,0 0,0 1,0-1,0 1,0-1,2 3,11 9,0 1,-1 1,0 0,-1 1,-1 0,0 1,0 4,8 7,8 13,2-2,1-1,2-2,2-1,1-2,25 17,15 0,-70-48</inkml:trace>
  <inkml:trace contextRef="#ctx0" brushRef="#br0" timeOffset="3576.129">3022 1028,'21'-14,"1"2,1 0,0 2,0 0,1 2,0 0,1 2,9-1,-32 6,-1 1,1-1,-1 1,1-1,0 1,0-1,-1 1,1 0,0 0,-1 0,1 0,0 0,-1 1,1-1,0 0,-1 1,1-1,0 1,-1 0,1-1,-1 1,1 0,-1 0,1 0,-1 0,0 0,1 0,-1 1,0-1,0 0,0 1,0-1,0 0,0 1,0 0,-1-1,1 1,-1-1,1 1,-1 0,1-1,-1 1,0 1,-1 7,-1 0,-1 0,0 0,0-1,-1 1,0-1,-1 0,0 0,0 0,-1-1,0 1,-1 0,3-4,-141 189,143-190,0-3,0 0,1 1,-1-1,1 1,-1 0,1-1,0 1,0 0,0 0,0 0,0 0,0 0,0 0,1 0,-1 0,1 0,-1 0,1 0,0 0,0 1,0-1,0 0,0 0,0 0,1 0,-1 0,1 0,0 1,-1-1,1 0,0-1,0 1,0 0,1 1,3-1,0 0,0 0,1 0,-1-1,1 0,-1 0,1 0,-1-1,1 1,-1-1,1-1,3 0,47-5,-1-2,0-3,-1-2,43-17,-61 19,80-25,-8 2</inkml:trace>
  <inkml:trace contextRef="#ctx0" brushRef="#br1" timeOffset="50689.017">0 293,'101'398,"-73"-193,-8 2,-9 17,2 12,-11-208,-1 7,1 0,1 0,3-1,0 0,2 0,2 0,1-1,5 9,-13-36,0 0,1 0,-1-1,1 0,1 1,-1-1,1-1,-1 1,1-1,1 1,-1-2,1 1,-1 0,1-1,0 0,0-1,0 1,1-1,-1 0,0-1,1 1,0-1,-1-1,1 1,0-1,-1 0,1-1,-1 1,1-1,3-2,123-50,-60 20,-23 16,1 2,0 2,1 2,0 3,0 2,1 2,0 2,-1 3,1 2,0 2,-1 3,0 2,33 12,83 26,-94-24,1-3,1-4,10-2,-81-14,0 0,0 0,1 0,-1-1,0 0,0 0,1-1,-1 1,0-1,1 0,-1-1,0 1,0-1,0 0,0 0,-1 0,1-1,0 0,-1 0,0 0,0 0,0-1,0 1,3-5,2-8,-1-1,-1 0,0-1,-1 0,-1 0,0 0,-2 0,0-1,-1 1,-1-1,0 0,-2 0,0 1,-1-1,-3-9,5 27,-61-461,24 224,-9 3,-51-139,90 346,-1 0,-2 1,-1 0,-1 1,-1 0,-1 1,-2 0,0 2,-1 0,-2 0,-3-1,16 18,-1 1,0 0,0 1,-1 0,1 0,-1 0,0 1,0 0,0 1,0 0,0 0,-1 0,1 1,-1 1,1-1,-1 1,-7 2,-10 2,0 1,1 1,-1 1,2 2,-4 1,-7 1,-1-2,0-2,0-2,-1 0,0-3,1-1,-13-2,15 1,-57 8,0 5,0 3,1 5,2 3,0 4,2 4,-37 21,3-5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22.4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88,'-20'367,"13"-127,7-236,0-1,0 1,0-1,0 1,0-1,1 1,0-1,-1 1,1-1,0 0,1 1,-1-1,1 0,-1 0,1 0,0 0,0 0,0-1,1 1,-1 0,0-1,1 0,0 1,0-1,-1 0,1 0,1-1,1 2,10-1,-1 0,0-1,1 0,-1-2,1 1,-1-2,1 0,-1-1,0 0,0-1,0 0,-1-1,9-5,-22 10,223-91,-183 76</inkml:trace>
  <inkml:trace contextRef="#ctx0" brushRef="#br0" timeOffset="434.837">923 114,'-148'17,"140"-15,0 0,0 1,0 0,0 1,0-1,1 1,-1 1,1 0,0 0,1 0,-1 1,1-1,0 2,0-1,1 1,-1 1,5-6,-1 0,1 1,0-1,0 0,0 0,0 1,0-1,1 1,-1-1,1 1,0-1,0 1,-1-1,2 1,-1-1,0 1,0-1,1 0,-1 1,1-1,0 1,0-1,0 0,0 1,0-1,0 0,1 0,-1 0,1 0,-1 0,1 0,0-1,0 1,0 0,0-1,0 1,0-1,0 0,1 1,18 9,-1-1,2-1,-1-1,1-1,23 5,-28-9,-1 1,1 1,0 1,-1 0,0 1,-1 1,0 0,0 1,0 1,-1 0,3 4,-14-11,1 0,-1 1,0 0,0-1,0 1,-1 0,1 1,-1-1,0 0,0 1,-1-1,1 1,-1 0,0-1,0 1,0 0,-1 0,0-1,0 1,0 0,0 0,-1 0,0-1,0 1,0 0,-1-1,1 1,-1-1,0 1,0-1,-1 0,1 0,-1 0,0 0,0 0,0-1,-1 1,1-1,-4 2,-6 5,-1-1,1 0,-2-1,1-1,-1 0,0-1,-1-1,1 0,-1-1,0-1,0 0,0-2,0 1,-1-2,-9-1,26 2,-1-1,0 0,0 1,0-1,1 0,-1 0,0 0,0 0,0 1,0-1,1 0,-1-1,0 1,0 0,0 0,0 0,1 0,-1-1,0 1,0 0,0-1,1 1,-1-1,0 1,1-1,-1 1,0-1,1 1,-1-1,1 0,-1 1,1-1,-1 0,1 1,-1-1,1 0,0 0,-1 1,1-1,0 0,0 0,-1 0,1 0,0 1,0-1,0 0,0 0,0 0,8-12</inkml:trace>
  <inkml:trace contextRef="#ctx0" brushRef="#br0" timeOffset="1031.318">1244 288,'-27'412,"30"-572,5 70,4 0,4 0,15-39,-28 116,0 0,1 0,1 1,0 0,0 0,1 0,1 1,0-1,6-6,-12 17,-1 0,1 1,0-1,0 0,-1 0,1 0,0 0,0 1,0-1,0 0,0 1,0-1,0 1,1-1,-1 1,0-1,0 1,0 0,0 0,1 0,-1-1,0 1,0 0,0 0,1 1,-1-1,0 0,0 0,0 1,0-1,1 0,-1 1,0-1,0 1,0-1,0 1,0 0,0 0,0-1,0 1,-1 0,1 0,0 0,0 0,-1 0,1 0,0 0,-1 0,1 0,-1 0,0 0,1 0,-1 1,0-1,1 0,-1 0,0 0,0 0,0 1,0 0,3 17,0 1,-1-1,-1 1,-1 0,-1 0,-1 0,0-1,-1 1,-2-1,0 1,0-1,-2-1,-1 1,0-1,-1-1,-1 1,-10 12,-3 8,24-37,0 0,1-1,-1 1,0-1,1 1,-1-1,0 0,1 1,-1-1,1 0,-1 0,0 0,1 0,-1 0,1 0,-1-1,1 1,-1 0,0-1,1 1,-1-1,0 1,0-1,1 0,-1 1,0-1,0 0,0 0,0 0,0 0,2 0,12-8,1 2,-1 0,2 0,-1 1,1 1,0 1,0 1,0 0,1 1,-1 1,0 0,1 2,-1 0,1 0,-1 2,7 2,-21-4,0 0,0 1,0-1,-1 1,1-1,0 1,-1 0,1 0,-1 1,0-1,0 0,0 1,0-1,0 1,0 0,-1-1,1 1,-1 0,1 0,-1 0,0 0,-1 0,1 0,0 1,-1-1,0 0,0 0,0 0,0 1,0-1,0 0,-1 0,0 0,0 0,0 0,0 0,0 0,0 0,-1 0,1 0,-1-1,0 1,0 0,-2 1,-10 12,-2-1,0-1,-1-1,0 0,-1-1,0 0,-1-2,0 0,-1-2,0 0,-16 4,-151 31,97-32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4:39.31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1957 439,'-3'45,"-3"1,-1-1,-2 0,-2-1,-3 0,-1-1,-2 0,-1-2,-3 0,-1-1,-17 22,23-36,0-1,-2-1,0 0,-2-1,-1-1,0-1,-9 6,26-24,1 0,-1 0,0 0,0-1,-1 1,1-1,0 0,-1 0,1-1,-1 1,1-1,-1 0,0 0,0-1,1 1,-1-1,0 0,0-1,0 1,1-1,-1 0,0 0,1 0,-1 0,0-1,1 0,-4-2,-2-4,0-1,0 0,1 0,0-1,0 0,1-1,1 0,0 0,0-1,1 1,1-1,0-1,0 1,1-1,-1-11,4 22,0 1,0-1,1 1,-1-1,1 1,-1-1,1 0,-1 1,1-1,0 0,0 1,0-1,0 0,0 1,0-1,1 0,-1 1,0-1,1 0,-1 1,1-1,0 1,0-1,-1 1,1-1,0 1,0 0,0-1,0 1,1 0,-1 0,0 0,1 0,-1 0,0 0,1 0,-1 0,1 0,1 0,9 1,1-1,-1 2,0 0,1 0,-1 1,0 1,0 0,0 1,-1 0,1 0,9 7,-10-7,26 10,-1 2,-1 1,0 2,-2 1,0 2,-1 1,-1 2,11 12,-15-7,-23-23,0-1,0 0,0-1,1 1,0-1,0 0,0 0,1 0,0-1,-1 0,2 0,-1 0,0-1,1 0,-1 0,1 0,0-1,0 0,0-1,0 0,0 0,1 0,-1-1,0 0,6 0,19-13,-28 10,0 1,-1 0,1 0,0 0,0 0,0 1,1-1,-1 1,0 0,0 0,1 1,-1-1,1 1,-1 0,0 0,1 1,-1-1,0 1,1 0,-1 0,0 0,0 1,0 0,0-1,3 3,26 28,-26-24,0 1,1-1,-1 0,2 0,-1-1,1 0,0-1,0 0,1 0,0-1,0 0,0-1,0 0,1 0,0-1,0-1,-1 0,2 0,-1-1,0 0,7-2,-13 0,0-1,0 0,-1 0,1 0,0-1,-1 1,1-1,-1 0,0-1,0 1,0-1,-1 0,1 0,-1 0,0 0,0 0,0-1,-1 1,1-1,-1 0,0 0,0 0,-1 0,0 0,0 0,1-4,-1-2,1 0,-1 0,-1 1,0-1,0 0,-1 0,-1 0,0 0,0 1,-1-1,0 1,-4-7,5 12,0 0,-1 0,1 1,-1-1,0 1,-1 0,1 0,-1 0,0 0,0 1,0-1,0 1,-1 0,1 1,-1-1,0 1,1-1,-1 1,0 1,-1-1,1 1,0 0,0 0,-1 0,1 1,0 0,0 0,-1 0,1 1,0 0,-2 0,-8 5,1 1,0 0,1 1,0 0,0 1,0 0,1 1,1 1,0 0,0 0,1 1,0 1,1 0,1 0,0 0,1 1,0 0,1 1,-2 7,5-14,1 1,-1-1,1 1,1 0,-1 0,1 0,1-1,0 1,0 0,1 0,0 0,1 0,-1 0,2-1,-1 1,1-1,2 3,16 25</inkml:trace>
  <inkml:trace contextRef="#ctx0" brushRef="#br0" timeOffset="-1116.463">688 625,'-9'0,"0"1,0-1,0 1,0 1,1-1,-1 2,1-1,-1 1,1 0,0 1,0 0,0 0,0 1,1 0,0 0,0 1,0 0,1 0,-1 0,2 1,-2 1,-100 159,53-75,28-49,-2 0,-1-2,-3-2,-1 0,-2-2,-27 21,14-29,47-28,-1-1,1 1,0-1,-1 0,1 1,0-1,-1 0,1 0,-1 0,1 0,-1 0,1 0,0 0,-1 0,1-1,-1 1,1 0,0-1,-1 1,1-1,0 0,0 1,-1-1,1 0,0 0,0 0,0 0,0 0,0 0,0 0,0 0,0 0,1 0,-1-1,0 0,-3-9,0 0,1-1,1 0,0 0,0 0,1 0,1 0,0 0,1-6,0-1,4-123,-5 141,1-1,-1 1,0-1,0 1,1-1,-1 1,0-1,1 1,0 0,-1-1,1 1,0 0,0-1,-1 1,1 0,0 0,0 0,1 0,-1 0,0 0,0 0,0 0,1 0,-1 0,0 1,1-1,-1 0,1 1,-1-1,0 1,1 0,-1-1,1 1,-1 0,1 0,0 0,-1 0,1 0,-1 1,1-1,-1 0,0 1,1-1,-1 1,1-1,-1 1,2 0,21 11,1 1,-2 1,1 1,-2 0,0 2,-1 1,1 2,-7-6,50 42,-29-21,2-3,1-1,2-2,1-1,19 7,3-12,-38-18</inkml:trace>
  <inkml:trace contextRef="#ctx0" brushRef="#br0" timeOffset="-864.727">862 1227,'-3'-21,"0"-13,0-5,1-1,0 4,1 13,0 17,3 21,2 17,-1 14,-1 12,0 1,-1 1,2-4,5-6,5-10,6-11,-1-11</inkml:trace>
  <inkml:trace contextRef="#ctx0" brushRef="#br1" timeOffset="42463.34">1356 492,'-2'1,"-1"0,1 0,0 0,0 1,0-1,0 1,0-1,1 1,-1-1,0 1,1 0,-1 0,1 0,-1 0,1 0,0 0,0 1,0-1,0 0,0 0,1 1,-1-1,1 1,0-1,-1 0,1 1,0-1,0 1,1-1,-1 1,0-1,1 1,21 293,15 291,-36-570,2 89,4-1,6 1,9 29,-21-126,1 0,1 1,-1-1,1 0,1 0,-1-1,2 1,-1-1,1 0,0 0,1 0,0-1,-4-5,1-1,-1 0,0 0,1 0,-1-1,1 1,-1-1,1 1,0-1,-1 0,1 0,-1 0,1 0,0 0,-1-1,1 1,-1-1,1 0,-1 1,1-1,-1 0,0-1,1 1,-1 0,0-1,0 1,2-2,5-2,23-10,1 1,1 2,0 1,1 1,0 3,0 0,1 3,21-1,133 1,59 10,-135 2,0-6,-1-5,1-4,-1-6,46-13,-151 24,-4 2,0 0,1-1,-1 1,0-1,0 0,0 0,0 0,0 0,0-1,0 0,0 0,-1 0,1 0,-1 0,1-1,-1 1,0-1,0 0,0 0,0-1,-1 1,1 0,-1-1,0 1,0-1,0 0,0 0,-1 0,0 0,0 0,-17-223,-87-628,84 723,-6 1,-6 1,-11-18,-15 24,54 119,0 0,0 1,0 0,0 0,-1 0,0 0,0 0,0 1,0-1,-1 1,1 0,-1 1,0-1,0 1,0 0,0 0,0 1,0-1,-1 1,1 0,0 0,-1 1,-3 0,-5 2,0 0,1 2,-1 0,1 0,0 1,0 1,1 0,-5 3,-78 30,60-34,0-1,0-1,0-2,-9-2,8 1,-17 0,-41-2,0 5,0 3,-74 17,99-7,0 4,1 2,2 3,1 3,0 3,3 3,1 3,-1 3,18-5,17-10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29.8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267 442,'-8'-10,"-1"1,1 0,-1 0,-1 1,0 0,0 1,0 0,-1 1,0 0,0 0,-1 1,1 1,-3-1,10 5,0-1,0 1,0 0,1 0,-1 0,0 1,0-1,0 1,0 0,1 0,-1 0,0 1,1-1,-1 1,1 0,0 0,0 0,-1 0,1 1,0-1,1 1,-1 0,0 0,1 0,0 0,0 0,0 0,0 1,0-1,0 1,1-1,0 2,-4 7,1 0,0 0,1 0,1 1,0-1,0 1,1 0,1-1,1 6,-1-12,0 1,0-1,1 0,0 1,0-1,1 0,-1 0,2 0,-1 0,0 0,1 0,0-1,1 1,-1-1,1 0,0 0,0 0,1-1,-1 1,1-1,0 0,0 0,0-1,1 0,-1 0,1 0,0 0,5 1,0-4,1-1,-1 0,0 0,1-1,-1 0,0-1,0-1,0 1,-1-2,1 0,-1 0,0 0,-1-2,1 1,-1-1,0 0,-1-1,0 0,7-8,-1 2,-1 0,0-1,-1 0,-1-1,0 0,-1-1,-1 0,-1-1,0 1,-1-2,-1 1,-1-1,-1 0,0 0,-1 0,-1 0,-1-1,-1 1,-1-1,0 1,-2 0,0 0,-1-1,-1 2,0-1,-2 1,0 0,-1 0,-6-9,13 25,1 0,-1 0,0 0,0 0,-1 0,1 0,0 0,-1 0,1 0,-1 0,0 1,1-1,-1 1,0-1,0 1,0 0,0 0,0 0,0 0,0 0,-1 0,1 0,0 1,0-1,-1 1,1 0,0-1,-1 1,1 0,0 1,-1-1,1 0,0 1,-1-1,1 1,0-1,0 1,-1 0,1 1,-5 5,1 1,0-1,0 2,1-1,0 1,0-1,1 2,1-1,-1 0,1 1,1-1,0 1,0 0,0 5,-5 21,1 0,1 1,2-1,2 1,1 0,2-1,2 1,1-1,2 0,1 0,2 0,9 19,-15-45,1 0,0 0,0-1,1 0,0 0,1 0,0-1,0 0,1 0,0-1,0 0,0-1,1 1,0-2,1 1,-1-1,1-1,0 0,0 0,1-1,-1 0,11 1,-5-3,0-1,0-1,0 0,-1-2,1 0,0 0,-1-1,0-1,1-1,-2 0,1-1,-1 0,0-1,-1-1,0 0,0-1,-1 0,0-1,-1-1,0 1,-1-2,0 1,-1-2,-1 1,0-1,0 0,-2-1,0 0,0 0,-1 0,-1 0,-1-1,0 0,-1 0,-1-4,0 10,-2 0,1 0,-1 0,-1 1,0-1,0 0,-1 1,0-1,-4-8,7 18,0 1,0-1,0 0,0 0,0 1,-1-1,1 0,0 1,0-1,0 0,0 1,0-1,0 0,-1 0,1 1,0-1,0 0,0 0,-1 1,1-1,0 0,0 0,-1 0,1 1,0-1,-1 0,1 0,0 0,0 0,-1 0,1 0,0 0,-1 0,1 0,0 1,-1-1,1 0,0 0,-1-1,1 1,0 0,0 0,-1 0,1 0,0 0,-1 0,1 0,0 0,-1-1,1 1,0 0,0 0,-1 0,1-1,0 1,0 0,0 0,-1-1,1 1,0 0,0 0,0-1,0 1,0 0,-1-1,-4 29,4-12,0-1,1 0,1 1,0-1,1 0,1 0,0 0,1 0,1 0,0-1,1 0,0 0,-2-7,0 0,0 0,0-1,1 1,0-1,0 0,1 0,0-1,-1 0,2 0,-1 0,1-1,-1 0,1 0,1-1,-1 1,0-2,1 1,-1-1,1 0,0-1,0 1,-1-2,2 1,3-1,-1-1,0 0,0 0,0-1,0-1,-1 1,1-2,-1 0,0 0,1-1,-2 0,1 0,-1-1,0-1,0 0,0 0,-1 0,0-1,0-1,3-4,0-1,0-1,-1 0,-1 0,-1 0,0-1,-1-1,-1 1,0-1,-1 0,1-11,2-28,-2 210,6-1,8-1,37 147,31 89,-89-380,-5-26,-31-120,-12-114,41 211,6 28,-19-99,5-1,0-83,30 98,-13 94,1 1,-1 0,0 0,1 1,0-1,0 0,0 0,0 1,0-1,1 1,-1 0,1 0,-1 0,1 0,0 0,0 0,0 1,0-1,0 1,0 0,0 0,0 0,1 0,-1 1,0-1,0 1,2 0,8 1,0 1,-1 0,1 1,-1 1,0 0,0 0,0 1,0 1,-1 0,0 1,0 0,0 0,-1 1,0 1,-1-1,0 2,0-1,-1 1,2 4,-5-8,0 1,-1 0,0 0,-1 0,1 0,-1 0,-1 1,1-1,-1 1,0-1,-1 1,0 0,0 0,-1 0,0 0,0 0,-1 0,0 0,0-1,-1 1,0 0,-1-1,1 1,-1-1,-1 0,1 0,-1 0,-1 0,1-1,-1 1,-3 2,1 0,-2 0,1-1,-1 0,0 0,-1-1,0-1,0 1,0-2,-1 1,0-2,0 1,0-1,-1-1,1 0,-8 0,-4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30.6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1 659,'101'-147,"-73"112,-2-1,-1-2,-2 0,-1-1,-3-1,-1-1,-1-1,1-14,-16 50,0-1,0 0,0 1,-1-1,0 0,-1 0,1 0,-1 0,0 0,-1 0,0 0,0 0,-1 1,1-1,-1 0,-1 1,1-1,-4-4,4 9,0 1,-1-1,1 1,-1 0,0 0,1 0,-1 0,0 0,1 0,-1 1,0-1,0 1,0 0,1 0,-1 0,0 0,0 0,0 1,0-1,1 1,-1 0,0 0,1 0,-1 0,0 0,1 1,0-1,-1 1,1-1,0 1,0 0,0 0,0 0,0 0,0 1,-1 1,-14 16,1 1,1 0,1 1,1 1,1 0,0 1,2 1,1-1,1 1,2 1,0-1,1 1,2 0,0 14,0-16,2 1,1-1,1 0,1 1,1-1,1 0,1-1,3 8,-5-20,0-1,1-1,1 1,-1 0,2-1,-1 0,1 0,1-1,-1 0,1 0,1 0,-1-1,1 0,1 0,-1-1,1 0,0-1,1 0,-1 0,1-1,4 1,1-1,-1-1,1 0,-1-1,1-1,0 0,-1-1,1-1,0 0,-1-1,1 0,-1-1,1-1,4-2,7-3,0-2,-1 0,0-2,-1 0,0-2,-1-1,3-4,-13 11,0-1,-1 0,0-1,-1-1,0 0,-1 0,0-1,-1 0,-1-1,0 0,-1 0,0 0,2-10,-8 21,0 1,-1-1,0 1,1-1,-1 0,0 1,0-1,0 1,-1-1,1 0,-1 1,1-1,-1 1,0-1,0 1,0 0,0-1,0 1,-1 0,1 0,-1 0,1 0,-1 0,0 0,0 0,0 0,0 1,0-1,0 1,0-1,0 1,-1 0,1 0,-1 0,1 0,-1 0,1 1,-1-1,1 1,-1 0,1 0,-1 0,0 0,1 0,-3 0,-7 3,0 1,1 0,-1 1,1 0,0 0,0 1,1 1,-1 0,2 0,-1 1,1 0,0 1,0 0,1 0,1 1,0 0,0 0,0 1,2 0,-1 0,1 0,0 2,3-10,0 0,1 0,-1 0,0 0,1 1,0-1,-1 0,1 1,1-1,-1 1,0-1,1 1,0-1,0 1,0-1,0 1,0-1,1 1,0-1,-1 1,1-1,1 1,-1-1,0 0,1 0,0 0,-1 0,1 0,1 0,-1 0,0 0,1-1,-1 1,4 1,1-2,1-1,0 0,0-1,0 0,0 0,0-1,0 0,0 0,0-1,-1 1,1-2,-1 1,1-1,-1-1,0 1,0-1,0 0,0-1,3-3,4-1,0-1,-1 0,0 0,-1-2,0 1,-1-2,0 1,-1-1,0-1,-1 0,-1 0,0-1,-1 0,3-11,-7 11,-7 22,-8 26,6-13,0 0,2 0,0 1,1-1,2 1,0 10,1-25,0 1,1-1,0 1,0-1,0 1,1-1,0 0,0 0,1 0,-1 0,2 0,-1 0,0-1,1 1,0-1,0 0,1-1,-1 1,1-1,0 1,1-1,4 2,3 1,0-1,1-1,0-1,-1 0,2 0,-1-1,0-1,0-1,5 0,61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28.1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349 535,'-9'-5,"0"0,0 0,0 1,0 0,-1 1,1 0,-1 1,0 0,0 0,0 1,0 0,0 1,0 0,0 1,0 0,0 0,0 1,0 0,1 1,-1 0,1 1,-1 0,1 0,1 1,-1 0,1 1,-1 0,1 0,1 1,-1 0,1 0,1 0,0 1,1-1,0 1,0 0,1 1,0-1,0 1,1 0,0-1,1 1,0 1,0-1,1 0,0 0,1 1,0-1,0 0,1 1,0-1,1 2,-1-8,0 0,0-1,1 0,-1 1,0-1,1 0,0 0,-1 1,1-1,0-1,0 1,0 0,1 0,-1-1,0 1,1-1,-1 0,0 0,1 1,0-2,-1 1,1 0,-1 0,1-1,0 0,0 1,-1-1,1 0,0-1,-1 1,2 0,4-1,0-1,0 0,0 0,0-1,-1 0,1 0,-1-1,0 1,6-5,5-4,-1-1,-1-1,0 0,0-1,-2 0,0-2,-1 1,0-2,-1 1,-1-2,-1 0,7-17,-13-3,-5 38,1 1,0 0,0 0,0-1,-1 1,1 0,0 0,0-1,-1 1,1 0,0 0,0 0,-1 0,1-1,0 1,-1 0,1 0,0 0,-1 0,1 0,0 0,-1 0,1 0,0 0,-1 0,1 0,0 0,-1 0,1 0,0 0,0 0,-1 1,1-1,0 0,-1 0,1 0,0 0,0 1,-1-1,1 0,0 0,0 0,-1 1,1-1,0 0,0 0,0 1,0-1,-1 0,1 1,0-1,0 0,0 1,0-1,0 0,0 1,0-1,0 0,0 0,0 1,0-1,0 0,0 1,-4 11,0 1,0 0,2 0,0 0,0 0,1 0,1 0,0 0,1 1,0-1,3 11,-2-13,0 1,1 0,1-1,0 0,0 0,1 0,1 0,0-1,0 1,1-2,0 1,6 5,-9-10,1-1,0 0,0 0,0 0,0-1,0 1,1-1,0-1,0 1,-1-1,1 0,0 0,1 0,-1-1,0 0,0-1,1 1,-1-1,0 0,1-1,-1 1,0-1,1 0,2-2,44-19,-7-7</inkml:trace>
  <inkml:trace contextRef="#ctx0" brushRef="#br0" timeOffset="246.72">750 0,'18'26,"13"23,8 26,-1 26,-6 25,-13 23,-17 16,-21 7,-15-6,-6-17,2-33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2.1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1 441,'2'0,"6"0,10-2,11-3,15-6,15-4,14-3,8-1,1 4,-1 3,-8 5,-10 3,-12 4,-16 5,-14 2</inkml:trace>
  <inkml:trace contextRef="#ctx0" brushRef="#br0" timeOffset="250.928">202 642,'16'3,"16"-1,17-1,11-4,7-4,1 0,-2-2,-5 2,-7 1,-9 1,-14 3</inkml:trace>
  <inkml:trace contextRef="#ctx0" brushRef="#br0" timeOffset="578.644">749 1,'0'5,"0"0,1 0,-1 0,1 0,0 0,0 0,0-1,1 1,-1 0,1 0,0-1,1 1,-1-1,1 0,0 0,0 0,0 0,1 0,-1 0,1-1,0 0,0 0,0 0,3 1,110 55,-22-26,-69-27,-1 2,0 0,-1 2,0 0,-1 2,0 0,0 2,-1 1,-1 0,-1 2,0 0,3 5,-18-14,0 0,0 0,-1 0,0 1,-1-1,0 1,0 0,0 0,-1 0,-1 0,0 1,0-1,-1 0,0 1,0-1,-1 0,0 1,-1-1,0 0,0 0,-1 0,-1 0,1-1,-1 1,-1-1,0 2,-22 33,-1-2,-2-1,-2-1,-2-2,-1-1,-1-2,-16 10,5-6,10-9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4.8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290 412,'-19'-8,"-95"-30,109 37,0 1,1 0,-1-1,0 2,0-1,1 1,-1-1,0 1,1 1,-1-1,1 0,-1 1,1 0,0 0,0 1,0-1,0 1,0 0,0 0,1 0,-1 0,1 1,-2 2,-1 2,0-1,1 1,0 0,0 0,1 0,0 1,0 0,1 0,0 0,1 0,0 0,0 0,1 1,0-1,1 1,0-1,1 0,0 1,0-1,1 0,0 1,0-1,1 0,3 6,-4-12,1 0,-1 0,1 0,0 0,0-1,0 1,0-1,0 1,1-1,-1 0,1-1,-1 1,1 0,0-1,0 0,-1 0,1 0,0 0,0-1,0 0,0 1,0-1,0-1,0 1,0-1,0 1,0-1,0 0,-1 0,1-1,0 1,1-2,7-2,1-2,-1 1,-1-2,1 0,-1 0,0-1,-1 0,8-9,0-5,-1-1,-1 0,-1-1,-1-1,-1-1,-1 0,-1 0,-2-1,-1-1,-1 1,-2-1,0 0,-2 0,-2-1,0 1,-2-1,-3-12,-9-37,13 79,0 0,0 1,-1-1,1 1,0-1,0 0,0 1,0-1,-1 0,1 1,0-1,0 0,-1 1,1-1,0 0,-1 1,1-1,0 0,-1 0,1 1,0-1,-1 0,1 0,0 0,-1 1,1-1,-1 0,1 0,0 0,-1 0,1 0,-1 0,1 0,-1 0,1 0,0 0,-1 0,1 0,-1 0,1-1,0 1,-1 0,1 0,-1 0,1 0,0-1,-1 1,1 0,0 0,-1-1,1 1,0 0,0-1,-1 1,1 0,0-1,0 1,0 0,-1-1,1 1,0-1,-8 27,1 1,2 0,0 0,2 0,1 0,1 19,0-17,-2 6,1 1,1 0,2-1,2 1,1-1,2 0,2 0,1 0,5 11,-13-41,1 0,0-1,0 1,1 0,-1-1,1 1,0-1,0 0,1 0,-1 0,1 0,0 0,0-1,0 0,0 0,1 0,-1 0,1-1,-1 1,1-1,0-1,0 1,0-1,0 1,1-1,-1-1,0 1,0-1,1 0,-1 0,0-1,0 1,0-1,1 0,-1-1,0 1,0-1,3-1,3-4,-1 0,0-1,0 0,0 0,-1-1,-1-1,1 1,-2-1,1 0,-1-1,-1 0,0 0,0-1,-1 1,-1-1,0 0,0-1,-2 1,1-5,-5-10,2 27,0 0,0-1,0 1,0-1,0 1,0 0,0-1,0 1,-1 0,1 0,0-1,0 1,0 0,-1-1,1 1,0 0,0 0,-1-1,1 1,0 0,0 0,-1 0,1-1,0 1,-1 0,1 0,0 0,-1 0,1 0,0 0,-1-1,1 1,0 0,-1 0,1 0,-1 0,1 0,0 1,-1-1,1 0,0 0,-1 0,1 0,0 0,-1 0,1 0,0 1,-1-1,1 0,0 0,0 1,-1-1,1 0,0 0,0 1,-1-1,1 0,0 0,0 1,0-1,0 0,-1 1,1-1,0 0,0 1,0-1,0 1,-4 6,0 1,0 0,1 0,0 0,0 0,1 1,0-1,1 1,0-1,0 1,1 0,0-1,0 1,1 0,1 7,1-10,-1-1,0 1,1-1,0 1,0-1,1 0,0 0,0 0,0-1,0 0,0 1,1-1,0-1,0 1,0-1,0 0,1 0,-1 0,1-1,0 0,0 0,-1 0,3 0,48 12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5.5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157 593,'13'-55,"-2"0,-3 0,-2-1,-3 1,-1-1,-5-22,3 73,0-16,0-1,-2 1,0 0,-2 0,-4-18,8 37,0 1,0 0,0-1,-1 1,1 0,0 0,0-1,-1 1,1 0,-1 0,1-1,-1 1,0 0,1 0,-1 0,0 0,0 0,0 0,0 0,0 0,0 0,0 0,0 1,0-1,0 0,0 1,0-1,-1 1,1-1,0 1,0-1,-1 1,1 0,0 0,0 0,-1 0,1 0,0 0,-1 0,1 0,0 0,-1 0,1 1,0-1,0 1,-1-1,1 1,0-1,0 1,0 0,0-1,0 1,0 0,-1 1,-8 9,1 1,1 1,0 0,1 0,0 0,1 1,0 0,1 0,-2 13,3-16,-8 23,2 0,1 1,2 0,1 1,2 0,1-1,2 1,2 0,1 0,5 25,-5-50,1-1,0 0,0 0,1 0,0 0,1-1,0 1,0-1,1 0,0-1,1 0,0 0,0 0,1-1,0 1,0-2,0 0,1 0,0 0,0-1,1 0,4 1,2-1,0 0,1-1,0 0,0-2,0 0,0-1,0-1,0 0,0-1,0-1,0 0,0-2,4-1,-11 2,-1 0,1 0,-1-1,0 0,0 0,0-1,-1-1,1 1,-1-1,-1-1,1 0,-1 0,0 0,-1-1,0 1,0-2,0 1,-1-1,-1 0,1 0,-1 0,-1 0,1-3,3-40,-7 51,0-1,0 1,0 0,0 0,0-1,0 1,0 0,-1-1,1 1,-1 0,1 0,-1 0,1-1,-1 1,1 0,-1 0,0 0,0 0,0 0,0 0,0 0,1 0,-2 1,1-1,0 0,0 1,0-1,0 0,0 1,0-1,-1 1,1 0,0-1,-1 1,1 0,0 0,0 0,-1 0,-7 2,1 0,-1 1,1 1,0-1,0 1,0 1,1-1,-1 1,1 1,0-1,1 1,-1 0,1 1,-5 6,2-3,0 0,1 0,0 1,0 0,1 0,1 1,0 0,0 0,1 1,1-1,-2 11,5-21,0 0,1 0,0 1,-1-1,1 0,0 1,0-1,1 1,-1-1,0 0,1 0,-1 1,1-1,0 0,0 0,0 1,0-1,0 0,0 0,0 0,1-1,-1 1,1 0,0 0,-1-1,1 1,0-1,0 1,0-1,0 0,0 0,0 0,0 0,0 0,1 0,-1-1,0 1,1-1,-1 1,0-1,1 0,0 0,7-1,-1 0,1 0,-1-1,0 0,0-1,1 0,-2-1,1 1,0-2,-1 1,0-1,0 0,0-1,0 0,-1 0,0-1,-1 0,1 0,-1-1,-1 1,1-1,-1 0,-1-1,3-6,2-21,-10 36,1-1,-1 1,1 0,0 0,-1 0,1-1,-1 1,1 0,-1 0,1 0,-1 0,1 0,-1 0,1 0,-1 0,1 0,-1 0,1 0,-1 0,1 0,0 1,-1-1,1 0,-1 0,1 0,-1 1,1-1,0 0,-1 1,1-1,-1 0,1 1,0-1,0 0,-1 1,1-1,0 1,-1-1,1 0,0 1,0-1,0 1,0-1,-1 1,1-1,0 1,0-1,0 1,0-1,0 1,0-1,0 1,0-1,1 1,-1-1,0 0,0 1,0 0,-1 3,0 0,0 1,0-1,0 0,1 1,0-1,0 1,0-1,0 0,1 1,-1-1,1 0,0 1,1-1,-1 0,1 0,0 0,0 0,0 0,0 0,1-1,-1 1,1-1,0 1,0-1,0 0,1 0,-1-1,1 1,0-1,-1 1,1-1,0 0,0-1,0 1,1 0,24 7,0-2,0 0,0-2,0-1,1-1,0-2,7-1,58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8.6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85 357,'-17'44,"1"1,3 0,1 1,3 0,1 1,3 0,2 0,1 1,4 7,6-151,14-464,-22 532,-2 23,0 14,-2 16,3-20,2 120,0-121,0 1,0-1,0 0,0 1,1-1,0 0,0 0,0 0,0 0,0 0,1-1,0 1,0-1,0 0,0 0,0 0,1 0,-1 0,1-1,0 1,0-1,0 0,0 0,0 0,0-1,4 1,4-1,1-1,0 0,0-1,-1 0,1-1,-1-1,1 0,-1 0,0-1,0-1,0 0,-1-1,0 0,0-1,0 0,-1 0,0-1,0-1,-1 1,0-2,-1 1,0-1,0-1,3-7,57-113,-67 130,-1 0,1 1,0 0,-1-1,1 1,0-1,0 1,-1 0,1-1,0 1,0 0,-1 0,1 0,0 0,0-1,0 1,-1 0,1 0,0 0,0 1,0-1,-1 0,1 0,0 0,0 1,0-1,-1 0,1 1,0-1,-1 1,1-1,0 0,-1 1,1 0,-1-1,1 1,0-1,-1 1,1 0,-1-1,0 1,1 0,-1-1,0 1,1 0,-1 0,0 0,0-1,0 1,1 0,-1 0,0 0,0-1,0 1,0 0,-1 0,1 0,0-1,0 2,84 305,-36-200,-45-102,0 1,1-1,-1 0,1 0,1 0,-1 0,1-1,0 1,0-1,0 0,0-1,1 0,0 1,-1-2,1 1,5 1,9-1</inkml:trace>
  <inkml:trace contextRef="#ctx0" brushRef="#br0" timeOffset="566.514">1061 63,'-24'0,"-1"1,1 1,0 1,0 1,0 1,-13 6,27-8,0 1,0 0,1 0,0 1,0 1,0 0,1 0,0 0,0 1,0 0,1 1,0 0,0 0,1 0,0 1,-2 5,6-11,1 0,0 0,-1 0,1 0,0 0,1 0,-1 0,0 0,1 0,0 1,0-1,0 0,0 0,0 1,0-1,1 0,0 0,0 0,0 0,0 0,0 0,0 0,1 0,0 0,-1-1,1 1,0 0,0-1,0 0,1 1,-1-1,1 0,-1 0,1 0,0-1,-1 1,1 0,0-1,0 0,2 1,19 8,1-2,0 0,1-1,0-2,24 2,13 4,-25-3,0 1,-1 2,0 1,25 13,-51-20,1 1,-1 0,0 1,0 0,0 1,-1 0,-1 0,1 1,-1 1,-1-1,0 2,0-1,-1 1,0 0,-1 0,0 1,-4-7,0 0,0 0,-1 0,0 0,1 0,-1 0,-1 0,1 1,-1-1,0 0,0 1,-1-1,0 0,0 0,0 1,0-1,-1 0,0 0,0 0,0-1,0 1,-1 0,0-1,0 0,0 1,-1-1,1-1,-1 1,0 0,0-1,0 0,0 0,-4 2,-6 2,-1 0,0-1,0 0,0-2,-1 1,0-2,0 0,0-1,0-1,0 0,-1-1,1-1,0 0,0-2,0 1,0-2,1 0,-10-4,-21-19,46 26,-1 0,1 0,0 0,0 0,0 0,-1-1,1 1,0 0,0 0,1 0,-1 0,0 0,0 0,0 0,1 0,-1 0,1 0,-1 0,1 0,-1 0,1 0,-1 0,1 0,0 0,0 0,-1 0,1 1,0-1,0 0,0 1,0-1,0 0,0 1,0-1,0 1,0 0,0-1,0 1,0 0,0 0,0 0,0-1,1 1,-1 0,1 0,24-10</inkml:trace>
  <inkml:trace contextRef="#ctx0" brushRef="#br0" timeOffset="1282.221">1609 370,'-6'25,"1"1,1 0,2 0,0 0,2 0,1 1,1-1,1 4,1 20,2 129,-8-159,2-20,0-1,0 1,0 0,0 0,0-1,0 1,0 0,0 0,0-1,0 1,0 0,0-1,0 1,0 0,0 0,0-1,0 1,0 0,0 0,-1-1,1 1,0 0,0 0,0 0,0-1,0 1,-1 0,1 0,0 0,0-1,-1 1,1 0,0 0,0 0,-1 0,1 0,0 0,0-1,-1 1,1 0,0 0,0 0,-1 0,1 0,0 0,0 0,-1 0,1 0,0 0,-1 0,1 0,0 1,0-1,-1 0,1 0,0 0,0 0,0 0,-1 0,1 1,0-1,-12-158,11 119,1-396,1 412,-2 8,1 0,0 0,2 0,-1 0,2 0,0 1,1-1,0 1,4-8,-6 19,0 0,0 1,-1-1,1 1,1-1,-1 1,0 0,1 0,-1 0,1 0,0 0,-1 0,1 1,0-1,0 1,0 0,0 0,0 0,1 0,-1 1,0-1,0 1,0 0,1-1,-1 2,0-1,0 0,1 1,-1-1,0 1,1 0,94 40,-85-36,-1 1,-1 1,1 0,-1 1,0 0,0 1,-1 0,-1 1,1 0,-1 0,-1 1,0 0,-1 0,0 1,-1 0,0 0,4 11,-10-18,1-1,-1 1,0 0,0 0,-1-1,0 1,1 0,-1-1,-1 1,1 0,-1-1,0 0,0 1,0-1,0 0,-1 0,1 0,-1 0,0-1,-1 1,1-1,-1 1,1-1,-1-1,0 1,0 0,0-1,-11 7,0-1,-1 0,0-1,0-1,0-1,-14 3,-1 3,70-10,-16-3,1 2,0 0,0 2,-1 0,1 2,-1 0,0 2,0 1,-1 0,0 2,0 0,-1 2,7 4,-23-12,0 1,-1-1,1 1,-1 0,0 0,0 0,-1 0,1 1,-1-1,0 1,0 0,0 0,-1 0,0 1,0-1,0 0,-1 1,1 0,-1-1,-1 1,1 0,-1-1,0 1,0 0,-1-1,1 1,-1 0,-1-1,0 5,-4 1,1 0,-1-1,0 1,-1-1,-1-1,1 1,-2-1,1-1,-1 1,0-1,-1-1,0 0,0 0,0-1,-1 0,0-1,-10 3,0 0,-1-1,0-1,0-2,0 0,-1-1,0-1,1-1,-1-1,-2-2,-77-11,77 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7.6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0 375,'37'4,"0"-2,0-1,0-3,30-4,-31 3,107-9,195-15,61 15,-394 12,-17 0,-22-1,8-2</inkml:trace>
  <inkml:trace contextRef="#ctx0" brushRef="#br0" timeOffset="292.572">896 0,'-2'4,"0"0,1-1,-1 1,1 0,0 0,0 0,1 0,-1 0,1 0,0 0,0 0,0 0,0 0,1-1,-1 1,1 0,0 0,0 0,1 0,-1-1,1 1,0 0,0-1,0 0,0 1,1-1,-1 0,1 0,0 0,1 1,8 7,0-1,0 0,1-1,1 0,0 0,0-2,1 1,327 117,-339-125,0 1,0 0,0 0,0 0,0 0,0 0,-1 0,1 1,0-1,-1 1,1 0,-1 0,0 0,1 0,-1 0,0 0,0 1,0-1,-1 1,1-1,-1 1,1 0,-1 0,0 0,0-1,0 1,0 0,-1 0,1 0,-1 0,0 1,0-1,0 0,0 0,0 0,-1 0,1 0,-1 0,0 0,0 0,0 0,0-1,-1 1,1 0,-13 12,1 0,-2-1,0-1,0 0,-2-1,1-1,-1 0,-8 2,-7 7,-54 38,58-36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55.9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 1,'-14'45,"2"1,3 0,1 0,2 1,3 0,1 42,1-49,-14 214,14-252,0 2,0-1,0 1,0 0,0-1,1 1,-1 0,1 0,0 0,0-1,0 1,1 0,-1 0,1 0,0-1,0 1,1 0,-1-1,1 1,-1-1,1 0,0 1,0-1,1 0,-1 0,1 0,-1-1,1 1,0-1,0 1,0-1,0 0,0 0,4 1,21 2,0-1,0-2,0-1,0-1,0-2,0 0,28-7,-52 8,163-26,-94 12</inkml:trace>
  <inkml:trace contextRef="#ctx0" brushRef="#br0" timeOffset="1083.807">853 189,'-22'-3,"-1"0,1 2,0 1,-1 1,1 1,-1 1,1 0,0 2,1 1,-1 0,1 2,0 0,-16 10,35-17,-1 0,0 0,1 1,-1-1,1 0,0 1,-1 0,1 0,0 0,0 0,0 0,0 0,0 0,1 1,-1-1,1 0,-1 1,1 0,0-1,0 1,0 0,0-1,1 1,-1 0,1 0,0 0,0 0,0-1,0 1,0 0,0 0,1 0,-1 0,1-1,0 1,0 0,0-1,0 1,0 0,1-1,-1 1,1-1,9 9,1-1,0-1,0 0,0-1,1 0,1-1,-1-1,1 0,10 3,-17-6,102 38,-62-24,0 1,-1 3,38 23,-17 16,-66-58,0 0,1 0,-1 0,0 1,0-1,0 0,0 1,-1-1,1 0,0 1,-1-1,0 1,0-1,0 1,0-1,0 1,0-1,0 0,-1 1,1-1,-1 1,0-1,0 0,0 1,0-1,0 0,0 0,-1 0,1 0,-1 0,1 0,-1 0,0 0,0 0,-9 6,-1 0,0-1,0-1,0 1,-1-2,0 0,0 0,0-1,0-1,-1 0,1-1,-1-1,0 0,0 0,0-2,10 2,1-1,0 0,-1 0,1 0,0 0,-1 0,1-1,0 1,0-1,-1 0,1 0,0 0,0-1,0 1,0-1,0 1,1-1,-1 0,0 0,1-1,-1 1,1 0,0-1,0 1,0-1,0 0,0 0,1 0,-1 0,1 0,-1 0,1 0,0 0,1 0,-1-1,0-2,3-2,1-1,0 1,0 0,0 0,1 0,1 0,-1 1,1-1,0 1,1 0,0 1,0-1,0 1,1 0,2-1,29-26,2 2,2 1,1 2,0 2,2 2,29-10,-67 31,-6 2,1-1,-1 1,0 0,1-1,0 1,-1 0,1 0,0 0,0 0,-1 0,1 1,0-1,0 1,0-1,0 1,0 0,0-1,0 1,0 0,0 0,0 0,0 1,0-1,0 0,0 1,0 0,0-1,0 1,-1 0,1 0,0 0,0 0,-1 0,1 0,-1 0,1 1,-1-1,1 0,-1 1,0 0,0-1,0 1,1 1,0 14,-1 0,-1-1,-1 1,0 0,-1 0,-1 0,-3 12,-3 17,-7 117,9-240,-8-146,12-108,3 330,-1 0,1-1,-1 1,1-1,0 1,-1-1,1 1,0-1,0 1,0-1,0 1,0-1,0 1,0-1,1 0,-1 1,0 0,1-1,0 1,-1-1,1 1,0-1,-1 1,1 0,0 0,0-1,0 1,0 0,0 0,1 0,-1 0,0 0,0 0,1 1,-1-1,0 0,1 1,-1-1,1 1,-1-1,1 1,-1 0,2-1,65 66,-58-54,-4-5,0 0,-1 0,0 0,0 0,-1 1,1 0,-1 0,-1 0,1 1,-1-1,-1 1,0-1,0 1,0 0,-1 0,0 0,0 0,-1 0,0 0,-1 0,1 0,-2 0,1 0,-1 0,0 0,-1-1,0 1,-2 5,-44 42,85-59,-26 1,1 0,-1 1,1 0,-1 0,1 1,0 1,0-1,-1 2,1 0,0 0,0 1,-1 0,1 1,-1 0,0 1,0 0,0 0,-1 1,1 0,-1 1,0 0,-1 1,1 0,-1 0,-1 1,3 2,-5-3,0 0,-1 0,0 0,0 1,-1 0,0 0,0 0,-1 0,0 0,0 0,-1 1,0-1,0 1,-1-1,0 1,-1-1,0 0,0 1,-1-1,0 0,0 0,-1 0,0 0,0 0,-1 0,0-1,-1 0,1 0,-1 0,-1 0,1-1,-1 0,0 0,-1 0,-8 5,1-1,-1-1,-1 0,0-1,0-1,-1 0,0-2,0 1,0-2,-1-1,-16 2,5-5,29 0,-1 0,1 0,-1 0,1 1,0-1,-1 0,1-1,-1 1,1 0,-1 0,1 0,-1 0,1 0,-1 0,1-1,0 1,-1 0,1 0,-1 0,1-1,0 1,-1 0,1-1,0 1,-1 0,1-1,0 1,0 0,-1-1,1 1,0-1,0 1,0-1,-1 1,1 0,0-1,0 1,0-1,0 1,0-1,0 1,0-1,0 1,0-1,0 1,0 0,0-1,1 1,-1-1,0 1,0-1,0 1,1 0,-1-1,44-39,-12 17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02.7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303 522,'-6'-5,"0"-1,-1 1,1 0,-1 1,0 0,0 0,0 0,-1 1,1 0,-1 1,0-1,0 1,0 1,0 0,0 0,0 0,0 1,0 0,0 1,0 0,0 0,0 1,0 0,0 0,0 1,1 0,-3 1,2 2,1 1,0-1,0 1,0 0,1 1,0 0,1 0,0 0,0 0,1 1,0 0,0 0,1 0,0 0,0 1,1-1,1 1,0 0,0-1,1 1,0 0,0 0,1-1,0 1,1-1,0 1,1-1,0 0,4 9,-5-14,1-1,-1 1,1-1,0 0,0 0,0 0,0-1,1 1,-1-1,1 1,-1-1,1 0,0-1,0 1,0 0,0-1,0 0,0 0,0-1,0 1,0-1,0 1,1-1,-1-1,0 1,0-1,0 1,3-2,4-1,0 0,-1-1,1-1,-1 1,0-2,0 1,-1-1,0-1,0 0,2-3,8-9,-1-1,-1-1,-1 0,-1-2,-1 0,-1 0,-1-1,-1-1,-1 0,-1 0,-1-1,-2 0,0 0,-2-1,-1 0,-1 1,-1-1,-2 0,0 0,-2 0,-1 1,-1-1,-1 1,-2 0,-4-11,10 30,-1 0,0 0,0 0,0 1,-1-1,0 1,0-1,-1 2,0-1,0 0,-1 0,5 5,0 1,0-1,-1 0,1 1,0-1,-1 1,1-1,0 1,-1 0,1 0,-1-1,1 1,-1 0,1 0,0 1,-1-1,1 0,-1 0,1 1,-1-1,1 0,0 1,-1 0,1-1,0 1,0 0,0-1,-1 1,1 0,0 0,0 0,0 0,0 0,0 0,1 1,-1-1,0 0,0 0,1 1,-1-1,-7 15,0 0,0 0,2 1,0 0,1 0,1 1,1 0,0-1,1 1,1 11,0-28,-3 37,2-1,1 1,2-1,1 1,2-1,2 0,1 0,2-1,1 0,2 0,12 22,-21-50,0 0,1 0,0 0,1-1,0 0,0 0,0 0,1-1,0 1,0-1,0 0,1-1,0 0,0 0,1 0,-1-1,1 0,0-1,0 0,0 0,0 0,1-1,-1-1,1 1,-1-1,1-1,0 1,-1-1,1-1,-1 0,1 0,1-1,2-4,1-1,-1-1,0 1,0-2,-1 0,0 0,0-1,-1 0,-1-1,0 0,0-1,-1 0,-1 0,0-1,0 1,-1-1,-1-1,0 1,-1-1,-1 0,0 0,-1 0,0-1,-1 1,-1 0,0-1,-2-8,-10-25,13 49,-1-1,0 0,0 0,0 1,0-1,0 0,0 1,0-1,0 0,0 0,0 1,0-1,0 0,0 1,0-1,0 0,0 0,0 1,0-1,0 0,0 1,0-1,-1 0,1 0,0 1,0-1,0 0,0 0,-1 0,1 1,0-1,0 0,-1 0,1 0,0 1,0-1,-1 0,1 0,0 0,0 0,-1 0,1 0,0 0,0 0,-1 0,1 0,0 0,-1 0,1 0,0 0,-1 0,1 0,0 0,0 0,-1 0,1 0,0 0,-1 0,1 0,0-1,0 1,-1 0,1 0,0 0,0-1,0 14,1 0,1 0,0 0,1 0,0 0,1-1,1 1,-1-1,2 0,0-1,6 9,-6-10,0-1,0-1,1 1,0-1,1 0,-1 0,2-1,-1 0,1-1,0 0,0 0,1-1,0 0,0-1,0 0,0 0,0-1,1-1,0 0,0 0,-1-1,1 0,0-1,0 0,0-1,0 0,0 0,-1-2,4 0,3-3,-1-1,1-1,-1 0,0-1,-1-1,0 0,-1-1,0-1,0 0,-2-1,1 0,-2-1,0 0,0-1,-1 0,-1-1,-1 0,0 0,-1-1,-1 0,0 0,-2-1,0 1,0-1,-2 0,0 0,-1-9,2 9,4 41,-3-5,12 39,33 114,-8 2,-7 1,3 98,-32-60,-15-179,9-33,1 0,-1 1,1-1,-1 0,1 1,-1-1,1 0,-1 0,0 0,1 0,-1 1,1-1,-1 0,0 0,1 0,-1 0,1 0,-1-1,0 1,1 0,-1 0,1 0,-1 0,1-1,-1 1,1 0,-1 0,1-1,-1 1,1 0,-1-1,1 1,-1-1,1 1,0-1,-1 1,1 0,0-1,-1 1,1-1,0 0,-1 1,1-1,0 1,0-1,0 1,0-1,0 0,0 1,0-1,0 1,0-1,-8-16,2-1,0 0,1 0,0 0,2 0,0-1,0-10,0 0,-15-129,3-126,14 259,0 0,2 0,0 1,2-1,1 0,1 0,0 1,2 0,5-8,-10 27,0 1,0-1,0 1,1 0,0 0,-1 0,2 0,-1 1,0-1,1 1,-1 0,1 0,0 0,0 1,0-1,1 1,-1 0,0 0,1 0,0 1,-1-1,1 1,0 0,0 1,-1-1,1 1,0 0,0 0,0 1,0-1,-1 1,1 0,0 0,-1 1,1-1,1 2,2 1,0 1,0 0,0 0,0 1,-1 0,0 0,-1 1,1 0,-1 0,0 0,-1 1,0 0,0 0,-1 0,0 1,0 0,-1-1,0 1,-1 0,1 2,-2-5,1 0,-1 1,-1-1,1 1,-1-1,0 1,0-1,-1 0,0 1,0-1,-1 1,0-1,0 0,0 0,-1 0,1 0,-1 0,-1-1,1 0,-1 1,0-1,0 0,-1-1,1 1,-1-1,0 0,-1 0,1 0,-2 0,-56 16,63-20,-1-1,1 1,0 0,0 0,-1-1,1 1,0 0,0-1,0 1,0 0,-1-1,1 1,0 0,0-1,0 1,0 0,0-1,0 1,0 0,0-1,0 1,0 0,0-1,0 1,0-1,0 1,0 0,0-1,0 1,1 0,-1-1,0 1,0 0,0 0,1-1,-1 1,0 0,0-1,0 1,1 0,-1 0,0-1,1 1,-1 0,0 0,1 0,-1 0,0-1,1 1,-1 0,0 0,1 0,-1 0,1 0,-1 0,15-13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03.0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6,'6'0,"8"-2,1-1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03.7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4 736,'60'-162,"-35"103,-3-1,-2-1,-4 0,-1-1,-4-1,2-41,-12 97,-1 0,0 1,0-1,0 0,-1 1,0-1,-1 0,1 1,-1-1,-1 1,1 0,-3-5,4 10,0 0,1 0,-1 0,0 0,0 0,0 1,0-1,1 0,-1 0,0 1,-1-1,1 0,0 1,0-1,0 1,0 0,0-1,0 1,-1 0,1 0,0-1,0 1,-1 0,1 0,0 1,0-1,0 0,-1 0,1 0,0 1,0-1,0 1,0-1,0 1,0-1,-1 1,1 0,0-1,1 1,-1 0,-1 0,-34 42,21-12,1 1,2 1,1 0,2 0,1 1,1 1,2-1,2 1,0 22,1-19,2-1,2 1,1-1,1 1,3-1,3 8,-7-30,2-1,-1 0,2-1,0 1,0-1,1 0,1 0,0-1,1 0,0-1,0 0,2 0,-1-1,1 0,1-1,-1 0,6 2,-4-5,0 0,1-1,-1 0,1-1,0-1,0 0,0-1,0 0,0-2,0 1,1-2,-1 1,0-2,0 0,0-1,1 0,6-3,1-1,-2 0,1-2,-1 0,0-1,-1-1,0-1,-1-1,0 0,-1-2,-9 9,-1 0,0 0,0-1,0 0,-1 0,0 0,-1-1,1 0,-1 0,-1-1,0 1,0-1,-1 0,0 0,0 0,-1 0,0-1,-1 1,1-6,-2 12,-1 1,1-1,-1 0,1 1,-1-1,0 1,0-1,0 1,0-1,-1 1,1 0,0 0,-1 0,0-1,1 1,-1 1,0-1,0 0,0 0,0 1,-1-1,1 1,0 0,-1 0,1 0,-1 0,1 0,-1 0,1 0,-1 1,0 0,0-1,-3 1,-1 0,0 0,0 0,0 1,1 0,-1 0,0 1,1-1,-1 2,1-1,0 1,-1 0,-3 3,-1 0,1 1,1 1,-1-1,1 1,1 1,-1 0,1 0,1 1,0-1,0 2,1-1,0 1,1 0,1 0,-1 0,2 1,-3 8,6-17,-1 0,0 0,1 0,0 0,-1 0,1 0,1 0,-1 0,0 0,1 0,-1 0,1 0,0 0,0 0,0 0,1 0,-1-1,1 1,-1 0,1-1,0 1,0-1,0 0,0 0,0 0,1 0,-1 0,1 0,-1 0,1-1,-1 1,1-1,0 0,0 0,0 0,0 0,0 0,0-1,0 1,3-1,10 0,-1-2,1 0,-1 0,0-1,0-1,0-1,0 0,-1-1,0 0,0-1,0-1,-1 0,0-1,-1 0,0-1,9-10,-11 11,0 0,0-1,-1 0,-1 0,0-1,0-1,-1 1,0-1,-1 0,-1-1,3-9,-8 4,-11 28,8-4,0 0,0 0,1 1,0-1,0 0,0 1,1-1,0 1,0 0,1-1,0 1,0 0,0-1,1 1,0-1,0 1,1-1,0 1,0-1,0 0,1 0,0 0,0 0,1 0,-1-1,1 1,1-1,0 2,14 4,0 0,0-1,1-1,0-1,1-1,0 0,0-2,0 0,1-2,-1 0,1-2,0 0,0-1,-1-1,76 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01.3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1 202,'67'246,"-37"-131,-5 2,0 43,-20-149,0-30,-4 12,7-39,-6 25,1 0,1 0,1 0,1 1,1 0,1 0,0 0,1 1,1 0,7-7,-15 23,0 1,0-1,1 1,-1 0,1 0,-1 0,1 0,0 0,0 0,0 1,0-1,0 1,0 0,0 0,0 0,0 1,1-1,-1 1,0-1,1 1,-1 0,0 1,1-1,-1 0,0 1,0 0,0 0,1 0,-1 0,0 0,0 0,0 1,0 0,-1-1,1 1,0 0,-1 1,1-1,-1 0,0 1,1 1,6 7,-1 0,0 1,0 0,-2 0,1 0,-2 1,0 0,0 1,-1-1,-1 1,0-1,-1 1,0 0,-1 0,-1 0,0 0,-1 0,-1 0,0 0,-1 0,-3 9,4-15,-1-1,0 1,-1-1,0 0,0 0,0 0,-1-1,0 1,0-1,-1-1,1 1,-1-1,0 1,-1-2,0 1,1-1,-1 0,-1 0,1-1,0 0,-1 0,0-1,0 0,1 0,-1-1,0 0,0-1,0 1,-2-2,8 1,0 0,-1 0,1-1,0 0,0 1,-1-1,1 0,0 0,0 0,0 0,0 0,0-1,0 1,1-1,-1 1,0-1,1 0,-1 1,1-1,-1 0,1 0,0 0,0 0,0 0,0 0,0-1,1 1,-1 0,1 0,-1-1,1 1,0 0,0-1,0 1,0 0,0-1,0 1,1 0,-1 0,1-1,0-1,40-66,-14 35</inkml:trace>
  <inkml:trace contextRef="#ctx0" brushRef="#br0" timeOffset="216.98">563 175,'-1'-35,"0"21,0 0,2 1,-1-1,2 0,0 1,0-1,2-4,-3 17,-1-1,1 1,-1 0,1-1,-1 1,1 0,0-1,0 1,0 0,-1 0,1 0,0 0,0 0,0 0,1 0,-1 0,0 0,0 1,0-1,1 0,-1 1,0-1,1 1,-1-1,1 1,-1 0,0-1,1 1,-1 0,1 0,-1 0,1 0,-1 0,0 1,1-1,-1 0,1 1,-1-1,0 1,1-1,-1 1,0-1,1 1,0 1,55 43,-31-12,-2 1,-1 1,-2 1,-1 1,-2 0,-2 1,-1 1,-2 1,-2 0,-1 1,-3 0,-1 0,-1 1,-3 3,-1 44,-4 0,-4 0,-3-1,-5 0,-3-1,-4-1,-4-1,-30 66,13-45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5:31.4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1170,'0'-25,"2"-1,1 2,1-1,1 0,1 1,1 0,1 0,1 0,1 1,10-15,-17 32,0 1,0 0,0 0,1 1,0-1,-1 1,1-1,1 1,-1 0,1 1,0-1,-1 1,2 0,-1 0,0 1,0-1,1 1,-1 0,1 1,0-1,0 1,-1 0,1 1,0-1,0 1,0 0,0 1,0-1,-1 1,5 2,2 1,0 1,-1 1,0 0,0 1,-1 0,0 0,0 1,-1 1,0-1,0 2,-1-1,0 1,0 0,-1 1,-1 0,0 0,0 0,-1 1,-1-1,0 1,-1 1,2 8,-4-15,-1 0,0 0,0 0,0 0,-1 0,0-1,0 1,0 0,-1 0,0-1,0 1,0-1,-1 0,0 1,0-1,0 0,-1-1,0 1,1-1,-2 1,1-1,0 0,-1-1,0 1,0-1,0 0,0 0,0 0,-1-1,1 0,-2 0,5-1,0 0,0-1,0 0,-1 1,1-1,0 0,0 0,0 0,0 0,-1 0,1-1,0 1,0-1,0 1,0-1,0 0,0 0,0 0,0 0,0 0,0 0,0 0,1-1,-1 1,1-1,-1 1,1-1,-1 0,1 1,0-1,0 0,0 0,0 0,-1-1,0-3,0 0,1-1,-1 1,1 0,0-1,1 1,0 0,0-1,0 1,1-1,0-2,7-22,2 1,1 0,1 1,1 0,2 1,1 1,12-16,14-28,-16 25,-3-1,-2 0,-1-2,-3 0,-3-1,-1-1,-2 0,-3 0,-1-11,-3 15,-2 0,-2 1,-1-1,-4-4,1 37,-3 22,-7 120,13-92,-1 71,4 1,5-1,5 0,4-1,8 13,29 46,-48-154,0 0,1 0,1-1,0 0,0 0,0 0,2-1,-1 0,1-1,0 0,1 0,0-1,0 0,-7-5,-1 0,1 0,0-1,0 1,0-1,0 0,1 1,-1-1,0-1,0 1,1 0,-1-1,0 0,1 0,-1 0,0 0,1 0,-1-1,0 0,1 1,-1-1,0 0,0 0,0-1,0 1,2-2,11-13</inkml:trace>
  <inkml:trace contextRef="#ctx0" brushRef="#br0" timeOffset="268.459">375 541,'-25'-5,"-18"-1,-5 0,7 4,20 2,27 1,31 0,30 1,25-4,21-2,10-4,6 0,-19 1</inkml:trace>
  <inkml:trace contextRef="#ctx0" brushRef="#br0" timeOffset="514.375">1003 1063,'14'108,"-14"-105,2 0,-1 0,0 0,1-1,-1 1,1 0,0 0,0-1,0 1,0-1,0 0,0 0,1 0,-1 0,1 0,0 0,-1 0,1-1,0 1,0-1,0 0,0 0,0 0,0-1,0 1,1-1,-1 1,0-1,0 0,0 0,1 0,0-1,5-1,1 0,-1 0,0-1,0 0,0-1,0 0,-1 0,1-1,-1 0,0 0,0-1,-1 0,0-1,0 1,0-1,-1-1,0 1,-1-1,1-1,-3 4,0 1,0-1,0 0,-1 0,0 0,0 0,-1 0,1-1,-1 1,0 0,0-1,-1 1,0-1,0 1,0-1,0 1,-1 0,0-1,0 1,-1 0,1-1,-1 1,0 0,-1 0,1 1,-1-1,0 0,0 1,0-1,-1 1,0 0,1 0,-5-3,2 3,0-1,-1 1,1 0,-1 1,1-1,-1 1,0 1,0-1,0 1,-1 0,1 1,0 0,-1 0,1 0,-1 1,1 0,-1 1,1 0,-1 0,1 0,0 1,-1 0,1 1,0-1,1 1,-1 1,0-1,1 1,0 0,0 1,0 0,0-1,1 2,-1-1,2 1,-1 0,0 0,1 0,0 0,1 1,-1 0,1-1,1 1,-2 4,6 52,8-39</inkml:trace>
  <inkml:trace contextRef="#ctx0" brushRef="#br0" timeOffset="841.048">1083 634,'-3'-9,"1"0,0 0,1 0,0-1,0 1,1 0,0-1,1 1,0 0,0-1,1 1,0 0,1 0,0 0,0 0,1 1,1-2,87-134,-50 91,-42 53,0 0,0 1,0-1,0 0,0 0,1 1,-1-1,0 0,0 0,0 0,0 1,0-1,0 0,1 0,-1 0,0 0,0 1,0-1,1 0,-1 0,0 0,0 0,0 0,1 0,-1 1,0-1,0 0,1 0,-1 0,0 0,0 0,1 0,-1 0,-22 57,-37 121,56-166,1 1,0 0,1 0,0 0,1 1,1-1,0 0,1 0,0-1,1 1,1 1,11 23</inkml:trace>
  <inkml:trace contextRef="#ctx0" brushRef="#br0" timeOffset="1042.54">1417 1035,'3'18,"0"14,2 7,3 2,6-4,8-8,7-9,6-11,3-10,2-13,-6-3</inkml:trace>
  <inkml:trace contextRef="#ctx0" brushRef="#br0" timeOffset="1973.081">1806 808,'1'16,"0"7,1 0,0-1,2 1,1 0,1-1,0 0,2 0,1-1,0 0,2-1,6 11,-14-28,-1 0,1 0,-1-1,1 1,0-1,0 0,0 0,0 0,1-1,-1 1,0 0,1-1,-1 0,1 0,-1 0,1-1,-1 1,1-1,0 1,-1-1,1-1,0 1,-1 0,1-1,-1 0,1 0,-1 0,1 0,-1 0,1-1,-1 1,2-2,10-6,0 0,-1-1,0-1,0 0,-1 0,3-5,0-1,-1 0,0 0,-2-1,0-1,-1-1,0 1,-2-2,-1 0,0 0,3-15,-34 166,21-124,1-1,1 1,-1 0,1 0,0-1,0 1,0-1,1 1,0-1,0 1,0-1,1 0,0 0,0 0,0 0,0-1,1 1,0-1,0 0,0 0,0 0,1-1,0 1,0-1,14 5,1-1,0-1,-1-1,2-1,-1-1,0-1,1 0,-1-2,1 0,-1-1,1-1,10-3,11 1,-1-2,-1-1,1-2,-1-2,-1-2,0-2,-1-1,24-14,7-33,-68 61,1 0,0 0,-1 0,0 0,0-1,0 1,0 0,0-1,0 1,0-1,-1 1,1-1,-1 1,0-1,0 1,0-1,0 1,0-1,0 1,-1-1,1 1,-1-1,0 1,1-1,-1 1,0 0,-1-1,1 1,0 0,-1 0,1 0,-1 0,0 0,0-1,-5-1,0 0,0 0,0 1,0 0,-1 0,1 1,-1 0,0 0,1 0,-1 1,0 1,0-1,0 1,0 0,0 1,0 0,1 0,-1 1,0 0,1 0,-1 1,1 0,0 0,0 1,0 0,0 0,0 1,-1 1,1-1,0 1,0 0,0 0,1 1,0 0,0 0,1 0,0 1,0 0,0 0,1 0,1 0,-1 1,1 0,-1 5,4-12,0 0,-1 0,1 0,0-1,0 1,0 0,0 0,0 0,1 0,-1 0,1 0,-1 0,1 0,0-1,-1 1,1 0,0 0,0-1,0 1,1-1,-1 1,0-1,0 1,1-1,-1 0,1 0,-1 1,1-1,0 0,-1-1,1 1,0 0,0 0,0-1,0 1,0-1,72-2,-45-8,0-1,-1-2,-1-1,0-1,24-17,13-8,-63 39,0 0,0 0,0 0,0 0,0 0,0 0,0 1,0-1,0 0,1 1,-1-1,0 1,1-1,-1 1,0-1,1 1,-1 0,0 0,1 0,-1 0,0 0,1 0,-1 0,1 0,-1 0,0 1,1-1,-1 1,0-1,0 1,1-1,-1 1,0 0,0-1,0 1,0 0,0 0,0 0,0 0,0 0,0 0,0 0,0 0,0 1,-1-1,1 0,-1 0,1 1,-1-1,25 160,-12-62,36 405,-46-423,-4 0,-3-1,-4 1,-3-1,-8 17,16-75,-2-1,-1 0,0 0,-2 0,0 0,-1-1,-2-1,0 0,0 0,-2-1,-1 1,11-17,1 1,0-1,-1 1,0-1,0 0,0 0,0 0,0 0,0-1,0 1,0-1,-1 0,1 0,0 0,-1 0,1 0,-1-1,1 0,-1 1,1-1,-1-1,1 1,-1 0,1-1,-1 0,1 0,-1 0,1 0,0-1,0 1,-1-1,1 0,0 1,0-1,1-1,-1 1,0 0,1-1,-1 0,-19-23,2 0,1-1,1 0,2-2,0 0,2-1,1 0,2-1,-2-10,13 40,-29-78,4-1,4-2,3 0,3-1,2-25,13 103,-2-4,0 1,1-1,0 0,0 0,1 0,0 0,1 0,0 1,0-1,1 0,0 1,0-1,1 1,0-1,1 1,0 0,0 0,1 1,0-1,0 1,3-3,2 5,0 0,1 1,0 0,-1 0,1 1,0 1,1 0,-1 0,4 1,10-2,109-22,-71 11</inkml:trace>
  <inkml:trace contextRef="#ctx0" brushRef="#br0" timeOffset="2437.428">3637 996,'-17'-7,"0"1,-1 1,1 1,-1 0,0 2,0 0,0 1,0 0,0 1,0 2,0 0,-15 3,30-4,-1-1,1 1,0 0,0 0,-1 0,1 0,0 0,0 1,0 0,0-1,0 1,1 0,-1 0,0 1,1-1,0 0,-1 1,1 0,0-1,0 1,1 0,-1 0,1 0,-1 0,1 1,0-1,0 0,0 0,1 1,-1-1,1 0,0 1,0-1,0 1,0-1,0 0,1 1,-1-1,1 0,0 1,0-1,1 0,-1 0,1 0,-1 0,1 0,0 0,0 0,0-1,2 3,3-1,-1 0,1 0,0-1,-1 0,2 0,-1-1,0 0,0 0,1-1,-1 1,1-2,-1 1,1-1,-1 0,1-1,-1 1,1-2,-1 1,0-1,1 0,-1 0,0-1,0 0,0-1,-1 1,1-1,-1 0,0-1,0 0,0 0,-1 0,0 0,0-1,0 0,-1 0,0 0,0-1,0 1,-1-1,0 0,2-5,-4 9,1 0,-1 0,0 0,0-1,-1 1,1 0,-1-1,1 1,-1 0,0-1,0 1,0-1,-1 1,1 0,-1-1,0 1,0 0,0 0,-1-1,1 1,1 3,-1-1,1 1,-1 0,1 0,-1-1,1 1,0 0,-1 0,1-1,-1 1,1 0,-1 0,1 0,-1 0,1 0,-1 0,1 0,-1 0,0 0,1 0,-1 0,1 0,-1 0,1 0,-1 0,1 1,0-1,-1 0,1 0,-1 1,1-1,-1 0,1 1,-1-1,1 0,0 1,-1-1,1 0,0 1,0-1,-1 1,1-1,0 1,0-1,-1 1,1-1,0 1,0-1,0 1,0-1,0 1,0-1,0 1,-9 30,8-23,1 1,0-1,1 1,0 0,0-1,1 1,0-1,1 0,0 0,0 0,0 0,1 0,0-1,1 1,0-1,0 0,0 0,1-1,0 0,0 0,1 0,0-1,0 0,0 0,0-1,1 0,0 0,0-1,0 1,0-2,3 1,11 4,1-1,-1-2,1 0,1-1,-1-2,0 0,0-1,1-2,-1 0,0-2,0 0,-1-1,8-4,20-8</inkml:trace>
  <inkml:trace contextRef="#ctx0" brushRef="#br0" timeOffset="35254.321">722 2627,'-4'-2,"-1"0,0 0,0 1,0 0,0-1,1 2,-2-1,1 1,0-1,0 2,0-1,0 0,0 1,0 0,0 0,1 0,-1 1,0 0,0 0,1 0,-1 0,1 1,0 0,0 0,0 0,0 0,0 1,0 0,-8 7,2 1,-1 0,2 1,-1 0,2 1,0-1,0 2,-1 6,1-3,0 1,2 0,0 0,1 0,1 1,1 0,0 0,2 0,0 0,2 0,1 16,-2-33,1 1,-1-1,1 1,0-1,0 1,0-1,0 0,1 1,-1-1,1 0,0 0,0 0,0 0,0 0,1-1,-1 1,1 0,-1-1,1 0,0 0,0 0,0 0,0 0,0-1,1 1,-1-1,0 0,1 0,1 1,4-5,1 0,-1 0,0 0,-1-1,1-1,-1 1,1-1,-2-1,1 0,0 0,-1 0,0-1,-1 0,0 0,0-1,0 0,-1 0,0 0,0 0,1-5,9-16,-1 1,-1-2,-2 0,-1 0,-1-1,-2 0,-1-1,1-17,0-39,-3 1,-6-45,-2 13,-5 1,-10-32,13 126,2 26,0 84,5 473,-2-491,4 0,2 0,3-1,3 1,7 14,-16-72,0-1,1 1,0-1,0 1,1-1,0 0,1-1,0 1,1-1,-1 0,2 0,-1-1,1 1,0-1,0-1,1 0,0 0,0 0,0-1,1 0,0-1,4 2,-11-5,1-1,0 0,-1 0,1 0,0 0,0 0,-1-1,1 1,0-1,-1 1,1-1,0 0,-1 0,1 0,-1-1,0 1,1 0,-1-1,0 0,0 0,0 1,0-1,0 0,0 0,-1-1,1 1,-1 0,1-1,-1 1,0 0,1-3,23-85,-17 30,-3 0,-2-55,-2 24,-1 91,0-1,0 0,0 1,1-1,-1 0,0 0,0 1,0-1,0 0,1 1,-1-1,0 0,1 1,-1-1,1 0,-1 1,0-1,1 1,0-1,-1 1,1-1,-1 1,1-1,-1 1,1 0,0-1,-1 1,1 0,0-1,-1 1,1 0,0 0,0 0,-1 0,1-1,0 1,0 0,-1 0,1 1,0-1,-1 0,1 0,0 0,0 0,-1 1,1-1,0 0,-1 1,1-1,-1 0,1 1,0-1,-1 1,1-1,-1 1,1-1,-1 1,1 0,13 4,22 3,0-1,1-3,-1 0,36-3,105 14,-169-14,-1 0,0 1,0 0,0 1,0-1,0 1,0 1,-1-1,1 1,-1 0,0 0,0 1,0 0,-1 0,0 1,0-1,0 1,-1 0,0 0,0 1,0-1,-1 1,1 1,14 96,-18-93,1 1,0 0,0 0,1-1,1 1,0-1,1 0,0 0,1 0,0 0,4 5,-6-11,1-1,0 0,0 0,0-1,1 1,-1-1,1 0,0 0,0 0,0-1,0 0,0 0,0 0,1 0,-1-1,1 0,-1 0,1-1,-1 1,1-1,0 0,-1-1,1 1,-1-1,1 0,0-1,9-2,0 0,0-1,-1 0,0-2,0 1,0-2,-1 0,13-9,-11 4,1 0,-2-1,0-1,-1 0,0-1,-1 0,-1-1,0 0,-1-1,-2 0,1 0,-2-1,-1 0,0-1,1-12,-7-20,-1 51,0 1,0-1,0 1,-1 0,1-1,0 1,0 0,0 0,0 0,-1-1,1 1,0 1,0-1,0 0,-1 0,1 0,0 1,0-1,0 0,0 1,0-1,0 1,-1 0,1-1,1 1,-1 0,0-1,0 1,0 0,0 0,0 0,1 0,-1 0,0 0,1 0,-1 0,1 0,-1 0,1 0,-1 0,1 1,0-1,0 0,-1 1,-3 6,0 0,0 1,0-1,1 1,0 0,1 0,0 0,0 0,1 1,0-1,1 0,0 1,0-1,1 0,0 0,1 0,0 1,1-1,-1-1,2 1,-1 0,1-1,1 0,-1 0,1 0,1 0,-1-1,7 7,-1-6,0 0,1 0,0-2,0 1,0-1,1-1,0-1,0 1,0-2,1 0,-1-1,1 0,10 0,4-1,0-1,0-2,0-1,0-1,0-1,7-3,-20 5,-1 0,1-1,-1-1,1 0,-1-1,-1 0,1-1,-1-1,0 0,-1-1,0 0,0-1,-1 0,0-1,-1 0,0-1,7-12,-15 19,0 0,0 1,-1-1,0 0,0 0,0 0,-1 0,0 0,0 0,0 0,0 0,-1 1,0-1,0 0,-1-4,1 7,0 0,1 0,-1 0,0 0,0 0,-1 0,1 0,0 1,-1-1,1 0,-1 1,1-1,-1 1,0 0,1 0,-1-1,0 1,0 0,0 0,0 1,0-1,0 0,0 1,0-1,0 1,-1 0,1-1,0 1,0 0,0 1,0-1,0 0,-1 0,1 1,0-1,-2 2,-7 3,0 1,1 0,-1 1,2 0,-1 1,1 0,0 0,0 1,1 0,0 1,1 0,0 0,0 0,1 1,-3 8,8-17,-3 3,1 0,0 0,0 1,0-1,0 1,1-1,0 1,0 0,1 0,0 0,0 0,0 0,0 0,1 0,0 0,1 1,-1-1,1 1,2-5,-1-1,1 1,-1-1,1 0,0 0,-1 0,1 0,0 0,0-1,-1 1,1-1,0 0,0 0,0 0,0 0,-1 0,1-1,0 1,0-1,0 1,-1-1,1 0,0-1,-1 1,1 0,-1-1,1 1,-1-1,0 0,0 1,0-1,0 0,1-2,21-15,-2 0,0-2,-2-1,0 0,3-7,26-29,-48 56,0 1,-1 1,0-1,0 0,0 0,1 0,-1 1,0-1,1 0,-1 1,1-1,-1 0,1 1,-1-1,1 0,-1 1,1-1,0 1,-1-1,1 1,0-1,-1 1,1 0,0-1,0 1,-1 0,1-1,0 1,0 0,0 0,-1 0,1 0,0 0,0 0,0 0,-1 0,1 0,0 0,0 0,0 1,-1-1,1 0,0 1,0-1,-1 0,1 1,0-1,-1 1,1-1,0 1,-1-1,1 1,4 72,-6-67,0-1,1 1,-1 0,1-1,0 1,1 0,0 0,-1-1,2 1,-1-1,1 1,0-1,0 1,0-1,1 0,-1 0,1 0,1 0,-1-1,1 1,-1-1,5 3,-1-4,1 0,0-1,0 0,0-1,0 1,0-2,1 1,-1-1,0 0,0-1,0 0,0 0,1-1,-2 0,1 0,0-1,0 0,-1-1,0 1,1-1,-1-1,-1 1,1-1,3-4,10-5,-1-2,0-1,-1 0,-1-1,-1-1,0 0,-2-1,0-1,8-18,-19 35,15-22,-18 25,0 1,1 0,-1-1,0 1,1 0,-1 0,1-1,-1 1,1 0,-1 0,0 0,1 0,-1-1,1 1,-1 0,1 0,-1 0,1 0,-1 0,1 0,-1 0,1 0,-1 0,1 1,-1-1,1 0,-1 0,0 0,1 0,-1 1,1-1,-1 0,0 0,1 1,-1-1,1 0,-1 1,0-1,0 0,1 1,-1-1,0 1,0-1,1 1,-1-1,0 0,0 1,0-1,0 1,1-1,-1 1,0-1,0 1,0-1,0 1,0-1,0 1,31 171,-24-131,29 170,-9 0,-2 167,-24-347,-1 1,-2-1,-1 0,-2 0,0 0,-3 0,-4 12,-14 0,25-42,1 0,-1 0,0-1,0 1,0 0,0-1,1 1,-1-1,0 1,0-1,0 1,0-1,0 0,0 0,0 1,0-1,-1 0,1 0,0 0,0 0,0 0,0 0,0-1,0 1,0 0,0 0,0-1,0 1,0-1,0 1,0-1,0 1,1-1,-1 1,0-1,0 0,0 1,1-1,-1 0,0 0,1 0,-1 0,1 0,-1 0,-4-8,0 0,0 0,1-1,0 0,1 1,0-2,0 1,1 0,0-7,-10-75,4 1,5-1,3 0,5 0,3 0,6-5,-13 88,2-24,1 0,2 0,2 0,1 1,1 0,1 1,2 0,2-1,-14 30,-1 1,1-1,0 0,0 1,0-1,0 0,0 1,0-1,0 1,0-1,1 1,-1 0,0-1,1 1,-1 0,1 0,-1 0,1 0,0 0,-1 1,1-1,0 0,0 1,0-1,-1 1,1 0,0 0,0-1,0 1,0 0,0 1,0-1,-1 0,1 0,0 1,0-1,0 1,-1 0,1-1,0 1,6 7,0 0,-1 1,0 0,-1 0,1 0,-2 1,1 0,-2 0,1 0,-1 1,0 4,-1-9,-1-1,2 5,1 1,-2-1,1 1,-2-1,1 1,-1 0,-1 0,0 0,-1 3,0-14,0 1,0 0,0-1,0 1,0 0,0-1,0 1,0-1,0 1,0 0,-1-1,1 1,0-1,0 1,-1-1,1 1,0-1,-1 1,1-1,-1 1,1-1,0 1,-1-1,1 1,-1-1,1 0,-1 1,0-1,1 0,-1 0,1 1,-1-1,0 0,1 0,-1 0,1 0,-1 0,0 0,1 0,-1 0,1 0,-1 0,0 0,1 0,-1 0,0 0,1-1,-1 1,1 0,-1-1,1 1,-1 0,1-1,-1 1,1 0,-1-1,1 1,-1-1,1 1,0-1,-1 1,1-1,0 1,-1-1,1 1,0-1,0 1,-1-1,1 0,-1-7,0 1,0-1,1 1,0-1,0 0,1 1,-1-1,2 1,-1-1,1 1,1 0,-1-1,1 1,0 0,1 1,-1-1,1 1,1-1,4-4,-7 8,56-91,-26 47,-3-1,-2-2,14-36,-27 46,-2 0,-1-1,-3 0,-1-1,-1 1,-3-1,-2 0,-1 0,-2 0,-2 0,-2 0,-1 1,-3 0,-1 0,-6-9,4 17,13 34,-1-1,1 0,0 1,0-1,0 0,0 1,-1-1,1 0,0 1,0-1,0 0,-1 0,1 1,0-1,-1 0,1 0,0 1,-1-1,1 0,0 0,-1 0,1 1,0-1,-1 0,1 0,0 0,-1 0,1 0,-1 0,1 0,0 0,-1 0,1 0,0 0,-1 0,1 0,-1 0,1 0,0-1,-1 1,1 0,0 0,-1 0,1-1,0 1,-1 0,1 0,0-1,0 1,-1 0,1 0,0-1,-3 32,1-1,1 1,2-1,3 16,-3-22,73 566,-67-537,2-1,2 0,3 0,2-1,13 25,-27-69,1-1,0 1,0-1,1 0,0 0,0-1,0 1,1-1,-1 0,1 0,0 0,1-1,-1 0,1 0,0 0,1 0,-5-4,-1 1,1-1,0 0,-1 1,1-1,-1 0,1 0,0 0,-1-1,1 1,0 0,-1-1,1 1,-1-1,1 1,-1-1,1 0,-1 1,1-1,-1 0,0 0,1 0,-1 0,0 0,0 0,0-1,0 1,0 0,0-1,0 1,0-1,0 1,-1-1,1 1,0-1,15-58,-16 35,-1 1,-1 0,-1 0,-1 0,-1 1,-1-1,-1 1,-1 1,-1-1,-2 1,0 1,-1 0,0 1,-3-1,2-1,-2 1,0 1,-1 0,-2 1,0 1,0 1,-2 0,0 1,-1 1,0 1,-1 1,-1 1,0 1,-24-7,24 13,20 8,18 3,33 3,2-2,-1-1,1-3,14-3,-18 2,184 6,-130-1</inkml:trace>
  <inkml:trace contextRef="#ctx0" brushRef="#br0" timeOffset="35658.696">4493 2894,'-113'-3,"-7"1,113 2,2 2,-1-1,0 1,0 0,0 0,1 0,-1 1,1 0,0 0,0 1,0-1,0 1,0 0,1 0,0 1,0-1,0 1,-1 2,2-3,0 1,0-1,0 1,1 0,-1-1,1 1,1 0,-1 1,1-1,-1 0,1 0,1 1,-1-1,1 0,0 1,0-1,1 0,0 1,-1-1,2 0,-1 0,1 1,-1-1,2 0,-1-1,0 1,1 0,0-1,0 1,0-1,1 0,-1 0,1 0,1 0,3 1,0-1,0 0,1 0,-1-1,1 0,0 0,0-1,0-1,0 1,1-1,-1-1,0 0,0 0,1-1,-1 0,0 0,0-1,0 0,0-1,0 0,-1 0,1-1,-1 0,0-1,0 0,0 0,-1 0,0-1,0 0,0-1,-1 0,0 0,0 0,-1 0,0-1,1-2,-1 0,-1-1,-1 0,1 0,-2 0,1 0,-2 0,1 0,-2-1,0 1,0 0,-1-9,-3 61,4-30,1-1,1 1,-1-1,2 1,-1-1,1 1,1-1,0 0,1-1,-1 1,2-1,0 0,0 0,0 0,1-1,0 0,1 0,0-1,0 0,0 0,1-1,0 0,0-1,1 0,-1 0,10 2,-2-2,0-1,0-1,0-1,1 0,-1-1,1-1,0-1,-1 0,1-1,-1-1,0-1,0-1,0 0,8-4,32-14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4.2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362 398,'-29'0,"-1"1,1 1,-1 2,1 0,-8 4,28-5,-1 0,1 0,0 1,0 0,1 0,-1 1,1 0,0 1,0 0,1 0,-1 1,2 0,-1 0,1 0,0 1,0 0,-3 6,4-6,0 1,1 0,0-1,0 2,1-1,0 0,1 1,0-1,1 1,-1 0,2-1,-1 1,2 0,-1 0,1-1,0 1,1 0,1-1,-1 0,1 1,1-1,0 0,1 2,-3-8,0 0,0-1,1 1,-1-1,1 1,-1-1,1 0,0 0,0 0,0-1,0 1,0-1,0 1,0-1,0 0,0 0,1-1,-1 1,1 0,-1-1,0 0,1 0,-1 0,1 0,-1-1,0 1,1-1,-1 0,0 0,0 0,0-1,1 1,-1-1,0 1,-1-1,3-1,7-5,0-1,-1 0,0-1,-1 0,0-1,0 0,7-12,4-13,-1-1,-3 0,-1-1,-2-1,-1-1,-2 0,-2 0,-2-1,-1 0,-2 0,-2-1,-2 1,-4-27,-6-14,10 81,0 1,0-1,0 1,0-1,0 0,-1 1,1-1,0 1,0-1,-1 1,1-1,0 0,-1 1,1-1,0 1,-1 0,1-1,-1 1,1-1,0 1,-1-1,1 1,-1 0,0 0,1-1,-1 1,1 0,-1 0,1-1,-1 1,0 0,1 0,-1 0,1 0,-1 0,0 0,1 0,-1 0,1 0,-1 0,0 0,1 1,-1-1,1 0,-1 0,1 1,-1-1,0 0,1 0,-1 1,1-1,0 1,-1-1,1 0,-1 1,1-1,0 1,-1-1,1 1,-37 82,19-12,3 1,3 1,3 0,4 0,2 23,3-72,1 0,1 0,1 1,1-1,1-1,4 8,-7-22,1-1,1 0,-1 0,1-1,1 1,-1-1,1 0,0 0,1-1,0 1,0-1,0 0,1-1,-1 0,1 0,1 0,-1-1,1 0,3 1,6 0,-1-2,1 0,0-1,0 0,0-2,0 0,0-1,0 0,-1-2,1 0,0 0,-1-2,0 0,0-1,0-1,-1 0,0-1,0 0,-1-2,0 1,-1-2,7-5,-12 7,1 0,-2 0,1-1,-1 0,0 0,-1 0,0-1,-1 0,0 0,-1-1,1-5,-3 11,-1 1,1 0,-1 0,0-1,-1 1,0 0,0-1,0 1,0 0,-1-1,0 1,0 0,0 0,-1-1,1 1,-1 0,-1 0,1 1,-1-1,1 0,-1 1,-1 0,1-1,-1 1,1 1,-4-4,5 6,0-1,-1 1,1-1,0 1,0 0,-1 0,1 0,0 0,-1 1,1-1,-1 0,0 1,1 0,-1 0,1 0,-1 0,1 0,-1 0,0 1,1-1,-1 1,1-1,0 1,-1 0,1 0,0 0,-1 1,1-1,0 0,0 1,0 0,0-1,0 1,0 0,1 0,-1 0,1 0,-1 0,1 0,0 1,-1-1,1 2,-4 4,1 1,0 0,0-1,1 1,0 1,0-1,1 0,1 1,0-1,0 1,0-1,1 1,1 0,0-1,0 1,1-1,0 1,0-1,1 0,1 0,-1 0,1 0,1-1,0 0,0 0,1 0,-1 0,2-1,-1 0,4 3,9 1,0-1,0 0,1-2,0 0,1-1,-1-2,1 0,1-1,-1 0,1-2,-1-1,1-1,2-1,59-1,-9-4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5.0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51 865,'1'-6,"0"1,0-1,0 1,1 0,-1 0,1 0,1 0,-1 0,1 0,0 0,3-3,0-3,21-33,12-19,-3-1,20-53,-42 83,-1 0,-2 0,-2-1,-1 0,-2-1,-1 0,-1 0,-3 0,-1-11,-25-48,24 92,-1 0,1 1,0-1,-1 1,0 0,1-1,-1 1,0 0,0 0,-1 0,1 0,0 0,0 1,-1-1,1 1,-1-1,0 1,1 0,-1 0,0 0,0 1,1-1,-1 1,0-1,0 1,0 0,0 0,0 0,1 0,-1 1,-2 0,-4 2,1 2,0-1,0 1,1 0,-1 1,1-1,0 1,0 1,1 0,0 0,0 0,1 0,0 1,0 0,0 0,1 0,1 1,-2 3,-12 28,1 2,3 0,1 1,2 0,2 1,2 0,0 36,4-52,2 0,1 0,1-1,1 1,2-1,6 21,-8-36,1 0,0-1,1 1,1-1,0 0,0 0,1-1,0 1,1-2,0 1,0-1,1 0,0-1,1 0,0 0,2 0,3-1,0 1,0-2,0 0,1-1,0-1,0 0,1-1,-1-1,1 0,-1-1,1-1,0-1,-1 0,6-2,13-3,-1-1,0-1,-1-2,0-2,0 0,9-8,-23 12,-1 0,0-2,0 0,-1-1,0-1,-1-1,0 0,-1-1,-1-1,0 0,8-11,-21 24,1 0,0-1,-1 1,1 0,-1 0,0-1,0 1,0-1,0 1,0-1,-1 1,1-1,-1 0,1 1,-1-1,0 0,0 1,0-1,0 0,-1 1,1-1,-1 0,0 1,1-1,-1 1,0-1,-1 1,1 0,0-1,-1 1,1 0,-1 0,0 0,1 0,-1 0,0 0,0 0,-1 1,1-1,0 1,0 0,-1-1,1 1,-1 0,0 0,-9 0,-1 0,1 0,0 1,-1 1,1 0,0 1,-1 0,1 1,0 0,1 1,-1 0,0 1,1 0,0 1,1 1,-1-1,1 1,0 1,1 0,0 1,0-1,1 2,-7 8,8-8,0-1,0 1,1 1,0-1,1 1,0 0,1 0,0 2,2-10,1 0,1 1,-1-1,0 0,1 1,0-1,-1 0,1 1,1-1,-1 0,0 1,1-1,0 0,0 0,0 1,0-1,0 0,1 0,-1 0,1 0,0 0,0-1,0 1,0-1,0 1,0-1,1 1,0-1,-1 0,4 1,4 1,1-1,0-1,0 0,0 0,0-1,0-1,0 0,0 0,0-1,1-1,-2 0,1 0,0-1,0 0,-1-1,0 0,1-1,6-4,-1 2,-1 0,0-1,0 0,-1-1,0-1,-1 0,0-1,0-1,-1 0,-1 0,0-1,-1-1,0 1,-1-2,-1 1,0-1,1-4,-6 1,-14 26,9-2,0 1,0-1,0 1,1 0,0 0,1-1,-1 1,1 0,0 0,1 0,0 0,0-1,0 1,1 0,0-1,0 1,0-1,1 0,0 0,1 0,-1 0,1 0,0-1,1 1,-1-1,1 0,0-1,0 1,1-1,-1 0,1 0,0-1,0 1,0-1,4 1,54 15,1-6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6.7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55 263,'9'38,"-1"1,-2 1,-2-1,-1 1,-3 0,-1 0,-1-1,-3 1,-1-1,-1 0,-6 12,-3 4,9-69,16-200,-27-95,2 96,16 212,-1-1,1 1,-1-1,1 1,-1-1,1 0,0 1,0-1,0 1,0-1,0 0,0 1,1-1,-1 1,1-1,-1 1,1-1,-1 1,1-1,0 1,-1-1,1 1,0 0,0-1,0 1,0 0,0 0,1 0,-1-1,0 2,1-1,-1 0,0 0,1 0,-1 0,1 1,-1-1,1 1,-1-1,1 1,-1 0,1 0,0-1,16 4,1 1,-1 0,-1 2,1 0,-1 1,0 0,0 1,-1 1,0 1,-1 1,-3-5,-1 0,0 1,0 0,-1 1,0 0,0 1,-1 0,0 0,-1 1,0 0,0 1,-1-1,-1 2,0-1,0 1,-5-8,0-1,-1 1,1 0,-1 0,0 0,0 0,0 0,-1 0,1 0,-1 0,0 0,0 0,0 0,-1-1,1 1,-1 0,0-1,0 0,0 1,-1-1,1 0,-1 0,0 0,1 0,-2-1,-83 55,-18-19,105-38,0 1,0-1,0 0,0 0,0 0,0 1,0-1,0 0,0 0,0 0,0 0,0 1,0-1,0 0,0 0,0 0,0 1,0-1,0 0,0 0,0 0,0 0,0 1,0-1,0 0,-1 0,1 0,0 0,0 0,0 1,0-1,0 0,-1 0,1 0,0 0,26 0,-21 0,-1 0,185 11,-176-9,-1 1,0 0,0 1,-1 0,1 1,-1 0,0 1,0 1,-1-1,1 1,-1 1,-1 0,0 0,3 4,-9-9,0 1,1-1,-2 1,1-1,0 1,-1 0,1 0,-1 0,0 0,-1 1,1-1,-1 1,1-1,-2 1,1-1,0 1,-1-1,0 1,0 0,0-1,0 1,-1-1,0 1,0-1,-1 4,-6 3,0 0,-1-1,0 1,0-2,-2 1,1-1,-1-1,0 0,0-1,-1 0,0 0,-1-1,1-1,-1 0,-5 0,-17 11,0-3,-1-1,0-1,-32 4,52-16,12-6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9.0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7.6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98 38,'-6'117,"-5"0,-6-1,-20 68,33-164,-1 7,-1-4,2 0,0 0,2 1,1-1,0 8,2-25,-1 0,1 0,0 0,0 0,1 0,-1-1,1 1,1 0,-1-1,1 0,0 0,0 0,0 0,1 0,0 0,0-1,0 0,0 0,1 0,0 0,0-1,0 1,1-1,19 7,0 0,1-2,0-2,0 0,1-1,0-2,-1 0,1-2,0-1,22-4,48-4,-10-3</inkml:trace>
  <inkml:trace contextRef="#ctx0" brushRef="#br0" timeOffset="415.673">1195 158,'-19'-7,"0"0,0 1,-1 1,1 1,-1 0,0 2,0 0,0 1,0 1,-1 1,1 1,-12 3,22-5,1 1,0 0,-1 1,1 0,0 0,0 1,0 0,0 0,0 1,1 1,0-1,-1 1,2 1,-1-1,1 1,0 1,0-1,0 1,1 1,0-1,-1 3,6-6,1 0,-1 0,1-1,-1 1,1 0,0 0,1-1,-1 1,1 0,-1 0,1-1,0 1,0 0,1-1,-1 1,1-1,0 0,0 0,0 1,0-1,1 0,2 2,67 57,-8-23,2-2,34 10,-33-15,-2 2,41 30,-22 6,-80-67,-1 1,0 0,0-1,0 1,0 1,0-1,-1 0,0 1,0-1,0 1,-1-1,1 1,-1 0,0 0,0 0,-1 0,1 0,-1-1,-1 1,1 2,-1-3,-1 0,0 0,1 0,-1 0,-1 0,1-1,-1 1,1-1,-1 1,0-1,0 0,0 0,-1 0,1-1,-1 1,1-1,-1 0,0 0,0 0,0 0,-2 0,-91 24,67-20,1-2,-1-1,0-1,1-2,-1-1,0-1,0-2,-11-3,37 7,0-1,1 1,-1-1,0 0,0 0,0 0,0 0,1-1,-1 0,1 1,-1-1,1-1,0 1,-1 0,1-1,1 0,-1 1,0-1,1 0,-1-1,1 1,0 0,0-1,0 1,0-1,1 1,-1-1,1 0,0-3,4-25</inkml:trace>
  <inkml:trace contextRef="#ctx0" brushRef="#br0" timeOffset="1082.54">1743 359,'-17'35,"0"1,3 1,1 1,1 0,2 1,2 0,2 0,1 6,4 148,0-155,-4-42,-12-110,14 38,4 0,4 1,2-1,4 1,3 0,3 1,10-20,-24 84,2-10,1 1,1-1,1 1,0 0,1 1,1 0,4-3,-12 18,0 1,0-1,0 1,1-1,-1 1,1 0,-1 0,1 0,0 0,0 1,0-1,0 1,0 0,0 0,1 0,-1 0,0 0,0 1,1-1,-1 1,0 0,1 0,-1 0,1 1,-1-1,0 1,0 0,1 0,-1 0,0 0,0 0,0 1,0-1,0 1,0 0,-1 0,1 0,-1 0,1 1,1 1,2 0,0 2,0-1,0 1,-1 0,0 0,0 0,0 1,-1 0,0 0,0 0,-1 0,0 1,0-1,0 1,-1 0,-1 0,1 0,-1 0,-1 0,1 0,-1 0,-1 0,1 0,-1 0,-1 0,0 0,0-1,0 1,-1 0,0-1,0 0,-1 0,0 1,-8 6,-1-1,0 0,-1 0,0-2,0 0,-2 0,1-1,-1-1,-1-1,0 0,7-3,40 1,9-7,0 2,0 2,-1 2,29 7,-52-9,-1 1,1 1,-1 0,1 1,-2 0,1 1,-1 1,0 0,0 1,-1 0,0 1,-1 0,6 8,-13-14,0 0,0 0,-1 0,1 1,-1-1,0 1,-1 0,1 0,-1 0,0 0,0 0,0 1,-1-1,0 0,0 1,0-1,-1 1,0-1,0 1,0 0,0-1,-1 1,0-1,-1 0,1 1,-1-1,0 0,0 0,0 0,-1 0,0 0,0 0,0-1,-4 5,-11 2,0 0,-1-2,0 0,-1-1,0 0,0-2,-1-1,1 0,-1-1,0-2,0 0,-1-1,1-1,-6-2,11 3,9 0,1 0,-1-1,1 0,-1 0,1-1,-1 0,1 0,-1 0,1-1,0 0,0 0,-3-2,8 3,0 1,0-1,1 1,-1-1,0 1,1-1,-1 1,1-1,-1 0,1 0,-1 1,1-1,-1 0,1 0,0 1,-1-1,1 0,0 0,0 0,0 0,0 1,-1-1,1 0,0 0,1 0,-1 0,0 0,0 1,0-1,0 0,1 0,-1 0,0 1,1-1,-1 0,0 0,1 1,9-17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7.0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1 415,'16'-3,"19"-2,19-1,19-1,15 0,13-1,13 1,6 0,4-2,-3 1,-9-1,-14 2,-18 0,-16 0,-21 0,-16 0</inkml:trace>
  <inkml:trace contextRef="#ctx0" brushRef="#br0" timeOffset="276.25">1031 0,'20'19,"0"-1,2 0,0-2,1-1,0-1,1-1,1-1,20 7,15 9,-39-18,-5-4,-1 1,0 1,0 0,0 1,-1 1,0 0,-1 0,0 2,0 0,-2 0,7 9,-17-19,1 1,-1-1,0 1,0 0,-1 0,1-1,0 1,-1 0,0 0,1 0,-1-1,0 1,-1 0,1 0,0 0,-1 0,0-1,1 1,-1 0,0 0,0-1,-1 1,1-1,-1 1,1-1,-1 0,0 1,0-1,-1 1,-68 54,-30 2,-53 39,129-77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5.6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0 165,'17'167,"-8"1,-7 24,5-571,-2 128,-11 216,6 36,0-1,0 0,0 1,1-1,-1 1,0-1,0 0,0 1,0-1,0 1,0-1,0 0,0 1,0-1,0 1,-1-1,1 1,0-1,0 0,0 1,0-1,-1 0,1 1,0-1,0 1,-1-1,1 0,0 0,0 1,-1-1,1 0,0 1,-1-1,1 0,-1 0,1 0,0 1,-1-1,1 0,0 0,-1 0,1 0,-1 0,1 0,-1 0,1 0,0 0,-1 0,1 0,-1 0,1 0,-1 0,1 0,0 0,-1-1,1 1,0 0,-1 0,1 0,-1-1,1 1,0 0,-1 0,1-1,0 1,0 0,-1-1,1 1,0 0,-2 3,0 1,1-1,-1 1,1 0,0 0,0 0,0 0,0 0,1 0,0 0,0 0,0 0,0 0,0 0,1 0,0 0,0 0,0 0,0 0,1-1,-1 1,1 0,0-1,0 1,1-1,-1 0,0 0,1 0,0 0,0 0,1 1,9 0,0 0,1-1,-1 0,0-1,1-1,0 0,-1 0,1-2,-1 0,1 0,-1-1,1-1,-1 0,0-1,0-1,9-4,21-6,-1-2,-1-2,27-17,-63 33,-5 3,1-1,-1 0,1 0,0 0,-1 1,1-1,0 0,0 1,-1-1,1 1,0-1,0 1,0-1,0 1,0 0,0-1,0 1,0 0,0 0,0-1,0 1,0 0,0 0,0 0,0 0,0 1,0-1,0 0,0 0,0 1,0-1,0 0,-1 1,1-1,0 1,0-1,0 1,0-1,-1 1,1 0,0-1,0 1,-1 0,1 0,-1 0,1-1,-1 1,1 0,0 1,-2 97,-3-63,0-9,1 1,2 0,0-1,2 1,1 0,1-1,2 0,0 1,2-2,1 1,1-1,2 0,0-1,8 11,-13-28,1 1,1-1,-1-1,1 1,1-2,-1 1,1-1,1 0,2 1,30 12</inkml:trace>
  <inkml:trace contextRef="#ctx0" brushRef="#br0" timeOffset="400.335">1297 30,'-18'-6,"1"0,-1 1,0 1,0 1,-1 0,1 1,-1 2,0-1,1 2,-1 1,1 0,0 1,-1 1,1 1,-14 5,27-8,0 1,1 0,-1 0,0 0,1 1,-1 0,1-1,0 1,1 1,-1-1,1 1,0-1,0 1,0 0,0 0,1 0,0 0,0 1,0-1,1 1,0-1,0 1,0-1,1 1,0 0,0-1,0 1,1-1,-1 1,1 0,1-1,-1 0,1 1,0-1,1 2,7 9,1 0,1-1,0 0,1-1,1-1,0 0,0 0,2-2,-1 0,1-1,13 6,-25-13,76 45,-46-29,0 1,-2 2,0 1,-2 2,4 4,-31-27,0 1,1-1,-1 1,0 0,0 0,-1 0,1 0,-1 1,1-1,-1 1,0-1,0 1,-1 0,1 0,-1 0,0 0,0 0,0 0,0 0,-1 0,0 0,0 0,0 0,0 1,-1-1,1 0,-1 0,0 0,0 0,-1 1,-5 2,-1-1,1-1,-1 1,0-1,-1 0,1-1,-1 0,0-1,0 1,0-2,0 1,-1-1,1-1,-1 0,1 0,-10-1,-3 3,1 0,0-2,-1-1,1-1,0 0,-1-2,1-1,0 0,-19-22,34 13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13.0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1 227,'23'0,"20"-2,18-1,13-2,9 0,3 0,-4 2,-6 3,-10 2,-13 2,-17 1</inkml:trace>
  <inkml:trace contextRef="#ctx0" brushRef="#br0" timeOffset="277.763">121 455,'23'9,"20"3,23-3,14-7,8-9,3-7,-5-7,-18 1</inkml:trace>
  <inkml:trace contextRef="#ctx0" brushRef="#br0" timeOffset="557.048">628 1,'0'4,"0"0,0 0,0 0,0 0,1 0,-1 0,1-1,0 1,0 0,1 0,-1 0,1-1,0 1,0-1,0 0,0 1,0-1,1 0,0 0,-1 0,1-1,0 1,0 0,2 0,89 40,243 25,-324-65,-1 1,1 1,-1 0,0 0,0 1,0 1,-1 0,3 3,-11-7,1 0,-1 0,1 0,-1 1,0-1,0 1,0 0,-1 0,0 0,1 0,-1 1,-1-1,1 1,-1-1,1 1,-1-1,-1 1,1 0,-1-1,1 1,-1 0,-1 0,1-1,-1 3,-5 12,0-1,-1-1,-1 1,0-1,-2 0,0-1,0 0,-2-1,0 0,-1-1,-7 7,-98 95,70-75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38.5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0 337,'49'0,"27"1,1-3,0-3,49-12,60-27,-113 24,0 4,2 2,0 4,10 2,4 2,-1-3,0-5,18-7,93-13,2 10,8 7,94-9,251-17,112 36,-404 9,449 25,6 0,207-28,-558-12,-347 15,-8-1,-24-10,-6-1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39.6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788 1,'105'16,"15"0,0 6,25 11,-106-22,0 1,-2 3,0 0,0 3,-2 1,0 1,-1 2,21 19,-54-41,3 3,1-1,-1 1,0-1,0 1,0 0,0 1,0-1,-1 1,1 0,-1 0,0 0,0 0,-1 0,1 1,-1-1,0 1,0-1,-1 1,1 0,-1 0,0 0,0 0,-1 0,1 0,-1 0,0 0,0 0,-1 0,0 0,0 0,-1 2,-80 98,-34 10,-5-5,-4-5,-5-6,-7-4,-41 23,-6-7,-4-8,-139 52,232-122,95-33,0 0,0 0,0 0,0-1,0 1,0 0,0 0,0-1,0 1,0 0,0 0,0-1,0 1,0 0,0 0,0 0,0-1,0 1,0 0,0 0,0 0,0-1,-1 1,1 0,0 0,0 0,0-1,0 1,0 0,-1 0,1 0,0 0,0 0,0 0,-1-1,1 1,0 0,0 0,0 0,-1 0,1 0,0 0,0 0,-1 0,1 0,0 0,0 0,0 0,-1 0,19-13,-14 10,0 1,0-1,1 1,-1 0,0 0,1 1,-1-1,1 1,0 0,-1 0,1 1,0-1,0 1,4 0,-8 1,-1-1,0 0,1 1,-1-1,0 0,0 1,1-1,-1 0,0 1,0-1,1 1,-1-1,0 0,0 1,0-1,0 1,0-1,0 1,0-1,1 1,-1-1,0 0,-1 1,1-1,0 1,0-1,0 1,0-1,0 0,0 1,0-1,-1 1,1-1,0 0,0 1,-1-1,1 1,0-1,-1 0,1 1,0-1,-1 0,1 0,0 1,-1-1,-5 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1.8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317 627,'-11'0,"0"-1,0 2,0-1,0 1,0 1,0 0,0 1,1 0,-1 0,1 1,0 1,0 0,0 0,0 1,1 0,0 0,1 1,-1 1,1-1,-7 10,4-5,1 1,0 0,1 1,0 0,1 0,0 1,2 0,0 1,0-1,1 1,1 0,1 1,-1 10,4-18,-1 0,1-1,1 1,0 0,0-1,1 1,0-1,0 1,1-1,1 3,-2-8,-1 0,1 0,-1 0,1 0,0 0,0 0,0-1,0 1,1-1,-1 0,1 1,0-1,-1 0,1-1,0 1,0 0,0-1,0 1,0-1,1 0,-1 0,0-1,1 1,-1-1,0 1,1-1,2 0,4-3,0 0,-1 0,1-1,-1 0,0-1,0 0,-1 0,1-1,-1 0,0-1,-1 0,0 0,0 0,0-1,-1 0,0-1,0 1,2-7,13-24,-1-1,-3-1,-1-1,-2 0,-2 0,-2-2,-2 1,-1-1,-3-1,-1 1,-2 0,-4-21,2-15,-3 0,-3 0,-5-2,11 73,1 5,-1 0,1 0,-1 0,0 1,0-1,0 0,-1 0,1 1,-1-1,0 1,0-1,0 1,0 0,-1-1,-9 8,-12 74,14 7,3 0,5 0,3 0,6 29,-6-74,3-1,0 1,3-1,1 0,2-1,2 0,1 0,2-2,2 0,6 9,-18-36,1 0,1 0,-1-1,2 0,-1 0,1 0,0-1,0 0,1-1,0 0,0 0,1-1,0 0,0 0,0-1,0-1,0 0,1 0,-1-1,1 0,7-1,-14-1,1 0,-1-1,0 0,0 0,0 0,0 0,0 0,0-1,0 0,-1 0,1 0,0 0,-1-1,0 1,0-1,1 0,-2 0,1 0,0 0,0-1,-1 1,0-1,0 1,0-1,0 0,0 0,3-10,-1 0,0 0,-1-1,0 1,-1-1,0-13,0-30,-3 1,-2-1,-3 1,-2 0,-9-27,17 83,-1 0,1 1,0-1,-1 1,1-1,0 1,0-1,-1 0,1 1,0-1,0 0,0 1,0-1,0 0,0 1,0-1,0 0,0 1,0-1,0 0,0 1,0-1,0 0,1 1,-1-1,0 1,0-1,1 0,-1 1,0-1,1 1,-1-1,1 1,-1-1,1 1,-1-1,1 1,-1 0,1-1,-1 1,1 0,0-1,-1 1,1 0,0 0,-1-1,1 1,0 0,-1 0,1 0,0 0,-1 0,1 0,0 0,-1 0,1 0,0 0,-1 1,1-1,-1 0,1 0,0 1,-1-1,1 0,-1 1,1-1,0 0,249 50,-244-49,0 0,1 0,-1 0,0 1,0 0,0 0,0 0,0 1,0 0,0 0,-1 1,0-1,0 1,0 0,0 1,0-1,-1 1,0 0,0 0,0 1,1 9,-1 0,-1 1,-1-1,0 1,-1 0,-1-1,0 1,-1 0,-2 6,1 14,12 80,-9-111,1 0,0 0,0-1,0 1,0-1,1 1,-1-1,1 0,1 0,-1 0,0-1,1 1,0-1,0 1,0-1,0-1,0 1,0 0,1-1,0 0,3 1,6 0,0-1,0-1,0 0,0-1,0 0,0-1,0-1,0 0,0-1,0 0,-1-2,0 1,0-1,0-1,0 0,-1-1,0-1,0 0,-1 0,9-9,-8 7,0 1,0-2,-1 0,-1 0,0-1,0-1,-1 1,-1-2,0 1,-1-1,0 0,-1 0,-1-1,0 0,-1 0,-1 0,0 0,-1-1,-1 1,0-1,-1 1,0-1,-3-12,3 26,-1-1,1 0,-1 0,1 0,-1 1,0-1,0 0,0 1,0-1,0 1,-1-1,1 1,-1-1,0 1,1 0,-1 0,0 0,0 0,0 0,-1 1,1-1,0 0,-1 1,1 0,-1-1,1 1,-1 0,0 1,0-1,1 0,-1 1,-3-1,0 3,1 1,-1 0,0 0,1 0,-1 1,1 0,0 0,1 0,-1 0,1 1,-1 0,1 0,1 0,-1 0,1 1,0-1,0 1,0 0,0 3,-2 0,0-1,1 1,0 1,1-1,0 1,0-1,1 1,0 0,1 0,0 0,1 0,-1 0,2 0,0 0,0 0,1 0,0-1,0 1,1 0,1-1,0 0,0 0,0 0,1 0,1-1,0 1,0-1,0-1,1 1,5 4,11 1,1 0,0-2,1-1,0 0,1-2,-1-1,2-1,-1-2,1 0,-1-2,1 0,0-2,24-3,69-6,-11-5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3.2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436 1172,'-11'-22,"0"1,-2 0,0 0,-1 2,-5-5,15 19,0 1,0 0,0 0,-1 0,0 0,0 0,0 1,0 0,0 0,-1 0,1 1,-1 0,0 0,1 0,-1 1,0 0,0 0,0 0,0 1,0 0,0 0,0 1,-4 0,-3 4,0 0,1 1,-1 1,2 0,-1 0,1 2,0-1,0 1,1 1,1 0,-1 0,2 1,-1 0,2 0,-1 1,2 0,-1 0,-1 8,2-8,0 1,2 0,-1-1,1 2,1-1,1 0,-1 5,3-14,-1 0,1 1,0-1,0 0,1 0,-1 0,1 0,0 0,0 0,0 0,1 0,-1 0,1-1,0 1,0 0,0-1,1 0,-1 1,1-1,0 0,0 0,0-1,0 1,0 0,4 1,6 1,0-1,0 0,0-1,0 0,0-1,1-1,-1 0,1 0,-1-2,1 0,-1 0,1-1,-1-1,0 0,0-1,0 0,0-1,2-2,-4 3,1-1,-1-1,-1 0,1 0,-1-1,0 0,0-1,-1 0,0-1,-1 0,0 0,0-1,-1 0,0 0,-1 0,0-1,0 0,-1 0,-1-1,0 0,-1 1,0-1,0 0,0-11,-5 40,1-8,-1 0,1 1,0-1,1 1,0-1,1 1,0-1,1 1,-1-1,2 0,-1 0,1 0,1 0,0 0,0-1,1 1,0-1,0 0,5 5,-5-9,0 0,1 0,-1-1,1 0,-1 0,1 0,0-1,0 1,0-2,1 1,-1-1,0 0,1 0,-1 0,0-1,1 0,-1 0,1-1,-1 0,0 0,1 0,-1-1,0 0,0 0,0-1,1 0,5-3,-1-1,0 0,0 0,-1-1,0 0,0-1,-1 0,0 0,0-1,-1 0,-1-1,5-8,6-18,-1 0,-2-2,-2 0,-1 0,0-13,16-51,-18 74,-9 29,-1 0,0 0,0 1,0-1,0 0,0 0,1 0,-1 1,0-1,0 0,0 0,1 0,-1 1,0-1,0 0,1 0,-1 0,0 0,0 0,1 1,-1-1,0 0,0 0,1 0,-1 0,0 0,1 0,-1 0,0 0,0 0,1 0,-1 0,0 0,1 0,-1-1,0 1,0 0,1 0,-1 0,-15 227,10-101,5 0,16 117,-2-135,4 39,-1 113,-27-187,9-72,0 0,0 0,0-1,0 1,0 0,0 0,0-1,0 1,0-1,-1 1,1-1,0 0,0 1,0-1,-1 0,1 0,0 0,0 0,-1 0,1 0,0 0,0 0,-1 0,1 0,0-1,0 1,-1-1,1 1,0-1,0 1,0-1,0 0,0 1,0-1,0 0,0 0,0 0,0 0,1 0,-1 0,0 0,0 0,1 0,-1 0,1 0,-1 0,1-1,-1 1,1 0,0 0,0 0,-1-2,-11-24,1-1,1-1,2 0,0 0,2-1,1 0,2 0,0-24,-4-44,5-1,3 1,5-1,19-94,-22 169,1 0,1 0,1 0,1 1,1 0,1 0,1 1,1 0,1 1,1 0,6-6,-15 23,-1 1,1 0,-1 0,1 0,0 0,0 0,0 1,0 0,1 0,-1 0,1 0,-1 1,1 0,0 0,-1 0,1 0,0 1,0-1,-1 1,1 1,0-1,0 1,-1 0,1 0,0 0,-1 0,1 1,-1 0,1 0,-1 0,4 3,12 7,-1 2,0 0,-1 1,0 1,-1 1,-1 0,-1 2,0-1,-1 2,6 12,-17-27,1 0,-1 0,0 0,0 0,-1 0,1 1,-1-1,0 1,-1 0,0 0,0 0,0-1,0 1,-1 0,0 0,0 0,-1 0,1 0,-1 0,-1 0,1 0,-1-1,0 1,0-1,-1 1,1-1,-1 0,-1 0,1 0,-1 0,1 0,-1-1,-1 0,1 0,-5 4,-54 16,61-24,0 1,0-1,0 0,0 0,0 0,0 0,0 0,0 0,0 0,0-1,0 1,0-1,0 1,0-1,0 0,0 0,0 0,1 0,-1 0,0 0,1-1,-1 1,1-1,-1 1,1-1,0 1,0-1,-1 0,1 1,0-1,0-1,0-4,-1-1,1 0,1 1,-1-1,2 0,-1 1,1-1,0 0,0 1,1-1,0 1,0-1,1 1,0 0,3-6,20-42,2 1,2 1,3 2,5-4,43-68,-54 79,-2-1,-1-1,-3-1,-2-1,-3-1,-1-1,1-16,-8 23,-1-1,-3 0,-1 0,-3 0,-1 0,-2 0,-3-7,4 42,1 0,-1 1,0-1,-1 0,0 1,0 0,-1 0,0 0,-3-4,6 11,0 0,0 0,0 0,0 0,-1 0,1 0,0 0,0 1,-1-1,1 0,-1 1,1-1,0 1,-1-1,1 1,-1 0,1-1,-1 1,1 0,-1 0,0 0,1 0,-1 1,1-1,-1 0,1 1,-1-1,1 1,0-1,-1 1,1-1,0 1,-1 0,1 0,0 0,0 0,-1 0,1 0,0 0,0 0,0 0,1 1,-1-1,0 0,0 1,1-1,-1 0,0 1,1-1,0 1,-1-1,1 1,0-1,0 2,-11 27,2 2,1-1,2 1,1 0,2 0,1 0,1 1,2-1,1 8,7 88,5-2,6 0,5-1,28 78,-42-161,2 0,2-1,2 0,1-2,2 0,14 20,-29-52,1 0,0 0,0-1,0 1,1-1,0-1,0 1,1-1,5 3,-10-7,-1 0,1 1,-1-1,1 0,-1-1,1 1,0 0,-1-1,1 0,0 1,-1-1,1 0,0 0,0-1,-1 1,1 0,0-1,-1 0,1 0,-1 0,1 0,-1 0,1 0,-1 0,0-1,1 0,-1 1,0-1,0 0,0 0,0 0,-1 0,2-1,3-7,-1 0,0-1,0 0,-1 1,-1-1,1-1,-2 1,0 0,0-1,-1 1,0-1,-1 1,-2-12,-1-13,-1 0,-2 0,-2 1,-1 0,-2 0,-1 1,-1 0,-3 1,0 1,-2 0,-1 1,-2 1,-1 1,-1 1,-2 1,0 2,-5-3,4 5,-2 2,0 1,-1 1,-1 1,-1 2,0 1,-1 2,-1 1,0 1,0 2,-1 1,0 1,-15 1,34 6,27 2,146 7,136-12,-162 0,-1 1,-16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3.7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371 102,'-20'1,"0"2,0 0,0 1,1 0,-1 2,1 0,0 2,1 0,0 1,0 0,1 2,0 0,1 1,0 1,1 0,0 1,1 0,-11 16,22-27,1 1,-1 0,1 0,-1-1,1 1,1 1,-1-1,0 0,1 0,0 1,0-1,0 0,1 1,-1-1,1 1,0-1,1 1,-1-1,1 1,-1-1,1 1,1-1,-1 0,1 0,-1 1,1-1,0 0,1-1,-1 1,1 0,0-1,-1 1,2 0,7 3,0-1,1-1,-1 1,1-2,0 0,0 0,0-1,1 0,-1-1,1-1,-1 0,1-1,-1 0,1-1,0 0,-1-1,0 0,1-1,8-4,-7 3,-1-1,0-1,0 0,0-1,0-1,-1 0,-1 0,1-1,-1-1,-1 0,0 0,0-1,-1 0,0-1,-1 0,-1 0,0-1,0 0,-1 0,-1 0,0-1,-1 0,-1 0,2-2,-1 0,-1 0,0 0,-2 0,0 0,0-1,-2 1,0-1,-1 1,-1-5,3 20,0 0,0 0,0 0,0 0,0 0,0 0,0 0,0 0,-1 1,1-1,0 0,0 0,-1 0,1 0,-1 1,1-1,-1 0,1 0,-1 1,1-1,-1 0,1 1,-1-1,0 0,0 1,1-1,-1 1,0-1,0 1,0 0,1-1,-1 1,0 0,0 0,0-1,0 1,0 0,0 0,1 0,-1 0,0 0,0 0,0 0,0 0,0 1,0-1,0 0,1 1,-1-1,0 0,0 1,0-1,1 1,-1-1,0 1,0-1,1 1,-1 0,1-1,-1 1,0 0,-7 12,0 1,1 0,1 1,0 0,0 0,2 0,0 1,1-1,0 1,1 0,1 0,-1-6,0 0,1 0,0 1,1-1,0 0,0 0,1 0,1 0,-1 0,2 0,-1 0,2-1,-1 1,1-1,0 0,1 0,0 0,1-1,0 1,0-1,0-1,7 6,-2-5,1 0,1-1,-1-1,1 0,0-1,0 0,0-1,1 0,0-1,0-1,0 0,2-1,169-4,-74-10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4.1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1,'2'20,"3"23,1 21,1 14,2 10,0 7,-2-3,-2-4,-2-9,-2-11,0-12,-1-16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4.9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57,'43'-18,"-34"17,68-14,0 4,1 4,0 3,57 4,-112 0,-1 1,1 1,-1 1,1 0,-1 2,0 1,-1 0,1 2,-1 0,-1 2,1 0,-2 1,1 1,6 6,-22-13,0-1,0 1,0 0,0 0,-1 0,0 1,0-1,0 1,-1 0,1 0,-1 0,-1 0,1 0,-1 0,0 0,-1 1,0-1,0 0,0 1,0-1,-1 0,0 0,0 0,-1 0,0 0,0 0,0 0,-1 0,0-1,0 1,0-1,-1 0,-1 1,-8 12,-2-2,0 1,-1-2,-1 0,0-1,-1-1,0-1,-1 0,0-2,-1 0,0-1,-1 0,0-2,0-1,-8 1,22-4,23-4,-5 0,17 0,-1 1,1 1,0 2,0 1,0 0,-1 3,0 0,-1 1,1 2,-1 1,-1 1,23 14,-27-13,-2 0,1 1,-2 1,0 0,-1 2,0 0,-2 0,0 2,-1 0,-1 1,0 0,-2 1,0 0,-2 1,0 0,-2 0,5 21,-10-36,-1 0,0 1,-1-1,1 1,-2-1,1 0,-1 1,0-1,0 1,-1-1,0 0,0 0,-1 0,0 0,0 0,0-1,-1 1,0-1,0 0,-1 0,0 0,0-1,0 0,-1 0,0 0,-2 1,-15 7,-1-2,-1 0,0-1,0-2,-1-1,0-1,-1 0,1-3,-1 0,-14-1,-16 3,1-3,-1-2,1-3,-1-2,-39-10,64 5,31 10,1 0,-1-1,1 1,-1 0,1-1,-1 1,1 0,0-1,-1 1,1-1,-1 1,1 0,0-1,-1 1,1-1,0 1,0-1,-1 1,1-1,0 0,0 1,0-1,0 1,0-1,0 1,0-1,0 1,0-1,0 0,0 1,0-1,0 1,0-1,0 1,0-1,1 1,-1-1,0 1,0-1,1 1,-1-1,0 1,1-1,-1 1,1-1,-1 1,0 0,1-1,-1 1,1 0,-1-1,1 1,-1 0,1 0,-1-1,1 1,-1 0,1 0,0 0,-1 0,1 0,-1 0,1 0,-1 0,1 0,0 0,35-15,8 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5.6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644 69,'-17'-10,"-1"1,0 0,0 1,0 1,-1 1,0 1,-1 0,1 1,-1 1,0 1,0 1,0 1,1 1,-1 0,0 1,0 2,1 0,0 1,-1 0,2 2,-1 0,1 1,0 1,1 1,0 0,1 2,0 0,0 0,1 1,1 1,0 1,-1 2,10-11,1 0,-1-1,1 2,0-1,0 0,0 1,1 0,0-1,1 1,0 0,0 1,0-1,1 0,0 1,0-1,1 0,0 1,0-1,1 1,0-1,0 0,0 1,1-1,1 0,-1 0,1 0,0-1,0 1,1-1,0 1,0-1,1 0,2 2,13 8,0-1,1-1,1-1,0-1,1-1,0 0,1-2,0-1,0-1,11 1,-9 0,9 2,19 3,0 3,0 2,-2 2,0 3,-2 2,-1 2,0 2,20 18,-60-39,0 1,-1 0,1 0,-2 0,1 1,-1 0,-1 0,3 7,-7-13,0 0,0 0,-1 0,0 1,1-1,-1 0,-1 1,1-1,-1 1,1 0,-1-1,-1 1,1-1,-1 1,0-1,0 1,0-1,0 0,-1 1,1-1,-1 0,0 0,-1 0,0 0,-9 8,-1 0,-1-1,0-1,0-1,-1 0,0 0,-1-2,0 0,0 0,0-2,-1 0,0-1,0-1,0 0,-1-1,-54 10,-1-4,0-2,-1-4,-7-4,74 2,6 1,0-1,0 1,0-1,0 0,0 1,0-1,0 0,0 0,0 0,0 0,0 0,0 0,0 0,0 0,0 0,0 0,0-1,0 1,0 0,0-1,0 1,0-1,0 1,0-1,0 1,0-1,1 0,-1 1,0-1,0 0,1 0,-1 0,1 1,-1-1,0 0,1 0,0 0,-1 0,1 0,0 0,-1 0,1 0,0 0,0 0,0-1,3-9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6.5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473 0,'-14'3,"-11"2,-10 8,-9 6,-8 4,-4 3,0-1,3-2,7-3,7-5,10-5,11-4,13-3,12-2,12-4,10-3,-1-1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48.6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95 202,'-10'17,"2"0,0 1,1 0,0 1,2-1,0 1,2 0,0 1,1-1,0 0,2 6,-2 75,5 1,4-1,7 19,9 142,-23-222,-2-25,-4-25,-11-65,3-1,-2-53,13 103,-11-110,6 0,9-103,1 209,0 1,2-1,1 1,9-28,-12 50,1-1,0 1,1 0,0 0,0 0,0 1,1-1,1 1,-1 0,1 1,0-1,0 1,1 0,0 1,0-1,0 2,1-1,-1 1,4-2,6 2,0 0,0 1,1 1,-1 0,1 1,-1 1,1 1,-1 1,0 0,1 1,-1 1,0 0,-1 1,1 1,-1 1,0 0,13 9,-10-6,-1 1,0 1,0 1,-1 0,-1 1,2 3,-11-10,-1-1,0 1,0 0,-1 1,0-1,0 1,0 0,-1 1,-1-1,1 0,-2 1,1 0,-1 0,0 0,0 7,-2-10,-1 0,1 1,-1-1,-1 0,1 1,-1-1,0 0,0 0,-1 0,0-1,0 1,0-1,-1 1,0-1,0 0,0 0,0-1,-1 1,0-1,0 0,-5 3,-10 6,0 0,-1-2,-1 0,0-2,-6 2,-45 12,-1-2,-1-4,-34 1,100-16,1-1,6-1,-1 0,1 0,-1 0,1 0,-1 0,1 1,-1-1,1 1,0 0,-1-1,1 1,0 0,-1 0,1 1,0-1,0 0,0 1,0 0,0-1,0 1,1 0,-1 0,1 0,-1 0,1 0,-1 0,1 0,0 0,0 1,30 57,5-19,2-1,1-2,3-1,0-2,3-2,30 18,-6-10,1-4,1-2,2-3,2-4,1-2,0-4,2-3,0-3,1-4,35-1,-112-11,-1 0,1 0,0-1,0 1,0 0,-1-1,1 1,0 0,0-1,0 1,0 0,0-1,0 1,0 0,0-1,0 1,0 0,0-1,0 1,0 0,0-1,0 1,0 0,0-1,0 1,1 0,-1-1,0 1,0 0,0-1,1 1,-1 0,0 0,0-1,1 1,-1 0,0 0,0-1,1 1,-1 0,-10-8,-3-4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2.0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7948 0,'-78'5,"1"3,0 3,0 4,-8 6,-50 8,-855 124,986-152,-992 108,-56 8,698-66,-560 65,-275-26,526-43,-69-30,574-21,0-7,-15-10,170 21,2 0,0 0,0 1,0-1,0 0,0 0,0 1,0-1,0 0,0 0,0 0,0 0,0 0,0-1,0 1,0 0,0 0,0-1,0 1,0-1,0 1,0-1,1 1,-1-1,0 1,0-1,0 0,1 1,-1-1,0 0,1 0,-1 1,1-1,-1 0,1 0,-1 0,1 0,-1 0,1 0,0 0,0 0,114-62,396-170,227-58,-687 272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2.6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0,'21'14,"20"9,21 5,21 2,20 3,17 3,12 2,7 1,2 1,0 1,-4 0,-6-3,-26-8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5.5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1171,'-1'-21,"1"0,1 1,1-1,0 0,2 1,0 0,6-14,-2 1,69-268,-76 298,-1-1,0-1,1 1,0 0,0 0,0 0,0 1,1-1,0 0,-1 0,1 1,0-1,1 1,-1 0,1-1,-1 1,1 0,0 0,0 1,1-1,-1 1,0 0,1-1,-1 1,1 1,0-1,0 1,0-1,2 0,2 4,1 1,-1 0,0 0,-1 0,1 1,-1 0,0 1,0-1,0 1,0 1,-1-1,3 4,0-1,31 24,-2 2,-1 2,-2 1,-2 2,11 18,-39-52,-1 0,-1 0,1 0,-1 1,0-1,0 1,0-1,-1 1,0 0,0 0,0 0,-1 0,0 1,0-1,-1 0,0 0,0 1,0-1,-1 0,1 0,-2 1,1-1,-1 0,0 0,0 0,0-1,-1 1,0 0,0-1,-1 0,-2 4,3-6,1 0,-1 0,0-1,0 1,0-1,0 0,-1 0,1 0,-1 0,1 0,-1-1,1 0,-1 0,0 0,0 0,1 0,-1-1,0 0,0 0,0 0,0 0,0 0,0-1,1 0,-1 1,0-1,0-1,1 1,-1-1,1 1,-1-1,1 0,0 0,0-1,0 1,0-1,0 1,0-1,1 0,-1 0,1 0,0 0,0-1,0 1,-2-4,2-2,-1 0,1-1,0 1,1-1,0 1,1-1,0 1,0-1,1 1,0-1,1 1,0-1,0 1,1 0,2-5,70-128,-15 51,-24 40,-3-2,-2-1,17-44,-34 61,-1-1,-2-1,-1 0,-3 0,-1-1,-1 0,-2-23,-9 10,-1 52,-10 62,9 28,5 0,4 0,3 0,8 26,-10-87,-1-15,3 46,2 1,3-2,2 1,3-1,19 52,-30-102,0 0,0 0,0 0,1 0,1-1,-1 0,1 1,0-2,1 1,-1 0,2-1,-1 0,0-1,1 0,0 0,0 0,1 0,-1-1,1-1,0 1,0-1,0-1,1 1,-1-1,1-1,-1 0,1 0,-1 0,1-1,0-1,5 0,34-15,-8-6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5.8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139 114,'-23'4,"-11"2,-4 2,9 2,14 1,27 0,32-6,35-9,34-12,29-11,21-6,7-3,-7 6,-31 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6.1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102 273,'0'11,"-1"-7,0 1,0-1,1 0,-1 0,1 1,0-1,1 0,-1 0,1 1,-1-1,1 0,1 0,-1 0,0 0,1 0,0 0,0 0,0-1,1 1,-1 0,1-1,-1 0,1 0,0 0,1 0,-1 0,0-1,1 1,0-1,2 2,5-4,-1 0,1 0,0-1,0 0,-1 0,1-2,-1 1,0-1,0-1,0 0,0 0,0-1,-1 0,0-1,0 0,0 0,-1-1,0 0,0 0,0-2,-1 4,-1 0,-1-1,1 0,-1 1,0-2,0 1,-1-1,1 1,-1-1,-1 0,0-1,0 1,0-1,-1 1,0-1,0 0,-1 1,0-1,-1 0,1 0,-1 0,-1 0,0 0,0 0,0 0,-1 1,-2-6,-1 5,0 0,0 0,-1 0,0 1,0 0,-1 0,0 1,0 0,-1 0,0 0,0 1,0 0,0 1,-1 0,1 0,-1 1,0 0,-1 1,1 0,0 0,-1 1,1 0,-1 0,1 1,0 1,-1-1,1 2,-1-1,1 1,0 1,-5 1,3 1,1 0,1 1,-1 0,1 1,0-1,0 2,1-1,0 1,1 1,-1-1,2 1,-1 1,1-1,1 1,-1 0,2 0,-1 0,2 1,-1 0,1 0,1 0,0 0,1 0,0 1,1-6,0-1,1 1,0-1,0 1,0-1,1 0,0 0,0 0,0 0,1 0,-1 0,1 0,0-1,1 1,-1-1,1 0,0 0,0 0,0-1,0 1,1-1,-1 0,6 2,28 13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6.3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6.6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1 446,'0'0,"0"0,1 0,-1 0,1 0,-1 1,1-1,-1 0,0 0,1 0,-1 0,1 0,-1 1,0-1,1 0,-1 0,0 1,1-1,-1 0,0 0,1 1,-1-1,0 0,0 1,1-1,-1 1,0-1,0 0,0 1,1-1,-1 1,0-1,0 0,0 1,0-1,0 1,0-1,0 0,0 1,0-1,0 1,0-1,0 1,0-1,0 0,-1 1,1-1,0 1,0-1,0 0,-1 1,1-1,0 0,0 1,-1-1,1 0,-1 1,49-78,121-273,-147 313,-13 56,-7 61,-2-34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6.8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1,'0'13,"0"12,3 9,0 2,2 2,5 0,2-6,7-4,5-6,2-6,4-8,3-8,4-11,-1-10,1-8,-4-9,-8 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8.0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0 197,'15'10,"0"0,-2 1,1 0,-1 1,-1 1,0 0,-1 1,0 0,-1 0,-1 1,0 1,-1-1,-1 1,3 11,44 126,-54-151,0 0,1-1,-1 1,1-1,-1 1,1 0,-1-1,1 1,0-1,0 1,0-1,0 0,0 1,0-1,0 0,0 0,1 0,-1 0,0 0,1 0,-1 0,1 0,-1 0,1-1,-1 1,1 0,-1-1,1 0,0 1,-1-1,1 0,0 0,-1 0,1 0,0 0,0 0,-1 0,1-1,-1 1,1-1,0 1,0-1,8-6,0-1,-1 0,1 0,-2-1,1-1,-1 1,-1-1,0 0,0-1,-1 0,0 0,0-3,9-18,-2-1,-1 0,-2-1,-1-1,-2 1,-2-1,2-28,-16 120,8-48,0 0,0 0,1 0,0 0,1 0,0 0,1 0,0 0,0 0,1-1,0 1,0-1,1 0,0 0,0 0,1 0,0-1,1 1,-1-1,1-1,1 1,-1-1,1 0,4 2,9 1,1-2,0 0,1-1,0-1,-1-1,2-1,-1-1,0 0,0-2,0-1,1-1,-1-1,14 1,-1-2,0-1,0-2,0-1,-1-2,0-2,-1-1,-1-1,0-2,0-1,9-8,-31 17,1-1,-2 0,1 0,-2-1,1 0,-1 0,0-1,-1 0,-1-1,0 1,1-4,-5 9,1 1,-1-1,-1 0,1 1,-1-1,0 0,0 0,-1 0,0 0,0 0,0 0,-1 0,0 0,0 0,0 0,-1 0,0 0,0 1,-1-1,1 1,-1 0,0-1,-1 1,1 0,-2 0,0-1,0 1,-1 0,1 0,-1 0,0 1,-1 0,1 0,-1 1,0-1,0 1,0 1,0 0,0 0,-1 0,1 1,0 0,-1 0,1 0,-1 1,1 1,-1-1,1 1,-1 1,1-1,0 1,-1 0,1 1,0 0,1 0,-1 0,0 1,1 0,0 0,0 1,0 0,0 0,1 0,0 1,0-1,1 1,-2 3,2-3,0 0,1 1,-1-1,2 1,-1 0,1 0,0 0,0 0,1 0,0 0,0 0,1 0,0 1,0-1,1 0,0 0,0 0,0 1,1-1,0 0,1-1,-1 1,1 0,1-1,-1 0,1 1,0-1,1-1,-1 1,1-1,0 1,0-2,1 1,0 0,0-1,0 0,6 2,0-1,2-2,-1 1,0-2,1 0,-1-1,1 0,-1-1,1 0,0-1,-1-1,1 0,-1 0,0-2,0 0,0 0,0-1,-1-1,0 0,0-1,0 0,-1 0,0-1,0-1,-1 0,0-1,-1 0,3-4,0 4,-15 23,1-3,-6 22,3 0,0 1,3 0,0 0,2 0,2 0,0 0,3-1,0 1,12 42,3-1,4 0,11 20,-20-56,3 6,-1 1,-2 0,-2 1,-3 0,-1 1,-1 11,-7-51,0-1,0 1,-1-1,0 1,0 0,-1-1,0 1,0-1,-1 0,1 1,-1-1,-1 0,1 0,-1 0,0 0,0 0,-1-1,0 1,0-1,0 0,-1 0,1-1,-1 1,0-1,0 0,-1-1,1 1,-1-1,0 0,0 0,0-1,0 1,-5 0,1-2,0-1,0 0,0-1,1 1,-1-2,0 0,0 0,1 0,-1-1,1-1,0 0,0 0,0-1,1 0,-1 0,1-1,-3-3,-11-8,1-2,2 0,0-2,1 0,-11-16,10 11,2-1,1 0,1-1,1-1,2 0,-7-26,14 40,1 0,1-1,0 1,1-1,1 0,1 0,0 1,1-1,1 0,0 0,1 1,0-1,2 1,3-9,2 4,0 2,1 0,0 0,2 1,0 0,1 1,0 1,2 0,-1 1,2 0,15-9,22-11,1 2,1 3,21-7,410-157,-428 172,-44 16,-9 3,1 0,-1-1,1 0,-1 0,0 0,0 0,0-1,0 0,0 0,2-3,-8 6,1 1,-1-1,1 0,-1 1,1-1,-1 0,0 1,1-1,-1 0,0 1,1-1,-1 0,0 1,0-1,0 0,0 0,0 1,0-1,0 0,0 0,0 0,0 1,0-1,0 0,0 0,-1 1,1-1,0 0,-1 1,1-1,0 0,-1 1,1-1,-1 0,1 1,-1-1,1 1,-1-1,1 1,-1-1,0 1,1 0,-1-1,0 1,1-1,-1 1,-35-13,26 13,-1 0,1 0,-1 0,1 2,0-1,-1 1,1 1,0 0,0 0,1 1,-1 0,1 0,0 1,0 1,0 0,1 0,-1 0,2 1,-1 0,1 1,0 0,0 0,1 0,0 1,1 0,0 0,0 0,1 1,0 0,1-1,0 1,-1 10,3-15,0 0,1 0,0 0,0 0,0 0,0 0,1 0,0 0,0 0,0 0,1-1,-1 1,1 0,0-1,1 1,-1-1,1 0,0 0,0 0,0 0,0 0,1 0,0-1,-1 0,1 0,1 0,-1 0,0-1,1 1,-1-1,3 1,3 1,0-1,0 0,1-1,-1 1,0-2,1 0,-1 0,1-1,-1 0,1-1,-1 0,1 0,-1-2,0 1,1-1,-1 0,-1-1,1 0,0-1,-1 0,0-1,0 1,-1-2,0 1,0-1,0-1,-1 1,0-1,0 0,-1-1,0 0,-1 0,0 0,0 0,-1-1,0 0,0 0,-2 0,1 0,-1-1,0 1,-1-5,0 12,-1-1,0 0,0 1,0-1,0 1,0-1,-1 0,1 1,-1-1,0 1,0-1,-1 1,1 0,-1-1,0 1,1 0,-1 0,-1 0,1 0,0 0,-1 1,1-1,-1 1,0 0,-2-2,3 4,1 0,-1 0,1 0,0 1,-1-1,1 0,-1 1,1-1,0 1,-1 0,1-1,0 1,0 0,0 0,-1 0,1 0,0 0,0 0,0 0,0 0,1 0,-1 0,0 0,0 1,1-1,-1 0,1 1,-1-1,1 0,-1 1,1-1,0 2,-9 48,8-42,2 0,-1 0,1 1,1-1,0 0,0-1,1 1,0 0,0-1,1 1,0-1,1 0,-1 0,2-1,-1 1,1-1,0 0,0-1,1 1,0-1,0-1,1 1,-1-1,1-1,0 1,1-1,-1-1,1 1,2-1,36 10,0-2,1-2,0-2,0-3,0-1,1-3,-1-2,8-3,58-3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9.0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0,'0'21,"0"19,0 20,2 18,3 11,3 4,3-2,1-7,-1-10,-3-12,-6-14,-5-16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6:59.5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67,'21'-11,"1"1,1 1,-1 1,1 1,1 1,-1 0,1 2,0 1,0 1,0 2,9 0,-10 0,-1 2,1 0,-1 2,0 0,0 2,17 5,-32-8,1 0,0 0,-1 0,0 1,0 0,0 0,-1 1,1 0,-1 0,0 1,0 0,-1 0,0 0,0 0,0 1,-1 0,0 0,0 0,-1 0,2 4,-4 0,-1-1,0 1,0 0,-1 0,-1 0,0-1,0 1,-1-1,0 1,-1-1,0 0,0 0,-1-1,-1 0,0 1,0-2,0 1,-1-1,-1 0,1 0,-1-1,-9 7,-14 15,-2-1,0-1,-2-2,-26 14,37-25,24-14,1 0,-1 0,0 0,0 0,1 0,-1 0,0 0,0 1,1-1,-1 0,0 0,0 0,1 0,-1 0,0 1,0-1,0 0,0 0,1 0,-1 1,0-1,0 0,0 0,0 1,0-1,1 0,-1 0,0 1,0-1,0 0,0 0,0 1,0-1,0 0,0 0,0 1,0-1,0 0,42-5,-7-1,0 3,1 0,-1 3,3 0,-21 1,-1 0,1 2,-1-1,1 2,-1 0,0 1,0 1,-1 0,0 1,0 1,-1 0,1 1,-2 0,1 1,-1 1,-1 0,0 1,-1 0,5 8,-12-15,-1 0,-1 1,1-1,-1 1,0 0,0 0,-1 0,0-1,0 2,0-1,-1 0,1 0,-2 0,1 0,-1 0,0 0,0 0,0 0,-1 0,0 0,0-1,0 1,-1-1,0 1,0-1,-3 4,-4 4,-1 0,0-1,-1 0,0-1,-1 0,0-1,0-1,-1 0,-6 2,-3 3,-2-2,1 0,-2-2,1-1,-2-1,1-1,-1-1,0-1,0-2,-27 0,52-2,-1-1,0 0,0 0,0 0,0 0,0 0,0 0,0-1,1 1,-1-1,0 0,0 0,1 0,-1 0,1-1,-1 1,1-1,-1 1,1-1,0 0,0 0,0 0,0 0,0 0,0-1,0 1,1-1,-1 1,1-1,0 1,0-1,0 0,0 1,0-1,0 0,1 0,0 0,-1 0,1 0,0 0,0 0,7-26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7:00.0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406 0,'-7'0,"-180"12,175-10,0 0,0 1,1 0,-1 1,1 0,0 1,0 1,0-1,1 2,0 0,0 0,0 0,1 1,-1 2,4-3,1 0,0 0,0 1,1 0,0-1,0 1,1 1,0-1,0 1,1-1,0 1,1-1,0 1,0 0,0 0,2 0,-1 0,1-1,0 1,1 0,0 0,0-1,1 1,0-1,0 0,1 0,0 0,1-1,-1 1,2-1,-1 0,1 0,3 3,19 11,1-2,1 0,0-2,1-2,23 9,22 11,-49-21,1 0,-2 2,0 1,-1 1,4 6,-21-17,-1 0,1 1,-1-1,-1 1,0 1,0-1,0 1,-1 0,0 1,-1-1,0 1,-1 0,0 0,0 0,-1 0,-1 0,1 3,-2-7,0 0,-1-1,0 1,1 0,-2-1,1 1,-1-1,0 1,0-1,0 0,-1 0,0 0,0 0,0 0,0-1,-1 1,0-1,0 0,0 0,0 0,-1-1,1 0,-1 1,0-2,0 1,-3 1,-11 4,0 0,0-1,0-1,-1-1,0 0,-18 1,-15 0,1-3,-1-2,-25-3,47-4,30 6,1-1,-1 1,1 0,-1-1,1 1,0 0,-1-1,1 1,0 0,-1-1,1 1,0-1,-1 1,1-1,0 1,0-1,-1 1,1-1,0 1,0-1,0 1,0-1,0 1,0-1,0 1,0-1,0 1,0-1,0 1,0-1,0 0,0 1,1-1,-1 1,0 0,0-1,0 1,1-1,-1 1,0-1,1 1,-1-1,0 1,1 0,-1-1,1 1,-1 0,1-1,-1 1,1 0,9-11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7:00.7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0,'18'69,"3"55,-6 0,-6 1,-4 0,-7 0,-6 21,5-64,2-71,1-10,-1 1,0-1,1 1,-1 0,1-1,0 1,0 0,0 0,0-1,0 1,0 0,0 0,0-1,1 1,-1 0,0-1,1 1,0 0,-1-1,1 1,0-1,0 1,0-1,0 1,0-1,0 0,0 0,1 1,-1-1,0 0,1 0,-1 0,1 0,-1 0,1-1,-1 1,2 0,7-2,1 0,-1-1,1 0,-1-1,0 0,0-1,0 0,0 0,0-2,26-9,33-8,2 2,1 3,0 4,1 3,46-1,13 1,-134 10,-8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3:36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1182 598,'-7'19,"-2"18,1 18,1 15,2 12,4 5,2 2,2-1,-1-6,0-8,0-13,-1-15</inkml:trace>
  <inkml:trace contextRef="#ctx0" brushRef="#br0" timeOffset="1">995 558,'27'-16,"0"2,1 1,0 1,1 1,1 1,-1 2,2 1,-1 1,14 1,-31 2,-1 0,1 1,0 0,0 1,0 1,0 0,0 1,0 0,0 1,0 1,0 0,-1 0,12 6,-22-8,1 1,0-1,-1 1,1 0,-1 0,0 0,0 0,0 1,0-1,0 1,0-1,0 1,-1 0,1-1,-1 1,0 0,0 0,0 0,0 0,-1 0,1 0,-1 0,0 0,1 0,-1 0,-1 1,1-1,-1 3,-1 2,0 1,-1 0,0-1,-1 1,0-1,0 0,0 0,-1-1,-4 5,-28 32,-2-2,-2-2,-2-1,-18 10,32-24,-11 17,41-41,-1 0,1 0,0 0,0 0,0 0,0 0,0 0,0 0,0 0,0-1,0 1,0 0,0-1,0 1,0-1,1 1,-1-1,0 0,0 1,1-1,-1 0,0 0,0 0,1 0,-1 0,0 0,1 0,-1-1,0 1,3 0,99 5,-66-6,-1 2,0 1,-1 2,1 1,-1 2,0 2,0 1,-1 2,1 1,-30-12,-1 1,1 0,-1 0,1 0,-1 0,0 0,0 1,0 0,0 0,0 0,-1 0,1 1,-1-1,0 1,0 0,0 0,-1 0,0 0,1 1,-1-1,-1 1,1-1,-1 1,1 0,-1-1,-1 1,1 0,-1 0,1 0,-2-1,1 1,0 0,-1 1,-7 5,0 0,-1-1,0 0,0-1,-1 0,0 0,-1-1,0 0,0-1,-1-1,0 1,0-2,0 0,-6 2,-19 9,1-2,-2-2,0-1,0-2,-1-1,0-3,0-1,0-1,-7-3,22-2,8-2</inkml:trace>
  <inkml:trace contextRef="#ctx0" brushRef="#br0" timeOffset="2">2506 532,'-78'-42,"60"35,0 1,0 1,-1 0,0 2,1 0,-1 1,0 0,0 2,0 0,-1 2,2 0,-1 1,0 0,1 2,-1 0,1 1,-5 4,9-4,1 0,0 1,0 1,1 1,0-1,0 2,1 0,0 0,1 1,0 0,1 1,0 0,1 0,0 2,7-11,-1 0,1 1,0-1,1 0,-1 1,1-1,-1 1,1-1,0 1,0-1,0 1,1-1,0 1,-1-1,1 1,0-1,0 0,1 1,-1-1,1 0,0 0,0 0,0 0,0 0,0-1,0 1,1-1,-1 1,1-1,0 0,0 1,101 51,-33-26,-21-10,-1 2,-1 2,-1 2,-1 2,31 24,-65-41,-1 1,0 1,0 0,-1 1,0 0,-1 0,-1 1,0 1,-1-1,1 2,-6-9,1-1,-1 1,0-1,-1 1,1 0,-1-1,0 1,-1 0,0 0,1 0,-2 0,1 0,-1 0,0-1,0 1,0 0,-1 0,0-1,0 1,-1-1,1 0,-1 1,0-1,-1-1,1 1,-1 0,-2 1,-4 3,-1 0,0 0,-1-1,0 0,0-1,-1-1,0 0,0-1,0 0,-1-1,1 0,-1-1,-11 1,-185 5,134-12,77 2</inkml:trace>
  <inkml:trace contextRef="#ctx0" brushRef="#br0" timeOffset="3">3081 678,'-5'6,"1"0,0 1,0-1,0 1,1 0,0 0,0 0,1 0,-1 0,2 1,-1-1,0 7,1-7,-13 96,4 2,5-1,5 28,0-98,1 183,2-185,2-28,-1-20,11-221,-14 192,-18-495,16 516,-1 5,1-1,1 0,1 0,0 0,2 0,0 1,1-1,4-9,-7 26,1-1,-1 1,1-1,0 1,0 0,0 0,0 0,1 0,-1 0,1 0,0 1,0-1,0 1,0 0,0 0,0 0,1 0,-1 1,1-1,-1 1,1 0,-1 0,1 0,0 0,0 1,-1-1,1 1,0 0,2 1,6 0,0 0,-1 2,1-1,-1 1,1 1,-1 0,0 1,8 4,-1 1,1 1,-2 1,1 0,-1 2,-1-1,-1 2,0 0,4 6,-13-13,0-1,0 2,0-1,-1 1,0-1,-1 1,0 0,0 1,-1-1,0 1,-1 0,0-1,-1 1,0 0,0 0,-1 0,0 0,-2 8,0-9,0-1,-1 1,-1-1,1 0,-2 1,1-2,-1 1,0 0,0-1,-1 0,0 0,0-1,-1 0,0 0,0 0,0-1,-1 0,0 0,1-1,-4 1,-13 7,0-2,-1-1,0-2,0 0,-1-1,-11 0,-79 6,116-12,-1 1,1-1,0 1,-1-1,1 0,0 1,-1-1,1 1,0-1,0 1,-1-1,1 1,0-1,0 1,0-1,0 1,0-1,0 1,0-1,0 1,0-1,0 1,0-1,0 1,0-1,0 1,0-1,1 1,-1-1,0 1,0-1,1 0,-1 1,0-1,1 1,-1-1,0 0,1 1,-1-1,0 0,1 1,-1-1,1 0,-1 1,1-1,-1 0,1 0,-1 0,0 0,1 1,-1-1,1 0,0 0,-1 0,1 0,-1 0,1 0,0 1,211 155,-101-56,-72-61,3-2,1-1,1-3,2-1,24 11,-58-37,0 0,0 0,0-2,0 1,1-1,0-1,0 0,0-1,0-1,0 0,0 0,1-1,-1-1,0 0,0-1,0-1,0 0,0 0,2-3,-12 5,1 0,-1-1,0 1,0-1,0 0,-1 0,1 0,0 0,-1-1,1 1,-1-1,0 1,0-1,0 0,0 0,0 0,0 0,-1 0,0 0,1-1,-1 1,-1 0,1-1,0 1,-1-3,-3-18</inkml:trace>
  <inkml:trace contextRef="#ctx0" brushRef="#br0" timeOffset="4">4457 117,'5'100,"4"-1,17 70,0-2,6 144,-14 0,-13 1,-14 21,8-314,-11 48,11-66,0 0,-1 0,1 0,-1 0,1 0,-1 0,1 0,-1-1,0 1,1-1,-1 1,0-1,1 0,-1 0,0 1,0-1,1 0,-1-1,0 1,0 0,1 0,-1-1,0 1,1-1,-1 0,-1 0,1 0,-279-67,111 56,0 7,0 8,-1 7,2 7,-59 19,12-8,-345 32,-2-26,-284-28,219-16,619 10,8 0,-1 1,1-1,-1 1,1-1,-1 0,1 0,-1 0,1 0,-1 0,1 0,-1 0,0-1,1 1,-1 0,1-1,-1 1,1-1,0 0,-1 1,1-1,0 0,-1 0,1 0,0 0,0 0,0 0,0 0,0 0,0-1,0 1,0 0,0 0,1-1,-1 1,0-1,1 1,-1-1,13-118,-3-49,-7 0,-7 0,-10-21,-2 36,-7 1,-6 1,-7 1,-39-95,51 177,5 19,3-1,1-1,1-15,14 65,0 0,1 0,-1 0,1 0,-1 0,1 0,0 0,0 0,0 0,0 0,0-1,0 1,1 0,-1 0,1 0,0 0,-1 0,1 0,0 0,0 0,0 1,0-1,1 0,-1 0,0 1,1-1,-1 1,1-1,0 1,-1 0,1 0,0-1,0 1,0 0,0 1,0-1,0 0,0 0,0 1,0 0,0-1,46-8,1 3,-1 1,1 2,-1 3,1 2,29 5,9-2,744 21,271-47,-857 8,908-26,-486 63,-663-24,-4 1,1-1,0 0,-1 1,1-1,0 0,0 0,-1 0,1 0,0 0,0 0,-1 0,1 0,0 0,-1 0,1 0,0 0,0 0,-1 0,1-1,0 1,-1 0,1-1,0 1,-1 0,1-1,-1 1,1-1,0 1,-1-1,1 1,-1-1,1 1,-1-1,0 0,1 1,-1-1,0 1,1-1,-1 0,0 0,-3-8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0,'19'2,"19"1,14 0,13-1,6 0,3-1,-8-1,-11 1,-16-1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17,'16'2,"16"1,17 0,16-3,13-3,6-4,1-1,-15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14 417,'5'16,"3"17,1 14,-1 12,-3 10,-3 5,-6 3,-5-2,-4-5,-1-10,4-15</inkml:trace>
  <inkml:trace contextRef="#ctx0" brushRef="#br0" timeOffset="1">27 444,'-1'-9,"-1"0,1 0,0 0,1 0,0 0,0 0,1 0,0 0,1 0,0 1,0-1,1 0,0 1,0 0,1-1,0 2,1-1,-1 0,2 1,-1 0,1 0,0 0,0 1,1 0,0 0,0 0,0 1,9-4,-3 3,0 0,1 0,0 1,0 1,0 1,1 0,-1 1,1 0,0 1,-1 1,1 0,0 1,-1 1,1 0,-1 1,1 0,-1 1,0 1,0 0,-1 1,0 1,0 0,0 0,8 8,-16-10,0 1,0-1,0 1,-1 0,0 0,0 1,-1-1,1 1,-1 0,-1 0,0 0,0 0,0 0,0 0,-1 1,-1-1,1 1,-1-1,-1 0,1 1,-1-1,0 0,-1 1,0-1,0 0,0 0,-1 0,0 0,-2 1,-9 14,0-1,-2-1,-1 0,-1-1,0-1,-1 0,-1-2,-1 0,0-2,-1 0,0-1,-1-1,-1-1,0-2,-17 5,-113 24,187-24,17 10,-1 3,0 1,-3 3,0 1,23 24,-2-4,-62-46,1-1,-1 1,1-1,0-1,1 1,-1-1,1 0,-1-1,1 1,0-1,1-1,-1 1,0-1,1 0,-1-1,1 0,0 0,-1-1,1 0,0 0,-1-1,1 0,-1 0,8-2,-5-6,0 1,0-1,-1-1,0 0,-1 0,0 0,0-1,-1-1,-1 1,0-1,0 0,-2 0,1-1,-1 0,-1 1,0-1,-1 0,-1-1,0 1,0 0,-1 0,-1 0,0-1,-3 145,4-111,1 0,0 0,2 0,0 0,1-1,1 1,1-1,0 0,2 1,-6-16,-1-1,1 0,0 0,0 0,1 0,-1 0,1 0,-1 0,1-1,0 1,0-1,0 0,0 0,0 0,2 1,16 3</inkml:trace>
  <inkml:trace contextRef="#ctx0" brushRef="#br0" timeOffset="2">843 338,'-18'4,"-9"7,-1 7,4 11,12 6,16 5,18 2,5-6</inkml:trace>
  <inkml:trace contextRef="#ctx0" brushRef="#br0" timeOffset="3">1338 913,'-7'-13,"-2"0,1 1,-1 0,-1 1,0 0,-1 0,0 1,-1 0,-8-5,16 12,-1 1,1-1,-1 0,1 1,-1 0,0 0,0 1,0-1,0 1,0 0,0 0,0 1,-1 0,1 0,0 0,0 0,0 1,-1 0,1 0,0 0,0 0,0 1,1 0,-1 0,0 1,1-1,-1 1,1 0,-1 1,-3 4,0 0,0 0,1 1,0 0,1 1,0 0,1 0,0 0,0 0,1 1,0 0,1 0,0 0,1 0,0 0,1 1,0 5,1-14,-1 0,1-1,0 1,0 0,0 0,1-1,-1 1,1 0,-1-1,1 1,0-1,0 1,0 0,0-1,1 0,-1 1,1-1,-1 0,1 0,0 0,0 0,0 0,0 0,0 0,0-1,1 1,-1-1,0 0,1 1,-1-1,1 0,-1-1,1 1,0 0,-1-1,1 1,0-1,1 0,9-2,0 0,1-1,-2-1,1 0,0 0,-1-1,0-1,0 0,0-1,-1 0,0-1,0 0,-1-1,0 0,-1-1,0 0,6-8,34-50,-49 68,1 0,0 0,0 0,-1 0,1 0,0 1,0-1,-1 0,1 0,0 1,-1-1,1 1,0-1,-1 0,1 1,0-1,-1 1,1-1,-1 1,1 0,-1-1,0 1,1 0,-1-1,1 1,-1 0,0-1,0 1,1 0,-1-1,0 1,0 0,0 0,0 0,0-1,0 1,0 0,0 0,0-1,0 1,0 0,-1 0,1-1,0 1,0 0,-1 0,2 3,34 167,-13-80,-4 0,-5 2,-3 0,-4 34,-5-113,-1-1,0 1,-1-1,0 1,-1-1,-1 0,0 0,-1 0,0 0,-1-1,0 1,-1-1,0-1,-1 1,-1-1,0 0,0 0,-1-1,0-1,-1 1,-2 1,9-10,0 1,0 0,-1-1,1 0,0 1,-1-1,1-1,-1 1,1 0,-1-1,1 0,-1 0,1 0,-1 0,0 0,1-1,-1 0,1 0,0 0,-1 0,1 0,0 0,-1-1,1 0,0 0,0 0,1 0,-1 0,-1-1,-3-4,0-1,0 1,1-1,0-1,0 1,1-1,0 0,1 0,-3-8,1-1,0-1,2 1,0 0,1-1,2 0,-1 0,2 0,1 0,0 0,1 1,1-1,1 0,0 1,2 0,0 0,1 0,0 1,2 0,0 1,1 0,8-10,169-206,-48 67,-108 126,-1-2,-2-2,-2 0,-3-1,-1-2,-2 0,-2-2,-2 0,-2 0,-2-1,-3-1,-2 0,1-47,-21-28,12 119,-1 0,0 0,0 0,0 0,-1 0,0 0,0 0,-1 1,1 0,-1-1,0 2,-1-1,1 0,-1 1,0 0,0 0,-5-3,6 5,0 1,0-1,0 1,0-1,0 1,0 1,-1-1,1 0,0 1,-1 0,1 0,0 0,-1 1,1 0,0-1,0 1,0 1,-1-1,1 1,0-1,1 1,-1 0,0 1,0-1,1 1,0-1,-1 1,1 0,-2 3,-5 4,1 1,1-1,-1 1,2 1,0 0,0 0,1 0,-4 13,2-1,2 0,1 0,0 1,2-1,1 1,1 0,1 0,1 0,1 0,1-1,1 1,6 15,14 43,4-2,3-2,7 6,29 75,-52-121,-3 1,-1 0,-2 0,2 32,-2-27,-2-46,34-85,-25 47,-9 18,1 1,1 0,1 0,1 1,1 0,7-8,-18 26,-1 0,0 0,1 0,-1 0,0 1,1-1,-1 0,1 1,0-1,-1 0,1 1,0-1,-1 0,1 1,0-1,-1 1,1 0,0-1,0 1,0-1,-1 1,1 0,0 0,0 0,0-1,0 1,0 0,-1 0,1 0,0 0,0 0,0 0,0 1,0-1,0 0,-1 0,1 1,0-1,0 0,0 1,-1-1,1 1,0-1,0 1,-1-1,1 1,-1 0,1-1,0 1,-1 0,1-1,-1 1,1 0,-1 0,0 0,1-1,-1 1,0 1,22 100,-21-90,0-1,0 1,1-1,1 1,0-1,0 0,1 0,1-1,0 1,0-1,1 0,1 1,-5-8,0-1,0 1,0-1,1 0,-1 0,1 0,-1 0,1 0,0 0,0-1,-1 1,1-1,0 0,1 0,-1 0,0 0,0-1,0 1,0-1,1 0,-1 0,0 0,0 0,1 0,-1-1,0 0,0 1,0-1,0 0,0-1,0 1,0 0,0-1,0 0,1-1,6-4,-1 1,-1-2,1 1,-1-1,-1 0,0-1,0 0,0 0,4-10,7-21,-3-2,-1 0,-2 0,-3-1,0 0,-3-1,-2 0,-2 0,-1-5,-1 36,9-587,-10 560,-3 34,0 27,-17 147,7 1,8 1,2-102,3 1,3 0,3-1,3 0,8 25,-11-76,0-1,1 1,0-1,1-1,1 0,1 0,0 0,3 1,-9-11,1 0,0 0,0 0,1-1,0 0,-1 0,1 0,0 0,1-1,-1 0,1 0,-1 0,1-1,0 0,0 0,0 0,0-1,0 0,1 0,-1 0,0-1,0 0,4 0,-6-1,1 0,-1 0,0 0,0-1,0 1,0-1,0 0,-1 0,1-1,-1 1,1-1,-1 1,0-1,1 0,15-19</inkml:trace>
  <inkml:trace contextRef="#ctx0" brushRef="#br0" timeOffset="4">2260 671,'18'-4,"24"-5,26-4,26-5,22-2,17-1,-15 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 1,'0'0,"0"0,0 1,0-1,0 0,0 0,1 1,-1-1,0 0,0 0,0 0,0 1,1-1,-1 0,0 0,0 0,0 0,1 0,-1 1,0-1,0 0,1 0,-1 0,0 0,0 0,1 0,-1 0,0 0,0 0,1 0,-1 0,0 0,0 0,1 0,-1 0,0 0,0 0,1 0,-1-1,0 1,0 0,1 0,-1 0,0 0,0 0,0-1,1 1,-1 0,0 0,0 0,0-1,0 1,1 0,0 28,-35 183,34-209,-23 113,5 1,2 40,23-54,-7-98,2 0,-1-1,0 1,1 0,-1 0,1 0,0-1,1 1,-1-1,0 0,1 0,0 0,0 0,0 0,0 0,0-1,0 1,1-1,-1 0,1 0,0 0,0-1,1 1,12 1,0-1,0-1,0 0,0-1,0-1,0-1,0 0,0-1,0-1,16-6,-8 4,15-4,-1 2,1 1,0 2,1 2,1 2,11 7,-42-6</inkml:trace>
  <inkml:trace contextRef="#ctx0" brushRef="#br0" timeOffset="1">1416 134,'-52'-14,"0"3,0 1,-1 3,0 3,-17 1,61 3,-1 1,0 0,0 1,1 0,-1 0,1 1,0 1,0-1,0 1,0 1,-3 1,9-3,-1 0,0-1,1 1,0 0,0 1,0-1,0 1,0-1,1 1,-1 0,1 0,0 0,0 0,1 0,-1 0,1 1,0-1,0 0,0 1,1-1,-1 1,1-1,0 1,1-1,-1 3,2 3,1 0,0 0,0 0,1 0,0 0,1-1,0 1,0-1,1 0,0-1,1 0,0 0,0 0,3 2,119 90,119 47,-183-91,-63-54,0 0,-1-1,0 2,1-1,-1 0,0 0,0 0,0 0,0 1,-1-1,1 0,0 1,-1-1,0 1,0-1,1 0,-1 1,-1-1,1 1,0-1,-1 1,1-1,-1 0,0 1,0-1,1 0,-2 0,1 1,0-1,0 0,-1 0,1 0,-1 0,-12 10,0-2,-1 1,0-2,0 0,-1-1,0 0,0-1,-1-1,0-1,0 0,-4-1,-31 10,-1-2,0-2,-39 1,90-10,1 0,-1-1,1 1,-1-1,1 1,-1-1,0 0,1 0,-1 1,0-1,1 0,-1-1,0 1,1 0,-1 0,0-1,1 1,-1-1,1 1,-1-1,1 0,-1 1,1-1,-1 0,1 0,0 0,-1 0,1 0,0 0,0-1,0 1,0 0,0-1,0 1,0-1,0 1,1-1,-1 1,1-1,-1 1,1-1,-1 1,1-1,0 0,0-1,8-19</inkml:trace>
  <inkml:trace contextRef="#ctx0" brushRef="#br0" timeOffset="2">1763 495,'-5'24,"-1"0,-1-1,-1 0,-1 0,-5 8,-7 20,5-12,3 0,1 1,2 0,-4 40,12-62,5-24,3-31,3-72,-5 30,3-1,4 1,3 1,3 0,4 2,20-48,2 50,-42 72,1 0,-1 0,1 0,-1 0,1 1,0-1,-1 1,1-1,0 1,0 0,0 0,0 0,0 0,1 0,-1 0,0 1,0-1,1 1,-1-1,0 1,0 0,1 0,-1 0,0 0,1 0,-1 0,0 1,1-1,-1 1,0 0,0 0,0 0,0 0,1 0,4 5,-1 0,1 1,-1 0,-1 0,1 0,-1 1,0 0,-1 0,0 0,0 0,-1 1,0 0,0-1,-1 1,0 0,-1 0,0 0,0 1,-1 3,0 0,-1 0,-1-1,0 1,-1-1,0 1,-1-1,0 0,-1 0,0-1,-1 1,-1-1,1 0,-2-1,1 0,-1 0,-1 0,0-1,0 0,-1-1,0 0,-1-1,1 0,-1-1,-1 0,1 0,-1-1,-5 1,17-2,19-4,-13-1,19 0,-1 0,1 1,0 1,0 2,0 0,-1 2,0 1,0 0,0 2,-1 1,16 8,-27-11,0 1,-1 0,0 1,0 0,0 0,-1 1,-1 0,0 1,0 0,0 1,-2 0,1 0,-1 1,-1 0,0 0,-1 0,0 1,3 11,-8-19,0 0,0 0,0 0,0 0,-1 0,1 0,-1 0,-1 0,1 0,-1 0,0 0,0-1,0 1,-1-1,1 1,-1-1,0 0,0 0,-1 0,1-1,-1 1,0-1,0 0,0 0,-2 1,-8 5,-1 0,0-1,0-1,-1-1,0 0,0-1,-3 0,-10 1,0-1,-1-1,1-2,-1-1,0-2,0 0,-82-9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0 213,'13'8,"0"-2,1 0,0 0,0-1,0-1,0 0,1-1,-1-1,1 0,0-1,0 0,5-2,3 3,573 5,-414-8,-122 0,227 10,-282-9,-2 0,0 0,0 0,0 0,0 1,0-1,0 1,0 0,-1 0,1 0,0 0,0 0,-1 0,1 1,-1-1,1 1,-1 0,1 1,-3-2,-1 0,0 0,1-1,-1 1,0 0,0 0,0 0,0-1,0 1,0-1,0 1,0-1,0 1,0-1,0 1,0-1,0 0,0 1,0-1,0 0,-1 0,1 0,0 0,0 0,0 0,0 0,0-1,0 1,-1 0,1-1,0 1,0 0,0-1,-12-4</inkml:trace>
  <inkml:trace contextRef="#ctx0" brushRef="#br0" timeOffset="1">1097 0,'26'16,"2"-2,-1 0,2-2,0-1,0-1,1-2,0-1,31 3,-28-3,2 0,-17-5,-1 1,0 0,0 1,-1 1,1 1,-1 1,0 0,0 1,-1 0,4 4,-16-9,-1-1,1 0,-1 1,0-1,0 1,0 0,0 0,0 0,-1 0,1 0,-1 0,0 0,0 0,0 0,0 1,-1-1,1 0,-1 1,0-1,0 1,0-1,0 0,-1 1,1-1,-1 0,0 0,0 1,0-1,0 0,-1 0,1 0,-2 1,-68 87,-14-13,57-55,2 1,0 1,2 2,-12 15,35-41,0 0,0 0,0-1,0 1,0 0,0 0,0 0,0 0,0 0,0 1,1-1,-1 0,0 0,1 0,-1 1,1-1,-1 0,1 1,0-1,0 0,-1 1,1-1,0 0,0 1,0-1,0 1,1-1,-1 0,0 1,1-1,-1 0,0 1,1-1,0 0,-1 0,1 0,0 1,0-1,-1 0,1 0,0 0,0 0,0 0,0 0,0-1,2 2,16-1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1-24T15:15:51.7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169 181,'0'21,"0"15,-3 14,-4 8,-4 7,-5 2,-2-3,1-4,0-7,1-6,3-8,1-10,1-8,2-5,3-7,2-8,0-9,0-2</inkml:trace>
  <inkml:trace contextRef="#ctx0" brushRef="#br0" timeOffset="1">156 115,'16'32,"2"-1,2-1,1 0,1-2,12 12,-34-39,1-1,-1 1,1 0,-1 0,1 0,0 0,-1-1,1 1,0 0,0 0,0-1,-1 1,1-1,0 1,0-1,0 1,0-1,0 1,0-1,0 0,0 0,0 1,0-1,0 0,0 0,0 0,0 0,0 0,0 0,0 0,0-1,0 1,0 0,0-1,0 1,0 0,0-1,0 1,0-1,0 0,0 1,-1-1,1 0,0 1,0-1,118-142,-104 124,83-120,-98 139,0-1,0 1,1-1,-1 1,0-1,0 1,0-1,1 1,-1-1,0 1,1-1,-1 1,0 0,1-1,-1 1,1-1,-1 1,1 0,-1 0,0-1,1 1,-1 0,1 0,-1 0,1-1,0 1,-1 0,1 0,-1 0,1 0,-1 0,1 0,-1 0,1 0,-1 0,1 0,-1 0,1 1,-1-1,1 0,-1 0,1 0,-1 1,1-1,-1 0,1 1,-1-1,1 0,-1 1,0-1,1 0,-1 1,0-1,1 1,-1-1,0 1,0-1,1 1,-1-1,0 1,3 37,-3-32,-21 287,10-200,4 1,4 51,4-136,-2 2,2 0,-1-1,1 1,1-1,0 1,0-1,1 1,1-1,2 5,13-8,-9-14</inkml:trace>
  <inkml:trace contextRef="#ctx0" brushRef="#br0" timeOffset="2">1412 61,'-23'0,"0"2,1 0,-1 1,1 1,0 1,0 1,1 1,0 1,0 1,0 1,-4 3,5-5,0 1,1 1,0 1,1 0,0 1,1 1,1 1,0 0,0 1,-7 11,21-24,0 0,1 1,-1-1,0 1,1-1,0 1,0 0,0 0,0-1,0 1,0 0,1 0,-1 0,1 0,0 0,0 0,0 0,0 0,0 0,1 0,0 0,-1 0,1-1,0 1,0 0,1 0,-1-1,0 1,1-1,0 1,-1-1,1 1,0-1,0 0,1 0,-1 0,0 0,1-1,-1 1,1 0,-1-1,1 0,0 1,21 8,1 0,0-1,0-1,1-2,9 1,-14-4,0 2,-1 0,0 1,0 1,-1 1,1 0,-2 2,1 0,0 2,-15-9,1 1,-1 0,0 0,-1 0,1 0,-1 0,0 1,0-1,0 1,0 0,-1 0,0 0,0 1,0-1,-1 0,0 1,0-1,0 1,-1-1,1 1,-1-1,-1 1,1-1,-1 1,0-1,0 0,0 1,-1-1,0 0,0 0,-1 0,1 0,-1 0,0 0,0-1,0 1,-1-1,0 0,0 0,0 0,0-1,0 1,-4 1,-10 3,0-1,0 0,-1-1,0-1,0-1,-1 0,1-2,-1 0,0-1,1-1,-1-1,-7-2,27 3,0 0,0 0,0 0,0 0,0 0,0-1,0 1,0 0,0 0,0 0,0 0,0 0,1-1,-1 1,0 0,0 0,0 0,0 0,0 0,0-1,0 1,0 0,-1 0,1 0,0 0,0 0,0-1,0 1,0 0,0 0,0 0,0 0,0 0,0 0,0 0,0-1,-1 1,1 0,0 0,0 0,1-1,12-5</inkml:trace>
  <inkml:trace contextRef="#ctx0" brushRef="#br0" timeOffset="3">1880 222,'-19'68,"4"1,2 0,3 9,7-52,-6 44,-25 127,16-163,8-56,4-185,8 134,-2 54,-2-18,1 0,2 1,1-1,3 1,0-1,3 1,1 0,1 1,2 0,11-20,-19 49,0-1,0 1,1 0,0 0,0 0,1 1,0 0,0 0,0 0,0 1,1 0,0 0,1 0,-5 2,0 1,0 0,0 0,1 0,-1 0,0 1,1-1,-1 1,1 0,-1 0,0 0,1 1,-1-1,0 1,1-1,-1 1,0 0,0 1,1-1,-1 0,0 1,0 0,-1 0,1 0,0 0,-1 0,1 0,-1 1,1-1,0 2,1 2,0 0,0 0,0 1,0 0,-1 0,0 0,-1 0,0 0,0 0,0 1,-1-1,0 0,0 1,-1-1,0 1,0 0,-1-1,0 1,-2 5,0 1,-1 1,-1-1,0 1,-1-1,0-1,-1 1,-1-1,0 0,-4 3,-96 98,108-114,0 0,-1 1,1-1,0 0,0 0,-1 1,1-1,0 0,0 0,0 0,0 1,0-1,-1 0,1 1,0-1,0 0,0 0,0 1,0-1,0 0,0 1,0-1,0 0,0 0,0 1,0-1,0 0,0 1,0-1,0 0,0 1,1-1,-1 0,0 0,0 1,0-1,0 0,0 0,1 1,-1-1,0 0,0 0,1 0,-1 0,0 1,0-1,1 0,-1 0,0 0,0 0,1 0,-1 0,0 1,1-1,-1 0,0 0,0 0,1 0,-1 0,0 0,1 0,-1 0,0 0,0 0,1-1,-1 1,0 0,1 0,27-2,-24 2,32-5,-17 1,0 0,1 1,0 1,-1 1,1 1,0 1,0 0,-1 2,1 0,-1 1,0 1,0 0,0 2,-1 0,0 1,1 2,-14-7,-1 0,0 0,-1 1,1-1,0 1,-1 0,0-1,0 2,0-1,-1 0,1 1,-1-1,0 1,0-1,-1 1,1 0,-1 0,0 0,0 0,-1 0,1 0,-1 0,0 0,-1 0,1 0,-1 0,0 0,0 0,-1 0,1 0,-1 0,0-1,-1 1,1-1,-1 0,0 1,0 0,-17 15,0-1,-1-1,-1-1,-1-1,0-1,-1-1,0-1,-1-1,-1-1,-17 5,26-10,4 1,-2-2,1 1,-1-2,0 0,0-1,0 0,-8-1,23-1,-1-1,1 0,-1 0,0 0,1 0,-1 0,0 0,1 0,-1 0,1 0,-1 0,0 0,1 0,-1-1,1 1,-1 0,0 0,1-1,-1 1,1 0,-1-1,1 1,-1 0,1-1,-1 1,1-1,0 1,-1-1,1 1,-1-1,1 1,0-1,0 1,-1-1,1 1,0-1,0 0,0 1,0-1,-1 1,1-1,0 0,0 1,0-1,0 0,0 1,1-1,-1 1,0-1,0 0,0 1,0-1,1 1,-1-1,0 1,1-1,-1 1,1-1,10-19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19:11.0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5041 2266,'0'55,"23"828,-18-819,3-1,2 0,3-1,6 15,-17-76,-1 1,1-1,0 1,-1-1,1 0,0 0,0 0,-1 0,1 0,0 0,0-1,0 1,0-1,0 1,0-1,0 0,1 1,-1-1,0 0,0-1,0 1,0 0,0 0,0-1,0 0,0 1,0-1,0 0,0 0,16-1,396-4,-263 7,90-1,-252 0</inkml:trace>
  <inkml:trace contextRef="#ctx0" brushRef="#br0" timeOffset="1230.581">5054 2253,'339'-4,"59"-19,-273 11,44-5,145 4,-305 14,-3-2,0 1,0 0,0 0,-1 1,1 0,0 0,0 0,-1 1,1 0,-1 0,6 3,-10-3,0 0,0 0,0 0,0 1,0-1,0 1,0-1,-1 1,1-1,-1 1,0-1,1 1,-1-1,-1 1,1 0,0-1,-1 1,0 1,1 7,-6 209,9 0,10 0,34 164,-38-318,-2 0,-4 1,-3 27,1-92,-1 0,0 1,0-1,0 0,0 1,0-1,-1 0,1 1,-1-1,1 0,-1 1,0-1,0 0,0 0,0 0,0 0,-1 0,1 0,0 0,-1 0,0-1,1 1,-1 0,0-1,0 0,0 1,0-1,0 0,0 0,0 0,0 0,-1 0,1-1,0 1,0-1,-1 1,1-1,0 0,-1 0,1 0,-1 0,1 0,0 0,-1-1,1 1,0-1,-162-34,61 27,0 4,-84 8,15 6</inkml:trace>
  <inkml:trace contextRef="#ctx0" brushRef="#br0" timeOffset="15561.113">2874 1130,'337'-24,"1177"-6,-1186 31,-218 0,0 6,15 6,-25-7,-98-6,0 0,0 1,0-1,1 1,-1-1,0 1,0 0,0-1,0 1,0 0,0 0,0 1,0-1,-1 0,1 1,0-1,-1 1,1-1,-1 1,1 0,-1 0,0-1,0 1,0 0,0 0,0 0,0 1,-1-1,1 2,4 69,-6-53,-27 236,3-50,22-170,2-1,1 1,2 0,1 0,6 22,-1-39,-2-32,-5-8,0-2</inkml:trace>
  <inkml:trace contextRef="#ctx0" brushRef="#br0" timeOffset="16091.82">5389 1665,'51'127,"-43"-101,1-1,1 0,1 0,1-1,1-1,2 0,0-1,1 0,8 7,6-6,-29-23,-1 0,1 1,0-1,-1 0,1 0,-1 1,1-1,0 0,-1 0,1 0,0 0,0 0,-1 0,1 0,0 0,-1 0,1 0,0 0,-1 0,1 0,0 0,-1-1,1 1,-1 0,1-1,0 1,-1 0,1-1,-1 1,1-1,-1 1,1 0,-1-1,1 0,-1 1,1-1,-1 1,0-1,1 1,-1-1,0 0,0 1,0-1,1 0,-1 1,0-1,0 0,0 1,0-1,0-7,0-1,-1 1,0 0,-1 0,0 1,0-1,0 0,-1 0,0 1,-1 0,0 0,0 0,0 0,-1 0,-2-2,-16-22,0 0,-2 2,-2 1,0 1,-2 1,-6-2,88 42,142 7,-154-19,-40-2,0-1,0 1,0-1,0 1,1 0,-1 0,0 0,0 0,0 0,0 0,0 0,1 0,-1 0,0 0,0 1,0-1,0 0,0 1,0-1,0 1,0-1,0 1,0 0,0-1,0 1,0 0,0 0,0 0,-1-1,1 1,0 0,-1 0,1 0,-1 0,1 0,-1 0,1 0,-1 1,0-1,1 0,-1 0,0 0,0 0,0 0,0 0,0 1,0-1,0 0,0 0,-1 0,1 0,0 0,-1 1,1-1,-1 0,-71 144,47-55,18-51</inkml:trace>
  <inkml:trace contextRef="#ctx0" brushRef="#br0" timeOffset="17270.341">883 154,'2'16,"3"14,1 11,2 8,-1 7,-1 5,0 4,-1 2,1-4,2-5,2-11,-1-13</inkml:trace>
  <inkml:trace contextRef="#ctx0" brushRef="#br0" timeOffset="17708.285">1177 541,'95'256,"-94"-254,-1 0,1 0,0-1,0 1,0 0,0 0,1 0,-1-1,0 1,1-1,-1 1,1-1,-1 1,1-1,0 0,0 0,0 0,-1 0,1 0,0 0,0 0,0-1,0 1,0-1,1 1,-1-1,0 0,0 0,0 0,0 0,0 0,0 0,0-1,1 1,-1-1,0 0,0 1,0-1,0 0,6-6,0-1,0 0,-1 0,0-1,0 1,-1-2,0 1,0-1,-1 1,-1-1,0-1,0 1,-1-1,2-7,14-117,-11 225,-8-82,-1 4,1-1,0 0,1 1,0-1,1 0,0 0,0 0,1 0,1 0,0 0,0-1,1 0,1 0,-1 0,2 0,-1-1,1 0,5 4,45 2,-28-18</inkml:trace>
  <inkml:trace contextRef="#ctx0" brushRef="#br0" timeOffset="18134.209">1765 515,'2'2,"1"0,0-1,0 1,0-1,0 1,0-1,0 0,0 0,1-1,-1 1,0-1,0 1,1-1,-1 0,0 0,0 0,1-1,-1 1,0-1,0 0,1 0,-1 0,0 0,2-1,9-3,-1-1,0 0,0 0,0-1,-1-1,0 0,0-1,-1 0,0 0,-1-1,0-1,0 0,7-11,-12 14,0 1,0-1,-1 0,0 0,0 0,-1-1,0 0,0 1,-1-1,0 0,-1 0,0 0,0 0,-1 0,0 0,-1 0,0 0,0 0,-1 0,0 0,-1 0,-2-5,-28-28,32 41,0 0,0 1,0-1,0 1,-1-1,1 1,0-1,0 1,0 0,-1 0,1-1,0 1,0 0,-1 0,1 0,0 1,0-1,0 0,-1 0,1 1,0-1,0 0,0 1,0 0,0-1,-1 1,1-1,0 1,0 0,1 0,-1 0,0-1,0 1,0 0,0 0,1 0,-1 0,1 0,-1 1,1-1,-1 0,1 0,-6 12,1 1,0-1,1 1,1 0,0 0,1 0,0 0,1 9,-1-6,0 95,5 1,5-1,5 0,5-1,4-1,30 83,-46-170,1-1,-1 0,-2 1,0 0,-1 0,-1 0,-1 0,-3 20,-19 4,7-37</inkml:trace>
  <inkml:trace contextRef="#ctx0" brushRef="#br0" timeOffset="18386.778">1818 1009,'-6'-11,"3"-4,11-2,14-2,17-3,16-4,13-2,5-1,-1 2,-12 5</inkml:trace>
  <inkml:trace contextRef="#ctx0" brushRef="#br0" timeOffset="18681.283">2474 715,'-2'7,"-4"4,0 3,-3 2,-1-3</inkml:trace>
  <inkml:trace contextRef="#ctx0" brushRef="#br0" timeOffset="19702.241">3410 448,'-12'1,"0"0,0 0,0 1,0 1,0 0,1 0,0 1,-1 1,1 0,1 1,-1-1,1 2,0 0,0 0,1 1,0 0,1 0,-1 1,2 0,-1 1,1 0,1 0,0 0,0 1,0 2,5-11,0-1,1 1,-1-1,0 1,1-1,-1 1,1-1,0 1,0 0,-1-1,1 1,0 0,0-1,1 1,-1 0,0-1,0 1,1-1,-1 1,1-1,0 1,-1-1,1 1,0-1,0 1,0-1,0 0,0 1,0-1,0 0,0 0,0 0,1 0,-1 0,1 0,-1 0,0 0,1-1,-1 1,1-1,0 1,-1-1,1 1,-1-1,1 0,0 0,-1 0,1 0,0 0,-1 0,1 0,0 0,12-4,0-1,-1 0,0-1,1 0,-2-1,1-1,-1 0,0 0,-1-1,0-1,0 0,-1 0,-1-1,6-7,-5 7,0 0,-1 0,0-1,-1 0,0 0,-1-1,0 0,4-14,-11 28,-1-1,1 1,-1-1,1 0,-1 1,0-1,1 0,-1 0,1 1,-1-1,0 0,1 0,-1 0,0 0,1 0,-1 0,0 0,1 0,-1 0,0 0,1 0,-1 0,0 0,1-1,-1 1,0 0,1-1,-1 1,1 0,-1-1,0 1,1 0,-1-1,1 1,0-1,-1 1,1-1,-1 1,1-1,0 0,-1 1,1-1,0 1,-1-1,1 0,0 1,0-1,0 0,0 1,0-1,0 0,0 1,0-1,0 0,0 1,0-1,0 0,0 1,0-1,1 0,-1 1,0-1,0 0,1 1,-1-1,1 1,-1-1,-4 8,0 0,0 0,1 1,0-1,0 1,1 0,0-1,1 1,-1 0,1 0,1 0,0 0,0 0,0 1,1-1,0 0,1-1,1 5,0-6,1 0,-1-1,2 1,-1-1,0 1,1-1,0 0,0-1,1 1,-1-1,1 0,0-1,0 1,0-1,1-1,-1 1,1-1,-1 0,1 0,0-1,0 0,-1 0,1 0,0-1,0 0,0-1,6 0,29 0</inkml:trace>
  <inkml:trace contextRef="#ctx0" brushRef="#br0" timeOffset="21124.22">3851 421,'-6'-2,"0"1,0 0,0 0,0 0,0 1,-1 0,1 0,0 0,0 1,0 0,0 0,0 0,0 1,1 0,-1 0,0 1,1-1,0 1,-1 1,1-1,0 1,1-1,-1 1,1 1,0-1,0 1,0-1,0 1,1 0,0 1,0-1,0 1,0 0,2-4,1-1,-1 0,1 0,-1 1,1-1,-1 0,1 1,0-1,0 1,0-1,0 0,0 1,0-1,0 0,0 1,0-1,1 1,-1-1,1 0,-1 0,1 1,-1-1,1 0,0 0,-1 0,1 1,0-1,0 0,0 0,0 0,0 0,0-1,0 1,0 0,1 0,-1-1,0 1,0 0,1-1,-1 1,0-1,1 0,-1 1,0-1,1 0,-1 0,0 0,1 0,-1 0,1 0,-1 0,0-1,2 1,10-4,1 0,0 0,-1-1,0-1,0 0,-1-1,1-1,-1 0,-1 0,0-1,6-6,-3 4,-2 0,1-1,-2 0,0-1,0 0,-1-1,0 0,-2-1,1 1,-2-2,0 1,-1-1,-1 0,0-1,-1 1,-1-1,0 0,-1 1,-1-1,-1 0,0 0,-1 0,-1 0,-1 0,-1-3,-16-22,20 41,0 0,-1 1,1-1,-1 0,1 1,-1-1,1 1,-1-1,1 0,-1 1,1-1,-1 1,0-1,0 1,1 0,-1-1,0 1,1 0,-1-1,0 1,0 0,0 0,1 0,-1 0,0 0,0 0,0 0,1 0,-1 0,0 0,0 0,0 0,1 1,-1-1,0 0,0 1,1-1,-1 0,0 1,1-1,-1 1,0-1,1 1,-1-1,1 1,-1-1,1 1,-1 0,1-1,-1 1,1 0,-4 7,0-1,0 1,1 0,1 0,-1 1,1-1,1 0,-1 1,1-1,1 1,0 3,-1-1,-3 20,2-1,1 1,1 0,2-1,1 1,1-1,2 0,1 0,1-1,2 0,-9-24,0 0,1-1,0 0,0 1,0-1,0 0,0 0,1 0,0 0,0 0,0-1,0 1,0-1,1 0,0 0,-1 0,1-1,0 1,1-1,-1 0,0 0,0 0,1-1,-1 1,1-1,0 0,-1-1,1 1,0-1,-1 0,1 0,0 0,0-1,-1 1,1-1,0 0,-1-1,3 0,1-6,0 0,0 0,0-1,-1 1,0-2,-1 1,0-1,-1 0,0-1,0 1,-1-1,-1 0,0 0,0 0,-1 0,0 0,0-10,4-10,-14 182,9-147,0 0,0-1,0 1,0-1,1 1,-1-1,1 0,0 0,0 1,0-1,1-1,-1 1,1 0,-1 0,1-1,0 0,0 1,0-1,0 0,1-1,-1 1,1-1,-1 1,1-1,-1 0,1 0,-1 0,1-1,0 1,-1-1,1 0,0 0,0 0,-1-1,1 1,0-1,-1 0,1 0,-1 0,1-1,-1 1,1-1,-1 1,0-1,0-1,8-4,-1 0,1-1,-2 0,1-1,-1 0,-1-1,0 0,0 0,-1-1,0 0,-1 0,0-1,-1 1,0-1,-1 0,0-1,-1 1,1-8,2 140,-6-116,1 0,0-1,1 1,-1 0,0 0,1-1,0 1,0-1,0 1,1-1,-1 0,1 0,-1 0,1 0,0-1,0 1,0-1,1 1,-1-1,1 0,-1-1,1 1,-1 0,1-1,0 0,0 0,0 0,0 0,0-1,2 0,1 0,-1 0,0-1,0 1,1-2,-1 1,0-1,0 0,0 0,0 0,-1-1,1 0,-1 0,1 0,-1-1,0 0,1-2,76-81,-74 77,6-6,-7 5,1 1,0 1,0 0,1 0,1 1,-1 0,1 0,9-4,-16 12,0 0,-1 0,1 0,0 1,0-1,0 1,-1 0,1 0,0 0,-1 0,1 1,-1-1,1 1,-1-1,0 1,0 0,0 0,0 0,0 0,0 0,0 0,0 1,-1-1,0 1,1-1,-1 1,0-1,0 1,0 0,0 0,-1-1,1 2,6 10,14 20,-13-21,0-1,-1 1,-1 0,1 1,-2 0,3 11,-7-24,-1 0,0 0,0 0,0 0,1 0,-1 0,0 0,0 0,0 0,-1 0,1 0,0 0,0 0,0 0,-1 0,1 0,-1-1,1 1,0 0,-1 0,0 0,1 0,-1 0,1-1,-1 1,0 0,0-1,1 1,-1 0,0-1,0 1,0-1,0 1,0-1,0 0,0 1,0-1,0 0,0 0,0 1,0-1,0 0,0 0,0 0,0 0,0 0,0-1,0 1,0 0,0 0,-50-16,49 15,0 0,0 0,0 0,1 0,-1-1,0 1,1 0,-1-1,1 1,-1-1,1 1,0-1,0 0,0 0,0 1,0-1,0 0,0 0,1 0,-1 0,1 0,-1 0,1 0,0 0,-1 0,1 0,0 0,1 0,-1 0,0 0,1-1,-1 1,1 0,-1 1,1-1,0 0,0 0,0 0,0 0,0 1,0-1,1 0,-1 1,0-1,1 1,-1-1,1 1,0 0,12-8,0 0,1 1,1 1,-1 0,1 1,0 1,0 0,0 1,1 1,0 1,-1 0,1 1,0 1,7 1,-22-2,1 1,0 0,0 0,0 0,0 0,0 1,-1-1,1 1,0 0,0 0,-1 0,1 0,-1 0,1 1,-1-1,1 1,-1-1,0 1,1 0,-1 0,0 0,-1 0,1 0,0 1,0-1,-1 1,0-1,1 1,-1-1,0 1,0 0,0-1,-1 1,1 0,-1 0,1 0,1 14,-3-14,1 0,0 0,-1 0,1 1,1-1,-1 0,0 0,1 0,0 0,0 1,0-1,0 0,0 0,0-1,1 1,0 0,-1 0,1-1,0 1,0-1,1 1,-1-1,0 0,1 0,-1 0,1 0,0-1,0 1,-1-1,1 1,0-1,0 0,1 0,0 0,1-2,0 0,1 0,-1 0,0-1,0 1,0-1,0-1,0 1,0-1,-1 0,1 0,-1 0,0 0,0-1,0 0,0 0,-1 0,1 0,-1 0,0-1,0 0,-1 1,0-1,2-3,-2 4,0-1,0 1,-1-1,1 0,-1 1,0-1,0 0,-1 0,1 0,-1 0,0 0,0 0,-1 1,1-1,-1 0,0 0,-1 0,1 1,-1-1,0 1,0-1,0 1,-1 0,0-1,1 1,-1 1,-1-1,1 0,0 1,-1-1,0 1,0 0,0 1,0-1,0 1,-4-2,3 4,1 1,-1 0,0 0,1 1,-1 0,1-1,-1 1,1 1,0-1,0 1,0-1,0 1,0 0,1 1,-1-1,1 0,0 1,0 0,0 0,1 0,-1 0,1 0,0 1,0-1,0 1,1 1,-27 93,28-97,0 1,-1-1,1 1,0-1,1 1,-1-1,0 1,1-1,-1 1,1-1,0 0,0 1,0-1,0 0,0 0,0 0,1 1,-1-1,1-1,-1 1,1 0,0 0,0 0,0-1,0 1,0-1,0 0,0 0,0 1,1-1,-1 0,0-1,1 1,-1 0,0-1,1 1,-1-1,1 0,0 0,71-13,-37-1</inkml:trace>
  <inkml:trace contextRef="#ctx0" brushRef="#br0" timeOffset="21386.05">5509 7,'-16'-3,"-8"0,-4 3,1 3,4 4,4 7,6 5,4 5,7 5,8 4,5 6,0-4</inkml:trace>
  <inkml:trace contextRef="#ctx0" brushRef="#br0" timeOffset="21665.453">5548 528,'21'14,"13"6,10 1,7-4,3-5,3-4,-1-6,1-8,-6-5,-11-5,-13-1</inkml:trace>
  <inkml:trace contextRef="#ctx0" brushRef="#br0" timeOffset="22500.355">1538 1959,'-6'-4,"0"0,-1 1,0 0,0 0,0 0,0 1,0 0,0 1,0-1,-1 2,1-1,-1 1,1 0,-1 0,1 1,0 0,-1 0,1 1,0 0,0 0,0 0,0 1,0 0,1 1,-1 0,-3 2,1 0,1 0,0 1,0 0,0 0,1 1,0 0,0 0,1 1,0 0,0 0,1 0,1 0,-1 1,2 0,-1 0,1 0,1 0,0 1,-1 5,4-14,-1 1,0-1,1 1,-1 0,1-1,0 1,0-1,0 0,0 1,0-1,0 0,1 0,-1 1,1-1,-1 0,1 0,0-1,0 1,0 0,0-1,0 1,0-1,1 0,-1 1,0-1,1 0,-1 0,1-1,1 1,3 1,0-1,0 0,0 0,0 0,0-1,0 0,0-1,0 0,0 0,3-1,6-4,-1 0,0-1,0-1,0-1,-1 0,-1 0,0-2,0 1,-1-2,0 0,-1 0,0-1,-1 0,0-1,-1 0,-1-1,0 1,-1-2,-1 1,-1-1,0 0,0 0,-2 0,0-1,-1 1,0-4,-1 5,-1 0,0 1,-1-1,-1 1,0-1,-1 1,0 0,-1 0,-1 0,0 1,-1-1,0 1,-1 0,-1 1,0 0,0 0,7 11,1-1,-1 1,0 0,1 0,-1 0,0-1,0 1,0 0,0 0,0 0,0 1,0-1,0 0,-1 0,1 0,0 1,0-1,-1 1,1-1,0 1,-1-1,1 1,0 0,-1 0,1 0,0 0,-1 0,1 0,-1 0,1 0,0 0,-1 0,1 1,0-1,-1 1,1-1,0 1,0 0,-1-1,1 1,0 0,0 0,0 0,0 0,-1 0,-2 7,0 0,0-1,1 1,1 0,-1 1,1-1,0 0,1 1,0-1,0 1,1 8,-1-5,-2 21,2 1,0 0,3 0,0-1,3 1,0-1,2 0,2 0,1-1,11 25,-17-49,1 1,0-1,0 1,0-1,1-1,0 1,1-1,0 0,0-1,0 1,1-1,0-1,0 0,0 0,1 0,-1-1,1 0,1-1,-1 0,0 0,1-1,-1 0,1-1,-1 0,1-1,0 0,-1 0,1-1,0 0,-1-1,1 0,-1 0,9-4,-8 0,0-1,0 0,-1-1,0 0,-1 0,1-1,-2 0,1 0,-1-1,0 0,-1 0,-1-1,1 0,-2 0,1 0,-2 0,1-1,-2 0,1 1,-2-1,1 0,-2 0,0 0,0 0,-1 0,0 0,-1 0,-2-6,-6-12,9 30,1-1,0 0,0 1,0-1,-1 1,1-1,0 1,0-1,-1 1,1 0,0-1,-1 1,1-1,-1 1,1 0,0-1,-1 1,1 0,-1-1,1 1,-1 0,1 0,-1-1,0 1,1 0,-1 0,1 0,-1 0,1 0,-1 0,1 0,-1 0,0 0,1 0,-1 0,1 0,-1 0,1 1,-1-1,1 0,-1 0,1 0,-1 1,1-1,-1 0,1 1,-1-1,1 0,0 1,-1-1,1 1,-1-1,-2 6,-1 1,1 0,0-1,0 1,1 0,0 0,0 0,0 0,1 1,0-1,1 0,0 1,0 2,-1-3,1 0,0 0,0 0,1-1,0 1,0 0,1 0,-1-1,1 1,1-1,-1 1,1-1,0 0,1 0,0 0,-1-1,2 1,-1-1,1 0,0 0,0-1,0 1,0-1,1 0,0 0,5 2,-1-3,0 0,0-1,0 0,0 0,1-1,-1 0,1-1,-1 0,0-1,5-1,44-7</inkml:trace>
  <inkml:trace contextRef="#ctx0" brushRef="#br0" timeOffset="24644.454">2968 2106,'10'-58,"3"2,2 0,13-30,-25 76,0 1,0 0,1-1,0 2,1-1,0 0,0 1,1 0,0 0,0 0,1 1,2-2,-7 8,0 0,0 0,0 0,1 0,-1 1,0-1,1 1,-1-1,0 1,1 0,-1 0,0 0,1 0,-1 1,0-1,1 0,-1 1,0 0,0-1,1 1,-1 0,0 0,0 0,0 1,0-1,0 0,0 1,-1-1,1 1,0 0,1 1,44 62,-43-60,0 0,0 0,-1 1,0-1,0 1,0 0,-1 0,1 0,-2 0,1 0,-1 1,1-1,-2 1,1-1,-1 0,0 1,0-1,-1 1,0-1,0 1,0-1,-1 0,0 0,0 0,-1 0,1 0,-2 0,1 0,0-1,-1 0,0 0,0 0,-1 0,3-3,0 0,-1 0,0 0,1 0,-1-1,0 1,1-1,-1 0,0 0,0 0,0 0,0 0,0-1,0 0,-1 1,1-1,0 0,0 0,0-1,0 1,0-1,0 1,0-1,0 0,0 0,0 0,0-1,1 1,-1-1,0 1,1-1,-1 0,1 0,0 0,-1 0,1-1,0 1,0-1,1 1,-1-1,0 0,1 1,0-1,0 0,-1 0,2 0,-1 0,0-2,3 0,0 0,0 0,1 0,0 0,0 0,0 0,0 1,1-1,0 1,0 0,0 0,1 0,-1 1,1 0,0-1,-1 2,1-1,1 1,-1-1,0 1,1 1,4-2,50-20,-39 17,-1-2,0 0,0-1,-1-1,0-1,12-10,-27 17,0 0,0 0,0 0,-1-1,0 1,0-1,0 0,-1 0,1 0,-1 0,0 0,-1 0,1-1,-1-1,0 4,-1 1,1 0,-1 0,0-1,0 1,0 0,0 0,0-1,-1 1,1 0,-1 0,1 0,-1 0,0-1,0 1,0 0,0 0,0 0,0 1,-1-1,1 0,-1 0,1 1,-1-1,0 1,1-1,-1 1,0 0,0 0,0-1,0 1,0 1,0-1,0 0,-2 0,2 1,0-1,1 1,-1 0,0 0,0 0,0 0,0 1,0-1,1 0,-1 1,0-1,0 1,1 0,-1-1,0 1,1 0,-1 0,0 0,1 0,-1 0,1 1,0-1,-1 0,1 1,0-1,0 1,0-1,0 1,0-1,0 1,1 0,-1 0,0 1,-17 63,16-54,0 1,1 0,1 0,0 1,1-1,0 0,3 11,-3-19,1 0,-1-1,1 1,0-1,0 0,0 0,0 0,1 0,-1 0,1 0,0 0,1-1,-1 1,0-1,1 0,0 0,0-1,0 1,0-1,0 0,0 0,1 0,1 0,1 0,0 0,1-1,-1 0,0 0,1-1,-1 0,1-1,-1 1,0-1,1-1,-1 1,0-1,0-1,0 1,0-1,0 0,-1-1,1 0,-1 0,0 0,0 0,-1-1,2-1,3-4,0 1,-1-2,0 1,-1-1,0 0,-1-1,0 0,0 0,-2 0,1-1,-2 0,1-3,6-82,-12 153,3-42,0 0,0-1,1 1,1 0,0-1,1 0,0 0,1 0,0-1,3 5,-7-14,-1 0,0-1,0 1,1 0,-1-1,1 1,-1-1,1 1,0-1,0 0,0 0,-1 0,1 0,0 0,0 0,0 0,1-1,-1 1,0-1,0 1,0-1,0 0,0 0,1 0,-1 0,0 0,0-1,0 1,0-1,0 1,0-1,0 0,0 0,0 1,0-2,0 1,0 0,0 0,-1 0,1-1,0 0,4-3,0-1,0 0,-1 0,1-1,-2 0,1 0,-1 0,0 0,0-1,0-2,15-102,-18 90,5 49,-4-12,0 1,1-1,1 0,0-1,1 1,0-1,1 1,1-2,0 1,1-1,1 0,0 0,0-1,7 6,-14-16,0-1,0 1,1 0,-1-1,0 1,1-1,-1 0,1 0,-1 0,1 0,-1 0,1 0,0-1,-1 0,1 1,0-1,-1 0,1 0,0 0,0 0,-1-1,1 1,0-1,-1 0,1 0,-1 0,1 0,-1 0,1 0,-1-1,0 1,0-1,1 1,-1-1,0 0,-1 0,1 0,0 0,0 0,-1-1,0 1,2-2,6-13,0-1,-2 0,0-1,0 0,-2 0,0 0,-1-4,7-24,-7 31,0-2,1 1,0-1,1 2,1-1,1 0,4-5,-12 21,0 1,0-1,1 0,-1 0,0 1,0-1,1 0,-1 0,1 1,-1-1,1 0,-1 1,1-1,-1 1,1-1,-1 0,1 1,0 0,-1-1,1 1,0-1,-1 1,1 0,0-1,0 1,-1 0,1 0,0-1,0 1,0 0,-1 0,1 0,0 0,0 0,0 0,-1 0,1 1,0-1,0 0,0 0,-1 1,1-1,0 0,0 1,-1-1,1 1,0-1,-1 1,1-1,-1 1,1-1,-1 1,1 0,-1-1,1 1,-1 0,17 83,-16-64,2 21,-2 10,2 0,1 0,4-1,1 1,2-2,3 1,2-2,2 0,2-1,10 16,-19-46,0 0,0 0,2-1,0-1,1 0,0-1,1-1,1 0,5 3,-20-15,-1-1,1 1,-1-1,1 1,0-1,-1 1,1-1,0 0,0 1,-1-1,1 0,0 0,0 1,-1-1,1 0,0 0,0 0,-1 0,1 0,0 0,0 0,0 0,-1-1,1 1,0 0,0 0,-1-1,1 1,0 0,-1-1,1 1,0-1,-1 1,1 0,-1-1,1 0,0 1,-1-1,1 1,-1-1,0 0,1 1,-1-1,1 0,-1 0,6-39,-8 7,-1-1,-2 1,-1 0,-2 1,-1 0,-2 0,0 1,-3 0,0 1,-2 1,-1 0,-1 1,-2 1,0 1,-7-5,18 20,0 0,-1 0,-1 1,0 0,0 1,-1 0,0 1,0 0,-1 1,0 0,0 1,-1 0,14 7,0-1,0 0,0 0,0 1,0-1,0 0,0 0,0 0,0 1,0-1,0 0,0 0,0 1,0-1,0 0,0 0,-1 1,1-1,0 0,0 0,0 0,0 0,0 1,-1-1,1 0,0 0,0 0,0 0,-1 1,1-1,0 0,0 0,0 0,-1 0,1 0,0 0,0 0,-1 0,1 0,0 0,0 0,0 0,-1 0,1 0,0 0,0 0,-1 0,1 0,0 0,0 0,-1 0,1 0,0 0,0 0,0-1,-1 1,1 0,0 0,17 13,3-8,1-1,-1 0,1-1,0-2,-1 0,1-1,0-1,-1-1,1-1,0 0,-1-2,0 0,18-8,-31 11,-1 0,-5 2,0-1,0 0,1 0,-1 1,0-1,1 0,-1 1,1 0,-1-1,1 1,-1 0,1 0,-1 0,1 0,-1 0,1 0,-1 0,1 0,-1 0,1 1,-1-1,0 1,1-1,-1 1,1 0,-1-1,0 1,0 0,1 0,-1 0,0 0,0 0,0 0,0 0,0 0,0 1,0-1,-1 0,1 1,6 39,-7-37,-1 1,1 0,0 0,1-1,-1 1,1 0,0 0,0-1,0 1,1-1,-1 1,1-1,0 1,0-1,1 0,0 0,-1 0,1 0,0-1,1 1,-1-1,1 0,-1 0,1 0,0 0,0-1,0 1,1-1,-1 0,1-1,0 1,2-3,0 0,-1 0,1-1,0 0,-1-1,0 0,1 1,-1-2,-1 1,1-1,0 0,-1 0,0-1,0 1,0-1,0 0,-1-1,0 1,0-1,0 0,-1 0,0 0,0 0,0 0,-1-1,0 1,0-1,-1 0,1-4,-2 9,1-1,0 1,-1 0,0-1,1 1,-1-1,0 1,0 0,0-1,-1 1,1-1,0 1,-1 0,0-1,0 1,1 0,-1-1,-1 1,1 0,0 0,0 0,-1 0,1 0,-1 0,0 1,1-1,-1 0,0 1,0-1,0 1,0 0,0 0,-1 0,1 0,0 0,0 0,-1 0,1 1,-1-1,1 1,0 0,-1 0,1-1,-1 2,1-1,-1 0,1 0,0 1,-1-1,-1 2,2-2,0 1,0 0,-1 0,1 0,0 0,0 1,0-1,0 1,0-1,1 1,-1 0,0-1,1 1,-1 0,1 0,0 0,-1 0,1 0,0 1,0-1,0 0,1 0,-1 1,1-1,-1 0,1 1,0-1,0 1,0-1,0 0,0 1,0-1,1 1,-1-1,1 0,-1 1,1-1,0 0,0 0,0 1,1-1,-1 0,0 0,1 0,-1-1,1 1,0 0,-1 0,1-1,2 2,15 9</inkml:trace>
  <inkml:trace contextRef="#ctx0" brushRef="#br0" timeOffset="25003.975">4973 1732,'-1'-29,"-1"1,-2 0,0 1,-2-1,-5-10,11 38,0-1,-1 0,1 1,0-1,0 1,0-1,-1 0,1 1,0-1,0 0,0 1,0-1,0 0,0 1,0-1,0 0,1 1,-1-1,0 0,0 1,0-1,1 1,-1-1,0 0,1 1,-1-1,0 1,1-1,-1 1,1-1,-1 1,1-1,-1 1,1 0,-1-1,1 1,0 0,-1-1,1 1,-1 0,1 0,0 0,-1-1,1 1,0 0,-1 0,1 0,0 0,-1 0,1 0,0 0,-1 0,1 1,0-1,-1 0,1 0,-1 0,1 1,0-1,-1 0,1 1,-1-1,1 0,-1 1,1-1,-1 1,1-1,-1 1,152 40,-148-40,-1-1,0 1,0 0,1 0,-1 1,0-1,0 1,0-1,0 1,-1 0,1 0,0 0,-1 0,1 1,-1-1,0 1,0-1,0 1,0 0,0 0,-1 0,1 0,-1 0,0 0,0 0,0 1,0-1,0 0,-1 1,0-1,1 0,-1 1,0-1,-1 1,1-1,-1 0,1 1,-2 0,-41 102,42-105,1 0,-1 0,1 0,0 0,-1 0,1 0,0 0,0 0,0 0,0 0,0 0,0 0,0 0,0 0,0 0,1 0,-1 0,0 0,1 0,-1 0,0 0,1 0,-1 0,1 0,0 0,-1 0,1 0,0-1,-1 1,1 0,0-1,0 1,0 0,0-1,0 1,0-1,0 1,0-1,0 0,0 1,0-1,0 0,0 0,0 1,0-1,0 0,52-8,27-35,-43 17</inkml:trace>
  <inkml:trace contextRef="#ctx0" brushRef="#br0" timeOffset="44819.25">5615 2747,'0'18,"0"18,0 18,2 19,6 14,6 16,4 10,5 10,0 3,-1-1,-5-6,-5-12,-4-24</inkml:trace>
  <inkml:trace contextRef="#ctx0" brushRef="#br0" timeOffset="45486.198">5468 2934,'13'-13,"-1"1,2 0,0 1,0 1,1 0,0 1,0 0,1 1,0 1,1 1,0 0,0 1,0 1,1 0,-16 4,0-1,1 0,-1 0,0 1,1-1,-1 1,1 0,-1 0,1 0,-1 0,1 0,-1 1,0-1,1 1,-1-1,1 1,-1 0,0 0,0 0,0 0,1 0,-1 1,0-1,0 1,-1-1,1 1,0 0,0 0,-1-1,1 1,-1 0,0 1,1-1,-1 0,0 0,0 0,-1 1,1-1,0 0,0 3,-3 6,1-1,-2 0,1 1,-1-1,-1 0,0-1,0 1,-1-1,0 1,-1-1,0-1,0 1,-1-1,0 0,-1-1,1 0,-1 0,-4 2,-15 7,22-14,18-11,1 1,1 1,-1 1,1 0,1 0,-1 2,1 0,0 0,0 2,0 0,0 1,0 0,0 2,12 1,-25-2,-1 0,1 0,-1 0,1 1,0-1,-1 1,1 0,-1 0,1 0,-1 0,0 0,1 0,-1 1,0-1,0 1,0-1,0 1,0 0,0 0,-1 0,1 0,0 0,-1 0,0 1,1-1,-1 0,0 1,0-1,-1 1,1-1,0 1,-1-1,1 1,-1 0,0-1,0 1,0-1,0 1,-1 0,1-1,-1 1,1-1,-1 1,0 0,-6 4,0-1,0 0,-1 0,0-1,0 0,0 0,0-1,-1 0,0-1,0 0,0 0,0 0,0-2,-6 2,15-3,-3 0,-100 15,100-15,-1 0,1 0,-1 0,1 0,-1-1,1 0,0 0,-1 0,1 0,0 0,-1 0,1-1,0 0,0 0,0 1,0-2,1 1,-1 0,1-1,-1 1,1-1,0 0,0 1,0-1,0 0,0 0,0-1,-4-17</inkml:trace>
  <inkml:trace contextRef="#ctx0" brushRef="#br0" timeOffset="47383.074">6123 3055,'12'104,"-11"-101,0 0,0 0,0 0,1 0,-1-1,1 1,0 0,-1 0,1-1,0 1,1-1,-1 0,0 0,1 0,-1 0,1 0,0 0,-1 0,1-1,0 0,0 1,0-1,0 0,0 0,0-1,0 1,1-1,-1 1,0-1,0 0,1 0,0-1,0 1,0-1,0 0,0 0,0 0,0 0,0-1,0 1,0-1,0 0,-1-1,1 1,-1 0,0-1,1 0,-1 0,-1 0,1 0,0 0,-1-1,1 1,-1-1,0 1,0-1,-1 0,1 0,-1 0,1 0,-1-2,2-6,-1 0,0 0,0-1,-1 1,-1 0,0 0,-1-1,0 1,-3-9,4 15,-1 0,-1 0,1 0,-1 0,0 0,0 1,-1-1,1 0,-1 1,-1 0,1 0,-1 0,0 0,0 0,0 1,-1 0,1 0,-3-2,5 6,0-1,0 1,0 0,1-1,-1 1,0 0,0 0,0 0,0 1,0-1,0 0,0 1,1-1,-1 1,0 0,0-1,1 1,-1 0,0 0,1 0,-1 0,1 1,-1-1,1 0,0 1,-1-1,1 1,0 0,-83 102,35-37</inkml:trace>
  <inkml:trace contextRef="#ctx0" brushRef="#br0" timeOffset="54837.744">0 5715,'28'-46,"23"-34,-4-2,-4-2,30-84,-65 148,0-1,-2-1,-1 0,0 1,-1-2,-2 1,0 0,-2 0,0-9,0 29,0 0,0 0,-1 0,1 0,0 0,-1 0,1 0,-1 0,0 0,0 0,0 0,0 1,0-1,0 0,0 0,0 1,-1-1,1 1,-1-1,1 1,-1 0,0 0,1-1,-1 1,0 0,0 0,0 1,0-1,0 0,0 1,0-1,0 1,0-1,0 1,0 0,0 0,0 0,0 0,0 1,0-1,0 0,0 1,0-1,0 1,0 0,0 0,0 0,0 0,-1 1,-7 7,0 1,1 0,0 1,1 0,0 0,1 1,0 0,1 1,0-1,1 1,0 0,1 0,1 1,0-1,1 1,0 0,1 0,1 0,-5 24,2 0,1 1,2-1,2 0,1 1,3-1,0 0,3-1,1 0,2 0,1-1,2-1,5 8,-16-34,0-1,0 0,1 0,0-1,0 1,1-1,0 0,0-1,0 1,1-1,0-1,0 1,1-1,-1 0,1-1,0 0,1 0,-1-1,1 0,-1 0,1-1,0 0,0-1,0 0,0 0,0-1,7 0,1-6,-1-1,0 0,-1-1,0-1,0 0,-1-1,0-1,0 0,-2 0,1-2,-1 0,-1 0,0-1,-1 0,-1-1,0 0,3-8,-7 15,0 0,0-1,-1 1,0-1,-1 0,0 0,0 0,-1-1,0 1,0-4,-2 12,1 0,-1 1,0-1,0 0,0 0,0 1,0-1,-1 0,1 0,0 1,0-1,0 0,-1 1,1-1,0 0,0 1,-1-1,1 0,-1 1,1-1,-1 1,1-1,-1 1,1-1,-1 1,1-1,-1 1,0-1,1 1,-1 0,0-1,1 1,-1 0,0 0,1-1,-1 1,0 0,0 0,1 0,-1 0,0 0,0 0,1 0,-1 0,0 0,1 0,-1 1,0-1,0 0,1 0,-1 1,0-1,1 0,-1 1,-38 21,31-15,0 0,0 0,1 1,-1 0,2 0,-1 1,1 0,0 0,1 0,0 1,1 0,0 0,0 0,1 0,-1 6,4-14,-1 0,1 0,0 0,0 0,0 0,0 1,0-1,0 0,0 0,0 0,1 0,0 0,-1 0,1 0,0 0,0 0,0 0,0 0,0 0,0 0,0-1,1 1,-1-1,1 1,-1-1,1 1,0-1,-1 0,1 0,0 1,0-1,0-1,0 1,0 0,0 0,1-1,2 1,0 0,1 0,-1-1,1 0,-1 0,1-1,-1 1,0-1,1 0,-1-1,0 1,0-1,5-2,-1 0,-1 0,0-1,0 0,0 0,0-1,-1 0,1-1,-2 1,1-1,-1-1,0 1,0-1,-1 0,0 0,-1-1,0 1,0-1,-1 0,1-3,-3 11,-1 0,1 0,0 0,-1 0,0 0,1 1,-1-1,0 0,1 0,-1 0,0 0,0 0,0-1,0 1,0 0,0 0,0 0,0 0,0 0,0 0,-1 0,1 0,0 0,-1 0,1 0,-1 1,1-1,-1 0,1 0,-1 0,0 0,1 1,-1-1,0 0,0 0,1 1,-1-1,0 1,0-1,0 1,0-1,0 1,0 0,0-1,0 1,0 0,0 0,0-1,0 1,0 0,0 0,0 0,0 0,0 1,0-1,0 0,0 0,0 1,0-1,0 0,0 1,0-1,0 1,1-1,-1 1,0 0,0-1,0 1,1 0,-1 0,-2 2,1 1,-1-1,1 1,0 0,1 0,-1 0,1 0,-1 1,1-1,0 0,1 0,-1 1,1-1,0 0,0 1,0-1,1 0,-1 1,1-1,0 0,0 0,1 1,-1-1,1 0,0 0,0-1,0 1,1 0,-1-1,1 1,0-1,0 0,0 0,0 0,1 0,-1-1,1 1,0-1,-1 0,1 0,0 0,2 0,7 3,0 0,-1-1,2-1,-1 0,0-1,1 0,7-1,41 1</inkml:trace>
  <inkml:trace contextRef="#ctx0" brushRef="#br0" timeOffset="55391.7">2033 5341,'0'23,"0"21,0 16,2 15,3 12,1 9,-1 5,-1 1,-2-3,0-19</inkml:trace>
  <inkml:trace contextRef="#ctx0" brushRef="#br0" timeOffset="55707.52">1925 5702,'-2'-11,"-14"-108,16 114,0 0,0 0,1 1,-1-1,1 0,0 0,1 1,-1-1,1 1,0-1,0 1,0 0,1 0,-1 0,1 0,0 0,0 0,1 1,-1-1,1 1,-1 0,1 0,0 0,7-1,-1 0,1 0,0 0,0 2,0-1,1 1,-1 1,0 0,1 1,-1 0,1 1,-1 0,0 0,1 2,-1-1,0 1,0 1,-1 0,1 0,-1 1,0 1,0 0,0 0,-1 1,0 0,0 0,-1 1,0 0,3 5,-8-9,0-1,-1 1,1 0,-1-1,0 1,0 0,0 1,-1-1,1 0,-1 0,0 1,-1-1,1 1,-1-1,1 1,-1-1,-1 1,1-1,-1 0,1 1,-1-1,0 1,-1-1,1 0,-1 0,0 0,0 0,0 0,-1 0,1 0,-1-1,0 1,0-1,0 0,0 0,-1 0,1 0,-1-1,-3 3,1-1,0 0,-1-1,0 1,0-1,0-1,0 0,-1 0,1 0,0 0,-1-1,1-1,-1 1,0-1,-6-1,13 1,0 0,-1 0,1-1,-1 1,1 0,0-1,-1 1,1-1,0 1,-1-1,1 0,0 0,0 1,0-1,0 0,0 0,0 0,0 0,0 0,0-1,0 1,0 0,1 0,-1 0,0-1,1 1,-1 0,1-1,0 1,-1-1,1 1,0 0,0-1,0 0,3-12</inkml:trace>
  <inkml:trace contextRef="#ctx0" brushRef="#br0" timeOffset="56350.492">2421 5769,'11'-29,"-1"0,-2-1,-1 0,-1 0,-1 0,-2-1,-1 0,-1 1,-2-1,-4-24,-6 17,10 55,4-14,1 0,-1 0,1-1,0 1,0-1,0 0,0 0,0 0,1-1,-1 0,0 0,1 0,-1 0,1 0,-1-1,1 0,-1 0,1 0,0 0,161 6,-163-6,0 2,1-1,-1 0,0 1,0-1,0 1,0 0,0 0,0 0,-1 1,1-1,-1 1,1-1,-1 1,0 0,0 0,0 0,-1 0,1 0,-1 0,1 0,-1 0,1 3,14 81,-14-59,-3-20,1-1,0 0,1 1,0-1,0 0,0 0,1 0,0 0,1 0,-1 0,1 0,1-1,-1 1,3 2,-4-8,0 1,0-1,0 1,1-1,-1 0,1 0,-1 0,0 0,1 0,0-1,-1 1,1-1,-1 0,1 1,0-1,-1 0,1-1,-1 1,1 0,0-1,-1 0,1 1,-1-1,0 0,1 0,-1 0,1-1,0 0,60-45,-51 34,-2-1,0-1,0 0,-1 0,-1-1,-1 0,0-1,3-14,-4 17,-13 103,17 6,-9-91,0-1,0 0,0 0,1 0,-1 0,1-1,-1 1,1 0,0-1,0 1,0-1,1 0,-1 1,1-1,-1 0,1 0,-1-1,1 1,0-1,0 1,0-1,0 0,0 0,0 0,0 0,1-1,2 1,19-1</inkml:trace>
  <inkml:trace contextRef="#ctx0" brushRef="#br0" timeOffset="57470.268">2981 5181,'14'0,"158"12,-162-10,0 1,0 0,-1 0,1 1,-1 1,1 0,-1 0,-1 0,1 1,-1 1,0-1,0 1,-1 1,0-1,2 4,2 7,0 0,-2 0,0 1,-1 0,-1 1,-1 0,0 0,-2 0,0 0,-1 7,29 106,-31-128,0 0,0-1,1 1,0 0,0-1,0 1,0-1,1 0,0 0,0 0,0 0,0 0,0-1,1 1,0-1,0 0,0 0,0 0,0-1,0 1,1-1,-1 0,1-1,-1 1,1-1,0 1,0-1,0-1,0 1,0-1,0 0,-1 0,1 0,0-1,0 0,0 0,0 0,0 0,2-2,2-3,1-1,-1 0,0 0,-1-1,0 0,0 0,-1-1,0 0,-1-1,1 1,-2-1,0-1,0 1,0-1,-2 1,1-1,-1 0,-1-1,0 1,0 0,-2-1,1 1,-2-11,0 101,0-74,1 0,0 0,1 0,-1 0,1 0,0-1,0 1,0 0,1 0,0-1,0 1,0-1,0 0,1 1,-1-1,1 0,0 0,1-1,-1 1,0-1,1 0,0 1,0-2,0 1,0 0,1-1,-1 0,0 0,1 0,0 0,-1-1,5 1,-3-2,1 0,0-1,-1 0,1 0,0 0,-1-1,1 0,-1 0,0-1,0 0,0 0,0 0,0-1,-1 1,1-1,-1-1,0 1,0-1,-1 0,2-2,6-7,-1 0,-1-1,-1 0,0 0,-1-1,-1 0,1-4,18-55,-22 98,-6 22,1-31,0 1,0 0,1 0,1-1,1 1,0 0,1-1,0 1,1-1,2 3,-4-13,-1-2,1 1,0 0,0 0,0-1,0 1,1-1,-1 1,1-1,0 0,-1 0,1 0,0 0,0-1,0 1,0-1,0 0,1 0,-1 0,0 0,1-1,-1 1,0-1,1 0,-1 0,1 0,-1 0,0 0,1-1,-1 0,0 1,1-2,8-1,1-1,-1-1,-1 0,1-1,-1 0,0-1,9-7,-5 3,-2-1,0 0,0-1,-1-1,0 1,-2-2,1 0,-2 0,0-1,-1 0,0 0,-2-1,2-6,-7 94,-2-64,1 0,0 1,1-1,0 0,0 1,0-1,1 0,0 0,1 0,0 0,0-1,0 1,0-1,1 0,0 1,1-2,0 1,-1 0,2-1,-1 0,0 0,1-1,0 0,0 0,1 0,-1 0,1-1,1 0,8 2,0-2,0 0,0 0,0-2,1 0,-1-1,1 0,-1-2,0 0,0 0,0-2,0 0,0-1,-1 0,1-1,-1-1,-1-1,0 0,0 0,0-2,-1 1,0-2,-1 0,-1 0,1-1,-2-1,0 0,0 0,-1-1,-1 0,0 0,4-12,-2-7,-1-1,-2 0,-1 0,-1-1,-2 1,-2-1,-1 0,-2 0,-1 1,-2-1,-1 1,-2 0,-1 0,-3-3,10 28,-1-1,1 0,-1 0,-1 1,0-1,0 1,-1 0,0 0,0 0,-1 1,-1-1,1 1,-3-1,8 8,0 0,0 1,0-1,0 1,0-1,0 1,0-1,0 1,-1 0,1-1,0 1,0 0,0 0,0 0,0 0,-1 0,1 0,0 0,0 1,0-1,0 0,0 1,0-1,0 0,0 1,0-1,0 1,0 0,0-1,0 1,0 0,0 0,0-1,1 1,-1 0,0 0,1 0,-1 0,0 0,1 0,-1 0,1 0,0 0,-12 23,1 0,1 1,2 0,0 0,2 1,0 0,2 0,1 0,1 16,2-40,-6 36,2 0,2 0,2 1,1-1,2 1,2-1,1-1,2 1,12 34,-15-61,0-1,0 0,1 0,0-1,0 0,1 0,1 0,-1-1,1 0,1 0,-1-1,2 0,-1-1,0 0,1 0,0-1,1 0,-1-1,1 0,5 0,47 10,-4-7</inkml:trace>
  <inkml:trace contextRef="#ctx0" brushRef="#br0" timeOffset="59409.879">6257 5327,'-4'-3,"1"-1,-1 1,0 0,0 1,0-1,0 1,0-1,-1 1,1 0,-1 1,1-1,-1 1,0 0,0 0,1 1,-1-1,0 1,0 0,0 0,1 0,-1 1,0 0,0 0,1 0,-1 1,0-1,1 1,-3 1,-2 2,0 0,0 1,0 0,1 0,0 1,0 0,0 0,1 1,0 0,1 0,0 1,-4 6,4-5,1 0,0 1,1-1,0 1,0 0,2 0,-1 1,1-1,1 0,0 1,0 0,1-7,0 1,1-1,0 0,0 1,0-1,0 1,1-1,0 0,0 0,0 0,1 0,-1 0,1-1,0 1,1-1,-1 0,1 1,0-2,0 1,0 0,1-1,-1 0,5 3,3-1,-1 0,1 0,0-1,0-1,0 0,1 0,-1-1,1-1,0 0,-1-1,1 0,-1-1,1-1,0 0,1-1,10-2,0-1,0-2,-1 0,0-2,-1 0,0-2,6-4,-18 11,0 0,-1-1,1-1,-1 0,-1 0,1 0,-1-1,0-1,-1 1,0-1,0-1,-1 1,0-1,-1 0,0 0,0-1,-1 1,-1-1,0 0,0 0,-1-3,-1 12,-1 0,0 0,0 1,1-1,-1 0,0 0,-1 0,1 0,0 0,0 0,-1 0,1 1,-1-1,0 0,0 0,1 1,-1-1,0 0,0 1,0-1,-1 1,1-1,0 1,-1 0,1-1,-1 1,1 0,-1 0,1 0,-1 0,0 0,1 0,-1 1,0-1,0 1,0-1,0 1,1 0,-1-1,0 1,0 0,0 0,0 0,0 1,0-1,-1 0,-2 6,-1 0,1 0,0 0,0 0,0 1,1-1,0 1,1 0,-1 1,2-1,-1 1,1-1,0 1,0 0,0 7,0-8,1 0,0-1,0 1,1 0,0 0,0 0,0-1,1 1,0 0,1 0,-1-1,1 1,1-1,-1 1,1-1,0 0,0 0,1 0,0-1,0 1,0-1,1 0,-1 0,1 0,1-1,-1 0,0 0,1 0,0 0,0-1,0 0,2 0,19 4,0-1,0-1,0-1,1-1,-1-2,1-1,0-1,-1-1,1-2,-1 0,0-2,14-5,-20 6,1-1,-1 0,0-1,-1-2,1 0,-2-1,1-1,-1-1,-1 0,0-2,-1 0,11-12,-25 24,-1-1,0 1,0 0,0-1,0 1,0-1,-1 0,1 1,-1-1,0 0,0 0,0 0,0 0,0 0,0 0,-1 0,0 0,1-1,-1 1,-1 0,1 0,0 0,-1 0,1 0,-1 0,0 0,0 0,0 0,0 0,-1 0,1 0,-1 1,0-1,0 1,-1-3,-6 1,0-1,0 2,0-1,0 1,-1 1,1 0,-1 0,1 1,-1 0,0 0,0 1,1 1,-1-1,0 2,1-1,-1 1,-8 4,10-5,1 1,-1 1,1-1,-1 1,1 0,0 1,0 0,1 0,-1 0,1 1,0 0,0 1,1-1,-1 1,1 0,0 0,1 0,-1 1,2 0,-1 0,-2 5,6-10,0 1,0 0,0-1,0 1,0-1,0 1,1 0,-1-1,1 1,0-1,-1 1,1-1,0 0,1 1,-1-1,0 0,1 0,-1 0,1 0,0 0,0 0,0 0,0 0,0-1,0 1,0-1,0 1,0-1,1 0,-1 0,1 0,-1 0,1-1,86 17,-79-16,0-1,0-1,0 0,0 0,0-1,0-1,0 1,0-2,-1 1,0-1,0 0,0-1,0 0,0-1,-1 0,0 0,-1-1,1 0,-1 0,0 0,-1-1,0 0,3-5,-7 34,-3-12,0-5,0-1,0 1,1 0,-1 0,1-1,0 1,0 0,0 0,0-1,1 1,-1 0,1 0,0-1,0 1,0-1,1 1,-1-1,1 1,0-1,0 0,0 0,0 0,1 0,-1 0,1 0,0-1,-1 1,1-1,1 0,-1 0,3 2,0-3,0 0,0 0,1 0,-1-1,0 0,0-1,0 1,0-1,0 0,0-1,0 1,0-1,0 0,0-1,-1 1,1-1,-1 0,0-1,0 1,0-1,0 0,3-5,6-4,-1-1,-1 0,0-1,-1-1,-1 0,8-16,48-101,-65 131,0 1,0 0,-1 0,1 0,1-1,-1 1,0 0,0 0,0 1,0-1,1 0,-1 0,0 1,1-1,-1 0,1 1,-1-1,1 1,-1 0,1 0,-1-1,1 1,-1 0,1 0,-1 0,1 1,-1-1,1 0,-1 0,1 1,-1-1,1 1,-1 0,0-1,1 1,-1 0,0 0,0 0,1 0,-1 0,0 0,0 0,0 0,0 0,0 0,0 0,-1 1,1-1,0 0,-1 1,1-1,-1 1,1 0,14 25,-2 1,-1 0,-1 0,-1 1,4 22,-9-33,-1-4,13 76,-17-87,0 0,0 1,-1-1,1 0,-1 1,0-1,1 0,-2 0,1 0,0 0,-1 0,1 0,-1 0,0 0,0 0,0-1,0 1,-1-1,1 1,-1-1,1 0,-1 0,0 0,0-1,-1 2,-7 2,0-1,0 0,0-1,-1 0,0 0,1-1,-1-1,0 0,0-1,0 0,0 0,-6-2,1-4,6 0</inkml:trace>
  <inkml:trace contextRef="#ctx0" brushRef="#br0" timeOffset="-16619.009">9038 1946,'2'16,"3"18,6 20,2 21,5 19,2 13,4 9,-1 0,-1-2,-1-8,-3-11,-3-12,-4-13,-3-14,-4-15,-2-11,-2-16,0-10</inkml:trace>
  <inkml:trace contextRef="#ctx0" brushRef="#br0" timeOffset="-15757.147">9091 1892,'-34'-49,"34"48,0 0,0 0,0 0,0 0,0-1,0 1,0 0,0 0,0 0,1 0,-1 0,1 0,-1-1,0 1,1 0,0 0,-1 0,1 0,0 1,-1-1,1 0,0 0,0 0,0 0,0 1,0-1,0 1,0-1,0 0,0 1,0-1,0 1,0 0,0-1,0 1,1 0,-1 0,0 0,0 0,0 0,0 0,0 0,1 0,-1 0,0 1,0-1,60-5,-1 3,0 3,1 2,11 4,229 39,-161-22,108 4,137-30,-210-3,338 2,413-13,-230-19,-247 45,368-9,-730 5,-87-7</inkml:trace>
  <inkml:trace contextRef="#ctx0" brushRef="#br0" timeOffset="-14375.299">9198 3242,'13'7,"0"-1,1 0,-1-1,1-1,0 0,0-1,1 0,-1-1,1-1,-1 0,1-1,-1-1,1 0,-1-1,0 0,22 0,309-6,121-7,-241-7,512-32,-62 36,317-7,140 27,-509 24,88-27,-632 9,-61-7,-19-5</inkml:trace>
  <inkml:trace contextRef="#ctx0" brushRef="#br0" timeOffset="-12730.913">13997 1839,'9'-6,"0"0,0 1,1 1,0 0,0 0,0 0,0 2,0-1,0 1,1 1,-1-1,1 2,0 0,-1 0,9 2,3-3,414-6,467-56,-211 11,-511 42,0 7,82 13,-255-9,-6-1,0-1,0 1,0 0,0 0,0 0,0 0,0 0,0 0,-1 0,1 1,0-1,0 1,0 0,0-1,-1 1,1 0,0 0,-1 0,1 0,0 0,-1 0,0 1,1-1,-1 0,0 1,1-1,-1 1,0 0,0-1,0 1,0 0,-1-1,1 1,0 0,-1 0,-7 131,28 262,-17-244,-4-68,5-1,2 0,5 2,19 109,-17-122,-11-59,0-1,0 1,-1 0,-1 1,0-1,0 0,-1 0,-1 0,-1 10,-24 59,24-80,0 0,-1 1,1-1,0 0,-1 0,1-1,-1 1,1-1,-1 1,1-1,-1 0,0 1,1-1,-1-1,1 1,-1 0,1-1,-1 1,1-1,-1 0,0 0,-8-1,-164-15,-112 5,201 10,-104-3,3 1</inkml:trace>
  <inkml:trace contextRef="#ctx0" brushRef="#br0" timeOffset="-11131.707">15388 3189,'79'10,"451"-4,-447-5,-1 4,0 3,65 17,-143-25,-2 1,1 0,-1 0,0-1,1 1,-1-1,1 1,-1-1,1 0,-1 0,0 0,1 0,-1-1,1 1,-1-1,1 1,-1-1,0 0,0 0,1 0,6-7</inkml:trace>
  <inkml:trace contextRef="#ctx0" brushRef="#br0" timeOffset="-10106.056">10748 1946,'0'7,"0"15,3 23,2 26,6 28,5 23,6 15,10 7,5-2,5-12,1-19,-7-29</inkml:trace>
  <inkml:trace contextRef="#ctx0" brushRef="#br0" timeOffset="-9277.785">10201 2320,'-47'81,"-3"-2,-32 36,62-89,-2-1,-1-1,0-1,-2-1,-1-1,0-1,-2-1,-24 11,40-23,0-1,-1-1,0 0,-1-1,1 0,-1-1,-7 0,18-2,-1-1,1 1,-1-1,1 0,0-1,-1 1,1-1,-1 1,1-1,0 0,0 0,-1 0,1-1,0 1,0-1,0 0,0 1,1-1,-1-1,0 1,1 0,-1-1,1 1,0-1,0 0,0 0,0 1,1-1,-1-1,1 1,0 0,-1-2,0-3,0-1,1 1,0-1,0 0,1 1,0-1,1 1,0-1,0 0,1 1,0 0,0-1,1 1,0 0,0 0,1 0,0 1,1-1,0 1,0 0,0 1,4-5,-5 7,0-1,1 0,0 1,0 0,0 0,0 0,0 1,1-1,-1 1,1 1,0-1,0 1,0 0,0 0,1 1,-1-1,0 2,1-1,-1 1,0 0,1 0,-1 0,1 1,-1 0,0 1,0-1,1 1,-1 0,0 1,3 1,5 6,0 0,-1 1,0 0,-1 1,0 1,-1 0,0 0,-1 1,-1 0,0 1,-1 0,-1 1,0 0,5 7,1 0,0-1,2 0,1-1,2 1,-16-19,1 0,-1-1,1 1,0-1,0 1,0-1,0 0,0 0,0 0,0 0,1-1,-1 1,1-1,0 0,-1 0,1 0,0-1,-1 1,1-1,0 0,0 0,-1 0,1-1,0 1,-1-1,1 0,0 0,-1 0,4-2,11-6</inkml:trace>
  <inkml:trace contextRef="#ctx0" brushRef="#br0" timeOffset="-8845.781">10241 2694,'209'-38,"-208"38,0-1,-1 1,1-1,0 1,0-1,0 1,0 0,0-1,0 1,0 0,0 0,0 0,0 0,0-1,0 2,0-1,0 0,0 0,0 0,0 0,0 0,-1 1,1-1,0 0,0 1,0-1,0 1,0-1,0 1,-1 0,1-1,0 1,0 0,-1-1,1 1,-1 0,1 0,0-1,-1 1,0 0,1 0,-1 0,1 0,-1 0,0 0,0 0,1 0,-1 0,0 0,0 0,0 0,0 0,0 0,-1 0,1 0,0 0,0 0,0 0,-1-1,1 1,-1 0,1 0,-1 0,1 0,-80 95,80-95,1 0,-1 0,0 0,0 0,0 0,1 0,-1-1,0 1,1 0,-1 0,0 0,1 0,-1 0,1-1,0 1,-1 0,1-1,0 1,-1 0,1-1,0 1,0-1,0 1,-1-1,1 1,0-1,0 0,0 1,0-1,0 0,0 0,0 1,0-1,0 0,0 0,-1 0,1 0,0 0,0-1,0 1,0 0,0 0,0-1,1 1,54 3,-40-4,0 1,-1 1,1 1,0 0,-1 1,0 1,1 0,5 4,-18-7,0 1,0-1,0 1,0 0,0 0,-1 0,1 0,-1 1,1-1,-1 1,0-1,0 1,0 0,0 0,-1 0,1 0,-1 0,0 0,0 0,0 1,0-1,0 0,-1 1,1-1,-1 0,0 1,0-1,-1 1,1-1,-1 0,1 1,-1-1,0 0,0 0,0 1,-1-1,1 0,-1 0,0 0,0-1,0 1,0 0,0-1,0 1,-1-1,1 0,-3 2,-7 4,0 0,0-1,0-1,0 0,-1-1,0 0,-1-1,1 0,0-1,-1-1,-7 1,-3-4,7-3</inkml:trace>
  <inkml:trace contextRef="#ctx0" brushRef="#br0" timeOffset="-8104.841">12420 1878,'0'-4,"2"5,6 13,5 19,3 24,4 22,0 19,0 13,-2 8,-2 1,-1-2,2-11,-1-15,3-17,-1-18,0-18,-4-16</inkml:trace>
  <inkml:trace contextRef="#ctx0" brushRef="#br0" timeOffset="-7511.948">11952 2360,'-42'49,"-2"-2,-3-2,-1-3,-27 18,71-57,-17 16,-2-2,0 0,-2-1,1-1,-2-2,0 0,-16 4,41-16,0-1,0 1,0-1,-1 1,1-1,0 0,0 1,-1-1,1 0,0 0,0 0,-1 0,1 0,0 0,-1 0,1 0,0 0,0-1,-1 1,1 0,0-1,0 1,0-1,-1 0,1 1,0-1,0 0,0 0,0 0,0 1,0-1,1 0,-1 0,0 0,0-1,1 1,-1 0,0 0,1 0,-1 0,1-1,0 1,-1 0,1 0,0-1,0 1,0 0,0-1,0 1,0 0,-1-13,1 1,0-1,1 1,1-1,0 1,0 0,2-1,0 1,0 1,1-1,0 1,2 0,4-8,-9 17,1 0,-1 0,1 0,0 1,0-1,0 1,1 0,-1 0,0 0,1 0,-1 1,1-1,-1 1,1 0,0 0,0 0,0 1,-1-1,1 1,0 0,0 0,0 0,0 1,-1-1,1 1,0 0,0 0,-1 0,1 1,0-1,-1 1,0 0,1 0,-1 0,0 0,0 1,0-1,0 1,2 3,33 27,-2 3,-1 1,26 37,69 70,-127-141,0 0,0 0,1 0,-1-1,1 1,0-1,-1 0,1 0,0 0,1 0,-1-1,0 1,4-1,6 0</inkml:trace>
  <inkml:trace contextRef="#ctx0" brushRef="#br0" timeOffset="-7140.823">12085 2627,'34'-8,"0"2,1 1,-1 1,31 2,-63 2,1-1,-1 1,1 0,-1 0,1 0,-1 0,1 1,-1-1,1 1,-1 0,0-1,1 1,-1 0,0 0,0 0,1 1,-1-1,0 1,0-1,0 1,-1-1,1 1,0 0,-1 0,1 0,-1 0,1 0,-1 0,0 1,0-1,0 0,0 1,-1-1,1 0,-1 1,1-1,-1 1,0-1,-2 11,-1 0,-1-1,0 0,-1 0,0 0,-1 0,0-1,-1 0,0 0,-1-1,0 0,-1 0,0-1,-4 4,-9 12,14-17,5-5,1-1,-1 1,1-1,0 1,-1 0,1-1,1 1,-1 0,0 0,1 1,-1-1,1 0,0 0,0 1,0 2,2-5,-1 0,1-1,-1 1,1 0,0 0,-1 0,1 0,0-1,-1 1,1 0,0 0,0-1,0 1,0-1,0 1,0-1,0 1,0-1,0 0,0 1,0-1,0 0,0 0,0 0,0 0,0 0,0 0,1 0,-1 0,24 1,0-2,0 0,1-1,-1-2,-1-1,18-5,-13 3,127-31,-89 21</inkml:trace>
  <inkml:trace contextRef="#ctx0" brushRef="#br0" timeOffset="-6515.843">14358 1811,'7'3,"4"4,3 9,1 13,1 19,-1 23,2 21,1 18,1 11,2 5,3-1,0-7,2-13,-1-13,-3-15,-6-19,-4-18</inkml:trace>
  <inkml:trace contextRef="#ctx0" brushRef="#br0" timeOffset="-5939.627">13877 2346,'-227'207,"60"-69,166-138,0 1,0 0,1-1,-1 1,0 0,0-1,0 1,0-1,0 1,0-1,0 0,-1 1,1-1,0 0,0 0,0 0,0 0,0 0,0 0,0 0,-1 0,1 0,0-1,0 1,0 0,0-1,0 1,0-1,0 1,0-1,0 1,0-1,0 0,1 1,-1-1,0 0,0 0,1 0,-1 0,0 1,1-1,-1 0,1 0,-1 0,1 0,-1 0,1-1,0 1,0 0,-1 0,1 0,0 0,0 0,0 0,0 0,0-1,0 1,1 0,-1 0,0 0,1 0,-1-1,-21-122,21 123,0 1,0-1,-1 1,1-1,0 0,0 1,0-1,0 1,0-1,0 1,0-1,0 0,0 1,0-1,0 1,0-1,1 0,-1 1,0-1,0 1,1-1,-1 1,0-1,0 1,1-1,-1 1,1-1,-1 1,0 0,1-1,-1 1,1 0,-1-1,1 1,-1 0,1-1,-1 1,1 0,0 0,-1 0,1 0,-1-1,1 1,-1 0,1 0,0 0,-1 0,1 0,-1 0,1 1,35 2,-31-2,15 1,-1 0,0 2,0 0,0 2,-1 0,1 0,-1 2,-1 1,0 0,0 1,0 0,-2 2,1 0,2 4,33 48,-44-53,0 0,0-1,1 0,0-1,1 1,0-2,0 1,1-1,0-1,1 0,-1 0,9 3,-15-9,0 0,0 0,0 0,0-1,1 0,-1 1,0-2,0 1,0 0,1-1,-1 0,0 0,0 0,0 0,0-1,0 1,2-3,15-7</inkml:trace>
  <inkml:trace contextRef="#ctx0" brushRef="#br0" timeOffset="-5621.795">14104 2788,'9'-38,"-2"-1,-2 1,-2-1,-1-1,0 1,2 17,4 32,4 125,-13-119,0 0,1-1,1 1,0 0,1 0,1-1,0 1,1-1,1 0,0 0,1-1,1 1,0-1,1 0,0-1,9 10,9 0</inkml:trace>
  <inkml:trace contextRef="#ctx0" brushRef="#br0" timeOffset="-4627.157">15656 2026,'-2'16,"0"-1,-1 1,-1 0,-1-1,0 0,0 0,-2 0,0 0,-3 2,-12 27,-3-2,-1-2,-3 0,-1-1,-1-2,-2-2,-2 0,-25 17,50-43,0-1,-1 0,0 0,0-1,-1 0,0-1,0-1,-1 0,1-1,-1 0,0 0,-4-1,14-3,-1 0,1 0,0 0,0-1,-1 1,1-1,0 1,0-1,-1-1,1 1,0 0,0-1,0 1,0-1,1 0,-1 0,0 0,1 0,0 0,-1-1,1 1,0-1,0 0,0 1,0-1,1 0,-1 0,1 0,0 0,0-1,-1-2,-2-7,1 0,1 0,0-1,0 1,2-1,-1 0,2-4,-1 9,1 0,0 1,0-1,1 1,0-1,0 1,1 0,0 0,0 0,1 0,0 0,1 1,-1 0,1 0,1 0,-1 0,1 1,1 0,-1 0,1 1,0 0,0 0,0 0,1 1,0 0,-1 0,1 1,1 0,-1 1,0 0,1 0,-1 1,1 0,0 0,1 1,-4 3,1-1,-1 2,0-1,0 1,0 0,0 0,-1 1,0 0,0 0,0 0,0 0,-1 1,0 0,0 0,0 0,-1 0,0 0,0 1,-1 0,0-1,0 1,0 0,-1 0,1 7,7 15,-7-20,1 0,0-1,0 1,1-1,0 0,1 0,0 0,0 0,1-1,0 0,0 0,0 0,1-1,0 0,1 0,-1-1,1 0,0 0,0-1,0 0,7 2,10 0,1-1,-1-1,1-1,0-1,0-1,0-1,0-2,0-1,11-2,42 20,-26 0,-41-13,0 0,-1-1,1-1,0 1,-1-2,1 0,0 0,-1-1,1 0,-1-1,0-1,0 1,0-2,6-2,-13 3,-1 1,1-1,-1 0,0 0,0 0,-1 0,1-1,-1 1,0-1,0 0,0 1,-1-1,0 0,0 0,0 0,0 0,-1 0,0 0,0 0,0 0,0 0,-1 0,0 0,0 0,0 1,-1-1,0 0,0 0,0 1,0-1,-1 1,1 0,-1 0,0 0,-1 0,1 0,-1 1,1 0,-5-3,3 3,0 0,0 1,0 0,0 0,-1 0,1 1,-1 0,1 0,-1 0,0 0,1 1,-1 0,0 1,1-1,-1 1,1 0,-1 0,1 1,-1-1,1 1,0 0,-3 2,-108 73,104-68,-50 40,4-1</inkml:trace>
  <inkml:trace contextRef="#ctx0" brushRef="#br0" timeOffset="31314.448">10856 942,'-1'0,"1"-1,0 1,0-1,0 0,-1 1,1-1,0 1,-1-1,1 1,0-1,-1 1,1-1,0 1,-1-1,1 1,-1 0,1-1,-1 1,1 0,-1-1,0 1,1 0,-1 0,1 0,-1-1,1 1,-1 0,0 0,1 0,-1 0,1 0,-1 0,0 0,1 0,-1 0,0 0,1 0,-1 1,1-1,-1 0,1 0,-1 1,1-1,-1 0,0 1,1-1,0 0,-1 1,1-1,-1 1,1-1,-1 1,1-1,0 1,-1-1,1 1,0-1,0 1,-1-1,1 1,0 0,0-1,0 1,0 0,-8-11,-1 1,1 1,-2 0,1 0,-1 1,0 0,0 0,-1 1,0 1,0 0,-1 0,1 1,-1 1,0 0,0 0,0 1,0 1,0 0,-1 1,1 0,0 0,0 2,0-1,0 2,0 0,0 0,-3 2,4 1,-1 1,1 0,0 1,1 0,0 1,0 0,1 0,0 1,1 0,0 1,1 0,0 0,0 1,1-1,1 1,0 1,1-1,0 1,1 0,0-1,1 1,0 1,1-1,1 0,0 0,1 0,0 1,1-1,1 0,1 4,-1-9,0 1,1-1,0 0,0 0,1 0,0-1,0 0,0 0,1 0,1 0,-1-1,1 0,0-1,0 1,1-1,-1-1,1 1,0-1,0-1,1 0,-1 0,1 0,0-1,0 0,0-1,15 3,0-2,0 0,0-2,1-1,-1 0,0-2,0-1,19-5,-17 3,1-2,-1 0,-1-1,1-2,-2-1,0 0,0-2,-1-1,-1-1,12-11,-31 25,-1 0,0 0,1 0,-1 0,0 0,0-1,-1 1,1-1,0 0,-1 1,0-1,1 0,-1 0,0 0,-1 0,1 0,0 0,-1-1,-12 14,10-7,1 0,0 0,0 0,0 1,0-1,0 0,1 1,0-1,-1 0,1 1,0-1,1 0,-1 1,0-1,1 0,0 0,0 1,0-1,0 0,1 0,-1 0,1 0,-1 0,1-1,0 1,0 0,1-1,-1 1,0-1,1 0,0 0,1 1,2 2,1 0,0 0,0 0,1-1,-1-1,1 1,0-1,-1-1,2 1,-1-1,0-1,6 1,-12-1,0-1,-1 0,1 1,0-1,-1 0,1 0,0-1,-1 1,1 0,-1 0,1-1,0 1,-1-1,1 1,-1-1,1 0,-1 0,1 0,-1 1,0-1,1-1,-1 1,0 0,0 0,0 0,0-1,0 1,0 0,0-1,0 1,-1-1,1 1,0-1,-1 1,1-1,-1 0,0 1,1-1,-1 0,0 1,0-1,0 0,0 1,-1-1,1 1,0-1,-1 0,1 1,-1-1,1 1,-1-1,0 0,-6-7,0 1,0-1,-1 2,0-1,-1 1,1 0,-1 1,0 0,-1 0,0 1,0 1,0-1,-3 0,9 4,27-4,309 9,-326-4,-2-1,-1 0,1 0,-1 1,1 0,0 0,-1 0,1 0,0 0,-1 1,1-1,-1 1,1 0,-1 0,1 1,-1-1,0 1,1-1,-1 1,0 0,0 0,0 1,-1-1,1 1,0-1,-1 1,0 0,1 0,-1 0,0 0,-1 0,1 0,0 37,-3-37,0 1,1 0,0-1,0 1,0 0,0 0,1-1,0 1,-1 0,1-1,0 1,1-1,-1 1,1-1,-1 0,1 1,1 1,-1-4,-1 0,1-1,0 1,-1 0,1 0,0-1,0 1,-1-1,1 1,0-1,0 0,0 0,-1 0,1 0,0 0,0 0,0 0,-1-1,1 1,0-1,0 1,-1-1,1 0,0 1,-1-1,1 0,-1 0,1 0,0-1,43-35,36-67,-81 104,0-1,1 1,-1 0,0 0,1-1,-1 1,1 0,-1 0,1 0,-1 0,0 0,1 0,-1-1,1 1,-1 0,1 0,-1 0,1 1,-1-1,0 0,1 0,-1 0,1 0,-1 0,1 0,-1 1,0-1,1 0,-1 0,0 1,1-1,-1 0,0 0,1 1,-1-1,0 0,1 1,-1-1,0 1,0-1,0 0,1 1,-1-1,0 1,0-1,0 0,0 1,0-1,0 1,0-1,0 1,0-1,0 1,0-1,0 0,0 1,0-1,0 1,0-1,1 3,1 8,2-1,-1 1,2-1,-1 0,1 0,1-1,-1 1,2-1,-1-1,1 1,1-1,0 0,0-1,0 0,1 0,0-1,0 0,0 0,1-1,7 3,-7-5,0 0,0 0,1-1,-1-1,1 1,0-2,-1 1,4-2,30-4</inkml:trace>
  <inkml:trace contextRef="#ctx0" brushRef="#br0" timeOffset="36493.158">12059 662,'0'-31,"14"39,-6 9,-1 1,-2 0,0 0,0 1,-2-1,0 1,-1 16,1-16,6 103,-6-69,2 1,3-1,1-1,4 4,29 30,-41-84,1 0,-1 0,1 0,0 0,0 0,0-1,0 1,0-1,0 1,0-1,1 1,-1-1,0 0,1 0,-1-1,1 1,-1 0,1-1,-1 1,1-1,0 0,-1 0,1 0,-1 0,1 0,0-1,-1 1,1-1,-1 0,1 1,-1-1,0 0,1-1,0 0,13-9,0-2,0 0,-2-1,0 0,0-1,-2-1,0 0,7-13,-9 15,39-58,-49 72,0 0,0 0,0-1,0 1,1 0,-1 0,0-1,0 1,0 0,1 0,-1 0,0-1,1 1,-1 0,0 0,0 0,1 0,-1 0,0 0,1-1,-1 1,0 0,1 0,-1 0,0 0,0 0,1 0,-1 0,0 0,1 1,-1-1,0 0,1 0,-1 0,0 0,0 0,1 0,-1 0,0 1,1-1,-1 0,0 0,0 0,0 1,1-1,-1 0,0 0,0 1,0-1,1 0,-1 1,0-1,0 0,0 0,0 1,0-1,0 0,0 1,0-1,0 0,0 1,0-1,0 0,0 1,0-1,0 0,0 1,0-1,0 0,0 1,2 30,-2-25,0 12,1 0,1 0,1-1,1 1,0 0,5 11,-7-24,0 0,0 0,1 0,0 0,-1 0,2-1,-1 1,0-1,1 0,0 0,0 0,0 0,1-1,-1 1,1-1,0 0,0-1,0 1,0-1,0 0,0 0,1-1,2 1,24 0,-3-5</inkml:trace>
  <inkml:trace contextRef="#ctx0" brushRef="#br0" timeOffset="36755.11">12673 903,'-15'0,"-9"0,-3 0,2 0</inkml:trace>
  <inkml:trace contextRef="#ctx0" brushRef="#br0" timeOffset="37798.576">11885 849,'205'-27,"-146"18,88-16,1 6,118 3,-234 15,0 3,0 0,0 2,0 2,0 1,-24-5,1 0,-1 1,1 0,-1 0,0 1,-1 0,1 1,0 0,-1 0,0 0,-1 1,1 0,-1 0,0 1,0 0,-1 0,0 0,0 1,-1-1,2 6,0 5,-2 1,0-1,-1 1,0 0,-2 1,0-1,-1 0,-1 0,-2 6,6 118,-2-138,-1 0,1-1,1 1,-1 0,1 0,-1-1,1 1,1-1,-1 0,1 1,0-1,-1 0,2-1,-1 1,0 0,1-1,0 0,0 0,0 0,0 0,0 0,0-1,1 0,-1 0,1 0,0-1,-1 1,1-1,0 0,0-1,0 1,0-1,0 0,0 0,0 0,0-1,1 0,3-1,1 0,-1-1,0 0,0-1,0 0,-1 0,1-1,-1 0,0 0,-1-1,1 0,-1-1,0 1,-1-1,1-1,-1 1,-1-1,0 0,3-5,-1 0,0-1,-1-1,0 1,-1-1,-1 0,0-1,-1 1,-1 0,0-1,-1 0,-1-8,-3 125,4-89,1 0,0 0,0 0,1 0,1-1,0 1,1-1,4 9,-7-16,0-1,0 0,0 1,1-1,-1 0,1 0,0 0,0 0,0-1,0 1,0-1,0 0,1 0,-1 0,1 0,0-1,-1 1,1-1,0 0,0 0,0 0,0-1,0 1,0-1,0 0,0 0,0 0,2-1,4-3,1 0,-1 0,-1-1,1 0,-1-1,0 0,0-1,-1 0,1 0,-1 0,-1-1,0-1,0 1,-1-1,0 0,0 0,-1-1,0 0,-1 0,2-5,4-25,-5 19,-4 46,-1-24,-1 5,0-1,0 0,0 0,0 0,1 0,0 0,0 1,1-1,0 0,-1 0,2 0,-1 0,0 0,1 0,0 0,0-1,1 1,-1 0,1-1,0 0,0 0,1 0,-1 0,1 0,0-1,0 1,0-1,0 0,2 1,5-4,-1 0,0 0,1-1,-1 0,0 0,0-1,0-1,0 0,0 0,0-1,-1 0,0-1,0 0,0 0,0-1,-1 0,0-1,0 1,-1-2,1 1,2-5,-2 3,0-1,-1 0,0 0,-1 0,0-1,0 0,-1 0,2-9,-6 71,-2-44,0 0,1 0,0 0,0-1,0 1,1 0,0 0,1-1,-1 1,1-1,0 1,1-1,0 0,0 1,0-1,0-1,1 1,0 0,1-1,-1 0,1 0,0 0,0-1,0 0,1 0,-1 0,1 0,0-1,0 0,0 0,1-1,1 1,-1-2,0 1,0-1,1-1,-1 0,0 0,0 0,0-1,1 0,-1 0,0 0,0-1,-1-1,1 1,0-1,-1 0,1 0,-1-1,0 0,0 0,0 0,-1-1,0 0,0 0,3-4,3-3,-2-1,1 0,-2 0,0-1,0-1,-1 1,-1-1,-1 0,0 0,2-11,0-22,-2-1,-1 1,-3-1,-2 0,-2 1,-8-37,-7-3,18 89,0-1,0 1,0-1,-1 1,1-1,0 0,0 1,0-1,0 1,0-1,-1 0,1 1,0-1,0 1,-1-1,1 0,0 1,-1-1,1 0,0 0,-1 1,1-1,0 0,-1 0,1 1,-1-1,1 0,0 0,-1 0,1 0,-1 0,1 1,-1-1,1 0,0 0,-1 0,1 0,-1 0,1 0,-1-1,1 1,-1 0,1 0,0 0,-1 0,1 0,-1-1,1 1,0 0,-1 0,1-1,0 1,-1 0,1-1,0 1,-1 0,1-1,-23 184,19-137,3 1,1-1,2 1,8 41,-8-73,1-1,1 0,0 0,1 0,1-1,0 0,0 0,1 0,1 0,0-1,1-1,0 0,1 0,0 0,1-1,0-1,10 7,-11-8,1-1,1-1,-1 0,1 0,0-1,1-1,-1 0,1-1,0 0,-1-1,1 0,0-1,1 0,-1-1,0-1,0 0,0-1,0 0,5-2,12-15,-9-3</inkml:trace>
  <inkml:trace contextRef="#ctx0" brushRef="#br0" timeOffset="38059.678">14198 769,'30'-3,"34"-4,36-7,33-6,-6-1</inkml:trace>
  <inkml:trace contextRef="#ctx0" brushRef="#br0" timeOffset="39189.25">16230 1090,'40'-419,"-40"416,1-3,-1 0,0 1,0-1,-1 0,1 1,-1-1,0 1,-1-1,0 1,1 0,-2-1,1 1,-1 0,2 4,0 1,0-1,-1 1,1-1,0 1,-1-1,1 1,0 0,-1 0,1 0,0 0,-1 0,1 0,-1 0,1 0,0 0,-1 1,1-1,0 1,0-1,-1 1,1-1,0 1,0 0,0-1,-1 1,1 0,0 0,0 0,0 0,0 0,1 0,-1 0,0 0,0 0,1 1,-1-1,1 0,-1 0,1 1,-1-1,1 0,0 1,-1-1,1 0,0 1,-1 1,0-1,0 1,0 0,1-1,-1 1,1 0,0 0,0 0,0-1,0 1,0 0,0 0,1 0,-1-1,1 1,0 0,0-1,0 1,0 0,0-1,1 1,-1-1,1 0,0 1,-1-1,1 0,0 0,0 0,0 0,1-1,-1 1,0-1,1 1,-1-1,1 0,0 1,101 29,113-17,-213-14,-1 0,0-1,1 2,-1-1,0 0,1 1,-1-1,0 1,0 0,1 0,-1 0,0 0,0 1,0-1,0 1,-1 0,1 0,0 0,-1 0,1 1,-1-1,0 0,0 1,0 0,0 0,0-1,0 1,-1 0,0 0,1 0,-1 1,0-1,0 0,-10 164,10-164,0 0,0 0,0 1,1-1,-1 0,1-1,0 1,0 0,0 0,0-1,0 1,0-1,1 0,-1 0,1 0,0 0,0 0,0 0,0-1,0 0,0 1,0-1,0 0,0 0,4 0,84 3,-76-6,1-1,-1-1,0 0,0-1,-1-1,1 0,-1-1,-1-1,1 0,7-6,-15 10,-1 0,0 0,0-1,0 1,-1-1,0 0,1 0,-2-1,1 1,-1-1,0 0,0 0,0 0,-1 0,0 0,0-1,0 1,-1-1,0 1,-1-1,1 1,-1-1,-1 1,1-1,-1 0,0 0,0 2,1 1,-1-1,-1 1,1 0,-1-1,1 1,-1 0,0 0,-1 0,1 0,-1 0,1 0,-1 1,0-1,-1 1,1 0,-1 0,1 0,-1 1,0-1,0 1,0 0,0 0,0 0,-2 0,4 2,0 0,-1 1,1-1,0 1,0 0,0-1,1 1,-1 0,0 0,0 0,0 0,1 1,-1-1,0 0,1 1,-1-1,1 1,0 0,-1-1,1 1,0 0,0 0,0 0,0 0,1-1,-1 1,0 2,-12 59,13-55,0 0,0 0,1 0,0 0,1 0,0 0,0 0,0-1,1 1,0-1,1 1,0-1,0 0,0 0,1-1,0 0,0 1,1-2,0 1,0 0,0-1,0 0,1-1,0 0,0 0,0 0,1-1,-1 0,1 0,0-1,19 5,0-1,0-2,1-1,0-1,0-1,-1-2,1 0,0-2,-1-2,1 0,-1-1,-1-2,1-1,-1-1,-1-1,0-1,5-5,-20 13,-1 0,-1-1,1 0,-1 0,0-1,0 0,0 0,-1-1,0 0,-1-1,1 1,-1-1,-1 0,0-1,0 0,0 1,-1-1,0-1,-1 1,0 0,0-7,-2 14,-2-1,1 1,0-1,0 1,-1-1,1 1,-1-1,0 1,0 0,0-1,0 1,0 0,-1 0,1 0,0-1,-1 2,0-1,1 0,-1 0,0 0,0 1,0-1,0 1,0 0,-1-1,1 1,0 0,-1 0,1 0,0 1,-1-1,0 1,-81-2,70 4,1 1,0 1,0 0,0 1,0 0,1 1,0 0,0 1,1 0,-1 1,2 1,-1-1,1 2,0-1,1 2,8-11,0 1,0 0,0 0,0 0,0 0,1 0,-1 0,0 0,1 1,-1-1,1 0,-1 0,1 0,-1 1,1-1,0 0,-1 1,1-1,0 0,0 1,0-1,0 0,1 1,-1-1,0 0,0 0,1 1,-1-1,1 0,-1 0,1 1,-1-1,1 0,0 0,0 0,-1 0,1 0,0 0,0 0,0 0,0-1,0 1,0 0,0 0,1-1,-1 1,0-1,13 5,-1-2,1 0,0-1,0 0,0-1,0-1,0 0,0-1,0 0,0-1,3-1,2-1,1 0,-1-1,0-1,-1 0,1-2,-1 0,-1-1,1-1,-1-1,6-5,-23 16,1-1,-1 1,1 0,-1 0,0-1,1 1,-1 0,1 0,0 0,-1-1,1 1,-1 0,1 0,-1 0,1 0,-1 0,1 0,-1 0,1 0,-1 0,1 0,0 1,-1-1,1 0,-1 0,1 0,-1 1,0-1,1 0,-1 1,1-1,-1 0,1 1,-1-1,0 0,1 1,-1-1,0 1,1-1,-1 1,0-1,0 1,1-1,-1 1,0-1,0 1,0-1,0 1,0-1,0 1,0-1,0 1,0-1,0 1,0 0,0-1,0 1,0-1,0 1,-1-1,1 1,0-1,0 1,-1-1,1 1,0-1,-1 1,23 211,88 190,-109-397,7 60,-7-64,-1 1,0-1,0 0,-1 1,1-1,0 1,0-1,-1 0,1 1,-1-1,1 0,-1 1,0-1,1 0,-1 0,0 0,0 1,0-1,0 0,0 0,0 0,0-1,0 1,0 0,0 0,-1 0,1-1,0 1,0-1,-1 1,1-1,0 0,-1 1,1-1,-1 0,1 0,0 0,-1 0,1 0,-1 0,1 0,-8-3,1 1,0-2,0 1,0-1,1 0,-1-1,1 0,0 0,0-1,1 1,-1-1,1-1,1 1,-1-1,0-2,-7-6,1 1,1-2,0 0,2 0,0 0,0-2,1 1,2-1,0 0,-2-8,7 23,1 1,0-1,-1 0,1 1,0-1,0 1,0-1,0 0,1 1,-1-1,1 1,0-1,-1 1,1-1,0 1,0 0,1-1,-1 1,0 0,1 0,0 0,-1 0,1 0,0 0,0 1,0-1,0 0,0 1,0 0,1-1,-1 1,0 0,1 0,1 0,213-65,-172 51</inkml:trace>
  <inkml:trace contextRef="#ctx0" brushRef="#br0" timeOffset="39434.594">18637 1090,'4'-2,"-5"-6,-14-10,-4-2</inkml:trace>
  <inkml:trace contextRef="#ctx0" brushRef="#br0" timeOffset="60436.164">9452 5140,'5'23,"5"21,7 19,1 19,1 21,0 20,-5 14,-3 11,-3 3,-1-3,0-10,-2-13,1-20,2-18,2-22,-2-21</inkml:trace>
  <inkml:trace contextRef="#ctx0" brushRef="#br0" timeOffset="61993.744">9372 5314,'-8'-20,"1"0,2-1,-1 0,2 0,1 0,1 0,0-13,2 30,0 0,0 1,0-1,1 1,0-1,-1 1,1-1,0 1,1-1,-1 1,1 0,-1 0,1-1,0 1,0 0,0 1,1-1,-1 0,1 1,-1-1,1 1,0 0,0 0,0 0,0 0,0 0,1 1,-1-1,0 1,1 0,-1 0,1 1,-1-1,1 0,-1 1,1 0,2 0,128 55,-103-46,1-1,0-1,0-2,0-1,0-1,1-2,0-1,18-4,50-8,0-5,6-6,92-16,11 14,52 8,74-8,95-27,370-31,-31 57,402-56,-974 59,362-29,-29 12,-37 2,-150 21,-33 8,-87 6,-222 3,0 0,1-1,0 1,-1 0,1 0,-1 0,1 0,0 0,-1 0,1 0,-1 1,1 0,-1-1,1 1,-1 0,1 0,-1 0,0 1,0-1,1 1,-1-1,0 1,0 0,-1-1,1 1,0 0,0 0,-1 0,1 1,-1-1,0 0,0 0,0 1,1 1,-3 98,63 535,-32-467,26 77,-33-151,8 56,-23-96</inkml:trace>
  <inkml:trace contextRef="#ctx0" brushRef="#br0" timeOffset="63528.036">9613 6651,'165'-7,"129"-23,-88 6,2 4,915-69,118 65,-121-52,-758 44,927-117,-222 55,-909 82,98 7,-111-9,-93 14,-52 0,0 0,-1 0,1 0,-1 0,1 0,0 0,-1 0,1 0,0 0,-1-1,1 1,-1 0,1 0,0 0,0-1,-1 1,1 0,0 0,-1-1,1 1,0 0,0-1,-1 1,1 0,0-1,0 1,0 0,0-1,0 1,-1-1,1 1,0 0,0-1,0 1,0-1,0 1,0 0,0-1,0 1,0-1,0 1,1 0,-1-1,0 1,0 0,0-1,0 1,1-1,-1 1,0 0,0 0,1-1,-1 1,0 0,0-1,1 1,-1 0,0 0,1-1,-1 1,0 0,1 0,-1 0,0 0,1 0,-1-1,1 1,-1 0,0 0,1 0,-22-15,-4 0</inkml:trace>
  <inkml:trace contextRef="#ctx0" brushRef="#br0" timeOffset="73343.307">14987 4753,'0'-2,"2"1,1 10,2 17,5 23,5 23,7 22,9 20,6 16,3 10,2 7,-2 1,-5-4,-6-6,-9-9,-9-10,-7-25</inkml:trace>
  <inkml:trace contextRef="#ctx0" brushRef="#br0" timeOffset="74392.235">12861 4913,'3'-9,"0"-1,-3 6,-3 13,-1 14,-3 16,1 20,3 21,8 19,12 16,8 12,10 9,6 3,2 1,-4-3,-8-25</inkml:trace>
  <inkml:trace contextRef="#ctx0" brushRef="#br0" timeOffset="75332.831">11284 5007,'0'4,"2"16,3 24,6 30,2 37,2 35,-1 32,-4 24,-4 12,-2 2,-4-9,-2-20,-1-25,0-40</inkml:trace>
  <inkml:trace contextRef="#ctx0" brushRef="#br0" timeOffset="76556.033">13075 5983,'0'18,"2"15,1 11,5 10,0 4,-3 4,-2-8</inkml:trace>
  <inkml:trace contextRef="#ctx0" brushRef="#br1" timeOffset="84898.439">16403 2133,'-58'-3,"0"-3,0-2,-7-4,39 7,-58-10,-129-25,-2 10,-101 3,194 24,-2 1,-113-17,-31-14,164 22,0-5,-12-6,47 7,0 3,-1 4,0 2,-3 3,-190 9,98 0,-66-11,148-1,-245-6,-512 25,148 0,564-11,0 5,-9 6,-51 7,-63-7,213-8,1 1,0 2,0 2,0 1,2 2,-1 1,2 2,-31 19,3-5,16-10,1 2,2 2,0 2,2 2,0 1,3 3,-15 15,17-10,2 2,2 1,2 1,1 2,2 1,3 1,-4 12,22-43,1 1,0-1,1 1,1 0,0 1,1-1,0 0,2 1,-1-1,2 1,0-1,1 0,1 1,0-1,1 0,1-1,2 5,15 25,2 0,1-2,3-1,1-1,3-2,0 0,15 9,-13-15,2-1,2-1,0-3,2-1,1-2,1-1,1-3,0-1,2-2,0-3,36 8,145 29,3-9,1-10,2-10,54-9,244 5,1-24,136-34,-376-2,-2-14,280-91,364-169,-827 274,-2-4,28-20,-92 43,0-1,-2-2,-1-2,-1-2,-1-1,-2-1,-1-3,-17 17,-2-1,0 0,-1-1,-1-1,-1 0,-1 0,-1-1,-1 0,-1 0,-1-1,0 0,-2 0,-1 0,-1 0,0 0,-2-3,1 5,1-35,-2 0,-3-1,-2 1,-2 1,-3-1,-7-17,13 59,-1 0,0 1,-1 1,0-1,-1 1,-1 0,0 0,0 1,-1 1,0-1,-1 2,0-1,-1 2,0-1,0 2,0-1,-1 2,-1 0,1 0,-1 1,0 1,-1 0,-14-1,0 1,0 1,0 1,0 2,-1 1,1 1,0 2,0 1,0 1,1 1,0 2,0 1,1 1,-16 9,2-2</inkml:trace>
  <inkml:trace contextRef="#ctx0" brushRef="#br1" timeOffset="85679.627">16297 2119,'58'-16,"118"-11,138-2,-217 22,1108-50,-912 48,-275 10,-17 0,-1 0,0-1,0 1,0-1,0 1,0 0,-1-1,1 1,0 0,0-1,0 1,0-1,-1 1,1-1,0 1,-1-1,1 1,0 0,-1-1,1 0,-1 1,1-1,0 1,-1-1,1 1,-1-1,0 0,1 0,-1 1,1-1,-1 0,1 0,-1 1,0-1,1 0,-1 0,1 0,-1 0,0 0,0 0,-25-8,16-2</inkml:trace>
  <inkml:trace contextRef="#ctx0" brushRef="#br1" timeOffset="85985.808">18208 1691,'-2'3,"-1"0,1 0,-1 0,1 0,0 0,1 1,-1-1,0 1,1-1,0 1,0 0,0-1,0 1,1 0,-1 0,1-1,0 1,0 0,0 0,1 0,-1-1,1 1,0 0,0 0,0-1,1 1,-1-1,2 3,5 2,0 0,1-1,0 0,0-1,0 0,1 0,-1-1,1 0,1-1,-1 0,1 0,-1-1,1-1,4 1,120 23,-99-21,0 2,0 1,0 1,20 10,-53-18,-1 0,1-1,0 1,0 0,-1 1,1-1,-1 0,1 1,-1-1,0 1,0 0,0 0,0 0,0 0,0 0,0 0,0 1,-1-1,1 0,-1 1,0-1,0 1,0 0,0-1,0 1,0 0,-1 0,0 0,1-1,-1 1,0 0,0 0,0 0,-1 0,1-1,-1 1,0 2,-6 7,0 1,-1-2,-1 1,1-1,-2 0,0 0,0-1,-1-1,0 0,-1 0,1-1,-5 2,12-8,-378 232,347-208,36-26,0 0,-1 0,1 0,-1 0,1 0,-1 0,1 0,-1 0,1 0,-1 0,1 0,0 0,-1 1,1-1,-1 0,1 0,-1 1,1-1,-1 0,0 0,1 1,-1-1,1 1,-1-1,0 0,1 1,-1-1,0 1,1-1,-1 1,0-1,0 1,1-1,-1 1,0-1,0 1,0-1,0 1,0-1,0 1,0 0,0-1,0 1,0-1,0 1,0-1,0 1,0-1,0 1,-1-1,1 1,0-1,0 1,-1-1,1 1,0-1,-1 1,1-1,0 1,-1-1,1 0,0 1,-1-1,1 0,-1 1,1-1,-1 0,1 0,-1 1,29 0</inkml:trace>
  <inkml:trace contextRef="#ctx0" brushRef="#br1" timeOffset="93562.718">28636 1878,'-8'9,"1"1,0 0,1 0,0 0,1 1,0 0,0 0,1 0,1 0,0 1,0-1,1 1,1 0,0 0,0 9,2-17,1 1,-1-1,1 0,0 0,0 0,0 0,0 0,0 0,1-1,0 1,0-1,0 0,0 0,1 0,-1 0,1 0,-1-1,1 1,0-1,0 0,0 0,1-1,-1 1,0-1,0 0,2 0,3 1,0 0,0-1,0 0,0 0,1-1,-1-1,0 1,0-1,0-1,0 0,-1 0,7-3,-9 2,1-1,-1-1,0 1,0-1,0 0,-1 0,0-1,0 0,0 1,-1-2,0 1,0 0,0-1,-1 0,0 0,-1 0,1 0,-1 0,0-1,-1 1,0 0,0-1,-1 0,0 1,0-1,-1 1,1-1,-2 1,1 0,-1-1,0 1,-1 0,0 0,0 0,0 0,-1 1,0-1,-2-1,4 5,-1 0,1 1,-1-1,0 1,0 0,0-1,0 1,0 0,-1 1,1-1,-1 1,1-1,-1 1,1 0,-1 1,0-1,0 0,1 1,-1 0,0 0,0 0,1 1,-1-1,0 1,1 0,-1 0,0 0,1 0,-1 0,1 1,-3 1,-3 3,-1-1,2 2,-1-1,1 1,0 0,0 1,1 0,0 0,0 0,-3 8,3-6,2 0,-1 0,1 0,1 1,0 0,0 0,1 0,1 0,0 0,-1 12,4 11</inkml:trace>
  <inkml:trace contextRef="#ctx0" brushRef="#br1" timeOffset="100303.968">28382 2988,'-7'-3,"-1"0,1 1,-1 0,0 1,0-1,0 2,0-1,0 1,0 0,0 1,0 0,0 0,1 0,-1 1,0 1,1-1,-1 1,1 0,0 1,0 0,0 0,0 0,1 1,0 0,0 0,0 1,0 0,1 0,0 0,1 0,-1 1,1 0,0 0,1 0,-1 0,1 4,1-7,1 0,0 1,0-1,1 1,-1-1,1 1,0-1,0 1,1-1,-1 1,1-1,0 1,0-1,1 0,-1 1,1-1,0 0,0 0,0 0,1 0,-1-1,1 1,0-1,0 1,0-1,0 0,1 0,-1 0,1-1,0 1,0-1,0 0,0 0,0 0,0-1,1 1,22 5,0-1,0-1,0-2,0-1,1 0,-1-2,0-2,1 0,-1-1,15-6,-5 4,0-2,-1-2,-1-1,0-2,0-1,-1-2,3-4,-31 17,-1 0,-1-1,1 0,0 0,0 0,-1-1,0 1,0-1,0 0,0 0,-1 0,1-1,-1 0,0 1,0-1,-1 0,0 0,1 0,-2-1,1 1,-1-1,-1 6,0-1,0 1,0-1,0 1,0 0,0-1,0 1,0-1,0 1,-1-1,1 1,0-1,0 1,0-1,-1 1,1 0,0-1,-1 1,1 0,0-1,-1 1,1 0,-1-1,1 1,0 0,-1 0,1-1,-1 1,1 0,-1 0,1 0,-1 0,1 0,-1 0,1 0,-1-1,1 1,-1 1,1-1,-1 0,1 0,-1 0,1 0,0 0,-1 0,1 0,-1 1,1-1,-1 0,1 0,0 1,-1-1,1 0,-1 1,1-1,0 0,-23 20,20-17,0 0,1 1,-1-1,1 1,0 0,0-1,0 1,0 0,1 0,-1 1,1-1,0 0,1 0,-1 1,1-1,0 0,0 1,0-1,0 0,1 1,0-1,0 0,0 0,0 0,1 0,-1 0,1 0,0 0,0 0,1 0,-1-1,1 1,0-1,0 0,0 0,0 0,0 0,1-1,-1 1,1-1,0 0,0 0,3 2,2-2,0 1,0-1,0-1,0 1,1-2,-1 1,0-1,0-1,1 0,-1 0,0 0,0-2,3 0,-8 2,0 0,-1 0,1-1,0 0,-1 1,1-1,-1-1,0 1,0 0,0-1,0 1,0-1,0 0,-1 0,1 0,-1-1,0 1,0 0,0-1,0 1,-1-1,1 0,-1 0,0 1,0-1,-1 0,1 0,-1 0,0 0,0 0,0 0,0 0,-1 0,1 0,0 1,-1-1,0 1,0 0,0-1,-1 1,1 0,-1-1,1 1,-1 0,0 0,0 0,-1 1,1-1,-1 0,1 1,-1-1,0 1,0 0,0 0,0 0,0 1,0-1,0 1,-1-1,1 1,-1 0,1 0,-1 1,1-1,-1 1,1 0,-1 0,0 0,-1 0,1 0,-1 0,0 1,0-1,0 1,0 1,1-1,-1 1,1-1,-1 1,1 1,-1-1,1 1,0-1,0 1,0 0,1 1,-1-1,1 1,0-1,0 1,0 0,0 0,1 0,-2 3,3-5,1 0,-1 0,1 0,-1 0,1 0,0 0,0 0,0 0,0 0,0 0,0 0,0 0,1 0,-1 0,1 0,0 0,-1 0,1 0,0 0,0-1,0 1,0 0,0 0,1-1,-1 1,1-1,-1 0,1 1,-1-1,1 0,0 0,-1 0,1 0,0 0,0 0,0 0,0-1,0 1,0-1,0 1,0-1,22 6</inkml:trace>
  <inkml:trace contextRef="#ctx0" brushRef="#br1" timeOffset="101706.802">28837 2560,'17'1,"1"0,-1 0,0 2,0 0,0 1,0 1,-1 1,0 0,0 1,0 0,-1 2,0 0,-1 0,0 1,0 1,-1 1,0 0,-1 0,-1 1,0 1,0 0,-2 0,0 1,0 0,-2 0,0 1,0 0,-2 1,1 1,3 27,-1 0,-3 1,0 23,7 66,14-58,-25-75,0 0,1 0,-1 0,1-1,-1 1,1-1,0 1,-1-1,1 1,0-1,0 0,0 0,0 0,0 0,0 0,1 0,-1-1,0 1,0-1,1 1,-1-1,0 0,0 0,1 0,-1 0,0-1,1 1,-1 0,0-1,0 0,0 1,1-1,0-1,8-4,-1-1,1 0,-1-1,0 0,-1 0,0-1,-1-1,1 1,-2-2,1 1,-1-1,-1 0,0 0,-1 0,0-1,-1 0,0 0,0-2,4-27,-9 49,2 108,-2-116,1 1,0 0,0-1,0 1,0-1,0 1,0 0,0-1,0 1,1 0,-1-1,0 1,0-1,0 1,1-1,-1 1,0 0,1-1,-1 1,0-1,1 1,-1-1,1 1,-1-1,1 0,-1 1,1-1,-1 0,1 1,-1-1,1 0,-1 1,1-1,0 0,-1 0,1 0,-1 0,1 0,0 0,-1 0,1 0,0 0,-1 0,1 0,-1 0,1 0,0 0,-1 0,1-1,-1 1,1 0,0 0,-1-1,1 1,-1 0,1-1,-1 1,1-1,-1 1,1-1,-1 1,0-1,1 1,-1-1,24-36,46-150,-64 172,6 38,-5 33,-7-42,0 0,1 0,1 0,1-1,0 1,0 0,1-1,1 0,0 0,1 0,1-1,0 0,0 0,1 0,1-1,-1 0,8 5,-10-11,0-1,0 0,1 0,0-1,-1 0,1 0,1 0,-1-1,0 0,0 0,1-1,-1 0,1-1,-1 1,1-1,-1-1,1 1,-1-1,0-1,2 0,10-3,0-2,-1 0,0-1,-1 0,0-2,0 0,2-3,234-153,-252 165,1 1,-1-1,0 1,1-1,-1 0,1 1,-1-1,0 0,0 0,1 0,-1 0,0 0,0 0,0-1,0 1,0 0,-1 0,1-1,0 1,0-1,-1 1,1-1,-1 1,1-1,-1 1,0-1,0 1,0-1,0 1,0-1,0 1,0-1,0 1,0-1,-1 1,1-1,-1 1,1-1,-1 1,1-1,-1 1,0 0,0-1,0 1,0 0,0 0,0 0,0-1,0 1,0 0,0 0,-1 1,1-1,0 0,-1 0,0 0,-10-3,0 1,0 1,0 0,0 0,-1 1,1 1,0 0,0 1,-1 0,1 0,0 2,0-1,0 2,-7 2,11-3,0-1,0 1,0 1,0 0,1 0,0 0,0 1,0 0,0 0,1 1,0 0,0 0,0 0,1 1,0 0,0 0,1 0,0 0,0 1,0 0,1 0,-1 5,4-10,-1-1,1 1,0 0,0-1,1 1,-1 0,1 0,-1-1,1 1,0-1,0 1,0-1,0 1,0-1,0 1,1-1,-1 0,1 0,0 0,0 0,0 0,0 0,0 0,0-1,0 1,0-1,1 1,-1-1,2 1,3 1,0 0,0-1,0 0,0 0,1-1,-1 0,0 0,1 0,-1-1,3 0,-1-1,0 0,0 0,0-1,0 0,-1 0,1-1,-1 0,1-1,-1 0,0 0,-1 0,1-1,-1-1,0 1,0-1,0 0,-1-1,0 1,0-1,-1-1,0 1,0-1,0 1,-1-2,-1 1,1 0,-1-1,-1 1,2-7,2-32,-1-1,-3 0,-2 0,-1 1,-7-28,4 13,-18-510,21 535,-1 27,0 26,-14 257,13 18,3-239,3 1,2-1,2-1,2 1,4 4,-7-35,0 0,2-1,0 0,2 0,0-1,1 0,1 0,0-2,2 1,0-2,1 0,0 0,10 6,-9-10,1-1,0 0,0-1,1-1,0-1,1 0,0-2,0 0,1-1,-1-1,15 2,34-2</inkml:trace>
  <inkml:trace contextRef="#ctx0" brushRef="#br1" timeOffset="88824.169">19425 2292,'-7'-15,"1"0,1-1,0 0,1 0,1 0,0-1,1 1,1-1,1 1,0-1,1 1,1-1,1 1,2-10,20-50,-24 74,0 0,1-1,-1 1,1 0,-1 0,1 0,0 0,0 0,0 1,0-1,0 0,0 1,1 0,-1-1,0 1,1 0,-1 0,1 0,-1 1,1-1,-1 0,1 1,0 0,-1 0,1 0,0 0,-1 0,3 0,6 4,0 0,-1 1,0 0,0 0,0 1,0 0,-1 1,0 0,0 1,-1 0,0 0,0 0,-1 1,0 1,-1-1,0 1,1 2,-2-4,-1 2,0-1,0 0,-1 1,0 0,-1 0,0 0,0 0,-1 0,-1 0,1 1,-1-6,-1-1,1 1,-1-1,1 1,-1-1,0 1,-1-1,1 0,-1 1,0-1,0 0,0 0,-1 0,1-1,-1 1,0 0,0-1,0 0,-1 0,1 0,-1 0,0 0,0-1,0 1,-1-1,3 0,1-1,-1 0,0-1,0 1,0 0,1 0,-1-1,0 1,0-1,0 1,0-1,0 0,0 0,0 0,0 0,0 0,0-1,0 1,0 0,0-1,0 0,0 1,1-1,-1 0,0 0,0 0,1 0,-1 0,0 0,1-1,-1 1,1 0,0-1,-1 1,1-1,0 0,0 1,0-1,0 0,0 0,1 1,-1-1,0 0,1 0,0 0,-1 0,1 0,0 0,0 0,0 0,0 0,0 0,0 0,1-1,0-2,0 1,1-1,-1 1,1-1,0 1,0 0,0 0,1 0,0 0,-1 0,2 1,-1-1,0 1,0 0,1 0,0 0,0 0,0 0,0 1,0 0,0 0,3-1,101-31,-85 30,-16 4,0-1,0 1,-1-1,1 0,0-1,-1 0,1 0,-1 0,1-1,-1 0,0 0,0 0,-1-1,1 0,-1 0,1 0,-1-1,0 0,-1 0,1 0,-1 0,0-1,-1 0,1 0,1-5,-3-40,-3 51,0 0,0 0,1 0,-1 0,0 0,0 0,0 0,0 1,0-1,1 0,-1 0,0 1,0-1,0 0,1 1,-1-1,0 1,0-1,1 1,-1-1,0 1,1 0,-1-1,1 1,-1 0,1-1,-1 1,1 0,-1 0,1 0,0-1,-1 1,1 0,0 0,0 0,0 0,0-1,0 1,0 0,0 1,-6 9,0 1,2-1,-1 1,1 1,1-1,0 1,1-1,1 1,0-1,0 1,1 0,1 0,0-1,3 13,-2-21,0 0,1 0,-1 0,1 0,0 0,0-1,0 1,1-1,-1 0,1 0,0 0,0-1,0 1,0-1,0 0,1 0,-1 0,1-1,-1 1,1-1,1 0,102 9,-30-14,-4-5</inkml:trace>
  <inkml:trace contextRef="#ctx0" brushRef="#br1" timeOffset="93182.68">26831 1825,'-16'7,"1"0,0 2,0 0,1 1,0 0,1 1,-11 11,18-16,1 0,0 0,0 0,0 0,1 1,0 0,0 0,1 0,0 0,0 1,1-1,0 1,0-1,1 1,0 0,0 0,0 0,1 1,1-4,0-1,-1 1,1-1,1 0,-1 0,1 1,-1-1,1 0,0 0,1 0,-1-1,1 1,0-1,-1 1,2-1,-1 0,0 0,1 0,-1 0,1-1,0 0,0 1,0-1,2 0,7 4,0-1,1-1,0 0,0-1,0-1,0 0,2-1,10 1,0-1,1-2,-1 0,0-2,0-1,0-1,5-3,-20 5,1 0,-1-1,0-1,-1 1,1-2,-1 0,0 0,0-1,-1 0,0 0,0-1,0 0,-1-1,-1 0,1 0,-2-1,2-1,7-34,-15 45,-1 0,1 0,0 0,0 0,0 1,0-1,0 0,0 0,-1 0,1 0,0 0,0 0,0 0,0 0,-1 0,1 0,0 0,0 1,0-1,-1 0,1 0,0 0,0 0,0-1,0 1,-1 0,1 0,0 0,0 0,0 0,0 0,-1 0,1 0,0 0,0 0,0 0,0 0,-1-1,1 1,0 0,0 0,0 0,0 0,0 0,0-1,0 1,0 0,-1 0,1 0,0 0,0-1,-8 19,5-14,1 0,0 0,0 0,1 1,-1-1,1 1,0-1,0 1,1 0,-1-1,1 1,0 0,0 0,0-1,1 1,0 0,0-1,0 1,1-1,-1 1,1-1,0 0,0 0,0 1,1-1,0-1,0 1,0 0,0-1,0 1,1-1,-1 0,1 0,0-1,3 3,1-3,0 0,0-1,0 0,1 0,-1-1,0 0,0-1,0 0,0 0,0 0,0-1,0 0,0-1,0 0,-1 0,0-1,1 0,-1 0,0 0,4-5,2-1,0 0,-1-1,0-1,-1 0,0 0,-1-1,0-1,-1 0,5-11,-8 12,-12 16,-12 21,15-20,1-1,0 1,1-1,-1 1,1-1,-1 1,1 0,0 0,0 0,1 0,-1-1,1 1,0 0,0 0,0 0,1 0,-1 0,1 0,0 0,0 0,0-1,1 1,-1 0,1-1,0 1,0-1,0 0,1 1,-1-1,1 0,-1-1,1 1,0 0,6 3,0-1,0 0,1 0,0-1,0 0,0-1,0 0,0 0,2-1,47 9</inkml:trace>
  <inkml:trace contextRef="#ctx0" brushRef="#br1" timeOffset="90592.533">21123 1932,'-12'-3,"0"1,1 1,-1 0,0 1,1 0,-1 1,0 0,1 1,-1 0,1 1,-1 0,1 1,0 0,0 0,1 2,0-1,-1 1,2 1,-1 0,1 0,0 1,1 0,-1 0,2 1,-1 0,1 0,1 1,-1 0,2 0,-1 2,4-10,0 1,1-1,-1 0,1 1,0-1,0 1,0 0,0-1,0 1,1 0,-1-1,1 1,-1 0,1 0,0 0,0-1,0 1,1 0,-1 0,1-1,-1 1,1 0,0-1,0 1,0 0,1-1,-1 0,0 1,1-1,0 0,0 1,-1-1,1 0,0 0,0-1,1 1,-1 0,0-1,1 1,-1-1,1 0,-1 0,1 0,0 0,10-1,0 0,0-1,0-1,0 0,0 0,-1-2,1 1,-1-2,0 0,0 0,0-1,-1 0,0-1,0-1,0 0,-1 0,0-1,-1 0,0 0,3-6,1 1,0-2,0 1,-2-2,0 1,-1-2,0 1,-2-1,0-1,-1 1,-1-1,0-1,-2 1,0-1,-1 0,-1 1,-1-1,-1 0,-1 0,-1 0,0 0,-1 0,-1 1,-1-1,-1 1,-1 0,-5-10,-29-30,40 58,0 0,0 0,0 0,-1 0,1-1,0 2,0-1,-1 0,1 0,0 0,-1 0,1 1,-1-1,1 1,-1-1,0 1,1 0,-1-1,1 1,-1 0,1 0,-1 0,0 0,1 1,-1-1,1 0,-1 1,1-1,-1 1,1-1,-1 1,1 0,-1-1,1 1,0 0,-1 0,1 0,0 0,0 0,-1 2,-4 6,1 0,0 0,1 1,0 0,0 0,1 0,1 0,0 1,0-1,1 1,0-1,0 1,2 2,-2-5,-1 28,1 1,1-1,3 1,0-1,3 0,1 0,1 0,2-1,13 28,-20-54,1 0,0 0,1 0,0 0,1-1,0 0,0 0,0 0,1-1,0 0,1-1,-1 1,1-1,1-1,-1 0,1 0,0 0,0-1,0-1,1 1,-1-1,1-1,-1 0,1 0,0-1,0 0,0-1,0 0,0-1,0 0,0 0,4-2,-2-2,1 0,-2-1,1 0,-1-1,0 0,0-1,-1 0,0-1,0 0,-1 0,0-1,-1 0,0-1,-1 0,0 0,0-1,-1 1,-1-2,0 1,-1 0,0-1,-1 0,0 0,-1 0,0-9,-1 20,0-1,-1 0,0 0,1 0,-1 0,0 0,0 0,-1 0,1 0,0 0,-1 0,0 0,0 0,0 0,0 1,0-1,0 0,-1 1,0-1,1 1,-1-1,0 1,0 0,-1-1,0 3,1 1,-1 0,1 0,-1 0,1 0,-1 0,1 0,0 1,0-1,-1 1,1-1,0 1,0 0,1 0,-1 0,0 0,1 0,-1 0,1 1,-1-1,1 0,0 1,0-1,0 1,1-1,-1 1,0 0,-2 4,-1 0,1 0,0 0,0 1,1 0,0-1,0 1,1 0,0 0,0-1,1 1,0 0,0 0,1 0,0 0,0 0,1-1,0 1,1 0,-1-1,2 0,-1 1,1-1,0-1,0 1,1-1,-1 1,2-1,-1 0,1-1,-1 0,3 2,1-3,0 0,1 0,-1-1,1 0,-1-1,1 0,0 0,0-1,0 0,0-1,0 0,0-1,0 0,0-1,0 1,0-2,-1 0,1 0,-1 0,6-4,-1 0,0 0,0-1,-1-1,0 0,0 0,-1-2,-1 1,0-2,0 1,-1-2,0 1,6-11,-6 2,0 0,-1-1,-1 0,-1 0,4-19,-11 96,-2 129,7 0,13 43,11 69,-29-287,-2-16,-1-21,-17-164,5-179,14 343,1 1,2-1,1 1,1 0,1 0,1 0,4-8,-9 32,0 0,-1 0,1 0,0 0,1 0,-1 0,0 1,1-1,0 0,0 1,-1-1,1 1,1 0,-1 0,0 0,1 0,-1 0,1 0,-1 0,1 1,0-1,0 1,-1 0,1 0,0 0,0 0,0 0,0 1,1 0,-1-1,0 1,0 0,0 0,1 1,7 4,-1 0,1 1,-1 0,0 0,-1 1,0 1,0 0,-1 0,1 0,-2 1,1 0,-1 1,-1 0,0 0,0 0,-1 1,0 0,0 3,-3-10,1 0,-1 0,-1 0,1 0,0 1,-1-1,0 0,0 1,0-1,-1 1,0-1,1 0,-1 1,-1-1,1 1,-1-1,0 1,0-1,0 0,0 1,-1-1,0 0,0 0,0 0,0 0,-1 0,1-1,-1 1,0-1,0 0,0 1,-1-1,1-1,-1 1,0 0,-1 0,0-1,0 1,0-1,0 0,-1 0,1-1,-1 1,1-1,-1-1,0 1,1-1,-1 0,0 0,1 0,-1-1,1 0,-1 0,0-1,1 1,0-1,-1 0,1-1,0 1,4 0,-1 0,1 0,0 0,0 0,1 0,-1 0,0-1,1 1,-1 0,1 0,-1 0,1-1,0 1,0 0,0 0,1 0,-1-1,0 1,1 0,-1 0,1 0,0 0,0 0,0 0,0 0,0 0,0 0,0 0,1 0,-1 1,1-1,-1 0,1 1,0-1,0 1,-1 0,1 0,0 0,0 0,0 0,0 0,0 0,1 0,281-180,-262 165,0-1,0 0,-2-2,0 0,-1-1,-2-1,0-1,-1-1,-1 0,-1-1,-1 0,-1-1,-1 0,-2-1,0 0,-2-1,-1 0,-1 0,-1 0,0-22,-17-35,12 81,0 0,0-1,0 1,0 0,-1 0,1 0,-1 0,0 0,0 1,0-1,0 0,-1 1,1 0,0-1,-1 1,0 0,0 0,1 0,-1 1,0-1,-1 1,1 0,-1-1,0 3,-1-1,1 1,-1 0,1 0,-1 0,1 1,0-1,-1 1,1 0,0 1,0-1,0 0,1 1,-1 0,1 0,-1 0,1 1,0-1,0 1,1-1,-1 1,1 0,-1 0,1 0,1 1,-2 1,-14 31,2-1,1 2,2 0,2 0,1 1,3 1,0-1,2 10,1-15,1 0,2 0,1-1,1 1,2 0,9 32,-10-53,0 0,2 0,0 0,0 0,1-1,0 0,1 0,1-1,0 0,0 0,1-1,1 0,0 0,0-1,0 0,1-1,1 0,6 2,-5-3,1 0,-1-1,2-1,-1 0,0-1,1-1,0 0,0-1,0-1,0 0,0-1,0-1,0 0,0-1,-1 0,1-1,0-1,-1-1,0 0,0 0,0-2,-1 1,0-2,0 0,-1 0,0-2,0 1,-1-1,0-1,-1 0,0 0,0-3,-3 4,-1-1,0 0,0 0,-2 0,1-1,-1 0,-1 1,0-1,-1-2,-1 10,-1 1,1-1,-1 1,0-1,0 1,0-1,-1 1,1-1,-1 1,0-1,0 1,0-1,0 1,0 0,-1 0,0 0,1 0,-1 0,0 0,-1 0,1 0,0 1,-1-1,0 1,1 0,-1 0,0 0,0 0,0 0,0 1,-1-1,1 1,-2-1,-4 1,0 1,0 0,1 0,-1 0,0 1,0 1,0-1,1 2,-1-1,1 1,-1 0,1 1,0 0,0 0,1 1,-1 0,1 0,0 1,0-1,1 2,0-1,0 1,0 0,1 0,0 0,0 1,1 0,-3 7,5-12,0 0,0 0,0 1,1 0,-1-1,1 1,0 0,0-1,0 1,1 0,-1 0,1 0,0 0,0-1,0 1,0 0,1 0,0 0,0 0,0-1,0 1,0 0,1-1,0 1,-1-1,1 1,1-1,-1 0,0 0,1 0,2 2,3-2,0 0,1 0,-1-1,1 0,-1-1,1 1,0-2,0 1,0-1,0-1,-1 0,1 0,0 0,0-1,-1-1,1 1,-1-1,0-1,0 0,0 0,0 0,4-4,-1 0,1 0,-1-1,-1 0,0-1,0 0,-1 0,0-1,0 0,-2-1,1 0,-1 0,-1-1,0 0,-1 0,3-11,-30 148,21-119,1 0,-1 0,2 1,-1-1,0 0,1 0,0 0,0 0,0 0,1 0,0-1,0 1,0 0,0-1,1 1,0-1,-1 0,2 0,-1 0,0 0,1-1,0 1,0-1,0 0,0 0,3 1,22 6,0-5</inkml:trace>
  <inkml:trace contextRef="#ctx0" brushRef="#br1" timeOffset="92309.017">23730 1785,'-17'-2,"1"0,-1 2,1 0,-1 0,1 2,-12 2,22-3,1 0,-1 1,1 0,-1 0,1 0,0 1,0-1,0 1,0 1,1-1,-1 1,1 0,0 0,0 0,0 0,0 1,1-1,0 1,0 0,-2 4,3-5,0 1,0-1,1 1,-1 0,1 0,0 0,1 0,-1 0,1 0,0 0,0 0,1 0,-1 0,1-1,0 1,0 0,1 0,0 0,0-1,0 1,0-1,0 1,1-1,0 0,0 0,0 0,2 1,11 11,0-1,0-1,2-1,0 0,12 6,-22-15,-4-1,2 0,-1 0,1 1,0-1,-1 1,0 0,0 1,0-1,-1 1,1 0,-1 0,0 0,-1 1,1-1,-1 1,1 4,-4-7,-1 0,0 0,0 1,0-1,-1 0,1 0,-1 0,0 0,0 0,0-1,0 1,0 0,-1-1,1 0,-1 1,1-1,-1 0,0 0,0-1,0 1,0-1,0 1,0-1,0 0,-1 0,1 0,-2 0,-2 2,0 0,0 0,-1 0,1-1,-1 0,0-1,0 1,1-1,-1-1,0 0,0 0,0 0,-4-2,11 2,0 0,0-1,0 1,0-1,0 1,1-1,-1 1,0-1,0 1,1-1,-1 0,0 1,1-1,-1 0,0 0,1 0,-1 1,1-1,0 0,-1 0,1 0,0 0,-1 0,1 0,0 0,0 0,0 0,0 0,0 0,0 0,0 0,0 0,0 1,0-1,1 0,-1 0,0 0,1 0,-1 0,0 0,1 0,-1 0,1 1,0-1,-1 0,31-38,-6 21,0 0,1 2,1 1,0 1,1 1,0 2,1 0,1 2,24-4,11-6,15-22,-78 39,0 0,1 0,-1 0,0 0,0-1,-1 1,1-1,0 1,-1-1,1 0,-1 0,0 1,0-1,0 0,0 0,-1 0,1 0,-1 0,0-1,0 1,0 0,0 0,0 0,-1 0,1 0,-1 0,-1-1,2 3,0-1,0 1,0 1,0-1,-1 0,1 0,0 0,-1 0,1 0,-1 0,1 0,-1 0,0 0,1 1,-1-1,0 0,1 1,-1-1,0 0,0 1,0-1,1 1,-1-1,0 1,0-1,0 1,0 0,0-1,0 1,0 0,0 0,0 0,0 0,0 0,0 0,0 0,0 0,0 0,0 0,0 1,0-1,0 0,0 1,-36 29,29-20,1 1,0 0,1 0,0 1,1 0,0 0,1 0,0 0,1 1,0-1,1 1,1 0,0 0,0 0,2 6,-1-15,1 1,0 0,0 0,1-1,-1 1,1-1,0 1,0-1,0 0,1 0,0 0,0 0,0 0,0-1,0 1,1-1,-1 0,1 0,0 0,0 0,0-1,1 1,-1-1,0 0,4 0,4 2,1 0,0-1,-1-1,1 0,1-1,-1 0,0-1,13-1,-6-1,1 0,-1-1,0-1,0 0,-1-2,1-1,-1 0,0-1,-1-1,0-1,0 0,-1-2,-1 0,0 0,0-2,-2 0,6-6,-19 19,1-1,0 1,-1-1,1 1,-1-1,1 1,-1-1,0 0,0 0,0 0,0 0,0 0,0 0,0 0,-1 0,1 0,-1 0,1 0,-1 0,0-1,0 1,0 0,0 0,0 0,0 0,-1-1,1 1,-1 0,1 0,-1 0,0 0,0 0,0 0,0 0,0 1,-1-1,1 0,0 0,-1 1,1-1,-2 0,-7 0,0 1,0 0,0 0,1 1,-1 0,0 1,0 0,0 1,0 0,0 0,1 1,-1 0,1 1,0 0,0 0,0 1,-1 2,3-4,1 1,0 0,0 1,1-1,-1 1,1 0,0 1,0-1,0 1,-3 6,7-10,-1 0,1 1,0-1,0 0,0 1,1-1,-1 1,0-1,1 1,0-1,-1 1,1-1,0 1,0-1,1 1,-1-1,0 1,1-1,0 1,-1-1,1 0,0 1,0-1,0 0,1 1,-1-1,0 0,1 0,0 0,-1 0,1-1,2 3,6 2,0 0,1-1,0 0,0-1,0 0,1 0,0-2,-1 1,1-1,0-1,0 0,0-1,0 0,0-1,9-1,-12 2,0-1,0 0,0 0,0-1,0 0,-1 0,1-1,-1 0,0-1,1 0,-2 0,1-1,0 0,-1 0,0-1,0 0,2-3,-9 9,-1 0,1 0,0 0,-1 0,1 0,-1 0,1 0,-1 0,1 0,-1-1,1 1,0 0,-1 0,1 0,-1-1,1 1,0 0,-1-1,1 1,0 0,-1-1,1 1,0 0,-1-1,1 1,0 0,0-1,0 1,-1-1,1 1,0-1,0 1,0 0,0-1,0 1,0-1,0 1,0-1,0 1,0-1,0 1,0-1,0 1,0 0,0-1,0 1,1-1,-4 3,1 0,-1 1,1-1,0 1,-1-1,1 1,1 0,-1-1,0 1,1 0,-1 0,1 1,0-1,0 0,0 0,1 0,-1 1,1-1,-1 0,1 1,0-1,1 0,-1 1,0-1,1 0,0 1,0-1,0 0,0 0,0 0,1 0,-1 0,1 0,0 0,0 0,0-1,0 1,0-1,1 0,-1 1,1-1,6 0,-1-1,1 0,-1 0,1-1,0 0,0 0,-1-1,1 0,-1-1,1 0,-1 0,1 0,-1-2,0 1,0-1,-1 0,1 0,-1-1,0 0,0 0,0-1,-1 0,0 0,0 0,0-1,-1 0,0 0,0 0,-1-1,0 0,0 0,2-8,35-179,-41 194,0 0,0 0,0 0,0 0,0-1,0 1,1 0,-1 0,0 0,0 0,1 0,-1 0,1 0,-1 0,1 0,-1 0,1 0,0 0,-1 0,1 1,0-1,0 0,0 0,0 1,-1-1,1 0,0 1,0-1,0 1,0-1,0 1,0 0,1-1,-1 1,0 0,0 0,0 0,0 0,0 0,0 0,0 0,1 0,-1 0,0 0,0 1,0-1,0 0,0 1,0-1,0 1,0-1,0 1,75 93,-68-82,10 21,-2 1,-1 1,-2 0,-2 1,-1 1,-1-1,-3 1,-1 1,-1-1,-2 1,-2-1,-3 19,3-47,-1 14,1 1,1-1,1 1,1-1,1 1,1-1,0-1,2 1,1-1,11 21,27 3,-45-45,0 0,1 0,-1 0,1 0,0-1,-1 1,1-1,-1 1,1-1,0 1,-1-1,1 0,0 0,0 0,-1 0,1 0,0 0,-1-1,1 1,0-1,-1 1,1-1,0 1,-1-1,1 0,-1 0,1 0,-1 0,0 0,1 0,-1 0,0 0,0 0,0-1,0 1,0 0,5-10,-2 0,1 0,-2 0,1 0,-1 0,-1-1,0 1,-1-1,0 0,-1 1,0-1,-1 0,-1-8,-2-6,-1 0,-1 0,-1 0,-1 1,-1 0,-2 1,0 0,-2 0,0 1,-2 1,0 0,-1 1,-2 1,0 0,-1 2,-20-16,-8-11,47 44,0 1,-1-1,1 0,0 0,0 1,0-1,0 0,0 1,0-1,0 0,0 0,0 1,1-1,-1 0,0 1,0-1,0 0,1 1,-1-1,0 1,1-1,-1 0,1 1,-1-1,1 1,-1-1,1 1,-1-1,1 1,-1-1,1 1,0 0,-1-1,1 1,0 0,-1 0,1-1,0 1,-1 0,1 0,0 0,-1 0,1 0,0 0,0 0,-1 0,130-19,86-8,-214 26,1 0,0 1,-1-1,1 1,0 0,0-1,0 1,-1 0,1 1,0-1,0 0,-1 1,1-1,0 1,-1 0,1 0,0 0,-1 1,1-1,-1 0,0 1,1 0,-1-1,0 1,0 0,0 0,0 0,-1 0,1 1,0-1,-1 0,0 1,1 1,-1 42,-2-44,0 1,0 0,0-1,1 1,-1 0,1 0,0-1,-1 1,1 0,1 0,-1-1,0 1,1 0,-1 0,1-1,0 1,0 0,0-1,0 1,0-1,0 0,1 1,-1-1,1 0,0 0,0 1,0-1,0-1,0 1,0 0,0 0,1-1,-1 0,0 1,1-1,0 0,-1 0,1 0,-1 0,1-1,0 1,8-2,0 0,0-1,-1 0,1 0,-1-1,1 0,-1-1,0-1,0 1,-1-1,1-1,-1 0,-1 0,1-1,-1 0,0-1,0 1,3-6,-5 6,-1-1,0 1,0-1,0 0,-1-1,-1 1,1-1,-1 0,1-5,-3 12,-1-1,1 0,-1 0,1 0,-1 0,0 0,0 0,0 0,0 0,-1 0,1 0,-1 0,0 0,0 0,0 0,0 0,0 0,-1 1,1-1,-1 1,0-1,1 1,-1-1,0 1,-1 0,1 0,0 0,-1 0,1 1,-2-2,-3 1,1 1,-1 0,1 0,-1 1,0-1,0 1,1 1,-1-1,0 1,1 0,-1 1,1 0,0 0,-1 0,1 1,0 0,0 0,0 0,1 1,-1 0,1 0,-3 3,-1-1,0 1,0 0,1 0,0 1,0 0,1 0,0 1,0 0,1 0,0 1,1 0,0 0,1 0,-1 4,4-12,0 0,1 1,-1-1,1 0,0 0,0 0,0 1,0-1,0 0,0 0,0 1,1-1,-1 0,1 0,0 0,-1 0,1 0,0 0,0 0,1 0,-1 0,0 0,1-1,-1 1,1 0,-1-1,1 1,0-1,-1 0,1 1,0-1,0 0,2 1,73 10,27-35,-54 6</inkml:trace>
  <inkml:trace contextRef="#ctx0" brushRef="#br1" timeOffset="92592.256">25735 1598,'-18'-4,"-11"-3,-5 6,2 7,3 9,7 10,7 6,8 5,8 6,8 7,3-5</inkml:trace>
  <inkml:trace contextRef="#ctx0" brushRef="#br1" timeOffset="92593.256">25642 2079,'2'14,"3"11,3 6,5 2,4 0,7-3,10-7,13-8,15-5,12-12,-6-6</inkml:trace>
  <inkml:trace contextRef="#ctx0" brushRef="#br1" timeOffset="95294.409">19599 2948,'0'137,"4"30,-7 0,-8-1,-7 0,-19 63,8-133,28-97,1 1,0-1,0 0,-1 1,1-1,-1 1,1-1,0 1,-1-1,1 1,-1-1,1 1,-1-1,0 1,1 0,-1-1,1 1,-1 0,0-1,1 1,-1 0,0 0,1 0,-1 0,0-1,1 1,-1 0,0 0,1 0,-1 0,0 1,1-1,-1 0,0 0,1 0,-1 0,0 1,1-1,-1 0,1 1,-1-1,0 0,1 1,-1-1,1 1,-1-1,1 1,-1-1,1 1,0-1,-1 1,1 0,0-1,-1 1,1 0,0-1,0 1,0-1,-1 1,1 0,0 0,0-1,0 1,-30-209,-2 1,6 52,-3-129,29 274,-2 6,1-1,0 1,1-1,-1 1,1-1,0 0,0 1,1-1,-1 1,1-1,0 0,0 1,0 0,1-1,-1 1,1 0,0 0,1 0,-1 0,1 0,-1 0,1 1,0-1,1 1,-1 0,1 0,-1 0,2-1,7 1,-1 0,1 1,0 0,-1 0,1 1,0 1,0 0,0 1,0 0,0 0,-1 2,1-1,0 1,-1 1,0 0,0 1,4 2,-10-4,0 0,0 1,-1-1,1 1,-1 0,0 0,0 0,0 0,0 1,-1-1,0 1,0 0,0 0,-1 1,0-1,1 0,-2 1,1-1,-1 1,0 0,0-1,0 1,-1 0,0 0,0-1,-1 1,1 0,-1 0,-1-1,1 1,-1-1,0 1,0-1,0 0,-1 1,0 0,-3 3,0 0,0 0,0 0,-1-1,-1 0,1 0,-1-1,0 0,-1 0,0-1,0 0,0 0,-1-1,0-1,0 0,0 0,0 0,-1-2,-5 2,15-4,-1 1,1-1,0 0,-1 0,1 0,0 0,0 0,-1 0,1 0,0 0,0-1,-1 1,1 0,0-1,0 1,0-1,-1 1,1-1,0 0,0 1,0-1,0 0,0 0,0 0,0 1,0-1,1 0,-1-1,0 1,1 0,-1 0,0 0,1 0,-1 0,1-1,0 1,-1 0,1 0,0-1,0 1,0 0,0-1,17-53,-8 41,1 1,0 1,0 0,1 1,1 0,0 0,1 1,0 1,0 0,1 1,0 0,0 1,1 1,0 0,11-2,-22 7,0 0,-1 0,1 1,0-1,0 1,-1 0,1 0,0 0,0 0,-1 1,1 0,0 0,-1 0,1 0,-1 0,1 1,-1-1,0 1,1 0,-1 0,0 0,0 1,0-1,-1 1,1-1,-1 1,1 0,-1 0,0 0,0 0,0 1,-1-1,1 0,-1 1,27 118,-27-120,-1 0,1 0,0 0,0 0,0 0,0 0,0 0,1 0,-1 0,0-1,1 1,0-1,-1 1,1-1,0 1,0-1,-1 0,1 0,0 0,0 0,0 0,0 0,1-1,-1 1,0-1,0 1,0-1,0 0,1 0,-1 0,0 0,0 0,0-1,1 1,-1 0,0-1,2 0,73-40,-64 31,-1-1,-1 0,1 0,-2-1,0-1,0 0,2-5,-9 13,0-1,1 0,-2 0,1 0,-1 0,0 0,0-1,0 1,-1-1,0 1,0-1,-1 1,0-1,0 0,-1 1,0-1,0 1,0-1,-1 1,0 1,-1 1,0-1,0 1,0 0,-1 0,1 1,-1-1,0 1,0-1,-1 1,1 0,0 1,-1-1,0 1,0 0,1 0,-1 1,0-1,-1 1,1 0,0 0,0 1,0-1,0 1,-1 1,1-1,0 1,0-1,0 1,0 1,0-1,0 1,0 0,0 0,0 0,1 1,-1 0,1 0,0 0,0 0,-1 1,-1 1,0 1,1-1,-1 1,1 0,1 0,-1 0,1 1,0-1,0 1,0 3,3-7,-1-1,1 1,1 0,-1-1,0 1,1 0,-1 0,1-1,0 1,0 0,0 0,0-1,0 1,1 0,-1 0,1-1,0 1,0 0,0-1,0 1,0-1,1 1,-1-1,1 0,-1 1,1-1,0 0,0 0,1 1,20 12</inkml:trace>
  <inkml:trace contextRef="#ctx0" brushRef="#br1" timeOffset="95914.92">20227 2948,'15'1,"0"0,-1 1,1 1,-1 0,1 1,-1 0,-1 2,1-1,-1 1,1 1,-2 1,1 0,-1 0,0 1,-1 1,0 0,-1 0,0 1,0 0,-2 1,1 0,3 8,-4 8,-1 0,-1 0,-2 0,-1 1,-1 0,-1 0,-2 0,-1-1,-1 1,-1 0,-2-1,-7 22,10-33,-13 59,6-37,2 1,2 0,2 0,1 19,2-55,1 0,-1 0,1 0,1 0,-1 0,0 0,1 0,0 0,0 0,0 0,0-1,1 1,0 0,-1-1,1 1,1-1,-1 0,0 0,1 1,-1-1,1-1,0 1,0 0,0-1,1 0,-1 1,0-1,1-1,0 1,-1 0,1-1,0 0,0 0,2 1,4-4,0-1,0 0,-1 0,1-1,-1 0,0-1,0 0,-1 0,0-1,0 0,0-1,0 1,-1-1,0-1,-1 1,1-1,-1-1,-1 1,0-1,0 0,-1 0,4-9,-1 0,0 0,-1-1,0 1,-2-1,0 0,-2 0,0-1,0 1,-2-1,-1 1,0 0,-1-1,-1 1,-1 0,-5-14,5 21,0 0,-1 1,0-1,0 1,-2 0,1 0,-1 1,-1 0,0 0,0 1,-1 0,0 0,0 1,-1 0,0 1,-1 0,1 1,-1 0,-1 0,1 1,-1 1,0 0,0 0,-9 0,15 2,-1 1,1 0,0 0,-1 0,1 1,0 0,-1 1,1-1,-1 1,1 0,0 1,0-1,0 1,0 1,-4 1,10-4,0 0,-1 1,1-1,0 0,-1 1,1-1,0 1,-1-1,1 0,0 1,0-1,0 1,-1-1,1 1,0-1,0 1,0-1,0 1,0-1,0 0,0 1,0-1,0 1,0-1,0 1,0-1,0 1,0-1,1 1,-1-1,0 1,0-1,1 0,-1 1,0-1,0 1,1-1,-1 0,0 1,1-1,-1 0,0 1,1-1,-1 0,1 0,-1 1,1-1,-1 0,0 0,1 0,-1 0,1 0,-1 1,1-1,-1 0,1 0,-1 0,1 0,-1 0,1 0,-1-1,1 1,12 3,1-1,0-1,-1 0,1-1,0-1,0 0,-1-1,1 0,2-1,-11 2,328-65,-272 67,-60 0,1 0,-1-1,1 1,0 0,-1 0,0 0,1 0,-1 0,1 0,-1 0,0 1,0-1,0 0,0 1,0-1,0 1,0-1,0 1,-1-1,1 1,0-1,-1 1,0 0,1 0,-1-1,0 1,0 0,0-1,0 1,0 0,0 0,0 0,-32 107,8-42,23-66,0 0,1 0,-1 1,1-1,-1 0,1 0,-1 0,1 1,0-1,0 0,-1 0,1 1,0-1,0 0,0 0,1 1,-1-1,0 0,0 1,1-1,-1 0,1 0,-1 0,1 1,-1-1,1 0,0 0,-1 0,1 0,0 0,0 0,0 0,0-1,0 1,0 0,0 0,0-1,0 1,0 0,0-1,0 1,1-1,-1 0,0 1,0-1,1 0,-1 0,0 0,0 0,1 0,-1 0,0 0,1 0,-1 0,0 0,0-1,2 0,16-6</inkml:trace>
  <inkml:trace contextRef="#ctx0" brushRef="#br1" timeOffset="96176.45">20895 2801,'-13'0,"-3"2,8 1,16 0,5-1</inkml:trace>
  <inkml:trace contextRef="#ctx0" brushRef="#br1" timeOffset="96474.696">21243 2547,'-12'87,"3"0,5 0,3 0,10 72,-8-134,-2 0,2 1,0 0,2 0,0-1,2 0,1 0,1 0,1 0,1-1,1 0,1-1,1-1,7 9,-15-26,0 0,1 0,-1-1,1 0,0 0,0 0,0-1,0 0,1 0,0 0,-1 0,1-1,0 0,0 0,0-1,0 0,1 0,-1 0,0-1,0 0,1 0,-1 0,0-1,0 0,0 0,0 0,0-1,0 0,0-1,0 1,0-1,-1 0,0 0,1-1,-1 1,0-1,3-4,0-1,0 0,-1-1,-1 1,0-1,0-1,0 1,-2-1,1 0,-1 0,-1-1,0 1,-1-1,0 0,0 1,-2-1,1-2,-1 34,-2-12,2 1,-1 0,2-1,-1 1,1 0,0-1,1 1,0-1,0 1,1-1,0 0,0 0,1 0,0 0,0-1,1 1,1 0,-3-4,1-1,-1 0,1 0,0-1,0 1,0-1,0 0,0 0,0 0,1 0,-1-1,1 1,-1-1,1-1,-1 1,1-1,0 1,-1-1,4-1,21-3</inkml:trace>
  <inkml:trace contextRef="#ctx0" brushRef="#br1" timeOffset="96637.26">21751 2921,'-18'-2,"-9"-1,-1 0,4-2,5-1,7-1</inkml:trace>
  <inkml:trace contextRef="#ctx0" brushRef="#br1" timeOffset="96833.121">21270 2854,'25'3,"26"-3,26-2,17-2,8 1,0 2,-19 2</inkml:trace>
  <inkml:trace contextRef="#ctx0" brushRef="#br1" timeOffset="97116.587">22019 3376,'11'-4,"1"-1,-1 0,-1-1,1 0,-1 0,0-1,0 0,-1-1,0 0,0-1,-1 0,0 0,-1-1,0 0,0 0,-1 0,0-1,-1 0,-1 0,1-1,-2 1,0-1,0 0,-1 0,0 0,-1 0,-1 9,0 0,-1 0,1 0,-1-1,0 1,0 0,0 0,0 0,-1 1,1-1,-1 0,1 0,-1 1,0-1,0 1,0-1,-1 1,1 0,0 0,-1 0,0 0,1 1,-1-1,0 1,0-1,0 1,0 0,0 0,0 0,0 1,0-1,0 1,0-1,-1 1,1 0,0 0,0 1,0-1,-3 1,-3 3,0-1,1 2,0-1,0 1,0 0,0 1,1-1,0 2,0-1,1 1,-1 0,1 0,1 1,0 0,0 0,0 0,1 0,0 1,1 0,0 0,0 0,1 0,0 0,0 0,1 1,1-1,-1 0,2 1,-1-1,2 6,0-8,-1 0,2 0,-1-1,1 1,0-1,0 1,1-1,0 0,0 0,0-1,1 1,0-1,0 0,0 0,0 0,1-1,0 0,0 0,0-1,1 1,-1-1,6 2,11 2,-1 0,1-1,0-1,0-1,1-1,8 0,73-1,-5-5</inkml:trace>
  <inkml:trace contextRef="#ctx0" brushRef="#br1" timeOffset="97414.343">23315 3215,'3'16,"2"17,5 13,4 11,-1 10,-3 4,-5 4,-11 0,-12-3,-16-7,-1-15</inkml:trace>
  <inkml:trace contextRef="#ctx0" brushRef="#br1" timeOffset="98182.817">24050 3135,'-12'4,"0"0,1 1,-1 1,1-1,0 2,1-1,-1 2,1-1,1 1,-1 1,2 0,-1 0,1 1,0 0,1 0,0 1,1 0,0 0,1 0,-1 5,4-14,1 1,0-1,0 0,0 1,0-1,0 1,1-1,-1 1,1-1,0 1,0-1,0 1,0-1,0 1,0-1,0 1,1-1,0 1,-1-1,1 1,0-1,0 0,0 1,0-1,1 0,-1 0,1 0,-1 0,1 0,0 0,0 0,-1-1,1 1,1-1,-1 1,0-1,0 0,0 0,1 0,-1 0,2 1,7-2,-1-1,0 0,0 0,0-1,0-1,0 1,0-2,0 1,-1-1,0-1,1 0,-2 0,1 0,-1-1,0-1,0 0,0 0,-1 0,5-7,-5 7,0-1,0 0,-1-1,0 0,0 0,-1 0,0 0,-1-1,0 0,-1 0,0 0,1-7,-4 17,-1 1,1-1,-1 0,1 1,-1-1,0 0,1 1,-1-1,1 0,-1 0,0 1,1-1,-1 0,0 0,1 0,-1 0,0 0,0 0,1 0,-1 0,0 0,1-1,-1 1,0 0,1 0,-1 0,0-1,1 1,-1 0,1-1,-1 1,1-1,-1 1,1 0,-1-1,1 0,-1 1,1-1,-1 1,1-1,0 1,-1-1,1 0,0 1,0-1,-1 0,1 1,0-1,0 0,0 1,0-1,0 0,0 1,0-1,0 0,0 1,0-1,0 0,-3 6,-1 1,1-1,0 1,0 0,1-1,-1 1,1 1,1-1,-1 0,1 0,0 1,1-1,-1 1,1-1,0 0,1 1,0-1,0 0,0 1,1-1,0 0,0 0,0 0,1 0,0 0,0-1,0 1,1-1,0 0,2 2,-3-5,0 0,0-1,0 0,0 1,0-1,0-1,0 1,1 0,-1-1,0 1,0-1,1 0,-1 0,0 0,1-1,-1 1,0-1,0 0,0 0,1 0,-1 0,0 0,0-1,-1 0,3 0,62-56,-50 30,-1 0,-1-1,-2-1,-1 0,-1-1,-2 0,-1 0,-1-1,-2 0,-1 0,-2-1,-1 1,-3-28,3 22,-3 0,-1-1,-2 1,-1 1,-2-1,-4-6,-18-13,29 57,0 0,1-1,-1 1,0-1,-1 1,1 0,0 0,0 0,0-1,0 1,0 0,0 0,0 1,0-1,0 0,0 0,0 0,0 1,0-1,0 0,0 1,0-1,0 1,0 0,0-1,0 1,1-1,-1 1,0 0,0 0,1-1,-1 1,0 0,1 0,-1 0,1 0,-1 0,1 0,0 0,-1 0,1 0,0 0,0 0,-1 0,1 0,0 0,0 0,0 0,0 0,1 0,-1 0,0 1,0-1,-5 37,2 0,1 1,2-1,2 1,3 14,-4-50,6 91,5-1,3 0,23 71,-35-150,1-1,-1 0,2 0,0 0,1-1,0 0,0 0,1 0,1-1,0 0,1 0,0-1,1 0,-1-1,10 7,-16-15,-1 1,0-1,1 0,-1 0,1-1,0 1,-1 0,1-1,-1 0,1 0,0 1,-1-1,1-1,0 1,-1 0,1-1,0 1,-1-1,1 0,-1 0,2 0,17-13</inkml:trace>
  <inkml:trace contextRef="#ctx0" brushRef="#br1" timeOffset="98668.953">24171 2854,'-50'3,"50"-3,0 0,1 0,-1 0,0 0,1 0,-1 0,0 0,1 0,-1 0,0 0,0 0,1 0,-1 0,0 0,1 0,-1 0,0 0,0 1,1-1,-1 0,0 0,0 0,1 0,-1 1,0-1,0 0,1 0,-1 1,0-1,0 0,0 0,0 1,0-1,1 0,-1 1,0-1,0 0,0 0,0 1,0-1,0 0,0 1,0-1,0 0,0 1,0-1,0 0,0 0,0 1,0-1,0 0,-1 1,1-1,0 0,0 0,0 1,169 11,-31-12,-56-1,0 4,75 11,-151-14,0 1,0 0,0-1,0 2,-1-1,1 1,0 0,-1 0,1 0,-1 1,1 0,-1 0,0 0,0 1,-1 0,1 0,-1 0,0 0,0 1,0-1,0 1,-1 0,0 0,0 1,0-1,-1 0,0 1,0 0,0 0,0 2,-1 15,0 1,-1-1,-2 0,0 0,-4 13,-4 108,10-140,0-1,0 1,1-1,-1 0,1 1,-1-1,1 1,0-1,1 0,-1 0,0 0,1 0,0 0,0 0,-1 0,2 0,-1 0,0-1,1 1,-1-1,1 0,0 0,-1 0,1 0,0 0,0-1,0 1,1-1,-1 0,0 0,0 0,1 0,-1 0,1-1,-1 0,1 1,-1-1,0-1,1 1,-1 0,1-1,-1 0,0 0,1 0,7-5,0-2,-1 0,0 0,0 0,-1-1,0-1,0 0,-1 0,-1 0,0-1,0 0,-1-1,0 1,-1-1,-1-1,0 1,0 0,-1-1,-1 0,0-1,18-82,-23 163,9 71,-6-134,1 0,0 0,0 1,0-1,0 0,1 0,0 0,0 0,0-1,0 1,0 0,1-1,0 0,0 1,0-1,0 0,0 0,0-1,1 1,0-1,-1 0,1 0,0 0,0 0,0-1,0 1,0-1,0 0,1 0,0 0,23-1</inkml:trace>
  <inkml:trace contextRef="#ctx0" brushRef="#br1" timeOffset="99034.679">25481 3015,'-7'17,"2"1,0-1,0 1,2 0,0 1,1-1,1 0,1 1,0-1,1 0,4 14,-4-27,0 0,1-1,0 1,0-1,0 1,0-1,1 0,0 0,-1 0,1 0,1-1,-1 1,1-1,-1 0,1 0,0 0,0 0,0-1,1 0,-1 0,0 0,1 0,0 0,-1-1,1 0,0 0,-1 0,1-1,0 0,0 0,0 0,0 0,-1-1,1 0,0 0,0 0,-1 0,1-1,-1 0,1 0,0 0,6-5,0 0,-1 0,0-1,0-1,-1 0,0 0,-1 0,0-1,0 0,-1-1,0 0,-1 0,0-1,-1 1,0-1,-1 0,-1 0,1-1,-2 1,0-1,0 0,-7-23,-7 57,9-13,0 1,1-1,0 1,1 0,0-1,0 1,1 0,0 0,1 0,0-1,0 1,1 0,0-1,0 1,1-1,0 0,0 0,1 0,0 0,1 0,0-1,0 0,0 0,1 0,0-1,5 4,2-3,1-1,0 0,0-1,0-1,0 0,1-1,-1 0,1-2,0 1,0-2,4 0,47 0</inkml:trace>
  <inkml:trace contextRef="#ctx0" brushRef="#br1" timeOffset="99441.201">26483 3069,'-14'-3,"-1"0,1 2,-1 0,0 0,1 1,-1 1,0 1,1 0,-1 1,1 0,0 1,0 1,0 0,-2 2,13-4,-1-1,1 1,1-1,-1 1,0 0,1 0,-1 1,1-1,0 0,0 1,0 0,0-1,1 1,0 0,-1 0,1 0,1-1,-1 1,0 0,1 0,0 0,0 0,0 0,1 0,-1 0,1 0,0 0,0 0,0 0,1 0,-1-1,1 1,0 0,0-1,0 0,1 1,-1-1,1 0,0 0,-1 0,1-1,2 2,7 5,1-1,0 0,0-1,1 0,0-1,0-1,0 0,1-1,-1-1,1 0,0-1,0 0,1-1,-1-1,0-1,0 0,0 0,0-2,0 0,1-1,-3 1,0-1,0-1,-1 0,1 0,-1-1,0-1,-1 0,0-1,0 0,0-1,-1 0,-1 0,1-1,-1 0,-1-1,0 0,-1 0,0-1,0 0,-1 0,-1 0,0-1,1-6,-5 107,1-72,0 0,0 1,1-1,1 0,1 0,1-1,0 1,1-1,-5-11,0 0,0 0,0 0,0 0,1-1,0 1,0-1,0 0,0 0,0 0,1 0,-1-1,1 1,0-1,0 0,0 0,0 0,0 0,0-1,0 0,0 0,1 0,-1 0,1-1,-1 0,0 0,1 0,-1 0,0 0,1-1,-1 0,1 0,32-12,-3-5</inkml:trace>
  <inkml:trace contextRef="#ctx0" brushRef="#br1" timeOffset="99704.701">26925 2788,'-14'-3,"-4"3,7 2,18 4,18 0,5 0</inkml:trace>
  <inkml:trace contextRef="#ctx0" brushRef="#br1" timeOffset="103273.819">20161 4685,'-19'-13,"0"0,0 1,-1 1,0 0,-1 2,-1 0,-16-3,29 9,0 1,0 0,0 1,1 0,-1 1,0 0,0 0,0 1,0 0,0 0,0 1,0 0,1 1,-1 0,1 0,0 1,0 0,0 0,0 1,-6 5,4-1,1-1,0 2,1-1,0 1,1 1,0-1,1 1,0 1,0-1,1 1,1 0,0 0,0 0,1 0,1 1,0-1,1 1,0 0,1-1,1 1,0 0,0-1,1 1,1-1,0 1,2 4,-3-13,1 1,-1-1,1 0,0 0,0 0,0 0,1 0,-1-1,1 1,0-1,0 0,0 0,0-1,1 1,-1-1,1 0,-1 0,1 0,0-1,0 0,0 1,0-2,0 1,0-1,0 1,0-1,0-1,0 1,0-1,0 0,0 0,0 0,-1-1,4-1,8-5,0-1,0 0,-1-1,-1-1,0-1,0 0,-1 0,-1-1,0-1,-1 0,0-1,-1 0,-1 0,0-1,-1-1,-1 1,-1-1,0 0,-1-1,-1 1,0-1,-2 0,0 0,-1-4,-7-37,6 59,0-1,-1 1,1 0,0-1,-1 1,1 0,0 0,-1-1,1 1,-1 0,1 0,-1 0,1-1,0 1,-1 0,1 0,-1 0,1 0,-1 0,1 0,-1 0,1 0,-1 0,1 0,-1 0,1 1,0-1,-1 0,1 0,-1 0,1 0,-1 1,1-1,0 0,-1 1,1-1,0 0,-1 0,1 1,0-1,-1 1,1-1,0 0,0 1,-1-1,1 1,0-1,0 0,0 1,0-1,0 1,0-1,-1 1,1-1,0 1,0-1,0 1,1-1,-1 1,0-1,-5 14,2 0,-1 0,2 0,0 0,1 0,0 1,1-1,1 0,0 1,1-1,0 0,1 0,5 13,-7-21,1-1,0-1,0 1,0 0,1 0,-1-1,1 1,0-1,1 0,-1 0,1 0,-1 0,1-1,0 0,1 1,-1-1,0-1,1 1,0-1,0 0,-1 0,1 0,0 0,1-1,-1 0,0 0,0 0,0-1,1 0,-1 0,0 0,0-1,1 1,-1-1,0-1,1 1,12-7,-1 0,0 0,-1-2,0 0,0-1,-1 0,-1-1,0-1,0 0,-1-1,-1-1,-1 0,0 0,-1-1,0 0,-1-1,-1 0,-1-1,0 1,-1-5,-5 21,1-5,0-1,0 1,0-1,-1 0,0 1,0-1,0 0,-1 0,0 0,-1 1,1-1,-1 0,-1 0,1 1,-1 5,1 0,0 0,0 1,-1-1,1 1,-1-1,1 1,0 0,-1-1,1 1,-1 0,1 0,0 0,-1 0,1 0,-1 0,1 1,-1-1,1 0,0 1,-1-1,1 1,0-1,-1 1,1 0,0-1,0 1,0 0,-1 0,1 0,0 0,0 0,0 0,1 0,-1 1,0-1,0 0,0 0,1 1,-1-1,1 0,-1 1,-8 11,-1 0,2 1,0 0,1 1,0-1,1 1,1 0,0 1,1 0,1-1,0 1,1 0,1 0,1-11,1-1,-1 0,1 0,0 0,0 0,0-1,1 1,0 0,-1 0,1-1,0 1,1-1,-1 1,1-1,-1 0,1 0,0 0,0-1,0 1,1-1,-1 1,1-1,-1 0,1 0,0-1,0 1,-1-1,1 0,0 0,0 0,0 0,0-1,1 0,-1 0,0 0,2 0,16-1,-1-1,0-1,1-1,-1-1,0 0,-1-2,0 0,0-2,0 0,-1-1,0-1,-1 0,0-2,1-2,-11 9,-1 0,1-1,-1 0,-1 0,1-1,-1 0,0 0,-1 0,0-1,0 0,-1 0,0 0,-1 0,0-1,0 0,-1 1,0-1,-1 0,0 0,0 0,-1-4,0 13,0 0,1 0,-1 0,0 0,0 0,0 0,1 0,-1 0,0 0,0 0,-1 0,1 0,0 0,0 0,0 0,-1 0,1 0,0 0,-1 0,1 0,-1 0,0 0,1 0,-1 0,1 0,-1 1,0-1,0 0,0 0,1 1,-1-1,0 1,0-1,0 1,0-1,0 1,0-1,0 1,0 0,0 0,0-1,0 1,0 0,0 0,0 0,0 0,0 0,0 0,0 1,0-1,-1 0,1 1,0-1,1 0,-1 1,0-1,0 1,0-1,0 1,0 0,0-1,1 1,-1 0,0 0,0-1,1 1,-1 0,1 0,-1 1,-6 12,0 0,1 1,1 0,0 0,1 1,1-1,0 1,1 0,1 0,0 0,2 0,1 15,-2-25,1-1,0 1,0 0,0-1,0 1,1-1,0 1,1-1,-1 0,1 0,0 0,0 0,0-1,1 1,-1-1,1 0,0 0,1 0,-1 0,1-1,-1 0,1 0,0 0,0 0,1-1,-1 0,0 0,1 0,-1-1,1 0,0 0,-1 0,1-1,0 1,-1-2,1 1,0 0,-1-1,6-2,1-1,-1-1,-1 0,1-1,-1 0,0 0,0-1,-1-1,1 0,-2 0,1-1,-1 0,-1 0,0-1,0 0,-1 0,0 0,0-1,-2 0,1 0,-1-1,-1 1,0-1,0 1,-2-1,1 0,-1 0,-1-8,-6-30,6 50,0-1,-1 1,1-1,0 1,0 0,0-1,-1 1,1-1,0 1,-1 0,1 0,0-1,-1 1,1 0,0-1,-1 1,1 0,0 0,-1 0,1-1,-1 1,1 0,0 0,-1 0,1 0,-1 0,1 0,-1 0,1 0,-1 0,1 0,0 0,-1 0,1 0,-1 0,1 0,-1 1,1-1,0 0,-1 0,1 0,0 1,-1-1,1 0,0 0,-1 1,1-1,0 0,-1 1,1-1,0 0,0 1,-1-1,1 1,0-1,0 0,0 1,-14 24,10-17,0-1,0 1,1 0,0 0,1 0,0 0,0 0,1 1,0-1,1 1,-1-1,1 0,1 1,0-1,0 1,1-1,0 0,0 0,1 0,0 0,0 0,1 0,0-1,0 0,1 0,0 0,0 0,1-1,0 0,0 0,3 2,4-1,1-1,1 0,-1-2,0 1,1-2,0 0,0 0,3-1,56 5</inkml:trace>
  <inkml:trace contextRef="#ctx0" brushRef="#br1" timeOffset="104188.931">23288 4859,'32'8,"0"-1,1-2,-1-1,1-2,0-1,0-2,0-1,0-1,9-4,-33 6,260-33,-261 33,-6 1,0 0,0 1,0-1,0 0,0 0,0 0,0-1,0 1,0 0,0-1,0 1,0-1,0 0,0 1,0-1,0 0,0 0,-1-1,1 1,0 0,-1 0,1-1,-1 1,1-1,-1 0,0 1,0-1,0 0,0 0,0 1,0-1,0 0,0 0,-1 0,1 0,-1 0,1-1,-54-156,-141-317,114 276,79 199,1 0,-1 1,1-1,-1 0,1 0,0 0,-1 0,1 0,0 0,0 0,0 0,0 0,0 0,0 0,0 0,0 0,0 0,0 0,0 0,1 0,-1 0,0 0,1 1,-1-1,0 0,1 0,-1 0,1 0,0 1,-1-1,1 0,0 0,-1 1,1-1,0 0,0 1,-1-1,1 1,0-1,0 1,0 0,0-1,0 1,0 0,0 0,0-1,0 1,0 0,0 0,0 0,0 0,236-21,238-45,-455 66,-38 6,-8 2</inkml:trace>
  <inkml:trace contextRef="#ctx0" brushRef="#br1" timeOffset="104863.515">23730 4271,'-63'109,"1"19,63-122,10-21,4-17,-1 0,-1-1,-2-1,3-20,-4 17,-9 35,-1 0,0-1,1 1,-1 0,1 0,-1 0,1-1,0 1,0 0,0 0,0 0,1 0,-1 0,0 0,1 1,0-1,-1 0,1 1,0-1,0 1,-1 0,1-1,0 1,1 0,-1 0,0 0,0 1,0-1,0 0,1 1,-1 0,0-1,1 1,-1 0,0 0,1 0,-1 0,0 1,0-1,1 1,0 0,25 9,-2 2,0 0,0 2,-2 1,1 1,-2 1,3 3,-19-14,0-2,0 1,-1 0,1 1,-1-1,0 1,0 1,-1-1,0 1,0 0,0 0,-1 1,-4-6,0-1,0 1,0 0,0-1,-1 1,1 0,-1-1,1 1,-1-1,1 1,-1-1,0 1,0-1,0 0,0 1,0-1,0 0,0 0,0 1,0-1,-1 0,1 0,0 0,-1-1,1 1,-1 0,1 0,-1-1,1 1,-1-1,1 0,-1 1,0-1,1 0,-1 0,0 0,1 0,-1 0,0 0,1 0,-1-1,1 1,-2-1,-87 7,38-4,0 2,1 2,0 3,-16 6,20 5,47-20,0 1,0-1,-1 0,1 1,0-1,0 1,0-1,0 0,0 1,0-1,0 0,0 1,0-1,0 1,0-1,0 0,0 1,0-1,0 0,0 1,0-1,1 0,-1 1,0-1,0 0,0 1,1-1,-1 0,0 1,0-1,1 0,-1 0,0 1,1-1,-1 0,0 0,1 0,-1 1,0-1,1 0,-1 0,0 0,1 0,-1 0,0 0,1 0,-1 0,1 0,-1 0,0 0,1 0,-1 0,1 0,-1 0,0 0,1 0,-1 0,1 0,20 3</inkml:trace>
  <inkml:trace contextRef="#ctx0" brushRef="#br1" timeOffset="105352.171">25455 4285,'0'25,"-3"22,0 19,0 11,1 9,0 4,1 0,0-2,-1-7,-3-8,-3-11,-5-15,-2-15,1-12</inkml:trace>
  <inkml:trace contextRef="#ctx0" brushRef="#br1" timeOffset="105874.22">25307 4619,'-19'-141,"18"139,0-1,1 1,0-1,0 1,0-1,0 1,0 0,0-1,0 1,1-1,0 1,-1 0,1-1,0 1,0 0,0 0,0-1,0 1,1 0,-1 0,1 0,-1 1,1-1,0 0,0 1,0-1,0 1,0-1,0 1,0 0,0 0,1 0,6 0,0 1,0 1,1-1,-1 2,0-1,0 1,0 1,0-1,-1 2,1-1,-1 1,1 0,-1 1,-1 0,1 0,-1 1,0 0,0 0,0 1,1 3,-4-8,0 1,-1 0,1 0,-1 0,0 1,0-1,0 1,-1 0,1 0,-1 0,0 0,0 0,-1 0,1 1,-1-1,0 0,0 1,0-1,0 1,-1-1,0 1,0 0,0-1,-1 1,1-1,-1 1,0-1,0 1,-1-1,1 0,-1 0,0 1,-1-1,-3 2,-1-1,0 0,-1 0,1 0,-1-1,1-1,-1 1,-1-1,1 0,0-1,-1 0,1-1,-1 1,0-2,1 1,-1-1,0 0,-22-7,30 7,1-1,-1 1,1 0,0-1,0 1,-1-1,1 1,0-1,0 1,-1-1,1 1,0-1,0 1,0-1,0 1,0-1,0 1,0-1,0 1,0-1,0 0,0 1,0-1,0 1,0-1,1 1,-1-1,0 1,0-1,1 1,-1 0,0-1,0 1,1-1,-1 1,1-1,-1 1,0 0,1-1,-1 1,1 0,-1 0,1-1,-1 1,1 0,-1 0,1 0,-1-1,1 1,-1 0,1 0,-1 0,1 0,-1 0,1 0,118-42,-66 27,-36 9,3 2,-1-2,1 0,-1-1,0-1,-1 0,0-2,0 0,-1-1,0-1,-1 0,-1-1,0-1,1-2,-14 14,0 0,0 0,-1 0,1 0,-1-1,1 1,-1 0,0-1,0 1,0-1,0 1,0-1,-1 1,1-1,-1 0,0 1,1-1,-1 0,0 1,-1-1,1 0,0 1,-1-1,0 1,1-1,-1 0,0 1,0 0,-1-1,1 1,0 0,-1-1,1 1,-1 0,0 0,0 0,0 0,0 1,0-1,0 0,0 1,-1 0,1-1,0 1,-1 0,1 0,-1 0,0 1,0-1,0 0,-1 1,1 0,0 0,-1 0,1 0,0 1,-1-1,1 1,0 0,0 0,0 0,0 0,0 1,0-1,0 1,0 0,0-1,1 1,-1 1,1-1,-1 0,1 1,0-1,0 1,0-1,0 1,0 1,-35 87,35-85,0-1,1 1,0-1,1 1,-1 0,1 0,0-1,1 1,-1 0,1 0,0-1,0 1,1-1,0 1,0-1,0 0,1 1,-1-1,1 0,1-1,-1 1,0 0,1-1,0 0,0 0,1 0,-1 0,1-1,-1 0,6 3,2-1,1-1,-1 0,1-1,-1 0,1-1,0-1,0 0,0 0,3-1,56-3</inkml:trace>
  <inkml:trace contextRef="#ctx0" brushRef="#br1" timeOffset="107077.272">27273 4258,'-9'-2,"1"0,0 1,-1 0,1 0,-1 1,1 0,-1 0,1 1,-1 0,1 1,0 0,-1 0,1 1,0 0,0 0,1 1,-1 0,1 0,0 1,0 0,0 0,1 1,-1-1,1 1,1 1,-1-1,1 1,0 0,1 0,0 1,0-1,0 1,1 0,0 0,1 0,0 1,0-1,1 0,0 1,0-1,1 5,0-8,1 1,0-1,0 0,1 0,0 0,0 0,0-1,0 1,1 0,-1-1,1 0,1 0,-1 1,0-2,1 1,0 0,0-1,0 0,0 0,0 0,1 0,0-1,-1 1,1-1,0 0,3 0,8 4,1-2,0 0,0 0,0-2,0 0,0-1,9-1,10-3,0-1,-1-2,1-2,-2 0,1-3,-1-1,0-1,-2-2,1-2,26-18,-49 30,0 0,0-1,-1 0,1-1,-1 0,-1-1,0 0,0 0,0-1,-1 0,0 0,-1 0,0-1,-1 0,1 0,-2-1,1-3,-4 12,-1-1,1 1,-1 0,0-1,0 1,0-1,0 1,0-1,-1 1,1 0,-1-1,0 1,0 0,1 0,-1-1,-1 1,1 0,0 0,0 0,-1 0,1 0,-1 0,0 1,1-1,-1 1,0-1,0 1,0-1,0 1,0 0,-1 0,1 0,0 0,0 0,-1 1,0-1,-2 0,0 0,0 0,-1 1,1 0,0 0,-1 0,1 0,0 1,-1 0,1 0,0 0,0 1,0 0,0 0,0 0,0 1,1 0,0-1,0 1,1 1,-1-1,1 0,0 1,0 0,0 0,0 0,1 0,-1 0,1 1,0-1,0 0,1 1,0 0,-1-1,1 1,1 0,-1 0,1 0,0-1,0 1,0 0,1 0,0 0,0-1,0 1,0 0,1-1,-1 1,1-1,1 1,-1-1,0 0,1 0,0 0,0 0,0-1,1 1,-1-1,1 0,-1 0,1 0,0 0,1-1,0 1,15 6,1-1,-1-1,1-1,1-1,-1-1,1 0,-1-2,1-1,0 0,0-2,0 0,-1-2,1 0,-1-1,7-4,-5 3,-1-1,-1-1,1-1,-1-1,15-9,-28 14,0-1,-1 0,0 0,1-1,-2 1,1-1,-1-1,0 0,0 1,-1-2,0 1,0-1,-1 1,0-1,0-1,0 1,-4 5,1 1,0 0,0-1,-1 1,0 0,1-1,-1 1,0-1,0 1,0 0,-1-1,1 1,0-1,-1 1,0 0,1-1,-1 1,0 0,0 0,0 0,-1-1,1 1,0 0,-1 1,0-1,1 0,-1 0,0 1,0-1,0 1,0-1,0 1,0 0,0 0,0 0,-1 0,-4-2,0 1,0 0,0 0,0 1,0 0,-1 0,1 0,0 1,-1 1,1-1,-5 2,0 0,0 1,0 1,0 0,1 0,0 1,0 1,0 0,1 0,0 1,0 1,0-1,1 2,0-1,1 1,0 1,6-9,0 1,1-1,-1 1,1 0,0 0,-1 0,1 0,0 0,0 0,0 0,0 0,1 0,-1 0,0 0,1 1,0-1,-1 0,1 0,0 1,0-1,0 0,1 1,-1-1,1 0,-1 0,1 0,-1 1,1-1,0 0,0 0,0 0,1 0,-1 0,0-1,1 1,-1 0,1 0,-1-1,1 1,0-1,0 0,0 1,0-1,0 0,10 3,1 0,-1-1,1-1,0 0,0-1,0 0,0-1,0 0,1-1,-1-1,-1 0,1 0,0-2,-1 1,1-2,-1 0,4-2,-5 2,29-9,-39 14,0 0,0 0,0 0,0 0,-1 0,1 0,0 0,0 1,0-1,0 0,0 0,0 1,-1-1,1 1,0-1,0 1,-1-1,1 1,0-1,-1 1,1 0,0-1,-1 1,1 0,-1-1,1 1,-1 0,0 0,1 0,-1 0,0-1,1 1,-1 0,0 0,0 0,0 0,0 0,0 0,0 0,0-1,0 2,1 4,-2-4,1 1,0-1,0 1,0-1,0 1,0-1,0 1,1-1,-1 0,1 1,0-1,0 0,0 1,0-1,0 0,0 0,1 0,-1 0,1 0,-1 0,1 0,0 0,0-1,-1 1,1-1,0 1,1-1,-1 0,0 0,0 0,0 0,2 0,8 0,0-2,-1 1,1-1,0-1,-1 0,0-1,1 0,-1-1,0 0,-1-1,1 0,-1-1,0 0,0 0,-1-1,0 0,2-3,146-157,-155 164,1 0,-1 1,0-1,1 1,0 0,-1 0,1 0,0 0,0 0,0 1,0-1,0 1,1 0,-1 0,0 0,1 0,-1 1,0-1,1 1,-1 0,1 0,-1 0,1 0,-1 1,0-1,1 1,-1 0,0 0,1 0,-1 1,2 0,11 9,-2 0,1 0,-1 2,-1 0,0 0,-1 1,-1 1,0 0,-1 0,1 3,-10-16,0 0,1 0,-1 0,0 0,0 0,0 0,0 0,-1 1,1-1,0 0,-1 0,0 1,0-1,1 1,-1-1,-1 0,1 1,0-1,0 0,-1 1,0-1,1 0,-1 0,0 1,0-1,0 0,0 0,-1 0,1 0,0 0,-1-1,1 1,-1 0,0-1,0 1,0-1,0 1,-1 0,-5 2,0 0,-1-1,1 1,-1-2,0 1,0-1,1-1,-1 0,0 0,-1-1,1 0,0 0,0-1,-2-2</inkml:trace>
  <inkml:trace contextRef="#ctx0" brushRef="#br1" timeOffset="107339.167">29465 4406,'2'-7,"-6"-12,-2-1</inkml:trace>
  <inkml:trace contextRef="#ctx0" brushRef="#br0" timeOffset="117659.612">9920 3108,'-27'-102,"31"124,1-1,1 1,1-1,1-1,9 17,15 16,2-1,3-2,2-1,40 37,42 54,156 196,-241-295,32 36,4-3,2-3,25 14,-36-37,-14-13,-1 3,-2 2,23 27,134 157,-165-174,-3 1,-2 2,25 55,-30-55,60 86,-74-113,1-2,2 0,0 0,1-2,2 0,13 12,-32-33,-1-1,1 1,-1 0,1 0,-1 0,1 0,0-1,-1 1,1 0,0 0,0-1,-1 1,1-1,0 1,0-1,0 1,0-1,0 1,0-1,0 0,0 0,-1 1,1-1,0 0,0 0,0 0,0 0,0 0,0 0,0 0,0 0,0-1,0 1,0 0,0-1,0 1,0 0,0-1,0 1,0-1,-1 1,1-1,0 0,0 1,-1-1,1 0,0 0,-1 1,1-1,-1 0,1 0,-1-1,0 0,0-1,0 1,0 0,0 0,-1 0,1 0,-1-1,0 1,1 0,-1 0,0 0,0 0,0 1,0-1,-1 0,1 0,0 1,-1-1,1 0,-2 0,-11-11</inkml:trace>
  <inkml:trace contextRef="#ctx0" brushRef="#br0" timeOffset="118169.126">11617 5167,'-1'1,"0"-1,-1 1,1 0,-1-1,1 1,0 0,0 0,-1 0,1 0,0 0,0 0,0 0,0 0,0 0,0 0,0 1,1-1,-1 0,0 1,1-1,-1 1,1-1,-1 0,1 1,0-1,-1 1,1-1,0 1,0 0,0-1,0 1,1-1,-1 1,0-1,1 1,-1-1,0 0,1 1,0-1,-1 1,1-1,0 0,0 0,0 1,0-1,0 0,0 0,115 40,-95-34,0 2,-1 0,0 1,0 1,-2 1,1 1,-1 0,-1 1,11 13,-26-25,-1 0,-1-1,1 0,-1 0,1 0,-1 0,1 0,0 0,-1 0,1 0,0 0,0 0,0 0,0-1,0 1,0 0,0 0,0-1,0 1,0-1,0 1,0-1,0 1,0-1,1 0,-1 0,0 1,0-1,0 0,1 0,-1 0,0 0,0 0,0-1,1 1,-1 0,0-1,0 1,0 0,0-1,0 1,1-1,-1 0,0 1,0-1,-1 0,1 0,1 0,2-12,-1 0,0 0,0 0,-2 0,1-1,-2 1,0 0,0-1,-2 1,1 0,-2-1,0 1,0 0,-1 1,-1-1,0 1,0 0,-7-10,-5-14,-2 0,-1 2,-2 0,-2 1,-1 1,58 60,-19-15</inkml:trace>
  <inkml:trace contextRef="#ctx0" brushRef="#br0" timeOffset="118922.315">12500 5608,'-186'202,"95"-100,-5-4,-30 21,55-69,71-49,-1-1,0 1,0-1,0 1,0-1,0 1,0-1,0 1,0-1,0 0,0 0,0 0,0 1,0-1,0 0,0 0,0 0,0-1,0 1,0 0,0 0,0 0,0-1,0 1,0-1,0 1,1 0,-1-1,0 0,0 1,0-1,0 1,1-1,-1 0,0 0,1 0,-1 1,0-1,1 0,-1 0,1 0,0 0,-1 0,1 0,0 0,-1 0,1 0,0 0,0 0,-2-55,3 51,1-26,2 1,1-1,1 1,7-17,-13 45,0 0,0 0,1 1,-1-1,0 0,1 0,-1 1,1-1,0 0,0 1,0-1,-1 0,1 1,1-1,-1 1,0 0,0-1,0 1,1 0,-1 0,1-1,-1 1,1 1,-1-1,1 0,0 0,-1 0,1 1,0-1,0 1,-1-1,1 1,0 0,0 0,0 0,-1 0,1 0,0 0,0 0,0 1,-1-1,1 1,0-1,0 1,-1 0,1-1,0 2,102 104,-77-85,0-2,1-1,0-2,1 0,1-2,1-1,0-2,1-1,0-1,1-1,-22-5,24 3,-25-7</inkml:trace>
  <inkml:trace contextRef="#ctx0" brushRef="#br0" timeOffset="119368.634">12460 5889,'36'-11,"1"2,-1 2,1 1,36-1,-71 6,0 1,-1-1,1 1,-1 0,1 0,0 0,-1 0,1 0,0 0,-1 0,1 0,-1 0,1 1,0-1,-1 1,1 0,-1-1,1 1,-1 0,1 0,-1 0,0 0,0 0,1 0,-1 0,0 0,0 0,0 1,0-1,0 0,0 1,0-1,-1 1,1-1,-1 1,1-1,-1 1,1-1,-1 1,0 0,1-1,-1 1,0 0,0-1,-1 1,1-1,0 1,0 0,-1-1,1 1,-1-1,0 2,-44 71,45-74,0 0,-1 0,1 0,0 1,-1-1,1 0,0 0,0 1,-1-1,1 0,0 0,0 1,-1-1,1 0,0 1,0-1,0 0,0 1,-1-1,1 0,0 1,0-1,0 0,0 1,0-1,0 0,0 1,0-1,0 0,0 1,0-1,0 1,0-1,0 0,1 1,-1-1,0 0,0 1,0-1,0 0,1 0,-1 1,0-1,0 0,1 1,-1-1,0 0,0 0,1 0,-1 1,0-1,1 0,-1 0,0 0,1 0,-1 0,0 1,1-1,-1 0,0 0,1 0,-1 0,0 0,1 0,-1 0,1 0,27-6,-25 5,-2 1,14-6,1 2,0 0,0 0,0 2,1 0,-1 0,0 2,1 0,-1 1,13 2,-27-2,0-1,0 1,0 0,-1 0,1 0,0 0,0 0,-1 0,1 0,0 1,-1-1,1 0,-1 1,0-1,0 1,1 0,-1 0,0-1,0 1,0 0,-1 0,1 0,0 0,-1 0,1 0,-1 0,0 0,0 0,1 0,-1 0,-1 0,1 0,0 0,0 0,-1 0,1 0,-1 0,0 0,1 0,-1 0,-42 73,32-62,-1 1,0-2,-1 1,0-2,-1 0,0 0,-1-1,0-1,-5 2,18-10,0 0,0 0,0-1,0 1,0 0,0-1,0 1,0-1,0 0,0 1,0-1,0 0,0 0,-1-1,1 1,0 0,0-1,0 1,0-1,0 0,0 1,0-1,-1-1,-12-12</inkml:trace>
  <inkml:trace contextRef="#ctx0" brushRef="#br0" timeOffset="120548.114">11658 2828,'7'25,"0"0,2 0,1-1,1 0,1-1,1-1,0 0,2 0,1-1,1-1,0-1,1-1,4 2,-6-2,356 404,231 209,-274-299,-247-246,4-3,4-4,2-4,11 1,-21-25,-40-26,-1 2,0 2,13 15,-49-39,0 0,0 1,0 0,-1 0,0 0,0 1,0 0,-1-1,0 1,0 0,-1 0,0 1,0-1,-1 0,0 1,0-1,0 3,22 53,-23-62,0-1,1 0,-1 0,0 0,0 1,0-1,0 0,1 0,-1 1,0-1,0 0,0 1,0-1,0 0,0 0,0 1,0-1,0 0,0 1,0-1,0 0,0 0,0 1,0-1,0 0,0 1,0-1,0 0,0 0,0 1,0-1,0 0,-1 0,1 1,0-1,0 0,0 0,-1 1,1-1,0 0,0 0,0 0,-1 0,1 1,0-1,-1 0,1 0,0 0,0 0,-1 0,1 0,0 0,0 0,-1 0,1 0,0 0,-1 0,1 0,0 0,-1 0,1 0,0 0,0 0,-1 0,1 0,0 0,0 0,-1 0,1-1,-12 0</inkml:trace>
  <inkml:trace contextRef="#ctx0" brushRef="#br0" timeOffset="121040.709">13623 5301,'7'8,"1"1,-1-2,1 1,0-1,1 0,0 0,0-1,1-1,-1 0,1 0,0 0,0-1,1-1,-1 0,1 0,17 5,0-1,0-1,1-2,-1 0,1-2,0-1,8-2,-32 1,-1-1,1 1,0-1,-1 0,1 0,0 0,-1 0,0-1,1 0,-1 0,0 0,0-1,0 1,0-1,0 0,-1 0,1 0,-1 0,0-1,0 0,0 1,0-1,-1 0,1 0,-1-1,0 1,0 0,-1-1,1 1,-1-1,0 1,-1-1,1-1,2-23,-1-1,-2 1,0 0,-2 0,-2 0,0 0,-2 0,-1 1,-8-19,-3 3,17 44,1-1,-1 1,1-1,-1 1,1 0,-1-1,1 1,-1 0,1 0,-1 0,1-1,-1 1,1 0,-1 0,1 0,-1 0,1 0,-1 0,0 0,1 0,-1 0,1 0,-1 0,1 0,-1 0,0 1,1-1,-1 0,1 0,-1 1,1-1,-1 0,1 0,0 1,-1-1,1 1,-1-1,1 0,0 1,-1-1,1 1,0-1,-1 1,1-1,0 1,0-1,0 1,-1 0,1-1,0 1,0-1,0 1,0-1,0 1,0-1,0 1,0 0,0-1,0 1,0-1,1 1,-1-1,0 1,0-1,0 1,1-1,-1 1,-2 38,0 0,3 0,1 0,2 0,2-1,2 1,1-1,1-1,16 36,-8-23,-2-9</inkml:trace>
  <inkml:trace contextRef="#ctx0" brushRef="#br0" timeOffset="121625.847">14599 5421,'-9'31,"-1"-1,-1 0,-2-1,-1-1,-1 0,-1 0,-1-2,-2 0,0-1,-2-1,-1-1,-1-1,-13 10,5-2,-2-2,-1 0,-1-3,-1-1,-1-1,-1-2,-1-2,-1-2,0-1,-38 9,7-18,69-7,1 0,-1 0,0 0,1-1,-1 1,0 0,1-1,-1 0,1 1,-1-1,1 0,-1 0,1 0,-1 0,1 0,0 0,0 0,0-1,-1 1,1 0,0-1,1 1,-1 0,0-1,0 1,0-1,1 0,-1 1,1-1,0 0,-1 1,1-1,0 0,0 1,0-1,0 0,0 1,0-1,1-1,2-8,0-1,1 0,0 1,1 0,1 0,0 0,0 0,1 1,0 0,1 1,0 0,0 0,8-5,-13 10,1 0,-1 0,1 1,0 0,0-1,1 1,-1 1,1-1,-1 1,1 0,0 0,0 0,0 0,0 1,0 0,0 0,1 1,-1-1,0 1,0 0,0 0,1 1,-1 0,0 0,0 0,3 1,17 10,-1 0,0 2,-1 0,-1 2,10 9,35 23,-39-28,2-1,0-2,1-1,1-1,0-2,6 0,-35-12,-1 0,1 0,0 0,-1 0,1-1,0 0,0 1,0-1,-1 0,1 0,0-1,0 1,-1 0,1-1,0 0,-1 0,1 1,0-2,0 1,7-8</inkml:trace>
  <inkml:trace contextRef="#ctx0" brushRef="#br0" timeOffset="122000.534">14613 5756,'57'-12,"-54"11,1 1,0-1,0 1,-1 0,1 0,0 0,0 0,-1 1,1-1,0 1,0 0,-1 0,1 1,-1-1,1 1,-1 0,0 0,0 0,1 0,-1 0,0 1,-1-1,1 1,0 0,-1 0,0 0,0 0,0 0,0 0,0 1,0-1,-1 1,0 7,0 0,-1 0,-1 0,0 0,0 0,-1-1,-1 1,1 0,-2-1,1 0,-2 1,1-1,-1-1,-1 1,0-1,0 0,-1 0,-6 6,-28 49,40-63,0 0,0-1,1 1,-1 0,0 0,1 0,-1-1,1 1,-1 0,1 0,-1 0,1 0,0 0,-1 0,1 0,0 0,0 0,0 0,-1 0,1 0,0 0,1 0,-1 0,0 0,0 0,0 0,0 0,1 0,-1 0,1 0,-1 0,0-1,1 1,0 0,-1 0,1 0,-1 0,1-1,0 1,0 0,-1-1,1 1,0-1,0 1,0 0,0-1,0 0,0 1,0-1,-1 0,1 1,0-1,0 0,0 0,0 0,0 0,0 0,0 0,1 0,-1 0,19-2,1-1,-2 0,1-2,0 0,-1-1,0-1,0-1,7-5,-9 5,210-108,-161 74</inkml:trace>
  <inkml:trace contextRef="#ctx0" brushRef="#br0" timeOffset="123331.215">13716 2774,'58'74,"-6"-19,1-3,3-1,3-4,1-2,53 30,-4 0,-31-21,-2 4,-3 3,-3 3,-3 3,-3 3,20 30,90 165,-107-156,5-3,17 13,-6-24,4-4,4-3,3-5,6-3,-56-44,-2 1,-1 2,-2 1,-1 3,25 39,55 53,-60-44,-59-90,1-1,0 1,0-1,0 1,0-1,0 0,0 1,0-1,0 1,0-1,0 1,1-1,-1 1,0-1,0 1,0-1,1 1,-1-1,0 0,0 1,1-1,-1 1,0-1,1 0,-1 1,0-1,1 0,-1 0,1 1,-1-1,0 0,1 0,-1 1,1-1,-1 0,1 0,-1 0,1 0,-1 0,1 0,-1 0,1 0,-1 0,1 0,-1 0,0 0,1 0,-1 0,1 0,-1 0,1-1,-1 1,1 0,-1 0,0-1,1 1,-1 0,1 0,-1-1,0 1,1 0,-1-1,0 0,2-8</inkml:trace>
  <inkml:trace contextRef="#ctx0" brushRef="#br0" timeOffset="123807.819">16150 4900,'3'27,"1"0,1 0,1 0,2-1,0 0,2 0,1-1,1 0,2 1,147 247,-130-229,-48-48,-8-6,-8-4,-2 1,0 2,0 1,-4 1,-9 2,0 1,0 3,0 2,0 2,0 2,0 2,-33 9,57-7,17-3,11-3</inkml:trace>
  <inkml:trace contextRef="#ctx0" brushRef="#br0" timeOffset="124964.822">16912 5260,'-22'55,"-3"-2,-1-1,-3-1,-2-2,-2 0,-3-3,-1-1,-2-1,-32 25,62-60,0-2,-1 1,0-1,0-1,-1 0,0 0,0-1,0-1,-5 2,14-5,0-1,0 0,0 1,0-1,0 0,0 0,0 0,0 0,0 0,0-1,0 1,0-1,0 1,0-1,0 0,0 1,1-1,-1 0,0 0,1-1,-1 1,0 0,1 0,0-1,-1 1,1-1,0 1,-1-1,1 0,0 1,0-1,1 0,-1 0,0 0,0 1,1-3,-11-72,10 72,0 0,0-1,1 1,0 0,0-1,0 1,0-1,1 1,0 0,-1-1,2 1,-1 0,0 0,1 0,0 0,0 0,0 0,0 0,1 1,0-1,-1 1,1 0,0-1,1 1,-1 1,1-1,-1 0,1 1,0 0,0 0,0 0,0 0,2 0,5 2,1 1,0 0,0 0,0 1,0 1,-1 0,0 0,1 1,-1 1,0 0,-1 0,0 1,1 1,-2-1,1 2,5 4,3 2,-1 0,-1 0,0 2,-1 0,0 1,-2 0,12 18,-21-27,-2-4,-1 0,1 1,-1-1,1 0,0 0,1 0,-1-1,1 1,-1 0,1-1,0 0,1 0,-1 1,1-2,-1 1,1 0,0-1,0 0,0 0,0 0,0 0,0-1,0 1,1-1,-1 0,1-1,-1 1,1-1,-1 1,1-2,-1 1,4-1,9-6</inkml:trace>
  <inkml:trace contextRef="#ctx0" brushRef="#br0" timeOffset="125257.939">16992 5769,'4'-16,"5"-12,-1-6,2-1,-1 0,-3 4,-1 5,-3 9,0 12,-2 17,0 12,-1 11,3 9,3 2,3-1,3-5,-2-10</inkml:trace>
  <inkml:trace contextRef="#ctx0" brushRef="#br0" timeOffset="127028.949">16283 2708,'54'63,"207"162,-216-173,-3 2,-2 1,-2 3,5 15,85 125,-20-63,51 43,-49-58,62 93,-62-48,9 35,57 86,-151-248,101 150,82 88,-176-237,2-3,1 0,2-3,1-1,20 12,-56-43,-1 0,0 0,0 0,0 0,-1 0,1 0,0 0,0 0,0-1,0 1,0 0,1-1,-1 1,0 0,0-1,0 0,0 1,1-1,-1 0,0 1,0-1,1 0,-1 0,0 0,0 0,1 0,-1-1,0 1,0 0,1 0,-1-1,0 1,0-1,0 1,0-1,1 0,-1 1,0-1,0 0,0 0,0 1,0-2,2-8</inkml:trace>
  <inkml:trace contextRef="#ctx0" brushRef="#br0" timeOffset="127776.323">18008 5408,'0'3,"1"0,-1 0,1 1,0-1,0 0,0 0,0 0,1 0,-1-1,1 1,0 0,0-1,0 1,0-1,0 1,0-1,0 0,1 0,-1 0,1 0,0 0,0-1,0 1,73 29,-73-30,381 105,-378-104,-4-1,-1 0,0 0,0 0,0 0,0-1,0 1,1 0,-1-1,0 1,1 0,-1-1,0 0,1 1,-1-1,1 0,-1 0,1 1,-1-1,1 0,-1 0,0-1,1 1,-1 0,1 0,-1-1,0 1,1-1,-1 1,0-1,1 0,-1 0,0 1,0-1,1 0,-1 0,0 0,0 0,0 0,0 0,-1 0,1-1,0 1,0 0,-1 0,1-1,0 1,-1-1,0 1,-2-19,-2-1,0 1,-2 0,0 1,-1-1,-4-6,5 11,-9-22,-2 0,-2 2,-1 0,-1 1,-19-21,12 29,28 26,-1 1,1-1,-1 1,1-1,-1 1,1-1,-1 1,1-1,0 1,-1 0,1-1,0 1,-1 0,1-1,0 1,0 0,0-1,0 1,0 0,-1 0,1-1,1 1,-1 0,0-1,0 1,0 0,0 0,0-1,1 1,-1 0,0-1,0 1,1 0,-1-1,1 1,-1-1,0 1,1 0,-1-1,1 1,0-1,105 277,-102-265,1 0,0-1,1 1,0-1,1 0,0-1,1 0,0 0,0-1,1 1,0-2,10 8,-3-9</inkml:trace>
  <inkml:trace contextRef="#ctx0" brushRef="#br0" timeOffset="129380.329">20094 5395,'-109'147,"78"-103,-2-2,-1-1,-3-2,-1-2,-1-1,-2-2,-2-2,-1-2,-7 2,48-29,-1 1,0-1,-1-1,1 1,0-1,-1 1,0-1,1 0,-1-1,0 1,0-1,0 0,0 0,0-1,0 0,0 1,0-2,0 1,0 0,0-1,0 0,0 0,0-1,0 0,0 1,1-1,-1-1,1 1,-1-1,1 0,0 0,0 0,-3-3,0-9,1-1,0 1,1-1,1 0,0 0,1-1,1 1,0-1,2 1,0-1,1-6,-2 19,0 0,1-1,0 1,0-1,0 1,0-1,1 1,-1-1,1 1,0-1,1 1,-1 0,1 0,-1 0,2 0,-1 0,0 0,1 0,-1 1,1-1,0 1,0-1,0 1,1 0,-1 1,1-1,0 0,0 1,0 0,0 0,0 0,4-1,2 1,1 1,-1 0,1 0,-1 1,1 0,0 1,-1 0,1 1,-1 0,0 0,0 1,0 1,0 0,0 0,5 3,8 6,-1 1,0 0,-1 2,-1 0,14 15,-3 2,-2 1,-1 1,-2 2,9 18,4 4,-36-53,0 0,1-1,-1 1,2-1,-1 0,0 0,1 0,0 0,0-1,0 0,1 0,-1 0,1-1,0 0,0 0,0 0,0-1,1 0,-1 0,1-1,-1 1,1-1,-1-1,5 1,30-11,-2-5</inkml:trace>
  <inkml:trace contextRef="#ctx0" brushRef="#br0" timeOffset="129687.411">20468 5916,'0'5,"1"-1,0 0,1 1,-1-1,1 0,0 0,0 0,0 0,0 0,1 0,-1-1,1 1,0-1,0 0,0 0,1 0,-1 0,1-1,0 1,0-1,-1 0,1 0,1 0,-1 0,0-1,0 0,1 0,-1 0,0 0,1-1,-1 0,1 1,2-2,3 1,0 0,0 0,0-2,0 1,0-1,0-1,0 1,0-2,-1 0,1 0,-1 0,0-1,-1 0,1-1,-1 0,0-1,0 1,3-5,-9 8,0 1,-1-1,1 0,0 0,-1 0,1 0,-1 0,0 0,0 0,0 0,-1 0,1-1,-1 1,1 0,-1-1,0 1,-1 0,1 0,0-1,-1 1,0 0,0 0,0-1,0 1,0 0,-1 0,1 0,-1 1,0-1,0 0,0 1,-1-2,-4-4,0 1,0 1,0-1,-1 1,0 1,-1-1,1 1,-1 1,0 0,-5-2,2 2,-1 0,1 2,-1-1,0 1,0 1,0 1,0 0,0 0,0 1,0 1,0 0,0 1,0 0,1 1,-1 0,1 1,0 1,1 0,-1 0,1 1,1 0,-1 1,1 1,0 0,1 0,0 0,1 1,0 1,0-1,1 1,1 1,-1-1,2 1,-2 5,-8 29,7-6</inkml:trace>
  <inkml:trace contextRef="#ctx0" brushRef="#br0" timeOffset="130069.038">21083 5073,'-134'87,"3"6,-44 45,-164 165,-27 55,205-199,-366 367,453-452,74-74,-1 0,1 1,0-1,-1 1,1-1,-1 0,1 0,-1 1,1-1,0 0,-1 0,1 1,-1-1,0 0,1 0,-1 0,1 0,-1 0,1 0,-1 0,1 0,-1 0,1 0,-1 0,1 0,-1 0,1 0,-1-1,1 1,-1 0,1 0,-1 0,1-1,-1 1,1 0,-1-1,1 1,0 0,-1-1,1 1,0-1,-1 1,1-1,0 1,0-1,-1 1,1-1,0 1,0-1,0 1,-1-1,1 1,0-1,0 1,0-1,0 1,0-1,0 1,0-1,0 1,1-1,-1 1,0-1,0 1,0-1,1 0,0-31,5-4</inkml:trace>
  <inkml:trace contextRef="#ctx0" brushRef="#br0" timeOffset="130418.363">19225 5221,'27'20,"30"21,27 19,28 15,23 16,19 10,10 6,3 1,-5-2,-12-5,-17-7,-18-7,-22-8,-20-10,-17-10,-16-15,-16-19,-10-15</inkml:trace>
  <inkml:trace contextRef="#ctx0" brushRef="#br0" timeOffset="132736.478">22433 5956,'0'171,"-7"-137,6-34,0 0,0-1,0 1,0-1,0 1,1 0,-1-1,0 1,0-1,1 0,-1 1,0-1,1 1,-1-1,1 0,-1 0,1 1,-1-1,1 0,-1 0,1 0,0 1,-1-1,1 0,0 0,0 0,0 0,0 0,0 0,0 0,0 0,0 1,0-1,0 0,0 0,0 0,1 0,-1 0,1-19,1 1,1 0,1 0,1 0,0 1,1 0,1 0,1 0,0 1,1 0,7-8,-9 13,1 1,0-1,1 1,0 1,1 0,0 0,1 1,9-6,-16 12,0 1,-1-1,1 1,1 0,-1 1,0-1,0 1,1-1,-1 1,1 1,-1-1,1 1,-1-1,1 1,-1 0,1 1,-1-1,1 1,-1 0,1 0,-1 1,0-1,0 1,1 0,-1 0,0 0,-1 0,3 2,1 2,0 0,0 0,0 1,-1 0,1 0,-2 1,1 0,-1 0,0 0,-1 0,0 1,0-1,-1 1,0 0,-1 1,0-1,0 0,-1 1,0-1,-1 0,0 1,0-1,-1 3,0-9,0 0,-1 1,1-1,-1 0,1 0,-1 0,0 0,0-1,-1 1,1 0,0-1,-1 0,0 1,1-1,-1 0,0 0,0-1,0 1,0 0,-1-1,1 0,0 0,-1 0,1 0,-1-1,1 1,0-1,-1 0,1 0,-1 0,1 0,-1-1,1 1,-1-1,1 0,0 0,-1 0,1-1,0 1,0-1,0 1,0-1,0 0,0 0,1-1,-3-1,4 3,0 0,1 1,-1-1,0 0,1 0,-1 0,0 0,1 0,-1 0,1 0,-1 0,1 0,0 0,-1 0,1-1,0 1,0 0,0 0,0 0,0 0,0 0,0-1,0 1,1 0,-1 0,0 0,1 0,-1 0,0 0,1 0,0 0,-1 0,1 0,-1 0,1 0,0 0,0 0,0 1,-1-1,1 0,0 1,0-1,0 0,0 1,0-1,0 1,0-1,1 1,56-13,-47 12,27-1,-1-2,0-1,0-2,-1-2,0-1,0-2,-1-1,7-5,-36 15,-1 0,0 0,1-1,-1 1,0-1,-1 0,1-1,-1 1,0-1,0 0,0 0,-1 0,1 0,-1-1,-1 0,1 1,-1-1,0 0,0 0,0-2,-2 7,1-1,-1 1,0 0,0-1,0 1,0 0,0 0,0-1,0 1,0 0,-1-1,1 1,0 0,-1 0,1-1,-1 1,1 0,-1 0,0 0,0 0,1 0,-1 0,0 0,0 0,0 0,0 0,0 0,0 1,0-1,0 0,0 1,-1-1,1 0,0 1,0 0,-1-1,1 1,0 0,0 0,-1-1,1 1,0 0,-1 0,1 1,0-1,-1 0,-56 21,50-15,0 0,1 1,0-1,1 2,-1-1,2 1,-1 0,1 0,0 1,0-1,1 1,0 1,2-5,0-1,1 1,-1-1,1 1,0-1,1 1,-1 0,1-1,0 1,0 0,0-1,1 1,-1 0,1-1,1 1,-1-1,0 1,1-1,0 1,0-1,0 0,1 0,-1 0,1 0,0-1,0 1,7 3,-1-1,1 1,0-2,1 1,0-2,-1 1,1-1,1-1,-1 0,0-1,1 0,0 0,-1-1,1-1,9-1,73 1,-3-6</inkml:trace>
  <inkml:trace contextRef="#ctx0" brushRef="#br0" timeOffset="133581.821">24866 5728,'-8'38,"1"0,2 0,2 1,2-1,1 1,2-1,2 1,1-1,3 0,1 2,13 106,-15-93,-3 0,-2 1,-2-1,-3 0,-6 40,-14-28,22-65,1 1,-1-1,1 0,-1 1,1-1,-1 0,1 1,-1-1,1 0,-1 0,1 0,-1 0,1 1,-1-1,0 0,1 0,-1 0,1 0,-1 0,0 0,1 0,-1 0,1-1,-1 1,1 0,-1 0,1 0,-1-1,1 1,-1 0,1-1,-1 1,1 0,-1-1,1 1,-1 0,1-1,0 1,-1-1,1 1,0-1,-1 1,1-1,0 1,0-1,0 1,-1-1,1 1,0-1,0 0,0 1,0-1,0 1,0-1,0 1,0-1,-23-114,18 78,-91-551,84 501,12 86,1-1,-1 1,0-1,0 1,1 0,-1-1,1 1,-1-1,1 1,0 0,0-1,-1 1,1 0,0 0,0-1,0 1,0 0,0 0,1 0,-1 0,0 1,0-1,1 0,-1 0,0 1,1-1,-1 1,1-1,-1 1,1 0,-1-1,1 1,-1 0,1 0,-1 0,1 0,58 7,-58-7,40 10,-1 1,-1 1,0 3,-1 1,19 12,-56-27,1-1,0 1,-1 0,0 0,1 0,-1 0,1 0,-1 0,0 1,0-1,0 1,0-1,0 1,0 0,0 0,-1 0,1 0,-1 0,1 0,-1 1,0-1,0 0,0 1,0-1,0 1,0-1,-1 1,1-1,-1 1,0-1,0 1,0 0,0-1,0 1,0-1,-1 1,1-1,-1 1,0-1,0 1,0 0,-8 4,1-1,-1 0,0 0,0-1,0-1,-1 0,0 0,0 0,0-1,0-1,0 0,-1 0,1-1,-7 0,16-1,0 0,0 1,0-1,0 0,0 0,0 1,0-1,0 0,0 0,0 0,1 0,-1 0,0-1,0 1,0 0,0 0,0 0,0-1,0 1,0-1,1 1,-1-1,0 1,0-1,1 1,-1-1,0 1,0-1,1 0,-1 0,1 1,-1-1,1 0,-1 0,1 0,-1 1,1-1,0 0,-1 0,1 0,0 0,0 0,0 0,0 0,0 0,0 0,0 0,0 0,0 1,0-1,0 0,1 0,-1 0,0 0,1 0,-1 0,1 0,0 0,10-17,2 0,0 1,1 1,1 0,0 1,1 0,17-10,-28 20,23-20,2 2,0 0,2 2,31-15,-62 35,0 0,0 0,0 0,1 0,-1 0,0 1,0-1,0 1,1-1,-1 1,0-1,0 1,1-1,-1 1,0 0,1 0,-1 0,1 0,-1 0,0 0,1 0,-1 0,0 1,1-1,-1 1,0-1,0 1,1-1,-1 1,0-1,0 1,0 0,0 0,0 0,0 0,0-1,0 1,0 1,0-1,0 0,0 0,-1 0,1 0,-1 0,1 1,0-1,-6 177,5-173,1 0,0 0,0-1,0 1,0 0,1-1,0 1,0-1,0 0,0 0,1 0,-1 0,1 0,0 0,1 0,-1-1,1 0,-1 0,1 0,0 0,0 0,0-1,1 0,-1 1,0-2,1 1,-1 0,1-1,0 0,0 0,-1-1,1 1,0-1,0 0,0 0,-1 0,5-2,18-9,-5-4</inkml:trace>
  <inkml:trace contextRef="#ctx0" brushRef="#br0" timeOffset="133769.319">25361 5395,'-14'2,"-4"8,3 6,9 6,9 5,5-2</inkml:trace>
  <inkml:trace contextRef="#ctx0" brushRef="#br0" timeOffset="134353.506">25655 6037,'10'-5,"0"1,0-1,-1 0,1-1,-1 0,-1-1,1 0,-1 0,0-1,-1 0,0 0,0-1,-1 1,0-2,0 1,-1-1,0 1,-1-2,0 1,-1 0,0-1,0 1,-1-1,0 0,-1-11,0 20,-1-1,1 1,-1-1,1 0,-1 1,0-1,0 0,-1 1,1-1,-1 0,1 1,-1-1,0 1,0-1,0 1,0-1,0 1,0 0,-1-1,1 1,-1 0,0 0,1 0,-1 0,0 0,0 1,0-1,-1 0,1 1,0 0,-1-1,1 1,0 0,-1 0,1 1,-1-1,0 0,1 1,-1-1,0 1,1 0,-1 0,0 0,1 0,-1 1,0-1,0 1,-3 4,0 0,0 1,0-1,1 1,0 1,0-1,0 1,1-1,0 1,0 1,1-1,0 0,0 1,1 0,0-1,0 1,1 0,0 0,0 0,1 0,0 0,1 7,-1-7,1 0,0-1,0 1,0-1,1 1,0-1,1 1,0-1,0 0,0 0,1-1,0 1,0-1,1 0,0 0,0 0,0 0,1-1,0 0,0 0,0-1,0 0,1 0,0 0,0-1,0 1,0-2,0 1,1-1,-1 0,1-1,3 1,-2-1,0 1,0-2,0 1,0-1,0 0,0-1,1 0,-1-1,0 1,-1-2,1 1,0-1,-1-1,1 0,-1 0,0 0,0-1,-1 0,0-1,1 0,-2 0,1 0,-1-1,0 0,0 0,-1 0,4-8,0-4,-1 0,-1 0,-1-1,0 1,-2-1,0 0,-2-1,0 1,-1-21,-1 39,-1 0,1 0,-1 0,1 0,0 0,0 0,0 0,0 0,1 0,-1 0,0 0,1 0,0 0,-1 0,1 0,0 0,0 0,0 1,0-1,0 0,0 0,1 1,-1-1,1 1,-1-1,1 1,-1 0,1 0,0 0,0 0,-1 0,1 0,0 0,0 0,0 1,0-1,0 1,1-1,110 22,-96-18,-5-1,1 0,-1 1,1 0,-1 1,0 0,-1 1,1 0,-1 1,0 0,6 4,-13-5,-1 0,0-1,0 1,0 0,0 1,-1-1,0 0,0 1,0-1,0 1,-1 0,0 0,-1-1,1 1,-1 0,0 0,0 0,-1 0,0 0,0-1,0 1,1-1,0 0,-1 0,2 0,-1 0,1 1,-1-1,1 0,1 0,-1 0,1 0,0 0,0-1,0 1,1-1,0 1,-1-1,2 0,-1 0,0 0,1 0,0-1,1 2,8 1,1-1,-1-1,1 0,0-1,0 0,0-1,0 0,0-2,1 1,-1-2,0 0,5-1,101-19,-70 5</inkml:trace>
  <inkml:trace contextRef="#ctx0" brushRef="#br0" timeOffset="135129.107">27005 5782,'-6'-5,"0"1,0 0,0 0,-1 1,1 0,-1 0,0 0,0 1,0 0,0 0,0 1,0 0,0 0,-1 0,1 1,0 0,-1 1,1 0,0 0,0 0,0 1,0 0,0 1,0-1,0 1,1 0,-1 1,1 0,0 0,0 0,0 1,1 0,0 0,-1 1,2-2,1-1,0 1,1-1,-1 1,1 0,-1 0,1 0,1 0,-1 0,0 1,1-1,0 1,0-1,0 1,1-1,-1 1,1-1,0 1,1-1,-1 1,1-1,0 1,0-1,0 1,0-1,1 0,0 1,0-1,0 0,0 0,1 0,-1-1,1 1,0-1,0 1,1-1,-1 0,1 0,-1 0,1-1,1 1,1 0,0 0,0-1,1 0,0 0,-1 0,1-1,0 0,-1 0,1-1,0 0,0 0,0-1,0 1,-1-1,1-1,0 1,-1-1,1-1,-1 1,0-1,0 0,0 0,0-1,3-2,2-3,0 0,-1 0,0-1,0 0,-1-1,-1 0,0-1,0 1,-1-1,-1-1,4-9,2-19,-1 0,-2-1,-2-1,-2 1,-2-1,-1 0,-3 0,-1 0,-2 0,-3 1,0 0,-8-17,12 41,0 3,1 1,-2 1,0-1,0 0,-1 1,-1 0,0 0,-3-3,9 16,0-1,-1 1,1-1,0 0,-1 1,1-1,0 1,-1-1,1 1,-1-1,1 1,-1-1,1 1,-1 0,1-1,-1 1,1 0,-1-1,0 1,1 0,-1 0,1-1,-1 1,0 0,1 0,-1 0,0 0,1 0,-1 0,0 0,1 0,-1 0,1 0,-1 0,0 1,1-1,-1 0,0 0,1 1,-1-1,1 0,-1 1,1-1,-1 1,1-1,-1 0,1 1,-1-1,1 1,-1 0,-15 32,6 5,1 0,2 0,2 1,1 0,3 0,0 0,3 0,3 14,-1-19,1 1,2-1,1 0,1-1,2 0,2-1,1 0,8 12,-14-29,1-1,0 1,1-2,1 1,0-1,0-1,2 0,-1-1,2 0,-1-1,1-1,1 0,0 0,0-2,1 0,-1-1,2 0,0-1,-7-3,0-1,0 0,0-1,0 0,0 0,0-1,0 0,0-1,-1 0,1-1,-1 0,1 0,-1-1,0 0,0-1,-1 0,1 0,-1-1,0 0,-1 0,1-1,-1 0,0 0,-1-1,3-4,134-172,-142 183,1-1,0 0,0 1,-1-1,1 0,0 0,-1 0,0-1,1 1,-1 0,0 0,0-1,0 1,0-1,-1 1,1-1,-1 1,1-1,-1 1,0-1,0 1,0-1,0 1,-1-1,1 0,-1 1,1 0,-1-1,0 1,0-1,-8-2</inkml:trace>
  <inkml:trace contextRef="#ctx0" brushRef="#br0" timeOffset="136664.743">27726 5662,'0'0,"-1"-5,-1 1,1-1,-1 1,0 0,-1 0,1 0,-1 0,0 0,1 1,-2-1,1 1,0-1,-1 1,0 1,1-1,-1 0,0 1,0 0,-1 0,1 0,0 0,-1 1,-4-2,4 3,0 0,0 0,0 0,0 0,0 1,1 0,-1 0,0 0,0 1,0-1,1 1,-1 0,1 1,-1-1,1 1,0 0,0 0,0 0,1 0,-1 1,1-1,-1 1,1 0,1 0,-1 1,0-1,-5 9,1 0,1 0,0 0,1 0,0 1,1 0,1 0,-2 8,4-14,0 1,0-1,1 0,0 1,0-1,1 0,0 1,0-1,1 0,0 0,1 0,0 0,0-1,0 1,1-1,0 1,1-1,0-1,0 1,0-1,1 1,0-2,0 1,0-1,1 0,0 0,0 0,4 1,10 3,0-1,0-1,1-1,-1-1,1 0,1-2,-1-1,0-1,1 0,-1-2,14-2,60-6</inkml:trace>
  <inkml:trace contextRef="#ctx0" brushRef="#br2" timeOffset="162064.756">6939 2560,'-1'-4,"0"0,-1 0,1-1,-1 1,0 0,0 0,0 1,-1-1,1 0,-1 1,0 0,0-1,0 1,0 0,-1 1,1-1,-1 0,0 1,1 0,-1 0,0 0,-1 1,1-1,0 1,0 0,0 0,-1 0,-1 0,-21-9,-35-18,43 18,-1 1,0 0,0 2,-1 0,-15-2,-212-13,178 3,-72-11,-90 25,201 2,0 1,-1 2,1 1,0 1,0 2,0 1,0 1,-2 3,-238 86,244-84,-30 12,1 2,1 3,1 3,2 1,1 3,2 2,2 2,-1 4,36-30,0 1,0 0,1 1,1 1,0 0,2 0,-1 0,2 1,0 0,1 1,1 0,1 0,0 0,2 0,0 0,0 8,2 7,1-1,1 0,2 1,2-2,0 1,2-1,2 0,12 29,-9-25,2 0,1-2,1 0,2-1,2-1,0 0,2-2,16 15,-3-10,2-1,2-1,0-2,2-2,40 19,-33-29,0-2,1-1,1-3,0-3,0-1,1-3,0-2,0-2,0-3,9-3,32 4,319-4,-350-1,0-4,-1-2,0-2,-1-4,28-12,284-132,-354 154,15-8,4 2,-2-2,1-1,-2-2,-1-1,0-2,-1-1,-2-1,0-2,-2-1,23-28,-28 19,-2 0,-1-2,-2 0,-1-2,-2 0,-2 0,-2-1,2-17,-7 20,-1 1,-2-1,-2 0,-1 0,-2 0,-2 0,-1 1,-2 0,-2 0,-1 0,-2 1,-1 1,-2 0,-4-4,12 24,0 0,-1 0,-1 1,-1 0,0 0,-1 1,0 1,-1 0,0 0,-1 1,0 1,-1 0,0 1,0 1,-1 0,-1 1,1 0,-1 1,0 1,-13-3,0 4,0 2,1 1,-1 1,0 1,0 1,1 2,-1 1,1 1,0 2,1 0,0 2,0 1,1 1,1 1,0 2,0 0,2 2,0 0,-9 11,0 3</inkml:trace>
  <inkml:trace contextRef="#ctx0" brushRef="#br2" timeOffset="163366.474">7020 3082,'-13'-1,"29"0,4 0,183-19,-81 6,2 6,37 5,-122 4,0 2,0 2,-1 1,1 2,-2 1,1 3,-1 1,-1 1,13 9,20 18,-3 3,-2 3,-1 3,8 12,-5-5,28 22,21 13,-5 6,-4 5,29 41,-92-90,11 14,3-2,3-3,3-2,9 3,-45-43,38 29,-2 2,-3 3,38 46,173 240,-235-292,-2 3,-3 1,-1 1,12 37,-24-49,2-1,1-1,2-1,1-1,14 13,-31-43,-26-22,-4 6,-1 1</inkml:trace>
  <inkml:trace contextRef="#ctx0" brushRef="#br2" timeOffset="163770.221">9907 5434,'35'17,"0"2,-2 1,0 1,13 12,82 52,-123-81,0 0,0-1,1 0,-1 0,0 0,1 0,0-1,0 0,0 0,0-1,0 1,0-1,0-1,0 1,0-1,0 0,1 0,-1-1,0 0,0 0,0-1,0 1,0-1,-1 0,1-1,0 1,-1-1,0-1,5-2,-3-6,0-1,0 0,-1-1,-1 1,0-1,-1 0,-1-1,0 1,-1-1,0 1,-1-1,-1 1,0-1,-1 0,-1 1,0-1,-1 1,-4-13,-10-41,-3 1,-21-42,24 75,14 38,4 11,1 5</inkml:trace>
  <inkml:trace contextRef="#ctx0" brushRef="#br2" timeOffset="164618.765">10375 5876,'-3'16,"0"16,0 19,1 17,3 17,1 15,2 10,1 8,0 3,0 0,3-5,-1-8,2-14,0-16,2-21,-2-29,-1-20</inkml:trace>
  <inkml:trace contextRef="#ctx0" brushRef="#br2" timeOffset="165161.768">10121 6076,'-2'-7,"0"0,1 1,0-1,0 0,1 0,0 0,0 0,1 0,-1 0,1 0,1 0,0 0,0 1,0-1,0 1,1-1,0 1,1 0,-1 0,1 0,1 1,-1-1,2-1,5-1,-1 0,1 1,1 0,-1 1,1 0,0 0,1 2,-1-1,1 2,0-1,0 2,0 0,0 0,1 1,-1 1,0 0,0 1,1 1,3 1,-14-3,0 1,0 0,0 0,0 0,0 0,0 0,0 1,0-1,-1 1,1 0,-1 0,1 0,-1 0,0 0,1 0,-1 1,-1-1,1 1,0 0,-1-1,1 1,-1 0,0 0,1 0,-2 0,1 0,0 0,-1 0,1 0,-1 0,0 0,0 1,0-1,0 4,-1-1,0 1,0 0,-1 0,0-1,0 1,-1-1,1 0,-1 0,-1 0,1 0,-1 0,0 0,-4 3,-66 39,47-35,57-8,36-6,121 7,-184-6,0 0,0 0,1 1,-1-1,0 1,0-1,0 1,0 0,0 0,0 1,0-1,0 1,0-1,-1 1,1 0,0 0,-1 0,0 0,1 0,-1 1,0-1,0 1,0 0,-1-1,1 1,0 1,-3-1,-1-1,1 1,0-1,-1 1,0-1,1 0,-1 0,0 1,0-1,0-1,0 1,-1 0,1 0,-1-1,1 0,-1 1,1-1,-1 0,1 0,-1 0,-2 0,0 1,-108 33,88-29,1 0,0 2,0 1,0 1,-16 10,39-20,0 0,1 0,-1 0,1 0,-1 0,1 1,-1-1,1 0,-1 0,1 0,-1 0,1 1,-1-1,1 0,-1 0,1 1,-1-1,1 0,-1 1,1-1,0 1,-1-1,1 0,0 1,-1-1,1 1,0-1,0 1,-1-1,1 1,0-1,0 1,0-1,0 1,0 0,-1-1,1 1,0-1,0 1,0-1,1 1,-1-1,0 1,0 0,0-1,0 1,0-1,1 1,-1-1,0 1,1-1,-1 0,0 1,1-1,-1 1,0-1,1 1,-1-1,1 0,-1 1,0-1,1 0,0 0,11 4</inkml:trace>
  <inkml:trace contextRef="#ctx0" brushRef="#br2" timeOffset="165482.145">10842 6130,'11'9,"0"0,1-1,-1 0,1-1,1 0,0-1,7 3,-16-7,0-1,1 0,-1 0,1 0,-1 0,1-1,-1 1,1-1,0 0,-1-1,1 1,-1-1,1 0,-1 0,1 0,-1-1,0 0,0 1,0-1,0-1,0 1,0-1,0 1,3-4,-2 1,0 0,0-1,-1 1,1-1,-1 0,0 0,-1-1,0 1,0-1,0 1,-1-1,1 0,-2 0,1 0,-1 0,0-1,-1 1,1 0,-2 0,1-1,-1 1,0 0,0 0,-1 0,0 0,0 0,-1 0,1 1,-2-1,1 1,-1 0,0-1,0 2,0-1,-1 0,0 1,0 0,-1 0,-2-1,4 4,1 0,-1 0,0 1,0-1,0 1,0 0,0 0,0 1,0-1,0 1,0 0,0 0,-1 0,1 1,0-1,0 1,0 0,0 0,0 1,0-1,1 1,-1-1,0 1,1 1,-1-1,1 0,0 1,-2 2,-8 6,2 1,0 0,0 1,1 1,1-1,-6 11,-27 51,2 1</inkml:trace>
  <inkml:trace contextRef="#ctx0" brushRef="#br0" timeOffset="179874.609">5267 7855,'-3'-13,"4"19,6 24,18 112,-5 1,-1 138,-5-71,-11-174,1 1,2 0,1-1,6 12,-13-45,1 0,0 0,0 0,0 0,0-1,0 1,1 0,-1-1,1 1,0-1,0 1,-1-1,2 0,-1 0,0 0,0 0,1 0,-1-1,1 1,-1-1,1 1,0-1,0 0,-1 0,1 0,0 0,0-1,0 1,0-1,0 0,0 0,0 0,0 0,0 0,1-1,227-1,576 4,-527-8,-259 5,55 9,-75-8,0 0,-1 0,1 0,-1 0,1 0,-1 0,1 0,-1 0,1 1,-1-1,1 0,0 0,-1 1,0-1,1 0,-1 1,1-1,-1 0,1 1,-1-1,0 1,1-1,-1 1,0-1,1 1,-1-1,0 1,0-1,1 1,-1-1,0 1,0-1,0 1,0 0,0-1,0 1,0-1,0 1,0-1,0 1,0-1,0 1,0 0,-1-1,1 1,0-1,0 1,-1-1,1 1,0-1,0 1,-1-1,1 1,-1-1,1 0,0 1,-1-1,0 1,-29 14,9-10</inkml:trace>
  <inkml:trace contextRef="#ctx0" brushRef="#br0" timeOffset="180516.892">5374 7707,'1'-9,"0"0,0 0,1 0,0 0,0 0,1 0,0 1,1 0,0-1,0 1,1 0,0 1,0-1,1 1,0 0,0 1,1-1,6-4,4-3,2 1,0 0,0 1,1 2,0 0,1 1,3-1,2 2,-1 1,2 1,-1 1,1 1,-1 1,1 2,0 0,25 4,213 41,-139-19,-18-8,0-5,1-4,42-6,-145-2,6-1,1 0,0 1,-1 1,1 0,0 0,-1 1,1 1,-1 0,0 1,0 0,0 1,5 3,-12-2,0 1,0-1,-1 1,0 0,-1 0,0 0,0 1,0-1,-1 1,0-1,0 1,-1 0,0 0,0 0,-1 0,0 0,-1 0,0-1,0 1,-1 2,1 5,-10 335,17-241,4 1,6-2,24 87,-26-142</inkml:trace>
  <inkml:trace contextRef="#ctx0" brushRef="#br0" timeOffset="181049.292">5803 8001,'9'27,"5"26,8 21,3 21,3 19,-1 16,-3 10,-6 7,-7 0,-9-6,-9-13,-8-20,-1-28</inkml:trace>
  <inkml:trace contextRef="#ctx0" brushRef="#br0" timeOffset="181547.832">5762 8322,'1'-16,"-1"0,2 0,0 1,1-1,1 0,0 1,1 0,1 0,0 0,1 0,1 1,0 1,0-1,2 1,0 1,0-1,1 2,1 0,-1 0,2 1,0 0,0 1,0 1,1 0,1 0,0 2,54-14,-67 19,0 1,1 0,-1-1,1 1,-1 0,0 0,1 1,-1-1,0 0,1 1,-1 0,0-1,1 1,-1 0,0 0,0 0,0 0,0 1,0-1,0 1,0-1,-1 1,1-1,0 1,-1 0,1 0,0 2,-1 3,0-1,-1 1,0 0,0 0,-1 0,0 0,0 0,-1 0,1 0,-2-1,1 1,-1-1,0 1,0-1,0 0,-1 0,0-1,0 1,-1-1,1 0,-4 3,-105 112,175-144,-43 14,-1 2,1 0,1 1,-1 1,1 1,0 0,1 2,-1 0,19 1,-38 1,0 1,1 0,-1 0,1 0,-1 0,0 0,1 1,-1-1,0 0,1 1,-1-1,0 1,1-1,-1 1,0 0,0-1,0 1,0 0,0 0,1 0,-2 0,1 0,0 0,0 0,0 0,0 0,-1 0,1 0,0 1,-1-1,1 0,-1 1,1-1,-1 0,0 1,0-1,1 0,-1 1,0-1,0 0,-1 1,1-1,0 1,0 0,-5 7,0 0,-1 0,0 0,0 0,-1-1,0 0,0-1,-1 1,0-1,0-1,-1 0,0 0,-5 2,5-1,0 0,0-1,-1-1,1 0,-2 0,1 0,0-2,-1 1,0-1,1-1,-1 0,-4 0,14-2,1 0,-1 0,0 0,0-1,1 1,-1 0,1 0,-1-1,0 1,1 0,-1-1,1 1,-1-1,0 1,1-1,-1 1,1-1,0 1,-1-1,1 0,-1 1,1-1,0 1,0-1,-1 0,1 1,0-1,0 0,0 0,0 1,-1-1,1 0,0 1,0-1,1 0,-1 1,0-1,0 0,0 0,0 1,1-1,-1 0,0 1,0-1,1 1,-1-1,1 0,-1 1,0-1,1 1,-1-1,1 1,0-1,-1 1,1-1,-1 1,1 0,-1-1,1 1,0 0,-1 0,1-1,0 1,0 0,-1 0,2 0,17-16</inkml:trace>
  <inkml:trace contextRef="#ctx0" brushRef="#br0" timeOffset="181827.146">6378 8336,'-7'-16,"-2"-12,0-8,0-5,1-2,2-1,4 3,3 6,3 9,3 15,3 20,0 23,-2 25,-3 23,-6 18,-10 9,-3-15</inkml:trace>
  <inkml:trace contextRef="#ctx0" brushRef="#br0" timeOffset="184688.754">682 10167,'-2'9,"2"14,0 16,0 11,1 7,-1 3,-1-5,-2-9,0-13</inkml:trace>
  <inkml:trace contextRef="#ctx0" brushRef="#br0" timeOffset="186961.156">429 9953,'20'-14,"0"0,1 0,1 2,0 1,1 1,0 1,1 1,-1 0,2 2,-1 1,0 1,1 1,8 1,-23 2,0 0,-1 1,1 0,-1 1,0 0,1 0,-1 1,0 0,0 0,-1 1,1 1,-1-1,0 1,0 1,0 0,-1 0,1 0,-2 1,1 0,-1 0,0 0,0 1,-1 0,0 0,3 9,4 15,-2 2,-2-1,-1 1,-1 0,-2 0,-1 1,-2-1,-2 1,-3 23,4-40,3 37,-2-54,-1-1,1 1,-1 0,1-1,0 1,-1 0,1-1,0 1,-1-1,1 0,0 1,0-1,-1 1,1-1,0 0,0 0,0 1,-1-1,1 0,0 0,0 0,0 0,0 0,-1 0,1 0,0 0,0 0,0-1,0 1,-1 0,1 0,0-1,0 1,0 0,-1-1,1 1,0-1,-1 1,1-1,0 0,-1 1,1-1,-1 1,1-1,-1 0,1 0,-1 1,0-1,1 0,-1 0,0 1,1-1,-1-1,22-26,-2-2,-1 0,-1-1,-2-1,1-5,-12 26,40-83,-45 94,0 0,0 0,0 1,0-1,0 0,0 0,0 0,0 0,1 1,-1-1,0 0,0 0,0 0,0 0,1 0,-1 0,0 0,0 0,0 0,0 1,1-1,-1 0,0 0,0 0,0 0,1 0,-1 0,0 0,0 0,0 0,1 0,-1 0,0-1,0 1,0 0,0 0,1 0,-1 0,0 0,0 0,0 0,0 0,1 0,-1-1,0 1,0 0,0 0,0 0,0 0,0-1,0 1,1 0,-1 0,0 0,0 0,0-1,0 1,0 0,2 21,-2-16,0 15,2 1,0-1,2 0,0 0,1 0,1-1,3 8,-7-22,0 0,1 0,0 0,-1-1,2 1,-1 0,0-1,1 0,0 0,0 0,0-1,0 1,1-1,-1 0,1 0,0 0,0-1,0 0,0 0,0 0,1 0,-1-1,1 0,-1 0,1-1,-1 1,1-1,-1 0,4-1,-4 1,0-1,1 0,-1 0,0 0,0-1,0 1,0-1,0-1,0 1,-1-1,1 1,-1-1,1 0,-1-1,0 1,0-1,-1 0,1 0,-1 0,0 0,0-1,0 1,-1-1,1 0,-1 0,0-2,5-14,-1-1,-1 0,-1 0,-1 0,0-17,0-2,6-6,-9 47,1 0,-1-1,1 1,0 0,-1-1,1 1,0 0,-1-1,1 1,0 0,-1 0,1 0,0 0,-1 0,1 0,0 0,-1 0,1 0,0 0,-1 0,1 0,0 0,-1 1,1-1,0 0,-1 1,1-1,-1 0,1 1,-1-1,1 0,0 1,-1-1,0 1,1-1,-1 1,1-1,-1 1,1 0,-1-1,0 1,0-1,1 1,-1 0,0-1,0 1,0 0,0-1,1 1,-1 0,0-1,0 1,0 0,-1 0,1-1,0 1,0 0,41 101,-33-76,2-1,0 0,2 0,0-1,2-1,1 0,0-1,7 6,-17-23,-1 0,1 0,0-1,0 0,0 0,1 0,-1-1,1 0,0 0,0 0,0 0,0-1,1 0,-1-1,1 1,-1-1,1-1,-1 1,1-1,-1 0,1 0,-1-1,1 0,-1 0,1-1,-1 0,0 0,1 0,-1-1,0 0,3-3,1 0,-1-1,0 0,0-1,-1 0,0-1,-1 1,0-2,0 1,-1-1,0 0,-1 0,0 0,0-1,-1 1,-1-1,2-8,3-15,-2-2,-2 1,-1 0,-1-36,10 108,13 82,10 51,7 104,-36-211,-2 0,-3 1,-2-1,-4 0,-2 0,-2 0,-6 7,13-59,0-1,-1 0,0 0,0 0,-1 0,-1-1,0 0,0 1,-1-2,0 1,0-1,-1 0,0 0,0 0,-4 1,9-8,1 0,-1 0,0 0,-1 0,1 0,0 0,0-1,0 1,0-1,-1 1,1-1,0 0,0 0,-1 0,1 0,0 0,0-1,0 1,-1-1,1 1,0-1,0 0,0 0,0 0,0 0,0 0,0 0,0-1,1 1,-1-1,0 1,1-1,-1 0,0-1,-38-72,26 19,2-1,3 0,3-1,2 0,2-19,1 23,2 0,2 0,3 0,5-15,-7 47,2 0,0 0,1 0,1 1,2 0,0 0,1 1,0 1,2 0,1 0,6-6,-11 16,1 0,0 1,0-1,0 2,1 0,0 0,1 1,6-2,-13 5,-1 1,1 0,1 0,-1 1,0 0,0 0,1 0,-1 0,0 1,1 0,-1 0,0 1,1-1,-1 1,0 0,1 0,-1 1,0 0,0 0,0 0,2 2,-3-2,-1 1,1 0,-1 1,1-1,-1 1,0-1,0 1,-1 0,1 0,-1 0,0 1,0-1,0 0,-1 1,0-1,1 1,-2 0,1-1,0 1,-1 0,0-1,0 1,0 0,-1 0,0-1,0 2,0 3,-1-1,0 0,-1 0,0 0,0 0,-1 0,0-1,0 0,-1 1,1-2,-2 1,1 0,-1-1,-2 2,3-4,0 0,0 0,0-1,0 1,0-1,-1-1,1 1,-1-1,0 0,0 0,0 0,0-1,0 0,0 0,0-1,0 0,0 0,0 0,0-1,0 0,0 0,0 0,-2-1,7 1,-1 0,0 0,1 0,0 0,-1 0,1 0,0-1,-1 1,1 0,0-1,0 1,0-1,0 1,0-1,1 0,-1 1,0-1,1 0,-1 1,1-1,0 0,-1 0,1 0,0 1,0-1,0 0,0 0,1 0,-1 1,0-1,1 0,-1 0,1 1,0-1,-1 0,1 1,0-1,44-53,-23 42,0 1,1 0,1 2,0 1,0 1,1 1,-1 1,2 2,-1 0,0 1,1 2,-1 0,1 2,6 2,56 11,-60-17,-26 2,-1 1,1-1,0 1,0 0,-1-1,1 1,0 0,0 0,-1 0,1 0,0 0,0 1,0-1,-1 0,1 1,0-1,-1 1,1 0,0 0,-1 0,1-1,-1 1,1 1,0-1,39 64,-40-60,1-1,0 1,0 0,0-1,0 1,1-1,0 0,-1 0,2 0,-1 0,0 0,1-1,0 0,-1 1,1-1,1-1,-1 1,0 0,1-1,-1 0,1 0,0-1,1 1,-3-1,0 0,1 0,-1-1,1 1,-1-1,1 0,-1 0,1 0,-1 0,1-1,-1 1,0-1,1 0,-1 0,0-1,1 1,-1 0,0-1,0 0,0 0,0 0,-1 0,1 0,0-1,-1 1,0-1,1 1,-1-1,0 0,0 0,-1 0,2-1,30-132,-21 72,-10 111,-3-19,-1-21,1 0,0 0,0 0,1 0,0-1,0 1,0 0,1 0,0 0,0 0,1 0,0-1,0 1,1-1,-1 1,2-1,-1 0,0 0,1 0,0-1,1 1,-1-1,1 0,0 0,4 3,-1-5,1 0,-1 0,1-1,-1 0,1 0,0-1,-1 0,1-1,0 0,0 0,0-1,-1 0,1 0,0-1,-1 0,1-1,-1 0,0 0,0-1,0 0,0 0,-1-1,4-3,9-7,0 0,-1-1,-1-2,-1 1,0-2,-1 0,10-19,-4-3,-1-1,-2-1,-3-1,-1 0,-2-1,-2-1,-2 0,-2 0,-2-1,-2 0,-3 1,-4-42,5 67,-2 1,-1-1,0 0,-1 1,-2 0,0-1,-1 2,-4-9,9 25,0 1,0-1,0 1,0-1,0 1,0-1,-1 1,0 0,1 0,-1 0,0 0,0 0,0 0,0 1,0-1,0 1,0-1,-1 1,1 0,-1 0,1 0,-1 0,1 0,-1 0,1 1,-1-1,0 1,1 0,-1 0,0 0,1 0,-1 0,0 1,1-1,-1 1,-2 0,-5 7,-1 0,1 0,1 1,-1 1,2-1,-1 2,1-1,1 1,0 0,1 0,0 1,0 0,1 0,1 1,0-1,-1 8,-5 13,1 0,1 0,2 1,2 0,0 0,3 0,1 0,1 1,2-1,1 0,2 0,1-1,2 0,1 0,2-1,1 0,1-1,19 29,-12-27,2 0,2-2,0-1,3-1,0-1,1-1,2-2,1-1,9 5,-36-26,0 1,1-1,-1 0,1 0,0 0,0-1,0 0,0 0,0 0,0-1,1 0,-1 0,0-1,0 0,1 0,5-1,12-7</inkml:trace>
  <inkml:trace contextRef="#ctx0" brushRef="#br0" timeOffset="187919.422">3917 10020,'-18'7,"1"1,-1 1,1 0,1 1,0 1,0 0,1 2,1-1,0 2,0 0,2 0,-7 11,17-23,0 0,0 0,1 0,-1 0,1 0,0 0,0 0,0 0,0 1,0-1,0 0,0 1,1-1,-1 1,1-1,0 0,-1 1,1-1,1 1,-1-1,0 1,0-1,1 1,0-1,-1 1,1-1,0 0,0 0,0 1,0-1,1 0,-1 0,1 0,-1 0,1 0,0 0,-1-1,1 1,1 0,11 3,-1 0,1-1,0 0,0-1,1-1,-1 0,0-1,1-1,-1 0,15-2,54-4,84 3,-164 3,0 0,-1 0,1 0,0 0,-1 0,1 0,0 1,-1-1,1 1,-1 0,1 0,-1 0,1 0,-1 0,1 0,-1 1,0-1,0 1,0 0,0 0,0-1,0 1,0 0,-1 1,1-1,-1 0,1 0,-1 1,0-1,0 1,0-1,0 1,-1-1,1 1,-1 0,1-1,-1 1,0 0,0-1,0 1,0 0,-1-1,1 1,-1-1,1 1,-1 0,0 0,-4 4,0-1,0 1,-1-1,0 0,0-1,0 0,-1 0,1 0,-1-1,0 0,-1 0,1-1,-1 1,1-2,-1 1,0-1,0 0,-6 0,13-2,-1 0,1 1,0-1,0 0,0 0,-1 0,1 0,0 0,0 0,0-1,-1 1,1 0,0-1,0 1,0 0,0-1,0 0,0 1,0-1,0 1,0-1,0 0,0 0,0 0,0 1,0-1,1 0,-1 0,0 0,1 0,-1 0,1-1,-1 1,1 0,-1 0,1 0,0 0,0-1,-1 1,13-49,1 29,0 0,2 1,0 1,2 0,0 1,1 1,1 1,0 0,1 2,0 0,2 1,-1 1,7-2,-24 12,-1-1,1 0,0 1,0 0,0 0,0 0,1 0,-1 1,1 0,-1-1,1 2,-1-1,1 0,-1 1,1 0,0 0,-1 1,1-1,-1 1,1 0,-1 0,1 0,-1 1,0-1,1 1,-1 0,0 1,0-1,0 1,-1-1,1 1,-1 0,1 0,2 4,15 90,-5-13,-15-81,0-1,0 1,1 0,-1-1,1 1,-1-1,1 1,0-1,0 0,0 0,0 0,1 0,-1 0,0 0,1-1,0 1,-1-1,1 0,0 1,-1-1,1 0,0-1,0 1,0-1,0 1,0-1,0 0,0 0,0 0,0 0,0 0,0-1,-1 0,1 1,2-2,7-1,-1-1,1-1,-1 0,0 0,-1-1,1-1,-1 0,2-2,8-8,-1 0,-1-1,-1-1,-1-1,0 0,-1-1,-2-1,6-11,-9 13,-2 19,-8 18,-1-14,0 6,0 0,0 0,1-1,0 1,0 0,1 0,0 0,1 0,0-1,0 1,1-1,0 1,1-1,-1 0,2 0,-1-1,1 1,0-1,1 0,-1 0,1-1,1 0,-1 0,1 0,7 4,-5-6,0 0,0-1,1 0,-1-1,1 0,-1-1,1 0,0 0,-1-1,1 0,0-1,-1 0,1 0,-1-1,1-1,-1 1,0-2,0 1,4-3,11-5,0-2,-1 0,-1-2,0 0,-1-1,10-11,-8 6,-1-2,-1 0,-1-1,-1-1,-1 0,-1-2,-1 0,-2-1,-1 0,-1-1,-1-1,-2 0,-1 0,-1-1,-2 0,-1 0,-1 0,-2 0,-1-9,0 33,0 1,0-1,-1 0,0 0,0 1,0-1,-1 0,0 1,-1-1,1 1,-1 0,0 0,-1 0,1 0,-1 1,-1-1,1 1,-1 0,1 0,-1 1,-1-1,1 1,-1 0,1 0,-1 1,0 0,-1 0,1 0,0 1,-5-1,3 2,1 1,-1 0,0 1,0 0,0 0,1 0,-1 1,0 0,1 1,0 0,-1 0,1 0,1 1,-1 0,0 1,1-1,0 1,0 0,0 1,-6 6,1 0,0 0,1 1,0 0,1 1,0 0,1 1,-4 11,5-10,1 0,1 1,0 0,1 0,1 1,1-1,0 1,1-1,1 1,1-1,0 1,1-1,1 1,1-1,1 0,0 0,1 0,0-1,2 0,0 0,1-1,0 0,1-1,1 0,0 0,1-1,6 5,0-3,1-1,0-1,1-1,1-1,-1-1,2 0,-1-2,1-1,0 0,23 3,11 0</inkml:trace>
  <inkml:trace contextRef="#ctx0" brushRef="#br0" timeOffset="188708.229">6150 9967,'20'30,"-3"1,0 0,-2 1,-2 1,-1 1,-1 0,3 23,-4-25,-2-45,6-45,-3 13,1 1,3 1,9-20,4 23,-28 39,1 1,-1 0,1-1,0 1,-1 0,1-1,0 1,-1 0,1 0,0 0,-1-1,1 1,0 0,0 0,-1 0,1 0,0 0,0 0,-1 1,1-1,0 0,-1 0,1 0,0 1,-1-1,1 0,0 1,-1-1,1 1,-1-1,1 1,-1-1,1 1,-1-1,1 1,-1-1,1 1,-1-1,0 1,1 0,-1-1,0 1,1 0,-1-1,0 1,0 0,0 0,0-1,0 1,0 0,0 0,9 41,-4 29,-6-56,1-1,1 1,1 0,0 0,1 0,0-1,1 1,1-1,0 0,1 1,34 19,-17-26</inkml:trace>
  <inkml:trace contextRef="#ctx0" brushRef="#br0" timeOffset="189208.749">6739 10247,'-6'-10,"1"0,0 0,1-1,1 0,-1 0,2 0,-1 0,2-1,-1 1,2 0,-1-5,0 0,-4-169,5 184,1 0,-1 0,0 1,1-1,-1 0,1 0,-1 1,1-1,-1 0,1 1,-1-1,1 0,0 1,-1-1,1 1,0-1,0 1,-1-1,1 1,0 0,0-1,0 1,0 0,-1 0,1-1,0 1,0 0,0 0,0 0,0 0,0 0,0 0,-1 0,1 1,0-1,0 0,0 0,0 1,-1-1,1 0,0 1,0-1,0 1,-1-1,1 1,0 0,-1-1,1 1,8 2,181 37,-187-39,1 1,-1-1,0 1,0-1,0 1,0 0,-1 0,1 1,0-1,-1 0,0 1,1 0,-1-1,0 1,0 0,-1 0,1 0,0 0,-1 0,0 1,0-1,0 0,0 1,-1-1,1 1,-1-1,0 1,0-1,0 1,0 1,-24 107,21-103,-7 19,7-23,1 1,-1-1,1 1,0-1,0 1,1 0,-1-1,1 1,1 0,-1 0,1 0,0 0,0 0,1 0,-1 0,2-1,-1 1,0 0,1 0,2 3,1-6,0 1,0-1,0 0,1-1,0 1,-1-1,1 0,0-1,0 1,0-1,0 0,0-1,0 1,0-1,1 0,-1-1,0 0,0 0,0 0,1-1,91-28,-68 17</inkml:trace>
  <inkml:trace contextRef="#ctx0" brushRef="#br0" timeOffset="189471.517">7580 10220,'5'-4,"-3"-4,-10-1,-2 2</inkml:trace>
  <inkml:trace contextRef="#ctx0" brushRef="#br0" timeOffset="190512.69">949 11263,'9'-11,"0"0,1 0,0 1,0 0,1 1,0 0,1 1,0 0,0 1,1 0,0 1,0 0,1 1,-1 1,1 0,0 1,0 0,0 1,1 1,-1 0,8 1,-17 1,0-1,0 2,0-1,0 0,0 1,0 0,0 0,-1 0,1 1,-1 0,0 0,0 0,0 0,0 0,0 1,0 0,-1 0,0 0,0 0,0 0,0 1,-1-1,0 1,0 0,0 0,0 0,-1 0,0 0,0 0,0 0,0 4,-2 12,-1 1,-1-1,-1 0,-1 0,0 0,-2 0,0-1,-1 0,-2-1,0 0,0 0,-2-1,-11 14,-2 1,0-2,-2-1,-2-1,-15 12,44-41,0 0,0 0,1 0,-1 0,0 0,1 0,-1 0,0 0,1 0,-1 1,0-1,0 0,1 0,-1 0,0 0,1 0,-1 0,0 1,0-1,1 0,-1 0,0 0,0 1,0-1,1 0,-1 0,0 1,0-1,0 0,0 0,0 1,1-1,-1 0,0 1,0-1,0 0,0 1,0-1,0 0,0 0,0 1,0-1,0 0,0 1,0-1,0 0,0 1,-1-1,35-10,-34 10,33-8,0 2,0 0,1 3,0 1,-1 1,1 2,2 1,42-1,-19-1,-45 0</inkml:trace>
  <inkml:trace contextRef="#ctx0" brushRef="#br0" timeOffset="191408.043">2634 11424,'-7'-2,"-1"0,1 1,0 0,-1 0,1 1,-1 0,1 0,-1 1,1 0,-1 0,1 1,0 0,0 0,0 1,0 0,0 0,0 0,1 1,0 0,-1 0,2 1,-1 0,0 0,1 0,0 1,0-1,1 1,-1 0,1 1,1-1,-1 1,1 0,0 0,1 0,-1 2,2-8,0 1,1-1,-1 1,1-1,-1 1,1 0,0-1,-1 1,1-1,0 1,0 0,0-1,0 1,1 0,-1-1,0 1,1-1,-1 1,1-1,-1 1,1-1,0 1,0-1,0 1,0-1,0 0,0 0,0 1,0-1,0 0,0 0,1 0,-1 0,0 0,1 0,-1-1,1 1,-1 0,1-1,-1 1,1-1,-1 0,1 1,4-1,0 0,-1 0,1 0,0-1,0 1,-1-1,1-1,-1 1,1-1,-1 0,1 0,-1-1,0 1,0-1,0 0,-1-1,1 1,-1-1,0 0,1 0,6-7,-1 0,0-1,0 0,-1-1,0 0,5-14,-4 3,-1-1,-1-1,-2 0,0 0,-2 0,-1 0,-1-1,-1 1,-1-1,-2 0,0 1,-2 0,-5-18,-11-22,20 66,0 0,0 1,0-1,0 0,0 1,0-1,0 0,0 1,-1-1,1 0,0 1,0-1,0 0,-1 1,1-1,0 0,0 0,0 1,-1-1,1 0,0 0,-1 1,1-1,0 0,-1 0,1 0,0 0,-1 0,1 0,0 1,-1-1,1 0,0 0,-1 0,1 0,0 0,-1 0,1 0,0 0,-1 0,1-1,0 1,-1 0,1 0,0 0,-1 0,1 0,0-1,-1 1,1 0,0 0,0 0,-1-1,1 1,0 0,0 0,-1-1,1 1,0 0,0-1,-9 150,8-87,-1 38,5 0,7 29,-11-122,1 1,1-1,0 0,0 0,0 0,1 0,0 0,0 0,0 0,1 0,1-1,-1 1,1-1,0 0,0 0,0 0,1-1,0 0,0 0,1 0,0 1,0-6,1 0,-1-1,0 1,0-1,0 0,0-1,0 1,-1-1,1-1,0 1,-1-1,1 0,-1 0,0 0,0-1,0 1,-1-1,1-1,-1 1,0 0,0-1,-1 0,2-2,9-10,0 0,-1-1,-1-1,-1 0,-1-1,-1 0,0 0,-1-1,-2 0,0-1,-1 1,-1-1,-1-3,-2 21,0 0,0-1,-1 1,0 0,0-1,0 1,-1 0,1-1,-1 1,0 0,0 0,0-1,-1 1,0 0,1 0,-2 0,1 0,1 3,0 1,1 0,-1-1,0 1,1 0,-1 0,0 0,0 0,1 0,-1 0,0 0,0 0,1 0,-1 0,0 0,1 0,-1 0,0 0,0 1,1-1,-1 0,0 1,1-1,-1 0,1 1,-1-1,0 1,1-1,-1 1,1-1,-1 1,1-1,-1 1,1 0,0-1,-1 1,1 0,0-1,0 1,-1 0,-4 10,1 0,0 0,1 0,0 0,1 1,0-1,0 1,2-1,-1 1,1 0,1-1,0 1,1-1,0 2,1-3,-1 0,2 0,-1 0,1 0,1-1,0 1,0-1,1 0,0-1,1 1,-1-1,2 0,-1-1,1 0,0 0,0-1,1 0,0 0,0-1,1 0,-1 0,1-1,0-1,0 0,0 0,1-1,3 1,7 0,1-1,-1 0,1-2,-1 0,20-4,29-6</inkml:trace>
  <inkml:trace contextRef="#ctx0" brushRef="#br0" timeOffset="192203.227">4078 11210,'27'146,"-24"-134,62 293,-61-269,-1 0,-1 0,-2 1,-2-1,-1 0,-2 0,-5 19,9-48,0 0,0 0,-1-1,0 1,0-1,-1 1,0-1,0 0,0 0,-1 0,0-1,0 1,0-1,-1 0,0 0,-4 3,7-8,1 0,-1 0,0 0,0 0,0-1,0 1,0-1,0 1,0-1,0 0,0 0,1 0,-1 0,0 0,1 0,-1 0,0 0,1-1,0 1,-1-1,1 1,0-1,0 1,0-1,0 0,0 1,0-1,0 0,0 0,1 0,-1 0,1 0,0 0,-1 0,1 0,0 0,0-1,-12-54,3 0,2-1,3 1,3-58,1 115,-3-28,2 0,2 0,0 0,2 0,1 0,1 0,1 1,2 0,1 0,11-25,-18 49,-1-1,1 1,0 0,0 0,0 0,0 0,1 0,-1 1,1-1,0 1,0 0,0-1,0 1,0 1,0-1,0 0,0 1,1-1,-1 1,1 0,-1 0,1 1,0-1,-1 1,1-1,-1 1,1 0,0 1,-1-1,1 1,0-1,-1 1,1 0,-1 0,0 1,1-1,-1 1,0-1,0 1,2 1,-2 0,1 0,0 0,-1 0,0 0,0 1,0-1,0 1,-1 0,1 0,-1 0,0 0,0 0,-1 0,1 0,-1 1,0-1,0 1,0-1,-1 1,1-1,-1 1,0-1,-1 1,1 0,-1-1,0 1,0-1,0 0,0 1,-1-1,0 0,0 0,0 0,0 0,-1 0,0 0,0-1,0 1,0-1,0 0,-2 2,-4 0,0 0,0-1,0 0,0 0,-1-1,1 0,-1 0,0-1,0-1,-2 0,12-1,0 0,0 0,0 0,0 0,0-1,0 1,0 0,1 0,-1 0,0 0,0-1,0 1,0 0,0 0,0 0,0 0,0-1,0 1,0 0,0 0,0 0,0 0,0-1,0 1,-1 0,1 0,0 0,0 0,0-1,0 1,0 0,0 0,23-9,71-21,-34 12,0-2,-2-3,29-16,-37 2,-49 36,0 0,-1 0,1 0,0-1,0 1,0 0,-1-1,1 1,-1 0,1-1,-1 1,0-1,1 1,-1 0,0-1,0 1,0-1,0 1,0-1,0 1,0-1,-1 1,1-1,0 1,-1 0,0-1,1 1,-1 0,0-1,1 1,-1 0,0 0,0 0,0 0,0-1,0 1,0 0,0 1,-1-2,1 1,-1-1,1 1,-1-1,0 1,1-1,-1 1,0 0,0 0,0 0,0 0,0 0,0 0,0 1,0-1,0 0,0 1,-1 0,1 0,0-1,0 1,0 1,-1-1,1 0,0 0,0 1,0-1,0 1,0 0,0 0,0 0,0 0,0 0,0 0,0 0,0 0,1 1,-1-1,0 1,1-1,0 1,-1 0,0 4,0 0,1 0,0 1,0-1,0 0,1 1,-1-1,2 1,-1-1,1 0,0 1,0-1,1 0,-1 0,1 0,1 0,-1 0,1 0,0-1,1 1,-1-1,1 0,0 0,0 0,1 0,-1-1,1 0,0 0,0 0,1-1,-1 1,1-1,-1 0,5 0,8 4,1-1,0-1,0 0,0-2,1 0,-1-2,1 0,0-1,-1 0,1-2,-1-1,5-1,41-7</inkml:trace>
  <inkml:trace contextRef="#ctx0" brushRef="#br0" timeOffset="174084.571">9827 9405,'0'18,"2"15,1 16,0 13,1 10,1 8,1 7,2 4,5 3,1-4,1-5,1-8,-1-11,-2-9,-4-10,-3-9,-3-10</inkml:trace>
  <inkml:trace contextRef="#ctx0" brushRef="#br0" timeOffset="175807.467">9800 9539,'-6'-18,"-3"-11,2 1,0-1,2 0,1-1,2 1,0-8,2 33,1 1,0-1,-1 0,1 0,1 0,-1 1,1-1,-1 0,1 1,0-1,0 1,0 0,1 0,-1 0,1 0,0 0,0 0,0 1,0-1,0 1,0 0,1 0,-1 0,1 0,0 1,-1 0,1-1,0 1,2 0,6-2,1 1,-1 0,0 1,1 0,-1 1,1 1,-1 0,0 0,1 2,89 19,100 15,284-35,80 6,369 12,-13 2,-579-18,130-23,-118 0,5 16,338-11,1066 14,-1523-24,-172 14,-67 11,0 1,-1-1,1 0,-1 1,0-1,1 1,-1 0,0-1,0 1,0 0,0 0,0 0,0 0,-1-1,1 1,-1 0,1 0,-1 0,0 0,0 1,0-1,0 0,0 0,0 0,0 0,-1 0,1 0,-1 0,0 1,0 6,2 168,8-1,27 144,4 61,-23-73,-16-302,-1-2,0-1,0 0,0 1,0-1,1 0,-1 1,1-1,0 0,0 0,0 1,1-1,-1 0,1 0,0-1,0 1,1 2,-2-5,0 0,0 0,-1 0,1 0,0 0,0 0,0 0,0 0,-1 0,1-1,0 1,0 0,-1-1,1 1,0 0,0-1,-1 1,1-1,0 1,-1-1,1 1,-1-1,1 1,-1-1,1 0,-1 1,1-1,-1 0,0 0,1 1,-1-1,0 0,1 0,-1 0,11-19</inkml:trace>
  <inkml:trace contextRef="#ctx0" brushRef="#br0" timeOffset="178349.123">10094 10368,'-3'-1,"0"0,0 0,0 0,0 1,0-1,0 1,0 0,0-1,0 2,0-1,0 0,1 0,-1 1,0 0,0 0,0 0,0 0,0 0,1 0,-1 1,1-1,-1 1,1 0,-1-1,1 1,0 0,0 1,0-1,0 0,0 1,1-1,-1 1,1-1,-1 1,1 0,0-1,0 1,0 0,0 0,1 0,-1 0,1 2,-3 3,3-8,0-1,-1 1,1-1,0 1,-1 0,1-1,0 1,-1 0,1-1,-1 1,1 0,-1 0,1 0,-1-1,1 1,-1 0,1 0,-1 0,1 0,-1 0,1 0,-1 0,1 0,-1 0,1 0,-1 0,1 0,-1 0,1 0,-1 1,1-1,-1 0,1 0,-1 0,1 1,-1-1,1 0,0 1,-1-1,1 0,-1 1,1-1,0 1,-1-1,1 0,0 1,0-1,-1 1,1-1,0 1,0-1,0 1,0-1,0 1,0-1,-1 1,1-1,0 1,0-1,1 1,-1 0,0-1,-26-33,25 34,0-1,0 1,0 0,1 0,-1 0,0-1,0 1,1 0,-1 0,0 0,1 0,-1 0,1 0,-1 0,1 0,0 1,-1-1,1 0,0 0,0 0,0 0,0 0,0 1,0-1,0 0,0 0,0 0,1 0,-1 0,0 1,1-1,-1 0,1 1,19 376,-20 40,1-418,-1-1,0 1,0 0,1-1,-1 1,0 0,0-1,1 1,-1 0,0-1,1 1,-1 0,1 0,-1 0,0-1,1 1,-1 0,1 0,-1 0,1 0,-1 0,0 0,1 0,-1 0,1 0,-1 0,1 0,-1 0,0 0,1 0,-1 0,1 0,-1 0,1 1,-1-1,0 0,1 0,-1 0,0 1,1-1,-1 0,0 1,1-1,-1 0,0 1,1-1,-1 0,0 1,0-1,0 0,1 1,-1-1,0 1,0-1,0 1,0-1,0 0,0 1,0-1,0 1,0-1,0 1,0-1,0 1,5-5,14-5,-1 0,1 1,1 1,-1 1,1 0,0 2,1 0,-1 2,1 0,3 1,401-10,195-37,56-1,-485 43,392-21,-394 10,166-15,82 15,-53 30,-156-2,117-14,1-23,264-9,-125 37,-233 13,25 36,97-43,-287 1,-41-3,-1-3,1-1,21-3,120-26,-181 27,-6 0,1 1,-1-1,0 0,1 1,-1-1,0 0,1 0,-1 0,1 0,-1 1,0-1,1 0,-1 0,1 0,-1 0,0 0,1 0,-1 0,1 0,-1 0,1 0,-1 0,0 0,1 0,-1-1,1 1,-1 0,0 0,1 0,-1-1,0 1,1 0,-1 0,0-1,1 1,-1 0,0-1,1 1,-1 0,0-1,0 1,0 0,1-1,-1 1,0 0,0-1,0 1,0-1,0 1,0 0,0-1,0 1,0-1,0 1,0-1,0 1,0 0,0-1,0 1,0-1,0 1,0 0,-7-13,-2-1</inkml:trace>
  <inkml:trace contextRef="#ctx0" brushRef="#br0" timeOffset="194176.188">11551 9218,'9'18,"5"18,3 20,1 24,-3 23,-4 22,-4 18,-3 13,-2 5,-2-3,2-7,5-14,5-18,2-30</inkml:trace>
  <inkml:trace contextRef="#ctx0" brushRef="#br0" timeOffset="194897.479">13516 9258,'0'18,"3"22,-1 25,6 26,3 25,1 20,2 14,3 9,2 0,4-6,4-12,6-18,-2-29</inkml:trace>
  <inkml:trace contextRef="#ctx0" brushRef="#br0" timeOffset="195645.475">15869 9284,'0'19,"0"21,0 29,2 30,6 28,5 27,6 20,4 14,2 5,4-2,-3-33</inkml:trace>
  <inkml:trace contextRef="#ctx0" brushRef="#br0" timeOffset="192778.819">5749 11117,'-8'1,"0"2,-1-1,1 1,0 1,1-1,-1 1,0 1,1-1,0 1,0 0,1 1,-1 0,1 0,0 0,1 1,0 0,0 0,0 0,0 3,2-6,1 0,-1 1,1 0,0 0,0-1,1 1,-1 0,1 0,0 0,1 1,-1-1,1 0,0 0,0 0,1 0,-1 1,1-1,0 0,1 0,-1 0,1 0,0-1,0 1,1 0,-1-1,1 0,0 1,0-1,1 0,-1 0,4 3,6 0,0 0,0-1,0 0,1-1,-1 0,1-1,1-1,-1 0,0-1,1-1,-1 0,1 0,-1-2,1 0,-1-1,0 0,1-1,-1 0,9-5,-1 3,-2 0,1-2,-1 0,0-1,0-1,-1-1,-1-1,1-1,-2 0,0-1,0-1,-1-1,-1 0,0-1,-1 0,1-5,5-40,-19 59,-1 1,0 0,1-1,-1 1,0 0,0-1,0 1,0 0,0-1,0 1,-1-1,1 1,0 0,-1-1,1 1,-1 0,1 0,-1-1,0 1,1 0,-1 0,0 0,0 0,0 0,0 0,0 0,0 0,0 0,0 0,0 1,-1-1,1 0,0 1,0-1,-1 1,1-1,0 1,-1 0,1-1,0 1,-1 0,1 0,-1 0,-4 2,0 0,0 0,0 1,1 0,-1 0,1 0,0 1,0-1,0 1,0 1,1-1,-1 1,1-1,0 1,0 1,1-1,0 0,0 1,-2 5,1-6,1 0,0 0,0 0,0 0,1 1,0-1,0 1,0 0,1 0,-1-1,2 1,-1 0,0 0,1 0,0 0,1 0,-1 0,1 0,1 0,-1 0,1-1,0 1,0 0,0-1,1 1,0-1,0 0,0 0,1 0,-1-1,1 1,0-1,1 1,3 0,1-1,0 0,-1 0,1 0,1-1,-1-1,0 0,1 0,-1 0,1-1,0-1,-1 0,1 0,8-2,132-33,-93 12</inkml:trace>
  <inkml:trace contextRef="#ctx0" brushRef="#br0" timeOffset="193351.435">6698 11196,'-6'-5,"0"-1,0 1,-1 0,0 0,0 1,0 0,-1 0,1 1,-1 0,0 0,0 0,0 1,0 1,0-1,-1 2,1-1,0 1,-1 0,1 0,0 1,0 0,-1 1,1 0,0 0,0 1,1 0,-1 0,0 1,0 0,6-3,0 1,-1-1,1 1,0-1,0 1,0 0,0 0,0 0,0 0,1 0,-1 0,1 0,-1 1,1-1,0 0,0 1,0-1,0 1,0-1,1 1,-1 0,1-1,-1 1,1 0,0-1,0 1,1 0,-1 0,0-1,1 1,0-1,-1 1,1 0,1 0,1 3,0 0,0-1,0 1,1-1,0 0,0 0,1 0,0-1,-1 1,1-1,1 0,-1-1,6 4,-4-3,1 0,0 0,0 0,0-1,0-1,1 1,-1-1,1-1,0 1,-1-2,1 1,0-1,0 0,0-1,-1 0,1-1,-1 1,1-2,-1 1,1-1,-1 0,0-1,-1 0,1 0,0-1,-1 0,0 0,4-5,45-67,-56 77,0-1,0 1,0 0,1-1,-1 1,0-1,0 1,0 0,0-1,1 1,-1 0,0-1,0 1,1 0,-1-1,0 1,1 0,-1-1,0 1,1 0,-1 0,0 0,1-1,-1 1,0 0,1 0,-1 0,1 0,-1 0,0 0,1-1,-1 1,1 0,-1 0,1 0,-1 1,0-1,1 0,-1 0,1 0,-1 0,0 0,1 0,-1 1,0-1,1 0,-1 0,1 0,-1 1,0-1,0 0,1 1,-1-1,0 0,1 0,-1 1,0-1,0 1,0-1,1 0,-1 1,6 30,-5-21,1-2,0 0,0 0,0 0,1-1,0 1,1-1,0 0,0 0,4 5,-7-10,0 0,1 0,-1-1,1 1,0-1,-1 1,1-1,0 0,0 1,0-1,0 0,0 0,0-1,0 1,1 0,-1-1,0 1,0-1,0 0,1 1,-1-1,0 0,0-1,1 1,-1 0,0-1,0 1,1-1,-1 1,0-1,0 0,0 0,0 0,0 0,0-1,0 1,-1 0,14-10,-2-1,0 0,0 0,-1-2,-1 1,0-1,0-3,44-50,-51 61,0 0,0 1,1 0,0 0,0 0,1 0,-1 1,1 0,0 0,0 1,0-1,1 1,-1 0,1 1,0 0,0 0,-1 1,1-1,0 1,1 1,-1-1,0 1,0 1,0-1,0 1,0 0,0 1,-1 0,5 1,-2 2,-1 0,1 1,-1 0,0 0,-1 1,0 0,0 0,0 1,-1 0,0 0,0 0,-1 1,0 0,-1 0,0 0,0 1,-1-1,0 1,-1 0,0 0,-1 0,1 0,-2 0,0 0,0 0,-1 0,0 0,0 0,-1 0,-1-1,0 1,0 0,-1-1,0 0,0 0,-3 3,-3-1,0-1,0-1,-1 0,-1 0,1-1,-1-1,-1 0,1 0,-1-1,-1-1,1 0,0-1,-1-1,0 0,0 0,-14 0,-8-2</inkml:trace>
  <inkml:trace contextRef="#ctx0" brushRef="#br2" timeOffset="205991.286">10722 6344,'18'-2,"-1"2,1 0,0 1,-1 0,1 2,-1 0,1 1,-1 0,0 2,-1 0,0 1,0 0,0 1,-1 1,0 1,0 0,-1 1,-1 0,0 1,0 1,-1 0,-1 1,0 0,-1 0,9 30,-1 0,-2 1,-2 1,-3 0,4 30,2 2,54 187,29 49,26 83,-33-79,40 68,-89-273,36 93,40 62,-61-97,-40-104,31 24,-46-86,93 177,-75-142,-22-40,0 0,0-1,-1 1,1 0,0 0,0 0,0-1,0 1,0 0,-1 0,1 0,0-1,0 1,0 0,0 0,0-1,0 1,0 0,0 0,0-1,0 1,0 0,0 0,0-1,0 1,0 0,0 0,0-1,1 1,-1 0,0 0,0 0,0-1,0 1,0 0,1 0,-1 0,0-1,0 1,0 0,1 0,-1 0,0 0,0 0,0-1,1 1,-1 0,0 0,0 0,1 0,-1 0,0 0,0 0,-6-12</inkml:trace>
  <inkml:trace contextRef="#ctx0" brushRef="#br2" timeOffset="206385.413">11952 9565,'4'9,"1"0,-1 0,2-1,-1 0,1 0,1 0,-1-1,1 0,0 0,1-1,0 1,0-2,5 4,-9-6,250 200,-214-174,-39-29,0 0,0 0,0 0,0 0,0-1,0 1,0 0,0 0,0-1,0 1,0-1,0 1,0-1,0 1,0-1,0 0,0 1,0-1,-1 0,1 0,0 0,-1 1,1-1,0 0,-1 0,1 0,-1 0,1 0,-1 0,0 0,1 0,-1 0,0-1,0 1,0 0,0 0,0 0,0 0,0 0,0 0,0 0,-1 0,1 0,0-1,-1 1,1-1,1-54,-3 0,-2 0,-2 1,-3 0,-3 0,-13-40,-20-102,42 168,3 30,0-1,0 0,0 0,1 0,-1 0,0 0,0 0,0 0,1 0,-1 0,0 1,0-1,0 0,1 0,-1 0,0 0,0 0,1 0,-1-1,0 1,0 0,1 0,-1 0,0 0,0 0,0 0,1 0,-1 0,0 0,0-1,6 20</inkml:trace>
  <inkml:trace contextRef="#ctx0" brushRef="#br2" timeOffset="207269.908">12353 10140,'29'340,"-22"-284,17 148,-4 117,-23-251,-5-87,-31-252,-23 0,23 108,-2-58,38 203,1 8,1 0,-1-1,1 1,1 0,0 0,0 0,0 0,1-1,0 1,1 0,0 0,0 0,2-4,-1 9,1 0,-1 0,1 0,-1 0,1 1,0 0,0 0,0 0,0 0,0 1,0-1,0 1,1 0,-1 0,0 1,1-1,-1 1,1 0,-1 0,0 1,1-1,-1 1,4 1,3-2,201 12,-210-12,0 0,0 0,0 0,0 0,0 0,-1 0,1 1,0-1,0 0,0 1,0 0,-1-1,1 1,0 0,-1 0,1 0,-1 0,1 0,-1 0,1 0,-1 1,1-1,-1 0,0 1,0-1,0 1,0 0,0-1,0 1,0 0,-1-1,1 1,-1 0,1 0,-1 0,0 0,1-1,-1 1,0 0,0 0,0 0,-1 0,1 0,0 0,-1-1,1 1,-1 0,0 0,0 0,-9 15,-1 0,-1-1,0 0,-1-1,-1 0,0-1,-1-1,-1 0,0-1,0-1,-1-1,-7 3,14-7,-5 3,23-11,15-8,1 2,0 1,0 0,1 2,0 1,0 0,0 2,6 1,-27 1,0 1,0-1,0 0,0 1,0 0,-1 0,1 0,0 0,-1 1,1 0,0-1,-1 1,0 0,1 1,-1-1,0 1,0-1,-1 1,1 0,0 0,-1 0,0 0,0 1,0-1,0 0,0 1,-1 0,1-1,-1 1,0 0,0 0,0 0,-1-1,1 1,-1 0,0 0,-1 4,-1 3,-2-1,1 0,-1 0,-1 0,0 0,0 0,-1-1,0 0,-1-1,0 1,0-1,0 0,-1-1,-1 0,1 0,-1-1,0 0,-1 0,-8 3,16-7,-1 0,1-1,-1 1,0-1,0 0,1 1,-1-1,0 0,0-1,0 1,-1-1,1 1,0-1,0 0,0 0,0 0,0 0,0-1,0 1,0-1,0 0,0 0,0 0,0 0,0-1,-1 0,4 0,-1 0,1 0,0 0,0 0,-1 0,1 0,0 0,1 0,-1 0,0 0,1 0,-1 0,1 0,-1 0,1 0,0 0,0 0,0 1,0-1,0 0,1 1,-1-1,0 0,1 1,-1 0,1-1,1 0,-2 1,19-20</inkml:trace>
  <inkml:trace contextRef="#ctx0" brushRef="#br2" timeOffset="207527.079">12928 10488,'21'72,"-20"-70,0 0,0-1,-1 1,1 0,0-1,1 1,-1-1,0 1,0-1,1 0,-1 0,0 1,1-1,-1 0,1 0,0 0,-1-1,1 1,0 0,-1-1,1 1,0-1,0 1,0-1,0 0,-1 0,1 0,0 0,0 0,0 0,0 0,-1-1,1 1,0 0,0-1,0 0,-1 1,1-2,6-3,0-1,-1 0,1 0,-1-1,-1 0,0 0,0-1,0 1,-1-1,0-1,0 1,-1-1,0 0,-1 0,0 0,0 0,-1 0,0-1,0-4,-1 9,0 0,0 1,-1-1,1 1,-1-1,0 0,0 1,-1-1,1 0,-1 1,0-1,0 1,0-1,-1 1,0 0,0-1,0 1,0 0,-1 0,1 1,-1-1,0 0,0 1,-1 0,1-1,0 1,-1 1,0-1,0 0,0 1,0 0,0 0,-1 0,1 0,0 1,-1 0,1 0,-1 0,-3 0,1 2,0 0,0 1,0 0,0 0,0 1,1-1,-1 2,1-1,0 1,0-1,0 2,0-1,1 1,-1 0,1 0,-4 6,-66 95,74-105,-24 42</inkml:trace>
  <inkml:trace contextRef="#ctx0" brushRef="#br0" timeOffset="213519.242">12273 6290,'43'30,"138"47,-101-43,-1 3,-1 3,9 11,-61-31,0 1,-2 1,0 1,-2 1,0 1,-2 1,-1 1,-1 1,12 26,99 148,-65-105,-4 2,-1 9,175 419,-205-468,42 83,-7 4,26 93,28 162,-97-137,36-50,-38-15,-15-179,1-1,0 0,1 0,1-1,1 0,0 0,11 15,25 59,-36-75,-4-13,-7-13,1 4,0 1,-1-1,1 1,-1-1,-1 1,1 0,0 0,-1 0,0 1,0-1,0 1,0 0,0 0,-1 1,0-1,1 1,-1 0,-3-1,-9-4</inkml:trace>
  <inkml:trace contextRef="#ctx0" brushRef="#br0" timeOffset="213877.185">13957 9686,'0'0,"0"1,0-1,0 1,0-1,0 1,0-1,0 1,0 0,0-1,0 1,0-1,-1 1,1-1,0 1,0-1,-1 1,1-1,0 1,0-1,-1 1,1-1,-1 0,1 1,0-1,-1 1,1-1,-1 0,1 0,-1 1,1-1,-1 0,1 0,-1 1,1-1,-1 0,1 0,-1 0,1 0,-1 0,0 0,1 0,-1 0,1 0,-1 0,1 0,-1 0,1 0,-1-1,1 1,-1 0,1 0,-1-1,1 1,-1 0,1 0,-1-1,1 1,-1-1,1 1,0 0,-1-1,1 1,0-1,-1 1,1-1,0 1,0-1,-1 1,1-1,0 0,12 21,0 0,2-1,0-1,1 0,11 9,-7-7,5 9,1-2,2-2,1 0,0-1,2-2,11 5,-40-26,0 0,0 0,0 0,0 0,0 0,0-1,1 1,-1 0,0-1,1 1,-1-1,0 1,1-1,-1 1,1-1,-1 0,0 0,1 0,-1 0,1 0,-1 0,1 0,-1 0,1-1,-1 1,0-1,1 1,-1-1,0 1,1-1,-1 0,0 1,0-1,0 0,1 0,-1 0,0 0,0 0,0 0,-1 0,1-1,0 1,0 0,-1 0,1-1,0 1,-1 0,1-1,-1 1,0-1,0 1,1 0,-1-1,0 0,-1-19,0 1,-1-1,-1 1,-1 0,-1 0,-1 1,-2-5,2 4,-39-107,27 81,2-1,2-1,-6-40,18 67</inkml:trace>
  <inkml:trace contextRef="#ctx0" brushRef="#br0" timeOffset="-214584.857">14987 9859,'-55'100,"-3"-2,-5-3,-4-3,-4-3,-51 47,119-133,-3 4,0 0,0-1,-1 0,0 0,0 0,-1-1,0 0,0-1,0 0,0 0,0 0,-1-1,0 0,-7 0,14-3,0 0,0 0,0-1,1 0,-1 1,0-1,0 0,0 0,1 0,-1 0,0 0,1 0,-1 0,1 0,-1-1,1 1,0-1,0 1,-1-1,1 1,0-1,0 0,1 0,-1 1,0-1,1 0,-1 0,1 0,-1 0,1 0,0 0,-3-64,4 53,1 0,0 0,1-1,0 2,1-1,1 0,0 1,0 0,2 0,-1 0,1 1,1 0,0 0,1 1,0 0,0 1,7-6,-14 14,0-1,1 0,-1 1,0-1,1 1,-1 0,1 0,-1 0,1 0,0 0,-1 0,1 1,0-1,0 1,-1 0,1 0,0 0,0 0,-1 0,1 1,0-1,0 1,-1 0,1 0,-1 0,1 0,-1 0,1 0,-1 1,1-1,-1 1,0 0,0 0,0-1,0 2,0-1,1 1,63 84,29 29,-86-108,0 1,1-2,-1 1,2-2,-1 1,1-1,0-1,0 0,1-1,-1 0,1 0,0-1,0-1,1 0,-1-1,0 0,0-1,1 0,-1-1,0 0,2-2,-11 3,0-1,1 0,-1-1,-1 1,1-1,0 1,0-1,0 0,-1 0,1 0,-1 0,0 0,1-1,-1 1,0-1,0 1,-1-1,1 0,1-2,3-13</inkml:trace>
  <inkml:trace contextRef="#ctx0" brushRef="#br0" timeOffset="-214193.143">15066 10247,'78'-16,"50"-6,-126 22,0 0,0 0,1 0,-1 1,0-1,0 0,0 1,0 0,0-1,0 1,0 0,0 0,0 0,0 1,0-1,0 0,-1 1,1-1,-1 1,1-1,-1 1,1 0,-1-1,0 1,0 0,0 0,0 0,0 0,0 0,-1 0,1 1,-1-1,1 0,-1 0,0 0,0 0,0 1,0-1,0 0,0 0,-1 0,1 0,-1 1,1-1,-1 0,0 0,-1 1,-52 97,53-100,1 1,0 0,-1-1,1 1,0-1,0 1,0 0,0-1,0 1,0 0,0-1,0 1,0-1,0 1,0 0,0-1,0 1,0 0,0-1,1 1,-1-1,0 1,1 0,-1-1,0 1,1-1,-1 1,0-1,1 1,-1-1,1 1,-1-1,1 0,-1 1,1-1,0 0,-1 1,1-1,-1 0,1 0,0 0,-1 1,1-1,-1 0,1 0,0 0,-1 0,1 0,0 0,-1 0,1 0,0 0,-1-1,1 1,43-6,-39 5,21-4,-10 0,0 2,0 0,0 1,1 0,-1 1,0 1,1 1,-1 0,8 3,-22-4,0 0,0 0,0 1,0-1,0 1,0 0,0-1,0 1,0 0,0 0,-1 0,1 0,0 1,-1-1,1 0,-1 1,1-1,-1 1,0-1,1 1,-1 0,0 0,0-1,0 1,-1 0,1 0,0 0,-1 0,1 0,-1 0,1 0,-1 0,0 0,0 0,0 1,0-1,-1 0,1 0,0 0,-1 0,1 0,-1 0,0 0,0 0,-7 9,-1 1,0-1,0-1,-1 0,-1 0,0-1,0 0,-1-1,0 0,0-1,0 0,-8 2,5-2,1 0,-1-2,-1 1,1-2,-1 0,1-1,-1 0,0-1,-8-1,-17-4</inkml:trace>
  <inkml:trace contextRef="#ctx0" brushRef="#br0" timeOffset="-212962.387">14238 6170,'1'6,"0"-1,1 1,0-1,0 0,0 1,1-1,0 0,-1 0,2 0,-1-1,1 1,0-1,-1 0,2 0,-1 0,0 0,1-1,0 0,0 0,0 0,0-1,0 1,1-1,2 0,0 3,337 167,-301-142,-2 2,-2 2,0 1,-3 3,-1 1,-2 1,-2 2,-1 1,-2 1,9 24,280 529,75 18,-308-488,25 29,114 123,-196-247,-1 2,-2 1,-1 1,-2 1,1 7,7 18,123 231,-118-232,-3 1,-3 2,7 24,-31-77,-13-24,-1 0</inkml:trace>
  <inkml:trace contextRef="#ctx0" brushRef="#br0" timeOffset="-212501.912">16297 9325,'-2'6,"1"1,0 0,0 0,0 0,1-1,0 1,0 0,0 0,1 0,0 0,1-1,0 1,0 0,0-1,0 0,1 1,0-1,1 0,-1 0,1-1,1 1,-1-1,0 0,1 0,0 0,1-1,-1 0,167 110,-58-44,-51-30,-60-41,0 0,-1 0,1 0,0 0,-1 0,0-1,1 1,-1-1,0 1,0-1,0 0,0 0,0 0,0 0,0 0,-1-1,1 1,-1-1,1 1,-1-1,0 1,0-1,0 1,-1-1,1 0,-1 0,1 1,-1-1,0-2,1 4,5-18,-1 0,-1-1,0 0,-2 1,0-1,-1 0,-1 0,-1 0,-1 0,0 1,-2-1,0 1,-1-1,-1 1,-5-11,11 30,0-1,0 1,0-1,0 1,0-1,0 1,0-1,-1 1,1-1,0 1,0-1,0 1,0-1,-1 1,1-1,0 1,0-1,-1 1,1 0,0-1,-1 1,1-1,-1 1,1 0,0-1,-1 1,1 0,-1 0,1-1,-1 1,1 0,-1 0,1 0,-1 0,1-1,-1 1,1 0,-1 0,1 0,-1 0,1 0,-1 0,1 0,-1 0,1 1,-1-1,1 0,-1 0,1 0,-1 1,1-1,-1 0,1 0,-1 1,1-1,0 0,-1 1,1-1,-1 0,1 1,-8 34,7 1,1 0,2-1,1 1,2-1,2 0,10 33,20 97,-30-118</inkml:trace>
  <inkml:trace contextRef="#ctx0" brushRef="#br0" timeOffset="-212007.188">17006 10007,'-28'58,"-2"-1,-3-1,-2-2,-2-1,-3-2,-2-2,-12 8,46-47,-1-2,0 1,-1-1,0-1,0 1,0-2,-1 1,0-2,-1 1,1-2,-1 1,0-2,0 1,0-2,0 0,-1 0,1-1,-1 0,-11-2,20 0,-1-1,1 0,-1 0,1 0,0-1,0 0,0 1,0-1,0-1,1 1,0 0,-1-1,1 0,0 0,1 0,-1 0,1 0,-1 0,1-1,1 1,-1-1,1 1,-1-1,1 0,1 0,-1 0,1-3,-1 0,0 0,1-1,0 1,1 0,0-1,0 1,1 0,0 0,1 0,-1 0,2 1,-1-1,1 1,0-1,4-5,-4 9,-1 0,1 0,0 0,0 1,0-1,1 1,-1 0,1 0,0 0,-1 1,1 0,0 0,1 0,-1 0,0 1,0 0,1 0,-1 1,0-1,1 1,-1 0,1 0,-1 1,0 0,1 0,-1 0,0 1,0-1,0 1,0 0,0 1,0-1,3 3,18 14,-1 0,-1 1,-1 1,-1 2,-1 0,1 3,-2-2,0-1,2-1,1 0,0-2,2-1,5 3,-27-20,-1 0,1-1,-1 1,1 0,0-1,-1 1,1-1,0 0,0 0,0 0,0 0,0 0,0-1,0 0,1 1,-1-1,0 0,0-1,0 1,0 0,0-1,0 0,0 0,0 0,0 0,0 0,3-2,6-9</inkml:trace>
  <inkml:trace contextRef="#ctx0" brushRef="#br0" timeOffset="-211676.074">17032 10340,'133'-11,"-132"11,1 0,-1 0,1 0,-1 0,0 0,1 0,-1 1,0-1,1 0,-1 1,0-1,1 1,-1-1,0 1,0 0,1 0,-1-1,0 1,0 0,0 0,0 0,0 0,0 0,0 0,-1 0,1 1,0-1,-1 0,1 0,0 1,-1-1,0 0,1 1,-1-1,0 0,1 1,-1-1,0 1,-15 52,-139 174,153-227,0 0,0 1,1-1,-1 0,0 0,0 1,1-1,-1 0,1 1,-1-1,1 1,0-1,-1 1,1-1,0 1,0-1,0 1,0-1,0 1,1-1,-1 1,0-1,1 0,-1 1,1-1,-1 1,1-1,0 0,-1 1,1-1,0 0,0 0,0 0,0 0,0 0,0 0,0 0,1 0,-1 0,0 0,0-1,1 1,0 0,5 0,0-1,0 0,0-1,0 1,0-1,0 0,0-1,0 0,0 0,0 0,-1-1,1 0,-1-1,0 1,2-2,-4 3,154-102,-116 68</inkml:trace>
  <inkml:trace contextRef="#ctx0" brushRef="#br0" timeOffset="-210276.833">16631 5876,'11'27,"1"-1,2 0,1 0,0-1,2-1,1-1,1-1,1 0,1-2,20 17,38 42,-24-16,-3 3,-3 2,-3 2,-3 3,10 29,57 134,-5 20,-42-101,350 877,-367-911,6-2,4-3,6-2,5-3,16 14,271 312,-328-404,-3 0,0 2,-3 1,7 17,-6-6,-20-41</inkml:trace>
  <inkml:trace contextRef="#ctx0" brushRef="#br0" timeOffset="-209859.408">18730 9392,'0'2,"-2"20,2 0,1 0,0 0,2 0,1-1,0 1,2-1,0 0,5 11,15 15,1-2,2-1,2-1,7 4,29 41,-67-87,1-1,0 1,-1-1,1 0,0 1,-1-1,1 1,-1-1,1 1,-1-1,1 1,-1 0,0-1,1 1,-1-1,0 1,1 0,-1 0,0-1,0 1,1 0,-1-1,0 1,0 0,0 0,0-1,0 1,0 0,0 0,0-1,-1 1,1 0,0-1,0 1,-1 0,1-1,0 1,-1 0,1-1,0 1,-1 0,1-1,-1 1,1-1,-1 1,1-1,-1 1,0-1,1 0,-1 1,0-1,1 0,-1 1,0-1,1 0,-1 0,0 1,1-1,-1 0,0 0,0 0,1 0,-1 0,0 0,0 0,1-1,-170-15,119 12,0 3,0 2,0 2,-11 4,36-3</inkml:trace>
  <inkml:trace contextRef="#ctx0" brushRef="#br0" timeOffset="-209236.534">20067 9659,'-162'269,"126"-217,-2-1,-3-2,-1-2,-34 28,68-67,0-1,0 0,0 0,-1-1,0 0,0-1,0 0,-1 0,1-1,-1-1,0 1,-1-1,1-1,0 0,-6 0,13-2,1-1,-1 0,0 1,0-1,1 0,-1 0,0 0,1-1,-1 1,1-1,0 1,-1-1,1 0,0 0,0 0,0 0,0 0,1 0,-1-1,1 1,-1-1,1 1,0-1,-1 1,2-1,-1 0,0 0,-10-76,11 70,1 1,1-1,-1 0,1 1,0 0,1-1,0 1,0 0,1 0,4-6,-6 11,0 0,-1 1,1-1,0 1,1-1,-1 1,0 0,1 0,-1 0,1 0,0 0,-1 1,1-1,0 1,0 0,0 0,0 0,0 0,0 0,0 0,1 1,-1 0,0 0,0 0,0 0,1 0,-1 0,0 1,0 0,3 0,5 5,1 0,-1 1,0 0,-1 0,1 1,-2 1,1 0,-1 0,0 1,-1 0,2 3,9 9,4 4,-8-5,1-2,1 1,1-2,0-1,2 0,0-1,0-1,2-1,-1-1,2-1,0 0,0-2,6 1,145 16,-155-22</inkml:trace>
  <inkml:trace contextRef="#ctx0" brushRef="#br0" timeOffset="-208946.317">20441 10301,'0'-50,"8"-104,7 117,-14 37,-1-1,1 1,-1-1,0 1,1-1,-1 1,1-1,-1 1,1-1,-1 1,1 0,0-1,-1 1,1 0,-1 0,1-1,0 1,-1 0,1 0,0 0,-1 0,1 0,-1 0,1 0,0 0,-1 0,1 0,0 0,-1 0,1 0,0 0,-1 1,1-1,0 0,-1 1,1-1,-1 0,1 1,-1-1,1 0,-1 1,1-1,-1 1,1-1,-1 1,0-1,1 1,-1 0,0-1,1 1,-1-1,0 1,0 0,0 0,6 11,-1 1,-1 1,0-1,-1 0,0 1,-1 0,0 0,-2 0,1-1,-2 6,2 4,2 275,-3-290,0 0,0 0,1 0,0 0,0 0,1 0,0 0,0 0,1 0,0-1,1 1,-1-1,1 0,1 0,-1-1,1 1,1-1,4 5,4-3</inkml:trace>
  <inkml:trace contextRef="#ctx0" brushRef="#br0" timeOffset="-208509.964">21176 9271,'-26'18,"2"2,0 0,1 1,0 2,-6 9,3-3,-652 725,253-256,-172 287,520-684,63-97,17-23,-3 18,10-32</inkml:trace>
  <inkml:trace contextRef="#ctx0" brushRef="#br0" timeOffset="-208150.196">19452 9552,'48'63,"2"-2,3-3,3-2,1-2,31 18,358 268,-249-198,-6 8,3 19,78 97,-232-234</inkml:trace>
  <inkml:trace contextRef="#ctx0" brushRef="#br0" timeOffset="-207417.048">22380 9793,'0'18,"0"22,2 22,6 24,3 17,2 12,-1 2,0-2,-2-8,-4-13,-1-16,-3-20</inkml:trace>
  <inkml:trace contextRef="#ctx0" brushRef="#br0" timeOffset="-206946.754">22246 10355,'-14'-31,"-40"-118,53 146,0 0,0 0,1 0,-1 0,1 0,0 0,0 0,0 0,0 0,1 0,-1 0,1 0,-1 0,1 0,0 0,1 1,-1-1,0 0,1 1,-1-1,1 1,0-1,0 1,0 0,0-1,0 1,0 0,1 1,-1-1,2-1,10-2,-1 1,1 0,0 1,0 0,0 1,0 0,1 2,-1-1,0 2,1 0,-1 1,0 0,5 2,-6-2,0 1,-1 1,1 0,-1 1,0 0,0 0,0 2,-1-1,0 2,1 1,-7-6,-1 0,0 0,-1 1,1 0,-1 0,0 0,0 0,0 1,0-1,-1 1,1-1,-1 1,0 0,-1 0,1 0,-1 0,0 0,-1 0,1 1,-1-1,0 0,0 0,0 0,-1 1,0-1,-1 4,-1-1,0-1,0 0,0 1,-1-1,-1-1,1 1,-1 0,0-1,0 0,-1 0,0-1,0 0,0 0,-1 0,1-1,-1 1,0-2,-1 1,1-1,-1 0,1-1,-8 2,13-3,0-1,0 1,0-1,0 0,1 0,-1 0,0 0,0 0,0-1,0 1,1 0,-1-1,0 1,0-1,1 0,-1 0,0 1,1-1,-1 0,1-1,-1 1,1 0,-1 0,1 0,0-1,0 1,0-1,-1 1,1-1,1 1,-1-1,0 0,0 0,1 1,-1-1,1 0,-1 0,1 0,-1-3,1-1,-1 1,1 0,0-1,1 1,-1 0,1-1,0 1,1 0,-1 0,1-1,2-3,8-10,0 1,2 0,0 0,1 1,1 1,1 1,0 0,1 1,0 1,1 1,0 1,1 0,3 0,108-41,-124 50,1 0,1 0,-1 1,0 0,0 1,0-1,1 2,-1-1,0 1,0 0,0 1,0 0,0 0,0 1,6 2,-4 4,-1-1,0 2,0-1,-1 1,-1 0,1 1,-2-1,1 2,-2-1,1 1,-2-1,1 1,-2 1,0-1,0 1,-1-1,0 5,5 14,-6-28,0 1,-1 0,1 0,0-1,0 1,0 0,1-1,-1 1,1-1,0 1,0-1,0 0,0 0,1 0,-1 0,1 0,0 0,2 1,-3-4,0 0,0-1,-1 1,1-1,0 1,0-1,0 1,-1-1,1 0,0 0,0 0,-1 0,1 0,-1 0,1-1,-1 1,0 0,1-1,-1 1,0-1,0 1,0-1,0 0,0 1,0-1,-1 0,1 0,-1 0,1 1,-1-1,1-1,0 1,11-30</inkml:trace>
  <inkml:trace contextRef="#ctx0" brushRef="#br0" timeOffset="-206761.211">22968 9365,'-18'-7,"-13"-2,-6 1,-1 3,4 7,7 9,9 8,11 6,15 6,14 3,15 4,8 2,-4-6</inkml:trace>
  <inkml:trace contextRef="#ctx0" brushRef="#br0" timeOffset="-206183.378">23315 10327,'14'-18,"-2"-1,-1 0,0-1,-1 0,-1 0,-1-1,-1-1,-1 1,-1-1,-1 0,-1 0,1-23,-13-19,8 62,1 0,-1 0,1 0,-1 0,0 0,0 0,0 0,0 0,0 0,0 1,-1-1,1 0,0 1,-1-1,1 1,-1-1,0 1,0 0,1 0,-1 0,0 0,0 0,0 0,0 0,0 1,0-1,-2 1,0 1,0 0,1 0,-1 1,1 0,-1 0,1 0,0 0,0 0,0 1,0-1,0 1,0 0,1 0,-1 0,1 0,0 1,0-1,0 0,0 1,1-1,0 1,-1 0,1 0,0 1,-5 11,1 0,1 1,0 0,1 0,1 0,1 0,0 0,1 1,1-1,2 8,-2-14,1-1,0 1,0-1,2 0,-1 0,1 0,0 0,1-1,0 0,1 0,0 0,0 0,1-1,0 0,1-1,-1 0,7 5,-7-8,0-1,0 0,1 0,-1 0,1-1,0 0,-1 0,1-1,0 0,0-1,0 1,0-2,0 1,0-1,0 0,-1-1,1 1,0-2,-1 1,1-1,-1 0,0-1,0 1,0-1,0-1,-1 1,0-1,0-1,0 1,0-1,-1 0,0 0,0 0,-1-1,4-6,3-5,0-1,-1 0,-1-1,-1 0,0-1,-2 1,-1-1,0-1,-1 1,-2-1,0 1,-1-1,-1 0,0 17,-1 4,1 0,-1-1,1 1,0-1,-1 1,1 0,0-1,0 1,0-1,0 1,0 0,0-1,0 1,1-1,-1 1,0-1,1 1,-1 0,1-1,0 1,-1 0,1 0,0-1,0 1,-1 0,1 0,0 0,0 0,0 0,1 0,-1 0,0 1,0-1,0 0,1 0,-1 1,0-1,2 1,79 57,-31-33,-43-22,0 0,0 1,-1 0,0 1,1-1,-1 1,-1 1,1-1,-1 1,1 1,-1-1,-1 1,1 0,-1 0,0 1,-1-1,1 1,-1 0,1 3,-2 2,-1 0,0 1,-1-1,0 1,-1-1,0 1,-1 0,-2 10,2 76,2-95,0 0,1 0,-1-1,0 1,1-1,0 1,0-1,0 0,0 1,1-1,-1 0,1-1,-1 1,1 0,0-1,0 1,1-1,-1 0,0 0,1 0,-1-1,1 1,-1-1,1 0,0 0,1 0,103 3,-69-11,-1-1,0-2,-1-2,30-14,2-3</inkml:trace>
  <inkml:trace contextRef="#ctx0" brushRef="#br0" timeOffset="-205118.412">24759 10100,'-8'-4,"-1"1,0 0,1 1,-1 0,-1 1,1-1,0 2,0-1,0 1,-1 1,1-1,0 2,0-1,0 1,0 1,0-1,1 1,-1 1,1 0,-1 0,1 1,1 0,-1 0,1 1,0 0,0 0,0 0,1 1,0 0,1 1,-1-1,1 1,1 0,0 0,-3 7,5-11,1-1,0 1,0-1,0 1,0 0,1-1,-1 1,1 0,0-1,0 1,0 0,1 0,-1-1,1 1,0-1,0 1,0 0,1-1,-1 0,1 1,0-1,0 0,0 0,0 0,0 0,1 0,-1 0,1-1,0 0,0 1,0-1,0 0,0 0,0 0,3 0,1 0,0 0,1 0,-1-1,1 0,-1-1,1 1,-1-2,1 1,-1-1,1 0,-1 0,1-1,-1 0,0-1,0 1,0-1,0-1,0 1,5-5,2-1,0-1,0-1,-1 0,-1 0,0-1,0-1,-1 0,3-6,-3 0,0-1,0 0,-2 0,-1-1,0 0,-2-1,0 1,-2-1,0 0,-2-1,0 1,-1-6,-1-12,-2-1,-2 1,-1-1,-3 1,-1 1,-4-11,-29-47,42 96,0 0,0 0,-1 0,1 0,0 1,0-1,-1 0,1 0,0 0,-1 0,1 1,-1-1,1 0,-1 0,0 1,1-1,-1 0,0 1,1-1,-1 1,0-1,0 1,1-1,-1 1,0 0,0-1,0 1,0 0,0-1,0 1,1 0,-1 0,0 0,0 0,0 0,0 0,0 0,0 0,0 0,0 1,0-1,1 0,-1 1,0-1,0 0,0 1,0-1,1 1,-1-1,0 1,1 0,-1-1,0 1,1 0,-1-1,1 1,-1 0,1 0,-1-1,1 1,-1 0,1 0,0 0,-17 64,9 7,4 2,2-1,4 0,3 0,6 20,28 82,-35-164,1 1,0-1,0 0,1 0,0 0,1-1,0 0,1-1,0 1,0-2,1 1,0-1,6 4,-12-9,1-1,0 0,0 1,0-1,0 0,1-1,-1 1,0-1,1 0,-1 0,1 0,-1-1,1 0,0 1,-1-2,1 1,-1 0,1-1,-1 0,1 0,-1 0,0-1,1 1,-1-1,0 0,0 0,0-1,0 1,-1-1,1 0,2-2,3-7,0 1,0-1,-1-1,-1 0,0 0,-1 0,0-1,-1 0,-1 0,0 0,1-13,11-31,-15 58,-1 0,0 0,0 1,0-1,1 0,-1 0,0 0,0 1,1-1,-1 0,0 0,0 0,1 0,-1 0,0 0,1 0,-1 0,0 0,0 0,1 0,-1 0,0 0,1 0,-1 0,0 0,1 0,-1 0,0 0,0 0,1 0,-1 0,0 0,0-1,1 1,-1 0,0 0,0 0,1-1,-1 1,0 0,0 0,0 0,1-1,-1 1,0 0,0 0,0-1,0 1,0 0,0-1,0 1,0 0,1 0,-1-1,0 1,0 0,0-1,0 1,0 0,-1 0,1-1,0 1,0 0,0-1,0 1,0 0,0 0,0-1,0 1,6 22,2 22,-5-22,1 0,0 0,2 0,1-1,1 0,2 3,-9-21,0 0,0-1,0 1,0 0,1-1,-1 0,1 1,0-1,0 0,0 0,0 0,0 0,0 0,0 0,1-1,-1 1,1-1,-1 0,1 1,-1-1,1 0,0-1,0 1,-1 0,1-1,0 1,0-1,0 0,0 0,0 0,-1-1,1 1,0-1,0 1,0-1,-1 0,3-1,10-9,-1 0,-1-2,0 1,0-2,-1 0,-1 0,-1-1,0 0,-1-1,2-3,37-72,-48 91,0 0,0 1,1-1,-1 0,0 1,0-1,1 0,-1 1,0-1,0 0,1 0,-1 1,0-1,1 0,-1 0,1 1,-1-1,0 0,1 0,-1 0,1 0,-1 0,0 0,1 0,-1 0,1 0,-1 0,1 0,-1 0,0 0,1 0,-1 0,1 0,-1 0,0 0,1 0,-1-1,1 1,-1 0,0 0,1-1,-1 1,0 0,1 0,-1-1,0 1,0 0,1-1,3 23,2-1,0 0,2 0,0-1,1 0,2 2,-7-16,0 0,0 0,1 0,-1 0,1-1,0 0,1 0,-1 0,1-1,0 0,0 0,0 0,1-1,-1 0,1 0,0-1,0 0,0 0,0 0,5 0,-5-2,0 0,0 0,0 0,0-1,-1 0,1 0,0 0,0-1,-1 0,1-1,-1 0,0 0,0 0,0 0,0-1,0 0,-1 0,0-1,0 1,0-1,0 0,0-2,5-6,0-1,-1 0,0 0,-1-1,-1 0,0 0,-1-1,3-12,2-24,-3-1,-1 0,-3 0,-3 0,-2-10,0-65,-6 1,-20-98,18 182,1 29,0 32,-4 59,3 0,2 64,5-104,-2 43,4 1,3-1,4 4,-4-59,1 1,2-1,0 0,1-1,2 1,0-1,2-1,0 0,2 0,0-2,12 14,-19-26,2 0,0 0,0-1,0 0,1-1,0 0,1 0,-1-1,1 0,1 0,-1-1,1-1,0 0,0 0,0-1,0 0,0-1,1-1,6 1,-14-3,0 1,-1-1,1 0,-1 0,1 0,-1-1,1 1,-1-1,0 0,0 0,0 0,0-1,0 1,0 0,-1-1,1 0,-1 0,0 0,0 0,0 0,0 0,0 0,0-1,-1 0,10-24</inkml:trace>
  <inkml:trace contextRef="#ctx0" brushRef="#br0" timeOffset="-204909.214">25521 9739,'23'0,"25"0,26-2,20-3,19-6,16-4,8-3,1-3,-8 2,-23 5,-29 4</inkml:trace>
  <inkml:trace contextRef="#ctx0" brushRef="#br2" timeOffset="-194113.83">7340 7213,'-54'-30,"-63"-35,-2 5,-6 3,84 41,0 2,-1 1,-1 3,0 1,0 2,-1 2,0 2,-9 2,12 4,0 1,1 2,-1 2,1 2,1 1,0 2,-32 16,-27 18,2 3,-31 27,50-32,2 4,3 2,2 4,3 3,-53 58,101-92,1 1,1 1,2 0,1 1,0 1,2 0,2 1,0 0,2 1,1 0,2 0,1 0,1 1,1 0,3 23,0 5,3-1,2 0,3-1,2 1,3-2,2 0,3-1,2 0,8 10,-10-25,3-1,1-1,1-2,3 0,0-2,3-1,0-1,2-1,2-2,0-1,2-2,19 9,2-6,1-3,1-3,2-2,0-3,0-2,2-4,0-2,0-2,1-4,-1-2,1-3,0-3,-1-3,57-13,-59 8,0-3,-1-2,-1-3,-1-2,0-3,27-18,-48 22,-2-1,0-2,-2-2,0 0,-2-3,-1 0,-2-2,-1-1,-1-1,3-9,-2-2,-3-2,-1 0,-2-2,-3 0,-1-1,-3-1,-2 0,-2-1,-3-1,-1 1,-3-1,-2 0,-3 1,-1-1,-10-44,2 51,-1 0,-2 0,-3 1,-1 1,-2 1,-2 0,-2 2,-1 1,-2 1,-2 1,-2 1,-1 2,-1 1,-2 1,-29-19,23 21,-1 1,-2 3,0 1,-2 3,0 1,-2 3,0 1,-1 3,0 2,-1 2,0 2,0 2,-1 3,-24 1,35 5,1 1,0 2,0 2,1 1,0 3,0 0,1 3,1 1,1 1,0 2,1 2,-18 14,25-15,1 1,0 2,2 0,1 2,0 0,2 2,1 0,1 2,2 0,1 0,1 2,1 0,2 0,-6 25,-1 44</inkml:trace>
  <inkml:trace contextRef="#ctx0" brushRef="#br2" timeOffset="-193099.015">6724 8121,'4'3,"0"-1,-1 1,1-1,0 0,0 0,0-1,0 1,1-1,-1 0,0 0,0 0,1-1,-1 1,1-1,2 0,40-1,0-2,0-1,0-3,40-11,-12 3,116-17,1 9,0 8,1 9,0 7,108 19,-50 9,222 54,-428-73,0 2,-1 1,0 3,-1 1,-1 3,-1 1,0 2,-2 1,-1 2,-1 2,29 29,-31-19,-1 3,-2 1,-2 1,-2 1,-2 2,-2 1,-1 2,41 106,21 87,-74-209,140 405,-114-326,17 94,-26-105,-23-119,-22-24,5 30</inkml:trace>
  <inkml:trace contextRef="#ctx0" brushRef="#br2" timeOffset="-192557.966">10027 9900,'98'108,"-73"-84,-1 1,-1 2,-1 0,-1 1,-2 1,-1 1,5 12,-18-27,-27-41,-11-27,-2 2,-3 1,-2 2,-1 2,-31-25,18 31,40 39,24 15,-3-9,1-1,-1 0,1-1,1 1,-1-2,0 1,1-1,-1 0,1-1,0 0,-1 0,1-1,0 0,0-1,-1 1,1-2,5-1,32-6,-1-3,-1-2,42-19,93-26,-176 57,0 1,0 0,0 0,0 0,0 0,0 1,0-1,0 1,0 0,0 0,0 0,0 0,0 1,0-1,0 1,0-1,0 1,0 0,0 1,0-1,-1 0,1 1,0-1,-1 1,1 0,-1 0,1 0,-1 0,0 0,0 1,0-1,0 1,-1 4,1 1,-1 0,0 0,-1 0,0 0,0 0,-1 0,0 0,0-1,-1 1,0 0,0 0,-1-1,0 0,0 1,-1-1,2-2,-122 290,117-260,6-11</inkml:trace>
  <inkml:trace contextRef="#ctx0" brushRef="#br2" timeOffset="-192266.403">10642 10274,'0'14,"0"17,3 21,2 18,5 19,4 17,3 14,1 13,1 6,-2 3,-1-3,-3-7,-4-12,-4-15,-4-19,-8-19,-8-21,-3-19</inkml:trace>
  <inkml:trace contextRef="#ctx0" brushRef="#br2" timeOffset="-191766.352">10348 10675,'0'-25,"1"-1,1 1,1 0,1 0,3-6,-5 23,0 1,1-1,0 1,0-1,0 1,1 0,0 1,1-1,0 1,0 0,0 0,0 0,1 0,0 1,0 0,1 1,-1-1,6-1,4 0,0 1,1 0,0 1,0 1,0 1,0 0,0 1,0 1,1 1,16 2,-31-3,0 0,0 0,0 0,0 0,0 0,0 1,0-1,0 1,0 0,0 0,0 0,0 1,0-1,-1 1,1-1,0 1,-1 0,1 0,-1 0,0 0,0 0,0 1,0-1,0 1,0-1,-1 1,1 0,-1-1,0 1,0 0,1 2,-3 5,0-1,-1 1,0 0,0 0,-1-1,0 1,-1-1,0 0,0 0,-1 0,0 0,-1-1,0 0,0 0,-1-1,-7 7,-52 47,66-61,0 0,-1 0,1 0,-1 0,1 1,-1-1,1 0,0 0,-1 0,1 0,-1 1,1-1,0 0,-1 0,1 1,0-1,-1 0,1 1,0-1,0 0,-1 1,1-1,0 1,0-1,-1 0,1 1,0-1,0 1,0-1,0 0,0 1,0-1,0 1,0-1,0 1,0-1,0 1,0-1,0 0,0 1,0-1,0 1,0-1,1 1,-1-1,0 0,0 1,0-1,1 0,-1 1,0-1,1 0,-1 1,0-1,1 0,-1 1,0-1,1 0,-1 0,1 0,-1 1,0-1,1 0,-1 0,1 0,-1 0,0 0,1 0,-1 0,39 1,-30-1,45-2,-27 0,1 1,-1 1,1 2,25 5,-50-7,-1 0,1 0,-1 1,1-1,-1 1,1-1,-1 1,1 0,-1 0,1 0,-1 0,0 1,0-1,0 1,0-1,0 1,0 0,0 0,0 0,-1 0,1 0,0 0,-1 0,0 0,0 1,0-1,0 0,0 1,0-1,0 1,-1-1,1 1,-1 0,0-1,0 1,0-1,0 1,0 0,-1-1,1 2,-4 4,-1 0,0-1,0 1,0-1,-1 0,0-1,0 1,0-1,-1 0,0 0,-1-1,1 0,-1-1,0 1,-4 0,2 1,-102 48,112-54,0 0,0 0,0-1,0 1,0 0,0 0,0 0,0-1,0 1,0 0,0 0,0 0,0-1,-1 1,1 0,0 0,0 0,0-1,0 1,0 0,0 0,-1 0,1 0,0 0,0 0,0-1,0 1,-1 0,1 0,0 0,0 0,0 0,-1 0,1 0,0 0,0 0,0 0,-1 0,1 0,0 0,0 0,0 0,-1 0,1 0,0 0,0 0,-1 0,11-9</inkml:trace>
  <inkml:trace contextRef="#ctx0" brushRef="#br2" timeOffset="-191482.244">11057 10795,'6'-43,"-4"21,1 0,1 0,1 0,1 0,1 1,1 0,0 1,10-17,-17 36,-1 0,0 0,1 0,-1-1,1 1,-1 0,1 0,-1 0,1 0,0 1,0-1,-1 0,1 0,0 0,0 0,0 1,0-1,0 0,0 1,0-1,0 1,0-1,0 1,0 0,1-1,-1 1,0 0,0 0,0 0,0 0,1 0,-1 0,0 0,0 0,0 0,0 0,0 1,1-1,-1 1,0-1,0 1,0-1,0 1,0-1,0 1,0 0,0-1,-1 1,1 0,0 0,0 0,-1 0,1 0,5 10,-1 0,-1 0,0 1,0-1,-1 1,-1 0,0 0,0 9,3 7,9 58,-3 0,-4 0,-3 1,-5 16,-8-12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18.7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0 215,'54'16,"23"-9,-1-4,1-2,-1-4,30-7,33 0,-108 7,-20 2,-1 0,0 0,1 1,-1 0,1 1,-1 0,1 1,1 0,-25 5,-18-5,14-1</inkml:trace>
  <inkml:trace contextRef="#ctx0" brushRef="#br0" timeOffset="988.742">789 1,'1'3,"0"-1,0 1,1 0,-1-1,0 1,1-1,0 1,-1-1,1 0,0 0,0 0,0 0,0 0,1 0,-1 0,1-1,-1 1,1-1,-1 0,1 0,0 0,-1 0,1 0,0-1,0 1,0-1,0 1,1-1,2 1,3 2,28 6,-1 2,0 1,0 3,18 10,-45-21,-1 1,1 0,-1 1,-1-1,1 2,-1-1,0 1,0 0,-1 0,0 1,0 0,-1 0,0 0,-1 1,1 0,-2 0,1 0,-1 0,0 0,0 6,-2-7,-1-1,1 1,-2 0,1-1,-1 1,0-1,0 1,-1-1,0 1,0-1,-1 0,0 0,0 0,-1 0,0-1,0 1,0-1,-1 0,0 0,0-1,-1 1,1-1,-1-1,-1 1,-11 9,-1-1,-1-2,0 0,-1-1,0 0,0-2,-10 2,-38 19,70-14,9-11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27.1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248 600,'-15'5,"0"0,1 2,-1 0,2 0,-1 1,1 1,0 0,1 1,0 1,1-1,0 2,0 0,1 0,1 1,0 0,1 0,0 1,1 0,1 0,0 1,1 0,-2 9,7-23,-1 1,0-1,1 1,-1-1,1 1,0-1,-1 1,1 0,0-1,0 1,0 0,0-1,0 1,1-1,-1 1,0 0,1-1,-1 1,1-1,0 1,-1-1,1 1,0-1,0 0,0 1,0-1,0 0,0 0,0 0,1 1,-1-1,0 0,0-1,1 1,-1 0,1 0,-1-1,1 1,-1 0,1-1,-1 0,1 1,0-1,-1 0,1 0,0 0,-1 0,1 0,-1 0,1 0,0-1,-1 1,1 0,-1-1,1 0,12-7,0 0,-1-1,0 0,-1-1,0-1,0 0,-1 0,-1-1,0-1,-1 0,0 0,-1-1,0 0,-1 0,-1-1,2-4,7-24,-2-1,-2 0,-2-1,-1 0,-3 0,-2-1,-1 0,-3 1,-1-1,-8-38,-17-49,6 95,20 38,0 0,0-1,1 1,-1 0,0 0,0 0,0 0,0 0,0 0,0 0,0 0,0 0,0 0,0 0,0 1,1-1,-1 0,0 1,0-1,0 1,0-1,1 1,-1-1,0 1,0-1,1 1,-1 0,1-1,-1 1,0 0,1 0,-1-1,1 1,0 0,-1 0,1 0,0 0,-1 0,1 0,0-1,0 1,0 1,-9 19,2 1,0 0,2 0,0 1,2-1,0 1,2 11,-1-17,-3 32,1 1,3-1,2 1,3-1,1 1,3-1,1 0,8 17,-14-56,0 0,0 0,1 0,0-1,1 1,0-1,0 0,1-1,0 1,1-1,0 0,0 0,1-1,-1 0,2-1,-1 0,1 0,0 0,0-1,0-1,1 1,0-2,0 1,0-1,0-1,0 0,5 0,-1-3,-1 0,1-1,-1-1,1-1,-1 0,0 0,-1-1,1-1,-1 0,0-1,0 0,-1-1,0 0,0 0,-1-1,0-1,-1 0,0 0,-1-1,0 0,0-1,-1 1,-1-2,0 1,0 0,-1-1,-1 0,0 0,-1-1,-1 1,0-1,0-1,-12-50,9 63,1 1,-1 0,1-1,-1 1,0-1,0 1,0 0,0-1,0 1,0 0,0 0,0 0,0 0,0 0,-1 0,1 0,0 0,-1 0,1 1,-1-1,1 1,-1-1,1 1,-1-1,1 1,-1 0,0 0,1 0,-1 0,1 0,-1 0,0 0,1 0,-1 1,1-1,-1 0,1 1,-1 0,-5 4,0 0,0 1,1 0,0 0,0 0,0 1,1 0,0 0,0 1,1-1,0 1,0 0,1 0,0 0,0 1,1-1,0 1,1-1,-1 9,1-10,-1 0,1 0,1 0,-1 1,1-1,1 0,-1 0,1 0,0 1,1-1,0 0,0 0,0-1,1 1,0 0,0-1,1 0,0 1,0-1,0-1,1 1,0-1,0 0,0 0,1 0,-1-1,1 1,0-1,1-1,2 2,12 3,-1-1,1 0,0-2,0-1,1 0,17 0,50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29.1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367 865,'-34'-6,"22"2,1 1,-1 0,0 1,1 0,-1 1,0 0,0 1,0 0,0 1,0 0,0 1,0 0,1 1,-1 0,1 1,0 1,0-1,0 2,1-1,0 2,-5 3,7-2,0 1,1 0,1 0,-1 0,1 1,1 0,0 0,0 1,1-1,0 1,1 0,1 0,-1 0,2 1,-1-1,2 10,-1-18,1-1,0 1,0-1,0 1,1-1,-1 1,1 0,-1-1,1 1,0-1,0 0,0 1,0-1,0 0,1 1,-1-1,1 0,-1 0,1 0,0 0,0-1,0 1,0 0,0-1,0 1,0-1,1 0,-1 0,0 0,1 0,-1 0,1 0,-1-1,1 1,-1-1,1 0,-1 1,1-1,0-1,8-1,1-1,-1-1,-1 0,1 0,0-1,-1-1,0 0,0 0,-1-1,0 0,0 0,0-1,-1-1,0 1,-1-1,0 0,0-1,-1-1,2 1,0-2,-1 1,-1-1,0 0,-1 0,0 0,-1-1,0 0,-1 0,0 0,-1 0,0-1,-2 1,1 0,-2 13,1 0,0 1,0-1,-1 0,1 1,0-1,-1 0,1 0,-1 1,1-1,0 0,-1 0,1 0,-1 0,1 1,0-1,-1 0,1 0,-1 0,1 0,-1 0,1 0,-1 0,1 0,0 0,-1 0,1 0,-1 0,1-1,-1 1,1 0,0 0,-1 0,1-1,-1 1,1 0,0 0,-1-1,1 1,0 0,-1-1,1 1,0 0,0-1,-1 1,1 0,0-1,0 1,0-1,0 1,-1-1,1 1,0 0,0-1,0 1,0-1,0 1,0-1,0 1,0-1,0 1,-19 34,13-21,1 1,1 0,0 0,1 0,0 0,1 0,1 0,0 2,1-12,0 0,0 1,0-1,1 0,-1 0,1 0,0 0,0 0,1 0,-1 0,1 0,0 0,0-1,0 1,0 0,1-1,-1 0,1 0,0 0,0 0,0 0,1 0,-1-1,1 0,-1 0,1 0,0 0,-1 0,4 0,1 1,-1-1,1 0,0 0,0-1,0 0,0-1,0 0,0 0,0-1,0 0,7-1,-12 0,-1 0,0 0,0-1,0 1,-1 0,1-1,0 1,-1-1,0 0,1 1,-1-1,0 0,-1 0,1 0,0 0,-1 0,0 1,1-1,-1 0,0 0,-1 0,1 0,0 0,-1 0,0 0,0-2,0-5,-17-152,-8 0,-6 2,-11-11,10 58,94 332,-38-88,-6 0,-1 78,-16-202,1-3,-1 18,0 1,2 0,1-1,1 1,1-1,1 0,1-1,1 1,0-1,11 17,-16-34,1 0,-1 1,1-2,0 1,0 0,1-1,-1 0,1 0,-1 0,1-1,0 1,0-1,0 0,1-1,-1 1,0-1,0 0,1 0,-1-1,1 0,-1 0,1 0,-1 0,0-1,1 0,-1 0,0 0,1-1,-1 0,0 0,4-2,280-128,-163 88,-124 43,-1-1,1 1,0-1,-1 0,1 0,-1 0,1 0,-1 0,0 0,0 0,0 0,0-1,0 1,-1 0,1 0,-1-1,1 1,-1-1,0 1,0 0,0-1,0 1,0-1,-1 1,1 0,-1-1,1 1,-1 0,0 0,0-1,0 1,0 0,0 0,-1 0,1 0,-1 0,1 0,-1 1,0-1,0 1,1-1,-1 1,0-1,0 1,-1 0,1 0,0 0,0 0,0 0,-1 1,1-1,0 1,-3-1,-2-2,0-1,-1 2,0-1,1 1,-1 0,0 1,0 0,0 0,-1 1,1 0,0 0,0 1,0 0,0 0,0 1,1 0,-1 0,0 1,1 0,-1 1,1-1,0 1,0 1,1-1,-1 1,1 0,0 1,0 0,0 1,1-1,0 1,0 0,1 0,0 0,0 1,0 0,1-1,1 1,-1 0,1 0,1 1,-1-1,1 0,1 1,-1-1,2 0,-1 1,1-1,1 7,0-13,-1 1,0 0,0-1,1 0,-1 1,1-1,0 0,0 0,0 0,0 0,0 0,0 0,0-1,1 1,-1-1,0 1,1-1,0 0,-1 0,1 0,0 0,-1-1,1 1,0-1,0 1,-1-1,1 0,0 0,0-1,0 1,-1 0,3-1,4-1,0 0,0-1,0 0,-1 0,0 0,1-1,-1-1,0 1,4-5,4-4,-1 0,-1-2,0 0,-1 0,0-1,-1-1,-1 0,-1-1,8-18,-13 64,-6-20,0 0,0 0,0 0,1 0,1 0,-1 0,1 0,1 0,-1 0,1 0,1 0,-1-1,1 1,1-1,-1 0,1 0,1 0,-1 0,1-1,0 0,1 0,-1 0,1 0,0-1,1 0,-1 0,1-1,0 0,5 2,-4-4,0 0,0-1,0 0,1 0,-1-1,0 0,0-1,0 0,0 0,1 0,-1-1,-1 0,1-1,0 0,-1 0,1-1,-1 0,0 0,0 0,0-1,-1 0,0-1,0 1,0-1,-1 0,1-1,-1 1,-1-1,0 0,0 0,0-1,-1 1,0-1,1-1,9-32,-1 0,-3-1,-1 0,-2-1,-2 1,-1-25,-1 31,46-575,-39 482,-10 130,1 0,-1 0,1-1,-1 1,1 0,-1 0,0-1,1 1,-1 0,0-1,1 1,-1-1,0 1,0-1,0 1,1-1,-1 0,0 1,0-1,0 0,0 0,0 0,0 0,0 1,1-1,-1 0,0-1,0 1,0 0,0 0,0 0,0 0,0-1,0 1,1 0,-1-1,0 1,0-1,0 1,1-1,-1 1,0-1,1 0,-1 1,0-1,1 0,-1 1,1-1,-1 0,1 0,-1 0,1 1,0-1,-1 0,1 0,0 0,0 0,-1 0,1 0,0 0,0 1,0-1,0 0,0 0,-9 21,0 1,2 0,0 1,1 0,1 0,2 0,0 1,0 16,3-35,-9 92,5-1,4 1,4 0,5 0,19 87,-23-157,1 0,2-1,0 1,2-2,1 1,7 11,-14-29,0 0,0-1,1 1,0-1,0 0,0-1,1 1,0-1,0 0,0 0,1-1,0 0,-1 0,1 0,1-1,-1 0,1 0,-1-1,1 0,-1-1,1 1,0-2,7 1,-4-2,1-1,0-1,-1 0,1 0,-1-1,0-1,0 0,0 0,-1-1,0 0,0-1,0 0,-1-1,0 0,-1 0,0-1,0 0,-1-1,0 1,0-1,-1-1,0 1,-1-1,-1 0,0 0,0-1,-1 1,0-1,-1 0,0 1,-1-1,0 0,-1-1,-15-45,15 57,0 0,-1 0,1-1,0 1,-1 0,0 0,1 0,-1 0,0-1,1 1,-1 0,0 0,0 1,0-1,0 0,0 0,0 0,0 1,0-1,0 0,0 1,-1-1,1 1,0-1,0 1,-1 0,1-1,0 1,0 0,-1 0,1 0,0 0,-1 0,1 0,0 1,0-1,-1 0,1 0,0 1,0-1,-1 1,0 0,-3 4,-1 0,1 1,0-1,0 1,1 0,0 0,0 1,0-1,1 1,0 0,0 0,1 0,-2 7,-2 3,1 1,0 0,1 0,1 0,1 1,1-1,0 1,3 17,-2-29,1 0,0-1,1 1,-1 0,1 0,1-1,-1 1,1-1,0 1,1-1,-1 0,1-1,0 1,1-1,0 1,-1-1,2-1,-1 1,0-1,1 0,0 0,0 0,0-1,0 0,1 0,7 2,0-2,0 1,0-2,0 0,1 0,-1-1,0-1,1-1,-1 0,1-1,-1 0,0-1,0 0,0-2,-1 1,1-2,-1 0,0 0,4-4,20-16</inkml:trace>
  <inkml:trace contextRef="#ctx0" brushRef="#br0" timeOffset="1222.714">380 919,'-11'-6,"0"2,0 0,0 0,0 0,-1 2,1-1,-1 2,0-1,0 2,0-1,1 2,-1 0,0 0,0 1,1 0,-1 1,-7 3,6-1,-1 1,1 0,0 1,1 1,-1 0,2 0,-1 1,-10 11,18-16,0 1,0-1,1 1,0 0,-1 0,1 0,1 1,-1-1,1 1,0 0,0-1,1 1,0 0,0 0,0 0,1 0,-1 0,1 0,1 0,-1 0,1 0,0 0,1 0,1 2,0 0,0 0,1 0,0-1,1 1,0-1,0 0,0-1,1 1,0-1,0 0,1 0,0-1,-1 0,2 0,-1-1,1 0,-1 0,1-1,0 1,0-2,1 1,-1-1,1-1,-1 0,1 0,-1 0,1-1,0 0,-1-1,1 0,-1 0,1-1,-1 0,0 0,0-1,0 0,1-1,5-3,-1 1,0-2,-1 0,1 0,-2-1,1-1,-1 0,-1 0,1-1,-2 0,0-1,0 0,-1-1,-1 0,0 0,0 0,-2-1,0 0,0 0,-1 0,-1-1,1-6,0-42,-2-1,-4 0,-2 1,-3 0,-2 0,-3 0,-3 1,-13-30,27 90,-3-14,-6-28,-3 1,-1 0,-2 1,-8-12,23 54,1 0,0 1,0-1,0 0,0 0,-1 1,1-1,0 0,0 0,-1 0,1 0,0 1,0-1,-1 0,1 0,0 0,0 0,-1 0,1 0,0 0,-1 0,1 0,0 0,-1 0,1 0,0 0,0 0,-1 0,1 0,0 0,-1 0,1 0,0 0,0 0,-1 0,1 0,0-1,0 1,-1 0,1 0,0 0,0-1,-1 1,1 0,0 0,0-1,0 1,0 0,-1 0,1-1,0 1,0 0,0 0,0-1,0 1,0 0,0-1,0 1,0 0,0 0,0-1,0 1,0 0,0-1,-3 28,3-23,-5 474,1-381,-1 43,8 76,-2-206,-1 3,1 0,0 0,1 0,0 0,1 0,1-1,0 1,4 6,-8-19,0 0,0 0,0 0,0 0,0-1,0 1,1 0,-1 0,0 0,0 0,0 0,0-1,1 1,-1 0,0 0,0 0,0 0,0 0,1 0,-1 0,0 0,0 0,0 0,1 0,-1 0,0-1,0 1,0 1,1-1,-1 0,0 0,0 0,0 0,1 0,-1 0,0 0,0 0,0 0,1 0,-1 0,0 0,0 1,0-1,0 0,0 0,1 0,-1 0,0 0,0 1,0-1,0 0,0 0,0 0,0-18,-23-38,17 46</inkml:trace>
  <inkml:trace contextRef="#ctx0" brushRef="#br0" timeOffset="1899.977">1249 438,'20'-3,"23"0,22 1,26-3,23-4,23-6,20-6,8-10,-11-5,-30 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25.0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1 898,'0'-29,"2"0,0 0,2 0,1 0,2 1,1-1,1 2,1-1,1 2,2-1,-12 22,1 1,0-1,1 1,-1 0,1-1,0 1,0 1,0-1,1 0,-1 1,1-1,0 1,0 0,0 1,0-1,0 1,1-1,-1 1,1 1,-1-1,1 0,0 1,0 0,0 0,-1 1,1-1,0 1,0 0,0 1,0-1,0 1,0 0,0 0,-1 0,3 2,3 5,0 0,-1 1,-1 0,1 0,-2 1,1 0,-1 1,-1-1,0 1,0 1,-1-1,-1 1,0 0,0 0,-1 0,-1 1,0-1,0 1,0-5,0 0,-1 0,0 0,0 0,-1 1,0-1,0 0,-1 0,0 1,-1-1,1 0,-2 0,1 0,-1-1,0 1,-1 0,1-1,-2 0,1 0,-1 0,-5 5,9-11,0 0,-1-1,1 1,0 0,-1-1,1 1,-1-1,1 0,-1 1,1-1,-1 0,1 0,-1 0,1 0,-1 0,1 0,-1-1,1 1,-1 0,1-1,-1 1,1-1,0 1,-1-1,1 0,0 0,-1 1,1-1,0 0,0 0,0 0,0-1,0 1,0 0,0 0,0 0,0-1,0 1,1-1,-1 1,1 0,-1-1,1 1,-1-1,1 1,0-1,0 1,0-1,0 1,0-1,0 1,0-1,0 1,1-1,-1 1,0-1,1 1,0-1,-1 1,2-2,0-2,0 0,1 1,0-1,0 0,0 1,1 0,0 0,-1 0,2 0,-1 0,0 1,1 0,-1 0,1 0,0 0,0 1,3-2,93-28,42 8,-104 20,-1-2,0-2,-1-1,25-10,-60 19,0 0,0-1,0 1,0-1,0 1,0-1,0 0,0 0,0 0,-1 0,1 0,0 0,-1 0,1-1,-1 1,1 0,-1-1,1 1,-1-1,0 0,0 1,0-1,0 0,0 0,0 0,-1 0,1 0,-1 0,1 0,-1 0,0 0,1 0,-1 0,0 0,0 0,-1 0,1 0,0 0,-1 0,1 0,-1-1,-3-2,0 1,-1 0,1-1,-1 1,0 1,0-1,0 1,0 0,-1 0,1 0,-1 1,0 0,1 0,-1 0,0 1,0 0,0 0,0 1,-1-1,1 1,0 1,0-1,0 1,0 0,0 0,0 1,0 0,0 0,0 0,2 3,-1 1,1-1,0 1,1 0,-1-1,1 2,0-1,1 0,0 0,0 1,0 0,1-1,-1 1,2 0,-1 0,1-1,0 1,0 0,1 0,0-1,0 1,1 0,0-1,0 1,0-1,1 0,0 1,0 0,2 4,0 0,1-1,0 1,1-1,0 0,0-1,1 1,0-2,1 1,0-1,0 0,1-1,-1 0,2-1,-1 0,1 0,0-1,0-1,0 0,1 0,0-1,0 0,-1-1,1-1,0 0,1 0,-1-2,0 1,0-1,0-1,-5-1,0 1,0-2,0 1,-1-1,1 0,-1-1,0 1,0-1,-1 0,1-1,-1 1,0-1,-1 0,1 0,-1-1,0 1,-1-1,0 0,0 0,0 0,-1-1,7-21,-1-1,-2 0,-1 0,0-17,-2 20,-3 16,1 1,0 0,0 0,1 0,1 0,0 0,0 1,2-4,-4 12,1 0,-1 1,1-1,-1 1,1 0,-1 0,1-1,-1 1,1 0,-1 0,1 0,-1 1,1-1,-1 0,1 0,-1 1,1-1,-1 1,0-1,1 1,-1 0,0 0,1-1,-1 1,0 0,0 0,0 0,0 0,0 0,0 1,0-1,0 0,0 0,-1 1,2 0,2 3,154 138,-147-130,-1 0,-1 0,0 0,-1 1,0 1,-1 0,3 10,20 37,-29-58,1 1,0 0,1 0,-1-1,1 1,0-1,0 0,0 0,1 0,-1 0,1-1,0 1,0-1,0 0,0 0,1 0,0-1,-1 0,1 1,0-2,0 1,0-1,0 1,0-1,0-1,0 1,0-1,2 0,4-4,0-2,-1 1,0-1,0-1,0 0,-1 0,0-1,-1 0,0 0,0-1,0 0,-1-1,-1 0,0 0,0 0,-1-1,0 1,-1-1,0 0,2-11,-6 22,0-1,0 0,-1 1,1-1,0 0,0 1,0-1,0 0,0 1,0-1,0 0,0 1,0-1,0 0,0 1,1-1,-1 0,0 1,0-1,1 0,-1 1,0-1,1 1,-1-1,0 0,1 1,-1-1,1 1,-1-1,1 1,-1 0,1-1,0 1,-1 0,1-1,-1 1,1 0,0-1,-1 1,1 0,0 0,-1 0,1 0,0 0,-1 0,1 0,0 0,0 0,-1 0,1 0,0 0,-1 0,1 0,0 1,-1-1,1 0,-1 1,1-1,0 0,-1 1,1-1,-1 1,1-1,-1 1,1-1,-1 1,1-1,-1 1,40 96,-34-79,0-1,1 1,1-1,1 0,10 14,11-3,-17-24</inkml:trace>
  <inkml:trace contextRef="#ctx0" brushRef="#br0" timeOffset="249.4">1739 350,'-16'-2,"-7"1,-3 6,4 6,10 8,16 6,16 2,5-2</inkml:trace>
  <inkml:trace contextRef="#ctx0" brushRef="#br0" timeOffset="1151.062">2514 724,'-22'-13,"0"1,-1 1,0 1,-1 2,0 0,0 1,-1 1,0 2,0 0,-14 1,31 4,0 0,1 1,-1 0,0 0,1 1,0 0,-1 0,1 0,1 1,-1 1,0-1,1 1,0 0,0 0,0 1,1-1,0 1,0 1,0-1,1 1,0 0,0 0,1 0,0 0,0 0,0 1,1 0,1-1,-1 1,1 0,0 0,1 0,0 0,0-1,1 1,0 0,0 0,0 0,1-1,1 1,-1-1,1 1,1-1,-1 0,2 1,-2-3,1 0,0 0,0 0,1-1,0 1,-1-1,1 0,1-1,-1 1,1-1,-1 0,1 0,0-1,0 0,0 0,0 0,0-1,0 1,1-2,-1 1,1-1,-1 0,0 0,1 0,-1-1,0 0,0-1,1 1,-1-1,3-2,2 1,0-1,0-1,0 0,-1-1,0 0,0 0,-1-1,1 0,-2-1,1 0,-1 0,0-1,-1 0,0 0,0-1,2-4,13-60,-16 91,-1 1,1-1,0-1,1 1,0-1,2 0,0-1,0 0,2 0,6 7,-12-16,0-1,0 0,0 0,1-1,0 1,0-1,0 0,0-1,1 1,-1-1,1-1,0 1,0-1,0 0,0-1,0 0,0 0,0 0,0-1,1 0,-1 0,0-1,0 0,0 0,2-1,7-5,1 0,-1-1,0-1,-1 0,0-1,-1-1,0 0,0-1,-1-1,-1 0,0 0,-1-1,0-1,-1 0,-1 0,-1-1,0 0,0 0,3-16,4-17,-2-1,-3-1,-2 0,-2-1,-2 1,-2-1,-3 0,-2 0,-8-42,-19-54,3 106,26 42,-1-1,1 1,0 0,0-1,-1 1,1 0,0 0,0 0,-1 0,1 0,0 0,-1 1,1-1,0 0,0 0,0 1,-1-1,1 1,0-1,0 1,0 0,0 0,0-1,0 1,0 0,0 0,0 0,0 0,0 0,1 0,-1 0,0 0,1 0,-1 0,1 0,-1 1,1-1,-10 17,1 0,2 1,0-1,0 2,2-1,0 3,-14 66,4 0,3 0,5 2,3 7,3-53,2 1,2-1,7 38,-7-68,0 0,0 0,1 0,1-1,0 0,1 0,0 0,1-1,1 0,0 0,0 0,1-1,1-1,0 1,-3-6,0 0,0 0,1 0,-1-1,1 0,0-1,0 0,1 0,-1-1,0 0,1 0,0-1,-1 0,1 0,0-1,-1-1,1 1,0-1,-1-1,1 1,-1-1,1-1,-1 0,0 0,0 0,0-1,-1-1,1 1,-1-1,0 0,-1-1,1 0,-1 0,0 0,0 0,-1-1,0 0,2-3,35-81,-43 91,1 0,0 1,0-1,-1 1,1-1,0 0,0 1,0-1,-1 1,1-1,0 1,0-1,0 0,0 1,0-1,0 1,0-1,0 1,0-1,0 1,0-1,1 1,-1-1,0 0,0 1,0-1,0 1,1-1,-1 1,0-1,0 0,1 1,-1-1,0 0,1 1,-1-1,0 0,1 0,-1 1,1-1,-1 0,1 0,-1 0,0 1,1-1,-1 0,1 0,-1 0,1 0,-1 0,1 0,-1 0,0 0,1 0,-1 0,1 0,-1 0,1 0,-1 0,1-1,-1 1,0 0,1 0,-1 0,1-1,-1 1,0 0,1-1,-1 1,1 0,0 5,4 8,0-1,0 0,1 0,1 0,0-1,0 0,1 0,8 8,-12-15,0 0,0-1,0 1,0-1,1 0,-1 0,1 0,0 0,0-1,0 0,0 0,0 0,0-1,0 0,1 0,-1 0,1 0,-1-1,1 0,-1 0,0-1,1 1,0-1,-1-1,0 1,0-1,0 0,0 0,-1-1,1 1,-1-1,0 0,1 0,-1 0,-1-1,1 0,0 1,-1-1,0 0,0-1,0 1,-1-1,1 1,-1-1,0 0,0 1,-1-1,1 0,-1 0,0-1,-1 1,1 0,0-4,0 0,-1 0,0 0,-1 0,1 0,-2 0,1 0,-1 0,-1 0,0 1,0-1,0 1,-1 0,-1 0,-3-6,6 11,0-1,0 1,0-1,-1 1,0 0,1 0,-1 0,0 1,-1-1,1 1,0-1,-1 1,1 0,-1 0,0 1,0-1,1 1,-1 0,0 0,0 0,0 0,0 1,0-1,-1 1,1 0,0 1,0-1,0 1,0-1,0 1,0 0,-3 2,0 3,0 0,1 1,0 0,0 0,0 1,1-1,0 1,1 1,0-1,0 0,0 1,1 0,1 0,-1 0,2 0,-1 0,0 7,1-10,0-1,0 1,0-1,1 1,0 0,0-1,0 1,1-1,0 1,0 0,0-1,0 1,1-1,0 0,0 0,1 1,0-1,-1-1,1 1,1 0,-1-1,1 0,0 1,0-2,0 1,0 0,1-1,0 0,-1 0,1 0,0 0,1-1,-1 0,1 0,30-3,-2-7</inkml:trace>
  <inkml:trace contextRef="#ctx0" brushRef="#br0" timeOffset="1344.75">3477 216,'-16'0,"-12"4,-8 9,-3 9,2 10,6 6,8 3,14 2,14 0,14-2,9-2,1-7</inkml:trace>
  <inkml:trace contextRef="#ctx0" brushRef="#br0" timeOffset="1621.062">3544 751,'7'16,"6"14,7 12,3 4,7 2,11-2,8-8,11-9,12-11,13-14,-8-8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21.0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535 0</inkml:trace>
  <inkml:trace contextRef="#ctx0" brushRef="#br0" timeOffset="603.076">134 642,'2'18,"3"13,3 8,0 4,2 2,0-3,1-3,-1-7,0-8,-2-9</inkml:trace>
  <inkml:trace contextRef="#ctx0" brushRef="#br0" timeOffset="1318.765">0 468,'43'-6,"1"2,0 2,0 2,-1 2,41 6,-73-6,0 1,-1 0,1 1,-1 0,1 1,-1 0,0 0,-1 1,0 0,0 1,0 0,0 1,-1 0,-1 0,1 0,-1 1,-1 0,0 1,0-1,0 1,-2 0,1 1,-1-1,0 3,34 190,-19-140,-18-62,-1 1,1 0,0-1,0 1,0 0,0-1,1 1,-1-1,0 0,1 1,-1-1,1 0,-1 0,1 0,-1 0,1 0,0 0,-1 0,1-1,0 1,0-1,0 1,0-1,-1 1,1-1,0 0,0 0,0 0,0 0,0-1,0 1,0 0,6-5,-1 1,0-1,-1 0,1-1,-1 0,0 0,0 0,-1 0,0-1,0 0,-1 0,1-1,-2 1,1-1,-1 0,0 0,-1 0,1 0,-2 0,1-1,-1 1,0-4,-1 10,0 1,-1 0,1 0,0 0,0 0,-1 0,1 1,0-1,0 0,0 0,0 0,0 0,0 0,1 0,-1 0,0 0,0 0,1 1,-1-1,0 0,1 0,-1 0,1 0,-1 1,1-1,-1 0,1 0,0 1,-1-1,1 1,0-1,0 0,-1 1,1 0,0-1,0 1,0-1,0 1,-1 0,1-1,0 1,0 0,0 0,0 0,0 0,0 0,0 0,0 0,0 0,0 0,-1 0,1 1,0-1,0 0,0 1,0-1,0 1,123 131,-116-123,0 1,1-1,0 0,1-1,0 0,0-1,0 0,1 0,0-1,0 0,1-1,0-1,0 0,0 0,0-1,0-1,9 1,-17-4,0 0,0 1,0-2,0 1,0 0,0-1,-1 0,1 0,-1 0,1 0,-1-1,1 1,-1-1,0 0,0 0,-1 0,1 0,-1-1,1 1,-1-1,0 1,0-1,0 0,-1 0,0 0,1 0,-1-1,18-114,-18 15,-4 0,-5 1,-20-94,-12-1,31 173,4 26,0 83,5 0,3 0,4 0,4 0,3-1,25 79,-29-131,1 1,1-2,2 0,7 11,-17-33,0-1,1 1,0-1,0-1,1 1,0-1,0 0,0 0,1 0,0-1,0 0,0-1,1 1,-1-1,1-1,0 0,0 0,1 0,1 0,19-2,-5-5</inkml:trace>
  <inkml:trace contextRef="#ctx0" brushRef="#br0" timeOffset="1597.101">775 522,'-16'4,"-7"2,2 2,11 0,20-2,23-7,27-6,23-8,19-3,-9 1</inkml:trace>
  <inkml:trace contextRef="#ctx0" brushRef="#br0" timeOffset="2871.428">1578 1043,'-14'-244,"12"148,2 93,1-2,-1 0,0 0,0 1,0-1,-1 0,1 0,-1 1,-1-1,1 1,0-1,-1 1,0-1,0 1,-1 0,1 0,-1 0,-2-4,4 8,0 0,0 0,0 0,0 0,0 1,0-1,0 0,0 0,0 1,0-1,0 0,0 1,0-1,0 1,0-1,0 1,1 0,-1-1,0 1,0 0,1-1,-1 1,0 0,1 0,-1 0,1 0,-1-1,1 1,0 0,-1 0,1 0,0 0,-1 0,1 0,0 0,0 0,0 0,0 0,0 0,0 0,0 0,1 0,-1 0,0 0,0 0,1 0,-1 0,1 0,-1 2,1 0,0 0,0 0,0-1,0 1,0 0,1-1,0 1,-1-1,1 1,0-1,0 0,0 1,0-1,0 0,1-1,-1 1,1 0,-1-1,1 1,-1-1,1 0,0 0,0 0,0 0,77 13,136-23,-212 9,0 0,0-1,0 1,0 1,0-1,0 1,0-1,0 1,0 1,0-1,0 0,-1 1,1 0,-1-1,1 2,-1-1,1 0,-1 1,0-1,0 1,-1 0,1 0,0 0,-1 0,0 1,0-1,0 0,0 1,0 0,-1-1,1 1,-1 0,0 0,0 1,1 12,-1 1,-1-1,0 1,-1-1,-1 1,0-1,-4 9,-5 92,11-115,1 1,-1-1,1 0,0 0,0 1,0-1,0 0,1 0,-1 0,1 0,0 0,-1 0,1-1,1 1,-1 0,0-1,1 0,-1 0,1 1,0-1,-1-1,1 1,0 0,0-1,0 0,1 1,-1-1,0 0,0-1,1 1,-1 0,0-1,1 0,-1 0,0 0,1 0,-1-1,2 0,30-4,-1-1,0-2,0-2,-1-1,-1-1,23-13,-19 9,152-61,-146 51,-41 25,0 0,0 0,0 0,-1 0,1 0,-1 0,1 0,-1-1,1 1,-1 0,0 0,1-1,-1 1,0 0,0 0,0-1,0 1,0 0,0-1,-1 1,1 0,0 0,0-1,-1 1,1 0,-1 0,1 0,-1 0,0 0,0-1,1 1,-1 0,0 1,0-1,-1-1,-5-7,-1 1,0 0,-1 0,0 0,0 2,-1-1,0 1,0 0,0 1,-1 0,0 1,0 0,0 1,-3-1,11 4,1 0,-1-1,1 1,-1 1,0-1,1 0,-1 1,1-1,-1 1,1 0,0 0,-1 0,1 0,0 0,-1 0,1 1,0-1,0 1,0 0,0-1,0 1,1 0,-1 0,1 0,-1 0,1 0,-1 1,1-1,0 0,0 1,0-1,1 1,-1-1,1 1,-1 1,-1 5,0 0,1 0,0 0,1 0,0 0,0 0,1 0,0 0,2 6,-1-10,-1 0,1 0,0 0,0-1,0 1,1-1,-1 0,1 1,0-1,0-1,1 1,-1 0,1-1,0 1,0-1,0 0,0-1,1 1,-1-1,1 0,-1 0,1 0,0 0,0-1,0 0,0 0,0 0,0-1,0 1,0-1,0-1,0 1,0-1,0 1,0-1,0-1,0 1,-1-1,1 0,0 0,-1 0,1-1,-1 1,0-1,0 0,0 0,0-1,1-1,37-75,-41 80,-1 0,1 0,-1-1,1 1,-1 0,1 0,0 0,-1 0,1 0,-1 0,1 0,-1 0,1 0,0 0,-1 0,1 0,-1 0,1 0,-1 0,1 1,0-1,-1 0,1 0,-1 1,1-1,-1 0,1 1,-1-1,0 1,1-1,-1 0,1 1,-1-1,0 1,1-1,-1 1,0-1,0 1,1-1,-1 1,0 0,0-1,0 1,0-1,0 1,0-1,0 1,0 0,0-1,0 1,0-1,0 1,0 0,22 66,-17-48,1-1,1 1,0-1,1-1,10 16,-16-30,0 0,0 0,0 0,1 0,0 0,-1 0,1-1,0 1,0-1,1 0,-1 0,0 0,1 0,-1 0,1-1,0 0,-1 0,1 0,0 0,0 0,-1-1,1 1,0-1,0 0,0-1,0 1,0 0,-1-1,1 0,0 0,0 0,-1-1,1 1,-1-1,1 0,-1 0,0 0,0 0,1-1,-2 1,1-1,0 0,0 1,-1-2,8-12,-1 0,-1-1,0 0,-1 0,-1-1,-1 0,0 0,-1 0,-1-1,-1 0,-1 1,-1-1,0 0,-1-4,1-1,0 22,0 0,0 0,0 0,0 0,0 0,0 1,1-1,-1 0,1 0,-1 0,1 0,-1 1,1-1,0 0,0 1,0-1,0 1,0-1,1 1,-1-1,0 1,1 0,-1-1,1 1,-1 0,1 0,-1 0,1 0,0 1,0-1,-1 0,1 1,0-1,0 1,0 0,0-1,0 1,-1 0,1 0,1 0,9 0,0-1,0 2,0 0,0 0,0 1,0 0,-1 1,1 1,-1 0,1 0,-2 1,1 0,0 1,-1 0,0 1,0 0,-1 1,0 0,-1 0,1 1,-1 0,5 9,28 57,23 32,-60-102,1 0,-1 0,1-1,0 0,1 0,-1 0,1-1,0 0,0 0,0 0,0 0,0-1,1 0,-1-1,0 1,1-1,5 0,4-3,0 0,1 0,-1-2,-1 0,1 0,-1-2,0 0,0-1,0 0,-1-1,0-1,-1 0,0-1,0 0,-1-1,1-2,-5 7,1-1,-1 0,-1 0,0-1,0 0,0 0,-1-1,0 0,-1 0,1 0,-2-1,0 0,0 0,-1 0,0 0,1-3,-5 10,0 1,1 0,-1-1,0 1,0 0,0 0,-1 0,1 0,0 0,-1 0,0 0,1 0,-1 1,0-1,0 1,0-1,0 1,0-1,0 1,0 0,0 0,0 0,-1 1,1-1,0 0,-1 1,1-1,0 1,-1 0,1 0,-1 0,1 0,0 0,-1 1,1-1,-1 1,1-1,0 1,0 0,-1 0,1 0,0 0,0 0,0 1,0-1,0 1,0-1,1 1,-1 0,0-1,1 1,-1 0,1 0,-1 2,-1 0,0 0,0 1,0 0,1-1,-1 1,1 0,0 0,1 0,-1 1,1-1,0 0,1 0,-1 1,1-1,0 1,0-1,1 0,-1 1,1-1,1 0,-1 0,1 0,-1 1,1-2,1 1,-1 0,1 0,0-1,0 1,0-1,1 0,-1 0,1 0,0-1,0 1,0-1,1 0,-1 0,1 0,0-1,0 1,1-1,16 5,-1-1,2-1,-1 0,1-2,-1-1,1-1,0-1,0 0,4-3,58-3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38.6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2 348,'0'-1,"0"1,-1-1,1 1,0 0,0-1,0 1,0-1,0 1,0-1,0 1,0-1,0 1,0 0,0-1,0 1,0-1,0 1,0-1,0 1,0 0,1-1,-1 1,0-1,0 1,1 0,-1-1,0 1,0-1,1 1,-1 0,0 0,1-1,-1 1,0 0,1 0,-1-1,1 1,-1 0,0 0,1 0,-1-1,1 1,-1 0,1 0,-1 0,1 0,-1 0,0 0,1 0,-1 0,1 0,-1 0,1 1,-1-1,1 0,-1 0,0 0,1 0,-1 1,1-1,-1 0,0 0,1 1,2-2,178-35,111-5,-274 39,26-4,0 2,1 1,0 3,36 5,-71-4,0 1,0 0,0 1,-1 0,1 1,-1 0,0 0,0 1,0 0,-1 1,5 3,-6 0,-12-9,-14-9,-9-19,22 18</inkml:trace>
  <inkml:trace contextRef="#ctx0" brushRef="#br0" timeOffset="405.384">523 0,'23'19,"1"-2,1 0,0-2,1-1,0-1,1-1,1-1,0-1,3-1,-10-2,292 91,-307-95,-4-3,0 0,0 0,0 0,0 0,0 0,0 1,0-1,0 1,0 0,0-1,0 1,0 0,-1 0,1 0,0 0,-1 1,1-1,0 0,-1 1,1-1,-1 1,0-1,0 1,1 0,-1-1,0 1,-1 0,1 0,0 0,0 0,-1 0,1 0,-1 0,0 0,1 0,-1 0,0 0,0 0,0 0,-1 0,1 0,0 0,-1 2,-13 14,-1-1,0 0,-2-1,0 0,0-1,-8 3,-3 5,-137 116,152-131,10-8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42.9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101 546,'-9'8,"1"0,-1 0,1 1,1 0,-1 1,2 0,-1 0,1 0,1 1,0 0,0 0,1 0,1 0,0 1,0 0,1-1,1 1,0 0,1 0,0 0,0 0,1 0,1 0,1 1,-3-9,0 0,1 0,0 0,0 0,0-1,0 1,1 0,0 0,-1-1,1 1,1-1,-1 1,0-1,1 0,0 0,-1 0,1 0,0-1,1 1,-1-1,0 1,1-1,-1-1,1 1,0 0,0-1,-1 1,1-1,0 0,0-1,0 1,0-1,0 0,0 1,1-2,-1 1,0 0,0-1,0 0,0 0,0 0,8-7,0 0,-1-1,0 0,-1-1,0 0,0 0,-1-1,0-1,-1 1,0-1,-1-1,-1 1,0-1,3-10,5-20,-1 0,-3-1,-1 0,-2-1,-2 0,-3 0,-1 0,-2 0,-2-1,-2 2,-2-1,-2 1,-8-20,-9-17,26 80,-1 1,0 0,1-1,-1 1,0 0,1-1,-1 1,0 0,1 0,-1 0,0 0,0 0,1 0,-1 0,0 0,0 0,1 0,-1 0,0 0,0 0,1 0,-1 1,0-1,1 0,-1 1,0-1,1 0,-1 1,1-1,-1 1,0-1,1 1,-1-1,1 1,0 0,-1-1,1 1,-1-1,1 1,0 0,-1-1,1 1,0 0,0 0,0-1,-1 1,1 0,0 0,0-1,0 1,0 0,0-1,1 1,-1 0,0 0,0 0,-8 29,1 1,1 0,2 0,1 1,1 11,1-18,0-17,-5 60,3 1,3 0,4-1,2 1,3 0,-7-57,0 0,1 1,0-1,1 0,0-1,1 1,1-1,0 0,0 0,1-1,0 0,1 0,0 0,1-1,0 0,0-1,0 0,1-1,1 0,-1 0,1-1,0 0,1-1,-1 0,1-1,0-1,0 0,0-1,-1 0,1-1,-1-1,1 0,-1-1,1 0,-1 0,1-1,-1-1,0 0,0 0,0-1,-1-1,1 0,-1 0,0-1,0 0,-1-1,0 0,0-1,-1 0,1 0,-2 0,1-1,-1 0,-1-1,0 0,0 0,-1 0,0 0,-1-1,0 0,0 0,-1 0,-1 0,0-1,0-7,-2 9,0 0,0 0,-1 0,0 1,-1-1,0 0,-1 1,0-1,0 1,-1 0,0 0,-1 0,0 1,0 0,-1 0,-3-4,9 11,0 1,-1-1,0 0,1 0,-1 1,1-1,-1 0,0 1,0-1,1 0,-1 1,0-1,0 1,0-1,1 1,-1 0,0-1,0 1,0 0,0 0,0 0,0-1,0 1,0 0,0 0,0 0,0 0,0 1,1-1,-1 0,0 0,0 1,0-1,0 0,0 1,0-1,1 1,-1-1,0 1,0-1,0 1,1 0,-1-1,0 1,1 0,-1-1,1 1,-1 0,-13 48,14-36,0-1,0 1,2 0,-1-1,2 1,0-1,0 0,1 0,0 0,1 0,1-1,0 0,0 0,1 0,0-1,1 0,0 0,1-1,0 0,0 0,1-1,0-1,1 0,-1 0,1-1,1 0,5 2,4 0,1 0,1-2,0 0,-1-1,2-2,7 1,51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39.9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227 585,'3'14,"2"13,1 13,1 10,0 5,-2 2,-1-2,-1-5,-2-12</inkml:trace>
  <inkml:trace contextRef="#ctx0" brushRef="#br0" timeOffset="739.036">0 478,'13'-14,"0"1,0 0,1 1,1 1,0 0,1 1,0 0,0 2,1 0,0 0,1 2,-1 0,1 1,1 1,-1 1,11-1,-15 1,-1 1,1 1,-1 0,1 1,-1 0,1 1,-1 0,1 1,-1 1,1 0,-1 1,-1 0,1 1,0 1,-1 0,0 0,-1 1,1 1,-1 0,-1 0,1 1,-2 1,1-1,-1 2,5 6,-2 8,0 0,-2 1,0 0,-2 0,-1 1,-1 0,-1 1,-2-1,-1 1,0-1,-3 2,14 105,7-71,-19-61,0-1,0 0,-1 0,1 1,0-1,0 0,0 0,0 0,0 0,0 0,1 0,-1 0,0 0,0-1,1 1,-1 0,1-1,-1 1,0-1,1 0,-1 1,1-1,-1 0,1 0,-1 0,1 0,-1 0,1 0,-1 0,1 0,-1-1,1 1,-1-1,0 1,1-1,-1 1,1-1,-1 0,0 0,0 0,1 0,7-8,-1 1,-1-1,1-1,-2 0,1 0,-1 0,-1-1,0 1,0-1,-1-1,0 1,-1 0,0-3,33-158,-30 160,0 33,1 18,2 0,2-1,1 0,2 0,10 17,-18-43,0-1,0 0,1 0,0 0,1-1,1 0,-1 0,1-1,1 0,0-1,0 0,0-1,1 0,0 0,1-1,0-1,0 0,0 0,1-1,-3-2,-1-1,1 0,0-1,0 0,-1-1,1 0,0 0,-1-1,1 0,-1-1,0 0,0 0,0-1,0 0,0-1,-1 1,0-2,0 1,0-1,-1-1,0 1,0-1,-1-1,1 1,-2-1,1 0,-1 0,0-1,-1 1,0-1,0 0,2-8,6-27,-1-1,-2 0,-3 0,-1-1,-2 0,-2 0,-2 0,-7-39,-13-120,-14-33,29 203,1 31,4 21,2 133,6-1,7 0,13 35,-25-172,1 24,2 0,2 0,1-1,2 0,1-1,2 0,1-1,1-1,9 13,-22-41,1-1,-1 1,1 0,0-1,0 0,0 0,0 1,0-2,1 1,-1 0,1-1,0 0,-1 0,1 0,0 0,1 0,-1-1,0 0,0 0,12-2</inkml:trace>
  <inkml:trace contextRef="#ctx0" brushRef="#br0" timeOffset="1017.319">1163 424,'-25'0,"-15"0,-6 0,4 3,10-1,21 1,24 0,30-4,27-5,22-7,19-6,12-1,5 2,-5 7,-23 5</inkml:trace>
  <inkml:trace contextRef="#ctx0" brushRef="#br0" timeOffset="2262.018">1831 1053,'-8'-356,"8"350,-1 5,0-1,1 1,-1 0,1 0,0 0,-1-1,1 1,0 0,0 0,0 0,0-1,0 1,0 0,0 0,0-1,1 1,-1 0,0 0,1 0,-1-1,1 1,-1 0,1 0,-1 0,1 0,0 0,0 0,0 0,-1 0,1 0,0 0,0 1,0-1,0 0,0 1,1-1,87 29,129 1,-216-29,1 1,0-1,-1 1,1 0,-1-1,1 1,-1 0,0 0,1 1,-1-1,0 0,0 1,0 0,0-1,0 1,0 0,-1 0,1 0,0 0,-1 0,0 0,1 0,-1 1,0-1,0 0,0 1,0-1,-1 1,1-1,-1 1,0 0,1-1,-1 1,0 1,-16 91,13-85,-4 19,-22 120,29-146,0 0,0 0,0 0,1 1,-1-1,1 0,0 0,0-1,0 1,0 0,0 0,1 0,-1-1,1 1,-1-1,1 1,0-1,0 1,0-1,1 0,-1 0,1 0,-1-1,1 1,-1 0,1-1,0 0,0 1,-1-1,1 0,0-1,0 1,0 0,0-1,0 0,0 0,3 0,17 0,1-2,-1 0,0-2,0 0,0-2,-1 0,19-9,-27 10,33-10,-1-1,0-3,-1-2,-1-2,-2-2,2-3,-37 22,0 1,0-1,-1-1,0 1,0-1,0 0,-1-1,0 1,0-1,1-5,-5 11,1-1,-1 0,0 0,0 0,-1 0,1 0,-1 0,1 0,-1 0,0 0,0 0,0 0,-1 0,1 0,-1 0,1 0,-1 0,0 0,0 1,0-1,-1 0,1 0,-1 1,1-1,-1 1,0 0,0-1,0 1,0 0,-1 0,1 0,-2-1,1 1,-1-1,0 1,0 0,0 0,0 0,0 1,0 0,0-1,0 1,-1 1,1-1,-1 0,1 1,0 0,-1 0,1 1,-1-1,1 1,0 0,-1 0,1 0,0 1,0-1,0 1,0 0,0 0,0 1,1-1,-3 2,-3 3,-1 1,1 0,1 1,-1 0,1 0,1 1,0 0,0 0,1 1,-1 2,2-3,0 1,0-1,1 1,0 1,1-1,0 0,1 1,0-1,1 1,0 0,1-1,0 1,1 0,2 7,-2-15,0-1,0 0,1 0,-1 0,1 1,0-2,0 1,0 0,0 0,1-1,-1 1,1-1,-1 0,1 1,0-1,0-1,0 1,0 0,0-1,1 1,-1-1,0 0,1 0,-1 0,0-1,1 1,-1-1,1 0,-1 0,1 0,-1 0,2-1,8 0,0-1,0-1,-1 0,1-1,-1 0,1-1,10-6,-9 5,-1-1,0-1,0 0,-1-1,0 0,0-1,-1 0,-1-1,0 0,0-1,-1 0,0 0,-1-1,-1 0,1-2,-7 92,-1-70,0 0,1-1,0 1,0 0,1-1,0 1,0-1,1 0,-1 1,2-1,-1-1,0 1,1 0,0-1,0 1,1-1,0-1,0 1,0-1,0 1,0-1,1-1,0 1,0-1,0 0,0 0,0-1,1 0,-1 0,1 0,0-1,-1 0,1 0,2-1,-2 0,0 0,0 0,0-1,0 0,0-1,-1 1,1-1,0 0,-1-1,1 0,-1 0,0 0,0-1,0 0,0 0,-1 0,0-1,0 0,0 0,0 0,-1 0,0-1,0 0,0 0,0-2,4-7,-1-1,-1 0,0 0,-1-1,-1 0,0 1,-2-2,0 1,0-12,-2-87,1 115,-1 0,0 0,0 0,1 0,-1 0,0 0,1 1,-1-1,1 0,0 0,-1 0,1 0,0 1,-1-1,1 0,0 1,0-1,-1 0,1 1,0-1,0 1,0-1,0 1,0 0,0-1,0 1,0 0,0 0,0-1,0 1,0 0,0 0,0 0,0 0,0 1,0-1,0 0,0 0,0 1,0-1,0 0,41 17,-26-9,0 1,-1 0,0 1,0 0,-1 2,-1 0,0 0,0 1,-1 1,-1 0,-1 0,0 1,0 0,-2 1,0 0,0 1,-2-1,5 17,-8-17,-3-10,1 0,0 0,0 0,0 0,0 0,1-1,0 1,0 0,1-1,0 1,0-1,0 0,0 0,1 0,0-1,0 1,0-1,1 0,-1 0,1 0,0-1,0 1,0-1,5 2,5-3,1 0,0-1,-1 0,1-1,0-1,-1-1,1 0,-1-1,1-1,-1 0,0-1,0 0,-1-1,0-1,0-1,7-4,-4 3,-1-1,0 0,-1-1,0 0,-1-1,13-14,-23 21,1 1,-1-1,-1 0,1 0,-1 0,0-1,0 1,0-1,-1 0,0 1,0-1,0 0,-1 0,0-1,0 1,-1 0,1 0,-2 0,1-1,0 1,-1 0,-1-5,1 8,0 0,0-1,0 1,0 0,0 0,-1 0,1 0,-1 0,0 0,0 0,0 0,0 0,-1 1,1 0,-1-1,1 1,-1 0,0 0,0 0,0 0,0 1,0-1,0 1,-1 0,1 0,0 0,-1 0,1 1,-1-1,1 1,-1 0,1 0,0 0,-1 1,1-1,-1 1,1-1,0 1,-1 0,1 1,0-1,0 1,0-1,0 1,0 0,0 0,0 0,1 0,-1 1,1-1,-2 2,0 3,0 1,0-1,1 1,-1 0,2 0,-1 0,1 1,1-1,-1 0,1 1,1-1,-1 1,2-1,-1 1,1-1,0 1,1-1,0 0,0 1,1-1,0 0,1 0,-1-1,1 1,1-1,0 0,0 0,0 0,1-1,-1 0,2 0,-1 0,1-1,-1 0,2 0,-1-1,0 0,1 0,6 2,7 2,1-1,0-2,0 0,0-1,1-1,-1-1,1-2,0 0,12-2,48-4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3:44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662 1097,'-6'-1,"-1"1,1 0,-1 0,1 1,-1 0,1 0,0 0,-1 1,1 0,0 0,0 0,0 1,0 0,1 0,-1 1,1-1,0 1,0 1,0-1,0 1,1-1,0 1,0 0,0 1,1-1,-1 1,1 0,-1 4,2-3,0 0,0-1,1 1,0 0,1 0,0 0,0 0,0 0,1 0,0 0,0 0,0 0,1-1,0 1,1 0,-1-1,1 0,1 1,-1-1,1-1,0 1,0 0,1-1,0 0,0 0,0 0,0-1,1 0,0 0,-1 0,2 0,3 1,5 1,-1 0,1-1,1 0,-1-1,1-1,-1 0,1-1,0-1,0-1,0 0,0-1,0-1,0 0,-1-1,1 0,9-5,-2 1,0-2,-1 0,0-2,-1 0,0-1,0-2,-2 0,0-1,0 0,9-12,-23 22,0 1,0-1,-1-1,1 1,-1-1,-1 1,1-1,-1 0,0 0,0-1,0 1,-1-1,0 1,0-1,-1 0,0 0,-1 6,0 1,0-1,0 1,0-1,0 1,0-1,0 1,-1 0,1-1,0 1,0-1,0 1,-1-1,1 1,0-1,0 1,-1 0,1-1,0 1,-1 0,1-1,-1 1,1 0,0-1,-1 1,1 0,-1 0,1 0,-1-1,1 1,-1 0,1 0,-1 0,1 0,-1 0,1 0,-1 0,1 0,-1 0,1 0,-1 0,1 0,-1 0,1 0,-1 1,1-1,0 0,-1 0,1 0,-1 1,1-1,-1 0,1 1,0-1,-1 0,1 1,0-1,-1 0,1 1,0-1,0 1,-1 0,-24 24,21-21,0 1,0 0,0 0,1 1,0-1,0 1,0 0,0 0,1-1,0 2,1-1,-1 0,1 0,0 0,1 1,-1-1,1 0,1 1,-1-1,1 0,0 1,0-1,1 0,0 0,0 0,0 0,1 0,0 0,0-1,1 0,2 4,5-2,0 0,1 0,0-1,0-1,1 0,-1-1,1 0,0-1,0 0,0-1,1-1,-1 0,0-1,12-1,-3 3,1-2,-1-1,0 0,0-2,0 0,0-2,-1 0,0-1,0-2,0 0,-1-1,0-1,-1-1,0 0,0-2,-2 0,1-1,-2-1,11-11,6-47,-33 71,1 0,-1-1,0 1,1 0,-1 0,0 0,0 0,-1 0,1 0,0 0,-1 0,1 0,-1-1,0 1,0 1,1-1,-1 0,-1 0,1 0,0 0,0 1,-1-1,1 1,0-1,-1 1,0-1,1 1,-1 0,0 0,0 0,0 0,0 0,0 0,0 0,0 0,-3 0,0 0,0 1,0-1,0 1,0 0,0 0,0 0,0 1,0 0,0 0,1 0,-1 0,0 1,1 0,-1 0,1 0,-1 1,1-1,0 1,0 0,0 0,0 0,-1 3,-3 1,1 1,0 0,0 1,1-1,0 1,0 0,1 1,0 0,1-1,-2 8,5-14,-1 0,1 0,0 1,0-1,1 0,-1 0,1 1,-1-1,1 0,0 1,1-1,-1 1,0-1,1 0,0 0,0 1,0-1,0 0,0 0,1 0,-1 0,1 0,0 0,0 0,0-1,0 1,0-1,1 1,-1-1,1 0,0 0,-1 0,1 0,0-1,0 1,0-1,0 0,3 1,2 0,0-1,-1-1,1 0,0 0,-1 0,1-1,-1 0,1-1,-1 0,1 0,-1 0,0-1,0 0,0 0,0-1,-1 0,1 0,-1-1,0 1,0-2,-1 1,0 0,0-1,0 0,0 0,-1-1,0 1,0-1,13 0,-9 30,-6-16,1 7,1 0,0-1,1 1,0-1,2 0,-1 0,1-1,1 0,0 0,1-1,0 0,1 0,0-1,0 0,1-1,1 0,4 2,-12-9,0-1,0 1,1-1,-1 0,1 0,-1-1,0 1,1-1,-1 0,1 0,-1 0,1-1,-1 0,1 0,-1 0,0 0,0-1,1 1,-1-1,0 0,0 0,-1-1,1 1,0-1,1-1,74-87,-68 74,0 0,-2 0,0-2,-1 1,0-1,-2 0,0 0,-2-1,0 0,-1 1,0-1,-2-1,-1 1,-1-17,7 20,14 28,-14-7,178 103,-130-79,-1 1,-2 4,-1 1,18 19,-27-9,-40-43,0 0,0 1,0-1,0 0,-1 1,1-1,0 0,-1 1,1-1,-1 1,1-1,-1 1,0 0,0-1,0 1,0-1,0 1,0-1,0 1,0 0,0-1,-1 1,1-1,-1 1,1-1,-1 1,0-1,1 0,-1 1,0-1,0 0,0 1,0-1,0 0,0 0,-6 3,1 0,0-1,-1 0,0 0,0 0,0-1,0 0,0 0,0-1,-5 0,8 0,-55 8</inkml:trace>
  <inkml:trace contextRef="#ctx0" brushRef="#br0" timeOffset="715.029">1130 1137,'18'-11,"13"-7,6 1,1 2,-1 4,-8 9,-8 9,-14 8,-18 10,-23 11,-26 7,-3-3</inkml:trace>
  <inkml:trace contextRef="#ctx0" brushRef="#br0" timeOffset="15716.59">4031 1177,'1'1,"-1"0,1 0,-1 0,1 0,0 0,0 0,-1 0,1 0,0 0,0 0,0 0,0 0,0-1,0 1,0 0,0-1,0 1,0-1,1 1,-1-1,0 0,0 1,0-1,1 0,-1 0,0 0,0 0,2 0,-3 0,41 5,0-2,0-2,0-2,0-2,22-4,-23 3,241-22,99 11,-339 14,-60 8,8 0</inkml:trace>
  <inkml:trace contextRef="#ctx0" brushRef="#br0" timeOffset="16847.225">6745 1271,'20'-323,"-20"319,0 0,-1-1,2 1,-1 0,0-1,1 1,0 0,0 0,0-1,1 1,-1 0,1 0,0 0,0 1,0-1,1 0,-1 1,1 0,0-1,0 1,0 0,0 0,1 1,-1-1,1 1,0-1,-1 1,1 0,0 1,0-1,1 1,-1 0,0 0,0 0,0 0,1 1,-1-1,2 1,10 4,-1 1,0 0,0 1,0 1,0 0,-1 0,0 2,-1 0,0 0,0 2,-1-1,-1 1,1 1,6 9,-12-12,1 0,-1 0,-1 1,0-1,0 1,-1 0,0 1,0-1,-2 1,1-1,-1 3,-1-9,0 0,-1 1,0-1,0 0,0 0,0 0,-1 0,1 0,-1 0,0 0,0 0,-1 0,1 0,-1-1,0 1,0 0,0-1,0 0,-1 1,1-1,-1 0,0 0,0 0,0-1,0 1,0-1,-1 0,1 1,-1-2,-3 3,4-3,0 0,-1 0,1 0,-1 0,1-1,0 1,-1-1,1 0,-1 0,1 0,-1 0,1-1,-1 0,1 1,0-1,-1 0,1-1,0 1,0 0,-1-1,1 0,1 0,-1 0,0 0,0 0,1-1,-1 1,1-1,0 1,0-1,0 0,0 0,0 0,1 0,-1 0,1 0,0-1,0 1,1 1,0 0,0 0,0 0,0 0,1 0,-1 0,1 0,-1 0,1 1,0-1,0 0,0 0,0 1,0-1,0 0,0 1,1-1,-1 1,1 0,-1-1,1 1,-1 0,1 0,-1 0,1 0,0 0,0 0,0 1,0-1,1 0,60-13,-62 14,68-9,-35 7,0-2,0-2,0-1,-1-2,-1-1,8-4,-26 8,0-1,-1 0,1-1,-1 0,-1-1,0-1,0 0,0 0,-2-1,1-1,-1 0,-1 0,7-13,-15 24,0 0,-1-1,1 1,0 0,-1-1,1 1,-1 0,0-1,0 1,1-1,-1 1,0 0,0-1,0 1,0-1,0 1,-1 0,1-1,0 1,-1 0,1-1,-1 1,1 0,-1-1,0 1,0 0,1 0,-1 0,0 0,0-1,0 1,0 1,0-1,0 0,0 0,-1 0,1 0,0 1,0-1,-1 1,1-1,0 1,-1-1,1 1,-1 0,1 0,0-1,-1 1,1 0,-1 0,1 1,0-1,-1 0,1 0,-1 1,1-1,0 1,-1-1,1 1,-1 0,-13 3,0 1,0 1,0 0,1 1,0 1,0 0,1 1,0 0,1 1,0 0,0 1,4-3,-1 0,2 0,-1 1,1 0,1 1,0-1,0 1,-2 6,6-13,1 0,0 1,0-1,0 1,0-1,0 1,0-1,1 1,0-1,0 1,0-1,0 1,1-1,-1 1,1-1,0 1,0-1,0 1,0-1,1 0,-1 0,1 1,0-1,0 0,0-1,0 1,0 0,1 0,-1-1,9 5,-1 0,1-1,0-1,0 0,1 0,0-1,-1 0,1-1,1 0,-1-1,0-1,0 0,10-1,46 2,0-3,0-2,27-8,3-1</inkml:trace>
  <inkml:trace contextRef="#ctx0" brushRef="#br0" timeOffset="23198.524">12774 642,'0'14,"3"11,2 8,5 5,4 6,1 0,-2-2,-3-4,-3-10</inkml:trace>
  <inkml:trace contextRef="#ctx0" brushRef="#br0" timeOffset="24894.536">12493 361,'71'-1,"-26"-1,1 2,0 1,0 3,0 1,-1 3,0 2,17 6,-50-11,0 0,-1 0,1 1,-1 1,-1 0,1 0,-1 1,0 1,-1-1,0 1,0 1,-1 0,0 0,-1 1,0 0,-1 0,0 0,-1 1,0 0,-1 0,0 0,-1 1,0-1,-1 2,5 181,-7-193,0 0,0 0,-1 0,1 0,0 0,1 0,-1 0,0 0,0 0,1 0,0 0,-1 0,1 0,0 0,0 0,0 0,0 0,0 0,0-1,1 1,-1-1,0 1,1-1,-1 1,1-1,0 0,-1 0,1 0,0 0,0 0,0 0,0 0,0 0,0-1,0 1,0-1,0 0,0 1,0-1,0 0,0 0,0 0,0-1,2 1,8-6,0-1,0-1,-1 1,0-2,0 1,-1-2,-1 1,1-1,-1-1,-1 0,0 0,-1 0,5-10,27-54,-39 75,1 0,-1 0,1 0,-1 0,0 0,1 0,-1 0,1 0,-1 0,1 0,-1 0,0 0,1 0,-1 0,1 0,-1 0,0 0,1 1,-1-1,1 0,-1 0,0 1,1-1,-1 0,0 0,1 1,-1-1,0 0,0 1,1-1,-1 0,0 1,0-1,0 0,1 1,-1-1,0 1,0-1,0 0,0 1,0-1,0 1,0-1,0 1,0-1,0 0,0 1,0-1,0 1,0-1,0 1,0-1,0 0,-1 1,1-1,0 0,0 1,-1-1,1 1,0-1,0 0,-1 1,1-1,0 0,-1 0,1 1,0 3,1 12,1 1,1 0,0-1,1 0,1 1,0-2,1 1,1-1,2 3,-6-13,-1 0,1 0,0-1,1 1,-1-1,1 0,0 0,0 0,0 0,1-1,-1 1,1-1,0 0,0-1,0 1,0-1,0 0,0 0,1-1,-1 1,1-1,-1-1,1 1,-1-1,1 0,0 0,-1 0,6-2,-3 0,0-1,0 0,-1 0,0-1,0 0,0 0,0-1,0 0,-1 0,0 0,0-1,0 0,-1 0,0-1,0 1,-1-1,0 0,0-1,0 1,-1-1,0 1,-1-1,0 0,0 0,0 0,-1 0,0 0,-1-4,1 27,0 0,1 1,0-1,1 0,1 0,4 12,-5-20,0 1,0-1,0 0,1-1,0 1,1 0,-1-1,1 0,0 0,1-1,-1 1,1-1,0 0,1-1,-1 0,1 0,0 0,0 0,0-1,0-1,0 1,1-1,0 0,-1-1,1 0,0 0,-1 0,1-1,0 0,0-1,-1 0,1 0,0-1,-1 1,1-2,5-2,3-6,0-1,-1-1,0 0,-1-1,-1-1,0 0,-1 0,0-2,-2 1,0-1,-1-1,0 0,-2 0,0-1,-1 0,-1 0,1-9,0 10,2 35,106 649,-84-405,-36-208,5-53,1 1,-1-1,1 0,-1 0,1 1,-1-1,1 0,-1 0,1 0,-1 0,1 0,-1 0,0 0,1 0,-1 0,1 0,-1 0,1 0,-1 0,1 0,-1-1,1 1,-1 0,1 0,-1-1,1 1,-1 0,1-1,-1 1,1 0,0-1,-1 1,1-1,0 1,-1 0,1-1,0 1,0-1,-1 1,1-1,0 1,0-1,0 1,-1-1,1 1,0-1,0 0,0 1,0-1,0 1,-12-30,1 0,1-1,2 0,1-1,-1-11,5 26,-23-135,7 0,3-82,15 218,0 8,0-1,1 1,-1-1,2 1,-1-1,2 1,-1-1,1 1,0-1,0 1,1 0,1 0,-1 0,1 0,-2 6,0 0,0 0,0 1,0-1,0 0,1 1,-1 0,0-1,1 1,-1 0,1 0,-1 0,1 1,0-1,-1 1,1-1,0 1,-1 0,1 0,0 0,0 0,-1 0,1 1,0 0,1 0,67 25,-48-15,-1 0,0 2,0 1,-2 0,0 2,0 0,-2 1,0 1,0 2,-16-19,0 1,0-1,-1 1,1 0,-1 0,1 0,-1 0,0 0,0 0,0 0,0 0,0 0,0 0,0 0,-1 1,1-1,-1 0,0 1,1-1,-1 0,0 1,0-1,-1 0,1 1,0-1,-1 0,0 1,1-1,-1 0,0 0,0 0,0 0,0 0,-1 0,1 0,0 0,-1 0,0 0,1-1,-1 1,-2 1,-2 0,-1 0,0 0,1-1,-1 1,-1-2,1 1,0-1,0 0,0 0,-1-1,1 0,0 0,-1-1,1 0,0 0,0-1,-7-2,10 4,1-2,-1 1,0 0,1-1,0 1,-1-1,1 0,0 0,0 0,0-1,0 1,0-1,1 0,-1 0,1 1,-1-2,1 1,0 0,0 0,1-1,-1 1,1-1,0 1,0-1,0 0,0 1,0-1,1 0,0 0,0 1,0-1,0 0,0 0,1-3,2 0,-1 0,1 0,0 0,0 0,1 0,0 1,0-1,0 1,1 0,0 0,0 1,1-1,-1 1,1 1,0-1,1 1,-1 0,4-1,10-6,0 1,0 1,1 1,1 1,15-2,-31 6,1 0,0 1,-1 0,1 1,0-1,0 1,0 1,1-1,-1 1,0 0,0 1,0 0,0 0,0 0,0 1,0 0,-1 0,1 1,-1 0,1 0,-1 1,0-1,0 1,0 1,-1-1,0 1,1 0,-2 0,1 1,-1-1,1 1,1 4,25 120,-30-129,-1 1,1-1,0 1,0-1,0 0,0 1,0-1,1 0,-1 0,0 0,1 0,-1 0,0 0,1 0,-1-1,1 1,-1 0,1-1,0 1,-1-1,1 0,-1 1,1-1,0 0,-1 0,1 0,0 0,-1 0,1-1,0 1,-1 0,1-1,0 1,-1-1,1 0,-1 1,1-1,-1 0,0 0,1 0,54-42,-46 31,0-1,-1-1,0 1,-1-2,-1 1,0-1,-1 0,0 0,-2-1,0 0,0 0,0-15,7 102,-9-55,1 0,1-1,1 1,0-1,1 1,1-2,0 1,1-1,0 0,4 4,-8-13,0 1,1-1,-1-1,1 1,0 0,0-1,1 0,-1-1,1 1,0-1,0 0,0 0,0-1,0 0,1 0,-1 0,1-1,-1 0,1 0,0 0,-1-1,1 0,0-1,-1 0,1 0,3-1,4-3,0-2,0 0,0-1,-1 0,0-1,-1-1,0 0,0 0,-1-1,-1-1,1 0,-2 0,0-1,0 0,-2-1,1 0,-2 0,1-3,12-29,-2 0,-3-1,-1-1,-3-1,-2 1,-2-1,-2 0,-2-1,-2 1,-3 0,-3-15,5 48,0 0,-1 0,-1 0,0 0,-1 1,-1-1,0 1,-1 0,-1 0,-6-8,13 21,-1 1,0-1,0 1,0 0,0-1,0 1,0 0,0 0,0 0,0 0,0 0,-1 0,1 0,0 0,-1 0,1 0,-1 1,1-1,-1 1,1-1,-1 1,0 0,1-1,-1 1,1 0,-1 0,0 0,1 0,-1 0,1 1,-1-1,1 0,-1 1,1-1,-1 1,1 0,-1-1,1 1,-1 0,1 0,0 0,-1 0,1 0,0 0,-40 65,32-32,1 0,2 0,1 1,1 0,3 0,0 0,2 0,2 0,1-1,2 1,2 2,0 2,2 0,1-1,3 0,0-1,3-1,1-1,1 0,2-1,1-1,24 26,-13-27</inkml:trace>
  <inkml:trace contextRef="#ctx0" brushRef="#br0" timeOffset="26103.374">16103 509,'-16'-2,"1"2,-1 0,0 1,1 0,-1 1,1 1,-1 0,1 2,0-1,0 2,1 0,0 1,0 0,0 1,-5 4,16-10,0-1,1 1,-1-1,1 1,-1 0,1 0,0 0,-1 0,1 0,0 0,0 1,1-1,-1 1,0 0,1-1,0 1,-1 0,1 0,0 0,1 0,-1 0,0 0,1 0,0 0,-1 0,1 0,0 0,1 0,-1 0,1 0,-1 0,1 0,0 2,7 3,0 0,0-1,0 0,1 0,0 0,1-1,-1-1,1 1,0-2,0 1,1-1,-1-1,5 1,-8-1,165 57,-169-59,-1 0,0 0,0 0,0 0,0 0,-1 0,1 0,0 1,0-1,-1 1,1-1,-1 1,1 0,-1-1,0 1,0 0,1 0,-1 0,-1 0,1 0,0 0,0 0,-1 0,1 1,-1-1,0 0,1 0,-1 0,0 1,-1-1,1 0,0 0,0 0,-1 1,0-1,1 0,-1 0,0 0,0 0,0 0,0 0,-1 0,-2 4,-1 0,0-1,0 0,-1 0,1-1,-1 0,0 1,0-2,0 1,-1-1,0 0,1 0,-1-1,0 0,0 0,0-1,0 0,0 0,-1 0,0-1,7 0,0 0,0 0,-1-1,1 1,0 0,0 0,0-1,0 1,0-1,0 1,0-1,0 1,0-1,0 0,0 1,0-1,0 0,0 0,1 0,-1 0,0 0,0 0,1 0,-1 0,1 0,-1 0,1 0,0 0,-1 0,1 0,0 0,0-1,-1 1,1 0,0 0,0 0,0 0,1-1,-1 1,0 0,0 0,1 0,-1 0,20-51,-5 31,1 1,0 1,2 0,0 1,1 1,1 1,0 1,1 0,1 2,0 0,1 2,17-7,-37 16,0 0,-1 0,1 1,0-1,1 1,-1 0,0 0,0 0,0 0,1 0,-1 0,1 1,-1 0,0 0,1 0,-1 0,0 0,1 1,-1-1,0 1,1 0,-1 0,0 0,0 1,0-1,0 1,0 0,0-1,0 1,0 1,-1-1,3 2,3 80,-9-78,0-1,1 0,-1 0,1 1,0-1,0 0,1 0,-1 1,1-1,0 0,1 0,-1 0,1 0,0 0,0 0,1 0,-1-1,1 1,0-1,0 0,1 0,-1 0,1 0,3 2,-4-4,-1-1,1 0,0 0,0 0,-1 0,1 0,0-1,0 1,0-1,0 0,0 0,0 0,-1 0,1-1,0 1,0-1,0 1,0-1,-1 0,1 0,0-1,-1 1,1 0,-1-1,1 1,-1-1,0 0,1 0,52-65,-47 49,0 0,-1 0,0-1,-2 0,0 0,-1-4,1 3,-5 20,0 0,0 0,0 0,0 0,0 0,0 0,1 0,-1 1,0-1,0 0,0 0,0 0,0 0,0 0,1 0,-1 0,0 0,0 0,0 0,0 0,0 0,1 0,-1 0,0 0,0 0,0 0,0 0,0 0,1 0,-1 0,0 0,0 0,0 0,0 0,0-1,0 1,1 0,-1 0,0 0,0 0,0 0,0 0,0 0,0 0,0-1,3 20,-3-17,2 15,0 1,2 0,0-1,0 1,2-1,5 11,-8-21,0-1,1 1,-1-1,1 0,1 0,-1-1,1 1,0-1,0 0,0 0,1-1,0 0,-1 0,2 0,-1 0,0-1,1 0,2 0,-5-2,0 0,0 0,0-1,0 1,0-1,1 0,-1 0,0-1,0 1,0-1,0 0,0 0,0 0,0-1,0 0,0 1,-1-1,1 0,-1-1,1 1,-1-1,0 1,0-1,0 0,0 0,0 0,-1-1,1 1,5-9,0 0,-1 0,0 0,-1-1,-1 1,0-2,3-10,-3 9,-1 0,0 0,-2-1,1 1,-2-1,0 1,-1-1,-1 1,0-1,-1 1,0-1,-2 1,0-1,60 27,53 0,-89-11,0 1,-1 1,1 0,-1 2,0 0,0 2,0 0,2 1,-17-4,0 0,0 0,0 0,-1 0,1 0,-1 1,0 0,0 0,0 0,0 0,-1 0,0 0,1 0,-2 1,1-1,0 1,-1 0,0-1,0 1,-1 0,1 0,-1 0,0 0,0-1,0 1,-1 0,0 0,0 0,0 0,5 70,-4-73,1 0,0 0,0 1,0-1,0 0,1 0,-1 0,0 0,1-1,-1 1,1 0,0-1,0 1,-1-1,1 1,0-1,0 0,0 0,1 0,-1 0,0 0,0 0,1-1,-1 1,0-1,0 1,1-1,-1 0,1 0,-1 0,0 0,2-1,73-22,-65 16,0-1,0-1,0 0,-1 0,-1-1,1 0,-2-1,1 0,-2-1,1 1,-2-2,1 1,-2-1,0 0,3-10,-3 7,-2 42,-4 5,-2-17,0 0,1 0,1 0,0 0,1 0,1 0,0-1,0 1,2 0,0-1,0 1,1-1,1 0,0-1,1 0,0 0,7 9,-10-18,-1 0,1 0,0-1,0 1,0-1,0 0,0 0,1 0,-1-1,0 1,1-1,-1 0,5 0,21 0</inkml:trace>
  <inkml:trace contextRef="#ctx0" brushRef="#br0" timeOffset="26380.321">17788 0,'-14'0,"-9"3,-2 4,2 4,6 1</inkml:trace>
  <inkml:trace contextRef="#ctx0" brushRef="#br0" timeOffset="17402.471">9259 843,'-7'-2,"-1"-1,1 2,-1-1,1 1,-1 0,0 0,1 1,-1 0,0 1,0 0,1 0,-1 0,1 1,-1 0,1 1,0-1,0 1,0 1,0 0,1-1,-1 2,1-1,0 1,-5 5,3-2,1-1,0 1,1 1,0-1,0 1,1 0,0 0,0 1,1-1,1 1,-1 0,2 0,-1 0,1 1,1-1,0 0,0 1,1-1,1 3,0-9,1-1,0 1,-1-1,1 1,1-1,-1 0,0 0,1 0,0 0,0 0,0 0,0-1,0 1,0-1,1 0,-1 0,1 0,-1 0,1-1,0 0,-1 0,1 0,0 0,0 0,0-1,0 1,0-1,0 0,0 0,0-1,0 1,0-1,0 0,0 0,-1 0,1-1,0 1,-1-1,1 0,-1 0,1 0,-1 0,0-1,0 1,0-1,2-3,5-2,0-1,-1-1,-1 0,1 0,-1 0,-1-1,0 0,-1-1,0 1,-1-1,0-1,-1 1,0-1,-1 1,0-1,-1 0,0 0,-1 0,-1 0,-1-9,-2 4,3 18,0 0,0 0,0 1,0-1,0 0,0 0,0 1,0-1,0 0,0 0,0 1,0-1,0 0,0 0,0 1,0-1,0 0,0 0,0 0,0 1,-1-1,1 0,0 0,0 0,0 1,0-1,0 0,-1 0,1 0,0 0,0 1,0-1,-1 0,1 0,0 0,0 0,-1 0,1 0,0 0,0 0,-1 0,1 0,0 1,0-1,-1 0,1 0,0-1,0 1,-1 0,1 0,0 0,0 0,0 0,-1 0,1 0,-2 11,1 0,0 1,1-1,0 1,1-1,0 1,1-1,0 0,1 0,0 0,0 0,2 0,-1-1,1 0,1 0,-1 0,2 0,0-1,0 0,0-1,1 1,0-1,1-1,0 0,0 0,2 1,35 11,-3-7</inkml:trace>
  <inkml:trace contextRef="#ctx0" brushRef="#br0" timeOffset="18184.507">9847 856,'-8'-1,"0"0,0 1,0-1,0 2,0-1,0 1,0 0,0 1,1 0,-1 0,0 0,1 1,0 1,0-1,0 1,0 0,0 0,1 1,-1 0,1 0,1 1,-1 0,1 0,0 0,0 0,1 1,-1 0,2 0,-1 0,1 0,0 1,0-1,1 1,0 0,1 0,-1 0,2-1,-1 3,0-8,1 1,0-1,-1 1,1-1,0 1,0-1,1 1,-1-1,0 1,1-1,-1 0,1 1,0-1,0 0,0 1,0-1,0 0,1 0,-1 0,1 0,-1 0,1 0,-1-1,1 1,0 0,0-1,0 1,0-1,0 0,1 0,-1 0,0 0,0 0,1 0,-1 0,1-1,-1 1,0-1,1 0,-1 0,1 0,-1 0,1 0,-1 0,1-1,12-3,0-2,-1 0,1 0,-1-2,0 1,-1-2,0 0,0 0,-1-2,0 1,-1-1,0-1,-1 0,0-1,-1 0,2-4,3-8,-1 0,-2-1,0 0,-1-1,-2 0,-1 0,-1-1,-1 0,-2 0,-1-1,-1 1,-1 0,-1-1,-2 1,-1 0,-1 0,-2 0,-7-19,-19-23,32 70,0-1,1 1,-1-1,0 1,0 0,1-1,-1 1,0 0,0-1,0 1,0 0,1 0,-1 0,0 0,0 0,0 0,0 0,0 0,0 0,1 0,-1 1,0-1,0 0,0 1,1-1,-1 0,0 1,0-1,1 1,-1-1,0 1,1-1,-1 1,0 0,1-1,-1 1,1 0,-1 0,1-1,0 1,-1 0,1 0,0 0,-1-1,1 1,0 0,0 0,0 0,0 0,-7 18,0 0,2 0,0 0,1 1,2-1,0 1,0 13,1-15,-4 49,3-1,6 61,-2-104,0 0,2 1,1-1,1 0,1-1,1 0,1 0,1-1,1 0,1 0,-8-14,0 1,0-1,1-1,0 1,0-1,1 0,0 0,0 0,0-1,0 0,1 0,0-1,0 0,1 0,-1-1,1 0,-1 0,1 0,0-1,0 0,0-1,0 0,1 0,-1-1,0 0,0 0,0-1,1 0,-1 0,0-1,0 0,0-1,5-2,-1-5,0 1,-1-2,0 0,-1 0,-1-1,1 0,-2-1,0 0,0 0,-1-1,-1 0,0 0,-1 0,-1-1,0 1,-1-1,-1 0,0-1,-1 1,0 0,-1 0,-1 0,-1-2,4 70,-2-43,1 1,1-1,-1 0,2 0,-1 0,2 0,-1 0,1-1,1 1,0-1,0 0,0-1,1 1,1-1,-1 0,1 0,1-1,0 0,0-1,0 1,0-1,1-1,0 0,0 0,9 3,-15-8,0 0,0 1,1-1,-1 0,0-1,1 1,-1 0,0-1,0 0,1 0,-1 0,0 0,0 0,0-1,0 0,0 1,-1-1,1 0,0 0,-1 0,1-1,-1 1,0-1,0 1,0-1,0 0,0-1,36-84,-16-84,-24 186,0 0,2-1,0 1,0 0,2 0,-1-1,2 1,0-1,0 1,1-1,1 0,0 0,1-1,1 0,-1 0,2 0,0-1,0 0,1 0,7 6,25 6,-1-7</inkml:trace>
  <inkml:trace contextRef="#ctx0" brushRef="#br0" timeOffset="22617.389">11251 816,'-15'-8,"0"1,0 1,0 0,-1 1,0 0,0 2,0 0,0 0,-1 2,0 0,11 1,1 1,0 0,0 0,0 1,0 0,0-1,0 2,0-1,1 0,-1 1,1 0,0 0,-1 1,1-1,1 1,-1 0,1 0,-1 0,1 0,0 0,0 1,0 2,-42 110,41-103,0 0,0 1,2 0,0-1,0 1,1 0,1 0,1 0,0-1,1 1,0 0,3 6,-3-17,0 0,0-1,1 1,-1-1,1 0,0 0,0 0,0 0,0 0,0-1,1 1,0-1,-1 0,1 0,0 0,0 0,0-1,0 0,0 0,0 0,0 0,0 0,2-1,101-4,78-43,-97 15</inkml:trace>
  <inkml:trace contextRef="#ctx0" brushRef="#br0" timeOffset="31356.294">154 2421,'-8'1,"0"1,1 1,-1-1,1 1,-1 1,1 0,0 0,0 0,1 0,-1 1,1 0,0 1,1 0,-1-1,1 2,0-1,0 1,1-1,0 1,0 0,1 1,0-1,0 1,1-1,-1 1,1 3,0-5,0 1,1 0,0 0,0-1,0 1,1 0,0 0,1 0,-1 0,1 0,1 0,-1-1,1 1,0 0,1-1,-1 0,1 1,1-1,-1 0,1-1,0 1,0 0,1-1,0 0,-1 0,2-1,-1 1,1-1,-1 0,4 1,3 0,0 0,1 0,-1-2,1 1,0-2,0 0,0 0,0-1,0-1,1 0,-1-1,0 0,0-1,0-1,0 0,0-1,16-5,-1-1,0-2,-1-1,0-1,-1-1,11-10,46-36,-82 61,-1-1,1 1,0-1,-1 1,1 0,0-1,-1 1,1 0,0-1,0 1,-1 0,1 0,0 0,0 0,0 0,-1 0,1 0,0 0,0 0,0 0,-1 0,1 1,0-1,0 0,-1 0,1 1,0-1,0 0,-1 1,1-1,-1 1,1-1,0 1,-1-1,1 1,-1 0,1-1,-1 1,1 0,-1-1,0 1,1 0,-1-1,0 1,12 41,-10-28,-1-10,-1 0,1 0,0 0,0 0,0 0,0 0,1 0,0 0,0 0,0-1,0 1,0 0,1-1,-1 0,1 0,0 0,0 0,0 0,1 0,-1-1,1 0,-1 0,1 0,0 0,0 0,-1-1,1 1,0-1,1 0,-1 0,0-1,0 1,0-1,3 0,1-3,-1 0,1 0,-1-1,0 0,0-1,0 1,0-1,-1-1,0 1,0-1,0 0,-1-1,0 1,0-1,-1 0,0 0,0 0,0-1,-1 1,0-1,-1 0,0 0,0 0,0 0,-1 0,-1 0,1-1,-1 1,-1 0,1 0,-1-1,-1 1,0-4,1 9,0-1,0 1,-1-1,1 1,-1-1,0 1,1 0,-1 0,-1 0,1 0,0 0,-1 0,1 0,-1 1,0 0,0-1,0 1,0 0,-1 0,1 1,0-1,-1 1,1-1,-1 1,1 0,-1 1,0-1,1 0,-1 1,0 0,0 0,1 0,-1 1,0-1,1 1,-1 0,0 0,1 0,-2 1,-1 2,0 0,0 1,0 0,1 1,-1-1,1 1,1 0,-1 0,1 1,0-1,0 1,1 0,0 0,0 0,1 0,0 1,0-1,1 1,0-1,0 5,0-8,0 0,1 1,0-1,0 0,0 1,0-1,1 1,0-1,-1 0,2 0,-1 1,0-1,1 0,0 0,0 0,0-1,0 1,1 0,0-1,-1 1,1-1,0 0,1 0,-1 0,0-1,1 1,0-1,-1 1,1-1,0-1,0 1,0 0,1-1,-1 0,3 1,27-1,-3-6</inkml:trace>
  <inkml:trace contextRef="#ctx0" brushRef="#br0" timeOffset="32183.03">903 1966,'-5'-2,"-1"1,1 0,0 1,0-1,0 1,-1 0,1 0,0 1,0 0,-1-1,1 2,0-1,0 1,0-1,0 1,1 1,-1-1,0 1,1 0,0 0,-1 0,1 0,1 1,-1 0,0-1,1 1,0 1,0-1,0 0,-1 2,-2 6,0 0,1 1,0-1,0 1,2 0,-1 0,2 1,0-1,0 0,1 1,1 6,1-2,1 0,0 0,2-1,0 1,0 0,2-1,0 0,1-1,1 1,0-1,1-1,1 1,1-2,2 4,10 9,2-2,0-1,1 0,1-2,1-1,28 15,-54-35,34 22,0-2,2-1,1-2,8 2,-46-20,0 1,0-1,0 0,0 1,0-1,0 0,0 0,0 0,0 1,-1-1,1 0,0 0,0-1,0 1,0 0,0 0,0 0,0-1,0 1,0 0,0-1,-1 1,1-1,0 1,0-1,0 1,-1-1,1 1,0-1,-1 0,1 1,0-1,-1 0,1 0,-1 0,1 1,-1-1,0 0,1 0,-1 0,0 0,0 0,1 0,-1 0,0 0,0 0,-2-52,1 44,-10-67,6 43,0 0,2-1,1 1,2 0,4-33,-4 64,1-1,-1 0,1 0,-1 0,1 1,0-1,0 0,0 1,0-1,1 1,-1-1,1 1,-1 0,1-1,0 1,0 0,0 0,0 0,0 0,0 1,1-1,-1 1,1-1,-1 1,1 0,-1 0,1 0,0 0,0 0,-1 1,1-1,0 1,0 0,0 0,-1 0,1 0,0 0,0 1,0-1,11 5,0 0,0 1,-1 0,0 1,-1 0,0 1,0 1,0 0,-1 0,0 1,4 7,-7-10,-1 2,0-1,-1 1,0 0,0 0,-1 1,0 0,-1 0,0 0,0 0,-1 0,-1 1,0 0,0-1,-1 1,0 0,-1 0,0 3,-1 5,1-12,-1 0,1 0,0 0,0 0,1 0,0 0,0 0,1 0,-1-1,2 1,-1 0,1-1,0 0,0 0,1 2,0-7,0 1,-1-1,1 0,0 0,0 0,0 0,0-1,0 1,0-1,0 0,0 0,0-1,0 1,0-1,0 0,0 0,0 0,0-1,0 1,-1-1,1 0,-1 0,1 0,-1-1,0 1,0-1,0 1,0-1,1-2,-4 5,136-100,-135 99,1 0,-1 0,0 0,1 1,-1-1,1 0,-1 1,1-1,-1 1,1-1,0 1,-1 0,1-1,0 1,-1 0,1 0,0 0,-1 1,1-1,-1 0,1 1,0-1,-1 1,1-1,-1 1,1 0,-1-1,0 1,1 0,-1 0,0 0,1 0,-1 0,0 1,0-1,0 0,0 0,0 1,0 0,21 39,-20-35,0 0,1 0,-1 0,1-1,1 1,-1 0,1-1,0 0,0 0,0 0,1-1,0 1,0-1,0 0,0-1,1 1,0-1,-1 0,1 0,0-1,4 1,-6-2,0 0,0-1,1 1,-1-1,0 0,0 0,0-1,0 1,0-1,1 0,-1 0,0 0,-1-1,1 1,0-1,0 0,-1 0,1 0,-1-1,1 1,-1-1,0 0,0 0,0 0,-1 0,1 0,-1-1,0 1,0-1,0 0,0 0,2-3,-1 0,-1-1,1 1,-1-1,0 1,-1-1,0 0,0 1,-1-1,0 0,0 0,-1 1,0-1,0 0,0 1,-3-5,1 4,0 1,0-1,-1 1,-1-1,1 1,-1 1,0-1,-1 1,0 0,0 0,-4-3,8 7,0 1,0-1,0 1,0-1,-1 1,1 0,0 0,-1 0,1 0,-1 0,0 0,1 1,-1-1,0 1,1 0,-1 0,0 0,1 0,-1 0,0 1,1-1,-1 1,1-1,-1 1,0 0,1 0,0 1,-1-1,1 0,0 1,0-1,-1 1,1 0,0-1,1 1,-1 0,-1 1,-1 3,0 0,1 0,-1 1,1-1,0 1,1-1,0 1,0 0,0 0,1 0,0 0,0 0,0 1,1-1,1 0,-1 0,1 0,0 0,1 0,-1 0,1 0,1 0,-1 0,3 3,12 20</inkml:trace>
  <inkml:trace contextRef="#ctx0" brushRef="#br0" timeOffset="32615.258">2413 2661,'-12'-52,"1"-1,3 0,2-1,3 1,3-48,-1 100,1 1,0-1,0 0,-1 0,1 0,0 0,0 0,0 1,0-1,0 0,0 0,0 0,0 0,0 0,0 0,0 1,1-1,-1 0,0 0,1 0,-1 0,0 1,1-1,-1 0,1 0,-1 1,1-1,0 0,-1 1,1-1,0 1,-1-1,1 1,0-1,0 1,-1-1,1 1,0 0,0-1,0 1,0 0,0 0,-1 0,1 0,0 0,0 0,0 0,0 0,0 0,0 0,0 0,-1 0,1 1,0-1,0 0,0 0,0 1,-1-1,1 1,0-1,0 1,-1-1,1 1,0 0,91 64,44 9,-131-67,0 1,0-1,-1 1,0 0,0 0,-1 1,0-1,0 1,-1-1,0 1,-1 0,0 0,0 0,-1 0,0 0,0 0,-1 0,0 0,-1 0,0-1,-1 2,1 7,1-7,-1-7,1 1,0 0,0-1,0 1,1 0,-1 0,1 0,0-1,0 1,0 0,0 0,1 0,0 0,0-1,0 1,0 0,0-1,1 1,-1-1,1 1,0-1,0 0,0 0,1 0,-1 0,1 0,0 0,0-1,0 1,0-1,0 0,1 1,9-1,1-1,-1 0,1 0,-1-2,1 0,-1 0,1-1,-1-1,0 0,0-1,0 0,5-3,-12 5,57-19,-4-1</inkml:trace>
  <inkml:trace contextRef="#ctx0" brushRef="#br0" timeOffset="32983.306">3310 2580,'31'-12,"-17"7,0 0,-1-1,0-1,0 0,-1 0,0-1,0-1,5-5,-16 13,1 0,-1 0,0 0,1 0,-1 0,0-1,0 1,0-1,0 1,0 0,0-1,0 0,-1 1,1-1,-1 1,1-1,-1 0,1 1,-1-1,0 0,0 0,0 1,0-1,0 0,0 0,-1 1,1-1,0 0,-1 1,0-1,1 0,-1 1,0-1,0 1,1-1,-1 1,0 0,-1-1,1 1,0 0,0-1,-1 1,1 0,0 0,-1 0,1 0,-1 1,1-1,-1 0,0 1,1-1,-1 1,-1-1,-2 0,0 0,0 1,0-1,0 1,-1 0,1 1,0-1,0 1,0 0,0 0,0 1,1-1,-1 1,0 0,1 1,-1-1,1 1,0 0,0 0,0 0,0 0,0 1,0 0,-5 5,1 0,1 0,0 0,0 1,1 0,0 0,0 0,1 1,-2 7,-2 65,9-80,0-1,0 1,1-1,0 1,-1-1,1 1,0-1,0 1,0-1,1 0,-1 1,0-1,1 0,0 0,-1 0,1 0,0 0,0-1,0 1,0 0,0-1,1 0,-1 1,0-1,1 0,-1 0,0 0,1-1,0 1,0 0,4-2,0 0,0 0,0-1,0 0,0 0,0-1,-1 0,1 0,-1 0,0-1,0 0,0 0,0 0,-1-1,0 0,0 0,0 0,0-1,-1 0,0 1,0-2,-1 0,74-141,-69 138,-5 27,-1-7,-1 0,2-1,-1 0,1 1,1-1,0-1,0 1,0 0,1-1,1 0,-1 0,1 0,1-1,-1 0,1 0,0-1,1 0,0 0,0-1,0 0,0 0,1-1,0 0,0 0,0-1,0 0,1 0,122 15,-68-17</inkml:trace>
  <inkml:trace contextRef="#ctx0" brushRef="#br0" timeOffset="33653.078">5461 2701,'-1'-13,"1"-1,0 1,1-1,1 1,0 0,0-1,4-7,-3 9,3-17,1-1,1 1,1 1,2 0,1 0,14-23,-25 49,1 0,-1 0,0 0,0 0,1 0,-1 0,1 1,0-1,-1 0,1 1,0-1,0 1,0 0,0 0,0 0,0 0,1 0,-1 0,0 0,0 0,1 1,-1 0,0-1,1 1,-1 0,0 0,1 0,-1 0,0 1,1-1,-1 1,0-1,1 1,-1 0,0 0,0 0,0 0,0 0,0 0,0 1,2 0,13 13,-1 0,0 1,-1 1,0 0,-2 1,8 12,-14-19,0 0,0 0,-1 0,-1 1,0 0,0 0,0 5,-4-14,0-1,-1 1,1 0,-1 0,0 0,0-1,1 1,-2 0,1 0,0 0,-1 0,1-1,-1 1,0 0,0 0,0-1,0 1,0-1,-1 1,1-1,-1 1,1-1,-1 0,0 0,0 0,0 0,0 0,-1 0,1-1,0 1,-1-1,1 1,-1-1,1 0,-3 0,-63 8,68-9,0 0,-1 0,1 0,0 0,-1 0,1 0,-1 0,1 0,0 0,-1 0,1 0,0-1,-1 1,1 0,0 0,-1 0,1-1,0 1,0 0,-1 0,1-1,0 1,0 0,-1-1,1 1,0 0,0-1,0 1,0 0,-1-1,1 1,0 0,0-1,0 1,0-1,0 1,0 0,0-1,0 1,0 0,0-1,0 1,0 0,0-1,1 1,-1-1,0 1,0 0,0-1,0 1,1 0,-1-1,0 1,0 0,1 0,-1-1,0 1,0 0,1 0,-1-1,0 1,1 0,21-17,170-77,-173 84,-3 4,-1-1,1-1,-1 0,-1-1,0-1,0 0,-1-1,0 0,-1-1,0 0,-1-1,1-3,-11 15,0-1,1 1,-1-1,0 1,0-1,-1 0,1 0,0 1,-1-1,1 0,-1 0,1 0,-1 0,0 0,0 0,1 0,-2 0,1 0,0 0,0 1,-1-1,1 0,-1 0,1 0,-1 0,0 0,0 1,1-1,-2 0,1 1,0-1,0 1,0-1,-1 1,1-1,0 1,-1 0,0 0,1 0,-1 0,0 0,1 0,-1 0,0 0,0 1,0-1,1 1,-1 0,0-1,0 1,0 0,0 0,0 0,0 0,-1 0,-4 4,0-1,1 1,0 0,0 0,0 1,0 0,0 0,1 0,0 1,0-1,1 1,-1 1,2-1,-1 0,0 1,1 0,0 0,1 0,0 0,0 0,0 1,1-1,0 0,0 1,1 0,0 0,1 0,0 0,0 0,0 0,1 0,0 0,1-1,0 1,0-1,1 0,-1 0,1 0,1 0,0-1,0 1,0-1,0-1,1 1,0-1,0 0,1 0,0 0,-1-1,1 0,1-1,-1 0,0 0,1 0,0-1,-1 0,1 0,8 0,60 10,-1-7</inkml:trace>
  <inkml:trace contextRef="#ctx0" brushRef="#br0" timeOffset="34100.342">7508 2112,'34'2,"1"-2,0-1,0-2,-1-1,1-2,-1-1,-1-2,1-1,-1-1,-1-2,10-7,-23 11,-2 0,1-2,-1 0,-1-1,0 0,0-1,3-5,-15 13,1 1,-1-1,0-1,0 1,0 0,-1-1,0 0,0 0,0 0,-1 0,0 0,0 0,0-1,-1 1,0-1,-1 1,1-1,-1 1,0-1,-1 0,1 1,-1-1,-2-5,3 9,-1 0,1 1,-1-1,0 0,0 1,0-1,0 1,0-1,0 1,-1-1,1 1,-1 0,1 0,-1 0,0 0,0 0,0 0,0 0,0 1,-1-1,1 1,0-1,-1 1,1 0,-1 0,1 0,-1 0,0 0,1 1,-1-1,0 1,0 0,1 0,-1 0,0 0,1 0,-1 1,0-1,0 1,1-1,-1 1,1 0,-1 0,1 0,-1 1,-5 7,1 0,0 0,1 1,0 0,0 1,1-1,0 1,1 0,0 0,1 0,0 1,1-1,0 1,1 7,-12 83,4 1,5 60,2-84,-5 460,7-501</inkml:trace>
  <inkml:trace contextRef="#ctx0" brushRef="#br0" timeOffset="34631.053">7560 2474,'112'-16,"-1"-4,2-6,-47 10,287-72,-341 84,-22 6,-14 5,1 1,0 2,0 0,1 1,1 1,0 1,0 1,2 1,-1 1,-2 5,-22 44,42-63,1 0,0 0,1 0,-1 0,0 1,1-1,-1 0,1 0,-1 1,1-1,0 0,0 1,0-1,1 0,-1 0,0 1,1-1,-1 0,1 0,0 0,0 0,0 1,0-1,0 0,0-1,1 1,-1 0,1 0,-1 0,1-1,-1 1,2 0,6 1,-1 0,1-1,0 0,-1-1,1 1,0-2,0 1,0-1,0-1,0 1,0-2,0 1,-1-1,1 0,-1-1,1 0,-1 0,0-1,0 0,0-1,0 0,0 0,3-1,0 1,0-2,-1 1,0-2,0 1,-1-1,1-1,-2 1,1-1,-1-1,-1 0,0 0,0-1,-1 1,0-1,-1-1,-1 1,1-1,-2 1,1-1,-2-1,1-2,-9-13,6 27,-1 1,1 0,0-1,0 1,-1 0,1-1,0 1,-1 0,1 0,0-1,-1 1,1 0,-1 0,1-1,0 1,-1 0,1 0,-1 0,1 0,-1 0,1 0,-1 0,1 0,0 0,-1 0,1 0,-1 0,1 0,-1 0,1 0,-1 0,1 0,0 1,-1-1,1 0,-1 0,1 1,0-1,-1 0,1 0,0 1,-1-1,1 0,0 1,0-1,-1 0,1 1,0-1,0 1,-1-1,1 0,0 1,0-1,0 1,0-1,0 1,0-1,-5 9,0 1,1-1,1 0,0 1,0 0,1 0,0 0,0 0,1 0,1 0,0 0,0 0,1 0,1 9,-1-13,1-1,0 1,0-1,0 1,1-1,-1 0,1 0,1 0,-1 0,1 0,-1-1,1 1,1-1,-1 0,0 0,1-1,0 0,0 1,0-1,0-1,1 1,-1-1,1 0,-1 0,5 0,8 2,-1-1,1 0,0-2,-1 0,1 0,0-2,16-2,18-5</inkml:trace>
  <inkml:trace contextRef="#ctx0" brushRef="#br0" timeOffset="34891.437">9152 2340,'-16'-5,"-8"-1,-1 1,0 2,5 8,4 4,4 1</inkml:trace>
  <inkml:trace contextRef="#ctx0" brushRef="#br0" timeOffset="35143.304">8991 2406,'-2'3,"-3"2,-4 1,1 2,1-1</inkml:trace>
  <inkml:trace contextRef="#ctx0" brushRef="#br0" timeOffset="35651.817">9245 2354,'-2'0,"-25"-2,-1 1,1 2,0 1,0 1,0 1,0 1,1 1,0 2,0 1,-20 9,43-16,0-1,0 1,0 0,0 0,1 0,-1 0,0 1,1-1,0 0,0 1,0 0,0 0,0-1,0 1,1 0,-1 1,1-1,0 0,0 0,0 0,0 1,1-1,-1 0,1 1,0-1,0 1,0-1,0 0,1 1,-1-1,1 0,0 1,0-1,0 0,1 0,-1 0,1 0,1 3,6 4,1 0,0-1,0-1,1 1,0-1,1-1,0 0,0-1,0 0,0-1,1-1,0 1,0-2,1 0,-1-1,1 0,1-1,15 2,-1-1,1-1,0-2,0-1,0-2,-1-1,0-1,0-1,0-1,-1-2,0-1,-1-1,0-2,-1 0,-1-2,0-1,-1-1,-1 0,8-10,8-20,-39 47,1 0,0 0,0 0,-1 0,1 0,0-1,-1 1,1 0,-1 0,0-1,1 1,-1 0,0 0,0-1,0 1,0 0,0-1,0 1,0 0,0-1,-1 1,1 0,0 0,-1-1,1 1,-1 0,1 0,-1 0,0-1,0 1,1 0,-1 0,0 0,0 0,0 0,0 1,0-1,0 0,0 0,0 1,-1-1,1 0,0 1,-3-1,1-1,-1 1,1 1,-1-1,0 1,1-1,-1 1,0 0,0 0,1 1,-1-1,0 1,1-1,-1 1,1 1,-1-1,1 0,-1 1,1-1,0 1,0 0,0 0,0 1,0-1,0 1,-2 2,0 0,1 0,-1 0,1 1,0 0,0-1,0 2,1-1,0 0,1 1,-1-1,1 1,0 0,0 6,1-8,1-1,0 1,0-1,1 1,-1-1,1 1,0-1,0 1,1-1,-1 0,1 0,0 0,0 0,0 0,1 0,-1 0,1-1,0 1,0-1,0 0,1 0,-1 0,1 0,0 0,-1-1,1 0,0 0,0 0,1 0,9 4,1 0,0-1,0-1,0-1,0 0,1-1,15 1,6-3,-1-2,1-1,-1-1,0-3,30-9,10-5</inkml:trace>
  <inkml:trace contextRef="#ctx0" brushRef="#br0" timeOffset="36035.948">11985 2073,'0'20,"0"19,0 9,3 5,0 1,2-4,1-7,-2-10</inkml:trace>
  <inkml:trace contextRef="#ctx0" brushRef="#br0" timeOffset="36503.872">11732 1953,'43'-9,"0"2,1 2,0 2,0 2,44 5,-77-4,1 0,-1 1,0 1,0 0,0 1,0 0,0 0,-1 1,1 1,-1 0,0 0,0 1,-1 0,1 1,-2 0,1 0,-1 1,0 0,5 6,-5 4,0-1,-1 1,-1 1,-1-1,0 1,-1 0,-1 0,-1 0,-1 0,-1 1,0-1,-2 0,-1 8,1 46,2-71,-1 0,1 1,0-1,0 0,0 0,0 0,0 1,0-1,1 0,-1 0,1 0,-1 0,1 0,0 0,0 0,0 0,0 0,0 0,0 0,1 0,-1-1,1 1,-1 0,1-1,0 1,-1-1,1 0,0 0,0 0,0 0,0 0,0 0,0 0,0 0,0-1,0 1,0-1,1 0,-1 1,0-1,0 0,0 0,2-1,11-3,1-1,-1 0,-1-1,1-1,-1 0,0-1,-1-1,0 0,0-1,-1 0,0-1,-1 0,0-1,8-11,-9 10,0 0,-1-1,0 1,-2-2,1 1,-2-1,0 0,0 0,-2-1,0 0,-1 0,1-7,-4 23,0 0,-1 0,1 0,0 0,0 0,0 0,-1 1,1-1,0 0,0 0,0 0,-1 0,1 0,0 0,0 0,0 0,-1 0,1 0,0 0,0 0,0 0,-1 0,1 0,0-1,0 1,-4 17,1 0,0-1,2 1,0 0,0 0,2 0,0 0,1 0,1 0,1 0,2 7,-2-15,0 0,1-1,0 0,0 0,1 0,0-1,0 1,1-2,0 1,0-1,0 0,1 0,0-1,0 0,1 0,-1-1,1 0,0-1,0 1,0-2,5 2,36 7</inkml:trace>
  <inkml:trace contextRef="#ctx0" brushRef="#br0" timeOffset="37068.454">13376 2247,'-12'-3,"0"0,0 1,0 1,-1 0,1 1,0 0,0 1,0 0,-1 1,1 0,1 1,-1 0,0 1,1 1,0 0,0 0,0 1,0 0,1 1,0 0,1 1,-1 0,2 0,-1 1,-3 4,10-11,0 1,0-1,0 0,1 0,-1 1,1-1,-1 1,1-1,0 1,-1 0,2 0,-1-1,0 1,0 0,1 0,0 0,-1 0,1 0,0 0,0-1,1 1,-1 0,1 0,-1 0,1 0,0 0,0-1,0 1,1 0,-1-1,0 1,2 0,7 5,1-1,0-1,0 0,1 0,-1-1,1 0,0-1,1-1,-1 0,1-1,-1 0,1 0,0-2,0 1,3-2,-8 1,19 4,-1-2,1-1,0-1,-1-2,1 0,-1-2,0-1,0-1,0-1,-1-1,0-1,15-9,6-28,-46 49,0 1,1-1,-1 1,1 0,0-1,0 1,0-1,0 1,1-1,-1 0,1 0,0 1,0-1,0 0,0-1,1 1,-1 0,1-1,-1 1,1-1,0 0,0 0,0 0,1 0,-1 0,0-1,0 0,1 1,-1-1,1 0,5 2,1 0,0 0,-1 0,1-1,0-1,0 0,0 0,0-1,0 0,0-1,1 0,-2 0,1-1,0-1,0 0,-1 0,1 0,-1-1,0-1,0 0,-1 0,1-1,-1 1,0-2,-1 1,1-1,-1-1,-1 1,1-1,-5 3,-1 0,1 1,-1-1,0 0,0 0,-1 0,1 0,-1 0,0 0,0 0,-1 0,0 0,1 0,-2 0,1 1,0-1,-1 0,0 1,0-1,-1 1,1-1,-1 1,0 0,0 0,0 0,-1 1,1-1,-1 1,0 0,0 0,0 0,0 0,0 1,-1 0,1 0,-1 0,0 0,0 1,1-1,-1 1,0 1,0-1,0 1,0-1,0 1,0 1,0-1,0 1,0 0,0 0,0 1,-5 1,1 1,0 0,0 1,1 0,-1 1,1-1,0 2,0-1,1 1,0 0,0 1,1-1,0 1,0 1,1-1,0 1,0 0,1 0,0 0,1 1,0-1,1 1,-1 1,3-9,-1 0,1 0,0 1,-1-1,1 0,0 0,0 0,1 0,-1 1,0-1,1 0,-1 0,1 0,0 0,-1 0,1 0,0 0,0 0,1 0,-1 0,0-1,0 1,1 0,-1-1,1 1,0-1,-1 1,1-1,0 0,0 0,0 0,0 0,0 0,0 0,1 0,31 5,1-5</inkml:trace>
  <inkml:trace contextRef="#ctx0" brushRef="#br0" timeOffset="37614.436">14071 1779,'-11'-1,"0"0,0 1,0 0,0 1,0 0,0 1,1 0,-1 1,1 0,-1 1,1 0,0 0,0 1,1 1,-3 1,6-3,0-1,1 1,0 1,0-1,0 1,0 0,1 0,0 0,0 1,0-1,0 1,1 0,0 0,0 1,1-1,0 0,0 1,1-1,-1 1,1 0,1 0,-1-1,1 1,1 6,3 6,2-1,0 0,1 0,1-1,0 0,1 0,1-1,1 0,1 0,6 6,-14-16,224 276,-155-212,-72-70,0 1,0-1,0 1,0-1,0 0,0 1,0-1,0 0,0 0,0 0,0 0,0 0,0 0,0 0,0 0,0 0,0 0,0 0,0-1,0 1,0 0,0-1,0 1,0-1,0 1,0-1,-1 1,1-1,0 0,0 1,0-1,-1 0,1 0,-1 1,1-1,0 0,-1 0,1 0,-1 0,1-1,12-43,-3-70,-10 93,1 0,1 1,0-1,2 1,0-1,2 1,0 0,1 1,1 0,6-9,-11 24,1 0,0 0,0 0,0 1,0 0,1 0,0 0,0 0,0 1,0-1,1 1,-1 1,1-1,-1 1,1 0,0 0,0 1,0-1,0 1,0 1,0-1,1 1,-1 0,0 1,0-1,0 1,0 0,0 1,0 0,0 0,0 0,-1 0,3 2,2 0,-1 0,1 0,-1 0,0 1,-1 1,0 0,1 0,-2 0,1 1,-1 0,0 1,0-1,-1 1,0 1,-1-1,0 1,0 0,0 0,-1 0,-1 1,0 0,0-1,-1 1,0 0,0 6,-13 132,11-147,0 1,0 0,0 0,0-1,0 1,1 0,-1-1,1 1,-1 0,1-1,-1 1,1-1,0 1,0-1,0 1,0-1,0 1,0-1,0 0,0 0,1 1,-1-1,0 0,1 0,-1 0,1-1,-1 1,1 0,-1 0,1-1,0 1,-1-1,1 0,0 1,-1-1,1 0,1 0,69-4,-64 3,43-8</inkml:trace>
  <inkml:trace contextRef="#ctx0" brushRef="#br0" timeOffset="38697.85">15541 2032,'-12'-2,"0"0,-1 0,1 2,-1-1,1 1,-1 1,1 0,0 1,-1 0,1 1,0 1,0 0,1 0,-1 1,1 0,0 1,0 1,1-1,0 2,0 0,0 0,1 0,-2 4,9-9,0 0,0 1,0-1,1 1,-1 0,1-1,0 1,0 0,0 0,1 0,-1 0,1 0,0 0,0-1,0 1,1 0,-1 0,1 0,0 0,0 0,0 0,1-1,-1 1,1-1,0 1,0-1,0 0,1 1,-1-1,1 0,-1 0,1-1,0 1,1 0,16 9,1-1,0 0,0-2,1 0,0-1,0-2,1 0,0-1,0-2,1 0,-1-1,1-2,2 0,13 1,1-2,-1-1,0-2,0-2,0-1,-1-3,0 0,0-3,-2-1,1-2,-2-1,0-1,-2-3,17-12,-17 0,-33 33,0-1,-1 0,1 0,0 1,0-1,-1 0,1 0,0 1,-1-1,1 0,-1 0,1 1,-1-1,1 1,-1-1,1 0,-1 1,0-1,1 1,-1 0,0-1,1 1,-1-1,0 1,0 0,1 0,-1-1,0 1,0 0,0 0,0 0,1 0,-1 0,0 0,0 0,0 0,1 0,-1 0,0 1,0-1,0 0,1 0,-1 1,0-1,1 1,-1-1,-12 2,0 1,1 1,0 0,0 0,0 1,1 0,-1 1,1 1,0 0,1 0,0 1,0 0,1 1,-4 4,10-11,1 0,0 0,0 0,1 0,-1 0,0 0,1 0,-1 1,1-1,0 1,0-1,0 1,0-1,0 1,0 0,1-1,-1 1,1 0,0-1,0 1,0 0,0 0,0 0,1-1,-1 1,1 0,0-1,-1 1,1-1,1 1,-1-1,0 1,0-1,1 1,0-1,-1 0,1 0,0 0,0 0,0 0,0-1,0 1,1 0,-1-1,1 0,1 2,6-1,-1 1,1-1,0-1,0 0,0 0,0-1,0 0,0-1,0 0,0 0,0-1,-1 0,1-1,0 0,-1-1,0 0,0-1,0 1,-1-2,1 1,-1-1,0 0,-1-1,0 0,0 0,0-1,4-5,-9 9,-2 4,0 0,0-1,0 1,0-1,0 1,0 0,0-1,0 1,0 0,0-1,1 1,-1 0,0-1,0 1,0 0,0-1,1 1,-1 0,0-1,0 1,0 0,1 0,-1-1,0 1,1 0,-1 0,0-1,0 1,1 0,-1 0,0 0,1 0,-1 0,1-1,-1 1,0 0,1 0,-1 0,0 0,1 0,-1 0,0 0,1 0,-1 0,1 0,-1 1,0-1,1 0,-1 0,0 0,1 0,-1 0,0 1,0-1,1 0,-1 0,0 1,1-1,-1 0,0 0,0 1,0-1,1 0,-1 1,0-1,0 1,1 3,-1 1,1 0,-1 0,1-1,1 1,-1 0,1-1,0 1,0-1,0 0,0 0,1 0,0 0,0 0,0 0,0-1,0 1,1-1,0 0,-1 0,1 0,0-1,1 1,-1-1,0 0,1 0,-1-1,1 1,2 0,0-2,-1-1,1 0,-1 0,1 0,-1-1,0 0,0 0,0 0,0-1,0 0,0 0,-1-1,1 1,-1-1,0 0,0-1,-1 1,1-1,-1 0,0 0,0 0,-1-1,1 1,-1-1,-1 0,1 0,-1 0,0 0,0-1,-1 1,1 0,-1-1,-1-3,6-133,-6 141,-1 0,1 0,0 1,0-1,0 0,0 0,0 0,0 0,1 0,-1 1,1-1,-1 0,1 0,0 1,-1-1,1 0,0 1,0-1,0 1,0-1,1 1,-1-1,0 1,1 0,-1 0,1-1,-1 1,1 0,-1 0,1 1,0-1,-1 0,1 0,0 1,0-1,-1 1,1 0,0-1,0 1,0 0,0 0,0 0,-1 0,1 1,0-1,1 1,16 1,-1 1,0 1,0 1,-1 0,1 2,-1 0,-1 0,1 2,-1 0,7 6,-19-11,0 0,0 1,0 0,-1-1,0 1,0 0,0 1,-1-1,1 0,-1 1,0 0,-1-1,1 1,-1 0,-1 0,1-1,-1 1,0 0,0 0,0 0,-1 0,0 0,0-1,-1 1,0 0,-2 4,-2 85,7-93,0 1,0 0,0 0,0-1,1 1,-1-1,1 1,-1-1,1 0,0 1,0-1,0 0,0 0,1 0,-1-1,0 1,1-1,-1 1,1-1,0 0,-1 0,1 0,0 0,0 0,0-1,0 1,-1-1,1 0,2 1,86-8,-82 6,0-1,1 0,-1-1,0 0,0 0,-1-1,1 0,-1-1,0 0,0 0,0-1,-1 0,0 0,0-1,0 0,-1 0,0 0,-1-1,1 0,-2 0,1 0,-1-1,0 1,-1-1,0 0,0 0,-1-1,0 1,0 0,-1-1,-1 1,0-1,0 1,-1-3,1 8,-1 1,1-1,-1 1,0-1,-1 1,1-1,0 1,-1 0,0 0,0 0,0 0,0 0,0 0,0 0,-1 1,0-1,1 1,-1 0,0 0,0 0,0 0,0 0,0 0,-1 1,1 0,-1 0,1 0,0 0,-1 0,0 1,1-1,-1 1,1 0,-1 0,0 0,1 1,-1-1,1 1,-1 0,1 0,0 0,-1 0,1 1,0-1,0 1,-1 0,1 0,1 0,-1 1,-2 1,1 2,0-1,0 0,0 1,1 0,0-1,0 1,1 1,-1-1,1 0,1 0,-1 1,1-1,0 1,0 0,1-1,0 1,0 0,1-1,0 1,0-1,0 1,1-1,0 0,0 1,1-1,0 0,0 0,0-1,1 1,-1 0,1-1,1 0,-1 0,1-1,0 1,4 3,3-1,1-1,0 0,0-1,0 0,1-1,-1 0,1-1,0-1,0 0,0-1,0-1,0 0,2-1,180-27,-66-5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4:12.9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14 856,'10'-145,"-5"104,-2 0,-1 0,-4-33,0 54,-1 1,-1-1,0 1,-2 0,-6-16,18 45,1-1,1 0,0-1,0 0,0 0,1 0,0-1,1-1,0 0,0 0,1 0,10 6,0 0,0-2,1 0,0-2,0 0,1-1,0-2,8 1,-28-5,0 1,0-1,0 0,0 1,0 0,-1 0,1 0,-1 0,1 0,-1 1,0-1,1 1,-1-1,-1 1,1 0,0 0,-1 0,1 0,-1 0,0 0,0 0,0 0,0 0,-1 1,1-1,-1 0,0 0,0 1,0-1,-1 0,1 1,3 19,1 1,-4-16,1 1,0-1,0 1,1-1,0 0,0 0,1 0,0 0,1 0,0 0,0-1,0 0,1 0,0 0,0 0,1-1,0 1,-3-6,1 1,-1-1,0 0,1 0,-1 0,0 0,1 0,-1-1,1 1,0-1,-1 0,1 0,-1-1,1 1,-1-1,1 1,-1-1,0 0,1 0,-1-1,0 1,0-1,1 0,1-1,67-57,9-45,-81 105,0 0,0-1,0 1,0 0,0-1,0 1,0-1,1 1,-1 0,0-1,0 1,0 0,1-1,-1 1,0 0,0 0,1-1,-1 1,0 0,1 0,-1-1,0 1,1 0,-1 0,0 0,1 0,-1 0,0-1,1 1,-1 0,0 0,1 0,-1 0,1 0,-1 0,0 0,1 0,-1 0,0 0,1 0,-1 1,1-1,-1 0,0 0,1 0,-1 0,0 1,1-1,-1 0,0 0,0 0,1 1,-1-1,0 0,0 1,1-1,-1 0,0 1,0-1,0 0,1 1,-1-1,0 0,0 1,0-1,3 28,-3-27,0 0,12 109,-11-106,0 1,0-1,1 1,0-1,0 1,0-1,0 0,1 0,-1 0,1 0,0-1,1 1,-1-1,0 1,1-1,0 0,0-1,0 1,0-1,0 1,3 0,10 2</inkml:trace>
  <inkml:trace contextRef="#ctx0" brushRef="#br0" timeOffset="268.885">616 268,'18'9,"6"3</inkml:trace>
  <inkml:trace contextRef="#ctx0" brushRef="#br0" timeOffset="589.698">910 0,'19'38,"-1"1,-2 1,-2 0,-1 1,-3 1,-1 0,-1 5,30 357,-39-396,1 0,0 0,1 0,0-1,0 1,1 0,0 0,0-1,0 1,1-1,0 0,1 0,0 0,0 0,0 0,1-1,0 0,0 0,1 0,0-1,0 0,0 0,0 0,1-1,0 1,2-1,0-1,1-1,-1 0,1-1,-1 0,1-1,0 0,-1 0,1-1,-1 0,1-1,-1 0,1-1,-1 0,0 0,0-1,-1 0,1 0,-1-1,1 0,-2-1,1 0,-1 0,1 0,-2-1,1 0,1-3,5-13</inkml:trace>
  <inkml:trace contextRef="#ctx0" brushRef="#br0" timeOffset="802.132">897 455,'23'-5,"23"-7,19-8,13-4,-7 2</inkml:trace>
  <inkml:trace contextRef="#ctx0" brushRef="#br0" timeOffset="1931.637">1659 481,'6'17,"18"50,2-2,3-1,18 26,-45-86,-1-1,0 0,1 0,-1 0,1 0,0 0,0 0,0 0,1 0,-1-1,0 1,1-1,0 0,0 1,0-1,0-1,0 1,0 0,0-1,0 1,1-1,-1 0,0 0,1-1,-1 1,1-1,-1 1,1-1,-1 0,1 0,-1-1,1 1,-1-1,2 0,6-6,-1-1,0-1,-1 1,0-2,0 1,-1-1,0 0,-1-1,0 0,-1 0,0 0,-1-1,3-9,22-67,-27 145,6 53,-8-105,0 1,0 0,1-1,0 1,0-1,0 0,1 1,0-1,0 0,0-1,1 1,-1-1,1 1,0-1,0 0,1 0,3 3,-4-6,-1 1,1-1,0 1,-1-1,1 0,0 0,-1-1,1 1,0-1,0 0,0 0,0 0,0 0,-1-1,1 1,0-1,0 0,-1 0,1-1,-1 1,1-1,-1 1,1-1,-1 0,2-2,70-67,-63 56,0-1,-1-1,-1 0,-1 0,0-1,4-14,-7 14,1 30,-3 9,0-1,1 0,2 0,0-1,1 0,0 0,7 9,-12-22,1-1,-1 0,1 0,0-1,0 1,0-1,0 0,1 0,0 0,0-1,0 0,0 0,0 0,1 0,-1-1,1 0,0 0,-1 0,1-1,0 0,0 0,0-1,0 1,0-1,0 0,0-1,0 0,2 0,2-3,-1 0,1 0,-1-1,0 0,0-1,-1 0,0 0,0-1,0 0,-1-1,0 1,0-1,-1-1,0 1,0-1,-1 0,0 0,-1-1,0 1,-1-1,0 0,0 0,-1 0,0-1,-1 1,0-4,10-35,-11 49,1-1,-1 1,0 0,0 0,0-1,0 1,1 0,-1-1,0 1,0 0,0 0,1 0,-1-1,0 1,1 0,-1 0,0 0,0 0,1 0,-1-1,0 1,1 0,-1 0,0 0,1 0,-1 0,0 0,1 0,-1 0,0 0,0 0,1 0,-1 0,0 0,1 1,-1-1,0 0,1 0,-1 0,0 0,0 0,1 1,-1-1,0 0,0 0,1 0,-1 1,0-1,0 0,0 0,1 1,-1-1,0 0,0 1,0-1,0 0,0 0,0 1,0-1,0 0,1 1,-1-1,0 0,0 1,0-1,-1 0,10 25,-8-24,12 58,-11-45,0-1,1 1,0-1,1 0,1 0,0 0,1 0,0-1,1 0,1 0,5 7,-11-17,1 0,-1 1,1-1,-1 0,1 0,0 0,-1-1,1 1,0-1,0 1,0-1,0 0,1 0,-1 0,0-1,0 1,1-1,-1 0,0 0,1 0,-1 0,0 0,0-1,1 0,-1 1,0-1,0 0,0-1,0 1,0 0,0-1,0 0,0 0,-1 0,1 0,0 0,7-7,1-1,-2 0,1 0,-2-1,1 0,-1 0,-1-1,1-2,27-91,-35 105,1 0,-1-1,1 1,-1 0,1 0,-1 0,1 0,-1 0,0 0,1 0,-1 0,1 0,-1 0,1 0,-1 0,1 0,-1 0,1 0,-1 0,1 0,-1 1,0-1,1 0,-1 0,1 1,-1-1,0 0,1 0,-1 1,1-1,-1 0,0 1,0-1,1 1,-1-1,0 0,0 1,1-1,-1 1,0-1,0 1,0-1,0 1,0-1,0 1,0-1,0 0,0 1,0-1,0 1,0-1,0 1,0-1,0 1,0-1,0 1,-1-1,1 1,0-1,0 0,-1 1,3 3,5 13,1-1,1 0,0-1,1 1,1-2,0 0,1 0,0-1,1 0,1-1,9 6,-15-12,0 0,0-1,1 0,-1-1,1 0,0 0,1-1,-1 0,0-1,1 0,0 0,-1-1,1 0,0-1,0 0,-1 0,1-1,0 0,-1-1,1 0,-1-1,3-1,8-6,0-1,-1-1,-1-1,0-1,0 0,-2-1,0-1,0 0,-2-2,0 1,-1-2,-1 0,0 0,-2-1,0 0,-1-1,1-7,2-5,-1-1,-1-1,-2 1,-2-2,-1 1,-2-1,-1 1,-2-1,-1 0,-3-14,3 41,0 0,-1 0,1 0,-2 0,1 0,-1 1,-1-1,0 1,0 0,0 0,-1 0,0 1,0-1,-1 1,0 0,-5-4,9 10,0 0,0 0,0-1,0 1,0 0,0 1,-1-1,1 0,0 1,0-1,-1 1,1-1,0 1,-1 0,1 0,0 0,-1 1,1-1,0 0,0 1,-1-1,1 1,0 0,0 0,0 0,0 0,0 0,0 1,0-1,0 0,0 1,1-1,-1 1,1 0,-1 0,-41 74,36-55,2 0,0 0,1 1,2-1,0 1,1 0,1-1,1 1,1 0,1-1,0 1,2-1,1 0,1 0,0-1,1 0,2 0,0-1,1 0,0-1,2 0,0-1,1 0,1-1,0-1,1 0,1-1,9 5,0-3,0-1,2-1,-1-1,30 8,16 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4:11.6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254 216,'0'16,"3"15,2 12,3 10,1 1,-3-1,-1-3,-1-8,-3-8,0-11</inkml:trace>
  <inkml:trace contextRef="#ctx0" brushRef="#br0" timeOffset="437.429">1 70,'13'-9,"1"0,0 1,1 1,-1 0,1 1,1 1,-1 0,1 1,0 1,0 0,0 1,0 1,1 0,0 2,-1-2,-1 1,1 1,0 1,0 0,0 1,-1 1,1 1,-1 0,0 0,0 2,-1 0,0 0,0 1,-1 1,0 1,0-1,-1 2,-1 0,0 0,8 12,-2 1,-2 1,0 0,-2 1,-1 1,-1 0,-1 1,-2 0,0 1,-2-1,-1 1,-2 1,-1-1,-1 0,-1-21,0-5,0-1,0 1,0 0,0-1,0 1,0-1,1 1,-1-1,1 1,0 0,-1-1,1 0,0 1,1-1,-1 0,0 1,1-1,0 1,21-21,0-16,-3-1,0-1,-2-1,5-18,-13 30,0 5,-9 20,0 0,0 1,0-1,0 1,0 0,0-1,-1 1,1 0,0-1,0 1,-1 0,1 0,0-1,-1 1,1 0,-1 0,1 0,-1 0,0 0,1 0,-1 0,0 0,0 0,1 0,-1 0,0 0,0 0,0 0,0 0,-1 0,1 0,0 0,0 0,0 0,-1 0,1 0,-1 0,2 3,-1 8,1-1,0 0,1 0,1 1,0-2,0 1,1 0,0-1,1 1,0-1,0 0,1-1,1 1,-1-1,2-1,-1 1,1-1,0 0,1-1,0 0,2 1,6 0,-1 0,1-2,0 0,0 0,1-2,7 1,39 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10.0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1,'12'329,"-8"-86,11-2,14 32,65 222,19 141,-16 380,-5-257,-41-430,40 105,-75-365,20 155,-9 1,-10 0,-13 199,-3-404,31 698,-1-31,-30-438,10 0,11 0,28 102,-13-177,8 32,-9 1,-6 39,8 528,-30-691,15 141,-10 2,-9-1,-21 162,-23-78,-27 315,58 147,11-470,7-72,26 129,-22-244,46 440,-56-490,-2-13,1 1,3-1,3 1,1-1,3-1,5 11,9-9,-14-37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43.6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0,'9'10,"10"2,11-1,11-4,8-5,5-6,-2-2,-6 0,-10 1</inkml:trace>
  <inkml:trace contextRef="#ctx0" brushRef="#br0" timeOffset="250.39">108 241,'14'2,"15"2,15-1,11-3,10-6,5-4,-10-1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41.6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346 23,'-19'5,"0"1,0 0,0 2,1 0,0 1,1 1,0 0,0 2,1 0,0 0,1 1,-1 4,2-6,0 1,2 0,-1 1,2 1,0 0,0 0,1 1,1 1,-3 7,12-21,-1 0,0 0,1 0,0 0,0 0,-1 1,1-1,1 0,-1 0,0 1,0-1,1 0,-1 0,1 0,0 0,0 0,0 0,0 0,0 0,0 0,0 0,0 0,1-1,-1 1,1-1,-1 1,1-1,0 1,0-1,0 0,-1 0,1 0,2 1,70 25,-33-17,-11-4,0 1,0 1,-1 2,-1 0,0 2,0 2,-1 0,19 14,-41-23,1 0,0 0,-1 1,0 0,0 0,-1 0,1 0,-2 1,1 0,-1 0,1 0,-1 1,-2-5,0 0,-1 0,1 0,0 0,-1 1,0-1,1 0,-2 0,1 1,0-1,0 0,-1 0,0 0,1 0,-1 0,-1 0,1 0,0 0,-1 0,1 0,-1 0,0-1,0 1,0-1,0 1,0-1,-1 0,1 0,-3 1,-8 4,0-1,-1-1,0 0,0-1,0 0,0-1,-1-1,1 0,-1-1,0-1,1 0,-13-2,7 2,-74 0,81 10,32-2,-3-5</inkml:trace>
  <inkml:trace contextRef="#ctx0" brushRef="#br0" timeOffset="1127.321">842 157,'0'-7,"0"2,0 12,0 13,0 15,2 12,3 10,3 5,2 0,3-3,0-3,0-6,1-7,-2-7,-4-9</inkml:trace>
  <inkml:trace contextRef="#ctx0" brushRef="#br0" timeOffset="1390.617">868 652,'4'2,"7"1,5 0,5-1,6 0,2-1,2-1,-3-2,-6-1</inkml:trace>
  <inkml:trace contextRef="#ctx0" brushRef="#br0" timeOffset="1686.825">694 90,'14'-5,"15"-5,15-4,11-2,10 0,5 0,-10 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44.7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415 493,'-19'0,"0"1,0 1,0 0,0 2,1 0,-1 1,1 0,0 2,0 0,1 1,0 1,-13 9,17-11,0-1,1 1,0 1,0 0,1 1,0 0,1 1,0 0,0 1,1 0,1 0,0 1,0 0,-4 10,11-18,0-1,0 1,0 0,1-1,-1 1,1 0,0 0,0 0,0-1,1 1,-1 0,1-1,0 1,0 0,0-1,1 1,-1-1,1 1,0-1,0 0,0 0,0 0,0 0,1 0,0 0,-1-1,1 1,90 54,-14-25,-54-25,-1 2,-1 1,0 1,0 1,-1 1,-1 1,0 0,-1 2,1 1,-17-13,0 0,0 0,-1 0,1 1,-1-1,0 1,0 0,-1 0,1 0,-1 0,0 0,0 0,-1 1,1-1,-1 1,-1-1,1 1,-1-1,0 1,0 0,0-1,-1 1,0-1,0 1,-1-1,1 0,-1 1,0-1,0 0,-1 0,0 0,0 0,0-1,0 1,-1-1,1 0,-1 0,0 0,-1 0,1-1,-1 0,-1 1,-5 1,0 0,0-1,-1-1,1 0,-1-1,0 0,0 0,0-2,1 1,-1-1,0-1,0 0,0-1,0 0,1-1,-1 0,1-1,0 0,0-1,0 0,-8-6,18 11,1 0,-1 0,0 0,1-1,-1 1,0 0,1 0,-1 0,0-1,1 1,-1 0,1 0,-1-1,1 1,-1 0,0-1,1 1,-1-1,1 1,0-1,-1 1,1-1,-1 1,1-1,0 0,-1 1,1-1,0 1,0-1,-1 0,1 1,0-1,0 0,0 1,0-1,0 0,0 1,0-1,0 0,0 1,0-1,0 0,1 1,-1-1,0 1,0-1,1 0,-1 1,0-1,1 1,-1-1,0 1,1-1,-1 1,1-1,-1 1,19-7,3 2</inkml:trace>
  <inkml:trace contextRef="#ctx0" brushRef="#br0" timeOffset="868.608">630 1122,'25'-13,"-1"-1,-1-1,0 0,0-2,-2-1,0-1,-1-1,-1 0,-1-1,-1-1,-15 20,0 1,-1-1,1 1,-1-1,1 0,-1 1,0-1,0 0,1 0,-1 0,0 0,-1 0,1 0,0 0,-1 0,1 0,-1-1,1 1,-1 0,0 0,0 0,0-1,0 1,-1 0,1 0,-1 0,1-1,-1 1,0 0,1 0,-1 0,0 0,0 0,-1 0,1 1,0-1,-1 0,1 1,-1-1,1 1,-1-1,0 1,0-1,1 1,-3-1,0 1,-1 1,1 0,0-1,-1 1,1 1,0-1,0 1,-1-1,1 1,0 0,0 1,0-1,0 1,0 0,0 0,0 0,1 0,-1 1,1-1,0 1,-1 0,1 0,1 0,-2 2,-2 2,0 1,1 0,0 0,1 1,-1-1,2 1,-1 0,1 0,1 0,-2 7,2-8,1 1,-1 0,1 0,1-1,0 1,0 0,1 0,0 0,0 0,1-1,0 1,1-1,0 1,0-1,1 0,0 0,0 0,1-1,0 1,0-1,1 0,-1-1,2 1,-1-1,1 0,0-1,0 0,0 0,1 0,0-1,0 0,0-1,0 0,8 2,-8-3,1-1,0-1,0 0,-1 0,1 0,0-1,-1-1,1 1,-1-1,1-1,-1 0,0 0,0 0,0-1,0 0,-1-1,1 0,-1 0,-1 0,1-1,-1 0,0 0,5-6,-1-1,0 0,-1 0,0-1,-1 0,-1 0,0-1,-1 0,-1 0,0-1,-1 1,0-1,-1-9,-1 19,-1-1,0 0,-1 0,0 0,0 0,-1 0,1 0,-2 0,1 0,-1 0,0 0,0 1,-1-1,1 1,-2 0,0-3,-8 7,19 19,2-12,1 0,-1-1,1-1,0 1,0-2,0 1,0-1,0-1,1 0,-1 0,0-1,6-1,-2 1,16 0,51 9,-78-6,0 0,-1 0,1 0,-1 1,0-1,0 1,0-1,-1 1,1 0,-1-1,0 1,0 0,0 0,0 0,-1 0,0 0,0 0,0 0,0 0,0 0,-1 0,0 0,0 2,0 8,-1 113,3-125,-1 1,1-1,-1 0,1 1,-1-1,1 0,0 0,0 0,0 0,1 0,-1 0,0 0,1 0,-1 0,1-1,-1 1,1 0,0-1,0 0,0 1,0-1,0 0,0 0,0 0,0 0,0 0,1-1,-1 1,0-1,0 1,1-1,-1 0,0 0,1 0,1 0,81-24,-66 13,1 0,-2-1,0-1,0-1,-1-1,13-14,-24 23,0 0,0 0,0-1,-1 0,0 0,0 0,-1-1,0 1,0-1,-1 0,0 0,0-1,-1 1,0-1,-1 1,1-4,-1 35,1 0,2-1,0 1,1-1,1 0,2 0,9 20,-15-37,1 0,0-1,0 1,0-1,1 0,-1 0,1 0,0-1,0 1,0-1,1 0,-1 0,1 0,0-1,-1 1,5 0,16 5</inkml:trace>
  <inkml:trace contextRef="#ctx0" brushRef="#br0" timeOffset="1138.959">1845 480,'-13'12,"-5"7,5 6,10 3,12-1,4-5</inkml:trace>
  <inkml:trace contextRef="#ctx0" brushRef="#br0" timeOffset="1744.389">2541 921,'-14'-9,"0"0,0 1,-1 1,0 0,0 1,-1 1,0 0,0 1,0 1,0 0,0 1,-1 1,1 1,-10 1,21 0,0 1,0 0,1 0,-1 0,1 1,-1-1,1 1,0 0,0 0,0 1,1-1,-1 1,1 0,0 0,0 0,0 0,1 1,-1-1,1 1,0 0,0-1,0 4,-2 3,1-1,1 1,0 0,1 0,0 1,0-1,1 0,1 0,1 9,-2-15,1 0,0 0,0-1,0 1,0-1,1 1,0-1,0 1,0-1,1 0,-1 0,1 0,0 0,0 0,0-1,1 1,-1-1,1 0,0 0,0 0,0-1,0 1,1-1,-1 0,0 0,1-1,0 1,-1-1,1 0,0 0,-1-1,1 1,0-1,0 0,0 0,2-1,6-3,0 0,-1-1,0 0,0-1,-1 0,1-1,-1 0,-1 0,1-2,-2 1,1-1,-1-1,0 0,-1 0,0 0,-1-1,0 0,0-1,-1 0,-1 0,0 0,-1 0,0-1,0-1,-3 9,1 0,-1 0,0 0,0 0,0 0,0 0,-1 0,0 0,0 0,-1 0,1 0,-1 0,0 0,-1-3,1 8,0-1,0 1,1 0,-1 0,0 0,1 0,-1 0,0 0,0 1,1-1,-1 0,0 0,1 0,-1 1,0-1,1 0,-1 1,0-1,1 0,-1 1,1-1,-1 1,1-1,-1 1,1-1,-1 1,1 0,0-1,-1 1,1 0,0-1,-1 1,1 0,0-1,0 1,-1 0,1-1,0 1,0 0,0-1,0 1,0 0,0 0,0-1,1 1,-1 0,0-1,0 1,0 0,1 0,-3 8,0 0,0 0,1 0,1 0,0 0,0 0,0 1,1-1,1 0,0 0,0 0,0 0,1-1,1 1,-1-1,2 1,-1-1,1 0,0-1,0 1,1-1,0 0,1-1,-1 1,1-1,0 0,1-1,-1 0,1 0,0-1,1 0,4-1,-1 0,1-1,1-1,-1 0,0-1,0-1,0 0,0 0,0-1,0-1,0 0,-1-1,0 0,1-1,-1-1,-1 1,1-2,-1 0,0 0,-1-1,0 0,0-1,0 0,-1-1,-1 0,0 0,0-1,-1 0,0 0,-1-1,0 0,2-7,2-16,-2 0,-1 0,-2-1,-1 1,-2-1,-1 0,-2 0,-1 0,-2 1,-2-1,-1 1,-7-20,10 32,-1 1,-1 0,0 0,-2 0,-1 1,0 0,-2 1,0 0,-1 0,-11-12,22 30,0 1,0 0,-1 0,1 0,0-1,0 1,-1 0,1 0,-1 1,1-1,-1 0,1 0,-1 1,1-1,-1 1,0-1,1 1,-1 0,0 0,1 0,-1 0,0 0,1 0,-1 0,0 0,1 1,-1-1,0 0,1 1,-1 0,1-1,-1 1,1 0,-1 0,1 0,-1 0,1 0,0 0,0 0,0 0,-1 1,1-1,-35 69,24-19,1 0,3 0,3 1,1 0,3 0,3 17,-1-20,3 0,1 0,9 32,-10-64,0 0,2 0,-1 0,2-1,0 0,1 0,1 0,0-1,1-1,1 0,11 12,-11-18,0 1,0-2,1 0,0 0,0-1,1 0,0-1,0-1,0 0,0-1,1 0,-1-1,1 0,0-1,-1-1,1 0,0-1,0-1,8-1,47-9</inkml:trace>
  <inkml:trace contextRef="#ctx0" brushRef="#br0" timeOffset="2142.562">4172 159,'4'27,"7"26,3 21,4 16,1 12,0 3,-4 1,-1-7,-4-11,-3-16,-1-15,-1-18</inkml:trace>
  <inkml:trace contextRef="#ctx0" brushRef="#br0" timeOffset="3606.17">4546 667,'-4'14,"0"1,0-1,1 1,1-1,1 1,0 0,0 0,2 0,0 0,1 0,0-1,1 1,0-1,2 1,-1-1,2 0,0-1,1 1,2 3,-6-13,0-1,0 1,1-1,-1 1,1-1,-1 0,1 0,0-1,0 1,0-1,1 0,-1 0,1 0,-1 0,1-1,-1 0,1 0,0 0,0-1,-1 1,1-1,0 0,0-1,-1 1,1-1,0 0,-1 0,1 0,0-1,-1 0,0 0,1 0,-1 0,0 0,0-1,0 0,0 0,2-3,5-9,-1 0,0 0,-2-1,0 0,0-1,-2 0,0 0,-1-1,2-9,9-27,-5 95,-11-33,1 0,0 1,1-1,-1 0,1 0,1 0,0 0,0 0,0-1,1 1,0-1,1 0,-1 0,1-1,1 1,-1-1,1 0,0 0,1-1,-1 0,1 0,0 0,0-1,1 0,-1-1,1 1,0-2,0 1,2 0,8-2,-1-1,1-1,-1 0,1-2,-1 0,0 0,0-2,0 0,0-1,-1 0,0-2,-1 0,1-1,-1 0,-1-1,0-1,0 0,-1-1,-1 0,4-6,-5 6,0-1,-1-1,-1 0,-1 0,0-1,0 0,-1 0,-1-1,-1 1,3-16,-7 65,2 132,7 0,8-1,11 24,1 25,-23-134,-7-80,0 0,0-1,-1 1,1 0,0 0,0-1,-1 1,1 0,0-1,0 1,-1 0,1 0,0 0,0-1,-1 1,1 0,0 0,-1 0,1 0,0-1,-1 1,1 0,0 0,-1 0,1 0,-1 0,1 0,0 0,-1 0,1 0,0 0,-1 0,1 0,0 1,-1-1,1 0,0 0,-1 0,1 0,0 0,-1 1,1-1,0 0,0 0,-1 1,1-1,0 0,0 0,-1 1,1-1,0 0,0 1,0-1,0 0,-1 1,1-1,0 0,0 1,0-1,0 0,-15-23,2-1,1-1,0-1,2 0,-5-20,4 15,-15-39,4 0,2-2,4 0,3-1,3 0,2-23,8 79,0 1,1-1,1 1,0 0,2 0,0-1,0 1,-2 11,0 0,-1 1,2-1,-1 1,0 0,1-1,0 1,0 0,0 0,0 1,1-1,0 1,-1-1,1 1,0 0,1 1,-1-1,0 1,1 0,0 0,-1 0,1 1,0-1,0 1,0 0,6 2,0-1,0 2,0 0,0 0,0 1,-1 0,1 1,-1 0,0 0,0 1,0 1,-1 0,0 0,0 1,0 0,-1 0,0 1,-1 0,1 0,-2 1,1 0,-1 0,0 1,-1 0,0 0,-1 0,0 0,-1 1,0 0,1 5,-3-13,0 0,-1 1,1-1,-1 0,1 1,-1-1,0 0,0 1,-1-1,1 0,-1 0,1 1,-1-1,0 0,-1 0,1 0,0 0,-1 0,1 0,-1 0,0-1,0 1,0 0,-1-1,1 0,0 1,-1-1,0 0,1 0,-1-1,0 1,0 0,0-1,0 0,0 0,0 0,-1 0,1 0,0-1,0 1,-1-1,1 0,-2 0,2 0,0 0,0 0,1-1,-1 1,0-1,0 0,0 0,0 0,1 0,-1 0,1-1,-1 1,1-1,-1 0,1 0,0 0,0 0,0 0,0 0,0 0,0-1,1 1,-1-1,1 1,-1-1,1 1,0-1,0 0,0 0,1 0,-1 0,1 1,-1-1,1 0,0 0,0 0,0 0,1 0,-1 0,1 0,-1 0,1 1,1-2,1-6,2 0,-1 1,2-1,-1 1,1 0,0 1,1-1,0 1,0 1,1-1,0 1,0 1,1-1,0 1,0 1,0 0,1 0,-1 1,1 0,0 0,1 1,-1 1,7-2,-11 4,0-1,-1 1,1-1,0 2,-1-1,1 0,0 1,-1 0,1 1,-1-1,1 1,-1 0,0 0,0 1,0 0,0 0,0 0,-1 0,1 1,-1-1,0 1,0 0,0 1,0-1,-1 1,0-1,0 1,0 0,-1 0,1 1,-1-1,-1 0,1 1,-1-1,1 6,5 23,13 42,-19-74,1 0,-1 0,0 0,1 0,-1 0,1 0,0 0,-1 0,1-1,0 1,0-1,0 1,0-1,1 0,-1 0,0 0,0 0,1 0,-1-1,0 1,1-1,-1 1,1-1,-1 0,1 0,-1 0,1 0,-1 0,1-1,9-3,0 0,0-1,0-1,-1 0,0-1,0 0,-1 0,0-1,0 0,-1-1,0 0,0-1,-1 0,0 0,-1 0,0-1,2-7,27-59,-24 104,-9-13,0 0,1-1,1 1,0-1,1 0,0 0,1-1,1 0,0 0,0 0,1-1,0-1,1 1,1-1,-1-1,2 0,-1-1,1 0,0-1,1 0,0-1,3 1,-12-6,1 0,0-1,0 0,0 0,0 0,-1 0,1-1,0 0,0 0,-1 0,1-1,-1 0,1 1,-1-1,1-1,-1 1,0-1,0 0,0 0,-1 0,1 0,-1 0,1-1,1-2,5-7,-1 0,0 0,0-1,-1 0,-1-1,5-13,0-15,-1 0,-3-1,-1 0,-2 0,-2-1,-3 1,-1-13,1 45,-9-296,3 270,6 38,0 1,0-1,0 1,-1-1,1 0,0 1,0-1,0 1,-1-1,1 0,0 1,0-1,-1 0,1 1,0-1,-1 0,1 1,0-1,-1 0,1 0,0 1,-1-1,1 0,-1 0,1 0,-1 0,1 0,0 1,-1-1,1 0,-1 0,1 0,-1 0,1 0,0 0,-1 0,1 0,-1-1,1 1,-1 0,1 0,0 0,-1 0,1-1,-1 1,1 0,0 0,-1-1,1 1,0 0,-1-1,1 1,0 0,-34 166,30-135,-6 36,3 0,3 0,3 0,6 52,-4-105,0 0,2 0,0 0,0-1,1 1,1-1,0 0,1 0,0-1,1 0,0 0,1 0,0-1,1 0,0-1,1 0,0 0,1-1,0 0,0-1,1 0,0-1,0 0,1-1,-1-2,0 0,0 0,0-1,1-1,-1 0,0-1,1 0,-1-1,1 0,10-2,-17 1,0 0,0-1,0 1,0-1,0-1,0 1,-1-1,1 0,-1 0,1 0,-1-1,0 0,0 0,-1 0,1 0,-1-1,0 0,0 0,-1 0,1 0,-1-1,0 1,10-30</inkml:trace>
  <inkml:trace contextRef="#ctx0" brushRef="#br0" timeOffset="3860.52">6351 521,'9'0,"17"0,24 0,24-5,20-3,15-6,4-2,-17 2</inkml:trace>
  <inkml:trace contextRef="#ctx0" brushRef="#br0" timeOffset="5111.81">4345 1002,'10'0,"4"0,5 0,4 0,2 0,-3-3,-4 0</inkml:trace>
  <inkml:trace contextRef="#ctx0" brushRef="#br0" timeOffset="5620.817">4132 105,'7'0,"9"0,10-2,11-5,3-7,-5 0</inkml:trace>
  <inkml:trace contextRef="#ctx0" brushRef="#br0" timeOffset="6882.545">7862 921,'7'14,"4"8,5 9,4 4,-1 4,-4 0,-4 0,-9 2,-14-1,-13-3,-10-5,1-8</inkml:trace>
  <inkml:trace contextRef="#ctx0" brushRef="#br0" timeOffset="7145.401">8517 614,'11'20,"7"14,-1 8,-3 4,-3-2,-4-4,-4-8</inkml:trace>
  <inkml:trace contextRef="#ctx0" brushRef="#br0" timeOffset="7854.809">8303 534,'103'-13,"0"5,39 3,-134 4,0 1,0-1,1 1,-1 1,0-1,0 1,0 1,0-1,0 2,0-1,-1 1,1 0,-1 0,0 1,0 0,0 1,0-1,-1 1,1 0,-1 1,-1 0,1 0,-1 0,0 0,0 1,-1 0,0 0,1 2,-1 5,-1 1,-1 0,-1-1,1 1,-2 0,0 0,-1-1,-1 1,-1 7,-4 54,7-75,0 0,-1 0,1-1,0 1,0 0,0 0,0-1,0 1,0 0,0 0,0 0,0-1,0 1,0 0,0 0,0 0,1-1,-1 1,0 0,1 0,-1-1,0 1,1 0,-1-1,1 1,-1 0,1-1,-1 1,1-1,0 1,-1-1,1 1,0-1,-1 0,1 1,0-1,0 0,-1 1,1-1,0 0,0 0,-1 0,1 0,0 1,0-1,0 0,-1 0,1-1,0 1,0 0,0 0,-1 0,1-1,39-23,-24 8,-1 0,0-1,-1-1,-1 0,0-1,-2 0,0-1,1 1,-12 18,0 0,0 1,0-1,1 1,-1-1,0 0,1 1,-1-1,0 1,1-1,-1 1,1-1,-1 1,0-1,1 1,-1 0,1-1,0 1,-1-1,1 1,-1 0,1 0,-1-1,1 1,0 0,-1 0,1 0,0 0,-1 0,1 0,0 0,-1 0,1 0,0 0,-1 0,1 0,-1 0,1 0,0 0,-1 1,1-1,-1 0,1 1,0-1,-1 0,1 1,-1-1,1 1,-1-1,1 1,19 32,-14-21,2 2,0-1,1 0,1 0,-1-1,2-1,0 0,7 6,-14-14,-1 0,1 0,0-1,0 0,0 1,0-1,0-1,1 1,-1-1,0 1,1-1,-1-1,1 1,-1-1,1 1,0-1,-1 0,1-1,-1 1,1-1,-1 0,1 0,-1-1,1 1,-1-1,0 0,3-2,4-5,-1 0,0-1,0-1,-1 0,-1 0,0-1,0 0,-1 0,-1 0,0-1,-1 0,0 0,-1-1,-1 0,0 1,0-1,-2 0,0 0,0-8,6-104,-5 1,-13-107,1 134,10 98,-1 0,1 0,0 0,-1 0,1 0,0 0,0 0,-1 0,1 0,0 0,-1 0,1 0,0 0,-1 0,1 0,0 0,0 0,-1 0,1 0,0 0,0-1,-1 1,1 0,11 247,-7-171,-3-11,4 0,2 0,3-1,11 35,-17-87,0 1,1-1,1 0,0 0,0-1,1 0,0 0,1 0,9 8,-13-14,1-1,-1 0,1 0,0-1,-1 1,2-1,-1 0,0-1,1 1,-1-1,1 0,0 0,-1-1,1 0,0 0,0 0,0-1,0 0,0 0,0 0,0-1,4 0,24-12,-7-3</inkml:trace>
  <inkml:trace contextRef="#ctx0" brushRef="#br0" timeOffset="8113.103">9225 240,'-13'2,"-8"1,1 2,3 5,7 3,12 1,17-1,19-3,21-4,17-4,11-3,-10-2</inkml:trace>
  <inkml:trace contextRef="#ctx0" brushRef="#br0" timeOffset="8422.804">9827 774,'12'-162,"-12"124,2-130,-2 167,0 1,1-1,-1 1,1-1,-1 0,0 1,1-1,-1 1,1 0,-1-1,1 1,-1-1,1 1,-1 0,1-1,0 1,-1 0,1 0,-1-1,1 1,0 0,-1 0,1 0,0 0,-1 0,1 0,0 0,-1 0,1 0,0 0,-1 0,1 0,0 1,-1-1,1 0,-1 0,1 1,-1-1,1 0,0 1,-1-1,1 0,-1 1,1-1,-1 1,0-1,1 1,-1-1,1 1,-1-1,0 1,1 0,-1-1,0 1,3 1,140 96,-141-94,1-1,0 2,-1-1,0 0,0 0,0 1,0-1,-1 1,0-1,0 1,0-1,0 1,-1 0,0 0,0-1,0 1,0 0,-1 0,0-1,0 1,0-1,-1 1,1-1,-1 1,0-1,0 0,-2 3,-10 39,13-44,0 1,0 0,0-1,0 1,0 0,0 0,1 0,-1 0,1 0,0 0,0-1,0 1,0 0,1 0,-1 0,1 0,-1 0,1 0,0 0,0-1,0 1,1 0,-1-1,1 1,-1-1,1 1,0-1,0 0,0 0,0 0,0 0,1 0,0 0,49 7,-22-8</inkml:trace>
  <inkml:trace contextRef="#ctx0" brushRef="#br0" timeOffset="8593.454">10535 761,'0'-2,"-5"-8,0-2</inkml:trace>
  <inkml:trace contextRef="#ctx0" brushRef="#br0" timeOffset="10289.999">201 2459,'117'-316,"-66"191,-50 124,-1-1,1 1,0-1,-1 1,1 0,0-1,0 1,0 0,0 0,0 0,0 0,0 0,1 0,-1 0,0 0,0 0,1 1,-1-1,1 0,-1 1,1-1,-1 1,1-1,-1 1,1 0,-1 0,1 0,-1 0,1 0,-1 0,1 0,-1 0,1 1,-1-1,1 1,-1-1,1 1,-1-1,1 1,-1 0,0 0,1 0,12 12,0 0,-2 2,0-1,0 1,-1 1,-1 0,8 17,-8-14,12 17,-2 2,-2 1,13 39,-24-22,-7-55,0 1,0-1,0 0,0 0,0 0,-1 0,1 0,0 1,-1-1,1 0,-1 0,1 0,-1 0,1 0,-1 0,0 0,0 0,1-1,-1 1,0 0,0 0,0-1,0 1,0 0,0-1,0 1,0-1,0 1,0-1,0 0,0 1,-1-1,1 0,0 0,0 0,0 0,0 0,-1 0,1 0,0 0,0 0,0 0,0-1,0 1,-1-1,-6-2,1-1,0 0,0 0,0-1,0 0,1 0,-1-1,1 0,1 0,-1 0,1 0,0-1,1 0,-1 0,1-2,3 8,1 0,-1 0,0 0,1-1,-1 1,1 0,0-1,-1 1,1 0,0-1,0 1,0 0,0-1,0 1,0 0,0-1,0 1,1 0,-1-1,0 1,1 0,-1-1,1 1,0 0,-1 0,1 0,0 0,0-1,0 1,-1 0,1 0,0 1,1-1,-1 0,0 0,0 0,0 1,0-1,1 0,-1 1,0-1,62-16,-49 14,25-3,-1-2,0-2,-1-2,0-1,0-1,-2-3,0 0,3-5,10-35,-47 55,0 1,0-1,-1 0,1 1,-1-1,1 0,-1 1,0-1,0 0,1 0,-1 1,0-1,-1 0,1 0,0 1,0-1,-1 0,1 1,-1-1,1 0,-1 1,0-1,0 1,0-1,0 1,0-1,0 1,0 0,0-1,0 1,-1 0,1 0,-1 0,1 0,-1 0,1 0,-1 0,1 1,-1-1,-1 0,1 0,0 0,0 1,0-1,0 0,-1 1,1-1,0 1,0 0,-1 0,1 0,0 0,-1 0,1 0,0 1,-1-1,1 1,0-1,0 1,0 0,0 0,0 0,0 0,0 1,0-1,0 0,0 1,0-1,1 1,-1 0,1-1,-1 1,1 0,0 0,0 0,-1 2,-1 2,0 0,0 0,1 0,0 1,0-1,1 1,0 0,0-1,0 1,1 0,0-1,0 2,1-1,0 1,0 0,1 0,0-1,1 1,-1-1,1 0,1 0,-1 0,1 0,1 0,-1-1,1 0,0 0,0 0,1-1,0 1,0-1,0-1,0 1,1-1,0 0,0 0,0-1,0 0,0-1,1 1,0-1,-1-1,1 1,0-1,0-1,-1 1,1-1,0-1,0 1,0-2,-1 1,1-1,0 0,-1 0,0-1,5-2,-6 1,0 0,1 0,-1-1,-1 0,1-1,-1 1,0-1,0 0,-1 0,1 0,-1-1,-1 0,1 0,-1 0,0 0,-1 0,0 0,0-1,-1 1,1-1,-2 1,1-1,-1 0,0 1,-1-1,1 1,-2-1,1 0,-1 1,0 0,-1-1,0 0,-19-53,22 60,1-1,0 0,0 0,-1 1,1-1,0 1,0-1,1 1,-1-1,0 1,0-1,1 1,-1 0,1 0,-1 0,1 0,-1 0,1 0,0 0,-1 0,1 1,0-1,0 1,0-1,-1 1,1 0,0 0,0 0,0 0,0 0,0 0,-1 0,1 0,2 1,4-2,225-6,-226 6,1 0,-1 1,0 0,1 0,-1 1,0 0,0 0,1 0,-1 1,0 1,-1-1,1 1,0 0,-1 0,1 1,-1 0,0 0,0 0,-1 1,1 0,-1 0,0 1,0-1,-1 1,0 0,0 0,0 0,-1 1,1 1,1 109,-7-70,2-46,0 0,0 1,0-1,0 0,0 1,0-1,0 0,1 1,-1-1,0 0,1 0,-1 1,1-1,-1 0,1 0,0 0,0 0,-1 0,1 0,0 0,0 0,0 0,0 0,0 0,0 0,0-1,0 1,1 0,-1-1,0 1,0-1,1 1,-1-1,0 0,0 0,1 1,-1-1,0 0,1 0,-1 0,0 0,1-1,-1 1,0 0,1 0,-1-1,0 1,0-1,1 1,-1-1,1 0,14-8,0 0,0-1,-1-1,0 0,-1-1,0 0,-1-1,0-1,-1 0,5-9,52-81,-59 125,-9-10,0-1,1 1,0-1,0 0,1 0,1 0,0 0,0 0,1-1,0 1,0-1,1 0,0-1,1 0,0 0,0 0,1-1,0 0,0 0,1-1,11 2</inkml:trace>
  <inkml:trace contextRef="#ctx0" brushRef="#br0" timeOffset="10553.394">1873 1710,'18'11,"6"4</inkml:trace>
  <inkml:trace contextRef="#ctx0" brushRef="#br0" timeOffset="11452.035">2581 2111,'-43'-74,"41"72,0 0,0 0,0 0,0 0,0 1,0-1,0 0,-1 1,1 0,-1 0,1-1,-1 2,1-1,-1 0,1 0,-1 1,0-1,0 1,1 0,-1 0,0 0,1 0,-1 0,0 1,0-1,1 1,-1 0,1 0,-3 1,-3 2,0 2,1-1,-1 1,1 0,1 1,-1-1,1 1,0 0,1 1,0 0,0 0,1 0,-1 0,2 1,-1-1,1 1,1 0,0 0,0 0,-1 9,3-17,0 1,0 0,0 0,0-1,0 1,0 0,0-1,1 1,-1 0,0 0,1-1,0 1,-1-1,1 1,0 0,0-1,0 1,0-1,0 0,0 1,0-1,0 0,1 0,-1 0,0 1,1-1,-1-1,1 1,-1 0,1 0,0-1,-1 1,1 0,0-1,-1 0,1 1,0-1,-1 0,1 0,0 0,0 0,0 0,73-21,-64 15,-1 0,0-1,-1-1,1 0,-1 0,-1-1,0 0,0 0,0-1,-1 0,-1 0,0 0,3-9,-8 19,-1 0,1 0,-1 0,1 0,-1 0,1 0,-1 0,0 0,1 0,-1 0,1 0,-1 0,1 0,-1 1,0-1,1 0,-1 0,1 1,-1-1,0 0,1 0,-1 1,0-1,1 0,-1 1,0-1,0 0,1 1,-1-1,0 1,0-1,0 1,0-1,1 0,-1 1,0-1,0 1,0-1,0 1,0-1,0 1,0-1,0 0,0 1,0-1,0 1,-1-1,1 1,0-1,0 0,0 1,0-1,-1 1,2 1,29 88,-28-87,0 1,0-1,0 1,1-1,-1 0,1 0,0 0,-1 0,2-1,-1 1,0-1,0 1,1-1,-1 0,1-1,0 1,-1-1,1 1,0-1,0 0,0 0,2-1,8-1,0-1,-1-1,1-1,-1 1,0-2,0 0,-1-1,1 0,-1-1,0 0,-1-1,0 0,0-1,-1 0,0-1,0 0,-1 0,6-10,3-2,-1 0,0-2,-2 0,-1 0,-1-2,-1 1,-1-2,-1 0,-2 0,0 0,-2-1,-1 0,-2 0,0-1,-2 1,-1-1,-1 1,-2-1,-1 1,-1 0,-7-24,-29-23,40 73,0 0,-1 0,1 1,-1-1,1 0,-1 1,0-1,0 1,1 0,-1-1,0 1,0 0,-1 0,1 0,0 1,0-1,0 0,-1 1,1 0,0-1,0 1,-1 0,1 0,0 0,-1 0,1 1,0-1,0 1,-1-1,1 1,0 0,0 0,0 0,-1 0,-5 6,1 1,0-1,1 1,-1 0,1 1,1 0,0 0,0 0,1 0,0 1,0-1,1 1,1 0,-1 0,2 1,-1 4,-7 31,1 1,3 0,2 1,2-1,2 1,2-1,2 0,2 0,3 3,-6-35,0-1,1 1,1-1,0 0,1-1,0 0,1 0,1 0,0-1,7 7,-11-13,1-1,-1 0,1 0,0-1,0 0,1 0,-1 0,1-1,0 0,0 0,0-1,0 0,0 0,1 0,-1-1,0 0,1-1,-1 1,1-2,-1 1,1-1,1 0,2-2,-1 1,1-2,-1 1,0-2,0 1,0-1,0-1,-1 0,0 0,0-1,-1 0,1 0,-2-1,1 0,-1 0,0-1,-1 0,0 0,0-1,-1 0,-1 0,1 0,-2 0,1-1,1-8,17 123,-21-99,0-1,1 0,0 0,0 0,0 0,0 0,0 0,1-1,0 1,0-1,0 0,0 0,0 0,1 0,-1 0,1-1,0 1,0-1,0 0,0-1,0 1,0 0,0-1,1 0,-1 0,0 0,1-1,-1 0,1 0,-1 0,1 0,-1 0,0-1,1 0,-1 0,1 0,3-4,0 0,1-1,-2 0,1 0,-1-1,0 0,0 0,-1-1,0 1,0-2,-1 1,0 0,0-1,-1 0,0 0,-1 0,0-1,0 1,-1-1,0 0,-1 1,0-1,-1 0,0-5,1 11,-1 0,0 0,-1 0,1 0,-1 0,1 0,-1 0,0 1,-1-1,1 0,0 0,-1 1,0-1,0 1,0 0,-1 0,1-1,-1 1,1 1,-1-1,0 0,0 1,0-1,-1 1,1 0,0 0,-1 0,0 1,1-1,-1 1,0 0,0 0,1 0,-1 0,0 1,0 0,0 0,0 0,0 0,0 0,0 1,0 0,0 0,1 0,-2 0,-3 5,1 0,-1 0,2 1,-1 0,1 0,0 0,0 1,1 0,0 0,0 1,1-1,0 1,1 0,0 0,0 0,1 0,0 1,1-1,-1 9,1-14,1 0,0-1,0 1,0 0,1 0,-1 0,1-1,0 1,0 0,0-1,0 1,1-1,0 1,-1-1,1 0,0 1,1-1,-1 0,1 0,-1-1,1 1,0 0,0-1,0 0,0 0,0 0,0 0,1 0,-1 0,1-1,-1 0,1 0,1 1,25 4</inkml:trace>
  <inkml:trace contextRef="#ctx0" brushRef="#br0" timeOffset="11710.384">3624 1643,'-14'9,"-8"10,-6 9,2 5,3 3,6 2,8 1,7-2,10 0,7 1,1-7</inkml:trace>
  <inkml:trace contextRef="#ctx0" brushRef="#br0" timeOffset="11881.923">3650 2124,'16'12,"12"5,8 3,7 0,8-4,6-4,5-4,6-6,-9-3</inkml:trace>
  <inkml:trace contextRef="#ctx0" brushRef="#br0" timeOffset="12420.212">4800 1978,'-4'-2,"-1"1,1 0,-1 0,0 1,0-1,1 1,-1 0,0 0,1 1,-1-1,0 1,1 0,-1 0,1 1,-1-1,1 1,0 0,-1 0,1 1,0-1,0 1,1 0,-1 0,0 1,-1 2,1 0,0 1,0 0,1 0,0 0,0 0,1 0,0 1,0-1,0 1,1-1,0 1,1 2,0-7,-1 1,1-1,1 0,-1 0,0 1,1-1,-1 0,1 0,0 0,0 0,0 0,1 0,-1 0,1 0,0 0,-1-1,1 1,1-1,-1 1,0-1,0 0,1 0,-1 0,1 0,0 0,0 0,-1-1,1 1,0-1,0 0,0 0,2 0,6-1,-1 0,0-1,1-1,-1 0,0 0,1-1,-1 0,-1-1,1 0,0 0,-1-1,0 0,0-1,-1 0,1-1,-2 1,1-2,0 1,-1-1,-1 0,5-6,0 0,-1-1,-1 0,0 0,-1-1,0-1,-1 1,-1-1,-1 0,0 0,-1-1,-1 1,-1-1,-1 0,0 0,-1 1,-1-1,0 0,-2 0,0 1,-1-1,0 1,-2 0,-1-4,-1-1,-1-1,-1 1,0 1,-2 0,-1 1,-7-10,20 29,-1-1,0 0,0 1,0-1,0 0,0 1,0-1,0 1,0 0,0-1,-1 1,1 0,-1 0,1-1,-1 1,1 0,-1 1,0-1,1 0,-1 0,0 1,1-1,-1 1,0 0,0-1,0 1,0 0,1 0,-1 0,0 0,0 0,0 1,0-1,1 0,-1 1,0 0,0-1,1 1,-1 0,0 0,1 0,-1 0,1 0,-1 0,0 1,-2 6,-1-1,1 2,1-1,0 0,0 1,0 0,1 0,1-1,-1 4,-6 38,2 2,2-1,3 1,2-1,2 1,10 48,-9-77,1 0,1-1,0 0,2 0,1-1,1 0,10 17,-16-31,1 0,-1 0,1-1,1 0,-1 0,1 0,0-1,0 1,1-1,0-1,-1 1,2-1,-1-1,0 1,1-1,-1 0,1-1,0 0,0 0,0-1,0 0,0 0,6-1,-8 0,0-1,0 0,1-1,-1 1,0-1,-1 0,1-1,0 1,-1-1,1 0,-1-1,0 1,0-1,0 0,0 0,-1-1,0 1,0-1,0 0,0 0,-1 0,0-1,0 1,0-1,-1 0,0 0,0 1,0-1,-1-1,0 1,0-1,3-8,-2 0,0 1,0-1,-2 0,1 0,-2 0,0 0,-1 0,-3-11,5 27,0-1,0 1,-1-1,1 1,0-1,0 0,-1 1,1-1,0 1,0-1,-1 0,1 1,0-1,-1 0,1 0,-1 1,1-1,0 0,-1 0,1 1,-1-1,1 0,-1 0,1 0,-1 0,1 0,0 0,-1 0,1 0,-1 0,1 0,-1 0,1 0,-1 0,1 0,-1 0,1 0,-1-1,1 1,0 0,-1 0,1 0,-1-1,1 1,0 0,-1-1,1 1,-1 7,1 1,0-1,0 1,1-1,0 0,1 1,-1-1,1 0,1 0,-1 0,1 0,0-1,1 1,-1-1,2 1,-1-1,0-1,1 1,0-1,1 1,-1-1,1-1,0 1,0-1,0 0,1-1,-1 1,5 1,10 3,0-1,1-1,0 0,0-2,23 2,36 1</inkml:trace>
  <inkml:trace contextRef="#ctx0" brushRef="#br0" timeOffset="13673.454">6551 1951,'-14'-9,"-1"1,1 1,-2 1,1 0,-1 1,0 1,-10-2,20 5,0 0,0 1,-1 0,1 0,0 1,0-1,0 1,-1 0,1 1,0 0,1 0,-1 0,0 0,1 1,-1 0,1 1,0-1,0 1,0 0,0 0,-2 3,2-2,1 1,-1 0,1 0,0 1,1-1,-1 1,1 0,1 0,-1 0,1 0,0 0,1 0,0 1,0-1,0 1,1-1,0 2,0-4,1-1,-1 1,1-1,0 1,0 0,0-1,1 0,0 1,-1-1,1 0,1 0,-1 0,1 0,-1 0,1-1,0 1,1-1,-1 0,1 0,-1 0,1 0,0 0,0-1,0 0,0 0,0 0,4 1,-2-1,0-1,0 0,0-1,0 1,0-1,0 0,0-1,0 1,-1-1,1 0,0-1,0 1,0-1,-1 0,1-1,-1 1,0-1,0 0,0-1,0 1,0-1,-1 0,7-5,-2 0,1-1,-1 0,-1 0,0-1,0 0,-1 0,-1-1,3-5,0-14,0 0,-3-1,0 0,-2 0,-2 0,-1 0,-1 0,-1 0,-2 0,-2 0,-1 0,-5-16,3 7,-1 0,-2 0,-14-32,26 72,-1 1,0-1,0 0,0 0,0 1,0-1,0 0,0 0,-1 1,1-1,0 0,0 0,-1 1,1-1,0 0,-1 1,1-1,0 0,-1 1,1-1,-1 1,1-1,-1 1,0-1,1 1,-1-1,1 1,-1-1,0 1,1 0,-1-1,0 1,0 0,1 0,-1 0,0-1,0 1,1 0,-1 0,0 0,0 0,1 0,-1 0,0 1,0-1,1 0,-1 0,0 1,-13 37,6 50,3 1,6 82,-1-168,1 32,1 1,1-1,2 1,1-2,9 26,-12-50,0 0,1-1,0 1,1-1,0 0,0 0,1 0,0-1,0 0,1 0,0-1,0 0,1 0,0 0,0-1,1-1,-1 1,1-1,1-1,-1 1,9 1,-5-3,0 0,0-2,0 1,1-2,-1 1,0-2,0 0,0 0,1-2,-1 1,-1-2,1 0,0 0,-1-1,0 0,0-1,-1-1,1 0,-1-1,-1 0,1 0,-2-1,1 0,-1-1,0 0,-1 0,-1-1,1 0,-2-1,1 1,-2-1,1-1,-1-1,-4 11,0-1,0 0,0 0,0 0,-1 0,1 0,-1 1,0-1,0 0,-1 0,1 0,-1 0,0 0,0 0,0 1,0-1,-1 0,0 1,1-1,-1 1,0-1,-1 1,1 0,-1 0,1 0,-1 0,0 1,0-1,0 1,0 0,-1-1,-1 0,3 3,0 0,0 0,0 0,0 0,0 0,0 0,0 0,0 1,0-1,0 1,0-1,0 1,1 0,-1 0,0 0,0 0,1 0,-1 0,1 0,-1 1,1-1,-1 1,1-1,0 1,0-1,0 1,0 0,0-1,0 1,0 0,-20 58,13 33,8-89,0-1,0 1,1-1,-1 1,1-1,0 1,0-1,0 1,0-1,1 0,0 0,-1 1,1-1,0 0,0-1,1 1,-1 0,0-1,1 1,0-1,-1 0,1 1,0-2,2 2,2-2,-1-1,0 1,0-2,1 1,-1-1,0 0,0 0,1-1,-1 1,-1-1,1-1,0 1,0-1,-1 0,1 0,-1-1,0 0,0 0,0 0,-1 0,0-1,1 0,-2 1,1-2,1-1,66-111,-62 153,19 94,-26-123,0 0,1-1,0 1,0-1,0 0,1 0,0 0,0 0,0 0,0-1,1 0,-1 0,1 0,0-1,1 0,-1 0,1 0,-1 0,1-1,3 1,-5-2,1 0,-1-1,1 1,-1-1,1 0,-1 0,1-1,0 1,-1-1,0 0,1 0,-1-1,1 1,-1-1,0 0,0 0,0-1,0 1,0-1,-1 0,4-2,59-78,-49 44,-1-1,-2-1,-3 0,0 0,-3-1,-2 0,-1-1,-2 1,-2-1,-2 0,-2-3,2 26,0-111,-3 96,4 34,0 1,0 0,0 0,0-1,0 1,0 0,0 0,0-1,0 1,0 0,0-1,0 1,0 0,0 0,0-1,0 1,0 0,0 0,0-1,0 1,0 0,-1 0,1 0,0-1,0 1,0 0,0 0,-1 0,1-1,0 1,0 0,0 0,-1 0,1 0,0-1,0 1,-1 0,1 0,0 0,0 0,-1 0,1 0,0 0,0 0,-1 0,1 0,0 0,0 0,-1 0,1 0,0 0,0 0,-1 0,1 0,0 0,0 0,-1 1,1-1,0 0,0 0,0 0,-1 0,1 1,0-1,0 0,0 0,-1 0,1 1,-9 18,-7 34,3 2,3 0,1 0,3 12,5-59,-5 25,1 0,2 0,2 0,1 0,1 1,2-1,1 0,1-1,2 1,2-1,2 2,-8-26,0-1,1 0,0 0,0 0,0-1,1 0,0 0,1 0,-1 0,1-1,0 0,1 0,-1 0,1-1,0 0,0 0,0-1,0 0,1 0,-1-1,1 0,0 0,-1-1,1 0,0 0,0-1,0 0,0 0,0-1,0 0,-1 0,1-1,0 0,-1 0,1-1,-1 0,0 0,0-1,0 0,2-3,0-1,-1 1,0-1,-1-1,0 0,0 0,-1 0,0-1,-1 0,0 0,0 0,-1-1,0 1,-1-1,0 0,-1 0,0 0,-1 0,0-1,-3 23,1 0,0-1,1 1,0 0,1-1,1 1,-1 0,1-1,1 0,0 1,1-1,0 0,0-1,1 1,0-1,1 0,0 0,0 0,1-1,0 0,0 0,1-1,5 4,-5-7,1 0,0 0,0-1,0 0,0-1,0 1,0-2,0 0,1 0,-1 0,1-1,-1-1,1 1,-1-2,0 1,0-1,1-1,-1 0,27-11</inkml:trace>
  <inkml:trace contextRef="#ctx0" brushRef="#br0" timeOffset="13952.251">7313 1697,'7'16,"18"5,28-6,31-14,35-18,29-23,-9-5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9:03.9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93,'34'202,"-17"-74,-6 1,-4 28,-7-172,0 0,1-1,1 1,0 0,1 0,1 0,0 0,1 1,1 0,0 0,1 0,0 0,1 1,1 1,0-1,2 0,-9 10,1 0,0 1,0-1,0 0,1 1,-1 0,0 0,1 0,0 0,-1 0,1 1,0-1,0 1,0 0,0 0,0 1,0-1,0 1,0 0,0 0,0 0,0 1,0-1,0 1,0 0,0 0,0 1,0-1,0 1,-1 0,1 0,-1 0,1 0,-1 0,0 1,0 0,0-1,0 1,0 0,-1 1,1-1,-1 0,0 1,0-1,1 4,0-1,-1-1,0 1,0 0,0 0,-1 0,0 0,0 0,-1 0,0 0,0 0,0 0,-1 0,1 0,-1 0,-1 0,1 0,-1-1,0 1,-1 0,1-1,-1 0,0 1,0-1,-1 0,0-1,0 1,0 0,0-1,-1 0,1 0,-1-1,0 1,0-1,0 0,-1 0,-3 1,5-2,-1 0,1 1,-1-2,0 1,0 0,0-1,0 0,0 0,0-1,0 1,0-1,0 0,0 0,0-1,0 0,0 1,0-2,0 1,0-1,0 1,0-1,1-1,-4-1,-1-28,13 14</inkml:trace>
  <inkml:trace contextRef="#ctx0" brushRef="#br0" timeOffset="248.765">548 26,'0'-14,"2"3,6 12,7 19,12 20,9 20,8 17,3 11,-4 10,-9 6,-17 3,-21 2,-26-2,-21-5,-15-9,3-20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9:13.2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1805 1853,'0'-2,"2"1,1 8,0 12,0 16,-2 21,0 18,0 16,-3 10,-1 4,0 0,3-6,6-10,6-14,6-15,0-17</inkml:trace>
  <inkml:trace contextRef="#ctx0" brushRef="#br0" timeOffset="-1770.232">0 1091,'55'311,"12"347,-15 62,-17-11,-30-558,-6 0,-6-1,-10 22,5-86,-7 36,6 1,5 0,6 39,15 466,-12-557,2-1,4 1,2-1,10 31,-11-71,7 30,-3 1,-2 0,0 29,7 296,-7-226,-16-145,3-15</inkml:trace>
  <inkml:trace contextRef="#ctx0" brushRef="#br0" timeOffset="-871.323">202 2308,'71'11,"106"0,1-7,137-17,-267 10,304-20,-328 22</inkml:trace>
  <inkml:trace contextRef="#ctx0" brushRef="#br0" timeOffset="-420.118">1444 1868,'-2'2,"-1"8,0 8,1 14,3 11,1 16,2 15,4 15,-1 12,0 6,-2 3,-2-3,-2-9,0-12,-1-13,2-18,3-17,1-16</inkml:trace>
  <inkml:trace contextRef="#ctx0" brushRef="#br0" timeOffset="1228.11">1859 2282,'9'3,"1"0,-1-1,1 0,0 0,0-1,0-1,0 0,9 0,4 0,217 11,-142-3,0-5,1-3,41-8,181-13,1 15,29 15,-278-4,67 5,0-6,133-13,-222-4,-43 6</inkml:trace>
  <inkml:trace contextRef="#ctx0" brushRef="#br0" timeOffset="117242.39">4333 1559,'-9'28,"3"-1,0 1,1 0,2 0,1 0,1 1,2-1,0 1,2-1,6 25,-6-30,103 1167,-97-1026,8 119,15 24,-7-158,-11-86,-4-1,-2 1,-3 1,-3-1,-2 1,-4 4,-46 128,20 26,25-189,1-1,2 1,1 0,2 0,1 0,3 11,43 164,-48 80</inkml:trace>
  <inkml:trace contextRef="#ctx0" brushRef="#br0" timeOffset="117241.39">4359 1666,'-15'-39,"3"-2,1 0,2 0,1-1,2-5,6 47,-45-161,44 160,1 0,-1 0,0 0,1 0,0 0,-1 0,1 0,0-1,-1 1,1 0,0 0,0 0,0-1,0 1,0 0,0 0,0 0,1-1,-1 1,0 0,1 0,-1 0,1 0,-1 0,1 0,-1 0,1 0,0 0,0 0,-1 0,1 0,0 0,0 0,0 1,0-1,0 0,0 1,0-1,0 0,0 1,0 0,1-1,-1 1,0 0,0-1,0 1,0 0,1 0,187-18,438-14,473-12,131-15,-176-12,-712 46,544-20,-326 38,47 0,-380 8,137 26,-178-12,-49-16,-136 2,0-1,0 1,0 0,0 0,0 0,0 0,0 0,0 0,-1 1,1-1,0 1,-1-1,1 1,-1-1,1 1,-1 0,0 0,0 0,0 0,0 0,0 0,0 0,-1 0,1 0,-1 0,1 0,-1 0,0 1,1-1,-1 0,-1 0,1 0,0 1,0-1,-1 0,1 0,-1 0,0 0,0 0,1 0,-1 0,-1 0,1 0,0 1,-4 17,-4 72,4-1,5 69,1-79,-6 152,-13 38,4-53,10 1,9 0,17 77,-11-110,-9 60,0-27,52 267,-42-154,2-25,13 88,-28-296,-1-46,2 0,3 0,5 24,-8-76,0 0,0 1,0-1,0 0,0 1,0-1,1 1,-1-1,0 0,1 1,-1-1,1 0,0 0,-1 1</inkml:trace>
  <inkml:trace contextRef="#ctx0" brushRef="#br0" timeOffset="117240.393">11947 5451,'-25'-96,"8"-6,5 3</inkml:trace>
  <inkml:trace contextRef="#ctx0" brushRef="#br0" timeOffset="27349.374">8142 89,'0'18,"0"18,0 13,0 11,0 5,0 2,0-2,0-7,0-10,0-9,0-13</inkml:trace>
  <inkml:trace contextRef="#ctx0" brushRef="#br0" timeOffset="27870.038">8089 63,'13'-4,"1"2,0 0,0 0,0 1,0 1,1 0,9 2,-4-1,-13 0,13-2,0 2,0 0,-1 1,1 1,0 1,-1 0,0 2,0 0,0 1,-1 1,10 6,-26-13,-1 0,1 0,-1 1,1-1,-1 0,0 1,1-1,-1 1,0-1,0 1,0-1,0 1,0 0,-1 0,1-1,0 1,-1 0,1 0,-1 0,0 0,0 0,1-1,-1 1,0 0,-1 0,1 0,0 0,0 0,-1 0,0 0,1-1,-1 1,0 0,1 0,-1-1,0 1,-1-1,1 1,0 0,-59 51,-114 30,174-82,-1-1,0 0,1 0,-1 0,1 0,-1 1,1-1,-1 0,0 1,1-1,-1 0,1 1,-1-1,1 1,0-1,-1 1,1-1,-1 1,1-1,0 1,-1-1,1 1,0-1,0 1,-1 0,1-1,0 1,0-1,0 1,0 0,0-1,0 1,0 0,0-1,0 1,0-1,0 1,0 0,0-1,1 1,-1-1,0 1,0 0,1-1,-1 1,0-1,1 1,-1-1,1 1,-1-1,1 1,-1-1,1 1,33 16,-33-16,74 26,-45-17,0 1,0 2,-1 0,-1 2,11 8,-36-21,0-1,0 1,0 0,0 0,0 0,-1 0,1 0,-1 0,0 1,1-1,-1 1,0 0,0-1,-1 1,1 0,-1 0,1 0,-1 0,0 1,0-1,0 0,-1 0,1 1,-1-1,0 0,0 1,0-1,0 0,0 1,-1-1,0 0,0 1,-7 5,0 0,-1-1,0 0,-1 0,0-1,0 0,0-1,-1 0,0 0,0-1,-1-1,1 0,-1 0,-24 8,0-1,0-1,-1-2,0-2,-15 0,73-14,0 1</inkml:trace>
  <inkml:trace contextRef="#ctx0" brushRef="#br0" timeOffset="28575.564">9132 89,'-15'-6,"1"1,-1 1,1 0,-1 1,0 0,0 1,-1 1,1 0,0 1,-1 1,1 1,0 0,0 0,0 2,0 0,1 0,0 2,0 0,0 0,0 1,-12 9,22-13,0 0,0 0,0 0,1 0,-1 1,1-1,-1 1,1 0,0 0,1 0,-1 0,1 1,0-1,0 1,0-1,0 1,1 0,0 0,0-1,0 1,1 0,-1 0,1 0,0 0,1 0,-1 0,1 0,0 0,0 0,1-1,-1 1,1 0,0-1,1 1,-1-1,1 0,1 2,7 4,0 0,1-1,1-1,-1 0,2 0,-1-1,1-1,-1 0,2-1,-1-1,7 1,59 25,-70-26,-1 1,0 0,0 0,-1 1,0 1,0-1,0 1,3 5,-9-10,0 0,0 0,0 0,-1 1,1-1,-1 0,0 1,0-1,0 1,0 0,0-1,0 1,-1 0,1-1,-1 1,0 0,0 0,0-1,0 1,0 0,0 0,-1-1,1 1,-1 0,0-1,0 1,0 0,0-1,-1 0,1 1,-1-1,1 0,-2 2,-8 5,0 0,-1-1,0 0,-1-1,1 0,-1-1,0-1,-1 0,0 0,1-2,-1 0,0 0,-1-1,-7 0,8 0,-53 6,76-15,7 1</inkml:trace>
  <inkml:trace contextRef="#ctx0" brushRef="#br0" timeOffset="29204.168">9466 156,'0'70,"2"12,-5-1,-2 1,-5 3,8-77,2-4,0 1,-1-1,0 1,0-1,0 0,0 0,-1 0,0 1,0-1,0-1,0 1,0 0,-1 0,-1 1,3-5,0-1,-1 1,1 0,0-1,0 1,-1 0,1-1,0 1,0-1,0 0,0 1,0-1,0 0,0 0,0 0,0 0,0 0,0 0,0 0,1 0,-1 0,0 0,1 0,-1 0,1 0,-1-1,1 1,-1 0,1 0,0-1,0 1,0 0,0-1,0 1,0 0,0 0,-6-37,1 1,2-1,1 0,4-27,-2 12,0 32,-1-18,2 0,2 0,1 0,7-28,-10 63,0 0,0 0,0 0,1 0,-1 1,1-1,0 0,0 1,0-1,0 1,1 0,-1-1,1 1,0 0,0 1,0-1,0 1,1-1,-1 1,1 0,-1 0,1 0,0 1,-1-1,1 1,0 0,0 0,0 0,0 1,4-1,11 1,0 1,0 0,0 2,0 0,-1 1,1 1,-1 0,0 2,0 0,-1 1,3 2,-16-9,0 1,-1-1,1 1,0 0,-1 0,1 0,-1 0,1 1,-1-1,0 1,0 0,0 0,-1 0,1 1,-1-1,0 0,0 1,0 0,0-1,0 1,-1 0,1 0,-1 0,0 0,-1 0,1 0,-1 0,0 0,1 0,-2 0,1 0,0 1,-1-1,0 0,0 0,-1 3,-8 2,0 0,0-1,-1 0,0 0,0-1,-1-1,0 0,0-1,0 0,-1-1,1 0,-1-1,-9 1,12-1,-26 5,27-6,-1-1,0 2,1-1,0 1,0 1,0 0,0 0,0 1,-2 1,10-4,-1-1,1 0,-1 1,1-1,0 1,0-1,0 1,0-1,0 1,0 0,0 0,1-1,-1 1,1 0,-1 0,1 0,0 0,-1 0,1-1,0 1,0 0,1 0,-1 0,0 0,0 0,1 0,-1-1,1 1,0 0,0 0,-1 0,2 0,39 50,-10-27,1-1,2-2,0-1,1-1,1-3,29 11,-47-21,1 0,1-1,-1-1,1-1,-1-1,1-1,0 0,0-2,7 0,2-3</inkml:trace>
  <inkml:trace contextRef="#ctx0" brushRef="#br0" timeOffset="29454.605">10295 557,'0'-2,"-7"-1,-9 0,-2 1</inkml:trace>
  <inkml:trace contextRef="#ctx0" brushRef="#br0" timeOffset="38948.664">5041 2121,'-7'23,"1"1,1 0,1 0,2 0,0 0,1 1,2 4,-2 4,1 221,-2-303,-2 1,-3-1,-1 1,-2 1,-3 0,-1 0,-3 1,-11-22,25 63,2 4,0 0,0 0,-1-1,1 1,0-1,0 1,0-1,0 1,1-1,-1 0,0 1,1-1,-1 0,1 0,-1 1,1-1,0 0,0 0,0 0,0 1,0-1,0 0,0 0,1 0,-1 1,1-1,-1 0,1 0,0 1,0-1,-1 1,1-1,0 1,1-1,-1 1,0-1,0 1,0 0,1 0,-1-1,1 1,-1 0,1 0,-1 1,2-2,17-1,0 0,1 1,-1 1,0 1,18 3,1-2,32 0,153 12,-208-11</inkml:trace>
  <inkml:trace contextRef="#ctx0" brushRef="#br0" timeOffset="39351.845">5041 2375,'4'4,"0"1,1-1,-1 0,1 0,0 0,0-1,0 0,1 0,-1 0,1-1,0 1,-1-2,1 1,0 0,0-1,0 0,0-1,1 1,0-1,118-10,54-27,-178 37,0 0,0 0,1 0,-1-1,0 1,0 0,0 0,0 1,1-1,-1 0,0 0,0 1,0-1,0 0,0 1,1-1,-1 1,0 0,0-1,0 1,-1 0,1-1,0 1,0 0,0 0,0 0,-1 0,1 0,0 0,-1 0,1 0,-1 0,1 0,-1 0,0 0,1 1,-1-1,0 0,0 0,0 0,0 1,-5 55,2-41,0 6,0-12,1 0,1 1,0-1,0 1,1-1,0 0,1 1,0-1,1 1,1 4,20 6,-10-19</inkml:trace>
  <inkml:trace contextRef="#ctx0" brushRef="#br0" timeOffset="39599.219">5589 2121,'-14'-2,"-9"-1,-4 2,-1 4,4 6,7 6,11 5,13 1,14 2,11 1,-1-3</inkml:trace>
  <inkml:trace contextRef="#ctx0" brushRef="#br0" timeOffset="40102.908">5762 2522,'16'-9,"-1"-1,-1-1,0 0,0-1,-1-1,-1 0,5-6,3-7,-1-1,-1 0,-1-2,-1 0,-2 0,-1-1,-2-1,-1 0,-1-1,-1 0,-2 0,-2-1,0 1,-2-10,-12-24,9 65,-1 0,0 1,1-1,-1 1,0-1,0 1,1-1,-1 1,0 0,0 0,1 0,-1 0,0 0,0 1,1-1,-1 0,0 1,1-1,-1 1,0 0,1 0,-1-1,1 1,-1 0,1 0,-1 0,1 1,0-1,-1 0,1 0,0 1,0-1,0 1,0-1,0 1,0-1,1 1,-1 0,0 0,-15 24,1 0,2 1,0 0,2 1,1 0,1 1,2 0,0 1,0 15,2-15,1 0,2 0,0 0,2 1,3 14,-2-35,0 0,0 0,2-1,-1 1,1-1,0 1,1-1,0 0,0 0,1 0,1-1,-1 0,1 0,0 0,1-1,0 0,0 0,6 4,-6-7,1 0,-1 0,1-1,0 0,1 0,-1-1,0 0,1-1,-1 1,1-2,-1 1,1-1,-1 0,1-1,-1 0,1 0,-1-1,1 0,-1-1,0 0,0 0,0-1,-1 1,1-2,-1 1,0-1,0 0,0-1,-1 1,0-1,0-1,0 1,-1-1,2-3,1-1,1-1,-2 0,0-1,0 0,-1 0,-1-1,0 1,-1-1,0 0,-1 0,1-13,-4 26,0 0,1 0,-1 1,0-1,0 0,1-1,-1 1,0 0,0 0,0 0,0 0,-1 0,1 0,0 0,0 0,0 0,-1 0,1 0,-1 1,1-1,-1 0,1 0,-1 0,1 0,-1 0,0 1,1-1,-1 0,0 1,0-1,0 0,1 1,-1-1,0 1,0-1,0 1,0 0,0-1,0 1,0 0,0 0,0 0,0-1,0 1,0 0,0 0,0 0,0 1,0-1,0 0,0 0,0 1,0-1,0 0,0 1,0-1,0 1,0-1,1 1,-1-1,0 1,0 0,0 0,1-1,-1 1,0 0,1 0,-1 0,1-1,-1 2,-6 3,0 2,1-1,-1 1,1 0,0 0,1 1,0-1,0 1,1 0,0 1,0-1,1 1,0 0,1-1,0 1,0 1,1-1,0 0,0 0,1 0,0 1,1-1,0 0,2 7,2-10,0 0,0 0,1 0,-1-1,2 0,-1 0,0-1,1 1,0-1,0-1,0 1,0-1,0-1,1 1,0-1,-1-1,1 1,0-1,0 0,0-1,-1 0,1 0,0-1,7-1,60-4,-4-5</inkml:trace>
  <inkml:trace contextRef="#ctx0" brushRef="#br0" timeOffset="44307.45">7741 1988,'-4'13,"-2"15,-2 10,-2 11,-2 10,0 7,-2 4,1-2,1-2,1-7,3-8,2-8,2-14,2-12</inkml:trace>
  <inkml:trace contextRef="#ctx0" brushRef="#br0" timeOffset="44601.753">7875 1961,'0'-3,"0"5,2 8,1 11,0 12,0 12,-4 8,-3 10,-4 6,-5-1,-2 1,1-6,1-6,2-6,4-10,2-9,3-10</inkml:trace>
  <inkml:trace contextRef="#ctx0" brushRef="#br0" timeOffset="44943.462">7473 2308,'-42'5,"56"0,35-4,1-2,-1-2,0-2,9-5,-27 6,354-52,-389 58,-11 1</inkml:trace>
  <inkml:trace contextRef="#ctx0" brushRef="#br0" timeOffset="45203.547">7460 2495,'14'0,"16"0,18-4,17-5,14-4,9-3,1 2,-3 1,-10 2,-15 3,-16 4,-15 3,-13 6,-12 1,-9-3,-4-1</inkml:trace>
  <inkml:trace contextRef="#ctx0" brushRef="#br0" timeOffset="45993.592">8597 2081,'-11'20,"-4"17,0 7,4 7,2 3,4 2,3-2,-2-4,-1-5,-3-6,-2-7,1-10</inkml:trace>
  <inkml:trace contextRef="#ctx0" brushRef="#br0" timeOffset="46460.092">8477 2081,'8'-5,"1"0,0 1,0 1,0-1,0 1,1 1,-1 0,1 0,-1 1,1 0,0 1,0 0,-1 0,1 1,0 0,-1 1,1 0,-1 1,1 0,-1 0,0 1,0 0,-1 1,1 0,-1 0,2 2,-6-3,-1 0,-1 0,1 0,-1 0,1 1,-1-1,0 1,-1-1,1 1,-1 0,0-1,0 1,0 0,-1 0,1 0,-1 0,-1 0,1 0,-1 0,1-1,-2 1,1 0,0 0,-1-1,0 1,0-1,0 1,0-1,-3 3,-5 9,-1-1,0 0,-1-1,-1 0,0-1,-1 0,-4 1,-90 63,131-78,-17-2,0 1,0 0,0 1,1 0,-1 0,0 0,1 0,-1 1,0 0,1 1,-1-1,1 1,-1 1,0-1,0 1,0 0,0 0,0 1,0 0,-1 0,1 0,-1 1,0-1,0 1,0 0,0 1,-1-1,1 1,-1 0,-1 0,2 2,-2-2,-1 0,0 1,0-1,0 0,0 0,-1 1,0-1,0 1,0 0,-1-1,0 1,0-1,0 1,-1-1,0 1,0 0,0-1,-1 0,0 1,0-1,0 0,0 0,-1 0,0 0,0-1,-1 1,1-1,-1 1,0-1,0-1,0 1,0 0,-1-1,0 0,0 1,-85 22,87-25,0-1,0 1,-1-1,1 0,0 0,0-1,0 1,0-1,-1 1,1-1,0 0,0 0,0 0,1-1,-1 1,0-1,0 0,1 1,-1-1,1 0,-1-1,1 1,0 0,0-1,0 1,0-1,-1-1,-2-12</inkml:trace>
  <inkml:trace contextRef="#ctx0" brushRef="#br0" timeOffset="47111.536">8931 2134,'24'0,"-11"-1,-1 0,1 0,-1 1,1 1,-1 0,0 1,1 0,-1 1,0 0,0 1,0 0,-1 1,0 0,0 1,0 0,8 7,-17-11,0-1,-1 1,1 0,-1 0,0 0,1 0,-1 0,0 0,0 0,0 0,-1 0,1 0,0 1,-1-1,0 0,1 1,-1-1,0 0,0 1,0-1,0 0,-1 0,1 1,-1-1,1 0,-1 0,0 1,0-1,0 0,0 0,0 0,0 0,-1 0,1 0,-1-1,1 1,-1 0,-1 1,-75 56,76-57,-111 54,127-61,1 1,0 0,0 1,0 1,0 0,1 1,-1 1,0 0,0 1,1 1,-1 0,0 1,13 5,-24-6,0 0,0 1,-1-1,1 1,0 0,-1 0,0 1,0-1,0 1,0 0,0-1,-1 1,1 0,-1 0,0 1,-1-1,1 0,-1 1,1-1,-1 1,-1 0,1-1,-1 1,0-1,0 1,0 0,0-1,-1 1,0 0,0-1,0 1,0-1,-1 0,0 1,0-1,0 0,0 0,-1 0,0 0,0-1,0 1,0-1,-2 2,-2 2,-1 0,0-1,-1-1,1 1,-1-1,0 0,-1-1,1 0,-1-1,0 0,1-1,-1 1,0-2,-1 1,1-2,0 1,-2-1,-15-8,22 2</inkml:trace>
  <inkml:trace contextRef="#ctx0" brushRef="#br0" timeOffset="47331.464">9506 2134,'0'-2,"0"1,0 6,2 6,1 6,2 5,0-2</inkml:trace>
  <inkml:trace contextRef="#ctx0" brushRef="#br0" timeOffset="47561.922">9599 2469,'-2'13,"-1"3,3-4,3-8,1-6</inkml:trace>
  <inkml:trace contextRef="#ctx0" brushRef="#br0" timeOffset="48320.189">9907 2282,'-4'12,"1"1,0 0,1 0,1 0,0 0,1 0,0 0,1 0,1 4,-1-12,0 1,1 0,0 0,0-1,0 1,1-1,-1 0,1 1,1-1,-1-1,1 1,0 0,0-1,0 0,0 0,1 0,0 0,-1-1,1 0,1 0,0 0,5 1,-1 0,0-1,1-1,0 0,0 0,0-1,-1-1,1 0,0 0,0-1,0 0,0-1,-1 0,1-1,-1 0,1-1,-1 0,0 0,-1-1,1-1,-1 1,0-2,0 1,-1-1,0 0,0-1,0 0,-1 0,-1-1,1 0,-1 0,-1 0,0-1,0 0,-1 0,0 0,0 0,-2-1,1 0,-1 1,-1-1,1 0,-2 0,0 0,0 0,-1-2,0 5,0-1,-1 1,0 0,-1-1,1 1,-1 0,-1 0,0 1,0-1,0 1,-1-1,0 2,0-1,-1 0,0 1,0 0,-1 0,1 1,-1 0,0 0,-1 1,1 0,-1 0,0 0,0 1,0 0,0 1,-1 0,1 0,-1 1,1 0,-1 0,1 1,-1 0,0 1,-6 3,1 1,0 0,0 1,1 1,0 0,0 0,0 2,1-1,0 2,1-1,0 2,0-1,1 2,1-1,-7 11,-20 27</inkml:trace>
  <inkml:trace contextRef="#ctx0" brushRef="#br0" timeOffset="50063.566">9572 2509,'-2'5,"1"3,4 1,3-2,3-2,2-3,-1-5,-2-4,-2-4,-3-1,-3-1,-5 1,-3 3,-2 3,-3 5,1 4,4 5,2 0</inkml:trace>
  <inkml:trace contextRef="#ctx0" brushRef="#br0" timeOffset="50064.566">9546 2095,'-25'61,"25"-60,-1 0,1 1,-1-1,1 1,0-1,0 1,0-1,0 1,0-1,0 1,0-1,1 1,-1-1,0 1,1-1,0 0,-1 1,1-1,-1 0,1 1,0-1,0 0,0 0,0 0,0 1,0-1,0 0,0-1,0 1,1 0,-1 0,0 0,1-1,-1 1,0-1,1 1,-1-1,1 1,-1-1,1 0,-1 0,2 1,0-1,-1 1,1-1,0 0,0 0,-1 0,1-1,0 1,-1-1,1 1,-1-1,1 0,0 0,-1 0,0 0,1-1,-1 1,0 0,1-1,-1 0,0 0,0 1,-1-1,1 0,0-1,0 1,-1 0,0 0,1-1,-1 1,0-1,0 1,0-1,0 1,-1-1,0 2,-1-1,0 1,0 0,0 0,1 0,-1 0,0 1,0-1,-1 0,1 0,0 1,0-1,0 0,0 1,0-1,-1 1,1 0,0-1,-1 1,1 0,0 0,0 0,-1-1,1 1,0 1,-1-1,1 0,0 0,-1 0,1 1,0-1,0 1,-1-1,1 1,0-1,0 1,0 0,0 0,0-1,0 1,0 0,0 0,0 0,0 1,-18 13,3 2</inkml:trace>
  <inkml:trace contextRef="#ctx0" brushRef="#br0" timeOffset="60771.696">5201 3578,'-2'3,"3"-3,-1 1,0-1,0 1,0-1,0 1,0-1,0 1,0 0,-1-1,1 1,0-1,0 1,0-1,0 1,-1-1,1 1,0-1,0 0,-1 1,1-1,0 1,-1-1,1 0,-1 1,1-1,0 0,-1 1,1-1,-1 0,1 0,-1 1,1-1,-1 0,1 0,-1 0,1 0,-1 1,1-1,-1 0,1 0,-1 0,1 0,-1 0,0-1,1 1,-1 0,1 0,-1 0,1 0,-1-1,1 1,-1 0,1 0,0-1,-1 1,1 0,-1-1,1 1,0 0,-1-1,1 1,-1-1,-60-103,55 95,-1 1,-1 1,0-1,0 1,0 0,-1 1,0 0,-2-1,8 5,0 1,1 0,-1-1,0 1,0 0,0 0,0 1,0-1,-1 1,1-1,0 1,0 0,0 0,0 0,0 1,-1-1,1 1,0 0,0-1,0 2,0-1,1 0,-1 0,0 1,0 0,1-1,-1 1,1 0,-3 2,-3 9,0 0,0 1,2-1,0 1,0 1,1-1,1 1,0 0,1 0,1 0,0 0,1 0,1 1,1 12,-1-27,-2 21,1-1,1 1,0 0,2-1,1 1,0-1,2 0,0 0,1 0,5 8,-9-25,1 0,-1-1,1 1,1 0,-1-1,0 1,1-1,-1 0,1 0,0-1,0 1,0-1,1 0,-1 0,0 0,1-1,0 1,-1-1,1 0,-1 0,1-1,0 0,0 1,-1-1,1-1,0 1,2-1,8-2,1 0,0-1,0 0,-1-1,0-1,0-1,6-3,134-94,-155 104,0-1,1 1,-1 0,1-1,-1 1,0 0,1 0,-1-1,1 1,-1 0,1 0,-1 0,1 0,-1-1,1 1,-1 0,1 0,-1 0,1 0,-1 0,1 0,-1 0,1 0,-1 1,1-1,-1 0,1 0,-1 0,1 0,-1 1,1-1,-1 0,1 1,-1-1,0 0,1 1,-1-1,1 0,-1 1,0-1,0 1,1-1,-1 0,0 1,0-1,1 1,-1-1,0 1,0-1,0 1,0-1,0 1,0-1,0 1,0-1,0 1,0 37,-1-31,9 63,-8-68,1-1,0 1,0 0,0-1,0 1,0-1,0 1,0-1,0 0,1 1,-1-1,0 0,1 0,-1 0,1 0,0 0,-1 0,1 0,0 0,-1-1,1 1,0-1,0 1,0-1,-1 0,1 0,0 0,0 0,0 0,0 0,-1 0,1-1,0 1,0 0,0-1,1 0,2-1,1 0,0-1,-1 1,0-1,1 0,-1-1,0 1,-1-1,1 0,-1 0,0 0,0-1,0 0,0 0,-1 0,0 0,0 0,0 0,0-1,-1 0,0 1,-1-1,1 0,-1 0,0 0,0 0,-1 0,0 0,0 0,0 0,-1 0,0 0,0 0,0 0,-1 0,0 0,0 1,0-1,-1 1,0 0,0-1,0 1,-1 0,0 1,0-1,0 1,0-1,-1 1,1 1,-1-1,-2-1,5 4,0 0,-1-1,1 1,0 0,-1 0,1 0,-1 0,1 1,-1-1,1 1,-1-1,0 1,1 0,-1 0,1 0,-1 0,0 0,1 1,-1-1,1 1,-1 0,1 0,-1 0,1 0,0 0,-1 0,1 1,0-1,0 1,0 0,0-1,0 1,-1 2,3-3,0 0,0 0,0 1,0-1,0 0,1 0,-1 1,0-1,1 0,-1 0,1 1,-1-1,1 0,-1 0,1 0,0 0,0 0,-1 0,1 0,0 0,0 0,0 0,0-1,0 1,0 0,0-1,1 1,-1-1,0 1,0-1,0 1,1-1,-1 0,0 1,0-1,1 0,-1 0,0 0,0 0,1 0,-1-1,0 1,0 0,1 0,-1-1,1 1,25 0,1-2,0 0,-1-1,22-7,63-6,-109 15,0 1,0-1,0 1,1 0,-1 0,0 0,0 0,0 1,0-1,0 1,1-1,-1 1,0 0,0 1,-1-1,1 0,0 1,0 0,-1-1,1 1,-1 0,1 0,-1 1,0-1,0 0,0 1,0-1,0 1,-1 0,1 0,-1-1,1 3,1 119,-3-123,0 0,0 0,0 0,0-1,0 1,0 0,0 0,0 0,0-1,0 1,1 0,-1 0,0-1,1 1,-1 0,1-1,-1 1,0 0,1-1,-1 1,1 0,0-1,-1 1,1-1,0 1,-1-1,1 0,0 1,-1-1,1 0,0 1,0-1,-1 0,1 0,0 1,0-1,-1 0,1 0,0 0,0 0,0 0,-1 0,1-1,0 1,0 0,0 0,-1 0,1-1,0 1,0 0,-1-1,1 1,0-1,36-26,59-91,-96 118,0-1,0 1,0-1,0 1,0-1,0 1,1 0,-1-1,0 1,0-1,1 1,-1 0,0-1,0 1,1-1,-1 1,0 0,1-1,-1 1,1 0,-1 0,0-1,1 1,-1 0,1 0,-1 0,1 0,-1-1,1 1,-1 0,0 0,1 0,-1 0,1 0,-1 0,1 0,-1 0,1 0,-1 0,1 1,-1-1,1 0,-1 0,0 0,1 0,-1 1,1-1,-1 0,0 1,1-1,-1 0,5 26,-4-14,24 77,-24-86,0-1,0 1,0 0,1-1,-1 1,1-1,0 1,0-1,0 0,0 0,0 0,0 0,0 0,1 0,-1-1,1 1,-1-1,1 1,0-1,0 0,-1 0,1-1,0 1,0 0,0-1,0 0,0 1,0-1,2-1,-1 0,1 0,-1-1,1 1,-1-1,0 0,1-1,-1 1,0-1,0 0,-1 0,1 0,-1 0,1 0,-1-1,0 0,0 0,-1 0,1 0,-1 0,1-2,35-91,-21 22,-3-1,-3 0,-4 0,-2-78,-4 132,0 420,0-380,0 1,1-1,2 1,0-1,0 0,2-1,-4-12,-1 0,1-1,0 1,1-1,-1 1,1-1,0 0,0 0,0-1,1 1,-1-1,1 1,0-1,0 0,0 0,0-1,1 1,-1-1,1 0,-1 0,1-1,0 1,0-1,2 0,22 1,-4-5</inkml:trace>
  <inkml:trace contextRef="#ctx0" brushRef="#br0" timeOffset="60963.259">6003 3458,'25'2,"22"1,19 0,14-1,5 2,-13 0</inkml:trace>
  <inkml:trace contextRef="#ctx0" brushRef="#br0" timeOffset="61936.465">6524 3872,'14'-59,"-3"-2,-3 0,-1-11,-10 43,1 46,7-13,0 0,0 0,0-1,0 0,0 0,0 0,1 0,0-1,-1 0,1 0,0-1,0 0,0 0,0 0,0 0,0-1,0 0,1-1,0 2,6 0,-9-2,-1 1,1-1,-1 1,1 0,-1 0,1 1,-1-1,1 1,-1 0,1 0,-1 0,0 0,1 0,-1 1,0-1,0 1,0 0,0 0,0 0,-1 1,1-1,-1 0,1 1,-1 0,0 0,0-1,0 1,0 1,1 1,-2 6,1 1,-2-1,1 1,-2-1,1 1,-2-1,1 1,-2-1,0 3,-7 69,10-81,0 1,1 0,-1-1,0 1,1-1,0 1,-1-1,1 1,0-1,0 1,1-1,-1 0,0 1,1-1,-1 0,1 0,0 0,0 0,-1 0,1-1,1 1,-1-1,0 1,0-1,1 0,-1 1,0-1,1 0,-1-1,1 1,-1 0,1-1,0 1,0-1,6 0,-1 1,0-1,0-1,0 0,0 0,0 0,0-1,0 0,0-1,5-2,0-2,-1 1,0-2,0 0,-1 0,0-1,0 0,-1-1,0 0,-1-1,0 0,2-5,-17 85,6-66,0 0,1 0,-1-1,1 1,0 0,0-1,0 1,0-1,0 1,0-1,1 1,-1-1,1 0,-1 0,1 0,0 0,0 0,0 0,0 0,1-1,-1 1,0-1,1 1,-1-1,1 0,-1 0,1 0,-1 0,1 0,0-1,-1 1,1-1,0 0,0 0,4 1,0-1,0 0,-1 0,1 0,0-1,0 0,-1-1,1 1,-1-1,1 0,-1-1,0 0,6-3,-8 3,0 0,0 0,-1 0,1-1,-1 1,1-1,-1 0,0 0,-1 0,1-1,-1 1,0-1,0 1,0-1,0 0,-1 0,0 1,0-1,0 0,-1 0,0 0,0 0,0 0,0 0,-1 0,0 0,0 0,0 0,-1-1,0-1,-1 0,0 0,0 0,0 0,-1 1,0-1,0 1,0 0,-1 0,0 1,0-1,-1 1,0 0,1 1,-2-1,1 1,0 0,-1 1,-2-1,-46-5,55 9,0 1,0-1,0 0,0 1,-1-1,1 1,0-1,0 0,0 1,0-1,0 0,0 1,0-1,0 1,0-1,0 0,1 1,-1-1,0 0,0 1,0-1,0 0,0 1,1-1,-1 0,0 1,0-1,1 0,-1 1,0-1,0 0,1 0,-1 0,0 1,1-1,-1 0,0 0,1 0,-1 0,0 1,1-1,-1 0,0 0,1 0,-1 0,1 0,-1 0,0 0,1 0,-1 0,1 0,-1 0,0 0,1-1,-1 1,0 0,1 0,-1 0,0 0,1 0,-1-1,0 1,1 0,-1 0,0-1,0 1,1 0,13-2,-1 0,1 0,-1-1,1-1,-1 0,0-1,-1 0,1-1,-1-1,8-5,7-3,-2-2,1 0,-2-2,-1-1,0 0,13-18,-26 27,-1 0,0 0,-1-1,-1-1,0 1,0-1,-1 0,-1-1,0 1,-1-1,0 0,-1 0,-1 0,0-1,-1-3,-1 11,-1 1,1-1,-1 1,-1 0,1-1,-1 1,0 0,0 0,-1 0,0 0,0 1,0-1,-1 1,-3-5,5 8,0 0,0 0,0 0,0 0,0 0,-1 1,1-1,-1 1,1-1,-1 1,1 0,-1 0,1 0,-1 1,0-1,0 0,1 1,-1 0,0 0,0 0,0 0,1 0,-1 0,0 1,0-1,1 1,-1 0,0 0,1 0,-1 0,1 0,-1 1,1-1,0 1,-1 0,-7 8,1 0,0 0,0 1,1 0,0 1,1 0,1 0,0 0,0 1,1 0,1 0,0 0,1 1,0-1,0 11,-2-5,1 0,1 1,0 0,1 0,2 0,0 0,1 0,1 0,0 0,2-1,0 1,2-1,0 0,1 0,1-1,0 1,2-2,0 0,1 0,0 0,1-2,8 8,15 5,-4-9</inkml:trace>
  <inkml:trace contextRef="#ctx0" brushRef="#br0" timeOffset="62483.592">6966 2375,'-2'9,"1"3,3 0,6-5,2-8,1-4,-1-3,-3-3,-4 1,-3 2</inkml:trace>
  <inkml:trace contextRef="#ctx0" brushRef="#br0" timeOffset="62746.884">7046 2683,'0'-2,"0"-2</inkml:trace>
  <inkml:trace contextRef="#ctx0" brushRef="#br0" timeOffset="63279.868">8035 3686,'2'0,"1"-3,3 0,-1-2,-3 0,-1 0</inkml:trace>
  <inkml:trace contextRef="#ctx0" brushRef="#br0" timeOffset="63547.932">8062 3939,'3'7,"0"0,0-4,-1-4,-1 0,0 3,0 0</inkml:trace>
  <inkml:trace contextRef="#ctx0" brushRef="#br0" timeOffset="65850.899">8757 3525,'-5'88,"-3"0,-4 0,-10 29,-11 23,33-140,0-1,-1 1,1-1,0 1,0-1,0 1,0-1,-1 1,1-1,0 1,-1 0,1-1,0 1,-1-1,1 1,0 0,-1-1,1 1,-1 0,1-1,-1 1,1 0,0 0,-1-1,1 1,-1 0,0 0,1 0,-1 0,1 0,-1 0,1 0,-1 0,1 0,-1 0,1 0,-1 0,1 0,-1 0,1 0,-1 0,1 1,-1-1,1 0,-1 0,1 1,-1-1,1 0,0 1,-1-1,1 0,-1 1,1-1,0 1,-1-1,1 0,0 1,0-1,-1 1,1-1,0 1,0-1,0 1,0-1,0 1,-1 0,-11-45,12 44,-9-62,3-1,2 1,5-63,-2 103,1 0,1 0,0 0,2 0,1 0,1 0,0 1,2 0,0 0,1 0,2 1,0 0,1-1,-7 17,0 0,0 0,0 0,0 1,0-1,1 1,-1 0,1 0,0 1,0-1,0 1,0 0,1 0,-1 1,0 0,1 0,-1 0,1 0,-1 1,1 0,-1 0,1 1,0-1,-1 1,0 1,4 0,2 1,-1 1,0-1,0 2,0 0,0 0,-1 1,0 0,0 0,0 1,-1 0,0 1,0 0,-1 0,1 2,-1 0,0 1,0-1,-1 1,-1 1,0-1,0 1,-1 0,1 5,-4-12,0 1,0-1,0 1,-1 0,0-1,0 1,0 0,0-1,-1 1,0 0,-1-1,1 1,-1-1,0 0,0 1,-1-1,1 0,-1 0,0 0,0-1,-3 3,-1 0,-1 0,0 0,0-1,0 0,-1-1,0 0,0 0,0-1,-1 0,1-1,-1 0,0 0,0-1,0 0,0-1,0 0,0-1,-1 0,1 0,0-1,0-1,0 0,0 0,0-1,-7-3,-2 6,29 23,0-5,2 0,0 0,1-1,0-1,1 0,1-1,1 0,0-1,1-1,0-1,1 0,0-2,1 0,0-1,1 0,0-2,0 0,1-1,0-2,91 2,-97-7</inkml:trace>
  <inkml:trace contextRef="#ctx0" brushRef="#br0" timeOffset="66384.101">9613 3418,'-14'-1,"1"2,0 0,-1 0,1 1,0 1,0 0,0 1,1 0,-1 1,1 0,0 1,0 1,1-1,0 2,0 0,1 0,-1 1,2 0,0 1,0 0,0 0,2 1,-1 0,1 1,1-1,0 1,1 1,0-1,0 1,-1 10,2-5,1 1,1-1,0 1,2 0,0-1,1 1,1 0,0-1,2 1,0-1,4 10,-5-17,1-1,0 1,1-1,0 0,0-1,1 1,0-1,1 0,0-1,0 1,1-2,0 1,1-1,-1 0,1 0,1-1,-1-1,1 0,0 0,1 0,-7-3,0 0,0-1,0 1,0-1,1 0,-1 0,1 0,-1-1,0 1,1-1,-1 0,1-1,-1 1,1-1,-1 0,1 0,-1 0,0 0,0-1,0 0,0 0,0 0,0 0,0-1,0 1,-1-1,1 0,-1 0,0 0,0-1,0 1,-1-1,1 1,-1-1,0 0,0 0,0 0,0 0,0-3,0 1,0 0,0 0,-1-1,0 1,0 0,-1 0,1 0,-2-1,1 1,0 0,-1 0,0-1,-1 1,0 0,1 0,-2 0,1 1,-1-1,0 0,0 1,0 0,-1 0,0 0,0 0,0 0,-1 1,1 0,-1 0,0 0,0 1,-1-1,1 1,-1 0,1 1,-2-1,2 3,-1 0,1 1,0-1,0 1,0 1,0-1,0 1,0-1,0 1,0 1,0-1,1 1,0 0,-1 0,1 0,0 0,0 1,1 0,-1-1,1 2,0-1,0 0,0 0,0 1,1 0,0-1,0 1,0 0,0 0,1 0,0 0,0 1,0-1,-1 18</inkml:trace>
  <inkml:trace contextRef="#ctx0" brushRef="#br0" timeOffset="66744.204">9960 3525,'-5'4,"0"0,-1 0,2 1,-1-1,0 1,1 0,0 1,0-1,1 1,-1-1,1 1,1 0,-1 1,3-6,0 0,0-1,0 1,0 0,0 0,0 0,1-1,-1 1,0 0,0 0,1-1,-1 1,1 0,-1 0,1-1,-1 1,1 0,-1-1,1 1,-1-1,1 1,0-1,-1 1,1-1,0 1,-1-1,1 0,0 1,0-1,0 0,-1 0,1 1,0-1,0 0,0 0,-1 0,1 0,0 0,0 0,0 0,0 0,-1-1,1 1,0 0,0 0,-1-1,1 1,0 0,0-1,-1 1,1-1,0 1,-1-1,1 1,0-1,-1 1,1-1,-1 0,1 1,-1-1,0 0,1 0,-1 1,0-1,1-1,0 1,1 0,-1 0,0-1,0 1,0-1,0 1,0-1,0 1,0-1,0 1,0-1,-1 0,1 0,-1 1,1-1,-1 0,0 0,0 0,0 1,0-1,0 0,0 0,0 0,-1 1,1-1,0 0,-1 0,0 1,1-1,-1 0,0 1,0-1,0 1,0-1,0 1,0-1,0 1,-1 0,1 0,0-1,-1 1,1 0,-1 0,0 0,1 1,-1-1,1 0,-1 1,-1-1,-27 10,18 2</inkml:trace>
  <inkml:trace contextRef="#ctx0" brushRef="#br0" timeOffset="67008.515">9973 3926,'3'-7,"2"-4,1-3,0-4,-2 0,-4 0,-4 3,-3 4,-4 4,1 6,0 5,-1 6,1 6,3 3,7 0,10-3,10-4,2-4</inkml:trace>
  <inkml:trace contextRef="#ctx0" brushRef="#br0" timeOffset="67379.597">10428 3578,'-7'1,"1"0,-1 0,1 0,-1 1,1-1,-1 2,1-1,0 1,0 0,0 0,0 1,1-1,-1 1,1 1,0-1,0 1,0-1,1 2,0-1,0 0,0 1,1 0,-1-1,1 2,1-1,-1 0,1 0,0 1,1-1,-1 1,1 0,1-1,-1 1,1 0,0-1,1 1,0 0,0-1,0 1,0 0,1-1,1 0,-1 1,1-1,0 0,0 0,0-1,1 1,4 4,-2-4,0-1,1 1,0-2,-1 1,1-1,1 0,-1 0,1-1,-1 0,1-1,0 1,0-2,0 1,0-1,0 0,0 0,1-1,-1-1,0 1,0-1,0 0,0-1,0 0,1-1,2 0,0 0,-1-1,1 0,-1-1,0 0,0-1,-1 0,1-1,-1 0,-1 0,1-1,-1 0,-1 0,1-1,-2 0,1 0,1-3,-4 2,0 0,-1 0,0 0,0 0,-1-1,-1 1,1 0,-2-1,0 0,0 1,0-1,-2 1,1 0,-1-1,-1 1,0 0,0 0,-1 0,0 0,-1 1,0 0,0 0,-1 0,0 0,-1 1,0 0,0 1,-1-1,1 1,-2 1,1-1,-1 2,0-1,0 1,-1 0,1 1,-1 0,0 1,0 0,-1 0,3 3,1-1,0 1,0 1,-1 0,1 0,0 0,0 1,0 0,0 0,0 1,1 0,-1 0,1 0,0 1,0 0,0 0,0 1,0 1,-86 97,44-33</inkml:trace>
  <inkml:trace contextRef="#ctx0" brushRef="#br0" timeOffset="101965.599">4934 4634,'-10'128,"-7"47,16-213,2-231,12 178,-12 89,0-1,0 1,0-1,0 1,1-1,-1 1,1 0,0 0,-1-1,1 1,0 1,0-1,0 0,1 0,-1 1,0-1,1 1,-1 0,1 0,-1 0,1 0,-1 0,1 0,0 1,-1-1,1 1,0 0,0-1,-1 1,1 1,0-1,5 1,-1 0,1 0,-1 1,0 0,0 1,0-1,0 1,-1 1,1-1,-1 1,0 0,0 1,0-1,0 1,-1 0,0 1,0-1,0 1,-1 0,0 0,0 1,0-1,-1 1,1 2,-3-6,-1 1,0-1,0 0,0 0,0 0,-1 0,1 0,-1 0,1 1,-1-1,0 0,-1-1,1 1,0 0,-1 0,1 0,-1-1,0 1,0-1,0 1,0-1,-1 0,1 0,0 0,-3 1,-69 40,16-25,69-21,1 1,-1 0,1 1,-1 0,1 0,-1 1,1 1,-1 0,1 1,-1 0,1 0,-1 1,0 1,0 0,-1 1,1-1,-1 2,0 0,0 0,-1 1,0 0,1 1,-7-4,-1 0,0 0,0 0,0 0,0 0,-1 0,1 1,-1-1,0 1,0-1,-1 0,1 1,-1-1,0 1,-1-1,1 1,-1-1,1 1,-1-1,-1 1,1-1,-1 0,1 0,-1 0,0 0,-1 0,1 0,-1 0,0-1,0 1,0-1,0 0,0 0,-1 0,1 0,-1-1,0 1,0-1,0 0,0 0,0-1,0 1,-1-1,1 0,0 0,-1 0,1 0,-1-1,1 0,-1 0,-1 0,4-1,0 1,0-1,0 1,0-1,0 0,0 1,1-1,-1 0,0 0,0 0,1-1,-1 1,1 0,-1-1,1 1,0 0,-1-1,1 0,0 1,0-1,0 0,0 0,1 1,-1-1,0 0,1 0,-1 0,1 0,-1 0,1 0,0 0,0 0,0 0,0 0,0 0,1 0,-1 0,1 0,-1 0,1 0,0 1,-1-1,1 0,0 0,0 0,0 1,1-1,-1 1,0-1,1 1,-1-1,2 0,13-8,0 0,1 1,0 1,0 1,1 0,0 1,7 0,-9 1,121-22,-136 27,1 0,0 0,0 0,-1 0,1 0,0 0,0 0,-1 0,1 1,0-1,-1 1,1-1,0 1,-1 0,1 0,-1 0,1 0,-1 0,1 0,-1 0,0 0,1 0,-1 1,0-1,0 0,0 1,0-1,0 1,-1 0,1-1,0 1,-1-1,1 1,-1 0,1 0,-1-1,0 1,0 0,0 0,0 0,2 33,-3-29,1 1,-1-1,1 0,0 0,1 0,0 1,0-1,0 0,0 0,1 0,0 0,0-1,1 1,0 0,0-1,0 0,0 1,1-1,0-1,0 1,0-1,3 3,25-3,-17-9</inkml:trace>
  <inkml:trace contextRef="#ctx0" brushRef="#br0" timeOffset="102245.855">5402 4488,'4'9,"7"3,1-1</inkml:trace>
  <inkml:trace contextRef="#ctx0" brushRef="#br0" timeOffset="102511.461">5749 4367,'0'4,"0"7,0 8,0 7,0 9,0 9,0 7,0 6,0 2,3-2,2-3,3-5,3-9,-2-5,-1-8,-2-7</inkml:trace>
  <inkml:trace contextRef="#ctx0" brushRef="#br0" timeOffset="102769.608">5616 4755,'9'0,"14"0,18 0,12-3,11-2,6-1,-2-1,-6 0,-13 1</inkml:trace>
  <inkml:trace contextRef="#ctx0" brushRef="#br0" timeOffset="103289.855">6739 4555,'-22'77,"-2"-1,-22 41,17-44,1-6,23-59,6-16,6-16,29-99,-6-2,-5-5,-12 68,1 13,-14 48,1 1,-1 0,1 0,-1-1,1 1,-1 0,1 0,-1 0,1 0,-1 0,1 0,-1 0,1 0,-1 0,1 0,-1 0,1 0,-1 0,1 0,-1 1,1-1,-1 0,1 0,-1 0,1 1,-1-1,0 0,1 1,-1-1,1 0,-1 1,0-1,1 1,-1-1,0 0,0 1,1-1,-1 1,0-1,0 1,0-1,1 1,-1-1,0 1,0-1,0 1,0 0,57 146,87 187,-137-312</inkml:trace>
  <inkml:trace contextRef="#ctx0" brushRef="#br0" timeOffset="104304.931">6645 4795,'54'6,"1"-3,0-2,0-3,1-2,-36 3,271-28,-320 43,20-10,0 0,1 0,0 1,0 0,0 0,1 1,-1 0,1 1,1-1,-1 1,1 0,1 1,-1-1,1 1,0 1,1-1,0 0,0 1,0 2,4-10,0 1,0 0,0 0,0-1,0 1,0 0,0 0,0-1,1 1,-1 0,0 0,1-1,0 1,-1-1,1 1,0 0,0-1,0 0,0 1,0-1,0 1,0-1,1 0,-1 0,0 0,1 0,-1 0,1 0,-1 0,1 0,0-1,-1 1,1 0,0-1,-1 1,1-1,0 0,-1 0,1 0,0 0,72-8,-61 3,-1-1,0 1,0-2,0 0,-1 0,0-1,0 0,-1-1,0-1,-1 1,0-1,0-1,-1 0,0 0,-1 0,-1-1,0 0,0-1,-1 1,2-10,-6-12,-1 33,0 1,0-1,0 1,0-1,0 0,0 1,0-1,0 1,0-1,0 1,-1-1,1 1,0-1,0 1,-1-1,1 1,0-1,0 1,-1-1,1 1,-1 0,1-1,0 1,-1-1,1 1,-1 0,1 0,-1-1,1 1,-1 0,1 0,-1-1,1 1,-1 0,1 0,-1 0,1 0,-1 0,0 0,1 0,-1 0,1 0,-1 0,1 0,-1 0,1 0,-1 1,1-1,-1 0,1 0,-1 1,1-1,-1 0,1 1,-1-1,-18 26,26-54,-1 0,-2 0,-1-1,-1 1,-1-21,-12-126,6 154,5 21,0 0,0 1,0-1,0 0,0 0,0 0,-1 0,1 1,0-1,0 0,0 0,0 0,0 0,0 0,-1 1,1-1,0 0,0 0,0 0,0 0,0 0,-1 0,1 0,0 0,0 0,0 0,0 0,-1 0,1 0,0 0,0 0,0 0,-1 0,1 0,0 0,0 0,0 0,0 0,-1 0,1 0,0 0,0 0,0 0,0 0,-1-1,1 1,-2 22,-2 45,3 0,4 1,2-1,3 0,3 1,12-1,-22-65,0 0,0 0,1-1,-1 1,1-1,-1 1,1-1,0 1,-1-1,1 0,0 1,0-1,0 0,0 0,0-1,0 1,0 0,0-1,1 1,-1-1,0 0,0 0,0 1,0-2,1 1,-1 0,0 0,0-1,0 1,1-1,21-7,-1-1</inkml:trace>
  <inkml:trace contextRef="#ctx0" brushRef="#br0" timeOffset="105247.786">7767 4768,'0'-1,"0"0,0 0,0 0,0 0,-1 0,1 0,0 0,-1 0,1 1,-1-1,1 0,-1 0,1 0,-1 1,0-1,1 0,-1 1,0-1,0 0,1 1,-1-1,0 1,0-1,0 1,0 0,0-1,0 1,0 0,1 0,-1-1,0 1,-2-2,-1 1,0-1,0 1,0 0,0 0,0 0,0 0,0 1,0-1,0 1,0 0,0 1,0-1,0 1,0-1,0 1,0 0,0 1,0-1,0 1,1 0,-1 0,1 0,-1 0,1 0,0 1,0-1,0 1,0 0,0 0,0 0,0 1,-2 3,0 0,0 1,1-1,0 1,0 0,1 0,0 0,0 0,1 0,0 1,0-1,1 1,0 0,1-1,0 2,0-7,0 0,0 0,1 1,-1-1,1 0,0 0,0 0,0 0,0 0,1 0,-1 0,1 0,0-1,-1 1,1 0,1-1,-1 0,0 1,1-1,-1 0,1 0,-1 0,1-1,0 1,0-1,0 1,0-1,0 0,0 0,3 0,0 1,1-2,-1 1,1-1,-1 0,1 0,-1-1,1 1,-1-1,0-1,1 0,-1 1,0-2,0 1,0-1,1-1,2-1,-1-1,0 0,0-1,-1 0,1 0,-2-1,1 0,-1 0,0-1,-1 1,1-1,-2 0,1-1,-2 1,1-1,-1 0,-1 0,1 0,-1-5,3-19,-2 1,-2-1,-1 0,-1 0,-3-10,-2-16,-3 1,-2 1,-5-9,6 42,10 24,0 1,0 0,-1-1,1 1,0 0,-1-1,1 1,0 0,-1 0,1 0,0-1,-1 1,1 0,-1 0,1 0,0 0,-1 0,1 0,-1 0,1-1,-1 1,1 0,0 1,-1-1,1 0,-1 0,1 0,0 0,-1 0,1 0,-1 0,1 1,0-1,-1 0,1 0,0 0,-1 1,1-1,0 0,-1 1,1-1,0 0,0 1,-1-1,1 0,0 1,0-1,0 0,-1 1,1-1,0 1,0-1,0 0,0 1,0-1,0 1,0-1,0 0,0 1,0-1,0 1,0-1,0 1,0-1,0 0,1 1,-1-1,0 0,0 1,-5 29,1 0,2 0,1 0,2 17,-1-6,0-35,10 213,-8-201,1 1,1-1,1 0,0 0,2-1,0 1,0-1,2-1,0 1,8 9,-11-19,0-1,0 1,1-1,-1 0,1-1,1 1,-1-1,1-1,0 1,0-1,8 2,-13-5,-1 0,1 0,0 0,0-1,0 1,0-1,0 1,0-1,-1 0,1-1,0 1,0 0,0-1,0 1,0-1,0 0,-1 0,1 0,0-1,-1 1,1 0,-1-1,1 0,-1 1,0-1,0 0,0 0,0-1,0 1,0 0,0-1,-1 1,1-1,-1 1,0-1,0 0,1-1,2-12,0 0,0 0,-2 0,0 0,0-1,-2 1,0-1,-1-2,0-23,1 41,0 0,-1 0,1 0,0 0,-1 0,1 0,0 0,0 0,0-1,0 1,0 0,0 0,0 0,0 0,1 0,-1 0,0 0,1 0,-1 0,1 0,-1 0,1 0,-1 0,1 0,0 0,-1 0,1 0,0 1,0-1,0 0,0 1,0-1,-1 0,1 1,0-1,0 1,0-1,0 1,1 0,-1-1,0 1,0 0,0 0,0 0,0 0,0 0,0 0,0 0,1 0,-1 0,0 1,0-1,0 0,157 44,-156-43,0-1,1 1,-1 0,0 0,0 0,0 0,-1 1,1-1,0 0,0 1,-1 0,1-1,-1 1,1 0,-1 0,0-1,0 1,0 0,0 0,0 0,0 1,0-1,-1 0,1 0,-1 0,1 1,-1-1,0 0,0 0,0 1,0-1,0 0,-1 0,1 1,-1-1,1 0,-1 0,0 0,0 0,-1 2,-11 24,10-24,1 1,-1-1,1 1,0-1,0 1,1 0,-1-1,1 1,0 0,1 0,-1 0,1 0,0 2,2-4,0 0,0 0,0-1,1 1,-1-1,1 1,0-1,0 0,-1 0,1 0,1-1,-1 1,0-1,0 1,0-1,1 0,-1 0,1-1,-1 1,1-1,-1 0,1 0,-1 0,1 0,-1 0,-2 0,20 2,1-2,-1 0,0-1,0-1,0-1,0 0,0-2,0-1,-1 0,17-9,0-3</inkml:trace>
  <inkml:trace contextRef="#ctx0" brushRef="#br0" timeOffset="107190.657">8824 4714,'-4'6,"3"-55,1 47,0 1,0 0,-1 0,1-1,0 1,-1 0,1 0,-1-1,0 1,1 0,-1 0,0 0,1 0,-1 0,0 0,0 0,0 0,0 0,0 0,0 1,0-1,0 0,0 1,-1-1,1 0,0 1,0 0,-1-1,1 1,0 0,0 0,-1-1,1 1,0 0,-2 0,1 1,0 0,1 0,-1 1,0-1,1 0,-1 1,1-1,0 1,-1-1,1 1,0-1,0 1,0 0,0 0,0 0,0-1,0 1,1 0,-1 0,1 0,-1 0,1 0,0 0,0 0,0 0,0 0,0 1,0-1,1 0,-1 0,1 0,3 19</inkml:trace>
  <inkml:trace contextRef="#ctx0" brushRef="#br0" timeOffset="107499.909">8904 5022,'0'1,"-1"0,1 0,0-1,0 1,-1 0,1 0,0-1,0 1,0 0,0 0,0 0,0-1,0 1,0 0,0 0,0 0,0-1,0 1,1 0,-1 0,0 0,1-1,-1 1,0 0,1-1,-1 1,1 0,-1-1,1 1,-1-1,1 1,0-1,-1 1,1-1,0 1,-1-1,1 1,0-1,-1 0,1 1,0-1,0 0,0 0,-1 0,1 0,0 0,0 0,0 0,-1 0,1 0,0 0,0 0,0 0,-1 0,1-1,0 1,0 0,1-3,0 1,-1 0,1-1,-1 1,0-1,1 0,-1 1,0-1,-1 0,1 0,0 1,-1-1,1 0,-1 0,0 0,0 0,0 0,-1 0,1 0,-1 1,1-1,-1 0,0 0,0 0,0 1,0-1,-1 1,1-1,-1 1,0-1,-1-1,0 4,0 0,0 1,0-1,0 1,0-1,1 1,-1 0,0 0,1 1,-1-1,0 0,1 1,-1-1,1 1,0 0,0 0,0 0,0 0,0 0,0 1,0-1,0 0,1 1,0-1,-1 1,1 0,0 0,0-1,0 1,1 0,-1 1,-1 1,0 1,0-1,1 0,0 0,0 1,0-1,1 1,-1-1,1 1,1-1,-1 0,1 1,0-1,1 5,4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8:19.32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3705 1106,'7'3,"0"-1,0 0,0-1,0 1,0-1,0-1,1 1,-1-1,0-1,0 1,1-1,-1-1,0 1,0-1,0 0,0-1,-1 0,1 0,-1 0,3-2,4-3,0 0,-1-2,0 1,0-1,-1-1,0 0,-1-1,0 0,-1-1,-3 6,0-1,-1 0,0-1,-1 1,0-1,0 0,-1 0,0 0,0 0,-1 0,-1-1,1 1,-1-6,-1 14,0 0,0 0,0-1,0 1,0 0,0 0,-1-1,1 1,0 0,-1 0,1 0,0 0,-1-1,0 1,1 0,-1 0,0 0,1 0,-1 0,0 0,0 1,0-1,0 0,0 0,0 0,0 1,0-1,0 1,0-1,0 1,0-1,-1 1,1 0,0-1,0 1,-1 0,1 0,0 0,0 0,0 0,-1 0,-45 25,37-13,1 0,1 1,0 1,1-1,0 1,1 0,0 1,2-1,-1 1,2 0,0 1,1-1,0 0,1 1,1 1,-1-11,1 0,0 0,-1 1,2-1,-1 0,1 0,0 1,0-1,1 0,0 0,0 0,0 0,1-1,0 1,0-1,0 1,1-1,0 0,0 0,0-1,0 1,1-1,0 0,0 0,0-1,0 1,1-1,-1 0,1 0,0-1,-1 0,1 0,1 0,4 0,-1-2,1 0,0 0,-1-1,1-1,0 0,-1 0,0-1,1 0,-1-1,0 0,-1-1,1 0,-1 0,5-4,7-6,-1-1,0 0,-1-2,-1 0,9-11,-5 0,-1 0,-2-1,-1-1,-1-1,-1-1,-3 0,0-1,-2 0,-1-1,-3 0,0 0,-2-1,-2 0,-1 0,-2-15,0 38,-1-1,0 1,0 0,-2-1,1 1,-2 0,0 0,0 1,-1-1,-1 1,-3-5,8 15,0 0,0 1,0-1,0 0,0 1,0-1,0 1,-1-1,1 1,-1 0,1 0,-1-1,1 1,-1 0,0 0,0 1,1-1,-1 0,0 1,0-1,0 1,0-1,0 1,0 0,0 0,0 0,0 0,1 0,-1 0,0 0,0 1,0-1,0 1,0 0,0-1,1 1,-1 0,0 0,0 0,1 0,-1 0,1 0,-1 1,1-1,0 1,-2 0,-4 8,0 0,1 1,0-1,1 1,0 0,0 1,1-1,-1 8,-11 41,3 0,3 1,2 1,3 0,2 28,3-56,0 0,3 0,1 0,1-1,2 0,3 7,-7-29,1 0,0-1,0 0,1 0,0 0,1 0,0-1,0 0,1 0,0-1,1 0,0 0,0 0,1-1,0-1,0 1,0-2,1 1,0-1,6 2,-3-3,1 0,-1-1,0 0,1-1,0-1,-1 0,1-1,0-1,-1 0,1 0,-1-2,1 1,-1-2,0 0,0 0,0-1,-1-1,1 0,-2-1,1 0,-1-1,0 0,0-1,-1 0,0-1,-1 0,0 0,0-1,-1 0,-1 0,0-1,0 0,-2-1,4-8,-4 9,-2 0,1-1,-1 0,-1 0,0 0,-1 0,0 0,-1 0,-1 0,0 0,-1 0,0 0,-4-11,6 23,0-1,0 0,-1 1,1-1,-1 0,1 1,-1-1,0 1,1-1,-1 1,0-1,0 1,0-1,0 1,-1 0,1 0,0-1,0 1,-1 0,1 0,-1 0,1 0,-1 1,1-1,-1 0,1 1,-1-1,0 1,1-1,-1 1,0 0,0 0,1 0,-1 0,0 0,1 0,-1 0,0 1,1-1,-1 0,0 1,1-1,-1 1,0 0,1 0,-1 0,1-1,0 1,-1 1,1-1,0 0,-1 0,1 0,0 1,0-1,0 0,0 1,-6 9,1 1,0-1,1 1,0 0,0 1,2-1,-1 1,2-1,0 1,0 0,1 0,1 0,1 13,-1-20,0 0,1 0,0-1,0 1,1 0,0 0,0-1,0 1,1-1,-1 1,1-1,0 0,1 0,0-1,-1 1,1-1,1 1,-1-1,1 0,-1-1,1 1,0-1,0 0,1 0,-1-1,1 1,-1-1,1-1,0 1,0-1,3 1,7 0,0-1,0 0,1-2,-1 1,0-2,0 0,1-2,46-10</inkml:trace>
  <inkml:trace contextRef="#ctx0" brushRef="#br0" timeOffset="517.655">5376 799,'-13'4,"-1"1,1 0,0 1,0 0,1 1,0 0,0 1,0 0,-9 10,16-13,0 0,1-1,0 1,-1 1,2-1,-1 1,1-1,0 1,0 0,0 0,1 1,0-1,0 0,1 1,-1-1,2 1,-1 0,1-1,0 1,0-1,0 1,1 1,1-2,0 1,0 0,0-1,1 1,0-1,0 0,1 0,0 0,0 0,0 0,1-1,-1 0,1 0,1 0,-1-1,1 0,-1 0,1 0,0-1,1 1,8 3,0 0,0-1,1-1,0-1,0 0,0-1,0 0,3-1,5-1,0 0,0-2,0-1,0 0,0-2,-1-1,1-1,-1-1,-1-1,1-1,-1 0,-1-2,0-1,0-1,-1 0,-1-1,-1-2,0 1,0-2,-2-1,0 0,-1-1,-1 0,-1-1,0-1,0-4,4-21,-2-1,-2-1,-2 0,-2-1,-2 1,-3-1,-2-1,-2-32,1 21,-2 0,-3-1,-3 1,-8-30,-1 46,16 45,-1-1,1 0,0 0,-1 0,1 0,-1 1,1-1,-1 0,0 0,1 1,-1-1,0 0,1 1,-1-1,0 1,0-1,0 1,0-1,1 1,-1-1,0 1,0 0,0 0,0-1,0 1,0 0,0 0,0 0,0 0,0 0,1 0,-1 0,0 1,0-1,0 0,0 0,0 1,0-1,0 0,0 1,1-1,-1 1,0-1,0 2,-4 3,-1 1,2 0,-1 0,1 1,0-1,0 1,1 0,0 0,0 0,1 1,-1-1,-17 57,2 1,2 1,4 0,3 1,2 0,3 22,4-53,1 0,1 0,3 0,1 0,1 0,2-1,2 0,1-1,5 10,-9-28,0 0,0-1,1 0,1 0,1-1,0 0,1-1,0 0,1-1,0-1,1 0,0 0,1-2,0 0,1 0,0-1,0-1,0-1,16 4,-26-8,-1 0,0-1,1 1,-1-1,1 0,-1 0,1-1,0 0,-1 0,1 0,0-1,-1 0,1 0,-1 0,1-1,-1 1,0-1,1-1,-1 1,0-1,-1 0,1 0,0 0,-1 0,0-1,1 0,-1 0,2-4,8-28,-8-1</inkml:trace>
  <inkml:trace contextRef="#ctx0" brushRef="#br0" timeOffset="792.077">5537 465,'18'0,"24"0,26 0,28-5,23-3,16-1,8 1,-20 3</inkml:trace>
  <inkml:trace contextRef="#ctx0" brushRef="#br0" timeOffset="2011.8">6539 1160,'41'-237,"-40"229,3-13,0 0,-2-1,-1 1,-1-1,0 1,-2-1,0 1,-2-1,0 1,-6-15,10 34,-1 0,1 0,-1 0,0 0,0 0,0 1,0-1,0 0,0 1,-1-1,1 1,0-1,-1 1,1-1,-1 1,1 0,-1 0,0 0,0 0,1 0,-1 0,0 1,0-1,0 0,0 1,0 0,0-1,0 1,0 0,0 0,0 0,0 0,0 0,0 1,0-1,0 1,0-1,1 1,-1 0,0 0,0-1,0 1,1 0,-1 1,-1 0,-33 47,35-48,0 1,1-1,-1 1,1-1,-1 1,1 0,-1 0,1-1,0 1,0 0,0-1,0 1,0 0,0 0,1-1,-1 1,0 0,1-1,-1 1,1 0,0-1,0 1,0-1,-1 1,1-1,0 1,1-1,-1 0,0 0,0 1,1-1,-1 0,1 0,6 3,0-1,1 0,-1 0,1-1,0 0,-1-1,1 0,0 0,0-1,0 0,8-1,-8 1,225-10,-230 9,0 0,0 1,-1 0,1-1,0 1,0 1,0-1,-1 0,1 1,0 0,0 0,-1 0,1 0,-1 1,1-1,-1 1,1 0,-1 0,0 0,0 1,0-1,0 1,0-1,-1 1,1 0,-1 0,0 0,0 1,0-1,0 0,-1 1,1-1,0 3,0 14,0-1,-1 1,-1 0,-1 0,-1 0,-3 17,-2 93,7-126,1 1,-1 0,1-1,0 0,0 1,1-1,0 0,-1 1,1-1,1 0,-1 0,1-1,-1 1,1 0,0-1,0 0,1 0,-1 0,0 0,1 0,0 0,0-1,0 0,0 0,0 0,0 0,1-1,-1 0,0 1,1-2,-1 1,1 0,2-1,12-1,0-1,0-1,0-1,0 0,-1-2,1 0,-1-1,0 0,-1-2,0 0,-1-1,1-1,-2 0,0-1,0-1,7-9,16-6,-34 55,-6 2,0 61,3-87,0 0,-1 0,1 0,0 1,1-1,-1-1,0 1,1 0,0 0,-1 0,1-1,0 1,1-1,-1 0,0 1,1-1,-1 0,1 0,-1-1,1 1,0 0,0-1,0 0,0 0,3 1,-1 0,1-1,0 0,-1 0,1-1,0 0,0 0,-1 0,1 0,0-1,0 0,-1 0,1-1,-1 1,1-1,-1-1,0 1,0-1,0 0,0 0,0 0,0 0,-1-1,0 0,0 0,0 0,0-1,-1 1,1-1,-1 0,0 0,-1 0,1 0,-1-1,0 1,0 0,-1-1,0 0,0 1,0-1,0 0,-1 0,0 1,0-1,-1 0,1 0,-2-2,-1-3,-1 0,0 1,0-1,-1 1,-1 0,0 0,0 0,-1 1,0 0,0 0,-1 1,0 0,-1 1,0-1,0 1,0 1,-1 0,0 0,0 1,-1 1,1-1,-1 2,0-1,0 2,0-1,-1 1,1 1,0 0,-1 1,1 0,-4 1,-10 6,25-7,0 0,0 0,1 0,-1 0,0 0,1 0,-1 0,0 0,0 0,1 0,-1 1,0-1,0 0,0 0,1 0,-1 1,0-1,0 0,0 0,1 0,-1 1,0-1,0 0,0 0,0 1,0-1,0 0,1 0,-1 1,0-1,0 0,0 1,0-1,0 0,0 0,0 1,0-1,0 0,0 1,0-1,-1 0,1 0,0 1,0-1,0 0,0 0,0 1,0-1,-1 0,1 0,0 1,0-1,0 0,-1 0,1 0,0 1,0-1,-1 0,1 0,0 0,-1 0,13 3,-1-1,1 0,-1-1,1 0,-1-1,1 0,0-1,2-1,7 1,252-14,-266 14,-1 0,1 0,0 1,0 1,0-1,-1 1,1 0,0 0,0 1,-1 0,1 0,-1 1,0-1,0 1,0 1,0-1,0 1,-1 0,0 1,1-1,-2 1,1 0,0 0,-1 0,1 3,0 4,-2 0,0 0,0 0,-1 0,0 1,-1-1,-1 0,0 1,0-1,-1 2,4 81,-2-92,-1-1,1 1,-1-1,1 1,0-1,-1 1,1-1,1 0,-1 0,0 1,0-1,1 0,-1 0,1 0,0 0,0-1,-1 1,1 0,0-1,1 1,-1-1,0 0,0 0,0 0,1 0,-1 0,1 0,-1-1,1 1,-1-1,1 1,-1-1,1 0,-1 0,1 0,-1 0,1-1,-1 1,2-1,12-5,-1 0,0-2,0 1,0-2,-1 0,-1 0,1-2,-1 1,-1-2,0 0,-1 0,0-1,-1 0,0-1,-2 0,1-1,-1 0,-1 0,-1 0,4-14,-3 11,-5 53,-3-27,0 0,0 0,1 0,0 0,1 0,0 0,0 1,1-1,0-1,0 1,0 0,1 0,1-1,-1 0,1 1,0-1,1-1,0 1,0-1,0 0,1 0,0 0,0-1,0 0,1 0,0 0,2 0,8 1,-1-1,1 0,0-2,1 0,-1-1,0-1,1 0,-1-1,1-1,-1-1,1 0,-1-2,0 1,0-2,-1-1,1 0,-1-1,1-1,-4 1,-1 0,-1-1,0 0,0 0,0-1,-1-1,-1 0,1 0,-2-1,1 0,-2-1,1 0,-2 0,1 0,-2-1,0 0,0 0,-1 0,-1-1,0 1,-1-1,0 0,-1 0,-1-3,-4-6,-10 31,8 7,1 1,1 0,0 0,1 0,1 1,0-1,1 0,1 2,0-6,-2 5,2 1,0-1,1 0,1 1,1-1,2 8,-4-20,0 0,1 0,0-1,0 1,0 0,0-1,1 0,0 1,0-1,0 0,0 0,1-1,-1 1,1-1,0 0,0 1,0-2,1 1,-1 0,1-1,-1 0,1 0,0-1,1 1,0-1,0 0,1 0,0 0,-1-1,1 0,-1-1,1 0,-1 0,1 0,-1 0,4-2,27-11</inkml:trace>
  <inkml:trace contextRef="#ctx0" brushRef="#br0" timeOffset="2288.227">8879 478,'-9'16,"3"9,11 8,12 3,4-5</inkml:trace>
  <inkml:trace contextRef="#ctx0" brushRef="#br0" timeOffset="2827.153">9694 919,'-13'-8,"0"0,-1 1,0 0,-1 1,1 1,-1 0,0 1,0 1,0 0,-1 1,-5 0,13 2,0-1,0 2,-1-1,1 1,0 1,0 0,0 0,0 0,0 1,0 0,1 0,-1 1,1 0,0 1,0-1,1 1,-1 0,1 1,0 0,1 0,-5 5,6-6,0 1,0 0,1-1,-1 1,1 0,0 1,1-1,0 0,0 1,0 0,1-1,0 1,0 0,0 0,1-1,0 1,1 0,0 0,0 0,0-1,0 1,1 0,0-1,1 0,0 1,0-1,0 0,0 0,1-1,0 1,0-1,1 0,0 0,0 0,0 0,2 0,9 4,1-1,0 0,0-2,1 0,-1-1,1-1,1 0,-1-1,0-1,1-1,-1-1,1 0,-1-2,1 0,-1-1,0 0,0-2,7-3,0 1,0-1,0-1,-1-2,0 0,-1-2,0 0,-1-1,-1-2,0 0,-1-1,-1-1,-1-1,6-8,-29 34,0 2,1-1,0 0,0 1,1 0,0 0,1 0,0 0,0 0,0 4,2-11,0 1,0 0,0-1,0 1,0-1,1 1,-1-1,1 1,-1 0,1-1,0 0,0 1,0-1,0 1,1-1,-1 0,1 0,-1 0,1 0,0 0,-1 0,1 0,0-1,1 1,-1-1,0 1,0-1,0 0,1 0,-1 0,1 0,-1 0,1 0,-1-1,1 1,-1-1,1 0,7 2,0-1,0-1,0 0,1 0,-1-1,0 0,0-1,0 0,2-1,-2 0,1-1,-1-1,0 1,0-1,-1-1,0 0,0 0,0-1,-1 0,0-1,0 0,2-3,-7 7,0 1,0-1,0 0,-1 0,0 0,1-1,-2 1,1-1,0 1,-1-1,0 0,0 1,0-1,0 0,-1 0,0 1,0-1,0 0,-1 0,0 0,0 1,0-1,0 0,-1 1,1-1,-1 1,0 0,-1-1,0 1,1-1,-2 1,1 0,0 0,-1 0,0 1,0-1,0 1,0 0,-1 0,1 0,-1 0,0 1,1 0,-1 0,0 0,0 1,-1 0,1 0,0 0,0 0,0 1,-1 0,1 0,0 0,-6 2,1-1,0 1,0 1,0 0,0 0,0 1,1 0,-1 1,1 0,0 0,1 1,-1 0,-5 6,6-6,1 0,0 1,1 0,-1 1,2-1,-1 1,1 0,0 1,0-1,1 1,0 0,1 0,0 0,0 0,1 1,1-1,-1 1,1 0,1-1,0 10,1-15,0 0,1 0,0 0,-1-1,1 1,1 0,-1-1,0 1,1-1,0 0,0 1,0-1,0-1,0 1,0 0,1-1,-1 0,1 0,0 0,0 0,0 0,0-1,0 0,0 0,0 0,0 0,1 0,6 0,-1 0,1-1,-1 0,1 0,-1-1,0 0,1-1,-1 0,0-1,6-2,-2-1,0-1,-1 0,0-1,0-1,-1 0,0 0,0-1,-1-1,0 0,5-8,20-27</inkml:trace>
  <inkml:trace contextRef="#ctx0" brushRef="#br0" timeOffset="3158.038">10269 291,'-22'7,"-1"2,1 0,1 1,0 2,0 0,1 1,1 1,0 1,1 0,1 2,0 0,1 1,1 0,-5 10,17-23,0-1,0 0,1 1,0-1,0 1,0 0,1-1,-1 1,1 0,0 0,1 0,-1 0,1 0,0 1,0-1,0 0,1 0,0 0,0 0,0 0,1-1,0 1,-1 0,2-1,1 4,6 4,1 0,0-1,1 0,0-1,1 0,0-1,0 0,1-1,0-1,1 0,11 3,5 4,-14-8,-1 1,0 1,0 0,-1 1,0 1,0 0,-1 1,0 1,-1 0,-1 1,0 0,0 1,-2 0,1 1,-2 0,0 0,1 5,21 162,-31-178,1-1,1 1,-1-1,0 1,1-1,-1 0,1 0,0 0,0 0,1 0,-1 0,0 0,1-1,0 1,0-1,-1 0,1 0,0 0,1 0,-1 0,0-1,1 1,-1-1,1 0,-1 0,1 0,-1-1,1 1,-1-1,2 0,109-14,-71 2</inkml:trace>
  <inkml:trace contextRef="#ctx0" brushRef="#br0" timeOffset="3436.964">11312 1226,'-29'-18,"-11"-6</inkml:trace>
  <inkml:trace contextRef="#ctx0" brushRef="#br0" timeOffset="-3244.592">270 839,'-17'-4,"11"1,0 0,-1 1,1 0,0 0,-1 0,0 1,1 0,-1 1,0-1,0 1,1 0,-1 1,0 0,1 0,-1 0,1 1,-1 0,1 0,-1 0,1 1,0 0,0 0,1 1,-1 0,-1 1,-4 12,0 0,1 0,1 1,1 0,1 0,0 1,1 0,2 0,-1 0,2 1,1 0,0 0,2 7,7 34,-6-60,-1 1,1-1,-1 0,1 0,0 0,-1 0,1 0,0 0,0 0,0 0,0 0,0 0,0 0,0 0,0-1,0 1,0 0,0-1,1 1,-1-1,0 1,0-1,1 0,-1 1,0-1,1 0,-1 0,0 0,1 0,-1 0,0 0,0 0,1-1,-1 1,0 0,1-1,-1 1,0-1,0 1,0-1,0 0,1 0,-1 1,0-2,11-7,-1 0,0-1,-1 0,0-1,-1 0,0-1,-1 0,0 0,-1-1,0 1,4-13,-1 4,0-1,-1 0,-2 0,0-1,-1 0,-2-1,0 1,-2-1,0-8,-4 14,-3 18,2 9,0-1,0 1,1 0,0-1,1 1,0 0,0 0,1 0,0 1,0 6,-1 4,1 1,1-1,1 0,1 1,0-1,2 0,0-1,7 16,-9-26,1-1,0 0,0-1,0 1,1-1,0 0,0 0,1 0,0-1,0 0,1 0,-1 0,1-1,1 0,-1 0,1-1,0 0,-1 0,2-1,-1 0,7 1,-10-3,-1 0,1 0,0-1,0 0,-1 0,1 0,0-1,0 1,-1-1,1 0,0-1,-1 1,1-1,-1 0,0 0,1 0,-1-1,0 1,0-1,-1 0,2-1,18-19</inkml:trace>
  <inkml:trace contextRef="#ctx0" brushRef="#br0" timeOffset="-2983.048">590 732,'-1'-80,"-3"0,-4 0,-12-45,17 113,3 23,57 301,-45-235,-4 1,-2 0,-5 0,-2-1,-4 1,-14 67,-22 21,-7-19</inkml:trace>
  <inkml:trace contextRef="#ctx0" brushRef="#br0" timeOffset="-1513.451">1432 585,'18'-2,"16"1,8 1,4 3,-6 0</inkml:trace>
  <inkml:trace contextRef="#ctx0" brushRef="#br0" timeOffset="-1773.317">1620 932,'0'-11,"0"3,0 9,0 14,0 14,0 10,2 9,1 2,2-1,1-3,-2-6,-1-9</inkml:trace>
  <inkml:trace contextRef="#ctx0" brushRef="#br0" timeOffset="-1220.23">1820 866,'106'343,"-86"-300,-19-42,0-1,0 1,-1-1,1 0,0 0,0 1,0-1,0 0,0 0,0 0,0 0,0 0,0 0,0 0,0 0,0 0,0-1,0 1,0 0,-1-1,1 1,0 0,0-1,0 1,0-1,-1 1,1-1,0 0,0 1,-1-1,1 0,-1 0,1 1,-1-1,1 0,-1 0,1 0,-1 0,1 1,-1-1,0 0,0 0,1 0,-1 0,0 0,0 0,0 0,0 0,91-237,-46 133,-45 105,0 0,0 1,0-1,0 0,0 1,0-1,0 0,0 1,0-1,0 0,0 0,0 1,0-1,0 0,0 1,1-1,-1 0,0 0,0 1,0-1,1 0,-1 0,0 1,0-1,0 0,1 0,-1 0,0 1,1-1,-1 0,0 0,0 0,1 0,-1 0,0 0,1 0,-1 0,0 0,1 0,-1 0,0 0,1 0,-1 0,0 0,0 0,1 0,-1 0,0 0,1 0,-1 0,0 0,1 0,-1-1,0 1,0 0,1 0,-1 0,0-1,0 1,-10 126,9-117,-2 14,1-1,2 1,0 0,1-1,3 17,-4-33,1-1,1 0,-1 0,1 0,0 0,0 0,0 0,1 0,0-1,0 1,0-1,0 0,1 0,-1 0,1 0,0-1,1 1,-1-1,0 0,1 0,0-1,-1 1,1-1,0 0,0 0,6 0,6 1,0-2,1 0,-1-1,1-1,-1 0,0-1,0-1,1-1,-2 0,1-1,0-1,54-18</inkml:trace>
  <inkml:trace contextRef="#ctx0" brushRef="#br0" timeOffset="-19663.62">3986 4302,'-11'235,"10"0,15 72,27 244,-5-109,-20 162,-16-594,-14 109,8-105</inkml:trace>
  <inkml:trace contextRef="#ctx0" brushRef="#br0" timeOffset="-17659.07">3946 4302,'108'-14,"0"4,14 5,463 21,32-40,-371 4,452-30,-144 35,139 3,-614 12,532 13,-56 15,80-1,-18-29,-111-25,-355 15,-149 13,0 0,0-1,0 1,0 0,-1 1,1-1,0 0,0 0,-1 1,1-1,-1 1,1-1,-1 1,0 0,1 0,-1-1,0 1,0 0,-1 0,1 0,0 0,0 0,-1 0,1 0,-1 1,0-1,0 0,0 0,0 0,0 0,0 0,0 0,-1 1,1-1,-1 0,0 0,0 2,0 9,-1 624,13-450,8-1,11 19,-6-41,13 56,8-2,29 62,-32-120,3 61,-13-82,41 113,-26-99,-28-109,-14-48,-2-13,-1-6</inkml:trace>
  <inkml:trace contextRef="#ctx0" brushRef="#br0" timeOffset="-15166.708">4067 6735,'-22'566,"16"-330,6-234,0 0,0-1,0 1,0 0,1-1,-1 1,0 0,1-1,-1 1,1-1,0 1,0-1,-1 1,1-1,0 1,0-1,0 0,1 0,-1 1,0-1,0 0,1 0,-1 0,0 0,1 0,-1-1,1 1,0 0,-1-1,1 1,-1-1,1 1,0-1,-1 0,1 0,0 0,-1 0,1 0,0 0,0 0,-1 0,1-1,-1 1,1-1,0 1,-1-1,1 0,0 0,216-49,340 6,529-58,-1045 96,191-28,1 9,166 8,-93 30,156 1,-231-25,-84 2,0 7,74 11,-35 12,173 12,-198-27,143 24,-248-21,51 7,0-4,45-3,177-3,-277-2,110 20,-111-10,1-3,0-2,1-3,0-1,0-3,47-5,113-11,-58 15,-49 13,-30-5,-76-10,0 1,0-1,0 0,0-1,0 1,-1 0,1 0,0 0,-1 0,1 0,-1-1,1 1,-1 0,1-1,-1 1,0 0,0-1,0 1,0 0,0-1,0 1,0 0,0-1,0 1,-1 0,1-1,0 1,-1 0,0 0,0-1,1 1,-8-30,-3-3</inkml:trace>
  <inkml:trace contextRef="#ctx0" brushRef="#br0" timeOffset="6782.116">4520 4970,'1'-1,"-1"0,1 1,-1-1,0 0,0 1,1-1,-1 0,0 1,0-1,1 0,-1 1,0-1,0 0,0 0,0 1,0-1,0 0,0 0,-1 1,1-1,0 0,0 1,0-1,-1 0,1 1,0-1,-1 0,1 1,-1-1,1 1,0-1,-1 1,1-1,-1 1,0-1,1 1,-1-1,1 1,-1-1,0 1,1 0,-1 0,0-1,1 1,-1 0,0 0,0 0,1 0,-1 0,0 0,1 0,-1 0,0 0,0 0,-42 9,24-2,2 1,-1 0,1 1,1 1,-1 1,2 0,-1 1,2 1,0 0,0 1,-3 5,15-17,0 0,1 0,-1 0,1 0,0 0,0 0,-1 0,1 0,0 0,1 1,-1-1,0 0,1 1,-1-1,1 1,0-1,0 0,0 1,0-1,0 1,0-1,1 0,-1 1,1-1,0 0,-1 1,1-1,0 0,1 0,-1 0,0 0,0 0,1 0,0 0,-1 0,1 0,0-1,0 1,-1-1,1 1,0-1,1 0,-1 0,0 0,1 1,120 23,-41-12,-74-12,0 1,0 1,-1-1,1 1,-1 1,1-1,-1 1,0 1,-1-1,1 1,-1 0,0 1,0-1,0 1,-1 0,0 1,0-1,-1 1,0 0,0 0,0 1,-1-1,0 1,0-1,-1 1,0 0,-1 0,0 0,0 3,0-6,-1-1,0 0,0 0,0 1,0-1,-1 0,0 0,0 1,0-1,0 0,0 0,-1 0,0 0,0-1,0 1,0 0,-1-1,1 1,-1-1,0 0,0 0,0 0,-1 0,1-1,-1 1,1-1,-1 0,0 0,0 0,0 0,0-1,0 0,0 0,0 0,-2 0,-12 1,-1-1,1 0,-1-2,1 0,-1-1,1-1,0-1,0-1,0 0,-9-5,-14-2,39 12,0-1,1 0,0 0,-1 0,1 0,-1 1,1-1,-1 1,1-1,-1 1,1-1,-1 1,0 0,1 0,-1 0,1 0,-1 0,0 0,1 0,-1 1,1-1,-1 0,1 1,-1-1,1 1,-1 0,1 0,-1-1,1 1,0 0,-1 0,1 0,0 0,0 0,-1 2,3-1,0 0,1 0,-1 0,0 0,1 0,-1 0,1 0,0 0,0-1,-1 1,1-1,0 1,0-1,1 0,-1 1,0-1,0 0,1-1,-1 1,0 0,2 0,-2-1,23 9</inkml:trace>
  <inkml:trace contextRef="#ctx0" brushRef="#br0" timeOffset="7120.989">4828 4997,'7'-9,"2"1,0 9,-3 12,-1 9,-2 11,-1 9,-1 3,1 4,3-2,3-2,2-4,2-5,-1-6,-3-6,-3-7</inkml:trace>
  <inkml:trace contextRef="#ctx0" brushRef="#br0" timeOffset="7385.828">4801 5478,'16'0,"12"0,6 0,1 0,0-2,-4-1,-7 0</inkml:trace>
  <inkml:trace contextRef="#ctx0" brushRef="#br0" timeOffset="7651.158">4668 4836,'13'-7,"12"-4,11-1,5 2,4 3,0 2,-3 5,-9 6,-9 3</inkml:trace>
  <inkml:trace contextRef="#ctx0" brushRef="#br0" timeOffset="8591.628">4133 6106,'77'41,"-3"2,-1 4,17 17,-86-60,-2-4,0 1,1 0,-1 1,0-1,0 0,0 1,0-1,0 1,0 0,0-1,-1 1,1 0,-1 0,1 0,-1 0,0 1,0-1,1 0,-2 0,1 1,0-1,0 1,-1-1,1 1,-1-1,0 1,0-1,0 1,0-1,0 1,-1-1,1 0,-1 3,-6 2,0 0,-1 0,0 0,0-1,-1 0,0-1,0 0,0 0,-1-1,-8 6,-23 12,-2 0,1 3,1 1,-25 21,55-33,13-11</inkml:trace>
  <inkml:trace contextRef="#ctx0" brushRef="#br0" timeOffset="9047.446">4921 6147,'-9'-1,"0"0,-1 0,1-1,0 0,0-1,0 0,0 0,0-1,-6-4,-21-8,31 14,1 1,-1 0,0 0,0 1,1-1,-1 1,0 0,0 0,1 0,-1 1,0 0,0 0,1 0,-1 0,1 1,-1 0,1 0,0 0,0 0,-1 1,2-1,-1 1,0 0,0 1,1-1,0 0,-3 4,-4 5,0 1,1 0,0 0,1 0,1 1,0 1,-4 13,7-21,0 1,1-1,0 0,1 1,0-1,0 1,1 0,-1 0,2 0,-1 0,1 0,0 0,1 0,0-1,0 1,1 0,0 0,0-1,1 1,0-1,0 0,0 1,1-1,1-1,-1 1,1-1,0 0,0 0,1 0,3 2,0-3,1 0,0 0,0-1,0-1,0 0,1 0,-1-1,1 0,-1-1,1 0,0-1,0 0,-1-1,1 0,0 0,1-2,10-1,0-2,-1-1,1 0,-1-2,-1 0,1-2,2-2,49-41,-45 28</inkml:trace>
  <inkml:trace contextRef="#ctx0" brushRef="#br0" timeOffset="9304.564">5202 6066,'0'16,"0"12,0 10,0 6,0 4,0 1,0-1,0-2,0-4,0-5,0-6,0-9</inkml:trace>
  <inkml:trace contextRef="#ctx0" brushRef="#br0" timeOffset="9616.729">5470 6079,'-13'21,"-1"-1,0-1,-2 0,0-1,-1 0,-1-2,-1 0,-2 0,-38 36,58-52,0 1,1-1,-1 0,0 1,0-1,0 1,0 0,0-1,1 1,-1-1,0 1,1 0,-1 0,0-1,1 1,-1 0,1 0,-1 0,1 0,0 0,-1 0,1 0,0 0,0 0,-1 0,1-1,0 1,0 0,0 0,0 0,0 0,0 0,1 0,-1 0,0 0,0 0,1 0,-1 0,1 0,-1 0,1 0,-1 0,1-1,-1 1,1 0,0 0,0 0,91 22,240 27,-301-46</inkml:trace>
  <inkml:trace contextRef="#ctx0" brushRef="#br0" timeOffset="10652.864">6767 6587,'-17'21,"1"1,1 0,2 0,0 2,1 0,1 0,1 1,2 0,0 0,2 1,1 1,4-26,1 0,0 0,-1 1,1-1,0 0,0 0,0 0,0 1,0-1,0 0,0 0,0 0,0 1,1-1,-1 0,0 0,1 0,-1 0,1 0,0 0,-1 0,1 0,0 0,-1 0,1 0,0 0,0 0,0 0,0-1,0 1,0 0,0-1,0 1,0 0,0-1,0 0,0 1,1-1,-1 0,0 1,0-1,0 0,1 0,-1 0,0 0,0 0,0 0,1 0,-1-1,7-2,0-1,0 0,-1 0,1 0,-1-1,0-1,-1 1,1-1,-1 0,0 0,-1-1,1 0,-1 0,0-1,24-30,-2-2,-2-1,-1-1,-2-1,-3-1,-1-1,-2 0,2-17,-3-50,-15 107,0 0,0 1,-1-1,1 1,-1-1,0 1,-1 0,1-1,-1 1,0 0,0 0,0 0,0 0,-1 0,1 0,-1 1,0-1,0 1,-1 0,1 0,-1 0,1 0,-3 0,2 1,0 0,1 1,-1 0,0 0,0 0,0 0,0 0,-1 1,1 0,0 0,0 0,0 0,0 1,0 0,0 0,0 0,0 0,0 0,0 1,1 0,-1 0,0 0,1 0,0 0,-1 1,1-1,0 1,-2 3,-5 3,1 1,1 0,0 0,0 1,1 0,0 1,1-1,-2 8,2-4,1 0,1 0,1 0,0 0,1 0,0 1,1-1,1 1,1-1,0 1,1-1,2 9,8 23,1 0,3-1,8 14,14 44,-30-78,-4-12,0-1,1 1,0-1,1 0,1-1,0 1,2 1,0-5,-1-4</inkml:trace>
  <inkml:trace contextRef="#ctx0" brushRef="#br0" timeOffset="10983.048">7048 6881,'2'12,"0"0,1-1,1 1,0-1,0 0,1 0,0 0,2 0,-5-8,-1 0,1 0,0 0,1-1,-1 1,0-1,1 1,0-1,-1 0,1 0,0 0,0 0,0 0,0-1,0 1,1-1,-1 0,0 0,1 0,-1 0,1-1,-1 0,1 1,-1-1,1 0,-1-1,1 1,-1-1,2 0,-1 0,0-1,1 1,-1-1,0-1,0 1,0-1,-1 1,1-1,0 0,-1 0,0-1,0 1,0-1,0 1,0-1,-1 0,0 0,1 0,-1 0,-1-1,1-1,17-96,-18 99,-1 0,1 0,-1 0,0 0,0 0,0 0,0 0,-1 0,1 0,-1 0,0 0,0 0,0 0,0 0,0 1,-1-1,1 0,-1 1,0-1,0 1,0 0,0 0,0-1,0 1,0 1,-1-1,1 0,-1 0,1 1,-1 0,0-1,0 1,0 0,1 0,-1 1,0-1,0 0,0 1,-3 0,-1 3,0 0,0 1,0-1,1 2,-1-1,1 1,0 0,0 0,0 0,1 1,0 0,0 0,1 1,-1-1,1 1,1 0,-1 0,1 0,1 1,-1-1,1 1,0 0,-2 59,11-41</inkml:trace>
  <inkml:trace contextRef="#ctx0" brushRef="#br0" timeOffset="11539.684">7836 6320,'-12'1,"0"2,1-1,-1 2,1-1,0 2,0-1,0 1,0 1,1 0,0 1,0 0,1 0,0 1,0 0,1 1,0 0,0 0,1 0,0 1,1 1,0-1,1 1,0 0,-2 5,3-3,0-1,0 1,1 0,1 1,0-1,1 0,0 1,1-1,1 0,0 1,0-1,2 0,-1 0,2 0,0 0,0 0,1-1,1 0,0 0,2 2,-5-10,0-1,-1 0,1 0,0-1,1 1,-1-1,0 1,1-1,-1 0,1 0,0-1,0 1,0-1,0 0,0 0,0 0,0 0,0-1,0 1,0-1,0 0,0-1,0 1,0-1,0 1,4-2,1-2,1 1,-2-1,1-1,0 1,-1-2,0 1,0-1,-1 0,1-1,-1 1,-1-2,13-13,-2-2,0 0,-2-1,-1 0,-1-1,-1-1,-1 0,-1-1,-1 0,-2 0,0-1,-2 0,-1 0,-1-9,-2 23,0 0,0 0,-2 0,1 0,-2 0,0 1,0-1,-2 0,0 1,0 0,-1 0,0 0,-6-7,11 18,-1 1,0-1,0 0,0 1,0-1,-1 1,1-1,0 1,-1 0,1-1,-1 1,1 0,-1 0,1 0,-1 0,0 0,0 0,1 1,-1-1,0 1,0-1,0 1,0-1,0 1,0 0,1 0,-1 0,0 0,0 1,0-1,0 0,0 1,0-1,0 1,1 0,-1-1,0 1,1 0,-1 0,0 1,-5 5,0 1,1 0,0 1,1-1,-1 1,2 0,-1 0,2 1,-1-1,1 1,0 0,1 0,0 0,1 0,0 5,-6 78,4-1,4 1,4 0,4-1,5 6,-14-94,18 114,-13-92</inkml:trace>
  <inkml:trace contextRef="#ctx0" brushRef="#br0" timeOffset="11800.039">8157 6695,'-2'13,"-1"12,-3 8,-1 6,-1 2,0-1,0-2,2-4,5-7,2-9</inkml:trace>
  <inkml:trace contextRef="#ctx0" brushRef="#br0" timeOffset="12262.788">8705 6267,'-19'27,"2"2,1-1,1 2,1 0,2 1,1 0,2 1,-5 27,10-41,0 0,2 0,0 0,1 0,1 1,1 7,-1-22,0 1,1 0,0-1,0 1,0 0,0-1,1 1,0-1,0 0,0 0,0 1,1-2,0 1,-1 0,1 0,1-1,-1 1,0-1,1 0,0 0,0-1,0 1,0-1,0 0,0 0,0 0,2 0,0 0,1-1,-1 0,1 0,-1-1,1 0,0 0,-1 0,1-1,-1 0,1 0,-1-1,1 1,-1-1,0-1,0 0,0 1,0-2,0 1,-1-1,1 0,8-7,0 0,0-1,-2-1,1 0,-2 0,10-15,-8 10,-1-2,0 1,-2-1,0-1,-1 1,-2-2,0 1,-1-1,-1 0,-1 0,-1-1,0 1,-2-1,-1 0,-1 1,-1-1,-1 1,-1-4,1 17,0 0,0 0,-1 0,0 0,0 1,-1 0,0 0,-5-7,8 14,1-1,0 0,-1 1,1-1,-1 1,0-1,1 1,-1 0,0-1,0 1,0 0,0 0,0 1,0-1,0 0,0 1,0-1,0 1,0-1,0 1,-1 0,1 0,0 0,0 0,0 1,0-1,-1 0,1 1,0 0,0-1,0 1,0 0,0 0,0 0,1 0,-1 1,0-1,0 0,1 1,-1-1,0 1,-8 11,0 1,1-1,1 1,0 1,0 0,2 0,0 1,0-1,2 1,0 0,1 0,0 1,1 7,-4 15,3 0,1 0,1 0,3 1,1-1,5 21,-5-39,2 0,1 0,0-1,1 1,1-2,1 1,1-1,1 0,0-1,2-1,0 0,11 12,-4-12,-5-6</inkml:trace>
  <inkml:trace contextRef="#ctx0" brushRef="#br0" timeOffset="12613.252">9160 6681,'140'1,"-138"-1,0 0,-1 0,1-1,0 2,-1-1,1 0,0 0,0 0,-1 1,1-1,0 1,-1-1,1 1,-1 0,1 0,-1 0,1-1,-1 2,1-1,-1 0,0 0,0 0,0 0,1 1,-1-1,0 1,-1-1,1 1,0-1,0 1,-1-1,1 1,-1 0,1-1,-1 1,1 0,-1-1,0 1,0 1,-2 7,-1 0,0 0,0 0,-1 0,-1-1,1 1,-2-1,1 0,-1 0,-3 3,-9 16,10-16,3-6,1 0,-1 1,2 0,-1 0,1 0,-1 0,2 1,-1-1,1 1,1-1,-1 1,1 0,0 3,3-8,0 0,-1 0,1-1,1 1,-1 0,0-1,1 0,-1 1,1-1,0 0,-1 0,1 0,0-1,0 1,1-1,-1 0,0 1,0-1,1-1,-1 1,0 0,1-1,-1 0,1 0,-1 0,0 0,1 0,-1-1,2 0,14 0,0-1,0-2,0 1,-1-2,0-1,7-2,18-9</inkml:trace>
  <inkml:trace contextRef="#ctx0" brushRef="#br0" timeOffset="13180.408">9842 6334,'-16'39,"1"2,3-1,1 2,2-1,2 1,2 1,1 6,3-44,-1 1,1-1,1 1,-1 0,1-1,0 1,0 0,0-1,1 1,0 0,0-1,1 1,-1-1,1 1,0-1,1 0,-1 0,1 0,0 0,0 0,1-1,-1 1,1-1,0 0,0 0,0 0,1-1,0 0,-1 1,1-2,0 1,1 0,7-3,1 0,-1 0,1-1,0-1,-1 0,0-1,0-1,0 0,0-1,0 0,-1 0,0-2,0 1,0-2,-1 0,0 0,-1-1,0 0,0 0,-1-1,5-7,0-2,0 0,-1-1,-1 0,0-1,-2-1,-1 1,0-2,-2 1,0-1,-2 0,0-1,-2 1,-1-1,0 1,-2-1,-1 0,0 0,-2 1,-1-1,-1 1,-1 0,-2-3,4 13,-1 0,0 1,-1-1,-1 1,0 0,0 1,-1 0,-7-8,13 17,-1-1,1 0,-1 0,1 1,-1 0,0-1,0 1,0 0,-1 1,1-1,0 0,-1 1,1 0,-1 0,1 0,-1 0,0 0,1 1,-1-1,0 1,1 0,-1 1,0-1,1 0,-1 1,1 0,-1 0,0 0,1 0,0 1,-1-1,1 1,0 0,-1 1,-3 2,1 0,0 1,0-1,0 2,1-1,0 1,0-1,0 1,1 1,0-1,1 1,-1-1,2 1,-1 0,1 0,-1 3,-10 135,15-105,2 0,1 0,2-1,2 0,2 0,2-1,1-1,2 0,1-1,2 0,2-2,1 0,2-2,15 17,-21-30</inkml:trace>
  <inkml:trace contextRef="#ctx0" brushRef="#br0" timeOffset="13655.332">10376 6561,'25'0,"-1"1,0 1,1 1,-1 2,0 0,18 7,-39-12,0 1,-1 0,1 0,-1 0,1 0,-1 0,0 0,1 0,-1 1,0-1,0 1,0 0,0-1,0 1,0 0,0 0,-1 1,1-1,-1 0,1 0,-1 1,0-1,0 1,0-1,0 1,-1-1,1 1,-1 0,1-1,-1 1,0-1,0 1,0 0,0 0,-1-1,1 1,-1-1,1 1,-1 0,0-1,0 1,0-1,-1 1,-6 10,0-2,-1 1,0-1,-1 0,0-1,-1 0,0-1,-7 5,-18 15,36-29,0 1,-1-1,1 0,-1 0,1 0,0 0,-1 0,1 1,0-1,-1 0,1 0,0 0,-1 1,1-1,0 0,0 1,-1-1,1 0,0 1,0-1,0 0,0 1,-1-1,1 0,0 1,0-1,0 0,0 1,0-1,0 1,0-1,0 0,0 1,0-1,0 1,0-1,0 0,0 1,0-1,0 0,1 1,-1-1,0 0,0 1,0-1,0 0,1 1,-1-1,0 0,1 1,-1-1,0 0,0 0,1 1,-1-1,0 0,1 0,-1 0,0 1,1-1,-1 0,1 0,-1 0,29 3,-26-3,21 0,-17-1,1 0,-1 1,1 0,-1 0,1 0,-1 1,0 0,1 1,-1 0,0 0,0 0,0 1,0 0,0 0,-1 0,1 1,-1 0,0 1,0 0,-1-1,1 2,2 3,-4-5,-1 1,0 1,0-1,0 0,-1 1,0-1,0 1,0 0,0 0,-1 0,0 0,-1 0,1 0,-1 0,0 0,0 0,-1 0,0 0,0 0,-1 0,1-1,-1 1,0 0,-1-1,1 1,-1-1,0 0,-1 0,1 0,-1 0,0 0,0-1,0 0,-1 0,0 0,1 0,-6 2,1-2,1-1,-1 0,0 0,0-1,0 0,0 0,-1-1,1-1,0 1,0-1,-7-2,-9-1</inkml:trace>
  <inkml:trace contextRef="#ctx0" brushRef="#br0" timeOffset="14200.04">10295 7497,'0'18,"0"17,0 17,3 18,0 16,2 20,1 18,-2 23,-2 20,-6 16,-3 11,0 2,0-5,2-15,3-18,8-26,4-28,1-31</inkml:trace>
  <inkml:trace contextRef="#ctx0" brushRef="#br0" timeOffset="14936.864">8838 7523,'0'16,"0"21,3 25,2 27,3 27,1 27,0 27,-1 23,-2 18,-4 11,-5 3,-2-8,0-19,1-23,1-32,1-39</inkml:trace>
  <inkml:trace contextRef="#ctx0" brushRef="#br0" timeOffset="15655.335">7863 7390,'0'20,"0"30,2 34,1 33,2 35,1 31,-2 26,-1 20,-3 15,-4 7,-3-3,-4-12,1-21,2-47</inkml:trace>
  <inkml:trace contextRef="#ctx0" brushRef="#br0" timeOffset="16435.884">6913 7309,'0'-2,"0"1,0 15,0 25,0 36,5 44,3 42,6 41,2 35,0 22,-1 13,-5 1,-3-10,-5-18,-3-50</inkml:trace>
  <inkml:trace contextRef="#ctx0" brushRef="#br0" timeOffset="17343.571">2315 6427,'16'0,"14"-2,16-4,18-2,21-4,23-4,21-2,18-1,13 0,5 4,-5 5,-15 3,-20 3,-31 3</inkml:trace>
  <inkml:trace contextRef="#ctx0" brushRef="#br0" timeOffset="18101.582">2114 4943,'18'5,"23"1,21 2,26 0,23-2,17-2,15-1,9-1,5-2,1-2,-7-2,-13-1,-16-3,-29 0</inkml:trace>
  <inkml:trace contextRef="#ctx0" brushRef="#br0" timeOffset="18794.168">3585 4849,'4'0,"7"3,5 0,10 0,9-1,5-4,4-10,-7-3</inkml:trace>
  <inkml:trace contextRef="#ctx0" brushRef="#br1" timeOffset="207895.076">11767 8446,'-67'-1,"1"-2,-1-3,-49-12,34 0,-165-32,-83 0,-380 6,-848 11,1555 33,-1162 47,1013-37,0 6,1 7,1 7,1 6,2 7,3 6,1 6,-61 38,142-61,2 2,1 4,2 2,1 2,-28 31,68-58,1 1,1 1,0 0,2 1,0 1,1 0,1 0,0 1,1 2,6-14,0 1,0-1,1 1,0-1,1 1,0 0,0-1,1 1,0 0,0 0,1 0,1-1,-1 1,1-1,1 1,-1-1,1 0,1 0,0 0,0 0,0 0,1-1,5 6,6 3,1 0,1-2,1 0,-1-1,2-1,0-1,1 0,-1-2,2 0,-1-1,14 2,119 31,0-7,2-6,2-7,100-2,1235 21,-949-48,0-24,198-50,-384 23,285-86,-545 117,-2-4,80-38,-165 66,0 0,0 0,0-1,-1-1,1 0,-1 0,-1-1,1 0,-1-1,-1 0,1 0,-1-1,-1 0,1 0,-2-1,1 0,-1 0,-1-1,0 0,0 1,1-9,-6 2,-2-1,0 1,0 0,-2 0,0 1,-1-1,-1 1,0 0,-1 0,-1 1,0 0,-1 0,-1 1,-7-9,-8-14,-2 1,-1 1,-2 2,-1 0,-1 3,-7-4,26 23,-1 1,1 0,-1 1,-1 1,0 1,0 0,-1 0,1 2,-1 0,-1 1,1 0,-1 1,1 1,-1 1,0 0,1 1,-17 3,20-1,0 1,0 0,1 1,-1 0,1 1,0 1,0 0,1 0,-1 2,1-1,1 1,-6 6,-14 17</inkml:trace>
  <inkml:trace contextRef="#ctx0" brushRef="#br1" timeOffset="208557.114">12061 8914,'1'86,"-4"1,-3-1,-13 55,-37 75,57-216,-1-1,1 0,-1 1,1-1,0 1,-1-1,1 1,0 0,-1-1,1 1,0 0,0-1,0 1,-1 0,1 0,0 0,0 0,0 0,-1 0,1 0,0 0,0 0,0 0,-1 0,1 0,0 0,0 1,-1-1,1 0,0 1,0-1,-1 1,1-1,0 0,-1 1,1 0,-1-1,1 1,-1-1,1 1,-1 0,1-1,-1 1,1 0,-1-1,0 1,1 0,-1 0,0-1,0 1,0 0,1 0,-1 0,0-1,0 1,0 0,0 0,0 0,-1-1,1 1,0 0,0 0,0 0,-1-1,1 1,0 0,-1 0,1-1,-1 1,225-108,-98 65,-124 41,0 0,0-1,0 1,0 0,0-1,0 1,0-1,-1 1,1-1,-1 0,1 0,-1 0,0 0,0 0,1 0,-1 0,-1 0,1-1,0 1,0 0,-1 0,0-1,1 1,-1 0,0-1,0 1,0-1,-1-1,-12-70,11 67,2 7,-7-21,7 21,0 1,0-1,0 0,0 0,-1 0,1 0,0 0,0 1,0-1,0 0,-1 0,1 0,0 0,0 0,0 0,0 0,-1 0,1 0,0 0,0 0,0 0,-1 0,1 0,0 0,0 0,0 0,-1 0,1 0,0 0,0 0,0 0,-1 0,1 0,0 0,0-1,0 1,0 0,0 0,-1 0,1 0,0 0,0 0,0-1,0 1,0 0,0 0,-1 0,1 0,0-1,0 1,0 0,-5 132,-20 239,15-285</inkml:trace>
  <inkml:trace contextRef="#ctx0" brushRef="#br1" timeOffset="209290.078">12703 8727,'10'18,"0"1,-1 0,-1 0,0 1,-2 0,0 0,-2 1,0 0,-1 0,-1 0,-1 12,2 57,-4 0,-5 0,-6 25,1-3,10-91,10-33,35-214,-43 223,-1 1,1 0,0-1,0 1,0 0,0 0,0 0,0 0,0 0,1 0,-1 0,1 0,0 0,-1 0,1 1,0-1,0 1,0 0,0-1,0 1,0 0,0 0,1 0,-1 0,0 1,0-1,1 1,-1-1,1 1,-1 0,0 0,1 0,-1 0,1 0,-1 0,0 1,1-1,-1 1,0 0,1 0,8 5,0 1,0 0,-1 1,0 0,0 1,-1 0,0 0,-1 1,0 0,0 1,-1-1,-1 1,0 1,0-1,2 10,-6-18,-1 0,0 0,0 1,0-1,0 1,0-1,-1 1,1 0,-1-1,0 1,0-1,-1 1,1 0,-1-1,1 1,-1-1,0 1,-1-1,1 0,0 1,-1-1,0 0,0 0,0 0,0 0,0 0,-1-1,1 1,-1-1,0 1,1-1,-1 0,0 0,-1 0,1 0,-1 0,-59 13,62-15,-1 0,1 1,-1-1,1 0,-1 0,1 0,-1 0,1-1,-1 1,1 0,-1-1,1 1,-1-1,1 1,-1-1,1 0,0 0,-1 1,1-1,0 0,0 0,0 0,0 0,0 0,0-1,0 1,0 0,0 0,0-1,0 1,1-1,-1 1,1 0,-1-1,1 1,0-1,-1 1,1-1,0-1,2-6,1 1,0 0,0-1,1 1,0 0,0 0,1 1,0 0,1-1,-1 2,1-1,1 1,-1-1,1 2,0-1,1 0,12-11,2 1,-1 0,2 2,0 0,0 2,1 0,1 2,0 0,6 0,-27 9,-1-1,0 1,1 0,-1 1,1-1,-1 0,1 1,0 0,-1 0,1 0,-1 0,1 1,-1-1,1 1,-1 0,1 0,-1 0,0 0,1 1,-1-1,0 1,0 0,0 0,0 0,0 0,-1 1,1-1,-1 1,1 0,-1-1,0 1,2 3,12 83,-16-79,0-1,1 1,0-1,1 0,0 0,0 1,1-1,0-1,1 2,-3-8,1 0,-1 0,0 0,1 0,-1-1,1 1,0 0,0-1,-1 1,1-1,0 0,0 1,0-1,0 0,1 0,-1 0,0-1,0 1,1 0,-1-1,0 0,1 1,-1-1,0 0,1 0,0-1,18-2</inkml:trace>
  <inkml:trace contextRef="#ctx0" brushRef="#br1" timeOffset="209484.072">13237 8766,'0'0</inkml:trace>
  <inkml:trace contextRef="#ctx0" brushRef="#br1" timeOffset="209933.608">13665 8540,'13'16,"-1"0,0 1,-1 0,-1 1,-1 0,0 1,-1 0,-1 0,-1 1,-1 0,0 0,-2 0,0 1,-2-1,0 4,-3 32,-3 0,-2 0,-14 52,-7 49,26-150,0-1,1 0,-1 0,2 1,-1-1,1 1,-1-1,2 1,-1-1,1 0,0 1,0-1,1 0,0 1,0-1,0 0,1-1,0 1,0 0,0-1,1 1,0-1,0 0,0 0,0-1,1 1,0-1,0 0,0 0,1-1,-1 1,3 0,5-2,1 1,-1-2,1 1,0-2,-1 0,1-1,-1 0,1-1,-1 0,1-1,-1-1,0 0,0-1,-1 0,1-1,-1-1,-1 1,1-2,-1 0,0 0,-1-1,0 0,0-1,-1 0,0-1,-1 0,0 0,-1 0,0-1,-1-1,0 1,-1-1,-1 1,0-2,3-12,2-17,0 87,-9-43,1 19,1 0,0 0,2 0,0-1,1 1,1-1,1 0,5 8,-11-25,0 1,0-1,1 1,-1-1,1 0,0 1,0-1,0 0,0 0,0 0,0-1,1 1,-1 0,0-1,1 0,-1 1,1-1,0 0,-1 0,1-1,0 1,0 0,-1-1,1 0,0 1,1-1,17-4</inkml:trace>
  <inkml:trace contextRef="#ctx0" brushRef="#br1" timeOffset="210191.226">14454 9008,'-16'2,"-8"-1,1-1</inkml:trace>
  <inkml:trace contextRef="#ctx0" brushRef="#br1" timeOffset="210439.1">13544 8860,'19'-2,"23"-8,30-11,33-13,32-13,31-9,-12 4</inkml:trace>
  <inkml:trace contextRef="#ctx0" brushRef="#br2" timeOffset="-198483.851">3425 3406,'-3'0,"0"0</inkml:trace>
  <inkml:trace contextRef="#ctx0" brushRef="#br2" timeOffset="-193732.741">4975 3821,'-8'-8,"0"1,0 1,-1 0,0 0,0 0,0 1,-1 1,1-1,-1 2,0-1,0 1,-1 1,1 0,-7 0,-402-81,295 50,-1 5,-1 6,-1 5,0 7,-1 4,-31 7,62 13,1 4,1 5,-36 15,42-13,12-3,-1-3,-58 4,53-13,0 3,1 3,1 4,-9 7,-380 161,432-168,1 2,1 2,1 1,1 1,-6 9,19-17,4-6,1 0,0 0,1 2,1 0,0 0,1 2,1 0,0 0,1 1,1 0,0 1,1 0,1 0,1 1,1 0,-3 13,7 3,0-1,2 1,2 0,3 12,2-25,0-1,2-1,0 1,1-1,1-1,1 0,1-1,0 0,2-1,0 0,5 3,-18-17,6 6,30 37,2-2,3-1,0-2,3-2,1-2,9 2,187 110,-214-127,0-2,2 0,0-2,1-1,23 8,302 99,-322-114,0-1,1-2,-1-1,1-2,0-2,1-1,-1-1,16-4,41 2,258 17,-172-2,62-6,47-1,-145 32,92-1,-38-18,30 16,-10-16,-193-20,0-1,0-1,0-1,0-1,17-7,-13 4,-4 3,-1-1,1-1,-1-1,-1-1,0-1,0 0,-1-2,0-1,-1-1,-1 0,0-1,14-16,-25 19,0-1,0-1,-1 1,-1-1,0-1,-1 1,-1-1,14-34,70-148,-83 179,-1 1,-1-1,0 0,-2 0,0 0,0-1,-2 1,-1 0,0 0,-1 0,-1 0,-5-15,-4-30,1-18,-3 0,-4 2,-4 0,-2 1,-28-52,41 105,-5-11,-1 1,-2 0,-1 2,-2 0,-4-2,-111-153,118 169,0 1,-1 0,-1 2,-1 0,0 2,-1 0,0 2,-16-6,4 0,3 6,-1 1,0 2,-1 1,0 2,0 1,-1 2,1 1,-1 2,-18 3,14-3,-15 0</inkml:trace>
  <inkml:trace contextRef="#ctx0" brushRef="#br2" timeOffset="-192980.865">2074 2630,'-7'-11,"0"-2,6 6,8 14,4 18,4 20,0 17,-1 14,-4 9,-3 2,-1-1,1-7,0-10,0-12,2-15,-1-16</inkml:trace>
  <inkml:trace contextRef="#ctx0" brushRef="#br2" timeOffset="-192228.249">2328 2965,'152'213,"-149"-208,29 38,-31-42,-1 0,1-1,0 1,0 0,0-1,0 1,0 0,0-1,0 1,0-1,0 1,0-1,0 0,0 0,1 1,-1-1,0 0,0 0,0 0,0 0,1 0,-1 0,0-1,0 1,0 0,0 0,0-1,0 1,0-1,0 1,0-1,0 0,0 1,0-1,0 0,0 1,0-1,0 0,-1 0,1 0,0 0,-1 0,9-13,-1 0,0-1,-1 0,-1 0,0 0,-2-1,1 1,-2-1,0-1,-1 1,0-7,3-13,3 56,-8-6,1 0,0-1,2 1,-1-1,2 1,-1-1,2 0,0 0,0-1,2 0,-1 0,1 0,1 0,0-1,1-1,0 1,8 6,-15-16,1 1,-1-1,0 0,1 0,-1 0,0 0,1 0,-1-1,1 1,-1-1,1 0,0 1,-1-1,1 0,-1-1,1 1,-1 0,1-1,-1 1,1-1,-1 0,1 0,-1 0,0 0,0 0,1-1,-1 1,0-1,0 1,0-1,0 0,1-1,41-74,-34 34,-2 0,-1 0,-3 0,-1-1,-3 1,-1-1,-2 0,-3 1,-1 0,-1 0,-3 1,-3-5,7 23,-66-205,60 205,12 24,1 0,-1 0,0 0,1 0,-1 0,1 0,-1 0,1 0,-1 0,0 1,1-1,-1 0,1 0,-1 1,1-1,-1 0,1 1,-1-1,1 0,-1 1,1-1,0 1,-1-1,1 1,-1-1,1 1,0-1,0 1,-1-1,1 1,0-1,0 1,0-1,-1 1,1 0,0-1,0 1,0-1,0 1,0-1,0 1,0 0,1-1,-1 1,0-1,0 1,0 0,0-1,1 1,-1-1,0 1,1-1,-1 1,1 0,2 42,2 1,1-1,3 0,12 35,-17-61,24 84,4-1,4-2,42 80,-77-178,54 91,-53-87,1-1,0 1,1 0,-1-1,1 0,0 0,-1 0,1 0,0-1,1 1,-1-1,0 0,1 0,-1-1,1 1,0-1,-1 0,1 0,0-1,1 1,-2-2,0 0,-1 1,1-1,-1-1,0 1,1 0,-1-1,0 0,0 0,0 0,0 0,0 0,0 0,-1-1,1 1,-1-1,0 0,0 0,0 0,0 0,0 0,0 0,-1-1,1-1,11-27</inkml:trace>
  <inkml:trace contextRef="#ctx0" brushRef="#br2" timeOffset="-192027.749">2756 2711,'-18'0,"-11"2,-2 1,6 0,14-1,18-2,24-7,22-8,23-7,17-3,13-3,4 4,-17 6</inkml:trace>
  <inkml:trace contextRef="#ctx0" brushRef="#br2" timeOffset="-190741.504">3305 3152,'11'-220,"-9"61,-5 143,4 16,-1 0,0 0,0 0,0 1,1-1,-1 0,0 0,0 0,1 0,-1 0,0 0,0 0,1 0,-1 0,0 0,0 0,0 0,1 0,-1 0,0 0,0-1,1 1,-1 0,0 0,0 0,0 0,1 0,-1 0,0 0,0-1,0 1,0 0,1 0,-1 0,0-1,0 1,0 0,0 0,0 0,0-1,0 1,1 0,10 8,1-1,0 0,0-1,1 0,0-1,0-1,1 0,-1 0,13 1,48 14,-70-17,0 1,-1-1,1 1,0-1,-1 1,0 0,0 1,0-1,0 0,0 1,-1 0,1-1,-1 1,0 0,0 0,0 0,-1 1,1-1,-1 0,0 1,-1-1,1 1,-1-1,0 0,0 1,0-1,0 1,-1-1,0 1,0-1,0 2,4 64,-1-67,-1 1,1-1,-1 0,1 1,0-1,0 0,1 0,-1-1,1 1,-1 0,1-1,0 1,0-1,0 0,0 0,0 0,0 0,1-1,-1 1,1-1,-1 0,1 0,-1 0,1-1,0 1,-1-1,4 0,101-9,-84 3,0-1,0-2,-1 0,0-1,-1-1,16-12,-28 17,0 0,-1-1,0-1,-1 1,1-1,-1-1,-1 0,0 0,0 0,-1-1,0 0,0 0,-1 0,-1-1,3-6,-6 14,0 1,0 0,-1-1,1 1,0 0,-1-1,0 1,1-1,-1 1,0-1,0 1,0-1,-1 1,1-1,-1 1,1-1,-1 1,0 0,0-1,0 1,0 0,0 0,-1 0,1 0,0 0,-1 0,0 0,1 0,-1 0,0 1,0-1,0 1,0-1,0 1,-1 0,1 0,0 0,0 0,-1 0,1 1,-1-1,1 1,-1-1,-1 1,-4 2,1 0,-1 0,1 1,-1 0,1 1,0 0,0 0,0 0,1 1,0 0,0 0,0 0,0 1,1 0,0 0,0 0,0 1,1 0,0 0,1 0,-1 0,1 1,1-1,-2 5,2-6,0 1,0-1,1 1,0-1,0 1,0 0,1-1,0 1,1 0,0 5,-1-10,1 0,0 0,-1 1,1-1,0 0,0 0,0 0,1 0,-1 0,0 0,1 0,-1-1,1 1,0 0,-1-1,1 0,0 1,0-1,0 0,0 0,0 0,0 0,1 0,-1 0,0 0,0-1,1 0,-1 1,0-1,0 0,3 0,7-2,0 0,-1-1,1-1,-1 0,0 0,0-1,-1-1,1 0,-1 0,0-1,-1 0,1 0,-2-1,1-1,-1 0,0 0,-1 0,0-1,0 0,3-8,32-54,-44 101,-8 80,10-106,0 1,1-1,-1 0,1 1,0-1,-1 0,2 1,-1-1,0 0,1 0,-1 0,1 0,0 0,0 0,0-1,0 1,1-1,-1 1,1-1,-1 0,1 0,0 0,0 0,0-1,0 1,0-1,0 1,0-1,0 0,3 0,-3 0,1-1,-1 0,1 0,-1 0,1 0,-1 0,1-1,-1 1,0-1,1 0,-1 0,0 0,1 0,-1-1,0 0,0 1,0-1,0 0,-1 0,1-1,0 1,-1 0,0-1,1 0,-1 1,0-1,0-1,36-89,-17-113,-21 205,-1-1,1 0,-1 0,1 0,0 1,0-1,0 0,0 0,0 0,0 0,0 0,1 1,-1-1,1 0,-1 0,1 1,0-1,0 0,0 1,0-1,0 1,0-1,0 1,0-1,0 1,1 0,-1-1,1 1,-1 0,1 0,-1 0,1 0,-1 0,1 1,0-1,0 0,-1 1,3-1,8 4,0 0,0 1,0 0,0 1,-1 0,1 1,-2 0,1 1,8 6,-12-8,-1 0,0 0,0 0,0 0,0 1,-1 0,0 0,0 1,0 0,-1-1,0 1,-1 1,1-1,-1 0,-1 1,1 0,-1 0,-1-1,0 1,0 0,0 2,5 135,-5-142,0 0,0-1,1 1,-1-1,1 1,-1-1,1 0,0 1,0-1,0 0,0 0,0 0,0-1,1 1,-1 0,1-1,-1 0,1 1,-1-1,1 0,0 0,0-1,-1 1,1 0,0-1,0 0,0 0,78-9,-65 4,-1-1,0-1,0 0,-1-1,0-1,-1 0,0 0,0-2,-1 0,0 0,-1-1,0 0,-1-1,0 0,-1-1,-1 0,0 0,-1-1,1-3,-6 14,-1 1,1-1,-1 0,1 1,-1-1,-1 0,1 0,0 0,-1 0,0 1,0-1,0 0,0 0,-1 0,1 0,-1 0,0 1,0-1,-1 0,1 1,-1-1,0 1,0-1,0 1,0 0,0 0,-1 0,1 0,-1 0,0 0,0 1,0-1,0 1,0 0,-1 0,1 0,-1 1,1-1,-5 0,5 1,0 1,-1 0,1 0,-1 0,1 0,-1 1,1-1,0 1,-1 0,1 0,0 0,0 1,0-1,0 1,0 0,0-1,0 1,0 0,1 1,-1-1,1 0,0 1,-1 0,1-1,0 1,1 0,-1 0,0 0,1 1,-3 2,2 1,-1-1,1 1,0-1,0 1,1 0,-1 0,2 0,-1 0,1 0,0 0,0 0,1 0,0 1,1-2,0 1,1-1,0 0,-1 0,2-1,-1 1,1-1,0 0,0 1,0-2,1 1,-1 0,1-1,1 0,-1 0,0-1,1 1,0-1,0 0,0-1,0 1,0-1,1 0,18 5,1-1,0-1,0-1,26 0,35 1</inkml:trace>
  <inkml:trace contextRef="#ctx0" brushRef="#br2" timeOffset="-189561.616">6165 2804,'1'-6,"6"-53,2 0,3 1,6-13,-18 68,0 1,0-1,1 1,-1 0,1-1,0 1,-1-1,1 1,0 0,1 0,-1-1,0 1,1 0,-1 0,1 0,-1 0,1 1,0-1,0 0,0 1,0-1,0 1,0 0,0 0,0 0,1 0,-1 0,0 0,1 0,-1 1,1-1,-1 1,1 0,-1-1,1 1,-1 1,1-1,-1 0,1 0,-1 1,1 0,-1-1,0 1,1 0,-1 0,0 0,0 0,0 1,1 0,5 6,-1 0,0 1,-1 0,0 1,0-1,-1 1,0 0,-1 0,0 1,0-1,-1 1,-1 0,0 0,0 0,-1 0,0 0,-1 7,-1-11,0-1,0 1,0 0,-1 0,0-1,0 1,-1-1,0 0,0 1,0-1,-1-1,1 1,-2 0,1-1,0 0,-1 0,0 0,-1-1,1 0,0 0,-4 2,9-5,-1-1,1 1,0-1,0 1,-1-1,1 0,0 1,0-1,-1 1,1-1,-1 0,1 1,0-1,-1 0,1 1,-1-1,1 0,-1 1,1-1,-1 0,1 0,-1 0,1 0,-1 1,1-1,-1 0,1 0,-1 0,1 0,-1 0,1 0,-1 0,1 0,-1-1,1 1,-1 0,1 0,-1 0,1 0,-1-1,1 1,-1 0,1-1,-1 1,1 0,0-1,-1 1,1 0,-1-1,1 1,0-1,0 1,-1-1,1 1,0-1,0 1,-1-1,1 1,0-1,0 1,0-1,0 1,0-1,0 1,8-11,1 2,1-1,0 1,0 1,1 0,-1 0,5-1,10-8,18-12,-31 24,-2-1,1 0,0-1,-1 0,-1-1,1 0,-1 0,0-1,-1 0,0-1,-1 0,0 0,0 0,-1-1,0 0,-1 0,-1-1,3-8,-6 18,-1-1,1 1,-1-1,1 0,-1 1,0-1,0 1,-1-1,1 1,0-1,-1 0,1 1,-1 0,0-1,0 1,0-1,0 1,0 0,-1 0,1-1,-1 1,1 0,-1 0,0 1,0-1,0 0,0 1,0-1,0 1,0-1,-1 1,1 0,0 0,-3-1,2 5,0-1,-1 1,1 0,1 0,-1 0,0 1,1-1,-1 0,1 1,0 0,0-1,0 1,1 0,-1 0,1 0,0 0,0 0,1 0,-1 1,1-1,0 0,0 4,0-8,-2 10,0-1,1 1,0 0,0 0,1-1,0 1,1 0,0 0,1-1,0 1,0-1,1 1,0-1,1 0,0 0,0 0,1-1,0 0,1 0,0 0,0 0,0-1,1 0,0 0,1-1,-1 0,1 0,0-1,1 0,-1 0,1-1,3 1,-5-4,0 0,1 0,-1-1,0 0,0-1,0 0,0 0,0 0,0-1,0 0,0 0,-1-1,1 0,-1 0,0 0,0-1,0 0,0 0,0-1,-1 1,0-1,0 0,0-1,-1 1,1-1,-2 0,1 0,0 0,-1-1,0 1,-1-1,0 0,0 1,0-1,0-6,2-2,-1 0,-1 0,0 0,-1 0,-1 0,0 0,-1-1,-1 1,0 0,-1 0,-1 0,0 1,-5-10,9 23,0 1,-1-1,1 1,0-1,0 1,0-1,0 1,0-1,0 1,-1-1,1 1,1-1,-1 0,0 1,0-1,0 1,0-1,0 1,0-1,1 1,-1-1,0 1,0-1,1 1,-1-1,0 1,1 0,-1-1,0 1,1-1,-1 1,1 0,-1-1,0 1,1 0,-1 0,1-1,-1 1,1 0,-1 0,1 0,-1-1,1 1,0 0,-1 0,1 0,-1 0,1 0,-1 0,1 0,37 0,-27 1,168-16,-177 15,1-1,0 1,-1 0,1 0,0 0,0 0,-1 1,1-1,0 1,-1 0,1-1,-1 1,1 0,-1 1,1-1,-1 0,0 1,1-1,-1 1,0 0,0 0,0 0,0 0,-1 0,1 0,0 0,-1 0,1 1,-1-1,0 1,0-1,0 1,0-1,0 2,2 82,-4-77,0 0,1 0,0 0,0 0,1 0,0 0,0-1,1 1,1 0,-1 0,1-1,1 0,-1 1,3 1,-4-7,0 0,1-1,-1 1,1-1,-1 1,1-1,0 0,0 0,0 0,1 0,-1-1,0 1,1-1,-1 0,1 0,-1 0,1 0,-1-1,1 1,0-1,-1 0,1 0,-1 0,1-1,0 1,-1-1,1 0,-1 0,1 0,-1-1,2 0,6-2,-1-2,1 1,-1-1,0-1,-1 0,1 0,-1-1,-1 0,1-1,2-3,-2 0,1 0,-2-1,0 0,0-1,-1 0,-1 0,-1 0,0-1,0 1,-2-1,1 0,-2-1,0-2,-3-3,1 21,0 0,0 0,-1 0,1 1,0-1,0 0,0 0,0 0,0 0,-1 0,1 0,0 0,0 1,0-1,-1 0,1 0,0 0,0 0,0 0,-1 0,1 0,0 0,0 0,0 0,0 0,-1 0,1 0,0 0,0 0,0 0,-1 0,1 0,0-1,0 1,0 0,-1 0,1 0,0 0,0 0,0 0,0 0,0-1,-1 1,1 0,0 0,0 0,0 0,0-1,0 1,0 0,0 0,0 0,-5 12,2 1,0 0,0 0,1 1,1-1,0 1,1 5,-1 0,5 75,-3-91,0 0,0 0,0 0,0 0,0-1,0 1,1 0,0-1,-1 1,1-1,0 1,0-1,0 0,0 0,1 0,-1 0,1 0,-1 0,1-1,0 1,-1-1,1 0,0 0,0 0,0 0,0 0,0-1,2 1,20 0</inkml:trace>
  <inkml:trace contextRef="#ctx0" brushRef="#br2" timeOffset="-189312.793">7449 2002,'-5'18,"6"13,7 8,2-3</inkml:trace>
  <inkml:trace contextRef="#ctx0" brushRef="#br2" timeOffset="-189110.405">7729 2591,'12'-12,"0"1,0-2,-1 0,-1 0,0-1,-1 0,0 0,-2-1,1-1,-2 1,0-1,-1 0,0 0,0-7,-6-27,1 49,1 0,-1-1,-1 1,1 0,0 0,0 0,0 1,0-1,-1 0,1 0,0 0,-1 0,1 0,-1 0,1 0,-1 0,0 1,1-1,-1 0,0 0,1 1,-1-1,0 0,0 1,0-1,0 1,1-1,-1 1,0-1,0 1,0 0,0 0,0-1,0 1,0 0,0 0,0 0,0 0,0 0,0 0,0 0,0 0,0 1,0-1,-1 0,-3 5,-1-1,1 1,0 0,0 0,0 0,0 1,1-1,0 1,1 1,-1-1,1 0,0 1,0-1,1 1,0 0,0 0,1 0,0 3,-1-4,0 1,1-1,-1 0,2 0,-1 1,1-1,0 1,0-1,0 0,1 1,0-1,1 0,-1 1,1-1,0 0,1 0,0-1,-1 1,2 0,-1-1,1 0,0 0,0 0,0 0,1 0,-1-1,1 0,0 0,0 0,1-1,-1 0,1 0,2 1,9 1,0 0,0-1,0 0,1-2,-1 0,6-1,44 1</inkml:trace>
  <inkml:trace contextRef="#ctx0" brushRef="#br2" timeOffset="-188433.178">9239 2229,'-15'-2,"-1"0,0 1,0 1,1 0,-1 1,0 1,0 0,1 1,-10 4,18-5,-1 1,1-1,0 2,0-1,0 1,0 0,1 0,0 1,0 0,0 0,0 0,1 1,0 0,0 0,0 0,1 1,0 0,0 0,1 0,-1 1,3-5,0-1,0 1,0 0,0 0,0 1,1-1,-1 0,1 0,0 0,0 0,0 0,0 0,1 1,-1-1,1 0,0 0,0 0,0 0,0 0,0-1,1 1,-1 0,1 0,0-1,0 1,0-1,0 0,0 1,1-1,-1 0,0 0,1-1,0 1,-1 0,1-1,0 0,0 1,0-1,1 0,4 1,1 0,-1-1,1 0,0-1,-1 1,1-2,0 1,-1-1,1 0,-1-1,1 0,-1-1,0 1,0-1,0-1,0 0,7-4,6-5,0-1,-1-1,-1-1,0 0,11-14,-16 13,0-1,-1 0,-1 0,-1-1,-1-1,-1 0,0 0,-1-1,-2 0,0 0,-1 0,-1-1,-1 0,-1 0,-1 0,-1 0,-1 0,-1 0,0 0,-2 1,-1-1,0 1,-2 0,-7-16,14 35,0 0,0 0,0 0,-1 0,1 0,-1 0,1 0,-1 1,0-1,0 0,1 1,-1-1,0 0,-1 1,1-1,0 1,0-1,-1 1,1 0,-1-1,1 1,-1 0,1 0,-1 0,0 0,1 1,-1-1,0 0,0 1,0-1,0 1,1-1,-1 1,0 0,0 0,0 0,0 0,0 0,0 1,0-1,0 0,0 1,-3 5,0-1,1 1,0 0,0 0,0 1,1-1,0 1,0 0,0 0,0 3,-6 14,1 1,1 0,1 0,1 1,1-1,1 1,1 0,2 0,1 0,1 0,1-1,1 1,1 0,1-1,1 0,2-1,6 13,-11-30,-1 0,1 0,0-1,1 1,0-1,0 0,0-1,1 1,0-1,0 0,0-1,0 0,1 1,0-2,0 1,0-1,0 0,0-1,1 1,-1-2,1 1,-1-1,1 0,0 0,-1-1,1 0,7-1,-1-4,-1 1,1-2,-1 0,0 0,0-1,-1-1,0 0,-1-1,1 0,-2-1,1 0,-1 0,-1-1,0-1,-1 1,0-1,0-1,-1 0,-1 0,1-4,-5 13,1 0,-1 0,-1-1,1 1,-1 0,1-1,-1 1,-1-1,1 0,0 1,-1-1,0 1,0-1,-1 0,1 1,-1-1,0 1,0-1,-1 1,1-1,-1 1,0 0,0 0,0 0,-1 0,0 0,0 0,0 3,-1 1,1-1,-1 1,1 0,-1 0,1 1,-1-1,1 1,-1-1,1 1,-1 0,1 1,0-1,0 0,0 1,-1 0,1 0,1 0,-1 0,0 0,0 0,1 1,0 0,-1-1,1 1,0 0,0 0,0 0,1 0,-1 0,1 1,-1 1,-2 1,-1 1,2 0,-1 1,1-1,0 0,0 1,1 0,0 0,1-1,-1 1,2 0,-1 0,1 0,0 1,1-1,0 0,0-1,0 1,1 0,1 0,-1 0,1-1,0 0,1 1,0-1,0-1,2 3,4-1,-1-1,1 0,1-1,-1 0,1-1,0 0,0-1,1 0,-1-1,1 0,0-1,0 0,0-1,6 0,51 5</inkml:trace>
  <inkml:trace contextRef="#ctx0" brushRef="#br2" timeOffset="-187135.389">10937 2069,'-8'-2,"-1"0,0 1,1 0,-1 1,0-1,0 2,0-1,1 1,-1 1,0-1,1 1,-1 1,1 0,0 0,0 0,0 1,0 1,1-1,-1 1,1 0,0 1,1 0,-1 0,1 0,0 1,1 0,0 0,0 0,-2 4,4-3,-1 0,1 0,1 0,-1 0,1 1,1 0,0-1,0 1,0 0,2 8,-1-15,0 1,0 0,0 0,1-1,0 1,-1 0,1 0,0-1,0 1,0-1,1 1,-1-1,1 1,-1-1,1 0,0 0,0 0,0 0,0 0,0 0,0 0,1-1,-1 1,0-1,1 0,0 1,-1-1,1 0,-1-1,1 1,0 0,0-1,-1 1,1-1,1 0,7-2,0-1,1 0,-2-1,1 0,0-1,-1 0,0 0,0-1,0-1,-1 1,0-2,0 1,0-1,-1 0,-1-1,0 0,0 0,0-1,4-10,2 1,-1-1,-1-1,-1 0,-1-1,-1 0,-1 0,-1-1,-1 0,0 0,-2 0,-1 0,-1-1,-1 1,-1-1,-1 1,-1 0,-1 0,-1 0,-1 0,-1 1,-2-3,-27-39,35 63,0-1,0 1,0 0,0-1,0 1,-1 0,1 0,0 0,-1 0,1 0,-1 0,1 1,-1-1,0 0,1 1,-1-1,0 1,1 0,-1 0,0-1,1 1,-1 0,0 0,0 0,1 1,-1-1,0 0,1 1,-1-1,0 1,1 0,-1-1,1 1,-1 0,1 0,-1 0,1 0,0 0,-1 1,-4 4,1 1,-1-1,2 1,-1 0,1 1,0-1,1 1,-1 0,2 0,-2 6,-6 16,2 0,1 0,1 1,2-1,1 1,1 0,2 1,3 26,-2-43,1 0,1 0,1 0,0 0,0-1,2 0,0 0,0 0,1-1,1 0,0 0,1-1,1 0,-1 0,2-1,0-1,0 1,1-2,2 2,-1-3,0 0,0-1,1 0,0-1,0-1,0 0,1-1,0 0,0-1,0-1,0-1,0 0,0-1,1 0,-1-1,0-1,0 0,0-2,0 1,-1-2,1 0,-1 0,0-2,-1 1,0-2,0 0,0 0,-1-2,0 1,-1-1,2-3,-7 6,0-1,-1 0,1 0,-2 0,1-1,-1 0,0 0,-1 0,0 0,0-6,-2 12,0 0,0-1,-1 0,0 1,1-1,-1 1,-1-1,1 1,0-1,-1 1,0-1,0 1,0-1,0 1,0 0,-1-1,0 1,1 0,-1 0,0 0,-1 0,1 1,0-1,-1 1,1-1,-1 1,0 0,0 0,-1-1,0 1,0 0,0 1,0-1,0 1,0 0,0 0,0 1,0-1,0 1,0 0,-1 0,1 0,0 1,0-1,0 1,0 0,0 0,0 0,0 1,0 0,0-1,1 1,-1 1,1-1,-1 0,0 2,-4 2,1 0,-1 1,1 0,1 1,-1 0,1 0,0 0,1 1,0-1,-2 6,2-3,1 1,0 0,1 0,0 1,0-1,2 1,-1-1,2 8,-1-15,1 0,1 0,-1 0,1-1,0 1,0 0,0 0,0-1,1 1,0-1,0 1,0-1,1 0,-1 0,1 0,0 0,0 0,1-1,-1 1,1-1,-1 0,1 0,2 1,-1-1,0-1,0-1,0 1,0-1,0 1,0-1,0-1,0 1,0-1,0 0,1 0,-1 0,0-1,0 0,0 0,0 0,0-1,0 1,0-1,-1 0,1-1,2-1,4-2,0-1,-1 0,0-1,0 0,0-1,-1 0,0 0,4-7,-5 5,0 0,-1-1,0 0,-1 0,-1 0,1 0,-2-1,0 0,-1 0,0 0,-1-1,1-3,-13 45,8-13,1 1,0-1,1 1,1 0,1-1,0 1,2 7,-3-17,1-1,-1 1,1-1,0 0,0 1,1-1,0 0,0 0,0-1,0 1,1-1,-1 1,1-1,0 0,1-1,-1 1,1-1,-1 0,1 0,0 0,0 0,3 0,-3-2,-1 0,1 0,0 0,0-1,0 0,0 0,0 0,-1-1,1 1,0-1,0 0,0 0,-1-1,1 0,-1 1,1-2,-1 1,0 0,0-1,0 0,0 0,0 0,0 0,-1-1,0 1,1-2,8-9,-1 0,-1 0,0-1,-1 0,-1-1,5-11,5-28,-2 0,-3-1,-2-1,-2 0,-3 0,-3-1,-3-40,0 96,-7-222,6 218,1 4,0 0,0-1,0 1,0-1,-1 1,1-1,-1 1,1-1,-1 1,0 0,0-1,0 1,0 0,-1 0,1 0,-1 0,1 0,-1 0,0 0,1 1,-3-3,1 6,1-1,-1 0,1 0,0 1,0-1,-1 1,1 0,0 0,0 0,0 0,1 0,-1 0,1 0,-1 1,1-1,-1 1,1-1,0 1,0-1,1 1,-1 0,-1 0,-20 50,2 1,3 1,2 1,2 0,3 1,-1 35,9-62,1-1,1 1,1-1,2 1,1-1,1 0,2 0,0-1,3 3,-6-19,1-1,0 1,0-1,1 0,1 0,0 0,0-1,1 0,0-1,1 0,0 0,0-1,1 0,0 0,1-1,0-1,0 1,0-2,0 0,1 0,0-1,4 0,-8-2,1-1,0 0,0 0,0-1,0-1,0 1,0-1,0-1,-1 0,1 0,0-1,-1 0,0 0,0-1,0 0,0 0,0-1,-1 0,0 0,0-1,0 0,-1 0,0-1,0 0,0 0,-1 0,0-1,-1 1,0-1,0 0,0-1,-1 1,1-6,1 0,0 0,-1-1,-1 1,0-1,-1 0,-1 0,0 0,-1 0,0 0,-2 0,-1-9,3 23,1 0,-1 0,0 0,0 0,0 0,0 0,0 0,0 0,-1 0,1 0,0 0,0 0,-1 0,1 1,-1-1,1 0,0 0,-1 0,0 0,1 0,-1 1,1-1,-1 0,0 0,0 1,1-1,-1 1,0-1,0 1,0-1,0 1,0-1,0 1,0 0,0-1,0 1,0 0,0 0,0 0,0 0,0 0,0 0,0 0,0 0,0 0,0 0,0 0,0 1,1-1,-1 0,0 1,0-1,-1 1,-3 7,1 0,0 0,0 0,0 1,1-1,1 1,-1 0,1 0,1 0,0 0,0 0,0 1,1-6,-2 14,1 1,0 0,2 0,0 0,1-1,1 1,0-1,6 15,-7-26,0-1,1 1,0 0,0-1,0 0,1 1,0-1,1-1,-1 1,1-1,0 1,0-2,0 1,1 0,0-1,0 0,0 0,0-1,1 0,0 0,-1 0,1-1,0 0,2 0,70-7,-47-7</inkml:trace>
  <inkml:trace contextRef="#ctx0" brushRef="#br2" timeOffset="-186874.072">11566 1788,'-18'0,"-9"0,10-2,21-1,33-4,40-11,40-11,1 0</inkml:trace>
  <inkml:trace contextRef="#ctx0" brushRef="#br3" timeOffset="-136405.656">1726 7336,'3'-2,"0"-3,2-4,0 1</inkml:trace>
  <inkml:trace contextRef="#ctx0" brushRef="#br3" timeOffset="-133681.59">1874 7309,'15'5,"0"0,0-1,1-1,-1 0,1-1,0-1,0 0,0-2,-1 1,17-4,362-27,-330 29,13 2,0-4,-1-3,1-4,47-13,21-21,-88 25,1 3,0 2,1 3,1 2,51-2,-26 12,148-9,114-32,-133 21,81-23,-37 25,-164 9,1-3,-2-5,0-4,58-22,-122 34,12-2,-1-2,-1-1,-1-3,0-1,-1-2,-1-1,-1-2,-1-1,-1-2,-1-1,-1-2,25-31,-15 5,-2-1,-3-2,8-23,-10 20,-3 3,-2-1,16-52,-41 96,0-1,-1 0,-1 0,0 0,-1 0,-1 0,0 0,-1 0,-1 0,-2-7,3 13,-1 1,-1-1,0 1,0 0,-1 0,0 0,0 0,-1 1,0 0,-1 0,0 0,0 1,0-1,-1 2,0-1,-1 1,1 0,-1 0,0 1,-1 0,1 0,-1 1,0 1,0-1,0 1,-1 1,-8-2,-330-31,81 21,-206 9,214 31,181-15,-334 42,363-44,1 2,0 2,-21 10,-48 13,-250 37,351-71,-673 117,597-96,1 4,2 4,1 3,1 5,-46 30,-247 145,336-188,1 2,1 2,2 2,1 2,2 1,1 2,0 3,15-14,1 1,2 2,0-1,2 2,1 0,2 1,0 1,-6 30,15-52,1 0,0 1,1-1,0 1,1 0,0-1,0 1,1 0,1 0,0-1,0 1,1 0,1-1,-1 0,2 1,-1-1,2 0,-1-1,1 1,1-1,-1 0,2 0,-1 0,1-1,1 0,-1-1,7 5,1-1,1-2,1 0,0-1,0-1,0 0,1-1,0-1,0-1,0-1,1 0,11-1,19 0,0-2,0-3,42-7,11-10,0-4,-1-4,35-19,-75 27,64-17,-81 26</inkml:trace>
  <inkml:trace contextRef="#ctx0" brushRef="#br3" timeOffset="-132408.119">684 9208,'-25'-44,"23"37,-15-55,2 0,3-1,3 0,0-43,8 90,1 0,0 1,1-1,1 0,0 1,4-12,-5 23,0-1,1 0,0 0,0 1,0-1,1 1,-1 0,1 0,0 0,0 0,0 0,1 1,0-1,-1 1,1 0,0 0,0 0,1 1,-1-1,1 1,-1 0,1 0,0 1,3-1,0 0,0 1,0 1,0-1,0 1,0 1,0-1,0 2,0-1,0 1,0 0,-1 0,1 1,-1 0,1 1,-1-1,0 1,0 1,6 4,0 0,0 1,0 1,-1 0,-1 0,0 1,-1 1,5 7,-6-7,-1 0,-1 0,0 0,-1 1,-1 0,0 0,0 0,-2 1,0-1,0 1,-1 0,-1 0,-1 0,0 0,-1 7,1-20,0 0,0 0,1 0,-1 0,0 0,-1 0,1 0,0 0,0 0,-1 0,0 0,1-1,-1 1,0 0,0 0,1 0,-2-1,1 1,0-1,0 1,0-1,-1 1,1-1,-1 1,1-1,-1 0,1 0,-1 0,0 0,0 0,1 0,-1-1,0 1,0 0,0-1,0 0,0 1,0-1,0 0,0 0,0 0,0 0,1 0,-1-1,0 1,0 0,0-1,0 0,0 1,-1-2,-2-2,1-1,-1 0,1 0,0 0,1 0,-1-1,1 1,0-1,0 0,1 0,0 0,0 0,0-1,1 1,0 0,0-1,1 1,0-1,0 1,0-1,1 1,0-1,0 1,0 0,1-1,0 1,0 0,1 0,0 0,0 1,0-1,0 1,1-1,2-1,14-13,0 1,2 0,0 2,19-12,16-12,-49 34,2 2,-1-2,0 1,0-1,-1 0,1-1,-2 0,1 0,-1-1,0 0,-1 0,0-1,-1 0,0 1,0-2,-1 1,0-1,0-4,-4 12,-1 1,0 0,0 0,0 0,0 0,0 0,0 0,0 0,-1 0,1 0,-1 1,0-1,1 0,-1 1,0 0,0-1,0 1,0 0,0 0,0 0,0 0,0 0,0 1,-1-1,1 0,0 1,-1 0,1 0,0-1,0 2,-1-1,1 0,0 0,-1 1,1-1,0 1,0-1,-1 1,1 0,0 0,0 0,0 0,0 1,0-1,1 0,-1 1,0-1,0 1,-3 2,0 0,1 1,-1-1,1 1,0 0,0 1,0-1,1 0,-1 1,2 0,-1 0,0 0,1 0,0 0,1 1,-1-1,1 0,1 1,-1-1,1 1,0-1,1 7,0-3,0 0,0 0,1 0,1 0,0 0,0-1,1 1,0-1,1 0,0 0,0 0,1-1,0 1,3 2,-4-6,0 0,1 0,0 0,0-1,0 0,1 0,-1 0,1-1,0 0,0 0,0-1,0 1,1-2,-1 1,0-1,1 0,-1-1,1 0,-1 0,1 0,-1-1,1 0,-1-1,0 1,0-2,1 1,-1-1,-1 0,1 0,0-1,0 0,26-22,-5-2</inkml:trace>
  <inkml:trace contextRef="#ctx0" brushRef="#br3" timeOffset="-131884.689">1500 8433,'-9'-16,"9"16,0 0,0 0,0 1,-1-1,1 0,0 0,0 0,0 0,0 0,0 0,0 0,0 0,-1 0,1 0,0 0,0 0,0 0,0 0,0 1,-1-1,1 0,0 0,0 0,0 0,0-1,0 1,-1 0,1 0,0 0,0 0,0 0,0 0,0 0,6 24,2 0,0-1,2 0,1-1,12 20,35 23,-56-63,0-1,0 1,1-1,-1 0,1 0,-1 0,1 0,0 0,-1 0,1 0,0-1,0 0,-1 1,1-1,0 0,0 0,-1-1,1 1,0-1,0 1,-1-1,1 0,-1 0,1 0,-1 0,1 0,-1-1,1 1,0-2,7-6,-2-1,1 0,-2-1,1 1,-1-1,-1-1,0 1,-1-1,0 0,0-1,-2 1,1-1,-2 0,1 0,-2 0,0-1,1 5,-1-1,0 1,-1 0,0-1,-1 1,1-1,-2 1,1 0,-3-6,-2 24,5 2,0-1,1 0,0 1,1-1,0 1,0-1,1 0,1 0,0 0,0 0,3 5,-4-11,0 0,0 0,0 0,1 0,-1-1,1 1,0-1,0 0,0 0,0 0,1 0,-1-1,1 1,0-1,0 0,0 0,0 0,0-1,0 1,0-1,1 0,-1 0,0-1,1 1,-1-1,0 0,1 0,2-1,-1 0,1 0,-1 0,0-1,0 0,-1 0,1-1,0 1,-1-1,1-1,-1 1,0-1,0 0,0 0,-1 0,1 0,-1-1,0 0,-1 0,1 0,-1 0,0-1,0 1,0-2,2-4,-1 1,0-1,-1 1,0-1,-1 0,0-1,0 1,-1 0,-1 0,0 0,-1-1,0-5,-9-24,18 66,1-1,1 0,1 0,1-1,1 0,1-1,1-1,10 11,30 4,-31-29</inkml:trace>
  <inkml:trace contextRef="#ctx0" brushRef="#br3" timeOffset="-131511.353">2301 8152,'0'19,"0"1,2 0,0-1,1 1,1-1,1 3,-2-15,-1-1,1 0,0 1,0-1,0 0,1 0,0-1,0 1,1-1,-1 0,1 0,0 0,1-1,-1 0,1 0,0 0,0-1,0 1,1-1,-2-1,0 0,1-1,-1 1,0-1,0 0,1-1,-1 1,1-1,-1 0,0 0,1-1,-1 0,0 0,1 0,-1 0,0-1,0 0,0 0,0 0,0-1,-1 0,1 1,-1-2,1 1,-1 0,0-1,-1 0,1 0,-1 0,1-1,-1 1,0-1,-1 1,1-1,5-8,-1 0,0 0,-1-1,-1 0,0 0,-1-1,0 1,-1-1,-1 0,0 1,-1-1,-1-12,0 28,-1-1,1 0,0 1,-1-1,1 0,-1 1,1-1,0 0,-1 0,1 1,-1-1,1 0,-1 0,1 0,-1 0,1 0,-1 0,1 0,-1 0,1 0,-1 0,1 0,-1 0,1 0,-1 0,1 0,-1 0,1-1,0 1,-1 0,1 0,-1 0,1-1,-1 1,1 0,0-1,-1 1,1 0,0-1,-1 1,1-1,0 1,-1 0,1-1,0 1,0-1,0 1,0-1,-1 1,1-1,0 1,0-1,0 1,0-1,0 1,0-1,0 1,0-1,0 1,0-1,0 1,1-1,-1 1,0-1,0 1,0 0,1-1,-5 8,2 0,-1 0,1 0,0 1,0-1,0 1,1-1,1 1,-1-1,1 1,1 0,-1-1,1 1,1-1,-1 1,1-1,0 0,1 1,1 0,0-3,1-1,0 0,0 0,0 0,1-1,-1 0,1 0,0 0,0-1,0 0,0 0,0 0,0-1,1 0,-1 0,0-1,1 0,-1 0,1 0,-1-1,0 0,1 0,-1 0,0-1,0 0,4-2,43-11</inkml:trace>
  <inkml:trace contextRef="#ctx0" brushRef="#br3" timeOffset="-130922.494">3211 8018,'-14'-1,"1"-1,0 2,0 0,0 0,-1 1,1 1,0 0,0 1,0 0,-9 5,17-6,-1 0,1 0,0 1,0 0,0 0,1 0,-1 1,1-1,-1 1,1 0,0 0,1 1,-1-1,1 1,0 0,0 0,0 0,1 0,0 0,0 1,0-1,0 1,1-1,0 1,0 5,1-9,-1 1,1-1,0 1,0-1,1 1,-1 0,0-1,1 1,0-1,0 1,-1-1,1 1,0-1,1 0,-1 1,0-1,1 0,-1 0,1 0,0 0,0 0,0-1,0 1,0 0,0-1,0 1,0-1,1 0,-1 0,0 0,1 0,-1 0,2 0,2 0,-1 0,1 0,0-1,-1 0,1 0,0 0,-1 0,1-1,0 0,-1 0,1-1,-1 0,0 0,1 0,0-1,5-4,0 0,0 0,-1-1,0-1,0 0,-1 0,-1-1,1 0,-1-1,-1 0,0 0,-1 0,0-1,-1 0,0 0,0 0,-2-1,1 1,-2-1,0 0,0-1,-2 13,1 1,-1 0,0-1,0 1,1-1,-1 1,0-1,0 1,0-1,0 1,0-1,0 0,0 1,0-1,0 1,0-1,0 1,0-1,0 1,0-1,0 1,0-1,0 1,-1-1,1 1,0-1,0 1,-1-1,1 1,0 0,-1-1,1 1,0-1,-1 1,1 0,-1-1,1 1,-1 0,1 0,-1-1,1 1,-1 0,1 0,-1 0,1 0,-1-1,1 1,-1 0,-1 5,0 1,1-1,-1 0,1 1,0-1,1 1,-1-1,1 1,0-1,0 1,1 0,0-1,0 0,0 1,1-1,-1 0,1 1,0-1,1 0,0 0,-1-1,1 1,1 0,-1-1,1 0,0 0,-1 0,2 0,-1-1,0 1,1-1,0 0,0-1,-1 1,2-1,-1 0,0 0,0 0,1-1,-1 0,1 0,-1 0,1-1,-1 0,1 0,-1 0,1-1,-1 1,1-2,4 0,6-8,-1 0,1-1,-2-1,0-1,0 1,-1-2,-1 0,0-1,-1 0,-1 0,0-1,-1-1,-1 0,0 0,-2 0,3-10,2-9,-1-2,-2 1,-2-1,-1 0,-2 0,-1 0,-3-1,-1 1,-1-2,2 24,-1 0,0 0,-1 1,-1-1,0 1,-1-1,-1 1,0 1,-1-1,-8-10,14 23,0 0,0 0,0 0,0 0,0 0,-1 1,1-1,-1 0,1 1,-1 0,0-1,1 1,-1 0,0 0,0-1,0 2,0-1,0 0,0 0,0 1,0-1,-1 1,1-1,0 1,0 0,0 0,0 0,-1 0,1 0,0 1,0-1,0 1,0-1,0 1,0 0,0 0,0 0,0 0,0 0,0 0,0 1,1-1,-1 0,0 1,1-1,-1 1,-7 12,1-1,1 1,0 0,1 0,0 1,1 0,1 0,0 0,1 0,1 1,0-1,1 1,1 0,0-1,2 11,-1-8,0-1,2 1,0 0,1-1,1 1,0-1,1-1,1 1,1-1,0 0,1-1,1 0,0 0,1-1,1 0,0-1,0 0,2-1,-1-1,2 0,12 7,-3-6,1-1,0-2,1 0,0-2,0-1,1-1,0-1,-1-1,6-2,52 2</inkml:trace>
  <inkml:trace contextRef="#ctx0" brushRef="#br3" timeOffset="-129790.27">2021 9382,'-4'-7,"-1"1,0 0,0 0,-1 1,0-1,1 1,-2 0,1 1,-1 0,1 0,-1 0,0 1,-1 0,1 0,-1 0,1 1,-1 1,1-1,-1 1,0 0,0 1,0 0,1 0,-1 1,0 0,0 0,1 1,-1 0,0 0,1 1,0 0,0 0,0 1,0 0,0 0,1 0,0 1,0 0,0 0,0 1,1 0,0 0,0 0,-3 4,1 0,1 0,0 1,0-1,1 2,0-1,1 0,0 1,1 0,1 0,-1 0,2 0,0 0,0 0,1 1,1-1,0 0,0 0,2 0,-1 0,2 3,-1-10,-1 0,1 0,0 0,0 0,0-1,1 1,0-1,0 0,0 0,0 0,1 0,-1-1,1 0,0 0,0 0,0-1,0 1,1-1,-1-1,1 1,-1-1,1 0,-1 0,1 0,0-1,-1 0,1 0,0 0,0-1,-1 0,1 0,-1 0,1-1,-1 0,0 0,1 0,-1-1,0 1,0-1,-1-1,1 1,-1-1,1 1,0-3,6-4,-2 0,1-1,-1 0,-1 0,0-1,-1 0,0 0,0-1,-2 0,0 0,0-1,-1 1,1-6,1-14,0 1,-2-1,-2 0,-1 0,-2-8,0 4,-3 1,-1 0,-1 0,-2 0,-2 1,-1 1,-1-1,-11-17,5 24,18 28,-1-1,1 1,-1 0,1-1,-1 1,1 0,-1-1,1 1,-1 0,0 0,1 0,-1 0,1 0,-1-1,0 1,1 0,-1 0,1 0,-1 1,0-1,1 0,-1 0,1 0,-1 0,0 1,1-1,-1 0,1 0,-1 1,1-1,-1 0,1 1,-1-1,1 1,-1-1,1 1,0-1,-1 1,1-1,-1 1,1-1,0 1,0-1,-1 1,1-1,0 1,0 0,0-1,0 1,0-1,0 1,0 0,0-1,0 1,0 0,0-1,0 1,0-1,0 1,0 0,1-1,-1 1,0 0,-4 43,1 0,2 0,2 0,1 1,7 24,-7-38,1-1,1 0,2-1,0 1,3-1,0 0,2-1,1 0,1-1,1 0,2-1,5 6,-18-27,1-2,-1 1,1 0,0 0,0-1,0 0,0 0,0 0,1-1,-1 1,1-1,0 0,0 0,0 0,0-1,0 0,0 0,0 0,0-1,0 0,1 0,-1 0,0 0,0-1,0 0,0 0,0 0,0-1,0 0,0 0,0 0,-1 0,3-2,8-8,0-1,-1 0,-1-1,-1 0,0-1,0 0,-2-1,0-1,-1 1,0-1,-1-1,-1 0,-1 0,-1 0,0 0,-1-1,0-16,-2 23,-1 1,0-1,0 0,-2 1,1-1,-2 0,1 1,-1-1,-1 1,0 0,-1 0,0 0,-1 0,0 1,-2-2,7 11,0 0,-1 0,0 0,1 0,-1 0,1 0,-1 0,0 0,0 0,0 0,0 0,1 1,-1-1,0 0,0 1,0-1,0 0,-1 1,1 0,0-1,0 1,0-1,0 1,0 0,-1 0,1 0,0 0,0 0,0 0,0 0,-1 0,1 0,0 1,0-1,0 0,0 1,0-1,0 1,-1-1,1 1,0-1,0 1,1 0,-1 0,0-1,0 1,0 0,0 0,1 0,-1 0,0 0,1 0,-1 0,-2 8,0 0,1 0,0 0,1 0,-1 0,2 1,-1-1,1 0,1 0,0 1,0-1,1 0,0 0,0 0,1 0,0-1,1 1,0-1,0 1,1-1,0-1,0 1,5 4,-2-3,0-2,1 1,-1-1,1 0,1-1,-1 0,1 0,0-1,1 0,-1-1,1 0,0-1,0 0,0-1,0 0,0 0,0-1,1-1,-1 0,7-1,42-5</inkml:trace>
  <inkml:trace contextRef="#ctx0" brushRef="#br3" timeOffset="-128769.337">3451 8633,'-5'12,"-11"20,2 0,2 1,0 0,3 1,0 0,0 17,8-47,0-1,1 1,-1 0,1-1,-1 1,1-1,0 1,1 0,-1-1,1 1,-1-1,1 1,0-1,0 1,1-1,-1 1,1-1,0 0,0 0,0 0,0 0,0 0,0 0,1-1,0 1,-1-1,1 0,0 0,0 0,0 0,0 0,1 0,-1-1,0 0,1 1,-1-1,1-1,-1 1,1 0,2-1,13-3,0-1,-1-1,1-1,-1 0,0-1,-1-1,1-1,-2-1,1 0,-1-1,-1 0,0-2,8-8,9-4,-1-1,-1-2,-1-1,-2-1,-1-1,-1-2,-2 0,17-33,-22 2,-17 63,-1-1,0 1,0-1,0 1,0-1,0 0,0 1,-1-1,1 1,-1-1,1 1,-1-1,1 1,-1 0,0-1,1 1,-1 0,0-1,0 1,0 0,0 0,0 0,0 0,-1 0,1 0,0 0,0 0,-1 0,1 0,-1 1,1-1,-1 1,1-1,-1 1,1-1,-1 1,1 0,-2 0,-3 1,-1 0,0 0,1 1,-1 0,1 0,0 1,-1 0,1 0,0 0,1 1,-1 0,1 0,0 0,0 1,0 0,0 0,1 0,0 0,0 1,0 0,1 0,0 0,0 0,0 0,1 0,0 1,-1 4,1-6,0 1,1-1,0 1,0 0,0-1,1 1,-1 0,1 0,1 0,-1-1,1 1,0 0,0 0,1-1,0 1,0-1,0 0,0 1,1-1,0 0,0 0,1-1,-1 1,1-1,0 1,0-1,0 0,1-1,-1 1,1-1,0 0,0 0,0 0,1-1,2 1,4 1,0-1,0 0,0-1,0 0,0-1,0 0,1-1,-1-1,0 0,0 0,0-1,0-1,0 0,0-1,0 0,-1 0,0-1,0-1,0 0,2-3,5-3,0 0,-2-2,1 0,-2 0,0-2,-1 0,0 0,-1-2,-1 1,-1-2,3-6,-8 13,0 0,0 0,-1-1,-1 0,0 0,-1 0,0-1,-1 1,0-6,-2 18,0 0,0 0,0 0,0 0,-1 0,1 0,0 0,0 0,-1 0,1 0,-1 0,1 0,-1 1,1-1,-1 0,1 0,-1 0,0 1,1-1,-1 0,0 1,0-1,1 1,-1-1,0 1,0-1,0 1,0-1,0 1,0 0,0 0,0-1,0 1,0 0,0 0,0 0,0 0,0 0,0 0,0 0,0 0,0 1,0-1,0 0,-43 17,37-13,0 0,0 0,0 1,0-1,1 2,0-1,0 1,1 0,-1 0,1 0,0 1,1 0,0 0,0 0,0 0,1 1,0-1,0 3,3-8,0 0,0 1,0-1,1 0,-1 0,0 0,1 1,0-1,0 0,-1 0,1 0,0 0,1 0,-1 0,0 0,0 0,1-1,-1 1,1 0,0-1,-1 1,1-1,0 0,0 1,0-1,0 0,0 0,0 0,0-1,0 1,1 0,-1-1,0 0,77 10,-74-10,1 1,-1-1,0-1,0 1,1-1,-1 0,0 0,0 0,0-1,0 1,0-2,0 1,-1 0,1-1,-1 0,0 0,1 0,-1 0,0-1,-1 1,1-1,-1 0,0-1,0 1,0 0,0-1,-1 0,1 1,-1-1,-1 0,1 0,-1 0,0 0,0 0,0-1,-1 1,1 0,-1 0,-1-3,-23-50,24 58,0 0,0 1,0-1,0 0,0 1,0-1,0 0,0 1,0-1,0 0,0 1,0-1,0 0,0 1,-1-1,1 0,0 1,0-1,0 0,-1 0,1 1,0-1,0 0,-1 0,1 1,0-1,-1 0,1 0,0 0,-1 1,1-1,0 0,-1 0,1 0,0 0,-1 0,1 0,0 0,-1 0,1 0,0 0,-1 0,1 0,0 0,-1 0,1 0,-1 0,1 0,0-1,0 1,-1 0,1 0,0 0,-1-1,1 1,0 0,-1 0,1 0,0-1,0 1,0 0,-1-1,1 1,0 0,0-1,0 1,-2 31,3-24,1-1,-1 1,1-1,0 1,0-1,1 0,0 0,0 0,0 0,1-1,0 1,0-1,0 0,1 0,0 0,0-1,0 1,0-1,1 0,-1-1,1 0,0 0,0 0,0 0,1-1,-1 0,1 0,6 0,-3 0,0-1,0 0,0 0,0-1,0-1,0 0,0 0,0-1,0 0,0 0,0-1,-1-1,0 0,1 0,-1-1,-1 0,1 0,-1-1,1-1,12-13</inkml:trace>
  <inkml:trace contextRef="#ctx0" brushRef="#br3" timeOffset="-128381.959">5029 7965,'-14'3,"1"0,1 1,-1 1,0 0,1 1,0 0,1 1,-1 0,1 1,0 1,1-1,0 1,1 1,0 0,0 0,1 1,-1 1,8-11,0 1,-1-1,1 0,0 1,0-1,0 0,0 1,0 0,0-1,0 1,0-1,1 1,-1 0,1 0,-1-1,1 1,0 0,-1 0,1 0,0 0,0-1,0 1,1 0,-1 0,0 0,1-1,-1 1,1 0,0 0,-1-1,1 1,0-1,0 1,0 0,0-1,1 1,8 1,0 0,-1-1,2-1,-1 1,0-2,0 1,0-1,0-1,0 0,2-1,4 1,25-3,-26 2,1 0,-1 1,1 0,0 2,-1 0,1 0,-1 2,1-1,1 3,-14-4,-1 0,1 0,-1 0,1 1,-1-1,0 1,1-1,-1 1,0 0,0 0,0 0,-1 0,1 0,0 1,-1-1,1 0,-1 1,0-1,0 1,0 0,0-1,0 1,-1 0,1-1,-1 1,0 0,0 0,0-1,0 1,0 0,0 0,-1-1,0 1,0 1,-1 5,0 0,-1 0,-1-1,0 1,0-1,0 0,-1 0,0 0,-5 5,1-2,-1-1,1-1,-2 0,1 0,-1-1,-1 0,1-1,-1 0,0-1,-1 0,0-1,1-1,-2 0,1 0,-3-1,-10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29:05.3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008C3A"/>
      <inkml:brushProperty name="ignorePressure" value="1"/>
    </inkml:brush>
    <inkml:brush xml:id="br4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2354 1424,'0'21,"0"15,-2 11,-1 7,-2 0,-1-1,2-8,1-9,1-13,0-11</inkml:trace>
  <inkml:trace contextRef="#ctx0" brushRef="#br0" timeOffset="291.907">2154 1237,'48'3,"0"2,0 3,-1 1,0 2,-1 3,8 4,-37-14,0 1,0 1,0 0,-1 1,1 1,-2 1,1 0,-1 1,-1 1,0 0,0 1,-1 0,6 8,-17-17,-1 0,1 0,-1 0,0 0,1 0,-1 0,-1 0,1 0,0 0,-1 1,0-1,1 0,-1 0,-1 1,1-1,0 0,-1 0,0 1,1-1,-1 0,0 0,-1 0,1 0,-1 0,1 0,-1-1,0 1,0 0,0-1,0 0,0 1,-1-1,1 0,-2 1,-7 6,-1 0,0-1,-1 0,0-1,0 0,-14 4,8-3,0-1,0-1,-1 0,1-2,-1 0,0-1,-1-1,1-1,0-1,-1-1,20 2,0-1,-1 0,1 0,0 0,0 0,-1 0,1 0,0 0,-1-1,1 1,0 0,0-1,-1 1,1-1,0 1,0-1,0 0,0 1,0-1,0 0,0 0,0 0,0 0,0 0,0 0,0 0,0 0,1 0,-1 0,1 0,-1 0,1-1,-1 1,1 0,-1 0,1-1,0 1,0 0,0-1,0 1,0 0,0-1,0 1,0 0,0 0,1-1,-1 1,1 0,-1 0,1-1,-1 1,1 0,-1 0,2-1,14-19</inkml:trace>
  <inkml:trace contextRef="#ctx0" brushRef="#br0" timeOffset="569.521">2903 1291,'-23'59,"3"1,2 1,3 1,3 0,1 14,8 24,3-97,0 1,1 0,0-1,0 1,0 0,1-1,-1 1,1-1,0 0,0 0,0 1,0-1,0 0,1-1,-1 1,1 0,0-1,0 1,0-1,0 0,0 0,0 0,1-1,-1 1,1-1,20 4,-1-1,1-1,0-1,0-1,0-2,0 0,0-1,-1-2,16-3,-20 4,121-24,-79 12</inkml:trace>
  <inkml:trace contextRef="#ctx0" brushRef="#br0" timeOffset="867.733">4025 1371,'-16'-8,"0"1,-1 0,0 2,0 0,0 0,-1 2,0 0,1 1,-1 1,0 1,0 1,0 0,0 1,-1 1,6 0,0 0,0 1,0 1,0 0,1 1,-1 0,2 1,-1 0,1 1,0 0,0 1,1 0,-9 10,13-13,1 1,0 0,0 0,0 1,1-1,0 1,0 0,1 0,0 0,0 0,1 1,0-1,1 1,0 0,0-1,1 1,0 0,0-1,1 1,1 0,-1-1,2 4,0-3,0 0,1 0,0 0,1-1,0 0,0 0,1 0,0-1,0 0,0 0,1 0,0-1,1 0,-1-1,1 1,0-1,1-1,-1 0,8 3,9 3,1-2,0-1,0 0,1-2,0-2,11 1,192-6,-166-3</inkml:trace>
  <inkml:trace contextRef="#ctx0" brushRef="#br0" timeOffset="-750.591">336 1559,'4'15,"7"15,5 14,5 8,1 4,-1 0,-4-3,-7-8,-8-10,-4-10</inkml:trace>
  <inkml:trace contextRef="#ctx0" brushRef="#br0" timeOffset="-311.696">229 1411,'32'-3,"-1"1,1 1,0 2,0 1,0 2,-1 1,0 1,8 4,-25-7,0 0,0 1,0 1,0 0,-1 1,0 0,0 1,0 0,-1 1,0 1,-1 0,0 0,0 1,-1 1,0 0,-1 0,0 1,-1 0,-1 0,4 8,-5 1,0 1,-2 0,0 1,-2-1,0 0,-2 1,0-1,-3 14,3-34,-1-1,1 0,-1 0,1 0,0 0,-1 0,1 0,0 0,0 0,0 0,0 0,0 0,0 0,0 0,0 0,0 0,0 0,1 0,-1 0,0 0,1 0,-1 0,1 0,-1 0,1 0,-1 0,1 0,0 0,0 0,-1-1,1 1,0 0,0-1,0 1,0 0,-1-1,1 1,0-1,0 1,0-1,0 0,0 0,1 1,-1-1,0 0,0 0,7-3,-1 0,0 0,0-1,0 0,0-1,-1 1,1-1,-1-1,0 1,-1-1,3-3,-4 5,13-12,-1-1,0 0,-2-1,0-1,-1 0,0-1,6-17,-23 46,0 0,1 0,0 0,0 0,1 0,0 1,0-1,1 1,1 0,0-1,0 1,0 0,1-1,1 1,0-1,0 1,1-1,0 0,1 0,-1 0,2-1,-1 1,1-1,1 0,0 0,0-1,1 2,5-2,1 0,0-1,1 0,-1-1,1 0,0-1,0-1,1 0,-1-1,1 0,-1-1,1-1,0-1,61 1</inkml:trace>
  <inkml:trace contextRef="#ctx0" brushRef="#br1" timeOffset="168998.001">13623 10635,'0'0</inkml:trace>
  <inkml:trace contextRef="#ctx0" brushRef="#br0" timeOffset="132531.027">3530 8777,'0'-28,"-1"14,3 32,22 304,-21 223,23-353,-40-8,15-66,-1-117,0 0,0 0,0 0,1 1,-1-1,0 0,0 0,1 0,-1 0,1 0,-1 0,1 0,-1 0,1 0,0 0,0-1,-1 1,1 0,0 0,0-1,0 1,0 0,0-1,0 1,-1-1,2 1,-1-1,0 1,0-1,0 0,0 0,0 1,0-1,0 0,0 0,0 0,0 0,1 0,47-11,-34 6,18-2,-1 0,1 2,0 2,0 1,9 2,180 1,261 9,-288 1,177-13,493-32,-559 35,577-14,-247-2,-70-11,69-1,609 28,-1024 13,-59-14,-55 14,89-7,-189-6,-5 0,1-1,-1 1,0 0,1-1,-1 1,0-1,1 0,-1 1,1-1,-1 0,1 0,-1 0,1 0,-1 0,1 0,-1 0,0-1,1 1,-1-1,1 1,-1-1,0 1,1-1,-1 0,0 1,0-1,1 0,-1 0,0 0,0 0,0 0,0 0,0 0,0 0,-1-1,1 1,0-1,-25-108,-55-352,57 271,1-160,5 90,-11 151,27 109,-1 0,1-1,-1 1,1-1,0 1,-1-1,1 0,0 1,0-1,0 1,0-1,0 1,1-1,-1 1,0-1,1 1,-1-1,1 1,-1-1,1 1,0-1,0 1,0 0,-1 0,1-1,0 1,0 0,1 0,-1 0,0 0,0 0,2 0,13-9</inkml:trace>
  <inkml:trace contextRef="#ctx0" brushRef="#br0" timeOffset="133454.133">8678 7882,'2'-14,"1"-6,0 6,-1 13,0 16,-1 14,-1 11,1 8,-4 3,0-1,-2-2,-1-4,-1-8,1-5,-2-8,2-8</inkml:trace>
  <inkml:trace contextRef="#ctx0" brushRef="#br0" timeOffset="133714.432">8610 8270,'3'0,"4"0,7 0,5 0,6 0,1 0,-2 0,-2 0,-5 0</inkml:trace>
  <inkml:trace contextRef="#ctx0" brushRef="#br0" timeOffset="133937.867">8571 7761,'-3'-2,"3"-1,4 0,7 1,9 0,9 1,7 1,4 0,2 0,-1 0,-6 0,-9 0</inkml:trace>
  <inkml:trace contextRef="#ctx0" brushRef="#br0" timeOffset="140404.887">9092 7976,'-3'-6,"-2"18,8 14,26-59,-25 26,0 0,0 0,-1 0,0-1,-1 1,1-1,-2 0,1 0,-1 0,0 0,0 0,-1 0,0 0,-1 0,0 0,0 0,-1-2,2 10,0-1,0 0,0 1,0-1,-1 1,1-1,0 1,0-1,0 0,0 1,-1-1,1 1,0-1,-1 1,1-1,0 1,-1 0,1-1,0 1,-1-1,1 1,-1 0,1-1,-1 1,1 0,-1 0,1-1,-1 1,1 0,-1 0,1 0,-1-1,0 1,1 0,-1 0,1 0,-1 0,1 0,-1 0,0 0,1 1,-1-1,1 0,-1 0,1 0,-1 0,1 1,-1-1,1 0,-1 1,1-1,-1 0,1 1,-1-1,1 0,0 1,-1-1,1 1,0-1,-1 1,1-1,0 1,-16 34,9 17,6-28</inkml:trace>
  <inkml:trace contextRef="#ctx0" brushRef="#br0" timeOffset="140694.147">9146 8229,'2'-2,"1"-3,0-4,-3 1,-4 1,-3 2,-3 6,-2 6,1 6,3 2,2 5,2-1,7-2,7-4,9-5,0-4</inkml:trace>
  <inkml:trace contextRef="#ctx0" brushRef="#br0" timeOffset="141062.256">9479 8015,'7'-29,"2"1,0-1,2 2,1 0,2 0,0 1,2 1,5-7,5-7,-26 39,0 0,0 1,0-1,0 0,0 1,0-1,0 0,-1 0,1 1,0-1,0 0,0 1,0-1,0 0,1 1,-1-1,0 0,0 1,0-1,0 0,0 0,0 1,0-1,1 0,-1 0,0 1,0-1,0 0,1 0,-1 1,0-1,0 0,1 0,-1 0,0 1,0-1,1 0,-1 0,0 0,0 0,1 0,-1 0,0 0,1 0,-1 0,0 0,1 1,-1-2,0 1,1 0,-1 0,0 0,0 0,1 0,-1 0,0 0,1 0,-1 0,0 0,0-1,1 1,-1 0,0 0,0 0,-1 30,-17 89,-19 208,36-298</inkml:trace>
  <inkml:trace contextRef="#ctx0" brushRef="#br0" timeOffset="141277.977">9573 8242,'-2'0,"4"0,5 0,10-2,7-1,10-2,5-3,4-2,-2-1,-3-2,-8 2</inkml:trace>
  <inkml:trace contextRef="#ctx0" brushRef="#br0" timeOffset="141542.147">10067 7534,'0'9,"-2"14,-3 22,-5 21,-6 20,-4 14,-4 7,-2 0,1-7,5-12,6-13,5-21</inkml:trace>
  <inkml:trace contextRef="#ctx0" brushRef="#br0" timeOffset="142426.403">10148 8015,'13'-15,"-1"0,-1-1,0 0,-1-1,-1 0,-1 0,0-1,-1 0,-1-1,-1 0,0 1,-1-8,-4 84,-2 275,-7-272,9-60,-1 1,1 0,0 0,-1-1,0 1,1 0,-1-1,0 1,0-1,0 1,0-1,0 1,0-1,0 0,-1 1,1-1,0 0,-1 0,1 0,-1 0,1 0,-1 0,1 0,-1-1,0 1,0-1,1 1,-1-1,0 1,0-1,-1 0,27-4,174-8,-171 6</inkml:trace>
  <inkml:trace contextRef="#ctx0" brushRef="#br0" timeOffset="145533.412">4065 8924,'14'342,"-13"-133,-2-207,1-1,0 1,0 0,0-1,0 1,0-1,0 1,0 0,1-1,-1 1,1-1,-1 1,1-1,-1 1,1-1,0 1,0-1,0 0,0 1,0-1,0 0,0 0,0 1,0-1,1 0,-1 0,0 0,1-1,-1 1,1 0,-1 0,1-1,-1 1,1-1,-1 0,1 1,-1-1,1 0,0 0,-1 0,1 0,0 0,-1 0,1 0,0-1,185-18,-29 26,-145-4</inkml:trace>
  <inkml:trace contextRef="#ctx0" brushRef="#br0" timeOffset="146051.406">4667 9432,'1'1,"-1"0,1 0,-1 0,1 0,0-1,0 1,0 0,-1 0,1 0,0-1,0 1,0-1,0 1,0 0,0-1,0 0,0 1,0-1,0 1,1-1,-1 0,0 0,0 0,0 0,0 0,0 0,1 0,-1 0,0 0,0-1,0 1,0 0,0-1,0 1,0-1,0 1,1-1,38-23,-38 22,5-3,1 0,-1 0,0-1,0 0,-1-1,0 1,0-1,0-1,-1 1,0-1,0 0,-1 0,0 0,-1 0,0-1,0 1,1-8,-4 14,-1 0,1 0,0 0,-1 0,1 1,-1-1,0 0,0 0,0 1,0-1,0 0,0 1,0-1,0 1,-1 0,1-1,0 1,-1 0,1 0,-1-1,0 1,1 1,-1-1,0 0,0 0,1 1,-1-1,0 1,0-1,0 1,0 0,0 0,0-1,0 2,1-1,-1 0,0 0,0 0,0 1,0-1,0 1,1 0,-1 0,0-1,0 1,1 0,-1 0,1 0,-1 1,1-1,-1 0,1 1,-1 0,-4 3,0 0,0 1,1 0,0 0,0 0,1 0,-1 1,1 0,1 0,-1 0,1 0,1 0,-1 1,1-1,1 1,-1 0,1 0,0 4,1-6,-1-1,1 1,0 0,1-1,-1 1,1 0,0-1,1 1,0-1,-1 0,1 1,1-1,-1 0,1 0,0 0,0-1,1 1,-1-1,1 0,0 0,0 0,0 0,1 0,-1-1,5 2,0-1,0 0,1-1,-1-1,1 0,-1 0,1-1,0 0,0 0,-1-1,1-1,0 1,0-2,-1 1,10-4,14-3</inkml:trace>
  <inkml:trace contextRef="#ctx0" brushRef="#br0" timeOffset="147872.449">5054 9298,'0'0,"1"1,-1-1,0 0,1 0,-1 0,0 0,1 0,-1 0,0 0,1 0,-1 0,0 0,0 0,1 0,-1 0,0 0,1 0,-1 0,0 0,1-1,-1 1,0 0,0 0,1 0,-1 0,0-1,1 1,-1 0,0 0,0 0,0-1,1 1,-1 0,0 0,0-1,0 1,0 0,0-1,1 1,-1 0,0-1,0 1,0 0,0-1,0 1,0 0,0 0,0-1,0 1,0 0,0-1,0 1,0-1,15 30,-14-27,68 174,-68-174,0 1,0-1,1 1,-1-1,1 1,-1-1,1 0,0 0,0 0,0 0,0 0,0 0,1 0,-1-1,1 1,-1-1,1 0,-1 1,1-1,0 0,-1-1,1 1,0 0,0-1,0 0,-1 1,1-1,0 0,0-1,0 1,0 0,-1-1,1 0,0 1,0-1,-1 0,1-1,-1 1,1 0,-1-1,1 1,-1-1,0 0,2-1,5-5,0 0,0-1,-1 0,0 0,0-1,-1 0,0-1,-1 0,0 0,-1 0,0 0,-1-1,0 0,-1 0,-1 0,1 0,-2 0,0-1,0 1,-1-1,-4 1,-1 27,4-8,-1 1,2-1,-1 0,1 1,0-1,1 0,0 1,0-1,0 0,1 0,0 0,0 0,1 0,0 0,0-1,1 1,0-1,0 0,0 0,1-1,0 1,0-1,0 0,1 0,-1 0,1-1,0 0,1 0,-1-1,1 1,5 1,2-3,1 0,-1-1,0-1,1 0,-1 0,0-2,0 0,1 0,-1-2,-1 0,1 0,0-1,-1-1,0 0,-1-1,1 0,-1-1,0 0,-1-1,0 0,-1-1,0 0,0-1,-1 0,0-1,2-4,-7 11,-1 0,1 0,-1 0,0 0,-1 0,1-1,-1 1,0-1,-1 0,1 0,-1 1,0-1,0 0,-1 0,0-4,0 9,0 0,-1 1,1-1,0 0,-1 0,1 1,-1-1,1 0,-1 1,1-1,-1 0,0 1,1-1,-1 1,0-1,1 1,-1-1,0 1,1 0,-1-1,0 1,0 0,0 0,1-1,-1 1,0 0,0 0,0 0,0 0,1 0,-1 0,0 0,0 0,0 1,0-1,1 0,-1 0,0 1,0-1,1 0,-1 1,0-1,0 1,-34 19,25-13,1 0,-1 0,1 1,1 0,0 0,0 1,0 1,1-1,0 1,1 0,-4 9,10-18,0 0,0 1,0-1,0 0,0 0,0 1,1-1,-1 0,0 0,1 1,-1-1,1 0,-1 0,1 0,0 0,-1 0,1 0,0 0,0 0,0 0,0 0,-1 0,1 0,1 0,-1-1,0 1,0-1,0 1,0 0,0-1,1 0,-1 1,0-1,0 0,1 0,-1 1,0-1,0 0,1 0,-1 0,0-1,1 1,-1 0,0 0,0-1,0 1,1-1,-1 1,0-1,0 1,0-1,0 0,0 0,0 1,1-2,18-5,-1-2,0 0,0 0,-1-2,-1 0,0-2,0 1,-1-2,7-8,-10 21,-11 22,-1-9,63 262,-57-247,40 225,-46-240,-1 0,0 0,0 1,-2-1,1 0,-1 0,-1 0,0 0,-2 1,4-9,0 0,-1 0,0-1,0 1,0-1,0 1,-1-1,1 0,-1 0,0 0,0 0,0-1,0 1,0-1,0 1,-1-1,1 0,-1-1,0 1,1-1,-1 1,0-1,0 0,0 0,0-1,0 1,0-1,-4 0,4 0,-1-1,1 0,0 0,-1 0,1 0,0-1,0 1,0-1,0 0,0 0,0-1,1 1,-1-1,1 0,-1 0,1 0,0 0,0 0,1-1,-1 1,1-1,0 0,-1-2,-3-4,1 0,1-1,0 0,1 0,0 0,0 0,2 0,-2-8,3 0,0 0,1 1,1-1,1 0,1 0,0 1,1 0,1 0,1 0,6-10,99-166,-97 170,19-24,-2-2,-2-1,-2-1,-2-2,-3-1,-2 0,-3-2,-2 0,4-36,-16 50,-1 0,-2 0,-2 0,-1 0,-3-2,-17-18,21 63,0-1,1 0,-1 1,0-1,0 1,1-1,-1 1,0-1,0 1,0 0,0-1,1 1,-1 0,0 0,0-1,0 1,0 0,0 0,0 0,0 0,0 0,0 1,0-1,0 0,0 0,1 0,-1 1,0-1,0 1,0-1,0 0,1 1,-1 0,0-1,0 1,1-1,-1 1,0 0,1-1,-1 2,-24 31,14-10,1 0,1 0,1 1,2 1,0-1,1 1,2 0,0 0,2 0,0 0,2 1,1-1,1 0,1 0,4 11,70 203,-53-174,-2 1,-4 1,-1 9,-14-57,-3-19,0 0,-1 0,1 0,0-1,0 1,0 0,-1-1,1 1,0 0,0-1,-1 1,1-1,0 1,-1-1,1 1,-1-1,1 0,0 1,-1-1,1 0,-1 0,0 1,1-1,-1 0,0 0,1 1,-1-1,0 0,0 0,0 0,1 0,-1 1,0-1,0 0,0 0,-1 0,1 0,0 1,0-2,0 0,9-24,1-7,1 0,2 1,1 0,1 1,11-14,-3 21,-22 24,-1-1,1 1,0 0,-1 0,1 0,0 0,-1 0,1-1,0 1,-1 0,1 0,0 1,-1-1,1 0,-1 0,1 0,0 0,-1 0,1 1,0-1,-1 0,1 1,-1-1,1 0,-1 1,1-1,-1 1,1-1,-1 1,1-1,-1 1,0-1,1 1,-1-1,0 1,1-1,-1 1,0 0,0-1,0 1,1 0,-1-1,0 1,0-1,0 2,24 211,-24-212,0 0,1 0,-1 0,0 0,0 0,1 0,-1 0,1 0,-1 0,1 0,-1 0,1 0,-1 0,1-1,0 1,0 0,-1 0,1-1,0 1,0 0,0-1,0 1,0-1,0 1,0-1,0 0,0 1,0-1,0 0,0 0,0 1,0-1,0 0,0 0,7-5</inkml:trace>
  <inkml:trace contextRef="#ctx0" brushRef="#br0" timeOffset="148255.44">6712 8723,'7'-28,"-2"46,2 393,28-28,-34-376</inkml:trace>
  <inkml:trace contextRef="#ctx0" brushRef="#br0" timeOffset="148511.786">6539 9098,'-3'-2,"7"-1,9 0,14 1,13 0,10-1,4-3,1 0,-5-2,-8 1,-10 2,-7 1,-4 2,-5 1</inkml:trace>
  <inkml:trace contextRef="#ctx0" brushRef="#br0" timeOffset="148997.555">7367 9178,'-2'7,"1"2,4 0,0-2</inkml:trace>
  <inkml:trace contextRef="#ctx0" brushRef="#br0" timeOffset="149259.849">7354 9459,'9'9,"6"3,-1-2,-2-9,-3-3</inkml:trace>
  <inkml:trace contextRef="#ctx0" brushRef="#br0" timeOffset="152276.719">8584 8844,'-1'40,"-2"0,-2 1,-1-1,-2-1,-2 1,-1-2,-2 1,-2-2,-5 7,-41 82,60-125,0 0,0 0,0 0,0 0,0 0,1 0,-1 1,0-1,1 0,-1 0,1 1,0-1,-1 0,1 1,0-1,0 0,0 1,0-1,0 0,0 1,0-1,0 1,0-1,1 0,-1 0,1 1,-1-1,1 0,-1 1,1-1,0 0,-1 0,1 0,0 0,0 0,0 0,0 0,0 0,0 0,0 0,0-1,0 1,1 0,-1-1,0 1,1 0,13 0,-1 0,1-1,0-1,-1 0,1-1,-1-1,1 0,-1-1,8-3,11-2,217-44,-224 50</inkml:trace>
  <inkml:trace contextRef="#ctx0" brushRef="#br0" timeOffset="152526.039">8811 9125,'-2'4,"-1"9,0 11,1 13,3 13,1 15,0 12,-2 11,-4 9,-1-13</inkml:trace>
  <inkml:trace contextRef="#ctx0" brushRef="#br1" timeOffset="165630.018">9346 8804,'-16'-13,"0"0,-1 1,0 1,-1 0,0 1,-1 1,0 1,0 1,-1 0,0 2,0 0,0 1,-1 1,-11 1,-25 0,-1 3,1 3,0 2,0 3,1 2,0 3,1 2,-20 10,49-17,0 1,0 2,1 1,1 0,0 2,1 1,0 1,2 0,0 2,1 1,0 0,2 2,-5 7,3 3,1 0,2 2,1 0,1 0,3 2,0 0,2 0,2 1,2 0,1 0,1 1,3-1,1 7,0-24,1-1,2 1,0 0,1-1,0 1,2-1,0 0,1-1,1 0,1 0,1 0,0-1,1-1,1 0,0 0,2-1,-1-1,2 0,10 8,11 0,1 0,1-3,0-1,2-2,0-1,0-3,1-1,1-2,-1-1,2-3,-1-1,0-3,35-2,-29 0,0-2,-1-2,1-3,-1-1,-1-2,0-3,41-17,-58 18,0-1,-1-1,-1-1,-1-1,0-2,-1-1,-1 0,-1-2,-1-1,-1-1,-1 0,7-13,-10 12,-1-2,-2 0,0 0,-2-1,-1-1,-2 0,0 0,-2-1,-2 0,0 0,-2-1,-1 1,-2-1,-1 1,-1-1,-1 1,-2 0,-1 0,-2 0,-1 1,-1 0,-9-18,4 19,-1 0,-1 0,-2 2,-1 0,-1 1,0 1,-2 2,-1 0,-1 1,-22-14,26 21,0 1,0 1,-1 1,0 1,-1 1,0 1,-1 1,0 0,0 2,0 2,0 0,-1 1,1 1,-14 2,24 0,-1 1,1 0,0 1,0 0,0 1,0 1,1 0,0 1,0 0,0 1,1 1,0 0,0 0,1 2,0-1,0 1,1 1,1-1,0 2,0-1,1 1,1 1,-2 3,-14 58,14-4</inkml:trace>
  <inkml:trace contextRef="#ctx0" brushRef="#br1" timeOffset="166328.347">9787 9539,'-1'16,"0"1,1-1,1 0,0 1,1-1,1 0,0 0,1 0,1 0,1-1,6 15,8 9,0-2,3 0,25 32,31 26,4-4,5-4,3-3,3-5,10 0,216 192,-291-242,-20-19,0 0,0-1,1 0,1-1,-1 0,1 0,1-1,-1-1,4 1,-2-3</inkml:trace>
  <inkml:trace contextRef="#ctx0" brushRef="#br1" timeOffset="167047.513">10951 10395,'51'80,"-20"-34,-2 0,-2 2,-2 1,-2 0,2 15,-12 16,-13-78,-1 0,1 1,0-1,-1 0,1 0,-1 0,0 0,0 1,0-1,0-1,0 1,0 0,0 0,-1 0,1 0,-1-1,1 1,-1-1,0 1,1-1,-1 0,0 0,0 1,0-1,0-1,0 1,0 0,0 0,-1-1,1 1,0-1,0 0,0 1,-2-1,-10-1,0 1,0-2,0 0,0 0,0-1,1-1,-1-1,1 0,-21-6,26 9,-17-6,1 1,-1 1,-1 2,1 0,-1 2,-10 0,27 4,8 1</inkml:trace>
  <inkml:trace contextRef="#ctx0" brushRef="#br1" timeOffset="167730.272">11458 10354,'-9'92,"4"-1,5 31,0-45,1-15,-9 124,26-250,-15 58,-1 0,1 0,0 0,0 1,1-1,0 1,0 0,0 0,1 1,-1-1,1 1,0 0,0 0,1 0,-1 1,1 0,0 0,0 0,0 1,0 0,0 0,0 1,0-1,1 1,-1 1,1-1,-1 1,1 0,-1 0,1 1,-1 0,0 0,1 1,-1 0,1 0,0 1,0 0,-1 1,1-1,-1 1,0 1,0-1,-1 1,1 0,-1 0,0 0,0 1,-1 0,0 0,0 0,0 0,0 1,-1 0,-1-1,1 1,-1 0,0 0,0 1,-1-1,0 0,0 0,-1 6,-1-10,1 0,-1 0,0 0,-1 0,1 0,0 0,-1-1,0 1,1 0,-1-1,0 0,-1 1,1-1,0 0,0 0,-1 0,0 0,1 0,-1-1,0 1,0-1,0 0,1 1,-1-1,-1-1,1 1,-2 0,-88 5,88-6,-1 0,0 0,0-1,1 0,-1 0,1-1,-1 1,1-1,-1 0,1-1,0 1,0-1,0 0,-2-2,7 3,-1 0,1 0,-1 0,1 0,-1 1,1-1,0 0,0 0,0 0,0 0,1 0,-1 0,0 0,1 0,0 0,-1 0,1 1,0-1,0 0,0 0,0 1,0-1,0 0,0 1,1 0,-1-1,0 1,1 0,0-1,-1 1,1 0,-1 0,1 0,0 0,1 0,23-15,0 2,1 0,0 1,1 2,1 1,0 2,0 0,23-2,89-6,-138 16,-1 0,1 1,-1-1,1 1,-1-1,1 1,-1 0,0 0,1 0,-1 0,0 0,0 1,0-1,0 1,0-1,0 1,0 0,0 0,0-1,-1 1,1 1,-1-1,0 0,1 0,-1 0,0 1,0-1,-1 1,1-1,0 1,-1-1,0 1,1-1,-1 1,0-1,0 2,3 31,15 74,-16-104,-1-1,1 0,0 0,0 0,0 0,1 0,-1-1,1 1,0-1,0 0,0 0,0 0,1 0,-1 0,1 0,0-1,0 0,0 0,0 0,0 0,0-1,0 1,1-1,50-10,-31-5</inkml:trace>
  <inkml:trace contextRef="#ctx0" brushRef="#br1" timeOffset="167993.768">12060 10395,'0'0</inkml:trace>
  <inkml:trace contextRef="#ctx0" brushRef="#br1" timeOffset="168330.895">12434 10167,'-30'83,"4"1,4 1,3 1,4 0,4 2,2 24,6-82,2 1,1-1,2 1,1-1,3 10,-5-32,1-1,0 0,0 1,1-1,0 0,0 0,0 0,1-1,0 1,1-1,0 0,0 0,0 0,0-1,1 0,0 0,0 0,0-1,1 0,-1 0,1-1,0 1,5 0,3-1,-1 0,1-1,0-1,0-1,1 0,-1-1,0 0,0-2,-1 1,1-2,0 0,-1-1,0 0,0-1,-1 0,1-2,-1 1,-1-2,1 1,-2-2,1 0,-1 0,-1-1,6-6,-6 9,-14 24,0-5,2-6,0 0,0 0,1 0,-1 0,1 0,0 0,1 1,-1-1,1 0,0 1,0-1,1 0,0 0,0 1,0-1,0 0,1 0,0 0,0 0,0 0,1-1,-1 1,1-1,0 1,1-1,-1 0,1 0,-1-1,1 1,1-1,-1 0,2 2,1-2,-1-1,1 0,-1 0,1-1,0 1,0-1,-1-1,1 1,0-1,0 0,0-1,0 0,0 0,-1 0,1-1,1 0,29-12</inkml:trace>
  <inkml:trace contextRef="#ctx0" brushRef="#br1" timeOffset="168594.965">13102 10822,'-16'-2,"-9"-1,-4 0,4-1,6-3,6-2,3-7,2-5,1 2</inkml:trace>
  <inkml:trace contextRef="#ctx0" brushRef="#br1" timeOffset="168796.425">12434 10341,'21'0,"17"0,17 0,12-2,11-3,8-3,2-3,-12 1</inkml:trace>
  <inkml:trace contextRef="#ctx0" brushRef="#br2" timeOffset="202343.213">11659 7440,'-167'27,"-17"-14,127-5,-41 7,-1-4,-24-3,-160 17,243-24,1-1,0-3,0-1,-29-7,-87-12,-35-28,169 46,1 0,-1 0,0 2,-1 1,-20 0,-8-1,-175-15,151 18,-254-14,166-2,-134 6,-67 10,98-27,-69 28,70 13,-746-15,643 15,-153-14,274 13,172-10,1 3,-44 11,-407 42,-11-7,12 9,258 0,229-52,0 2,1 1,0 2,-15 9,38-16,-1 0,1 1,0 0,1 1,0 0,1 1,-1 0,2 1,0 0,0 0,1 1,0 0,0 2,2-4,1-1,0 1,1 1,0-1,0 1,1 0,0-1,1 1,1 1,-1-1,2 0,0 0,0 0,1 0,0 1,1-1,0 0,0 0,2-1,-1 1,1-1,1 1,4 7,5-1,1-1,0 0,1-1,0 0,1-2,1 0,0 0,1-2,0 0,1-2,0 0,0-1,22 5,30 5,2-3,-1-4,38 0,37 6,223 38,20-36,-56-6,64 14,-73-1,-180-21,100 16,-127-10,0-5,67-8,-46 0,263 2,-144-13,-37 0,83-15,56 29,-127-15,168 1,-86 0,68 6,179 1,-67 33,-65-28,-5-25,-161 3,-234 20,0-2,-1-1,1-2,-2 0,1-2,-1-2,18-9,-32 11,-1-1,0 0,-1-1,0-1,-1 0,-1 0,0-1,0 0,-1-1,-1-1,-1 1,0-1,-1-1,-1 1,3-14,-2 8,-2 0,0 0,-2-1,0 0,-2 0,0 0,-2-3,2 7,-2 0,-1 0,0 0,-1 0,-1 0,-1 1,3 13,1 0,-1 0,-1 1,1-1,0 1,-1-1,0 1,0 0,0 0,-1 0,1 1,-1-1,0 1,0 0,0 0,0 0,-1 0,1 1,-1 0,0 0,1 0,-1 0,0 1,-5-1,-139-3,72 6,-65-9,-80-16,117 9</inkml:trace>
  <inkml:trace contextRef="#ctx0" brushRef="#br2" timeOffset="203850.099">11619 7601,'-16'-5,"-6"-1</inkml:trace>
  <inkml:trace contextRef="#ctx0" brushRef="#br2" timeOffset="204150.338">11445 7560,'-12'0,"-3"-2,3 1,10 4,15 5,19 4,22 0,24-3,24-2,18 0,4 3,-17 5,-26-1</inkml:trace>
  <inkml:trace contextRef="#ctx0" brushRef="#br2" timeOffset="211430.203">11792 6478,'-4'-4,"-1"0,0 0,-1 1,1-1,-1 1,1 0,-1 1,0 0,0 0,0 0,0 0,-1 1,1 0,0 1,-1-1,1 1,0 0,-1 1,1-1,0 1,0 1,0-1,-1 1,1 0,1 0,-1 1,0 0,1 0,-1 0,0 1,-3 3,1 1,-1 0,1 1,0 0,1 0,0 0,1 1,0 0,0 1,1-1,1 1,-1 0,0 7,3-12,0 0,0 1,1-1,0 0,0 1,1-1,0 1,0-1,1 1,-1-1,1 1,1-1,-1 0,1 1,0-1,1 0,-1 0,1 0,0-1,1 1,-1-1,1 0,0 0,1 0,-1 0,7 4,1-1,0 0,1-1,-1 0,1-1,0-1,5 2,66 34,-82-40,0 1,1-1,-1 1,0 0,0-1,0 1,0 0,0 0,0 0,-1 1,1-1,-1 0,1 1,-1-1,0 1,0-1,0 1,0-1,-1 1,1 0,-1 0,1-1,-1 1,0 0,0 0,0-1,-1 1,1 0,-1 0,1-1,-1 1,0 0,0-1,0 1,0-1,0 1,-1-1,1 0,-1 0,0 1,0-1,1 0,-2 0,-5 6,0-1,0 0,-1 0,1-1,-1 0,-1 0,1-1,-1-1,0 0,0 0,-1-1,1 0,-1 0,-2-1,12-2,0 0,0 1,0-1,-1 0,1 0,0 0,0-1,-1 1,1 0,0 0,0-1,0 1,-1-1,1 1,0-1,0 1,0-1,0 0,0 1,0-1,0 0,0 0,0 0,1 0,-1 0,0 0,0 0,1 0,-1 0,1 0,-1 0,1 0,-1 0,1-1,0 1,-1 0,1 0,0-1,0 1,0 0,0 0,0-1,0 1,1 0,-1 0,0 0,0-1,1 1,-1 0,1 0,-1 0,1 0,0 0,-1 0,1 0,0 0,0 0,0 0,-1 0,1 0,0 0,0 1,0-1,0 0,1 1,-1-1,9-4,1 0,0 0,0 1,1 1,-1 0,1 0,0 1,7 0,-1-1,-2 0</inkml:trace>
  <inkml:trace contextRef="#ctx0" brushRef="#br2" timeOffset="212479.74">11819 6918,'20'-6,"0"-1,0-1,-1-1,0-1,0-1,-1-1,0 0,-2-1,1-1,-1 0,3-5,-18 18,0 0,1 0,-1 1,0-1,0 0,0 0,0 0,0 0,0-1,0 1,0 0,0 0,-1 0,1-1,0 1,-1 0,1-1,-1 1,1-1,-1 1,0-1,0 1,1-1,-1 1,0 0,0-1,-1 1,1-1,0 1,0-1,-1 1,1-1,-1 1,1 0,-1-1,0 1,1 0,-1 0,0-1,0 1,0 0,0 0,0 0,0 0,0 0,0 0,0 0,-1 0,1 1,0-1,-1 0,1 1,0-1,-1 1,1 0,-1-1,0 1,-4 0,1 1,-1 0,1 1,-1-1,1 1,0 0,0 1,0-1,0 1,0 0,1 0,-1 0,1 1,0 0,0 0,0 0,0 0,1 0,0 1,0-1,0 1,0 0,1 0,0 0,0 0,0 1,1-1,-1 0,1 1,0-1,1 1,0 0,0-1,0 1,2 2,0-1,1 1,0-1,0 0,1 0,-1 0,2-1,-1 1,1-1,0 0,0 0,1 0,-1-1,1 0,1 0,-1-1,0 1,1-2,0 1,0-1,1 1,-1-2,0 1,1-1,0-1,-1 1,1-1,0 0,0-1,-1 0,1 0,0-1,0 0,1 0,-3-1,0 0,0 0,0-1,-1 1,1-1,-1-1,0 1,0-1,0 1,0-1,-1-1,1 1,-1-1,0 0,-1 0,1 0,-1 0,2-4,39-106,-28-55,-16 170,0 0,0-1,0 1,1 0,-1-1,0 1,0 0,0 0,1 0,-1-1,0 1,0 0,1 0,-1 0,0-1,0 1,1 0,-1 0,0 0,1 0,-1 0,0 0,0 0,1-1,-1 1,0 0,1 0,-1 0,0 0,1 0,-1 1,0-1,0 0,1 0,-1 0,0 0,1 0,-1 0,0 0,0 1,1-1,-1 0,0 0,0 0,1 1,-1-1,0 0,0 0,0 0,1 1,-1-1,0 0,0 1,0-1,0 0,0 0,1 1,-1-1,0 0,0 1,0-1,3 3,15 8,0-1,1-1,0 0,1-2,-1 0,1-1,4 0,40 13,-61-19,-1 1,1-1,-1 1,1 0,0 0,-1 0,0 0,1 0,-1 1,0-1,1 1,-1-1,0 1,0 0,-1 0,1 0,0 0,0 0,-1 0,0 1,1-1,-1 0,0 1,0-1,0 1,0-1,-1 1,1 0,-1-1,1 1,-1 0,0 0,-23 60,-1 17,26-77,-1 1,1-1,0 0,0 0,0 0,0 0,0 0,1-1,-1 1,1-1,0 0,0 1,0-1,0 0,0-1,0 1,1 0,-1-1,0 0,1 0,-1 0,1 0,-1-1,1 1,0-1,-1 0,1 0,0 0,-1 0,1-1,-1 1,1-1,7 0,0-1,0 0,0-1,0 0,-1-1,1 0,-1-1,0 0,0 0,0-1,-1 0,0-1,0 0,-1-1,0 1,0-1,-1-1,0 0,0 0,-1 0,0-1,-1 0,0 0,0 0,-1-1,-1 1,0-1,0 0,0-6,-2 3,-8 40,6-21,-4 13,1 0,0 1,2 0,0 0,1 0,1 0,0 0,3 8,-3-25,1 1,-1-1,1 0,0 0,0 0,0 0,0 0,0 0,0 0,1 0,-1 0,1 0,-1-1,1 1,-1-1,1 1,0-1,0 1,0-1,0 0,0 0,0 0,0 0,0-1,0 1,1 0,-1-1,0 1,0-1,1 0,-1 0,2 0,22-3</inkml:trace>
  <inkml:trace contextRef="#ctx0" brushRef="#br2" timeOffset="212742.597">12969 6304,'0'16,"9"10,12 4,3-2</inkml:trace>
  <inkml:trace contextRef="#ctx0" brushRef="#br2" timeOffset="213680.053">13303 6759,'-8'-4,"1"1,-1 0,0 0,-1 0,1 1,0 1,-1 0,1 0,-1 0,1 1,-1 0,1 1,-1 0,1 0,-1 1,1 0,0 0,0 1,0 0,0 1,0-1,1 2,0-1,-1 1,2 0,-1 0,1 1,-1 0,2 0,-1 0,1 1,0 0,0 0,0 0,1 1,1 0,-2 3,3-9,1 1,0-1,0 1,0-1,1 1,-1 0,1-1,-1 1,1 0,0 0,0-1,0 1,0 0,1-1,-1 1,1 0,-1-1,1 1,0 0,0-1,0 1,0-1,1 0,-1 1,1-1,-1 0,1 0,0 0,0 0,0 0,0 0,0-1,0 1,1-1,-1 1,0-1,1 0,-1 0,3 1,7-1,0 0,0 0,0-1,0-1,0 0,0-1,0 0,0 0,-1-2,1 1,-1-1,0-1,0 0,0-1,0 0,-1-1,6-4,-7 5,-1 0,0 0,0-1,-1 0,0 0,0 0,0-1,-1 0,0-1,-1 1,0-1,0 0,-1-1,0 1,-1-1,0 1,0-1,-1 0,0 0,0-7,-3 17,1 1,-1-1,1 1,-1-1,1 1,-1-1,1 0,-1 1,0-1,1 0,-1 1,1-1,-1 0,0 0,1 0,-1 0,0 0,1 1,-1-1,0 0,1 0,-1-1,0 1,1 0,-1 0,0 0,1 0,-1-1,0 1,1 0,-1 0,1-1,-1 1,0 0,1-1,-1 1,1-1,-1 1,1-1,-1 1,1-1,0 1,-1-1,1 0,0 1,-1-1,1 1,0-1,0 0,0 1,-1-1,1 0,0 1,0-1,0 0,0 1,0-1,0 0,0 1,0-1,1 0,-4 5,1 0,0 0,0 0,0 1,0-1,1 1,-1-1,1 1,1-1,-1 1,1-1,-1 1,1 0,1-1,-1 1,0 0,1-1,0 1,0-1,1 1,-1-1,1 1,0-1,0 0,1 0,-1 0,1 0,0 0,0-1,0 1,0-1,0 0,1 0,0 0,-1 0,1-1,0 0,4 2,2-1,1-1,0-1,-1 0,1 0,0-1,-1 0,1-1,0 0,-1-1,1 0,-1-1,0 0,1-1,-2 0,7-3,5-4,0 0,-2-1,1-1,-1-1,-1-1,11-12,-8 2,-1-1,-2 0,-1-1,-1-1,-1-1,-2 0,0-1,-2 0,-2-1,-1 0,-1-1,-1 0,-2 0,-2 0,0 0,-2 0,-2 0,-4-25,6 46,-1 1,0-1,-1 1,0 0,-1-1,1 1,-2 0,0 1,0-1,-1 1,0-1,0 2,-1-1,-1 0,6 7,-1 1,1-1,-1 1,1 0,-1 0,0 0,0-1,0 2,0-1,0 0,0 0,0 1,0-1,0 1,0-1,0 1,0 0,0 0,0 0,-1 0,1 0,0 0,0 1,0-1,0 1,0 0,0-1,0 1,0 0,0 0,0 0,1 0,-1 1,0-1,1 0,-1 1,0 0,-50 68,36-28,1 1,2 0,2 1,2 1,2 0,2 0,2 0,2 1,2 4,-2-17,2 0,1 0,2-1,1 1,1-1,2 0,1-1,2 1,0-2,3 0,0 0,2-2,3 3,29 36,-33-45</inkml:trace>
  <inkml:trace contextRef="#ctx0" brushRef="#br2" timeOffset="214331.474">12488 7507,'0'20,"0"12,0 7,0 1,0-1,-3-5,-2-9,-1-8</inkml:trace>
  <inkml:trace contextRef="#ctx0" brushRef="#br2" timeOffset="-214678.725">12367 7253,'16'15,"0"0,0-2,2 0,-1-1,2 0,-1-1,2-2,18 8,94 57,-126-68,-1 0,1 0,-1 0,0 1,0 0,-1 0,0 0,0 0,-1 1,0-1,0 1,-1 0,0 0,0 0,-1 0,0 0,-1 0,1 1,-1-1,-1 0,0 0,0 0,0 1,-1-1,-2 4,2-5,1-5,1-1,-1 0,0 0,0 1,1-1,-1 0,0 1,1-1,-1 1,1-1,0 1,0-1,-1 1,1-1,0 1,0-1,0 1,1-1,-1 1,0-1,1 1,-1-1,0 1,1-1,0 1,-1-1,1 0,0 1,0-1,0 0,0 0,0 0,0 0,0 1,0-1,0-1,0 1,1 0,-1 0,0 0,1-1,-1 1,0 0,1-1,-1 0,1 1,-1-1,1 0,-1 1,9-4,0 0,0-1,0 0,0-1,-1 1,0-2,0 1,-1-1,1-1,-1 0,-1 0,1 0,-1-1,6-8,-7 8,-1 0,0-1,0 0,-1 0,0 0,0 0,-1 0,1-9,-4 2,-8 27,5-1,0-1,1 1,0-1,0 1,1 0,1 0,-1 0,1 0,2 5,-2-11,1-1,-1 1,1-1,0 1,0-1,1 0,-1 1,1-1,-1 0,1 0,0 0,0 0,1-1,-1 1,0 0,1-1,0 0,-1 1,1-1,0 0,0-1,0 1,1 0,-1-1,0 0,0 0,1 0,1 0,6 1,1-2,-1 0,1 0,-1-1,1 0,-1-1,0 0,0-1,0 0,0-1,0 0,0-1,-1 0,0-1,1-1,28-16</inkml:trace>
  <inkml:trace contextRef="#ctx0" brushRef="#br2" timeOffset="-213628.533">13329 7414,'-14'25,"2"2,0 0,2 0,0 1,2 0,1 1,2 0,-2 20,-5 52,5 1,4 0,4 0,11 67,-10-265,-3-30,0-45,13-85,6 164,-18 91,0-1,1 1,-1 0,1 0,-1-1,1 1,0 0,0 0,-1 0,1 0,0 0,0 0,0 0,0 0,0 0,0 0,0 1,1-1,-1 0,0 1,0-1,1 1,-1-1,0 1,0-1,1 1,-1 0,1 0,-1 0,0 0,1 0,-1 0,0 0,1 0,-1 0,0 1,1-1,-1 1,0-1,0 1,1-1,-1 1,0 0,0-1,0 1,1 1,48 44,-48-44,2 3,12 11,-1 2,0 0,-2 1,0 1,-1 0,2 5,-14-24,1 1,-1-1,1 1,-1-1,1 1,-1 0,0-1,0 1,1-1,-1 1,-1 0,1-1,0 1,0-1,0 1,-1 0,1-1,-1 1,1-1,-1 1,0-1,0 0,0 1,1-1,-1 0,0 1,-1-1,1 0,0 0,0 0,0 0,-1 0,1 0,0 0,-1-1,1 1,-1 0,1-1,-1 1,1-1,-1 1,0-1,1 0,-1 0,-2 1,0 0,0-1,0 1,0-1,0 0,1 0,-1 0,0-1,0 1,0-1,0 0,1 0,-1-1,0 1,1-1,-1 1,1-1,-2-2,3 3,0-1,0 0,1 0,-1 0,1 0,-1 0,1 0,0 0,0 0,0 0,0-1,0 1,0 0,1-1,-1 1,1-1,0 1,-1-1,1 1,0-1,1 1,-1-1,0 1,1-1,-1 1,1 0,0-1,0 1,0 0,0-1,0 1,0 0,1-1,58-59,-53 56,1 0,-1 1,1 0,0 0,1 1,-1 0,1 1,0-1,-1 2,2-1,-1 1,0 1,0 0,0 0,1 0,-1 1,9 2,-15-1,-1 0,0 0,0 0,1 0,-1 1,0-1,-1 1,1 0,0-1,0 1,-1 0,1 0,-1 0,1 0,-1 0,0 1,0-1,0 0,0 0,0 1,-1-1,1 1,-1-1,1 1,-1-1,0 0,0 2,-7 72,4-55,2-20,1 0,-1 0,1 1,0-1,0 0,-1 0,1 0,0 1,0-1,0 0,1 0,-1 0,0 0,0 1,1-1,-1 0,0 0,1 0,-1 0,1 0,0 0,-1 0,1 0,0 0,-1 0,1 0,0 0,0 0,0-1,0 1,0 0,0 0,0-1,0 1,0-1,0 1,0-1,0 0,1 1,-1-1,0 0,0 0,0 0,1 0,-1 0,0 0,0 0,0 0,1 0,-1 0,0-1,0 1,0-1,0 1,0-1,0 1,1-1,11-4,-1-1,0 0,0 0,0-1,-1-1,0 0,-1 0,1-1,-2 0,1-1,-1 0,-1-1,0 0,0 0,-1 0,-1-1,0 0,3-10,0-18,-19 46,5 2,1 0,1 0,-1 0,1 0,1 0,0 1,0-1,0 1,1 0,1 0,-1-1,1 1,1 0,0 0,1 7,-1-14,0 0,0 0,0 0,1 0,-1 0,1-1,-1 1,1 0,-1-1,1 1,0-1,0 1,0-1,0 0,0 0,0 0,0 0,0 0,0-1,0 1,1 0,-1-1,0 0,0 0,1 1,-1-1,0 0,1-1,-1 1,0 0,1-1,67-25,-53 11,-1-2,0 0,-1 0,-1-1,-1-1,-1-1,0 1,-1-2,-2 0,0 0,-1-1,-1 0,-1 0,-1 0,1-19,16-128,-24 140,2 30,0-1,1 1,-1-1,-1 0,1 1,0-1,0 1,0-1,0 1,0-1,0 0,0 1,0-1,-1 1,1-1,0 0,0 1,-1-1,1 0,0 1,0-1,-1 0,1 0,0 1,-1-1,1 0,0 0,-1 1,1-1,-1 0,1 0,0 0,-1 0,1 0,-1 0,1 1,0-1,-1 0,1 0,-1 0,1 0,0-1,-1 1,1 0,-1 0,1 0,-1 0,1 0,0 0,-1-1,1 1,0 0,-1 0,1 0,0-1,-1 1,1 0,0-1,-1 1,1 0,0-1,0 1,0 0,-1-1,1 1,0 0,0-1,0 1,0-1,-11 26,1 1,1 0,1 0,2 1,1 0,-2 25,5-43,-3 22,2 1,1-1,1 1,1 0,2-1,2 1,0 0,-2-22,0-1,0 0,1 0,0 0,1 0,0 0,0 0,1-1,0 0,0 0,1 0,0-1,0 0,1 0,0 0,0-1,1 0,0 0,0-1,0 0,0-1,1 1,0-2,0 1,1-1,-8-2,1 0,0 0,0 0,0 0,-1 0,1-1,0 0,0 1,0-1,0 0,0 0,0-1,0 1,0-1,0 1,-1-1,1 0,0 0,0 0,-1 0,1-1,-1 1,1-1,-1 1,1-1,-1 0,0 0,0 0,0 0,0-1,0 1,-1-1,1 1,-1-1,1 1,-1-1,0 0,7-22</inkml:trace>
  <inkml:trace contextRef="#ctx0" brushRef="#br2" timeOffset="-213380.206">13998 7373,'-13'-2,"-8"-1,-2 0,8 3,15 1,21 1,24 0,26-5,21-7,10-5,-7-6,-18 1</inkml:trace>
  <inkml:trace contextRef="#ctx0" brushRef="#br0" timeOffset="-205397.892">10870 5248,'19'10,"8"-4,-1-2,1-1,0-1,0-2,0 0,12 0,806 1,-836 0,-1-1,1 0,-1-1,1 0,-1 0,1-1,-1 0,0 0,0-1,3-1,3-4</inkml:trace>
  <inkml:trace contextRef="#ctx0" brushRef="#br0" timeOffset="-204824.214">12354 4873,'-16'3,"-12"6,-6 13,-1 12,2 15,5 10,7 9,8 7,7-1,10-4,11-7,12-9,13-12,8-11,8-10,-6-9</inkml:trace>
  <inkml:trace contextRef="#ctx0" brushRef="#br0" timeOffset="-204538.471">12702 4967,'20'-5,"17"6,7 9,5 15,-5 14,-5 9,-9 8,-10 4,-8 1,-9-4,-6-4,-8-7,-7-6,-2-8,-2-10,2-10,5-8</inkml:trace>
  <inkml:trace contextRef="#ctx0" brushRef="#br0" timeOffset="-204251.233">13129 5261,'16'0,"14"0,14 0,13 0,12 0,11 0,7 0,3 0,-3 0,-9 0,-15 0,-17 0,-18 0,-19 0,-10 0</inkml:trace>
  <inkml:trace contextRef="#ctx0" brushRef="#br0" timeOffset="-203930.727">13932 4111,'0'-82,"36"370,-6 185,-20-232,7 127,27 102,-25-352,6 0,5-2,5-1,27 56,23 39,-56-135</inkml:trace>
  <inkml:trace contextRef="#ctx0" brushRef="#br3" timeOffset="-172903.25">1338 3791,'-15'-12,"0"0,-2 1,1 1,-1 1,-1 0,1 1,-2 1,1 1,-1 0,1 2,-2 0,1 1,0 0,-20 2,8 1,-1 2,1 1,0 2,0 1,0 1,0 2,1 1,-25 12,7 1,0 1,2 3,0 2,3 1,0 3,2 1,1 2,2 2,2 1,2 2,1 1,2 2,2 1,2 1,2 1,3 2,1 0,3 1,1 1,1 9,-4 72,5 1,6 0,6 0,13 111,-10-233,8 183,18 75,-17-204,3 0,3-1,3-1,3 0,2-1,4 0,-5-23,1 0,3-2,1 0,1-2,2-1,1-2,2 0,1-3,2-1,0-1,2-2,1-2,0-1,2-2,0-2,2-2,-1-1,2-3,0-1,42 4,-1-6,-1-3,1-3,0-5,-1-3,1-4,-1-3,-1-4,0-4,-2-3,0-4,-2-3,-1-4,30-20,-70 35,0-2,-2-2,0-1,-2-2,-1-1,-1-1,-1-2,-1-1,-2-2,-2-1,-1 0,-1-2,8-20,3-26,-3-1,-4-2,-4-2,-3 0,-4-1,-5 0,2-70,-1 15,-5-2,-7 1,-6-1,-6 1,-7 1,-6 0,-34-109,40 196,-2 0,-3 2,-2 0,-2 2,-3 1,-23-29,35 55,-1 1,-1 1,-2 1,0 0,-1 2,-1 1,-1 1,0 1,-1 1,-1 1,-1 2,0 0,-17-4,13 9,-1 0,0 2,0 2,-1 1,1 1,0 2,-1 2,1 0,0 3,0 0,0 3,1 0,0 2,-7 5,-18 8,1 3,1 2,2 3,1 2,2 2,1 2,-14 16,-2 8,3 2,3 3,-4 10,-26 43</inkml:trace>
  <inkml:trace contextRef="#ctx0" brushRef="#br3" timeOffset="-171400.203">1071 2681,'-33'12,"0"1,1 1,1 2,0 1,2 2,0 0,1 2,-17 17,32-28,1 0,-1 1,2 1,0 0,0 0,1 1,1 1,0-1,1 1,-5 13,12-25,1-1,-1 1,1 0,-1 0,1 0,0 0,0-1,0 1,0 0,0 0,0 0,1 0,-1-1,1 1,-1 0,1 0,0-1,-1 1,1 0,0-1,0 1,0 0,0-1,0 0,1 1,-1-1,0 0,1 0,-1 1,1-1,-1 0,1 0,0-1,-1 1,1 0,0 0,0-1,-1 1,1-1,0 0,0 1,0-1,0 0,1 0,60 11,-46-10,0 0,0 2,0 0,0 0,0 2,-1 0,0 1,0 0,0 2,-1 0,0 0,-1 2,0-1,0 2,-1 0,0 1,10 11,-21-19,1 0,-1 0,0 0,0 0,0 0,-1 1,1-1,-1 1,0-1,0 1,-1-1,1 1,-1-1,0 1,0 0,-1-1,1 1,-1-1,0 1,0-1,-1 0,1 1,-1-1,0 0,0 0,-1 0,1 0,-1 0,1-1,-1 1,-1-1,1 1,0-1,-1 0,1-1,-1 1,0 0,-3 0,-16 8,0-1,0-1,-1-1,0-1,-1-1,1-2,-1 0,0-1,0-2,-18-1,30 1,13-1,0 0,0 0,1 0,-1 0,0 1,0-1,0 0,0 0,0 0,0 0,0 1,1-1,-1 0,0 0,0 0,0 1,0-1,0 0,0 0,0 0,0 1,0-1,0 0,0 0,0 0,0 1,-1-1,1 0,0 0,0 0,0 1,0-1,0 0,0 0,0 0,0 0,-1 1,1-1,0 0,0 0,0 0,0 0,-1 0,23 8,-5-4</inkml:trace>
  <inkml:trace contextRef="#ctx0" brushRef="#br3" timeOffset="-171049.073">1204 3310,'56'-119,"-41"93,-2-1,-1 0,-1-1,-1-1,5-25,-14 54,-1-1,1 0,-1 0,1 0,-1 1,1-1,-1 0,0 0,1 0,-1 0,0 0,0 0,0 0,0 0,0 1,0-1,0 0,0 0,0 0,0 0,0 0,0 0,-1 0,1 0,0 0,-1 1,1-1,-1 0,1 0,-1 0,1 1,-1-1,0 0,1 1,-1-1,0 0,0 1,1-1,-1 1,0-1,0 1,0 0,0-1,1 1,-1 0,0-1,0 1,0 0,0 0,0 0,0 0,0 0,0 0,0 0,0 0,1 0,-1 1,0-1,0 0,0 0,0 1,0-1,-6 7,1 0,0 1,1 0,0-1,0 2,0-1,1 0,1 1,-1 0,1 0,1 0,0 0,0 1,1-1,0 0,0 1,1 2,-1-6,0 1,1-1,-1 1,1 0,1-1,-1 1,1-1,0 1,1-1,0 0,0 1,0-1,1 0,-1 0,1 0,1-1,-1 1,1-1,0 0,0 0,1 0,0 0,-1-1,2 0,-1 0,0 0,1 0,-1-1,1 0,0 0,0-1,6 2,-5-3,1 0,-1-1,0 0,0-1,1 1,-1-1,0-1,0 1,0-1,0 0,0-1,0 0,-1 0,1-1,26-14</inkml:trace>
  <inkml:trace contextRef="#ctx0" brushRef="#br3" timeOffset="-170462.976">1646 2948,'-10'23,"9"-10,2 0,-1 1,2-1,0 0,0 0,1 0,1 0,0 0,1 0,0-1,1 0,4 6,-9-17,0 1,0-1,0 1,0-1,0 0,0 0,0 1,0-1,1 0,-1 0,1 0,-1 0,1 0,-1 0,1-1,-1 1,1-1,0 1,-1-1,1 1,0-1,-1 0,1 0,0 0,0 0,-1 0,1 0,0 0,0 0,-1-1,1 1,0-1,-1 1,1-1,-1 0,1 0,-1 0,1 1,-1-1,1-1,-1 1,0 0,0 0,1 0,-1-2,50-65,8-82,-55 147,-2 13,-2 18,-1-24,0 1,1-1,-1 1,1-1,0 0,0 1,0-1,1 1,-1-1,1 1,0-1,0 0,1 1,-1-1,1 0,0 0,0 0,1 0,-1-1,1 1,-1-1,1 1,0-1,1 0,-1 0,0 0,1 0,0-1,0 1,0-1,0 0,0-1,0 1,0 0,0-1,1 0,5-2,-1-1,1-1,-1 0,0 0,0 0,-1-1,1-1,-1 1,0-2,0 1,0-1,-1 0,1 0,-2-1,1 0,-1 0,0-1,0 0,1-4,0 3,-1 0,-1-1,0 0,0 0,-1-1,-1 1,1-1,-2 0,1 1,-2-1,1 0,-2-1,1-8,-5 102,4-76,0 0,1 0,0 0,0 0,0-1,1 1,-1 0,1-1,1 1,-1-1,1 1,0-1,0 0,1 0,-1-1,1 1,0-1,1 1,-1-1,1-1,-1 1,1-1,0 1,1-2,-1 1,0 0,1-1,-1 0,1 0,5 0,15 1</inkml:trace>
  <inkml:trace contextRef="#ctx0" brushRef="#br3" timeOffset="-169536.706">2435 2735,'96'248,"-96"-246,0-1,0 0,0 1,1-1,-1 0,1 1,-1-1,1 0,-1 0,1 1,-1-1,1 0,0 0,0 0,0 0,0 0,0 0,0 0,0 0,0 0,0 0,0-1,0 1,0 0,1-1,-1 1,0-1,1 1,-1-1,0 0,1 0,-1 1,0-1,1 0,-1 0,0 0,1 0,-1-1,0 1,1 0,-1-1,0 1,1 0,-1-1,0 0,0 1,1-1,-1 0,0 1,0-1,0 0,1-1,11-14,-1 0,-1-1,0 0,-1-1,-1-1,0 1,-2-1,0-1,-1 1,-1-1,-1 0,-1-1,4-25,-15 59,6-8,0 1,0-1,0 1,1 0,-1 0,1-1,1 1,-1 0,1 0,0 0,1 0,-1 0,1 0,0 0,1-1,-1 1,1 0,1-1,-1 1,1-1,-1 0,1 0,1 0,-1 0,1 0,0-1,0 0,0 1,1-2,-1 1,1 0,11 1,1-1,-1 0,1-1,0 0,0-2,0 0,0-1,0 0,0-2,0 0,0-1,0 0,-1-2,0 0,13-6,-8 5,-1-1,-1-1,0-1,0 0,0-2,-1 0,-1-1,0-1,0 0,-2-1,11-13,-24 26,0-1,0 0,-1 1,1-1,-1 0,1 0,-1 0,0 0,1-1,-1 1,0 0,-1 0,1-1,0 1,-1 0,1-1,-1 1,1-1,-1 1,0 0,0-1,-1 1,1-1,0 1,-1-1,1 1,-1 0,0-1,0 1,0 0,0 0,0 0,0-1,-1 1,1 0,-1 1,-1-3,-3 3,-1 0,0 0,0 0,1 1,-1 0,0 0,0 1,1 0,-1 0,0 1,1 0,-1 0,1 0,0 1,-1 0,1 0,1 0,-1 1,0 0,1 0,0 0,0 1,-4 5,2-4,0 0,0 1,1 0,0 0,1 1,0 0,0 0,0 0,1 0,0 1,1 0,0-1,0 1,0 2,3-9,0 1,0-1,0 0,0 0,0 0,0 0,0 0,1 0,-1 0,1 0,-1 0,1 0,0 0,0 0,0 0,0 0,0 0,0-1,1 1,-1 0,1-1,-1 1,1-1,-1 0,1 1,0-1,0 0,-1 0,1 0,0 0,0-1,0 1,0 0,0-1,0 1,0-1,0 0,1 0,-1 1,0-1,1-1,89-10,-77 5,0 0,-1-1,0 0,0-1,-1-1,0 0,-1-1,0-1,0 1,-1-2,7-9,-6 6,-12 56,0-39,1 1,-1 0,1-1,-1 1,1 0,0-1,0 1,0-1,1 0,-1 1,1-1,-1 0,1 0,0 0,-1 0,1 0,0 0,0 0,1-1,-1 1,0-1,0 1,1-1,-1 0,1 0,-1 0,1 0,-1-1,1 1,2 0,3 0,0 0,-1-1,1 1,0-1,0-1,-1 0,1 0,0 0,-1-1,4-1,6-6,0 0,0-1,-1 0,0-2,-1 0,0-1,-1 0,-1-1,0 0,0-1,-2-1,0 0,-1-1,0 1,-2-2,7-17,-4 10,-2 0,-1-1,0 0,-2-1,-1 1,-2-1,0 0,-2 0,0 0,-2 0,-1 0,-4-16,-26-44,30 85,1-1,0 1,-1 0,1 0,-1 0,1 0,-1 0,0 1,0-1,0 0,0 1,0-1,0 1,-1 0,1 0,0 0,-1 0,1 0,-1 0,1 1,-1-1,1 1,-1 0,1-1,-1 1,1 0,-1 1,1-1,-1 0,1 1,-1-1,1 1,-3 1,-1 1,-1 1,1 1,0-1,0 1,0 0,1 0,-1 1,1 0,1-1,-1 2,1-1,0 0,-2 7,-8 13,2 0,1 2,1-1,1 1,2 1,1-1,1 1,1 0,2 1,0 20,2-39,0 0,0-1,1 1,0 0,1 0,0 0,1-1,0 1,0-1,1 0,1 0,0 0,0-1,1 0,0 0,0 0,1 0,0-1,1 0,0-1,0 0,1 0,0-1,0 0,2 1,4-1,1-1,-1 0,1-2,0 1,1-2,-1 0,0-1,1-1,-1 0,0-1,1-1,12-3,44-10</inkml:trace>
  <inkml:trace contextRef="#ctx0" brushRef="#br3" timeOffset="-167937.097">6927 1718,'-67'45,"41"-30,2 1,0 1,1 1,1 2,0 0,2 1,0 0,-2 7,20-26,0 0,0 0,1 0,-1 0,1 1,0-1,-1 0,1 1,0-1,0 1,0-1,1 1,-1 0,1-1,-1 1,1 0,0 0,0-1,0 1,1 0,-1-1,1 1,-1 0,1-1,0 1,0-1,0 1,0-1,0 1,1-1,-1 0,1 0,-1 1,7 1,0 1,1-1,-1-1,1 1,-1-1,1-1,0 0,0 0,0-1,1 0,-1 0,0-1,0 0,9-2,21-1,-1-1,0-2,0-2,0-1,-1-2,-1-2,0-1,0-2,-2-1,0-2,6-5,-28 16,1 0,-1 0,0-1,0 0,-1-1,-1-1,0 0,0 0,-1-1,0 0,-1 0,-1-1,0 0,0-1,-2 1,3-9,-7 21,0-1,-1 1,1-1,-1 1,1-1,-1 1,1-1,-1 0,0 1,0-1,0 1,0-1,0 0,0 1,0-1,0 1,-1-1,1 0,-1 1,1-1,-1 1,1-1,-1 1,0 0,0-1,0 1,0 0,0-1,0 1,0 0,0 0,-1 0,1 0,0 0,-1 0,1 0,0 1,-1-1,1 0,-1 1,1-1,-1 1,0-1,1 1,-1 0,1 0,-1 0,0 0,1 0,-1 0,1 0,-1 0,0 1,-9 4,1 1,-1 0,1 0,0 1,1 0,0 1,0 0,0 1,1-1,1 2,-1-1,2 1,-1 0,1 0,-2 7,6-14,0 0,0 1,0 0,0-1,1 1,-1 0,1 0,0 0,0 0,1 0,-1 0,1 0,0 0,0 0,0 0,1 0,-1 0,1 0,0 0,0 0,0 0,1 0,-1-1,1 1,0 0,0-1,0 0,1 1,-1-1,1 0,0 0,0 0,0-1,0 1,0-1,3 2,13 4,1 0,0-1,0-1,0-1,1-1,0-1,0-1,0-1,0 0,0-2,21-2,114-21,-92 7</inkml:trace>
  <inkml:trace contextRef="#ctx0" brushRef="#br3" timeOffset="-167170.564">7929 1679,'0'-3,"-1"0,0 0,0 0,0 0,0 0,0 0,-1 1,1-1,-1 1,0-1,1 1,-1-1,0 1,-1 0,1 0,0 0,-1 0,1 0,-1 1,1-1,-1 1,0-1,0 1,1 0,-1 0,0 0,0 1,0-1,0 1,0-1,0 1,0 0,-1 0,1 1,0-1,0 1,0-1,0 1,1 0,-1 0,0 0,0 0,-1 2,-4 1,1 0,-1 1,1 0,0 0,1 1,-1 0,1 0,0 0,1 1,-1 0,1 0,1 0,-1 1,1 0,2-4,-1 1,1-1,0 1,0 0,1 0,-1 0,1 0,0 0,1 0,-1 0,1 0,0 0,0 0,0 0,1 0,0 0,0 0,0 0,1 0,-1 0,1-1,0 1,1-1,0 3,0-4,0 0,0 0,0 0,0 0,0-1,0 1,1-1,0 0,-1 0,1 0,0 0,0-1,0 1,0-1,0 0,0-1,0 1,0-1,0 1,0-1,1 0,-1-1,0 1,0-1,4 0,2-2,-1 1,1-2,0 1,-1-1,0 0,0-1,0 0,0-1,-1 0,1-1,2-3,-1 0,0-1,0-1,-1 1,-1-2,0 1,0-1,-2 0,1-1,-2 1,1-4,-7 21,1 0,-1 0,1 0,-1 0,1 0,0 0,1 0,-1 0,1 0,0 0,0 0,0 0,0 0,1 0,-1-1,1 1,0 0,0-1,1 0,-1 1,1-1,-1 0,2 0,1 1,-1-1,1 0,0 0,1 0,-1-1,0 0,1 0,-1 0,1 0,0-1,0 0,-1 0,1-1,0 0,0 0,0 0,0-1,-1 0,1 0,0 0,-1 0,1-1,4-2,0 0,0-1,-1 0,0-1,0 1,0-2,-1 1,0-1,0-1,0 1,-1-1,0-1,3-5,70-179,-79 190,1 0,0 0,1 0,-1 0,0 1,1-1,0 1,0-1,-1 1,1 0,0 0,1 1,-1-1,0 0,0 1,1 0,-1 0,1 0,-1 0,1 1,-1-1,1 1,0 0,-1 0,1 0,-1 0,1 1,-1 0,1-1,-1 1,1 1,-1-1,0 0,1 1,0 0,9 5,-1 0,1 1,-1 0,-1 1,0 0,0 1,-1 0,3 3,-5-4,0 1,0 0,-1 0,0 0,-1 1,0 0,0 0,-1 3,-4-13,-1 1,0 0,0 0,0-1,0 1,0 0,0 0,-1-1,1 1,-1 0,1-1,-1 1,0 0,1-1,-1 1,0-1,0 1,0-1,0 0,0 1,0-1,-1 0,1 0,0 1,-1-1,1 0,-1-1,1 1,-1 0,1 0,-1-1,0 1,1 0,-1-1,0 0,1 1,-1-1,0 0,0 0,1 0,-1 0,0 0,0-1,1 1,-1 0,0-1,1 1,-1-1,-15 2,51-10,-11 3</inkml:trace>
  <inkml:trace contextRef="#ctx0" brushRef="#br3" timeOffset="-166918.289">9011 1665,'-6'-3,"-3"0</inkml:trace>
  <inkml:trace contextRef="#ctx0" brushRef="#br0" timeOffset="1129.53">4627 1759,'9'-3,"-2"-2,-1-1</inkml:trace>
  <inkml:trace contextRef="#ctx0" brushRef="#br3" timeOffset="-168626.211">4908 2360,'-6'-3,"0"1,0 0,0 0,-1 0,1 1,0 0,-1 0,1 1,-1 0,1 0,0 0,-1 1,1 0,0 0,-1 0,1 1,0 0,0 0,0 1,0 0,1 0,-1 0,1 1,0-1,0 1,0 1,0-1,1 1,-1-1,1 1,0 1,1-1,-1 0,1 1,0 0,1 0,-1 0,1 0,0 0,1 0,0 0,0 1,0-1,1-3,1 0,-1-1,1 1,0-1,0 1,0-1,0 1,0-1,0 1,1-1,-1 0,1 0,0 1,-1-1,1-1,0 1,0 0,1 0,-1-1,0 1,0-1,1 0,-1 1,1-1,-1 0,1-1,-1 1,1 0,0-1,-1 1,1-1,0 0,0 0,-1 0,1 0,0-1,-1 1,1-1,0 1,-1-1,1 0,1-1,13-3,0 0,0-2,0 0,-1-1,0 0,-1-1,0-1,0-1,-1 0,0-1,-1 0,0-1,-1 0,-1-1,0-1,1-2,2-9,-2 0,0-1,-2 0,-1-1,-1 0,-2-1,0 1,-2-1,-1 0,-2 0,0-1,-2 1,-2 0,0 0,-2 0,-1 1,-1-1,-6-13,11 38,1 0,0-1,0 1,-1-1,0 1,0-1,0 1,0 0,-1 0,1 0,-1 0,0 1,-3-4,5 7,-1 0,1 0,0 0,0 0,0 1,0-1,0 0,0 0,0 1,0-1,0 1,0-1,0 1,0-1,1 1,-1 0,0-1,0 1,0 0,1 0,-1 0,0 0,1-1,-1 1,1 0,-1 0,1 0,-1 0,1 0,0 0,0 0,-1 0,1 1,0-1,0 0,0 0,0 0,0 0,-7 35,1 0,1 0,3 0,0 0,3 7,-1-6,-2 1,1 1,2-1,2 0,1 1,2-2,2 1,2-1,6 17,-14-49,-1-1,1 0,-1 1,1-1,1 0,-1 0,0 0,1 0,0 0,0-1,0 1,0-1,1 0,0 0,-1 0,1 0,0-1,0 1,0-1,1 0,-1 0,0-1,1 1,-1-1,1 0,0 0,-1-1,1 1,0-1,-1 0,1 0,0-1,-1 1,1-1,-1 0,1 0,0-1,-1 1,8-9,0 0,-1 0,0-1,-1 0,0-1,-1 0,0-1,-1 0,0 0,-2-1,1 1,-1-2,-1 1,-1-1,0 1,-1-1,0 0,-1-1,-1 0,1 6,4-106,-7 116,1 1,0-1,0 0,0 0,-1 0,1 0,0 1,0-1,-1 0,1 0,0 0,0 0,-1 0,1 0,0 0,0 0,-1 0,1 0,0 0,-1 0,1 0,0 0,0 0,-1 0,1 0,0 0,0 0,-1 0,1 0,0 0,0 0,-1 0,1-1,0 1,0 0,-1 0,1 0,0-1,0 1,0 0,0 0,-1 0,1-1,0 1,0 0,0 0,0-1,0 1,0 0,-1 0,1-1,0 1,0 0,0-1,0 1,0 0,0-1,-9 26,6-17,0 0,1 1,0-1,0 1,1 0,0-1,1 1,0 0,0 0,1-1,0 1,0 0,1-1,0 1,1-1,0 0,0 1,1-1,0-1,0 1,1 0,0-1,0 0,1 0,-1-1,2 0,-1 0,1 0,0-1,1 1,4-1,0 0,0-1,0-1,1 0,-1 0,1-1,0-1,12 0,42-1</inkml:trace>
  <inkml:trace contextRef="#ctx0" brushRef="#br3" timeOffset="-163281.279">790 7360,'24'365,"6"942,-29-1190,-2 1868,8-1567,-5-338</inkml:trace>
  <inkml:trace contextRef="#ctx0" brushRef="#br3" timeOffset="-162255.233">777 7414,'-28'94,"-3"0,-4-2,-46 82,0-30,113-178,-30 31,1-1,-1 0,1 1,0 0,-1-1,1 1,1 0,-1 1,0-1,1 0,0 1,-1 0,1 0,0 0,0 0,0 1,0-1,0 1,1 0,-1 1,0-1,0 1,1-1,-1 1,0 0,2 1,134 40,-121-38,0-1,0 0,0-1,0-2,0 1,0-2,0-1,0 0,-1-1,8-4,-23 7,-1 0,1 0,-1 0,0 0,1-1,-1 1,0-1,0 0,0 0,0 1,0-1,-1 0,1-1,0 1,-1 0,0 0,1-1,-1 1,0-1,0 1,0-1,-1 1,1-1,-1 0,1 1,-1-1,0 0,0 1,0-1,0 0,-1 1,1-1,-1 0,1 1,-1-1,0 1,0-1,-1-1,-84-245,56 172,-36-88,64 163,2 0,0 0,-1 1,0-1,1 1,-1-1,0 0,0 1,0 0,0-1,0 1,0-1,0 1,0 0,-1 0,1 0,0 0,-1 0,1 0,-1 0,1 0,-1 1,0-1,1 0,-1 1,0-1,-10 7</inkml:trace>
  <inkml:trace contextRef="#ctx0" brushRef="#br3" timeOffset="-154567.07">643 12828,'117'8,"1"-6,-1-4,103-17,-62 6,-85 1,-71 10,-1 0,0-1,0 1,0 0,0 0,0-1,0 1,-1-1,1 1,-1 0,0-1,1 1,-1-1,0 1,0-1,-1 1,1-1,-1 1,1-1,-1 1,0 0,0-2,-1-5,-27-225,22 98,1 14,-16-87,21 205,0-7,0 1,-1-1,0 1,-1 0,0-1,-1 1,0 1,0-1,-1 1,0 0,-6-8,1 13,18 18,-3-10,2 0,-1 0,0-1,1 0,0 0,0 0,0-1,0 0,0-1,0 1,0-1,1-1,-1 1,0-1,2-1,19 4,266 41,-292-43,1-1,0 0,-1 1,1-1,0 1,-1 0,1 0,-1 0,1 0,-1 0,0 1,1-1,-1 1,0-1,0 1,0 0,0 0,0 0,-1 0,1 0,0 0,-1 0,0 1,1-1,-1 1,0-1,0 1,-1-1,1 1,0 0,-1 1,3 198,-3 302,0-501,-1-2,0 1,1-1,0 0,-1 0,1 1,0-1,0 0,-1 1,1-1,0 0,0 1,0-1,1 0,-1 1,0-1,0 0,1 0,-1 1,1-1,-1 0,1 0,0 0,-1 1,1-1,0 0,0 0,0 0,-1 0,1 0,0-1,0 1,1 0,-1 0,0-1,0 1,0 0,0-1,1 1,-1-1,0 0,0 1,1-1,-1 0,0 0,1 0,76-24,-7 17,0 4,57 5,-79-1,109 5,-60 0,1-5,51-8,-137 6,-7 1,-1 0,1 0,-1 0,1-1,-1 0,1 0,-1 0,0-1,1 0,-1 0,0 0,0-1,0 1,-1-1,1 0,-1-1,3-2,-6-47,-4 35,-49-238,9 60,31 129,3-1,3 1,3-1,3-15,0 78,0-2,0 0,1 0,0 0,0 0,0 0,1 0,0 0,0 0,1 1,0-1,0 0,-2 7,0 0,0 0,0 0,0 0,0 0,-1 0,1 0,0 0,0 0,0 0,0 1,0-1,-1 0,1 1,0-1,0 0,-1 1,1-1,0 1,0 0,-1-1,1 1,-1-1,1 1,0 0,-1-1,1 1,-1 0,0 0,1-1,-1 1,0 0,1 0,2 3,7 3,0 0,0 0,1 0,0-2,0 1,1-2,-1 1,1-1,0-1,0 0,0-1,1 0,-1-1,1-1,11 0,-7 1,77 5,-31-3,-1 3,1 2,16 7,-75-14,-2-2,-1 1,1 0,0 0,0 1,-1-1,1 0,0 0,0 1,-1-1,1 1,-1 0,1-1,0 1,-1 0,1 0,-1 0,0 0,1 0,-1 0,0 0,0 1,1-1,-1 0,0 1,0-1,0 1,-1-1,1 1,0-1,-1 1,1 0,-1-1,1 1,-1 0,0-1,1 3,-39 135,36 143,5-211,3-1,3 0,3-1,19 61,-31-129,0 0,0 0,0 0,0-1,1 1,-1 0,0 0,0-1,1 1,-1 0,0 0,1-1,-1 1,1 0,-1-1,1 1,-1 0,1-1,0 1,-1-1,1 1,0-1,-1 0,1 1,0-1,0 1,-1-1,1 0,0 0,0 1,-1-1,1 0,0 0,0 0,0 0,0 0,-1 0,1 0,0 0,0 0,0-1,-1 1,1 0,0 0,0-1,-1 1,1-1,0 1,-1 0,1-1,0 1,-1-1,1 0,-1 1,1-1,0 1,-1-1,0 0,1 0,3-2,5-5,1 0,0 1,0 0,1 1,-1 0,1 1,1 0,-1 0,1 1,0 1,3-1,22 1,0 2,0 1,0 1,0 3,10 2,64 6,310-6,-415-6,-4 0,1 1,-1 0,0-1,0 0,0 0,1 1,-1-1,0-1,1 1,-1 0,0 0,0-1,0 1,1-1,-1 0,0 0,0 0,0 0,0 0,0 0,0 0,0-1,-1 1,1-1,0 1,-1-1,1 0,-1 1,0-1,1 0,-1 0,0 0,0 0,0 0,-1 0,1-1,0 1,-1-1,7-67,-4-1,-3 1,-4 0,-2 0,-3 0,-8-22,-79-253,86 322,9 32,1-7,0 1,0 1,0 0,1-1,-1 1,1 0,0-1,0 1,0-1,1 1,-1-1,1 0,-1 1,1-1,0 0,1 0,-1 0,0-1,1 1,0-1,-1 1,1-1,0 0,0 0,1 0,-1 0,0 0,2-1,246 19,59-13,-299-7,42 10,-72 34,16-33,0 1,1 0,0 0,1-1,0 1,1 0,0 0,2 8,0 16,3 80,6 1,16 69,-2-75,-24-110,0 0,0 0,1 0,-1-1,0 1,1-1,-1 1,0-1,1 1,-1-1,1 0,-1 0,0 0,1 1,-1-1,1-1,-1 1,1 0,-1 0,1-1,-1 1,0 0,1-1,-1 1,0-1,1 0,-1 0,0 1,0-1,0 0,0 0,1 0,-1 0,0 0,-1 0,2-1,10-5,12-3,1 2,1 1,0 1,-1 1,2 1,-1 2,0 0,1 2,14 2,39-3,377-30,-311 18,125 6,-268 7,-2 1,0 0,0-1,0 0,0 1,1-1,-1 0,0 1,0-1,0 0,0 0,1 0,-1 0,0 0,0 0,0 0,1-1,-1 1,0 0,0-1,0 1,0-1,0 1,0-1,0 1,0-1,0 0,0 1,0-1,0 0,0 0,0 0,-1 0,1 0,0 0,-1 0,1 0,-1 0,1 0,-1 0,1 0,-1 0,0-1,1 1,-1 0,0 0,0 0,0 0,0-1,0 1,0 0,0 0,-1 0,1-1,-76-257,-57-218,135 457,19 32,-11-6,10 4,2-2,-1 0,1-1,0-1,1-1,-1-1,1-1,0-1,0-1,0-2,14-1,-14 2,142-6,-164 5,0 0,0 1,0 0,0-1,0 1,0 0,1-1,-1 1,0 0,0 0,1 0,-1 0,0 0,0 0,0 0,1 1,-1-1,0 0,0 1,0-1,0 1,0-1,0 1,0-1,0 1,0 0,0 0,0-1,0 1,0 0,0 0,-1 0,1 0,0 0,-1 0,1 0,0 0,-1 0,0 0,1 1,-1-1,0 0,1 0,-1 0,0 1,0-1,0 0,0 0,0 0,0 1,-6 45,2 1,2 0,3-1,1 1,3-1,2 1,1-2,3 1,2-1,2-1,1 0,14 23,-29-65,0 1,1-1,-1 1,1-1,0 1,-1-1,2 0,-1 0,0 0,1 0,-1 0,1-1,0 1,0-1,0 0,0 0,0 0,0 0,1 0,-1-1,0 1,1-1,0 0,-1 0,1 0,0-1,-1 1,1-1,0 0,0 0,0 0,165-55,-107 49,0 3,1 3,58 7,55 0,-175-6,0-1,0 0,0 0,0 0,0 1,0-1,0 0,0 0,0 0,0-1,0 1,0 0,0 0,0 0,-1-1,1 1,0-1,0 1,0 0,0-1,0 0,0 1,-1-1,1 1,0-1,0 0,-1 0,1 1,-1-1,1 0,-1 0,1 0,-1 0,1 0,-1 0,0 0,1 0,-1 1,0-1,0 0,0 0,1 0,-1 0,-1 0,1 0,0 0,0 0,0 0,0 0,-1 0,1 0,-10-237,10 155,-4 0,-4 0,-8-30,6 69,-2 1,-1 1,-3 0,-1 1,-9-13,24 51,-6-15,20 15,19 13,1-2,0 0,1-2,0-2,-1-1,1-1,0-2,16-3,-4 3,-12-1,71 9,-102-7,0 0,0 0,-1 0,1 0,-1 0,1 1,-1-1,1 1,-1-1,0 1,0-1,0 1,0 0,0 0,0-1,0 1,0 0,-1 0,1 0,-1 0,1 0,-1 0,0 0,0 0,0 0,0 0,0 0,0 0,-1 0,1 0,-1 0,1 0,-1 0,0-1,0 1,1 0,-2 1,-3 26,28 168,-16-124,-5-26,2-1,2 1,3-1,1 0,2 0,3-2,10 22,-24-63,0 0,0 1,1-1,-1 0,1 0,0 0,0 0,0 0,1 0,-1-1,1 1,-1-1,1 1,0-1,0 0,0 0,0-1,0 1,0 0,1-1,-1 0,0 0,1 0,-1 0,1-1,-1 1,1-1,-1 0,1 0,0 0,-1 0,2-1,238-65,-159 55,0 4,0 3,58 6,-92-1,144 24,-132-13,-26-9,-44-29,-19-110,22 98,-80-521,84 556,0 2,1 0,-1 0,0 0,1-1,-1 1,1 0,-1 0,1-1,0 1,-1 0,1 0,0-1,0 1,0 0,0-1,0 1,0 0,1-1,-1 1,0 0,1-1,-1 1,0 0,1 0,0 0,-1-1,1 1,0 0,-1 0,1 0,0 0,0 0,0 0,0 0,0 0,0 1,0-1,0 0,1 1,-1-1,0 1,0-1,1 1,-1-1,0 1,0 0,1 0,0-1,227 7,23-31,-251 25,-1-1,1 1,-1-1,1 1,0-1,-1 1,1 0,0-1,-1 1,1 0,0-1,0 1,-1 0,1 0,0 0,0 0,-1-1,1 1,0 0,0 0,0 0,-1 1,1-1,0 0,0 0,-1 0,1 1,0-1,0 0,-1 1,1-1,0 0,-1 1,1-1,0 1,-1-1,1 1,-1 0,1-1,-1 1,1-1,-1 1,0 0,1-1,-1 1,0 0,1 0,-1-1,0 1,0 0,0 0,1-1,-1 1,0 0,0 0,0 0,0-1,-1 1,-2 8,0-2,0 0,0 0,1 0,0 1,1-1,-1 1,2-1,-1 1,1 7,8 112,7 79,21 89,-36-293,0 1,0 0,0-1,0 1,0-1,1 1,-1-1,1 1,0-1,-1 0,1 1,0-1,1 0,-1 1,0-1,1 0,-1 0,1 0,0 0,-1-1,1 1,0 0,0-1,0 1,1-1,-1 0,0 1,0-1,1 0,-1 0,0-1,1 1,-1 0,1-1,-1 0,3 1,144-15,48 8,80 14,-177-4,-88-4,-10 1,0 0,1 0,-1-1,0 1,1-1,-1 1,1-1,-1 0,1 0,-1 0,1 0,-1-1,1 1,-1-1,1 0,-1 1,0-1,1 0,-1 0,0 0,0-1,1 1,-1 0,0-1,-1 0,1 1,0-1,0 0,-1 0,1 0,-1 0,1 0,-1 0,0-1,0 1,0 0,0-1,0 1,0-2,-14-161,8 127,-18-108,-7 2,-20-51,29 108,21 85,0 0,1 0,0 0,-1 1,1-1,0 0,0 1,0-1,0 1,0-1,0 1,0-1,0 1,1-1,-1 1,0 0,1 0,0 0,-1 0,1 0,-1 0,1 0,0 1,0-1,-1 0,1 1,0 0,0-1,0 1,0 0,-1 0,1 0,0 0,0 0,0 0,0 1,-1-1,1 1,0-1,1 1,12-1,458-40,-470 40,0-1,-1 0,1 0,0 1,0-1,-1 1,1 0,0 0,0 0,0 0,-1 0,1 1,0-1,0 1,-1-1,1 1,0 0,-1 0,1 1,-1-1,1 0,-1 1,0 0,1-1,-1 1,0 0,0 0,0 0,-1 0,1 1,0-1,-1 0,1 1,-1 0,11 45,-3 0,-2 1,-2 0,-1 27,-5 86,7 128,-5-280,0 0,0 0,1 0,0 0,0 0,1 0,1-1,-1 1,2-1,0 1,-3-8,1 0,0 0,-1-1,1 1,0-1,0 0,0 1,0-1,0-1,0 1,0 0,0-1,0 1,0-1,0 0,0 0,0 0,1-1,-1 1,0-1,0 0,0 1,2-2,8 0,155-14,1 8,103 11,211 21,-448-22,-27-7,-23-4,-23-7,-6-1</inkml:trace>
  <inkml:trace contextRef="#ctx0" brushRef="#br3" timeOffset="-153038.004">1446 12266,'-172'336,"151"-304,19-43,66-156,10-6,-73 172,-1 0,0 0,0 0,0 1,0-1,0 0,0 0,0 0,1 0,-1 1,0-1,0 0,1 0,-1 1,1-1,-1 0,1 1,-1-1,1 0,-1 1,1-1,-1 0,1 1,0-1,-1 1,1-1,0 1,-1 0,1-1,0 1,0 0,0-1,-1 1,1 0,0 0,0 0,0 0,0 0,-1 0,1 0,0 0,0 0,0 0,-1 0,1 0,0 1,0-1,0 0,-1 1,1-1,0 0,0 1,-1-1,1 1,0-1,-1 1,3 2,5 10,2 0,0-1,0 0,1 0,0-1,1-1,0 0,4 1,67 40,-82-50,0 0,-1 1,0-1,1 0,-1 1,0-1,1 0,-1 1,0-1,0 0,0 1,0-1,-1 1,1-1,0 0,0 1,-1-1,1 0,-1 0,1 1,-1-1,0 0,1 0,-1 0,0 0,0 1,0-1,0 0,0-1,0 1,0 0,0 0,0 0,0-1,-1 1,1 0,0-1,0 1,-1-1,1 1,0-1,-1 0,1 0,0 0,-1 0,1 0,0 0,-2 0,1 1,-51 18,-1-3,-1-2,0-2,-19 0,66-11,-46-3,46-4</inkml:trace>
  <inkml:trace contextRef="#ctx0" brushRef="#br3" timeOffset="-151733.342">2742 12120,'-36'130,"7"-27,30-102,0-1,0 1,-1-1,1 0,0 1,0-1,0 0,-1 1,1-1,0 0,0 0,0 0,0 0,0 0,0 0,-1 0,1 0,0 0,0 0,0 0,0 0,0-1,-1 1,1 0,0-1,0 1,0-1,-1 1,1-1,0 1,-1-1,1 1,0-1,-1 0,1 1,-1-1,1 0,-1 1,9-5,7 0,1 0,-1 1,0 0,1 2,0 0,0 0,0 2,0 0,0 1,-1 1,1 0,0 2,-1 0,0 0,14 7,-17-4,-6-2,-11-9,-154-144,104 88,47 46</inkml:trace>
  <inkml:trace contextRef="#ctx0" brushRef="#br3" timeOffset="-150418.538">4493 12200,'-5'1,"1"2,-1-1,0 0,1 1,-1 0,1 0,0 0,0 1,0-1,1 1,-1 0,1 0,0 0,0 1,0-1,1 1,-1-1,1 1,0 0,1 0,-2 4,-1 0,-48 133,88-173,-33 29,0 1,0 0,0 0,0 0,1 0,-1 0,0 1,1-1,-1 1,0 0,1 0,-1 0,1 1,-1-1,0 1,0 0,1 0,-1 0,0 0,0 1,0-1,0 1,0-1,0 1,0 1,27 10,-16-9,-1-1,1 0,0 0,1-2,-1 0,0 0,1-2,-15 1,0 0,0 0,-1-1,1 1,0 0,0-1,0 1,0 0,0-1,0 1,0 0,0-1,-1 1,1 0,0-1,1 1,-1 0,0-1,0 1,0 0,0-1,0 1,0 0,0-1,0 1,1 0,-1-1,0 1,0 0,0 0,1-1,-1 1,0 0,0 0,1-1,-1 1,0 0,0 0,1 0,-1-1,0 1,1 0,-1 0,0 0,1 0,-1 0,0 0,1 0,-1 0,0 0,1 0,-1 0,0 0,1 0,-1 0,0 0,1 0,-1 0,0 0,1 0,-1 1,0-1,1 0,-1 0,0 0,0 0,1 1,-1-1,-25-15,18 11,-10-7,1 0,0-1,0 0,2-2,-1 0,2 0,0-1,-6-10,17 23,0 0,0 0,0-1,0 1,0-1,1 1,-1-1,1 0,0 1,0-1,0 0,0 0,0 0,1 0,-1 0,1 0,0 0,-1 1,2-1,-1 0,0 0,0 0,1 0,0 0,0 0,0 0,0 0,0 1,0-1,1 0,0-1,10-3</inkml:trace>
  <inkml:trace contextRef="#ctx0" brushRef="#br3" timeOffset="-149205.834">6258 12066,'-2'0,"1"1,-1-1,1 0,-1 1,1-1,0 1,-1-1,1 1,0 0,-1-1,1 1,0 0,0 0,-1 0,1 0,0 0,0 0,0 0,1 0,-1 1,0-1,0 0,1 1,-1-1,0 0,1 1,-1-1,1 1,-1-1,-94 166,95-167,-1 0,1 1,0-1,-1 0,1 1,-1-1,1 1,0-1,-1 1,1-1,0 1,-1-1,1 1,0-1,0 1,-1-1,1 1,0-1,0 1,0-1,0 1,0 0,0-1,0 1,0-1,0 1,0 0,0-1,0 1,0-1,1 1,-1-1,0 1,0-1,1 1,-1-1,0 1,1-1,-1 1,0-1,1 1,-1-1,1 1,-1-1,1 0,-1 1,1-1,-1 0,1 0,-1 1,1-1,-1 0,1 0,-1 0,1 0,0 1,-1-1,1 0,-1 0,1 0,-1 0,1 0,0-1,-1 1,1 0,-1 0,1 0,0-1,165 2,-71 5,-93-8,-1 0,1 0,-1 0,0 0,0 0,1-1,-2 1,1 0,0 0,0-1,-1 1,1-1,-1 1,0 0,0-1,0 1,0-1,0 1,0-1,-1 1,1 0,-1-1,0 1,1-1,-1 1,0 0,-1 0,1 0,0 0,0 0,-1-1,0 0,-74-159,72 135,6 18</inkml:trace>
  <inkml:trace contextRef="#ctx0" brushRef="#br3" timeOffset="-147565.665">7581 11878,'-54'61,"-60"87,113-147,0 0,1-1,-1 1,0 0,1 0,-1 0,1-1,-1 1,1 0,-1 0,1 0,-1 0,1 0,0 0,0 0,-1 0,1 0,0 0,0 0,0 0,0 0,0 0,0 0,0 0,1 0,-1 0,0 0,1 0,-1 0,0 0,1 0,-1 0,1 0,-1 0,1-1,0 1,-1 0,1 0,0-1,0 1,-1 0,1-1,0 1,0-1,0 1,0-1,0 1,0-1,0 0,0 1,0-1,0 0,0 0,0 0,0 0,0 0,0 0,136 6,-89-8,14-4,-61 5,0-1,-1 1,1-1,-1 0,1 1,-1-1,0 0,0 1,0-1,0 0,0 0,0 1,0-1,-1 0,1 1,-1-1,1 0,-1 1,1-1,-1 1,0-1,0 1,0-1,0 1,0 0,0-1,0 1,-1 0,-1-6,-53-104,49 101</inkml:trace>
  <inkml:trace contextRef="#ctx0" brushRef="#br3" timeOffset="-146225.726">9011 11826,'0'15,"-1"-1,0 1,-2 0,1 0,-2-1,0 0,-1 1,0-2,-1 1,-1 0,0-1,0-1,-2 1,-8 10,15-20,1-3,0 0,0 0,1 0,-1 1,0-1,0 0,1 1,-1-1,1 0,-1 1,0-1,1 1,-1-1,1 1,-1-1,1 1,-1 0,1-1,-1 1,1 0,0-1,-1 1,1 0,0-1,-1 1,1 0,0 0,0-1,0 1,0 0,0 0,0-1,0 1,0 0,0 0,0-1,0 1,1 0,-1 0,0-1,0 1,1 0,-1-1,0 1,1 0,-1-1,1 1,-1 0,1-1,-1 1,1-1,-1 1,1-1,0 1,-1-1,1 0,0 1,-1-1,1 0,0 1,0-1,188-3,-174 4,-12 0,1-1,-1 0,1 1,0-1,-1 0,1-1,-1 1,1-1,-1 1,1-1,-1 0,1-1,-1 1,0 0,2-2,-4 1,-1 0,0-1,1 1,-1 0,0 0,0-1,0 1,-1 0,1-1,0 1,-1 0,0 0,1 0,-1-1,0 1,0 0,0 0,0 0,-1 0,1 0,-4-7,-10-32,14 33,-1 0,1 0,-2 1,1-1,-1 1,0 0,-1 0,0 0,0 0,0 0,-1 1,0 0,0 0,-1 0,0 1,0-1,0 2,0-1,-1 0,0 1,0 1,0-1,0 1,-6-2,12 5,0-1,-1 1,1 0,0 0,0-1,0 1,-1 0,1 0,0 0,0 0,-1 1,1-1,0 0,0 0,0 1,0-1,0 1,-1-1,1 1,0-1,0 1,0 0,0-1,0 1,1 0,-1 0,0 0,0 0,0 0,0 0,-1 8</inkml:trace>
  <inkml:trace contextRef="#ctx0" brushRef="#br3" timeOffset="-144945.829">10361 11826,'0'0,"0"0,0 0,0 1,0-1,-1 0,1 0,0 1,0-1,0 0,0 1,0-1,0 0,0 0,0 1,-1-1,1 0,0 1,0-1,1 0,-1 1,0-1,0 0,0 0,0 1,0-1,0 0,0 1,0-1,0 0,1 0,-1 1,0-1,0 0,0 0,1 1,-1-1,0 0,0 0,1 0,-1 1,0-1,0 0,1 0,-1 0,0 0,0 0,1 0,-1 0,0 1,1-1,-1 0,0 0,1 0,-1 0,0 0,0 0,1-1,-1 1,0 0,1 0,-1 0,0 0,0 0,1 0,-1 0,0-1,1 1,-1 0,0 0,0 0,-10 28,9-25,-60 137,61-140,-1 1,0 0,0 0,1-1,-1 1,0 0,1 0,-1 0,1 0,-1 0,1 0,0 0,-1 0,1 0,0 0,0 0,0 0,-1 0,1 0,0 0,0 0,1 0,-1 0,0 1,0-1,0 0,1 0,-1 0,1 0,-1 0,0 0,1-1,0 1,-1 0,1 0,0 0,-1 0,1-1,0 1,0 0,0-1,-1 1,1 0,0-1,0 1,1-1,74-20,162 17,-238 3,0-1,-1 1,1 0,-1-1,1 1,-1-1,1 1,0-1,-1 1,1-1,0 0,0 1,-1-1,1 1,0-1,0 0,0 1,0-1,0 1,0-1,-1 0,2 1,-1-1,0 0,0 1,0-1,0 1,0-1,0 0,1 1,-1-1,0 1,1-1,-1 1,0-1,1 0,-1 1,0 0,1-1,-1 1,1-1,-1 1,1-1,-1 1,1 0,-1 0,1-1,0 1,-1 0,1 0,-1-1,1 1,0 0,-1 0,1 0,0 0,-1 0,1 0,-1 0,1 0,-40-27,32 23,-1 0,1 0,0-1,0 0,0 0,1-1,0 0,0 0,0 0,1 0,0-1,0 0,1 0,0-1,0 1,0-1,1 0,0 0,0-6,2-7</inkml:trace>
  <inkml:trace contextRef="#ctx0" brushRef="#br3" timeOffset="-137820.561">1405 13416,'-2'19,"-1"18,0 16,1 11,0 10,-1 2,-1 1,1-2,0-5,2-9,2-11,4-12,1-12</inkml:trace>
  <inkml:trace contextRef="#ctx0" brushRef="#br3" timeOffset="-136063.555">1699 13737,'14'66,"-5"-14,37 149,-21-149,-24-51,0 0,0 0,0 0,0 0,-1 0,1 0,1 0,-1-1,0 1,0 0,0-1,0 1,0-1,1 1,-1-1,0 1,0-1,1 0,-1 1,0-1,1 0,-1 0,0 0,1 0,-1 0,0-1,1 1,-1 0,0-1,0 1,1 0,-1-1,0 0,0 1,0-1,0 0,1 1,-1-1,0 0,0 0,9-10,-1 0,1 0,-2-1,0 0,0 0,-1-1,-1 0,0 0,0-1,-2 0,1 0,-1-3,20-132,-26 157,0 0,0 1,1-1,1 1,-1-1,2 1,-1 0,1-1,0 1,1-1,0 0,0 1,1-1,0 0,0 0,1-1,0 1,0-1,1 0,0 0,0 0,1 0,-1-1,2 0,-1 0,1-1,-1 0,6 3,-3-6,0 0,0 0,0 0,1-1,-1-1,0 0,1 0,-1-1,1 0,-1 0,0-1,0 0,0-1,0 0,0 0,0-1,-1-1,0 1,0-1,0 0,0-1,-1 0,0 0,0-1,-1 1,0-1,0-1,1-2,-4 6,-1 0,1-1,-1 1,0-1,-1 1,1-1,-1 0,0 0,0 0,-1 0,1 0,-1 0,0 0,0 0,-1 0,1 0,-1 1,0-1,-1 0,1 0,-1 1,0-1,-2-3,4 8,0 0,0 1,0-1,-1 0,1 0,0 0,0 1,0-1,0 0,-1 0,1 0,0 1,0-1,0 0,-1 0,1 0,0 0,0 1,-1-1,1 0,0 0,0 0,-1 0,1 0,0 0,0 0,-1 0,1 0,0 0,-1 0,1 0,0 0,0 0,-1 0,1 0,0 0,0 0,-1 0,1-1,0 1,0 0,-1 0,1 0,0 0,0 0,0-1,-1 1,1 0,0 0,0 0,0-1,0 1,-1 0,1 0,0-1,0 1,-3 27,3-18,0 0,1 0,-1-1,2 1,-1 0,1 0,1-1,-1 1,1-1,1 0,-1 0,2 0,-1-1,1 1,0-1,0 0,1 0,0-1,0 1,1-1,0-1,0 1,0-1,1-1,-1 1,1-1,0-1,0 1,1-1,-1-1,1 1,5 0,2-3,0 0,0-1,0-1,0 0,0-1,0-1,-1 0,0-1,0-1,0 0,0-1,-1-1,0 0,-1-1,0 0,0-1,8-9,-12 10,-1 1,-1-1,0-1,0 1,0-1,-1 0,-1-1,0 0,0 0,-1 0,-1 0,0 0,0-1,-1 0,0 1,-1-1,-1 0,0 0,0 0,-8-15,8 27,-1-1,1 1,-1 0,1 0,-1 0,1 0,-1 0,1 0,-1 0,1 0,-1 0,1 0,-1 0,1 0,-1 0,1 1,-1-1,1 0,-1 0,1 0,-1 1,1-1,-1 0,1 1,0-1,-1 0,1 1,0-1,-1 0,1 1,0-1,-1 1,1-1,0 1,0-1,-1 1,1-1,0 1,0-1,0 1,0-1,0 1,0-1,0 1,0-1,0 1,0-1,0 1,0-1,0 1,-6 19,1 0,1 0,1 1,1-1,1 1,0 0,2-1,0 1,10 103,5-1,11 28,1 9,20 234,-47-365,-3-23,-3-18,5 11,-87-320,67 244,4 0,4-1,2 0,4-1,4-3,13-13,-10 91,0 0,1 1,-1-1,0 1,1-1,0 1,0 0,0 0,0 0,0 0,1 0,-1 0,1 1,0-1,0 1,0-1,0 1,0 0,0 1,1-1,-1 0,1 1,1-1,5 1,1 1,-1 1,1-1,-1 1,1 1,-1 0,0 1,0 0,0 0,0 1,0 0,-1 1,0 0,0 0,0 1,1 1,3 1,1 1,-1 0,-1 0,0 1,0 1,-1 0,-1 0,1 1,-2 1,0 0,2 4,-10-15,0 0,0-1,-1 1,1 0,-1 0,0-1,1 1,-1 0,0 0,0 0,0 0,0-1,0 1,-1 0,1 0,0 0,-1-1,1 1,-1 0,0 0,0-1,1 1,-1 0,0-1,-1 1,1-1,0 0,0 1,0-1,-1 0,1 0,-1 0,1 1,-1-2,1 1,-1 0,0 0,0 0,1-1,-3 1,-74 17,65-17,6 0,-1 1,0-1,1-1,-1 0,0 0,0 0,1-1,-1 0,0-1,1 0,-1 0,1 0,-2-2,8 3,0 0,0 1,0-1,0 0,0 0,1 0,-1 0,0 0,1 0,-1-1,1 1,-1 0,1 0,0 0,-1 0,1-1,0 1,0 0,0 0,0-1,0 1,0 0,0 0,0-1,0 1,1 0,-1 0,0 0,1-1,-1 1,1 0,-1 0,1 0,0 0,0 0,-1 0,1 0,0 0,0 0,0 1,0-1,42-38,-2 11,1 2,2 1,0 3,2 2,23-7,-53 21,1 0,0 1,0 0,1 2,-1 0,3 0,-16 3,0 0,-1 0,1 0,0 0,-1 0,1 1,0 0,-1 0,1 0,-1 0,0 0,1 1,-1-1,0 1,0 0,0 0,0 0,0 0,0 1,0-1,-1 1,1 0,-1 0,0-1,0 1,0 1,0-1,-1 0,1 0,-1 1,0-1,1 3,5 149,-7-153,1 0,0-1,0 1,-1 0,1-1,0 1,0-1,1 0,-1 1,0-1,0 0,1 0,-1 1,1-1,-1 0,1-1,-1 1,1 0,0 0,-1-1,1 1,0-1,-1 1,1-1,0 0,0 1,-1-1,1 0,0 0,0-1,0 1,-1 0,1 0,0-1,0 1,-1-1,1 0,0 1,-1-1,1 0,-1 0,1 0,-1 0,1 0,-1-1,0 1,0 0,1 0,-1-1,0 1,13-9,0 0,0 0,-1-1,0-1,-1 0,-1-1,0 0,0-1,-2 0,0 0,0-1,-1 0,-1-1,0-1,1-2,2 48,-8-8,2 0,0-1,1 1,2-1,0 0,9 18,-13-32,0 0,1 0,0 0,0 0,1 0,-1-1,1 0,0 0,1 0,-1 0,1-1,0 0,0 0,1-1,-1 0,0 0,1 0,0-1,0 0,0 0,0-1,3 1,1-3,0-1,0 0,0 0,0-1,0-1,-1 0,1 0,-1-1,0 0,0-1,-1 0,0 0,0-1,0 0,-1-1,0 0,0 0,-1-1,0 0,-1 0,4-7,13-19,-1-1,-2 0,-1-2,-3 0,0 0,-3-2,-1 0,-2 0,-2-1,-2-1,-1 1,-2-24,-1 47,-2 1,0 0,-1-1,0 1,-2 0,0 0,-1 0,0 1,-1-1,-3-3,7 17,0 1,0-1,-1 1,1-1,0 1,-1 0,0-1,0 1,1 0,-1 0,0 0,-1 0,1 1,0-1,0 0,-1 1,1 0,-1-1,0 1,1 0,-1 1,0-1,1 0,-1 1,0-1,0 1,1 0,-1 0,0 0,0 0,0 0,1 1,-1 0,0-1,0 1,1 0,-1 0,-1 1,-6 6,-1 1,1 0,0 0,1 1,0 0,1 1,0 0,0 1,2-1,-1 1,1 1,1-1,0 1,1 0,0 0,1 0,-1 9,-2 7,0 1,2 0,1 0,1 0,2 1,1-1,2 0,1 5,-1-19,0 1,1 0,1-1,1 0,0 0,1-1,1 1,0-2,1 1,1-1,0 0,1-1,1 0,-1-1,4 1,1 0,0-2,0 0,1-1,0 0,1-2,3 2,37 10</inkml:trace>
  <inkml:trace contextRef="#ctx0" brushRef="#br3" timeOffset="-134820.431">4721 13670,'-23'0,"-91"7,110-6,-1 0,1 0,-1 0,1 1,-1 0,1 0,0 0,0 0,0 1,0-1,0 1,0 0,1 0,0 0,-1 1,1-1,0 1,1 0,-1 0,1 0,0 0,-1 0,2 0,0 0,0 1,0-1,0 0,1 0,0 1,-1-1,2 0,-1 1,0-1,1 0,0 0,0 0,0 1,0-1,1 0,0 0,0-1,0 1,0 0,0-1,1 1,-1-1,1 1,0-1,1 0,91 67,132 53,-175-67,-51-55,0 1,0-1,-1 1,1-1,0 1,-1-1,1 1,-1-1,0 1,0 0,1-1,-1 1,0 0,0-1,0 1,-1 0,1-1,0 1,-1-1,1 1,-1 0,1-1,-1 1,0-1,1 1,-1-1,0 0,0 1,0-1,0 0,0 0,-1 1,1-1,0 0,-1 0,1 0,0-1,-1 1,1 0,-1 0,1-1,-1 1,0-1,-3 2,-1 0,1-1,0 0,-1 0,0-1,1 0,-1 0,1 0,-1 0,1-1,-1 0,1 0,-1 0,1-1,0 0,-1 0,1 0,0-1,0 0,1 0,-1 0,1 0,-1-1,-1-1,3 2,0 1,1-1,-1 1,1-1,-1 0,1 0,0 0,0-1,0 1,1 0,-1-1,1 1,0-1,0 1,0-1,0 0,0 1,1-1,0 0,0 0,0 1,0-1,0 0,1 0,0 1,0-1,0 0,0 1,0-1,1 1,-1 0,1-1,0 1,0 0,1 0,0-1,11-10,0 2,1 0,0 1,1 0,1 1,-1 1,1 0,1 2,0 0,0 0,0 2,1 0,-1 2,1 0,8 0,-22 1,0 1,0 0,0 0,0 0,0 0,0 1,0 0,0 0,0 0,0 1,0 0,0 0,0 0,0 0,0 1,0 0,0 0,-1 0,1 0,-1 1,0 0,1 0,-1 0,-1 1,1-1,0 1,-1 0,0 0,0 0,0 0,0 1,7 58,-10-57,0 0,0-1,0 1,1 0,-1-1,1 1,1-1,-1 1,1-1,0 1,0-1,1 0,-1 0,1 0,0 0,0-1,1 1,0-1,-1 0,1 0,2 1,-1-4,0 0,0 0,0 0,0-1,0 0,0 0,0 0,0-1,1 0,-1 0,0 0,0 0,-1-1,1 0,0 0,0 0,-1-1,0 1,1-1,-1 0,0 0,0-1,0 1,-1-1,0 0,1 0,1-3,3-3,1 0,-2 0,1-1,-2 0,1 0,-1-1,-1 0,0 0,-1 0,0-1,-1 1,-1-1,0 0,0 0,-1-1,0 27,0-1,1 1,0-1,1 0,0 1,1-2,1 1,0 0,0-1,1 0,1 0,0 0,-4-5,1 0,0-1,0 1,0-1,0 0,1 0,0-1,0 1,0-1,0 0,1 0,0-1,0 0,0 0,0 0,0-1,1 1,-1-2,1 1,-1-1,1 0,-1 0,1 0,0-1,0-1,2 1,-4-2,0 1,0-1,0 0,0 0,0 0,-1-1,0 0,1 1,-1-2,0 1,0 0,-1-1,1 0,-1 0,1 0,-1 0,-1 0,1-1,0 1,-1-1,0 0,1-3,22-113,-23 103,-2-1,0 0,0 1,-2-1,-1 0,0 0,-2 15,4 18,1-10,0-1,1 0,0 1,0-1,0 0,0 0,0 0,1 0,-1 0,1 0,0 0,0 0,0 0,0-1,0 1,1-1,-1 0,1 1,0-1,-1 0,1-1,0 1,0 0,0-1,0 0,1 0,-1 0,0 0,2 0,102 5,-59-12,57 0,-102 7,1 1,-1 1,0-1,0 0,-1 1,1-1,0 1,-1 0,0 0,0 0,1 0,-2 0,1 1,0-1,-1 0,1 1,-1-1,0 1,0 0,-1-1,1 1,-1 0,0 0,0-1,0 1,0 0,0-1,-1 1,0 0,0-1,0 1,0 0,-1 0,1 3,1-4,-1 97,2-96,-1-1,1 0,0 0,0 0,0 0,1 1,-1-2,1 1,0 0,0 0,0 0,0-1,0 1,0-1,1 0,-1 0,1 0,-1 0,1 0,0 0,0-1,0 1,0-1,0 0,0 0,0 0,1 0,1 0,3 0,-1-1,0 0,0 0,1-1,-1 0,0 0,0 0,0-1,0 0,0-1,0 0,-1 0,1 0,-1 0,0-1,0 0,0-1,-1 1,4-5,2-1,0-1,-1 0,0-1,-1 0,-1 0,0-1,0 0,-2-1,1 0,14-77,-23 107,0 1,1-1,1 0,1 1,1-1,0 0,1 1,0-1,1-1,1 1,1 0,0-1,7 11,-11-23,0 1,0-1,0 0,1 1,-1-1,1 0,0 0,0 0,0-1,0 1,1-1,-1 0,1 0,-1 0,1 0,0-1,0 1,0-1,0 0,0 0,0 0,0-1,0 0,0 1,16-5</inkml:trace>
  <inkml:trace contextRef="#ctx0" brushRef="#br3" timeOffset="-134563.603">6472 13429,'-16'3,"-8"2,1 5,6 6,13 2,16 1,7-4</inkml:trace>
  <inkml:trace contextRef="#ctx0" brushRef="#br3" timeOffset="-134356.158">7501 13751,'0'20,"4"14,7 8,3 3,2-1,0-3,0-9,-3-10</inkml:trace>
  <inkml:trace contextRef="#ctx0" brushRef="#br3" timeOffset="-133889.406">7341 13456,'141'32,"-73"-18,0 3,-1 3,-1 3,15 9,-70-27,0-1,-1 2,0 0,0 0,0 0,-1 1,0 1,0 0,-1 0,0 0,-1 1,1 1,-2-1,1 1,-1 0,-1 0,0 1,0 0,-1-1,-1 2,0-1,0 0,1 12,-18 103,2-65,12-60,0 0,-1 0,1 0,0 0,0 0,0 0,0 0,0 0,0 0,0 0,0 0,0 0,0 0,0 0,1 0,-1 0,0 0,1 0,-1 0,1 0,-1 0,1-1,0 1,-1 0,1 0,0 0,-1-1,1 1,0 0,0-1,0 1,0-1,-1 1,1-1,0 1,0-1,0 0,0 1,0-1,0 0,0 0,0 0,0 0,0 0,0 0,0 0,0 0,0 0,0 0,0-1,1 1,51-21,-40 13,-1-1,-1 0,0 0,0-2,0 1,-2-1,1-1,-1 0,-1 0,0-1,-1 0,-1 0,0 0,0-1,-1 0,-1 0,0-1,-1 1,-1-3,-3 27,1 0,0 0,0 1,1-1,0 0,1 0,0 0,1 0,0-1,0 1,1-1,0 0,1 0,0 0,0 0,1-1,0 0,1 0,0 0,0-1,0 0,1-1,0 1,1-1,13 6,1-1,0-1,0-1,1-1,0-2,1 0,0-1,-1-1,21-1,54 5</inkml:trace>
  <inkml:trace contextRef="#ctx0" brushRef="#br3" timeOffset="-133059.308">9827 14058,'12'-30,"-1"0,-2-1,0 0,-3 0,0-1,-2 0,-2 0,0 0,-3 0,0 0,-5-21,5 43,0 0,-1-1,0 1,-1 0,0 0,-1 1,0-1,0 1,-1 0,0 0,-1 0,-4-6,9 15,1-1,-1 1,0-1,1 1,-1-1,1 1,-1-1,0 1,1-1,-1 1,0 0,0-1,1 1,-1 0,0-1,0 1,1 0,-1 0,0 0,0 0,0 0,1 0,-1 0,0 0,0 0,0 0,1 1,-1-1,0 0,0 0,1 1,-1-1,0 1,1-1,-1 0,0 1,1-1,-1 1,0 0,1-1,-1 1,1-1,-1 1,1 0,0-1,-1 1,1 0,0 0,-1 0,-6 40,7-37,1 0,0-1,1 1,-1-1,1 1,-1-1,1 1,0-1,0 0,1 0,-1 0,1 0,-1-1,1 1,0-1,0 1,0-1,0 0,0 0,1 0,-1-1,1 1,-1-1,1 0,-1 0,1 0,0 0,104 12,95-14,-200 1,0 1,0 0,1 0,-1 0,0 0,0 0,-1 1,1-1,0 1,0 0,-1 0,1 0,-1 0,1 0,-1 1,0-1,0 1,0-1,0 1,-1 0,1-1,-1 1,1 0,-1 0,0 0,0 1,-1-1,1 2,0 97,-2-79,-1-20,1 0,1 1,-1-1,0 1,1 0,0-1,0 1,0-1,0 1,0 0,1-1,0 1,-1-1,1 1,1-1,-1 0,0 1,1-1,0 0,0 0,0 0,0 0,0 0,0 0,1-1,-1 1,1-1,0 0,0 0,0 0,0 0,0 0,0 0,4 0,2-1,0-1,-1 0,1-1,0 0,-1-1,1 0,-1 0,1 0,-1-1,0-1,0 1,0-1,0-1,-1 1,0-1,0 0,0-1,-1 0,1 0,-1-1,-1 1,1-1,-1 0,0-1,-1 1,0-1,1-2,-2 1,1 1,-2-1,1 1,-1-1,-1 0,1 0,-1 0,-1 0,0 0,0-1,-2-4,2 14,0 0,0 1,0-1,-1 0,1 0,0 0,0 1,-1-1,1 0,0 0,-1 0,1 0,0 1,0-1,-1 0,1 0,0 0,-1 0,1 0,0 0,-1 0,1 0,0 0,-1 0,1 0,0 0,-1 0,1 0,0 0,-1 0,1 0,0-1,0 1,-1 0,1 0,0 0,-1 0,1-1,0 1,0 0,-1-1,-1 18,0 0,1-1,1 1,0 0,1 0,1-1,1 1,0-1,1 0,1 0,2 4,-4-12,0 0,1 0,0 0,0 0,1-1,0 0,0 0,1 0,0 0,0-1,0 0,1 0,0-1,0 0,0 0,1-1,0 0,0 0,0-1,0 1,1-2,-1 1,24 2</inkml:trace>
  <inkml:trace contextRef="#ctx0" brushRef="#br3" timeOffset="-132753.129">10496 13309,'-11'16,"0"10,9 2,12 0,4-6</inkml:trace>
  <inkml:trace contextRef="#ctx0" brushRef="#br3" timeOffset="-132498.758">11057 13028,'-9'25,"-6"25,-1 21,0 19,2 15,3 8,4 3,4-3,6-7,7-9,6-13,4-14,5-14,-1-14,1-14,-5-15,-5-9</inkml:trace>
  <inkml:trace contextRef="#ctx0" brushRef="#br3" timeOffset="-132284.309">10829 13577,'9'7,"15"4,19 0,20 1,18-1,11-4,1-1,-15-4</inkml:trace>
  <inkml:trace contextRef="#ctx0" brushRef="#br3" timeOffset="-131262.725">11525 13670,'2'34,"1"1,2-1,2 0,1-1,1 0,9 20,32 43,-48-94,0 1,0 0,0-1,0 1,1-1,-1 0,1 1,-1-1,1-1,0 1,0 0,0-1,0 1,0-1,0 0,1 0,-1 0,0 0,1-1,-1 1,0-1,1 0,-1 0,0 0,1-1,-1 1,0-1,1 0,-1 0,1 0,9-6,-2-1,1-1,-1 0,-1 0,1-1,-1 0,-1-1,0 0,-1 0,0-1,-1 0,0-1,5-12,49-129,-65 164,-26 108,29-113,0-1,1 1,0 0,0 0,0-1,0 1,1 0,0 0,0-1,0 1,0-1,1 1,0-1,0 1,0-1,0 0,1 0,-1 0,1 0,0 0,0-1,1 1,-1-1,1 0,0 0,0 0,1 0,3 1,1 0,0-1,1 0,-1-1,0 0,1 0,0-1,-1 0,1 0,0-1,-1-1,1 0,-1 0,1-1,-1 0,1 0,-1-1,0-1,0 1,0-1,5-4,-1 0,-1 1,1-2,-2 1,1-2,-1 1,-1-2,0 1,0-2,-1 1,-1-1,0 0,0-1,-1 0,-1 0,21-91,-28 95,-2 14,-2 13,2-3,1-1,1 0,0 1,1-1,1 1,0-1,1 1,1 3,-2-13,0 0,1 0,0 1,0-1,0 0,1-1,-1 1,1 0,0-1,1 1,-1-1,1 0,-1 0,1-1,1 1,-1-1,0 1,1-1,0-1,-1 1,1-1,0 0,3 1,-1-1,0 0,0-1,0 1,0-2,0 1,0-1,0 0,1 0,-1-1,0 0,0 0,-1-1,1 0,0 0,0-1,-1 1,1-2,-1 1,0-1,0 1,0-2,-1 1,1-1,-1 1,0-2,2-2,4-5,-1-1,0 0,0-1,-2 0,0 0,0-1,-2 0,0 0,0-1,-1-5,-1 10,-6 26,-1 0,2-2,-2 2,0 0,1 0,1 0,0 1,1-1,1 0,0 1,1-1,1 0,3 13,-4-24,-1 0,1 0,0 0,0 0,0 0,0-1,0 1,1-1,-1 1,1-1,0 0,-1 0,1 0,0 0,0-1,1 1,-1-1,0 0,0 0,1 0,-1 0,0 0,1-1,-1 0,1 1,-1-1,1 0,-1-1,3 0,3 0,0-1,0 0,-1 0,1-1,-1 0,1-1,-1 0,-1 0,1-1,0 0,0-1,9-11,-1-2,-1 0,0 0,-1-1,-2-1,0-1,-1 1,-1-2,-1 1,-2-1,0-1,-1 1,-1-1,-1 0,-1-2,-3 131,0-96,9 117,-8-120,1-1,-1 1,1-1,1 0,-1 0,1 0,0 0,0-1,0 1,0-1,1 0,0 1,0-2,0 1,0 0,1-1,0 0,-1 0,1 0,0-1,4 2,9 1,1-1,0-1,0 0,0-2,0 0,0-1,0-1,0-1,0 0,0-2,-1 0,1-1,-1-1,0 0,12-7,-8 1,0 0,0-1,-2-1,0 0,0-2,-1-1,-1 0,-1-1,-1-1,0 0,-1-2,-2 1,0-2,-1 0,-1 0,-1-1,-1 0,-1-1,-1 0,2-14,4-26,-3 0,-3-1,-2 1,-4-2,-2 1,-3 0,-3 1,-4-10,7 50,0 0,-2 1,-1 0,-1 0,-8-17,15 38,0 0,0-1,0 1,0 0,0 0,0 0,-1 0,1 0,-1 0,1 0,-1 0,0 0,0 1,0-1,0 1,0-1,0 1,0 0,0 0,0 0,-1 0,1 0,0 0,-1 1,1-1,-1 1,1-1,-1 1,1 0,-1 0,1 0,-1 1,1-1,0 0,-1 1,1 0,-1 0,1-1,0 1,0 1,-1-1,1 0,0 0,0 1,0-1,0 1,1 0,-1-1,0 1,1 0,-1 0,1 0,-1 2,-14 17,2 1,0 0,2 1,0 1,2 0,0 1,2-1,1 2,-2 13,-9 31,4 1,3 0,3 1,4 0,3 63,3-101,1 1,2-1,1 0,1-1,2 1,4 4,-8-23,2 0,-1 0,2-1,0 0,1 0,0-1,1 0,0-1,1 0,1 0,0-1,0-1,1 0,2 0,57 26,-3-14</inkml:trace>
  <inkml:trace contextRef="#ctx0" brushRef="#br3" timeOffset="-129847.3">1392 15234,'0'-3,"0"0,0 0,0 0,0 0,-1 0,0 0,1 0,-1 0,0 0,0 0,-1 0,1 0,-1 0,1 1,-1-1,0 1,0-1,0 1,0 0,0 0,-1 0,1 0,-1 0,1 0,-1 0,0 1,0 0,1-1,-1 1,0 0,0 0,0 1,0-1,0 1,-1-1,1 1,0 0,0 0,0 0,0 1,0-1,0 1,0 0,0 0,0 0,0 0,0 0,0 0,0 2,-4 3,1 1,0 1,0-1,1 1,0 0,0 0,1 1,0-1,1 1,0 0,0 0,1 0,0 0,1 0,-1 1,2-1,0 6,-1-11,1 1,-1 0,1-1,1 1,-1-1,1 1,0 0,0-1,0 1,0-1,1 0,0 1,0-1,0 0,0 0,1 0,0 0,-1-1,1 1,1-1,-1 0,0 0,1 0,0 0,-1 0,1-1,0 1,1-1,-1 0,0-1,0 1,1-1,-1 0,3 1,13-2,-1 0,1-1,0-1,-1 0,1-2,-1 0,0-2,0 0,-1-1,1 0,-2-2,1 0,-1-1,0-1,-1 0,9-10,-24 20,-1 1,0-1,1 0,-1 0,1 1,-1-1,0 0,1 1,0-1,-1 0,1 1,-1-1,1 1,0-1,-1 1,1-1,0 1,-1 0,1-1,0 1,0 0,0 0,-1-1,1 1,0 0,0 0,0 0,-1 0,1 0,0 0,0 0,0 0,0 0,-1 1,1-1,0 0,0 0,-1 1,1-1,0 0,0 1,-1-1,1 1,0-1,-1 1,1-1,-1 1,1 0,-1-1,1 1,-1 0,1-1,-1 1,1 0,-1 0,0-1,0 1,1 0,-1 0,0 0,0-1,0 1,0 0,0 0,0 0,0 0,0 0,0 2,-1 0,1 0,0 0,0 0,0 0,0 0,0 0,1 0,-1 0,1 0,0 0,0 0,0 0,0-1,0 1,1 0,-1-1,1 1,0-1,0 1,0-1,0 0,0 0,0 0,1 0,-1 0,1 0,-1-1,1 1,0-1,5 1,-1-1,1 0,0 0,-1-1,1 0,0-1,-1 1,1-1,0-1,-1 1,1-1,-1-1,0 1,0-1,0-1,0 1,0-1,-1 0,1-1,-1 0,0 0,-1 0,1 0,-1-1,0 0,-1 0,1 0,-1-1,0 0,1-4,-3 8,-1-1,0 1,0-1,0 1,-1-1,1 1,-1-1,0 0,0 1,0-1,0 0,-1 1,1-1,-1 1,0-1,0 1,-1-1,1 1,-1-1,1 1,-1 0,0 0,0 0,0 0,-1 0,1 1,-1-1,0 1,1-1,-1 1,0 0,-3-1,1 0,1 0,-1 1,0-1,0 1,0 1,-1-1,1 1,0 0,-1 0,1 0,0 1,-1 0,1 0,-1 0,1 1,0 0,-1 0,1 0,0 0,0 1,0 0,-1 1,-4 3,1 1,-1 0,1 1,1 0,-1 0,1 1,1 0,0 1,0-1,1 2,0-1,0 0,2 1,-1 0,1 0,1 1,-2 5,4-13,0-1,0 0,1 1,-1 0,1-1,-1 1,1-1,0 1,1-1,-1 1,1-1,-1 1,1-1,0 1,0-1,1 1,-1-1,1 0,-1 0,1 0,0 0,0 0,0 0,1 0,-1-1,1 1,0-1,-1 0,1 1,0-1,0-1,0 1,1 0,-1-1,0 0,1 1,0-1,36 1,-1-5</inkml:trace>
  <inkml:trace contextRef="#ctx0" brushRef="#br3" timeOffset="-129585.523">1886 14807,'-13'-3,"-12"0,-4 5,1 6,6 7,5 7,11 5,14 4,11 4,3-4</inkml:trace>
  <inkml:trace contextRef="#ctx0" brushRef="#br3" timeOffset="-128851.586">2113 15408,'2'2,"-1"0,0 0,1 0,0 0,-1-1,1 1,0 0,0-1,-1 1,1-1,0 0,1 0,-1 0,0 0,0 0,0 0,1 0,-1-1,0 1,1-1,-1 0,0 0,1 0,-1 0,0 0,1 0,-1 0,1-1,-1 1,0-1,0 0,1 0,-1 0,0 0,0 0,0 0,0 0,0-1,0 1,0-1,-1 0,1 1,0-2,5-9,-1 0,0-1,0 0,-2 0,0 0,0-1,-1 0,-1 1,0-1,-1 0,0 0,-1 0,-2-12,1 13,0 0,-1 0,0 0,-1 1,-1-1,0 1,0-1,-1 1,-1 1,0-1,-3-3,9 15,1 1,-1-1,1 0,-1 0,1 0,-1 0,1 1,0-1,-1 0,1 0,-1 0,1 0,-1 0,1-1,0 1,-1 0,1 0,-1 0,1 0,-1 0,1-1,-1 1,1 0,-1-1,1 1,-1 0,0-1,1 1,-1 0,1-1,-1 1,0-1,1 1,-1-1,0 1,1-1,-1 1,0-1,0 1,0-1,0 1,1-1,-1 1,0-1,0 0,0 1,0-1,0 1,0-1,0 1,0-1,-1 1,1-1,0 0,0 1,0-1,-1 1,1-1,0 1,0-1,-1 1,1 0,-1-1,1 1,0-1,-1 1,1 0,-1-1,154 15,-148-11,0 1,0-1,0 1,0 1,-1-1,1 1,-1 0,0-1,-1 2,1-1,-1 0,0 1,0 0,-1-1,0 1,0 0,0 0,0 1,-1-1,0 0,-1 0,1 1,-2 4,3 1,4 22,-4-17,0 0,1-1,1 1,1 0,1-1,0 0,1 0,2 2,-7-14,0-1,1 0,-1 0,1 0,-1-1,1 1,0-1,0 1,0-1,1 0,-1 0,1 0,-1-1,1 1,-1-1,1 0,0 0,-1 0,1 0,0-1,0 0,0 0,0 0,-1 0,1 0,0-1,0 1,0-1,-1 0,1 0,0-1,2-1,8-2,-1-2,0 0,0 0,0-1,-1-1,0 0,10-10,37-49,-59 67,1 1,0 0,-1-1,1 1,0 0,-1 0,1-1,0 1,-1 0,1 0,0 0,0 0,-1 0,1 0,0 0,-1 0,1 0,0 0,0 0,-1 1,1-1,0 0,-1 1,1-1,-1 0,1 1,0-1,-1 0,1 1,-1-1,1 1,-1-1,1 1,-1-1,1 1,-1 0,0-1,1 1,-1 0,0-1,0 1,1 0,-1-1,0 1,0 0,0-1,0 1,0 0,0 0,0-1,0 1,0 0,0-1,0 1,0 0,-1-1,1 1,0 0,0-1,-1 1,3 6,-1-2,-1-1,1 1,1-1,-1 0,0 0,1 1,0-1,0 0,1 0,-1-1,1 1,-1-1,1 1,0-1,0 0,1 0,-1 0,1 0,0-1,-1 1,1-1,0 0,0 0,0 0,1-1,-1 1,0-1,1 0,-1-1,1 1,1 0,0-1,0 1,0-1,0 0,-1-1,1 0,0 0,0 0,0 0,-1-1,1 0,-1 0,1-1,-1 1,0-1,0 0,0-1,0 1,-1-1,1 0,-1 0,0 0,0-1,-1 1,1-1,-1 0,0 0,0 0,-1-1,1 1,-1-1,0 1,-1-1,1 0,-1 0,0 1,-1-1,0 0,1 0,-2-2,-1 2,0-1,0 0,-1 1,0-1,0 1,-1 0,0 0,0 0,0 0,-1 1,0 0,0 0,0 0,0 0,-1 1,0 0,0 0,0 1,0-1,-1 1,1 1,-1-1,-4 0,6 1,0 1,0-1,1 1,-1 1,0-1,0 0,0 1,0 0,0 1,0-1,0 1,0 0,0 0,1 0,-1 0,0 1,1 0,-1 0,1 1,-1-1,1 1,0 0,0 0,0 0,1 0,-1 1,1-1,0 1,0 0,0 0,0 0,1 1,-2 3,1-2,1 0,0 0,0 1,1-1,0 1,0-1,0 1,1 0,0-1,0 1,1 0,0-1,0 1,1-1,0 3,9 21</inkml:trace>
  <inkml:trace contextRef="#ctx0" brushRef="#br3" timeOffset="-128002.081">3423 15368,'-11'-38,"2"1,2-1,1-1,2 1,1-1,3-29,-1 19,-5 8,14 53,0-1,0 0,1 0,0 0,1-2,0 1,0-1,1 0,8 4,58 55,-75-65,0 0,0 0,-1 1,1-1,-1 0,1 1,-1 0,0-1,-1 1,1 0,-1-1,1 1,-1 0,0-1,0 1,-1 0,1 0,-1-1,0 1,0-1,0 1,0-1,-1 1,1-1,-1 1,0-1,-2 3,1-2,1 1,0-1,0 1,0 0,1 0,-1 0,1 0,0 0,1 0,-1 0,1 0,0 0,0 0,1 2,1-4,1 1,0-1,-1 0,1-1,0 1,0 0,1-1,-1 0,0 0,1 0,0 0,-1 0,1-1,0 1,0-1,0 0,0 0,0-1,0 1,0-1,0 0,0 0,0 0,0-1,1 1,2 0,35 3,1-2,-1-2,0-2,0-1,0-3,-1-1,0-2,-1-2,0-1,32-17,-9-17,-62 45,1 1,-1-1,0 1,0-1,0 0,0 1,0-1,0 0,0 0,-1 1,1-1,-1 0,1 0,-1 0,0 0,0 0,0 0,0 0,0 0,0 0,0 0,-1 0,1 1,-1-1,1 0,-1 0,0 0,0 1,0-1,0 0,0 1,0-1,0 0,0 1,-1 0,1-1,0 1,-1-1,-2-1,0 0,0 0,0 0,0 1,0-1,0 1,-1 0,1 0,-1 0,1 1,-1 0,0 0,0 0,1 0,-1 1,0 0,0 0,0 0,0 0,0 1,1 0,-1 0,0 0,1 1,-1-1,1 1,-1 0,1 0,0 1,-1 0,1-1,1 1,-1 0,0 1,1-1,0 1,-1-1,0 3,-1 3,1-1,0 1,0 0,0 0,1 0,1 1,0-1,0 0,1 1,0 0,0-1,1 1,1 0,-1-1,2 1,-1 0,0-8,0 1,1 0,-1 0,0-1,1 1,0-1,-1 0,1 1,0-1,0 0,0 0,1 0,-1 0,0 0,1-1,-1 1,1-1,0 0,-1 1,1-1,0 0,0-1,0 1,0 0,0-1,0 0,0 0,0 1,1-2,86-19,-82 18,-1-1,0 0,0-1,0 0,-1 0,1 0,-1-1,0 0,0 0,0-1,-1 1,0-1,0 0,-1-1,1 1,-1-1,-1 0,1 0,-1 0,0-1,-1 1,1-4,-3 12,0-1,-1 1,1 0,-1 0,1 0,-1-1,1 1,-1 0,1 0,-1-1,1 1,-1-1,0 1,1 0,-1-1,0 1,0-1,0 0,1 1,-1-1,0 1,0-1,0 0,0 0,1 0,-1 1,0-1,0 0,0 0,0 0,0 0,0-1,0 1,0 0,1 0,-1 0,0-1,0 1,0 0,0-1,1 1,-1-1,0 1,0-1,1 1,-1-1,0 0,1 1,-1-1,1 0,-1 1,1-1,-1 0,1 0,-1 0,1 1,0-1,0 0,-1 0,1 0,0 0,0 0,0 1,0-1,0 0,-2 3,1 1,0 0,0-1,0 1,0 0,1 0,-1 0,1 0,0 0,0 0,0 0,0 0,0-1,1 1,-1 0,1 0,-1 0,1 0,0 0,1-1,-1 1,0 0,1-1,-1 1,1-1,0 0,0 1,0-1,0 0,0 0,0 0,1-1,-1 1,3 1,6 3,0 0,0-1,1 0,-1-1,1 0,0-1,12 1,49 6,-1-4</inkml:trace>
  <inkml:trace contextRef="#ctx0" brushRef="#br3" timeOffset="-127339.21">5455 15368,'-3'-26,"1"0,1-1,1 1,1 0,1 0,1 0,2 0,6-18,-10 40,0-1,1 1,-1 0,1 0,0 0,1 0,-1 0,1 0,-1 0,1 1,0-1,0 1,1 0,-1 0,1 0,0 0,0 1,-1 0,2-1,-1 1,0 1,0-1,1 1,-1-1,0 1,1 0,-1 1,1-1,0 1,-1 0,1 0,-1 1,1-1,-1 1,1 0,1 0,13 6,0 0,0 0,-1 2,0 1,-1 0,0 1,0 1,-1 0,0 1,-2 1,1 0,-2 1,4 6,-15-19,0-1,0 1,0-1,0 1,0 0,-1 0,1 0,-1 0,0 0,1 0,-1 0,0 1,0-1,0 0,0 1,-1-1,1 0,-1 1,1-1,-1 1,0-1,0 1,0-1,0 1,-1-1,1 1,-1-1,1 0,-1 1,0-1,0 1,0-1,0 0,0 0,-1 0,1 0,0 0,-1 0,0 1,-8 1,0-1,1 0,-1 0,-1-1,1 0,0-1,0 0,-1 0,1-1,0-1,-1 0,1 0,-4-2,-9-7,28-2,38-8,259-60,-297 80,0-1,-1 0,1-1,-1 1,0-1,0 0,1 0,-1 0,0 0,0-1,-1 0,1 0,-1 0,1 0,-1 0,0-1,0 1,0-1,-1 0,1 0,-1 0,1-2,-5 4,1-1,0 0,-1 1,1-1,-1 1,0 0,1-1,-1 1,0 0,-1 0,1 0,0 0,-1 1,1-1,-1 1,1-1,-1 1,0 0,1 0,-1 0,0 0,0 0,0 1,0 0,0-1,0 1,1 0,-2 0,2-1,-1 1,0-1,0 0,0 1,1 0,-1 0,0-1,0 2,0-1,0 0,0 1,1-1,-1 1,0 0,0 0,1 0,-1 0,0 0,1 1,0-1,-1 1,1-1,0 1,-1 0,1 0,0 0,1 0,-1 1,0-1,1 0,-1 1,1-1,-1 1,1 0,0-1,0 1,1 0,-1 0,0-1,1 1,0 1,-1 3,1-1,1 1,-1-1,1 1,0-1,1 1,0-1,0 0,0 0,0 0,1 0,0 0,1 0,-1-1,1 0,0 0,0 0,0 0,1 0,0-1,0 0,0 0,2 1,6 4,1-1,0 0,1-1,0-1,0 0,1-1,-1 0,16 1,159 8,-96-18</inkml:trace>
  <inkml:trace contextRef="#ctx0" brushRef="#br3" timeOffset="-126899.426">7260 14807,'18'5,"0"-2,0 1,0-2,0-1,1 0,-1-1,0-1,0-1,1 0,-1-1,0-1,-1-1,1-1,-1 0,0-1,-1-1,11-6,-10 5,-1 0,0-1,-1 0,0-1,0-1,7-9,-16 16,-1 0,0-1,-1 1,1-1,-1 0,-1-1,1 1,-1-1,0 1,0-1,-1 0,0 0,0 0,-1-1,1 1,-2 0,1-1,-1 1,0 3,-1 0,0 0,1 1,-1-1,0 1,-1-1,1 1,-1-1,1 1,-1 0,0 0,0 0,-1 0,1 0,-2-1,3 3,0 0,0 0,0 1,0-1,0 0,0 1,0-1,-1 0,1 1,0-1,-1 1,1 0,0-1,-1 1,1 0,0 0,-1 0,1 0,0 0,-1 0,1 0,0 1,-1-1,1 0,0 1,0-1,-1 1,1-1,0 1,0 0,0 0,0-1,-1 1,1 0,0 0,1 0,-1 0,0 0,0 0,0 0,0 0,1 1,-1-1,-5 10,0 1,0 0,1 0,1 0,0 0,0 1,1 0,1-1,0 1,1 11,-2-5,-23 377,19-222,-18 293,21-419,1-14</inkml:trace>
  <inkml:trace contextRef="#ctx0" brushRef="#br3" timeOffset="-126344.077">7234 15127,'48'-17,"0"2,2 2,0 2,0 2,19 1,-18 1,150-22,119 2,-315 28,-15 2,-27 4,28-6,-7 1,0 0,0 0,0 2,0 0,1 1,-1 0,1 1,1 1,-1 1,1 0,0 0,1 2,0-1,1 2,0 0,0 0,1 1,0 1,9-11,0 1,0 0,0 0,1-1,-1 1,1 0,-1 1,1-1,0 0,0 0,1 0,-1 1,1-1,-1 0,1 0,0 1,0-1,1 0,-1 1,1-1,-1 0,1 0,0 1,0-1,0 0,1 0,-1 0,1 0,0 0,0-1,0 1,0-1,0 1,0-1,1 1,-1-1,1 0,0 0,0-1,-1 1,1 0,0-1,0 0,1 1,-1-1,11 0,-1 0,1-1,-1-1,1 0,0-1,-1 0,0-1,0-1,0 0,0 0,0-1,-1-1,0 0,0-1,-1 0,1-1,4-5,-7 7,-1 0,1-1,-1 0,0-1,-1 1,0-1,0-1,0 0,-1 0,-1 0,0 0,0-1,-1 0,0 0,0 0,-1 0,0-1,-1 1,-1-1,0 0,0-5,-6-2,-6 23,9 2,0 0,0 0,0 0,1 0,0 0,0 0,1 0,0 1,0-1,1 0,0 0,0 0,0 0,1 0,0 0,1 0,-1-1,1 1,1-1,-1 0,1 0,0 0,1 0,-1 0,1-1,0 0,0 0,6 3,29 13,2-7</inkml:trace>
  <inkml:trace contextRef="#ctx0" brushRef="#br3" timeOffset="-125930.66">8771 14927,'-8'0,"0"0,0 0,0 0,1 1,-1 1,0-1,0 1,1 0,-1 1,1 0,0 0,0 1,0 0,0 0,1 0,0 1,-1 0,2 0,-1 1,0-1,1 1,0 0,1 1,0-1,-1 1,2 0,-1 0,1 1,0-1,1 0,0 1,0 0,0 3,2-6,1-1,-1 1,1 0,0 0,1-1,-1 1,1 0,0-1,0 1,0-1,1 0,0 0,-1 0,1 0,1 0,-1-1,0 1,1-1,0 0,0 0,0 0,0-1,0 1,1-1,-1 0,1 0,0 0,12 4,0-1,0-1,1 0,-1-1,1-1,15 0,-1-1,-1-2,1-1,-1-2,0-1,0-1,0-2,-1-1,0-1,-1-2,0-1,15-9,-39 20,0-1,1 1,-1-1,0 0,0 0,-1 0,1-1,-1 0,0 1,0-2,0 1,0 0,-1-1,1 0,-1 0,0 0,-1 0,1 0,-1 0,0-1,0 1,-1-1,0 0,0-2,-1 6,-1 0,0 0,0-1,0 1,0 0,0 0,0 0,0 0,-1 1,1-1,-1 0,0 0,1 1,-1-1,0 1,0 0,0-1,0 1,0 0,0 0,0 0,-1 1,1-1,0 0,0 1,-1-1,1 1,0 0,-1 0,1 0,0 0,-2 1,-74 14,73-13,0 0,0 0,0 0,1 1,-1-1,1 1,-1 0,1 1,0-1,0 1,0 0,1 0,-1 0,1 0,0 0,0 1,1 0,-1-1,1 1,0 0,0 0,1 0,0 1,-1-1,2 0,-1 0,1 1,-1-1,1 0,1 1,-1-1,1 0,0 0,0 1,1-1,0 2,5 1,0-1,0 0,1 0,0-1,0 0,1 0,-1-1,1 0,1-1,-1 0,0 0,1-1,0 0,0 0,0-1,0-1,7 1,192 17,-103-18</inkml:trace>
  <inkml:trace contextRef="#ctx0" brushRef="#br3" timeOffset="-124495.899">11138 14846,'-11'0,"1"1,0 0,0 0,0 1,0 0,1 1,-1 0,1 0,-1 1,1 1,0-1,0 1,1 1,0 0,0 0,0 0,0 1,1 0,1 1,-1 0,1 0,0 0,1 1,0-1,0 1,1 0,0 1,-2 8,5-17,1 1,-1-1,1 0,0 0,0 1,-1-1,1 0,0 1,0-1,0 0,0 1,1-1,-1 0,0 1,0-1,1 0,-1 0,1 1,-1-1,1 0,0 0,-1 0,1 0,0 0,0 0,-1 0,1 0,0 0,0 0,0 0,1 0,-1-1,0 1,0 0,0-1,0 1,1-1,-1 1,0-1,0 0,1 0,-1 1,0-1,1 0,-1 0,0 0,1 0,64-17,-44 5,0-2,0 0,-1-1,-1-1,-1-1,0 0,-1-2,-1 0,-1-1,-1 0,0-2,-2 0,1-3,-8 13,0-1,-1 0,0 0,-1-1,-1 1,0-1,-1 1,0-1,-1 0,-1 0,0 0,-1 0,0 0,-1 0,-1 1,0-1,-2-3,5 15,0-1,-1 1,1-1,-1 1,0 0,0-1,0 1,0 0,0-1,-1 1,1 0,0 0,-1 0,0 0,1 0,-1 0,0 1,0-1,0 1,0-1,0 1,-1 0,1-1,0 1,-1 0,1 1,0-1,-1 0,1 1,-1-1,1 1,-1 0,0 0,1 0,-1 0,1 0,-1 1,1-1,-1 1,1-1,-1 1,1 0,0 0,-1 0,-1 1,-5 9,-1 0,1 0,1 1,0 0,0 1,1 0,1 0,0 0,1 1,0-1,1 1,1 1,-1 5,0-2,1 0,0 0,2 0,0 1,1-1,0 1,2-1,1 5,-2-14,1-1,0 0,1 1,0-1,0 0,1 0,0-1,0 1,0-1,1 0,1 0,-1 0,1-1,0 0,0 0,1 0,0-1,4 3,0-3,0-1,0 0,0 0,1-1,-1-1,1 1,-1-2,1 0,0 0,0-1,-1-1,1 0,0 0,-1-1,1-1,-1 0,1-1,-1 0,0 0,-1-1,1 0,-1-1,0-1,0 1,-1-2,0 1,0-1,-1 0,0-1,0 0,-1 0,0-1,-1 0,0 0,-1-1,0 1,0-1,-1 0,-1-1,0 1,0 0,-1-1,0 0,-2 11,0 0,1 0,-1 0,0 0,0 0,0 0,1 0,-1 0,0 0,0 0,0 0,-1 0,1 0,0 0,0 0,-1 0,1 0,0 0,-1 0,1 0,-1 0,1 0,-1 0,0 0,1 1,-1-1,0 0,1 0,-1 1,0-1,0 1,0-1,0 0,1 1,-1 0,0-1,0 1,0-1,-2 6,1 0,0-1,0 1,1 0,0 0,-1 0,2 0,-1 0,0 0,1 0,0 0,0 1,1-1,0 2,1 2,0 0,1 0,0 0,0-1,1 1,1-1,-1 0,1 0,0 0,1-1,0 0,0 0,1 0,-1-1,1 0,1 0,-1-1,1 0,0 0,0-1,1 0,-1 0,1-1,0 0,0-1,0 0,0 0,0-1,0 0,0 0,1-1,-1-1,0 1,0-1,1-1,0 0,11-3,0 0,0-1,0-1,-1-1,0 0,-1-2,0 0,0-2,-1 0,-1-1,0 0,-1-1,0-1,-1-1,-1 0,0-1,-2-1,0 0,7-13,-8 11,-11 20,0 1,-1-1,1 0,0 1,0-1,0 0,0 0,0 1,0-1,0 0,0 0,0 1,0-1,0 0,0 1,0-1,0 0,1 0,-1 1,0-1,0 0,0 0,0 1,0-1,0 0,1 0,-1 1,0-1,0 0,0 0,1 0,-1 0,0 1,0-1,1 0,-1 0,0 0,0 0,1 0,-1 0,0 0,0 0,1 0,-1 1,0-1,1 0,-1 0,0-1,0 1,1 0,-1 0,0 0,0 2,-13 337,-15 129,18-415,6-57,-2-116,6 13,4 0,5 1,8-18,-16 109,2 1,0-1,1 1,0 0,1 0,0 0,2 1,6-12,-12 24,-1 0,1 0,0-1,0 1,0 0,0 0,0 0,0 1,0-1,0 0,0 0,0 0,0 1,1-1,-1 1,0-1,0 1,1-1,-1 1,0 0,1 0,-1-1,0 1,1 0,-1 0,1 0,-1 1,0-1,1 0,-1 0,0 1,1-1,-1 1,0-1,0 1,1 0,-1-1,0 1,0 0,0 0,0 0,0 0,0 0,38 47,-29-34,-2 0,0 1,0 1,-1-1,-1 1,-1 0,0 1,0 4,-5-18,0-1,1 0,-1 0,-1 1,1-1,0 0,0 0,-1 1,1-1,-1 0,0 0,0 0,0 0,0 0,0 0,0 0,0 0,-1 0,1-1,-1 1,1 0,-1-1,1 1,-1-1,0 0,0 0,0 1,0-1,0 0,0-1,-2 2,-69 5,71-7,1 0,0 0,-1 0,1 0,0 0,-1-1,1 1,0-1,-1 1,1-1,0 1,0-1,-1 0,1 1,0-1,0 0,0 0,0 0,0 0,0 0,0 0,1 0,-1 0,0-1,0 1,1 0,-1 0,1-1,-1 1,1 0,0 0,-1-1,1 1,0-1,0 1,0 0,0-1,0 1,0 0,0-1,1 1,-1-1,0 1,1 0,-1-1,33-55,20-9,-22 30,-2-1,-2-1,18-34,-22 21,-2-1,-3-1,-2-1,-2 0,6-56,-10 32,-10 77,0 0,0 1,1-1,-1 1,0-1,0 1,0-1,0 0,0 1,0-1,0 0,0 1,0-1,0 1,0-1,0 0,0 1,0-1,-1 1,1-1,0 1,0-1,-1 0,1 1,0-1,-1 1,1 0,-1-1,1 1,0-1,-1 1,1-1,-1 1,1 0,-1-1,0 1,1 0,-1 0,1-1,-1 1,1 0,-1 0,0 0,1 0,-1 0,1 0,-1 0,0 0,1 0,-1 0,0 0,1 0,-1 0,1 0,-1 1,1-1,-1 0,0 0,1 1,-1-1,1 0,-1 1,1-1,-1 1,1-1,0 1,-1-1,1 1,-1-1,-32 37,14-10,1 0,2 1,1 1,1 1,1 0,2 1,1 0,1 1,2 0,1 0,2 0,0 13,4-23,1 0,0 0,2 0,1 0,1 0,0-1,2 0,0 0,1-1,2 0,0 0,0-1,2 0,10 11,-13-17,1-1,1 0,1-1,-1 0,2 0,-1-1,1-1,1 0,0-1,0-1,1 0,-1 0,1-2,1 0,-1 0,1-2,0 0,0-1,0 0,4-1,22-3</inkml:trace>
  <inkml:trace contextRef="#ctx0" brushRef="#br3" timeOffset="-124140.764">12969 15101,'0'-4,"0"0,0 0,0 0,-1 0,1 0,-1 1,0-1,0 0,0 0,-1 1,1-1,-1 0,0 1,0 0,0-1,0 1,-1 0,1 0,-1 0,0 0,0 1,0-1,0 1,0 0,-1 0,1 0,-1 0,1 0,-1 1,1 0,-1 0,0 0,0 0,0 0,0 1,0 0,-1-1,-1 2,0 0,1 0,-1 0,0 0,1 1,-1 0,1 0,0 1,-1-1,1 1,0 0,1 1,-1-1,0 1,1 0,0 0,0 0,0 1,1-1,-1 1,0 1,2-3,0 1,1-1,-1 0,0 1,1-1,0 1,0 0,0-1,0 1,1 0,0-1,-1 1,1 0,0 0,1-1,-1 1,1 0,0 0,0-1,0 1,0-1,0 1,1-1,0 1,-1-1,1 0,1 0,-1 0,0 0,1 0,-1 0,1-1,0 1,1 1,1 0,-1-1,1 1,-1-1,1 0,0 0,0-1,1 1,-1-1,0 0,1-1,-1 1,1-1,0 0,-1 0,1-1,0 0,-1 0,1 0,0-1,-1 1,1-1,0-1,-1 1,1-1,-1 0,0 0,0-1,0 0,0 1,0-2,0 1,-1 0,1-1,-1 0,0 0,0 0,-1-1,1 1,-1-1,2-4,-1-3,0-1,-1 0,-1 0,0 0,-1 0,0 0,-1-1,0 1,-1 0,1 59,2-39,0-1,0 0,1 0,0 0,0 0,0 0,1-1,0 1,0-1,0 0,1 0,0-1,0 1,0-1,0 0,0-1,1 1,0-1,0 0,1 0,27 11</inkml:trace>
  <inkml:trace contextRef="#ctx0" brushRef="#br3" timeOffset="-122521.702">13544 14766,'-15'-3,"1"0,-1 0,0 1,0 1,0 1,0 0,-12 2,21-1,0 0,0 0,1 0,-1 1,1 0,-1 0,1 0,0 1,-1 0,2 0,-1 0,0 1,0 0,1-1,0 2,0-1,0 0,1 1,-1 0,1-1,-1 3,2-2,0-1,1 0,-1 1,1 0,0-1,0 1,0 0,1-1,0 1,0 0,0 0,0 0,1-1,0 1,0 0,0-1,1 1,-1-1,1 1,0-1,0 0,1 0,-1 0,1 1,79 85,-25-42,50 50,-106-97,0 0,0-1,-1 1,1 0,0-1,-1 1,1 0,-1 0,1-1,-1 1,1 0,-1 0,0 0,1 0,-1 0,0 0,0 0,0 0,0-1,0 1,0 0,0 0,0 0,0 0,0 0,0 0,0 0,-1 0,1 0,0 0,-1 0,1-1,-1 1,1 0,-1 0,1 0,-1-1,0 1,1 0,-1-1,0 1,1 0,-1-1,0 1,0-1,0 1,0-1,1 0,-1 1,0-1,0 0,0 0,-1 1,-55 7,54-8,-14 1,0 0,0-1,0-1,0-1,0 0,1-1,-1-1,-5-3,21 7,0 0,0 0,-1 0,1 0,0 0,0 0,0-1,0 1,-1-1,1 1,0-1,0 1,0-1,0 1,0-1,0 0,0 0,0 1,1-1,-1 0,0 0,0 0,1 0,-1 0,0 0,1 0,-1 0,1 0,-1-1,1 1,0 0,-1 0,1 0,0 0,0-1,0 1,0 0,0 0,0 0,0-1,1 1,-1 0,0 0,0 0,1 0,-1-1,1 1,-1 0,1 0,0 0,-1 0,1 0,9-6,0 0,0 1,1 0,0 1,0 0,0 1,0 0,1 1,6-1,-5 0,105-26,-56 16,0-3,49-21,-67 12,-43 26,0-1,0 1,0-1,0 1,-1-1,1 0,0 1,0-1,-1 0,1 0,0 1,-1-1,1 0,-1 0,1 0,-1 0,0 0,1 0,-1 0,0 0,0 0,0 0,1 0,-1 0,0 0,0 0,0 0,-1 0,1 0,0 0,0 0,0 0,-1 0,1 0,-1 0,1 0,-1 0,1 0,-1 1,1-1,-1 0,0 0,1 0,-1 1,0-1,-2-1,1 0,-1 0,1 1,-1-1,0 1,0 0,1 0,-1 0,0 0,0 0,0 1,0-1,0 1,0 0,0 0,0 0,0 0,0 1,0-1,0 1,0-1,0 1,0 0,0 0,1 1,-1-1,0 0,1 1,-1 0,1 0,-1-1,1 2,0-1,0 0,0 1,-4 8,0 2,2-1,0 0,0 1,1 0,0 0,1 0,1 0,0 0,1 0,0 1,1-1,1 3,-2-14,0 1,1 0,-1 0,0-1,1 1,0 0,0-1,0 1,0-1,0 1,0-1,1 0,-1 1,1-1,-1 0,1 0,0 0,0 0,0 0,0 0,0-1,1 1,-1-1,0 1,1-1,-1 0,1 0,0 0,-1 0,1-1,0 1,-1-1,1 1,0-1,-1 0,1 0,0 0,0 0,-1-1,1 1,0-1,-1 0,1 0,0 0,-1 0,2-1,4-1,0-2,0 1,0-1,-1 0,0 0,0-1,0 0,-1 0,0-1,0 0,0 0,-1 0,0-1,-1 1,1-1,-2 0,3-7,2 72,-8-55,0 1,0-1,0 1,1-1,-1 1,1-1,0 0,0 1,0-1,0 0,0 1,1-1,-1 0,0 0,1 0,0 0,-1 0,1-1,0 1,0 0,0-1,0 0,0 1,1-1,-1 0,0 0,0 0,1 0,-1 0,1-1,-1 1,1-1,-1 0,1 1,-1-1,1 0,-1-1,1 1,-1 0,1-1,-1 1,1-1,-1 0,0 0,2 0,9-13,-2 0,0 0,0-1,-1 0,-1 0,-1-2,0 1,-1-1,-1 0,0 0,-1-1,20-50,-24 65,-1 1,1-1,0 1,0-1,0 1,0 0,0-1,0 1,0 0,1 0,-1 0,1 0,0 0,0 0,-1 1,1-1,0 0,1 1,-1 0,0-1,0 1,0 0,1 0,-1 0,1 0,-1 1,1-1,-1 1,1-1,-1 1,1 0,-1 0,1 0,-1 0,1 1,-1-1,1 1,-1-1,3 2,1 1,1 0,-1 0,0 0,0 1,0 0,0 0,-1 1,0 0,0 0,0 0,0 0,-1 1,0 0,0 0,-1 0,1 0,-1 0,-1 1,1 0,-1-1,0 4,2 5,-2 1,1-1,-2 1,0 0,-1 0,-1 0,-1 0,0-1,-1 1,1-3,-4 56,7-66,-1-1,1 0,0 0,-1 0,1 1,0-1,0 0,0 0,0 0,1-1,-1 1,1 0,-1 0,1-1,-1 1,1-1,0 1,0-1,0 0,0 1,0-1,0 0,0 0,0-1,0 1,0 0,1-1,-1 1,1-1,11 1,0 0,1-1,-1-1,0 0,0-1,0-1,0 0,0-1,0 0,-1-1,1 0,-1-2,-1 1,1-1,-1-1,-1 0,1-1,-1 0,-1-1,0 0,0-1,-1 0,0 0,-1-1,0 0,2-8,-4 11,-2 0,1-1,-1 0,-1 0,0 0,0 0,-1 0,0-1,-1-1,-1 12,0 0,0 0,-1 1,1-1,0 0,-1 0,1 1,0-1,-1 0,1 0,-1 0,1 0,0 0,-1 0,1 0,0 1,-1-1,1 0,-1 0,1 0,0 0,-1-1,1 1,-1 0,1 0,0 0,-1 0,1 0,0 0,-1-1,1 1,0 0,-1 0,1 0,0-1,-1 1,1 0,0-1,0 1,-1 0,1 0,0-1,0 1,0 0,-1-1,1 1,0-1,0 1,0 0,0-1,0 1,0 0,0-1,0 1,0-1,0 1,0 0,0-1,0 1,0-1,0 1,0 0,0-1,0 1,1 0,-22 25,-17 69,37-90,1 0,-1 0,1 0,0 0,0 0,0 0,0 0,1 0,0 0,-1 0,2 0,-1 0,0-1,1 1,-1 0,1-1,0 1,0-1,1 0,-1 0,1 0,0 0,-1 0,3 1,7 2,0 0,1 0,0-2,0 1,1-2,-1 0,1 0,-1-1,1-1,0 0,0-1,-1-1,1 0,0-1,-1 0,6-3,0 3,0-1,-1-1,1-1,-1 0,0-1,-1-1,1-1,-2-1,1 0,-1-1,12-10,-25 18,-1 0,1-1,-1 1,0 0,0-1,0 1,0-1,0 0,0 0,-1 0,1 0,-1 0,0 0,0 0,0 0,0 0,-1 0,1 0,-1-1,0 1,0 0,0-1,0 1,-1 0,1 0,-1 0,0-1,0 1,0 0,0 0,-1 0,1 0,-1 1,0-1,1 0,-1 0,0 1,-1 0,1-1,0 1,-1 0,1 0,-1 0,0 0,0 1,0-1,-2 0,-1 1,0 1,0 0,0 1,0 0,1 0,-1 0,0 0,1 1,-1 0,1 0,-1 1,1-1,0 1,0 0,0 1,0-1,1 1,0 0,-1 0,1 0,1 1,-1 0,1-1,-1 1,1 0,1 1,-1-1,1 0,0 1,0-1,0 1,1 0,0 0,0-1,1 3,-1-5,2 1,-1-1,0 0,0 1,1-1,0 0,0 0,0 0,0 1,0-1,1 0,-1 0,1-1,0 1,0 0,0 0,0-1,0 1,0-1,1 0,-1 0,1 0,0 0,0 0,-1-1,1 1,0-1,0 1,1-1,-1 0,0 0,0-1,4 1,-2 0,1 0,0 0,-1-1,1 0,0 0,0 0,-1-1,1 1,0-1,-1-1,1 1,-1-1,1 0,-1 0,0-1,0 0,0 0,0 0,2-2,-3 0,0 0,0 0,0 0,-1-1,0 1,0-1,0 0,-1 0,1 0,-2 0,1 0,-1-1,0 1,0 0,0-1,-1 1,0-1,-1 1,0-6,1 12,1-1,-1 1,0-1,0 1,0-1,1 1,-1-1,0 1,0 0,0-1,0 1,0-1,0 1,0-1,0 1,0-1,0 1,0-1,0 1,0-1,0 1,-1-1,1 1,0-1,0 1,0-1,-1 1,1 0,0-1,-1 1,1-1,0 1,-1 0,1-1,0 1,-1 0,1 0,-1-1,1 1,-1 0,1 0,0 0,-1-1,1 1,-1 0,1 0,-1 0,1 0,-1 0,1 0,-1 0,1 0,-1 0,1 0,-1 0,1 0,-1 0,1 1,-1-1,1 0,-1 0,1 1,0-1,-1 0,1 0,-1 1,1-1,0 0,-1 1,0 6,0 1,1 0,0-1,0 1,0 0,1-1,0 1,1-1,0 1,0-1,0 0,1 0,0 0,0 0,1 0,0-1,0 1,1-1,0 0,0-1,0 1,5 5,-1-1,2-1,0 0,0 0,0-1,1 0,0-1,1 0,-1-1,1-1,1 0,-1-1,1 0,-1-1,9 1,13 1</inkml:trace>
  <inkml:trace contextRef="#ctx0" brushRef="#br3" timeOffset="-121456.383">1378 16130,'2'20,"1"16,3 12,-1 3,0 1,-2-5,-1-7,0-9,-2-10</inkml:trace>
  <inkml:trace contextRef="#ctx0" brushRef="#br3" timeOffset="-120966.563">1151 15956,'199'13,"-75"-9,-93-2,-1 2,1 1,-1 1,0 2,24 9,-44-13,0 0,-1 0,0 1,0 0,0 1,0 0,-1 1,0-1,0 1,-1 1,0 0,0 0,-1 0,0 1,0 0,-1 0,-1 0,5 9,-3 7,-1 0,-1 0,-1 0,-1 1,-1-1,-2 0,0 1,-2 4,3-25,-1-2,1-2,-1 0,1 0,-1 0,1 0,0 0,-1-1,1 1,0 0,0 0,0 0,0 0,0 1,0-1,0 0,0 0,0 0,0 0,0 0,1 0,-1-1,0 1,1 0,-1 0,1 0,-1 0,1 0,-1 0,1-1,0 1,-1 0,1 0,0-1,0 1,-1 0,1-1,0 1,0-1,0 1,0-1,0 0,0 1,0-1,0 0,0 1,1-1,4-4,1 0,0 0,-1-1,0 0,0 0,-1-1,1 1,-1-1,0 0,1-3,1 1,17-24,0-2,-2 0,-2-1,14-32,-26 60,-7 25,-1 14,8 89,-7-116,0 0,0-1,1 1,0 0,0 0,0-1,1 1,0-1,-1 0,1 0,1 0,-1 0,1 0,-1-1,1 0,0 1,0-1,1-1,-1 1,1-1,-1 1,1-1,74 5,-42-13</inkml:trace>
  <inkml:trace contextRef="#ctx0" brushRef="#br3" timeOffset="-120370.364">2435 16116,'15'0,"1"-2,-1 0,0-1,0 0,0-1,0-1,-1-1,0 0,0 0,0-2,-1 0,0 0,0-1,-1 0,9-10,-13 11,0 0,0 0,-1 0,0-1,-1 0,1 0,-2-1,0 1,0-1,0-1,-2 1,1-1,-1 1,-1-1,0 0,0 0,-1 0,0 0,-1 0,-1 0,1 0,-2-2,2 11,0-1,0 1,0-1,0 0,0 1,-1-1,1 1,-1-1,0 1,0 0,0-1,0 1,0 0,-1-1,1 1,0 0,-1 0,0 0,0 0,1 0,-1 1,0-1,0 1,0-1,-1 1,1-1,0 1,-1 0,1 0,0 0,-1 1,1-1,-1 1,1-1,-1 1,0 0,1 0,-1 0,1 0,-1 0,1 0,-1 1,1-1,-1 1,1 0,-1 0,-1 1,-4 7,1 2,0-1,0 1,1 0,1 1,-1-1,2 1,0 0,0 0,1 1,1-1,0 1,0-1,1 11,-3 68,3 1,5 0,3-1,5 0,20 77,0 22,-29-172,1-1,-1 0,-1 1,0 0,-2-1,0 1,0 0,-2-1,0 1,-1-1,-2 6,4-21,1 0,-1 0,1 0,-1 0,0-1,1 1,-1 0,0 0,0-1,-1 1,1-1,0 1,0-1,-1 1,1-1,-1 0,1 0,-1 0,1 0,-1 0,0 0,0 0,1 0,-1 0,0-1,0 1,0-1,0 0,0 1,0-1,0 0,0 0,0 0,0 0,0-1,1 1,-1-1,0 1,0-1,0 1,0-1,1 0,-1 0,0 0,0 0,1 0,-1 0,1 0,-1-1,0-1,-10-10,1-1,1 0,0-1,1-1,1 1,0-1,1-1,0 0,-8-17,12 28,-13-33,-2 1,-1 0,-2 2,-2 0,-1 2,-20-21,40 51,2 3,1 1,0-1,0 0,0 1,0-1,0 0,0 0,0 1,0-1,0 0,0 0,0 0,1 0,-1 0,0-1,1 1,-1 0,0 0,1 0,0 0,-1-1,1 1,0 0,0 0,-1-1,1 1,0 0,0-1,0 1,1 0,-1 0,0-2,56-8,300-75,-283 66</inkml:trace>
  <inkml:trace contextRef="#ctx0" brushRef="#br3" timeOffset="-120113.234">3169 16331,'3'2,"2"1,1 0</inkml:trace>
  <inkml:trace contextRef="#ctx0" brushRef="#br3" timeOffset="-119437.676">4360 16196,'-8'-3,"0"0,0 0,-1 0,1 1,0 1,-1-1,0 1,1 1,-1 0,0 0,1 0,-1 1,1 1,-1-1,1 1,-1 1,1 0,0 0,0 0,0 1,1 0,-1 1,1-1,0 1,0 1,1 0,0 0,0 0,0 0,1 1,-1 1,3-4,0 0,1 0,0 1,0 0,0-1,0 1,1 0,-1 0,1 0,0 0,1 0,-1 0,1 0,0 0,1 0,-1 0,1 0,0 0,0 0,0 0,1-1,-1 1,1 0,1-1,-1 1,1-1,-1 0,1 0,0 0,1 0,-1 0,1-1,-1 1,1-1,0 0,5 2,-1-2,0 0,0-1,0 0,1 0,-1-1,0 0,1-1,-1 0,1 0,-1-1,1 0,-1 0,1-1,-1 0,0-1,7-3,3-1,0-1,-1-2,0 1,-1-2,0 0,14-13,-15 11,0 0,-1-1,0-1,-1 0,-1-1,0 0,-2-1,1 0,-2 0,-1-1,0-1,-1 0,-1 0,0 0,-2 0,0-1,-2 0,0 1,-1-1,-1 0,0 0,-3-6,2 11,-2 1,0-1,0 1,-2 0,1 0,-2 0,0 1,0 0,-2 0,1 1,-2 0,1 0,-7-6,13 17,1-1,0 1,-1 0,1-1,-1 1,0 0,1 0,-1 0,0 0,0 1,1-1,-1 0,0 1,0-1,0 1,0 0,0-1,0 1,0 0,0 0,0 0,0 1,0-1,1 0,-1 1,0-1,0 1,0 0,0 0,1-1,-1 1,-1 2,-38 51,31-30,1 1,1 0,2 1,0-1,2 1,1 0,1 0,1 0,1 1,2-1,0 0,5 19,-5-32,1-1,-1 0,2 0,0 0,0 0,1-1,1 0,0 0,1 0,-1 0,2-1,0 0,0-1,1 0,0 0,0-1,1 0,0-1,0 0,1 0,0-1,0-1,1 1,10 2,-11-5,1-1,-1 0,1 0,-1-1,1-1,0 0,-1-1,1 0,-1 0,1-1,-1-1,0 0,1 0,-2-1,1-1,0 0,-1 0,0-1,0-1,0 1,-1-1,0-1,-1 0,0 0,0-1,0 0,-1 0,-1-1,1 1,-2-2,1 1,1-7,-5 14,-1-1,-1 1,1-1,0 1,-1-1,1 0,-1 1,0-1,-1 0,1 1,0-1,-1 1,0-1,0 0,0 1,0 0,-1-1,1 4,0-1,1 1,-1 0,0 0,0 0,0-1,0 1,0 0,0 0,0 1,0-1,1 0,-1 0,0 0,0 0,0 1,0-1,0 1,1-1,-1 0,0 1,0-1,1 1,-1-1,0 1,1 0,-1-1,0 1,1 0,-1 0,1-1,-1 1,1 0,-1 0,1 0,0-1,0 1,-1 0,1 0,0 0,0 0,0 0,0 0,0 0,0-1,0 1,0 1,-5 14,1 0,1 0,0 1,1-1,1 1,1-1,0 1,1-1,1 1,0-1,1 1,2 2,-4-15,1 1,-1-1,1 0,0 0,0 1,0-1,0-1,1 1,0 0,-1-1,2 1,-1-1,0 0,0 0,1 0,0 0,0-1,0 1,0-1,0 0,1 0,20 4</inkml:trace>
  <inkml:trace contextRef="#ctx0" brushRef="#br3" timeOffset="-119216.264">4908 15876,'-16'2,"-8"3,1 4,4 3,12 4,14-3,5-2</inkml:trace>
  <inkml:trace contextRef="#ctx0" brushRef="#br3" timeOffset="-118718.44">5189 16116,'18'21,"0"0,-2 1,0 1,-2 0,0 1,-2 0,0 1,-2 1,-1 0,1 5,11 28,-21-59,0 1,0 0,0-1,1 1,-1-1,0 1,1 0,-1-1,0 1,1-1,-1 1,1-1,-1 1,1-1,-1 0,1 1,-1-1,1 1,-1-1,1 0,-1 0,1 1,0-1,-1 0,1 0,0 0,-1 0,1 1,-1-1,1 0,0 0,-1 0,1-1,0 1,-1 0,1 0,0 0,-1 0,1-1,-1 1,1 0,0 0,-1-1,1 1,-1 0,1-1,-1 1,1-1,-1 1,1-1,-1 1,1-1,20-32,-19 31,105-235,-99 236,-7 19,-1-16,0 31,-2-26,1 1,1-1,-1 1,1 0,0-1,1 1,0 0,0-1,0 1,1-1,1 0,-1 1,1-1,0 0,0 0,1-1,0 1,1-1,-1 0,1 0,0 0,0 0,4 2,6-2,1-1,-1 0,1-1,0 0,0-1,0-1,1-1,-1 0,0-2,1 1,-1-2,0 0,15-4,36-6</inkml:trace>
  <inkml:trace contextRef="#ctx0" brushRef="#br3" timeOffset="-117217.548">7100 16384,'13'-20,"-2"-1,0 0,-1-1,-2 0,0-1,-1 0,-1 0,-2 0,0-1,-1 1,-2-1,0 0,-2 0,0 1,-4-17,5 36,-1 0,1 0,-1 0,0 0,-1 1,1-1,0 0,-1 0,0 1,0-1,0 1,0 0,-1-1,1 1,-1 0,0 1,0-1,0 0,0 1,0-1,-1 1,1 0,-1 0,1 1,-1-1,0 1,0 0,0-1,-2 1,4 2,0 0,0 0,0 0,0 0,1 0,-1 1,0-1,1 0,-1 1,1-1,-1 1,1 0,0 0,0-1,0 1,0 0,0 0,0 0,0 0,1 0,-1 0,1 0,-1 0,1 0,0 0,0 1,0-1,0 0,0 0,1 0,-1 0,0 0,1 0,0 0,-1 0,1 0,0 0,0 0,0 0,0-1,1 1,-1 0,0-1,1 1,0 0,8 3,1-1,-1 0,1-1,0 0,0-1,0 0,0-1,1 0,-1-1,0 0,5-1,-5 1,241-10,-249 10,1 0,-1 0,0 0,1 1,-1-1,0 1,0 0,0-1,1 1,-1 1,0-1,0 0,0 1,0 0,-1-1,1 1,0 0,-1 1,1-1,-1 0,0 1,0-1,0 1,0 0,0 0,-1-1,1 1,-1 0,0 0,1 1,-1 1,11 69,-12-66,0 0,0 1,1-1,-1 0,2 0,-1 0,1-1,1 1,-1 0,1-1,0 1,1-1,0 0,0 0,1 0,-1-1,2 0,-1 0,1 0,-1 0,1-1,1 0,-1 0,3 0,-1-2,0 0,0-1,1 0,-1-1,1 0,-1 0,1 0,0-1,-1-1,1 0,-1 0,1 0,-1-1,1 0,-1-1,0 0,0 0,0-1,0 0,-1 0,0-1,4-3,-1 1,1-1,-2-1,1 1,-1-2,0 1,-1-1,0-1,-1 1,0-1,0-1,-1 1,-1-1,0 0,2-8,-6 17,0 1,1 0,-1 0,-1-1,1 1,0-1,0 1,-1-1,0 1,1-1,-1 0,0 1,0-1,0 1,-1-1,1 0,-1 1,1-1,-1 1,0 0,0-1,0 1,0-1,0 1,-1 0,1 0,-1 0,1 0,-1 0,0 0,0 0,0 0,0 1,0-1,0 1,0 0,0-1,-1 1,1 0,-1 0,1 1,-1-1,1 0,-1 1,1-1,-1 1,-3 2,0 0,1 1,-1 0,0 0,1 0,0 1,0-1,0 1,0 1,0-1,1 1,0-1,0 1,0 0,0 1,1-1,0 1,0-1,1 1,0 0,-1 0,2 0,-1 0,1 0,0 1,0-1,1 0,0 1,0-1,0 0,2 6,-1-6,0-1,1 0,0 1,0-1,0 0,0 0,1 0,0-1,0 1,0-1,0 1,1-1,0 0,0 0,0 0,0-1,1 0,-1 0,1 0,0 0,0-1,1 1,8 3,1-1,0 0,1-1,-1 0,1-2,-1 0,4 0,20-1,0-2,1-2,-1-1,0-2,-1-2,0-1,0-2,-1-2,0-1,-1-2,12-8,24-25,-70 48,0 0,0-1,0 0,-1 1,1-1,-1 0,1 0,-1 0,1 0,-1 0,0 0,0-1,0 1,0 0,0 0,-1-1,1 1,-1-1,0 1,1 0,-1-1,0 1,0-1,-1 1,1-1,0 1,-1 0,1-1,-1 1,0 0,0-1,-1-1,-2 0,-1 0,0 1,0-1,0 1,0 0,0 1,0-1,-1 1,1 0,-1 0,0 1,0-1,1 1,-1 1,0-1,0 1,0 0,0 0,0 1,-1 0,-2-1,0 1,0-1,0 2,0-1,0 1,0 1,1 0,-1 0,1 0,0 1,0 1,0-1,0 1,1 0,0 1,0 0,0 0,1 0,0 1,0 0,1 0,-1 1,2 0,-1-1,0 4,4-8,1 0,-1 0,1 0,0 0,0 0,0 0,0 0,0 0,1 0,0 0,-1 0,1 0,0 0,1 0,-1 0,0 0,1-1,-1 1,1-1,0 1,0-1,0 0,0 1,0-1,1 0,-1-1,1 1,0 1,82 31,-56-30,1 0,-1-2,1-2,0 0,-1-2,1-1,-1-1,12-5,-39 8,1 0,-1 0,0 0,0 1,0-1,0 1,1-1,-1 1,0 0,1 0,-1 0,0 0,0 0,1 1,-1-1,0 1,0-1,1 1,-1 0,0 0,0 0,0 0,0 0,0 0,0 0,0 1,-1-1,1 1,0 0,-1-1,1 1,-1 0,0 0,1 1,7 18,-1 1,-1-1,0 2,-2-1,1 10,0 0,4 15,1 1,-1 1,-3 0,-2 1,-2 9,-2-53,-1-1,0 1,0-1,-1 1,1-1,-1 0,0 1,-1-1,1 0,-1 0,0 1,-1-1,1-1,-1 1,0 0,0-1,0 1,0-1,-1 0,0 0,0-1,0 1,0-1,-1 1,1-1,-1-1,0 1,0-1,0 0,0 0,0 0,-1-1,1 1,0-1,-1-1,-4 0,0 0,0-1,1 0,-1-1,0 0,1 0,-1-1,1-1,0 1,0-2,0 1,0-1,1 0,0-1,0 0,0 0,1-1,0 0,0 0,1-1,0 0,0 0,1 0,0-1,0 1,1-1,0 0,0-1,1 0,0-5,1-1,0 1,1-1,0 1,1-1,1 1,1-1,0 1,1 0,0-1,2 1,0 1,0-1,1 1,1 0,0 0,1 1,1 0,0 0,0 1,2 0,5-5,4-4,1 1,1 0,1 2,0 0,2 2,-1 1,2 1,0 1,1 1,0 1,24-6,84-36,-135 52,1 1,-1 0,1-1,0 1,-1 0,1 0,-1 0,1 0,0-1,-1 1,1 0,-1 0,1 0,0 0,-1 0,1 1,0-1,-1 0,1 0,-1 0,1 1,0-1,-1 0,1 0,-1 1,1-1,-1 0,1 1,-1-1,1 1,-1-1,0 1,1-1,-1 1,1-1,-1 1,0-1,0 1,1-1,-1 1,0 0,0-1,0 1,1-1,-1 1,0 0,0-1,0 1,0 0,1 39,-2-29,1 0,0-1,0 1,1-1,0 1,1-1,0 1,0-1,1 0,1 0,0 0,0-1,1 1,0-1,0 0,1 0,1-1,2 4,26-3,-20-14</inkml:trace>
  <inkml:trace contextRef="#ctx0" brushRef="#br3" timeOffset="-117016.126">9132 15728,'-16'5,"-7"6,0 5,6 7,13 5,16 1,17-1,4-6</inkml:trace>
  <inkml:trace contextRef="#ctx0" brushRef="#br3" timeOffset="-116458.266">9814 15956,'-15'-4,"-1"0,1 1,-1 1,0 1,1 0,-1 1,-11 2,21-2,0 1,0 0,-1 0,1 1,0 0,0 0,1 0,-1 1,0 0,1 0,0 0,-1 1,1-1,1 1,-1 1,0-1,1 1,0-1,0 1,-1 3,3-5,0 1,1-1,-1 1,1 0,-1 0,1 0,1-1,-1 1,0 0,1 0,0 0,0 0,0 0,0 0,1 0,0 0,-1 0,1 0,1 0,-1-1,1 1,-1 0,1-1,0 1,0-1,0 0,1 0,-1 0,2 1,7 8,0-1,1 0,0-1,1 0,0-1,11 5,162 86,-151-73,-34-27,-1 1,1-1,0 1,-1 0,1-1,-1 1,0 0,1-1,-1 1,1 0,-1-1,0 1,0 0,1-1,-1 1,0 0,0 0,0 0,0-1,0 1,0 0,0 0,0-1,0 1,0 0,0 0,-1-1,1 1,0 0,0 0,-1-1,1 1,0 0,-1-1,1 1,-1 0,1-1,-1 1,1-1,-1 1,0-1,1 1,-1-1,0 1,1-1,-1 0,0 1,1-1,-1 0,0 0,-11 5,0-2,0 0,0 0,0-1,0-1,-1 0,1 0,0-2,-5 0,14 2,1-1,-1 0,0 1,1-1,-1-1,0 1,1 0,-1-1,1 1,-1-1,1 0,-1 0,1 0,-1 0,1 0,0 0,-1-1,1 1,0-1,0 1,0-1,0 0,1 0,-1 0,0 0,1 0,-1-1,1 1,0 0,0-1,0 1,0 0,0-1,0 0,1 1,-1-1,1 1,0-1,0 0,0 1,0-1,4-15,2 0,0 1,1-1,1 1,1 1,0 0,1 0,1 1,8-10,-1-2,21-26,-3-1,-3-3,-2 0,-2-2,-3-1,-3-2,-2 0,-4-1,0-10,-15 60,-3 22,-8 76,3 0,5 0,3 1,10 59,3-28,5-1,6 1,-23-103,-2-9,0 0,-1 0,2 0,-1 0,1-1,-1 1,1-1,0 1,1-1,-1 1,1-1,0 0,0 0,2 1,-4-5,-1 0,1 1,0-1,0 0,0 0,-1 0,1 0,0 0,0 0,0 0,0 0,-1-1,1 1,0 0,0 0,-1-1,1 1,0 0,0-1,-1 1,1-1,0 1,-1-1,1 1,-1-1,1 0,-1 1,1-1,-1 0,1 1,-1-1,1 0,-1 1,0-1,0 0,1 0,10-19</inkml:trace>
  <inkml:trace contextRef="#ctx0" brushRef="#br3" timeOffset="-116190.983">9961 15662,'18'2,"20"1,17 0,12 0,10-1,-10-1</inkml:trace>
  <inkml:trace contextRef="#ctx0" brushRef="#br3" timeOffset="-115547.452">10603 16370,'7'-334,"-17"211,10 123,0-1,0 0,0 1,0-1,0 0,1 0,-1 1,0-1,0 0,1 1,-1-1,0 0,1 1,-1-1,1 0,-1 1,1-1,-1 1,1-1,-1 1,1-1,-1 1,1 0,0-1,-1 1,1 0,0-1,-1 1,1 0,0 0,0-1,-1 1,1 0,0 0,-1 0,1 0,0 0,0 0,-1 0,1 0,0 1,0-1,-1 0,1 0,0 1,-1-1,1 0,38 19,-31-15,49 25,89 56,-141-80,-1 0,0 1,0-1,0 1,-1 0,0 1,0-1,-1 0,1 1,-1-1,-1 1,1 0,-1 0,0 0,-1-1,0 1,0 0,0 0,-1 0,0 0,0 0,-1-1,0 1,0 0,-2 4,-6 84,10-91,1 0,-1-1,1 1,0 0,1-1,-1 1,1-1,-1 0,1 1,0-1,0 0,0 0,1 0,-1 0,1-1,0 1,-1-1,1 1,0-1,1 0,-1 0,0-1,0 1,1 0,-1-1,1 0,0 0,-1 0,1 0,0-1,-1 0,3 1,3-1,1 0,0 0,0 0,-1-2,1 1,0-1,-1 0,1-1,-1 0,0-1,8-4,-6 2,-2-1,1 0,-1 0,0-1,0 0,-1 0,0-1,-1 0,0 0,0-1,-1 0,0 0,-1-1,0 0,-1 0,0 0,-1 0,0 0,-1-1,0 0,1-11,-4 66,1-31,1 0,1 0,-1 0,2 0,0 0,0-1,1 1,0-1,1 0,1 0,0-1,0 0,1 0,0 0,0-1,4 3,-9-10,0 0,1-1,-1 1,0-1,1 0,-1 0,1 0,-1 0,1 0,0-1,-1 1,1-1,0 1,0-1,-1 0,1 0,0 0,0-1,-1 1,1-1,0 1,-1-1,1 0,-1 0,1 0,-1 0,1-1,-1 1,0 0,2-2,56-61,34-124,-80 177,-7 35,-6-10,1-1,0 0,1 0,1 0,0-1,1 1,0-1,1 0,0-1,0 1,2-1,-1 0,2-1,-1 0,1 0,1-1,0 0,0 0,0-1,1-1,1 0,1 1,8 0,0 0,1-2,-1 0,1-2,1 0,-1-2,0 0,22-1,75-5</inkml:trace>
  <inkml:trace contextRef="#ctx0" brushRef="#br4" timeOffset="-97033.974">9880 5167,'-27'-106,"24"98,-1 0,0 1,-1-1,0 1,0 0,0 0,-1 0,0 1,0 0,-1 0,0 0,0 1,0 0,-1 1,1-1,-1 1,0 1,-7-3,13 5,-18-10,-1 0,-1 2,1 0,-1 2,-1 0,1 1,-1 2,0 0,-19 0,12 3,9 2,0-2,-1-1,1 0,0-1,-11-5,-25-11,40 12,0 1,-1 1,0 0,0 1,0 1,-11 0,-93-4,-124-24,18-10,8 42,99 2,0-6,-34-8,-304-16,226 16,-134 6,217 11,35 0,-115-10,85-3,-111-15,184 9,-159-20,-273 33,426 4,0 4,-70 15,33-4,80-15,0 2,1 1,0 2,0 1,1 1,0 2,-30 17,-131 83,-83 43,195-103,37-27,0 2,2 2,2 2,1 1,1 2,2 2,1 2,-17 25,-55 142,93-165,2 0,2 1,1 0,-1 22,9-43,1 1,0-1,2 1,1 0,0-1,1 0,2 0,0 0,1 0,1 0,1-1,1-1,2 4,0-5,0 0,1-1,0 0,2-1,13 13,39 51,14 78,-68-129,0 0,2-2,1 0,1 0,1-1,17 18,48 56,-58-69,1-1,1 0,1-2,28 21,14 1,2-3,61 29,-103-62,-1-2,1 0,1-2,0-1,0-1,1-2,0-1,0-1,0-2,12-1,188 12,789-13,-930 5,-1 4,1 4,56 17,-71-17,-1-3,42-1,5 0,55 6,61-7,256-11,-81-35,27 11,158-26,-472 47,-1-4,-1-7,85-22,-169 30,0-2,0-2,-1-1,-1-2,26-14,-51 23,-1 0,0-1,0 0,0 0,-1-1,0 0,-1-1,0 0,0-1,-1 0,-1 0,0-1,0 1,-1-2,-1 1,0-1,-1 1,3-13,-2-12,-2 1,-1-1,-2 0,-2-12,0-39,7-83,0 55,-5 0,-8-38,-37-281,36 365,-2 1,-4 1,-3 0,-2 1,-27-57,38 102,-1 0,0 1,-2 0,-1 0,-1 1,0 1,-1 1,-1 0,-1 1,-18-14,25 22,-1 2,0 0,0 0,-1 1,0 0,0 1,0 0,-1 1,0 1,-2-1,7 3</inkml:trace>
  <inkml:trace contextRef="#ctx0" brushRef="#br4" timeOffset="-95622.73">8972 6117,'-2'2,"1"0,-1 1,1-1,-1 1,1-1,0 0,0 1,0 0,1-1,-1 1,0 0,1-1,0 1,0 0,-1 0,2-1,-1 1,0 0,0-1,1 1,0 0,-1-1,1 1,0-1,0 1,1-1,-1 1,0-1,1 0,0 1,-1-1,1 0,0 0,1-1,1 1,-1-1,0 0,1 0,-1-1,1 1,-1-1,1 1,0-1,-1 0,1 0,-1-1,1 1,-1-1,1 0,-1 0,1 0,-1 0,0 0,0-1,1 0,-1 1,0-1,0-1,-1 1,1 0,0 0,-1-1,1 0,-1 1,0-1,0 0,0 0,0 0,-1-1,1 1,-1 0,0-1,0 1,0 0,0-1,0 1,-1-1,0 0,0 1,0-1,0 1,0-1,-1 0,0 2,0-1,0 0,0 1,0-1,-1 1,1-1,-1 1,0 0,0 0,0 0,0-1,0 2,0-1,0 0,-1 0,1 1,-1 0,1-1,-1 1,1 0,-1 0,0 0,0 0,0 1,1-1,-1 1,0 0,-1 0,-2-1,0 1,0 0,0 0,0 1,0 0,0 0,0 0,1 1,-1-1,0 1,1 1,-1-1,1 1,0 0,0 1,1 0,-1 0,1 0,0 0,1 0,-1 1,1 0,-1-1,1 1,1 1,-1-1,0 3,2-6,0 1,0-1,1 0,-1 1,1-1,-1 0,1 1,0-1,0 1,0-1,0 0,0 1,1-1,-1 1,1-1,0 0,0 1,-1-1,1 0,1 0,-1 0,0 0,0 0,1 0,-1 0,1 0,0 0,0-1,-1 1,1 0,0-1,0 0,1 1,6 1,0 1,0-1,1 0,-1-1,1 0,0-1,-1 0,1 0,0-1,0 0,0-1,0 0,-1-1,1 0,-1 0,1-1,7-3,-14 5,0 0,1 0,-1-1,0 1,0-1,0 0,0 1,0-2,0 1,0 0,-1 0,1-1,-1 0,0 1,0-1,0 0,0 0,0 0,0 0,-1 0,0-1,1 1,-1 0,-1-1,1 1,-2 1,0 1,0-1,0 1,-1 0,1 0,0 0,-1-1,1 1,-1 1,1-1,-1 0,1 0,-1 0,0 1,1-1,-1 1,0 0,0-1,1 1,-1 0,0 0,0 0,1 0,-1 0,0 0,0 1,0-1,1 1,-1-1,0 1,1 0,-1-1,1 1,-1 0,1 0,-1 0,1 0,-1 0,1 1,-1 0,-9 11,26-17,11-18,0-1,-1-1,-2-1,0-2,-2 0,14-24,-34 49,50-76,-4-2,-4-2,-3-2,-3-2,7-37,24-67,222-565,49 42,-315 661,45-104,7 4,7 2,6 5,8 1,-16 46,3 3,5 4,3 3,5 5,2 4,4 5,98-53,-140 95,-61 32,1-1,-1 1,1 0,0-1,-1 1,1 0,0 0,0-1,-1 1,1 0,0 0,-1 0,1 0,0 0,0 0,-1 0,1 0,0 0,-1 1,1-1,0 0,0 0,-1 1,1-1,0 0,-1 1,1-1,-1 0,1 1,-1-1,1 1,0-1,-1 1,0-1,1 1,-1 0,1-1,-1 1,0 0,1-1,-1 1,0 0,0-1,1 1,-1 0,2 10</inkml:trace>
  <inkml:trace contextRef="#ctx0" brushRef="#br4" timeOffset="-94430.778">10282 3096,'-26'219,"13"-141,11-61,-10 58,3 1,4 0,3 13,2-88,-1 0,1 0,0-1,0 1,-1 0,1 0,0 0,0 0,0-1,0 1,0 0,0 0,0 0,0 0,0-1,1 1,-1 0,0 0,0 0,1-1,-1 1,0 0,1 0,-1-1,1 1,-1 0,1-1,0 1,-1-1,1 1,-1-1,1 1,0-1,0 1,-1-1,1 1,0-1,0 0,-1 1,1-1,0 0,0 0,0 0,0 0,-1 0,1 0,0 0,0 0,0 0,0 0,-1 0,1 0,0 0,0-1,0 1,-1 0,1-1,0 1,0-1,7-6,0-1,0-1,-1 1,0-1,-1 0,0-1,5-9,4-5,-7 10,2 1,0 0,0 1,1 0,1 1,0 0,0 1,1 0,0 1,1 1,0 0,4-2,212-72,-162 61,-27 8,-81 18,34-5,0 1,1-1,-1-1,0 1,1-1,-1 0,1 0,-1-1,1 1,-1-1,1 0,0-1,0 1,0-1,0 0,1 0,-1-1,1 0,0 1,0-1,0-1,0 1,1 0,-1-2,-48-54,43 45,-2 0,0 1,0 1,-1 0,-1 0,0 1,-1 1,0 0,-1 0,0 2,0 0,-1 1,0 0,-1 2,1 0,-2 0,-11-1,-27 7,55-3,6-2</inkml:trace>
  <inkml:trace contextRef="#ctx0" brushRef="#br4" timeOffset="-91893.869">11578 1143,'11'9,"66"246,-57-214,-20-41,1 0,-1 0,0 0,1 0,-1 0,1 0,-1 0,0 0,1 0,-1 0,1 0,-1 0,0 0,1-1,-1 1,0 0,1 0,-1 0,0-1,1 1,-1 0,0 0,1-1,-1 1,0 0,1 0,-1-1,0 1,0 0,0-1,1 1,-1 0,0-1,0 1,0-1,0 1,0 0,0-1,0 1,1-1,-1 1,0 0,0-1,-1 1,1-1,0 1,0 0,0-1,0 1,0 0,0-1,0 1,5-178,10 39,-15 139,0-1,-1 0,1 0,0 1,0-1,0 0,0 0,0 0,0 1,0-1,0 0,0 0,0 0,0 0,0 1,1-1,-1 0,0 0,1 1,-1-1,1 0,-1 0,0 1,1-1,0 0,-1 1,1-1,-1 1,1-1,0 1,-1-1,1 1,0-1,-1 1,1 0,0-1,0 1,0 0,-1 0,1 0,0-1,0 1,0 0,-1 0,1 0,0 0,0 0,0 1,0-1,-1 0,2 0,41 79,-30-50,-3-6,-6-12,1 0,0-1,1 1,0-1,0 0,1-1,0 1,1-1,0-1,5 5,-12-12,1 0,0 0,0 1,0-1,0-1,0 1,0 0,0 0,0-1,0 1,0-1,0 0,0 0,0 1,0-1,0-1,1 1,-1 0,0 0,0-1,0 1,0-1,0 0,0 1,0-1,0 0,-1 0,1-1,0 1,0 0,-1 0,1-1,-1 1,1-1,-1 0,0 1,1-2,39-71,-31 39,-1-1,-2 0,-1 0,-1 0,-2-17,-3 63,-1-1,2 0,0 0,0 0,0 0,1 0,1 0,-1 0,1-1,1 1,0-1,0 0,0 0,1 0,0-1,1 1,0-1,0-1,0 1,1-1,0 0,0 0,1-1,7 4,-12-8,0 0,0 0,-1-1,1 1,0-1,0 1,0-1,0 0,0-1,0 1,0 0,0-1,0 1,0-1,0 0,-1 0,1 0,0-1,0 1,-1-1,1 1,-1-1,0 0,1 0,-1 0,0 0,0 0,0 0,0-1,-1 1,1-1,0-1,34-92,-23-103,-14 213,1 1,0-1,1 0,1 0,1 0,0 0,0 0,1 0,1-1,1 1,3 6,-5-13,0-1,0 0,0 0,0 0,1 0,0-1,0 0,1 0,0 0,-1-1,1 0,1 0,-1 0,1-1,-1 0,1 0,0 0,0-1,0 0,0-1,1 0,-1 0,4 0,35-3,-3-5</inkml:trace>
  <inkml:trace contextRef="#ctx0" brushRef="#br4" timeOffset="-90995.065">13344 703,'-12'-7,"1"1,0 0,-1 1,0 1,-1 0,1 0,-1 1,1 1,-1 0,0 1,0 0,-10 1,17 0,0 1,0 0,-1 0,1 0,0 1,0-1,0 2,1-1,-1 1,0-1,1 1,0 1,0-1,0 1,0 0,0 0,1 1,0-1,0 1,0 0,0 0,1 0,0 1,0-1,0 1,1 0,-1 0,2-3,0 0,0 1,0-1,0 0,0 1,1-1,0 1,0-1,0 1,0 0,0-1,0 1,1-1,0 1,0-1,0 0,0 1,0-1,1 0,0 0,-1 0,1 0,0 0,0 0,1 0,-1-1,1 1,-1-1,1 1,0-1,0 0,0 0,0-1,0 1,0 0,0-1,1 0,-1 0,0 0,4 0,2 0,1-1,-1-1,1 1,-1-2,0 1,0-1,0-1,0 0,0 0,0 0,-1-1,1-1,-1 1,0-1,-1-1,1 1,-1-2,0 1,0-1,-1 1,0-2,0 1,-1-1,0 0,0 0,-1 0,0-1,0 1,-1-1,0 0,-1 0,0 0,1-7,-1 3,-1 1,0-1,0 0,-2 0,1 1,-2-1,1 0,-2 1,0-1,0 1,-1 0,-3-5,7 18,0-1,0 1,0-1,0 0,0 1,0-1,0 0,-1 1,1-1,0 0,0 1,0-1,-1 0,1 1,0-1,0 0,-1 0,1 1,0-1,-1 0,1 0,0 1,-1-1,1 0,0 0,-1 0,1 0,0 0,-1 1,1-1,0 0,-1 0,1 0,-1 0,1 0,0 0,-1 0,1 0,-1-1,1 1,0 0,-1 0,1 0,0 0,-1 0,1-1,0 1,-1 0,1 0,0 0,-1-1,1 1,0 0,0-1,-1 1,1 0,0-1,0 1,0 0,-1-1,-3 38,5-27,0 0,0 0,1 0,0 0,1-1,0 1,1-1,0 0,0 0,1 0,0 0,0-1,1 1,0-1,6 5,-8-8,1-1,0 1,0-1,0 0,1 0,-1 0,1-1,0 0,0 0,0 0,0-1,0 0,1 0,-1-1,1 1,-1-2,1 1,0-1,-1 1,1-2,-1 1,1-1,0 0,1-1,-2 0,-1 0,1 0,-1-1,1 0,-1 0,0 0,-1 0,1-1,0 0,-1 0,0 0,0-1,0 1,-1-1,1 0,-1 0,0 0,0 0,-1-1,0 1,0-1,1-3,1-8,0 0,-1 0,-1 0,0 0,-1-1,-1 1,-1-2,-6-21,-2 62,9-15,0 0,1 0,0 0,0-1,0 1,1 0,-1 0,2-1,-1 1,1-1,0 0,0 0,1 0,0 0,0 0,0-1,1 0,-1 0,1 0,0 0,1-1,-1 0,1 0,0 0,0-1,0 0,1 0,-1-1,1 1,-1-1,2 0,-4-2,-1 0,1 0,-1 0,1-1,-1 1,1-1,-1 1,0-1,1 0,-1-1,0 1,1 0,-1-1,0 0,0 0,0 0,-1 0,1 0,0-1,-1 1,0-1,1 1,-1-1,0 0,0 0,-1 0,1 0,0-2,26-98,-26 92,-1-1,0 1,-1-1,0 1,-1-1,-1 0,0 1,0 0,-1-1,3 12,0-1,0 1,0-1,0 1,0-1,0 0,0 1,0-1,0 1,0-1,0 1,0-1,0 1,0-1,-1 1,1-1,0 1,0-1,-1 1,1 0,0-1,-1 1,1-1,-1 1,1 0,0-1,-1 1,1 0,-1-1,1 1,-1 0,1 0,-1 0,1-1,-1 1,1 0,-1 0,1 0,-1 0,1 0,-1 0,1 0,-1 0,1 0,-1 0,1 0,-1 0,1 0,-1 1,1-1,-1 0,1 0,-1 0,1 1,-1-1,1 0,-11 31,11-26,0-1,0 0,1 0,-1 0,1 1,0-1,0 0,0 0,1 0,0 0,0 0,0-1,0 1,0 0,1-1,-1 0,1 1,0-1,0 0,0-1,0 1,1 0,-1-1,1 0,0 0,0 0,-1 0,1 0,0-1,0 0,4 1,11 3,1-1,0 0,0-2,0 0,1-1,2-2,104-12,-77 2</inkml:trace>
  <inkml:trace contextRef="#ctx0" brushRef="#br4" timeOffset="-90093.926">11966 2280,'46'-77,"-24"43,0-1,-3-1,-1-1,-2-1,-1 0,-2 0,3-22,-14 13,-2 47,-1-1,1 1,-1-1,0 1,1-1,-1 1,0-1,0 1,1 0,-1-1,0 1,0 0,0-1,1 1,-1 0,0 0,0 0,0 0,0 0,1 0,-1 0,0 0,0 0,0 0,0 1,1-1,-1 0,0 1,0-1,1 0,-1 1,0-1,1 1,-1-1,0 1,1-1,-1 1,0-1,1 1,-1 0,1-1,-1 1,1 0,0 0,-1-1,1 1,0 0,-1 0,1 0,0-1,0 2,-10 11,0 1,1 1,0-1,2 1,0 1,0 0,1 0,1 0,1 0,1 1,0-1,1 1,0 10,1-21,1 0,1 0,-1-1,1 1,0 0,0 0,1-1,0 1,0-1,0 0,0 1,1-1,0 0,0 0,0-1,1 1,0-1,0 1,0-1,0 0,1-1,-1 1,1-1,0 0,0 0,0 0,0-1,1 1,-1-2,1 1,-1 0,1-1,2 0,4 0,0-1,0-1,0 0,0-1,0 0,0 0,0-1,-1-1,1 0,-1-1,3-2,32-15</inkml:trace>
  <inkml:trace contextRef="#ctx0" brushRef="#br4" timeOffset="-88698.499">12567 1812,'-7'3,"0"1,-1-1,1 1,0 0,1 1,-1 0,1 0,0 0,0 1,1 0,-1 0,2 1,-1-1,0 1,1 0,0 0,1 0,0 1,0-1,0 1,1 0,0 0,1 0,0 0,0 0,1 1,1-6,0 1,0-1,0 0,1 0,0-1,0 1,-1 0,2 0,-1-1,0 1,0-1,1 0,-1 0,1 0,0 0,0 0,0 0,0-1,0 0,0 1,0-1,0 0,0 0,0-1,1 1,-1-1,0 1,1-1,-1 0,0-1,1 1,-1 0,0-1,1 0,-1 0,0 0,0 0,0 0,0 0,0-1,0 0,0 0,-1 1,4-4,16-10,0-1,-1-1,-1-1,-1-1,0-1,-1-1,-2 0,0-1,-1-1,-1 0,-1-1,-2 0,0-1,-1-1,-2 1,-1-1,0-1,-2 0,-1-3,3-10,-3 0,-1 0,-1 0,-3-1,-1 1,-2 0,-2 0,-9-33,-13 15,27 57,0 0,0 0,0 0,0 0,0 0,0 0,0 1,0-1,0 0,-1 0,1 1,0-1,0 1,-1-1,1 1,0 0,-1-1,1 1,0 0,-1 0,1 0,0 0,-1 0,1 0,-1 1,1-1,0 0,-1 1,1-1,0 1,0-1,-1 1,1-1,0 1,0 0,0 0,0 0,0 0,0 0,0 0,0 0,0 0,0 0,-4 5,0 1,0-1,1 1,0 0,0 0,0 1,1-1,0 1,1-1,0 1,0 0,1 0,-1 0,2 0,-1 0,1 0,1 1,19 141,-16-130,19 65,3-2,3 0,5-2,16 26,-32-62,-17-76,-2 18,1 1,0-1,0 1,2-1,0 1,0 0,1 0,0 0,1 0,0 0,1 1,1-1,0 1,0 1,1-1,0 1,9-9,-15 18,0 0,0 0,0 0,0 0,0 0,0 0,0 0,1 0,-1 0,0 1,1-1,-1 0,1 1,-1 0,1-1,-1 1,0 0,1-1,0 1,-1 0,1 0,-1 0,1 0,-1 1,1-1,-1 0,0 1,1-1,-1 1,1-1,-1 1,0 0,1-1,-1 1,0 0,0 0,1 0,-1 0,0 0,0 0,0 0,0 0,0 1,-1-1,1 0,0 1,-1-1,1 0,-1 1,1-1,-1 1,27 136,-26-137,-1 0,1 0,-1 1,1-1,0 0,-1 0,1 0,0 0,0 0,-1 0,1 0,0 0,0 0,0-1,0 1,0 0,1-1,-1 1,0 0,0-1,0 0,0 1,1-1,-1 0,0 1,0-1,1 0,-1 0,0 0,1 0,-1 0,0 0,0 0,1-1,-1 1,0 0,0-1,0 1,1-1,-1 0,47-27,-35 17,-1 1,-1-1,0-1,0 0,-1-1,-1 0,0-1,0 1,-2-2,0 1,0-1,-1 0,2-14,5-14,-9 38,-2 16,-1 17,-1-28,0 13,1 1,0 0,1-1,1 1,0-1,1 0,4 10,-6-18,0 0,0 0,0-1,1 1,0-1,0 1,0-1,0 0,1 0,0 0,-1-1,1 1,1-1,-1 0,0 0,1-1,0 1,0-1,-1 0,1 0,3 0,41-8,-28-5</inkml:trace>
  <inkml:trace contextRef="#ctx0" brushRef="#br4" timeOffset="-88421.823">13370 1211,'2'9,"6"3,7 1,2 0</inkml:trace>
  <inkml:trace contextRef="#ctx0" brushRef="#br4" timeOffset="-88116.63">13651 1451,'2'11,"0"-1,1 0,0 0,1 0,0-1,1 1,0-1,0 0,1-1,0 1,1-1,0 0,0-1,0 1,1-1,1 0,-8-7,0 1,0-1,0 1,0-1,0 1,0-1,0 0,0 1,0-1,0 0,0 0,0 0,0 0,0 0,0 0,0 0,0 0,0 0,0 0,0-1,0 1,0 0,0-1,0 1,0-1,0 1,0-1,0 0,0 1,-1-1,1 0,0 1,0-1,-1 0,1 0,-1 0,1 1,0-1,-1 0,0 0,1 0,15-44,-15 42,20-224,-9 179,-4 34</inkml:trace>
  <inkml:trace contextRef="#ctx0" brushRef="#br4" timeOffset="-86901.056">14078 1317,'-70'-26,"68"26,-1-1,1 1,-1 0,1 0,-1 0,1 1,0-1,-1 0,1 1,0-1,-1 1,1 0,0 0,0 0,-1 0,1 0,0 1,0-1,0 1,1-1,-1 1,0 0,0-1,1 1,-1 0,1 0,0 0,-1 2,0-1,0-1,0 1,0 0,1-1,-1 1,1 0,0 0,0 0,0 0,0 0,0 0,1 0,-1 1,1-1,0 0,0 0,0 0,0 0,1 1,-1-1,1 0,0 0,0 0,0 0,0 0,1 0,-1 0,1-1,-1 1,1 0,0-1,0 1,1-1,-1 0,0 0,1 0,-1 0,1 0,0 0,2 1,0-2,0 0,0 0,1-1,-1 0,0 0,0 0,0 0,0-1,1 0,-1 0,0 0,0 0,0-1,-1 0,1 0,0-1,-1 1,1-1,-1 0,0 0,0 0,0-1,3-3,1-1,0 0,-1 0,-1-1,1 0,-2 0,1-1,-1 1,0-1,-1 0,-1-1,1 0,1-20,-14 46,7 37,2-51,0 0,1 0,-1 0,0 0,1 0,-1 0,1 0,-1 0,1 0,-1-1,1 1,0 0,0 0,-1 0,1-1,0 1,0 0,0-1,0 1,0-1,-1 1,1-1,0 0,0 1,0-1,0 0,1 0,-1 1,0-1,0 0,0 0,0 0,0 0,0 0,0-1,0 1,0 0,0 0,0-1,0 1,0-1,0 1,0-1,0 1,0-1,-1 1,1-1,0 0,13-7,-1 0,-1-2,1 1,-1-1,-1-1,0 0,-1-1,0 0,0-1,-1 0,0-2,3-9,0 0,-2-1,-1 0,-1-1,-1 0,-1 0,-1-1,-1 1,-2-1,-1 0,-1 0,-3-22,3 37,-1 1,0 0,0 0,-1 1,-1-1,0 0,0 1,-1-1,0 1,-1 0,0 0,-4-3,8 11,0 1,0-1,0 1,-1 0,1-1,-1 1,1 0,-1 0,1 0,-1 0,1 0,-1 1,0-1,0 0,0 1,1-1,-1 1,0 0,0-1,0 1,0 0,1 0,-1 0,0 1,0-1,0 0,0 1,1-1,-1 1,0-1,0 1,1 0,-1 0,0 0,0 0,-46 50,40-35,0-1,0 2,2-1,0 1,1 0,1 0,0 1,1 0,1-1,1 1,0 0,2 0,0-1,2 12,-2-19,1 0,0 0,1-1,0 1,0-1,1 1,0-1,0 0,1-1,1 1,-1-1,1 0,1 0,-1-1,1 0,1 0,-1-1,1 1,0-2,1 1,-1-1,1 0,0-1,0 0,1-1,5 2,-9-3,0 0,0-1,0 1,0-1,0-1,0 1,1-1,-1 0,0 0,0-1,1 0,-1 0,0-1,0 1,0-1,0 0,-1-1,1 0,0 0,-1 0,0 0,0-1,0 0,0 0,0 0,-1-1,0 1,2-3,2-9,-1 0,0-1,-1 0,-1 0,0 0,-2 0,0-1,0 0,-2 1,0-1,-2 0,-1-13,-1 9,3 22,0 0,0 0,0 0,0 1,-1-1,1 0,0 0,0 0,0 0,0 1,-1-1,1 0,0 0,0 0,0 0,-1 0,1 0,0 0,0 0,0 0,-1 1,1-1,0 0,0 0,-1 0,1 0,0 0,0 0,0 0,-1-1,1 1,0 0,0 0,0 0,-1 0,1 0,0 0,0 0,0 0,-1 0,1-1,0 1,0 0,0 0,0 0,-1 0,1-1,0 1,0 0,0 0,0 0,0-1,0 1,0 0,0 0,-1 0,1-1,0 1,-4 14,0 0,1 0,1 0,0 0,1 0,0 1,1 6,0-19,-1 2,1 0,-1 0,1 1,-1-1,1 0,0 0,1 0,-1 0,1 0,0 0,0 0,0 0,0 0,1-1,-1 1,1 0,0-1,0 1,0-1,1 1,-1-1,1 0,0 0,0 0,0-1,0 1,0-1,1 0,-1 1,1-2,0 1,-1 0,1-1,0 1,0-1,0 0,0 0,0-1,0 1,2-3,0 1,0-1,-1 0,1-1,-1 1,0-1,1 0,-2 0,1-1,0 1,0-1,-1 0,0 0,0-1,0 1,-1-1,1 0,-1 0,2-5,38-107,-34 38,-9 79,0 0,0 1,0-1,0 0,0 0,-1 0,1 1,0-1,0 0,0 0,0 0,0 0,-1 1,1-1,0 0,0 0,0 0,0 0,-1 0,1 0,0 1,0-1,-1 0,1 0,0 0,0 0,0 0,-1 0,1 0,0 0,0 0,-1 0,1 0,0 0,0 0,0 0,-1 0,1 0,0-1,0 1,0 0,-1 0,1 0,0 0,0 0,0 0,-1-1,-8 26,7-21,0 0,1 1,-1-1,1 1,-1 0,2-1,-1 1,0 0,1 0,0-1,0 1,0 0,1 0,-1 0,1-1,1 1,-1 0,0-1,1 1,0-1,0 0,1 1,-1-1,1 0,0-1,0 1,0 0,0-1,0 1,1-1,0 0,0 0,0-1,0 1,0-1,1 1,3-2,1 0,-1-1,1 1,0-2,-1 1,1-1,-1 0,1-1,-1 0,0 0,0-1,0 0,0-1,0 1,0-2,-1 1,0-1,0 0,0 0,-1-1,0 0,0 0,0 0,-1-1,1 0,-2 0,1 0,-1-1,0 0,-1 1,0-1,1-2,7-39,-2-1,-2 0,-2 0,-2 0,-4-42,2 55,-3-96,-5 0,-19-91,12 179,13 45,0 0,0 0,0 0,1 1,-1-1,0 0,0 0,0 0,0 1,1-1,-1 0,0 1,0-1,1 1,-1-1,0 1,1-1,-1 1,1-1,-1 1,0 0,1-1,-1 1,1 0,0 0,-1-1,1 1,0 0,-1 0,1-1,0 1,0 0,-1 0,-7 22,1-1,1 1,0 1,2-1,1 1,0 0,2-1,1 1,2 14,6 41,3 0,4 0,4-1,2-2,4 0,34 70,-14-28,-35-94,-11-30</inkml:trace>
  <inkml:trace contextRef="#ctx0" brushRef="#br4" timeOffset="-86727.929">14934 595,'-11'-15,"-4"-9,3-1,7 0,13 3,15 0,16 0,16-1,14-4,3-1,-1 1,-11 1,-15 5</inkml:trace>
  <inkml:trace contextRef="#ctx0" brushRef="#br4" timeOffset="-86007.262">12474 2748,'5'14,"1"8,0 8,-2 4,-1-1,-1-2,-1-5,0-7</inkml:trace>
  <inkml:trace contextRef="#ctx0" brushRef="#br4" timeOffset="-85528.566">12460 2534,'25'13,"185"10,-201-23,0 0,0 1,0 0,-1 0,1 1,0 0,0 1,-1 0,0 0,1 1,-1 0,-1 0,1 1,0 0,-1 1,0-1,-1 1,1 1,-1-1,0 1,-1 0,1 0,-1 1,-1 0,2 4,8 111,-13-121,0-1,0 0,1 0,-1 0,0 0,0 0,1 0,-1 0,1 0,-1 0,1-1,-1 1,1-1,-1 1,1-1,-1 1,1-1,0 0,-1 0,1 0,0 0,-1 0,1 0,-1 0,1-1,0 1,-1-1,1 1,-1-1,1 1,-1-1,1 0,-1 0,0 0,1 0,-1 0,0 0,0 0,1 0,-1 0,0-1,0 1,0 0,-1-1,1 1,0-1,0 1,-1-1,1 0,9-14,-1 1,0-1,-1 0,-1-1,-1 0,0 0,-1 0,-1-1,-1 1,0-1,-1 0,-1 0,-1 0,-1-11,1 36,0-2,0 0,0 1,0-1,1 0,0 0,0 0,0-1,1 1,-1 0,1 0,0-1,1 1,-1 0,3 1,0-1,1 0,-1 0,1 0,0 0,0-1,1 0,-1-1,1 1,0-1,0 0,0-1,0 0,0 0,0 0,1-1,0 0,11 1,1 0,0-2,-1 0,1-1,18-4,31-10,-8-4</inkml:trace>
  <inkml:trace contextRef="#ctx0" brushRef="#br4" timeOffset="-84482.797">12234 3978,'17'-14,"0"0,-1-1,0 0,-2-2,0 0,0 0,-2-1,0-1,-1 0,-1 0,-1-1,-1-1,0 1,1-10,-9 29,1 0,0 1,-1-1,1 0,-1 0,1 0,-1 0,0 0,1-1,-1 1,0 0,0 0,0 0,0 0,0 0,0 0,0 0,0 0,0 0,0-1,0 1,-1 0,1 0,-1 0,1 0,-1 0,1 0,-1 0,1 0,-1 1,0-1,1 0,-1 0,0 0,0 1,0-1,0 0,1 1,-1-1,0 1,0-1,0 1,0-1,0 1,-1 0,1-1,0 1,0 0,0 0,0 0,0 0,0 0,0 0,0 0,-1 0,-5 6,1 1,0-1,0 1,1 0,0 1,0-1,0 1,1 0,1 0,-1 1,1-1,-2 9,-9 72,14-87,0 1,0 0,1-1,-1 1,1 0,0-1,-1 1,1-1,1 1,-1-1,0 0,0 0,1 1,0-1,-1 0,1 0,0 0,0 0,0-1,0 1,0 0,0-1,1 0,-1 1,0-1,1 0,-1 0,1 0,-1-1,1 1,0-1,0 1,7-1,0-1,0 0,0 0,0-1,0 0,0-1,0 0,-1 0,1-1,-1-1,0 1,0-1,-1-1,1 0,-1 0,0-1,-1 1,0-2,5-5,1-2,-1-1,-1 0,0-1,-1-1,-1 1,0-1,-2-1,0 0,-1 0,0 0,-2-1,1-13,1-14,-3 0,-1 0,-3 0,-5-38,4 65,2 4,-2 1,0-1,-1 1,0-1,-1 1,-5-11,9 26,0-1,0 1,0-1,-1 0,1 1,0-1,0 1,0-1,-1 0,1 1,0-1,-1 1,1-1,0 1,-1-1,1 1,0 0,-1-1,1 1,-1-1,1 1,-1 0,1-1,-1 1,1 0,-1 0,0-1,1 1,-1 0,1 0,-1 0,0 0,1 0,-1 0,1 0,-1 0,0 0,1 0,-1 0,1 0,-1 0,0 0,1 1,-1-1,1 0,-1 0,1 1,-1-1,1 0,-1 1,1-1,-1 1,1-1,-1 0,1 1,0-1,-1 1,1-1,0 1,-1 0,-31 79,20-37,3 0,1 0,2 1,3-1,1 1,2 0,3 25,-3-60,1 0,0 0,0 0,1 0,0 0,0 0,1 0,0-1,1 1,0-1,0 0,0 0,1 0,1-1,-1 1,1-1,0-1,1 1,0-1,0 0,0-1,1 0,-1 0,1 0,0-1,7 2,-8-4,0 0,1-1,-1-1,0 1,0-1,0 0,1-1,-1 1,0-2,0 1,0-1,0 0,0 0,0-1,-1 0,1 0,-1 0,0-1,0 0,0-1,0 1,-1-1,1 0,-1 0,-1-1,1 1,-1-1,0 0,0 0,-1-1,1 1,0-6,4-9,-1 0,-1 0,-1-1,-1 0,-1 0,-1 0,-1-1,-1 1,-1 0,-1-5,-12-22,13 49,0 1,0-1,0 0,0 0,0 1,0-1,0 1,0-1,0 1,0-1,0 1,0-1,0 1,1 0,-1 0,0-1,0 1,1 0,-1 0,0 0,1 0,-1 0,1 0,-1 0,1 0,0 0,-1 0,1 0,0 0,0 1,-5 10,1 0,0 0,1 1,0-1,1 1,1 0,0 0,0-1,2 1,-1 0,2 0,-1-1,2 1,0 0,4 11,-5-20,0 0,0 0,0-1,1 1,-1-1,1 1,0-1,0 0,0 0,0 0,1 0,-1-1,1 0,0 1,-1-1,1 0,0-1,0 1,0-1,1 0,-1 0,0 0,4 0,27 0</inkml:trace>
  <inkml:trace contextRef="#ctx0" brushRef="#br4" timeOffset="-84046.682">13344 3323,'-11'2,"1"1,0 0,1 0,-1 1,0 0,1 1,0 0,0 0,1 1,-1 0,1 1,1 0,-1 0,1 1,0-1,1 2,0-1,0 1,1 0,0 0,-1 4,5-11,0 1,1 0,-1 0,1 0,0 1,0-1,0 0,1 0,-1 0,1 0,0 0,-1-1,1 1,0 0,1 0,-1 0,0-1,1 1,0-1,-1 1,1-1,0 1,0-1,1 0,-1 0,0 0,1 0,-1-1,1 1,-1-1,1 1,0-1,0 0,5 3,1-1,-1-1,1 1,-1-1,1-1,0 1,0-2,0 1,0-1,8-1,-4-2,-1 0,0 0,0-1,0-1,-1 0,1-1,-1 0,-1 0,1-1,-1-1,0 0,-1 0,0-1,0 0,0 0,-2-1,1 0,-1-1,-1 0,0 0,0 0,-1-1,0 1,-1-1,-1 0,0-1,0 1,-1-1,-1 1,0-5,0-34,-2 0,-3 0,-1 1,-3-1,-2 2,-2-1,-15-35,21 65,-37-84,43 104,0 1,0-1,1 0,-1 1,0-1,0 1,0-1,0 0,0 1,0-1,0 1,0-1,0 1,0-1,0 0,0 1,0-1,0 1,0-1,0 0,-1 1,1-1,0 1,0-1,0 0,-1 1,1-1,0 0,0 1,-1-1,1 0,0 0,-1 1,1-1,0 0,-1 0,1 1,0-1,-1 0,1 0,-1 0,1 0,0 0,-1 0,1 0,-1 1,1-1,-1 0,1 0,0-1,-1 1,1 0,-1 0,1 0,0 0,-1 0,1 0,-1 0,1-1,0 1,-1 0,1 0,0-1,-1 1,1 0,0 0,-1-1,-2 43,1 0,2 0,2 1,6 27,-6-36,2 0,1-1,2 0,1-1,2 1,1-2,2 1,0-1,2-1,2-1,3 4,-17-29,0 0,0 0,0-1,0 1,1 0,0-1,0 0,0 0,0 0,0-1,0 1,1-1,-1 0,1 0,0 0,0-1,0 0,13 0</inkml:trace>
  <inkml:trace contextRef="#ctx0" brushRef="#br4" timeOffset="-83859.186">13370 2855,'-14'-2,"-6"-4,-3 0,10 1,16 1,21 1,23-1,21-4,15-5,7-2,-2 4,-17 2</inkml:trace>
  <inkml:trace contextRef="#ctx0" brushRef="#br4" timeOffset="-82399.04">13797 3403,'9'-28,"-1"0,-2 0,-1-1,-1 0,-2 0,0 0,-2 0,-2 0,0 0,-2 0,-1 1,-2-3,5 21,1 5,1 0,-1 0,-1 1,1-1,-1 1,1-1,-1 1,-1-1,1 1,0 0,-1 0,0 0,-3-3,6 7,1 0,-1 1,1-1,-1 1,0-1,1 0,-1 1,0-1,1 1,-1-1,0 1,0-1,1 1,-1-1,0 1,0-1,0 1,0-1,0 1,0-1,0 1,0-1,0 1,0-1,0 1,0 0,0-1,0 1,0-1,0 1,-1-1,1 1,0-1,0 1,-1-1,1 0,0 1,-1-1,1 1,0-1,-1 0,1 1,-1-1,1 0,0 1,-1-1,1 0,-1 0,1 1,-1-1,1 0,-1 0,1 0,-1 0,1 0,-1 0,0 0,1 0,-1 0,1 0,-1 0,1 0,-1 0,1 0,-1 0,1 0,-1-1,1 1,-1 0,1 0,5 3,1 1,0-1,0 0,0-1,0 1,0-1,1 0,-1-1,1 0,-1 0,1 0,-1-1,1 1,1-2,0 2,27 0,48 8,-80-8,0 0,0 0,-1 0,1 0,0 1,-1-1,1 1,-1 0,1 0,-1 0,0 0,0 0,0 1,0-1,0 1,0-1,-1 1,1 0,-1-1,0 1,0 0,0 0,0 0,0 0,-1 0,8 149,-8-151,1 1,-1-1,1 1,0-1,0 1,0-1,0 1,0-1,0 0,0 0,0 1,0-1,1 0,-1 0,0 0,1 0,-1-1,1 1,-1 0,1-1,-1 1,1-1,0 1,-1-1,1 1,-1-1,1 0,0 0,-1 0,1 0,0 0,-1-1,1 1,0 0,-1-1,2 0,55-28,-50 23,0 0,0-1,0 0,-1-1,0 1,0-1,-1-1,0 1,0-1,-1 0,0-1,-1 1,2-7,-6 18,-1-1,0 1,1-1,-1 1,0 0,1-1,-1 1,1 0,0 0,-1 0,1-1,0 1,0 0,0 0,0 0,1-1,-1 1,0 0,1 0,-1-1,1 1,0 0,-1-1,1 1,0 0,0-1,0 1,0-1,1 0,-1 1,0-1,0 0,1 0,-1 0,1 0,-1 0,1 0,-1 0,1 0,0 0,-1-1,1 1,0-1,1 1,2-3,0 1,0-1,0 0,0 0,0-1,-1 1,1-1,-1 0,0 0,1-1,-1 1,-1-1,1 0,-1 0,1 0,-1 0,0-1,0 1,-1-1,0 0,0 0,0 0,0 0,-1 0,1 0,-1 0,-1-1,1 1,-1-1,0 0,0 0,-1-1,0 1,0 0,-1 0,0-1,0 1,0 0,-1 1,0-1,0 0,0 1,-1 0,0-1,0 1,0 1,-1-1,1 1,-1 0,0 0,0 0,-1 0,1 1,-1 0,0 0,1 1,-1-1,0 1,-1 1,1-1,0 1,0 0,-1 0,1 1,-1 0,-5 1,-11 13,23-14,0 1,0-1,0 1,0-1,0 1,0-1,0 1,0-1,0 1,0-1,0 1,1-1,-1 1,0-1,0 1,0-1,1 1,-1-1,0 1,1-1,-1 1,0-1,1 0,-1 1,0-1,1 0,-1 1,1-1,-1 0,1 0,-1 1,1-1,-1 0,1 0,-1 0,1 0,-1 0,1 1,-1-1,1 0,-1 0,1 0,-1 0,1-1,-1 1,1 0,-1 0,1 0,11-1,0 1,0-2,0 0,0 0,0-1,0-1,-1 0,0 0,0-2,0 1,0-1,5-4,-7 5,80-40,-89 45,1 0,0 0,0-1,0 1,-1 0,1 0,0 0,0 0,0 0,-1 0,1 0,0 0,0 0,0 0,0 1,-1-1,1 0,0 0,0 1,-1-1,1 1,0-1,-1 0,1 1,0-1,-1 1,1 0,0-1,-1 1,1 0,-1-1,0 1,1 0,-1-1,1 1,-1 0,0 0,1-1,-1 1,0 0,0 0,0 0,0-1,0 1,0 1,-3 40,2-37,-1 3,-3 33,5-40,0-1,1 1,-1 0,0-1,0 1,0 0,0-1,0 1,1 0,-1-1,0 1,1 0,-1-1,0 1,1-1,-1 1,1-1,-1 1,1-1,-1 1,1-1,-1 1,1-1,0 0,-1 1,1-1,0 0,-1 1,1-1,0 0,-1 0,1 0,0 0,-1 0,1 0,0 0,-1 0,1 0,0 0,0 0,-1 0,1 0,0 0,-1-1,1 1,0 0,-1-1,1 1,-1 0,1-1,0 1,4-3,1 0,-1 0,0 0,0-1,0 1,-1-1,1 0,-1-1,0 1,0-1,0 0,-1 0,0 0,0 0,0-1,-1 1,1-1,-1 0,0 1,-1-1,3-10,0 0,-2 0,0 0,0-1,-2 1,0-14,10 125,-9-92,1 1,0-1,-1 0,2 0,-1 0,0-1,0 1,1 0,0-1,-1 0,1 1,0-1,0 0,0 0,1-1,-1 1,0-1,1 1,-1-1,0 0,1-1,0 1,-1 0,1-1,-1 0,1 0,0 0,-1 0,1-1,-1 1,1-1,-1 0,1 0,-1 0,1-1,-1 1,0-1,0 0,0 0,0 0,0 0,0 0,0-1,-1 1,2-2,1-2,1-1,-1 0,0 0,-1 0,0-1,0 1,-1-1,0 0,0 0,0 0,-1-1,-1 1,1 0,-2-1,1 1,-1-1,0-2,-5-8,-2 28,5-1,1 0,0 0,1 0,0 1,0-1,1 0,0 0,0 1,1-1,0 0,0-1,1 1,0 0,0-1,1 1,4 5,-8-12,1 0,-1 0,1 0,0 0,-1 0,1 0,0 0,0 0,-1 0,1-1,0 1,0 0,0-1,0 1,0 0,0-1,0 1,0-1,1 0,-1 1,0-1,0 0,0 0,0 0,0 1,1-1,-1 0,0-1,0 1,0 0,0 0,1 0,-1-1,0 1,0-1,0 1,0-1,0 1,0-1,0 1,0-1,0 0,0 0,0 1,-1-1,2-1,24-50,-19 24,-2 0,-1 0,-1 0,-2 0,0 0,-3-9,1 73,0-20,0-1,1 1,0-1,2 1,0-1,0 1,2-1,14 9,-8-22</inkml:trace>
  <inkml:trace contextRef="#ctx0" brushRef="#br4" timeOffset="-82122.702">14801 2079,'-3'16,"7"12,9 8,11 5,9 0,-1-7</inkml:trace>
  <inkml:trace contextRef="#ctx0" brushRef="#br4" timeOffset="-81709.797">15162 2400,'-7'2,"0"0,0 1,0 0,1 0,-1 0,1 0,0 1,0 0,0 1,1-1,0 1,0 0,0 1,0-1,1 1,0 0,0 0,0 0,1 0,0 1,0 0,0-1,1 1,0 0,1 0,0 0,0 0,0 1,1-1,0 6,1-10,0 0,0 0,0 0,1 1,-1-2,1 1,0 0,0 0,0-1,0 1,0-1,0 1,1-1,-1 0,1 0,0 0,0 0,-1-1,1 1,0-1,0 1,1-1,-1 0,0 0,0-1,1 1,-1-1,0 1,0-1,1 0,-1 0,0-1,3 0,6 0,-1-1,0 0,0-1,0 0,0-1,0 0,-1-1,1 0,1-2,-5 3,1 0,-1-1,0 0,-1 0,1 0,-1-1,0 0,-1-1,1 1,-1-1,0 0,-1 0,0 0,0-1,0 0,-1 1,0-1,0-3,-3 11,0 1,0-1,0 1,0-1,-1 1,1 0,0-1,0 1,0-1,0 1,-1-1,1 1,0-1,-1 1,1-1,0 1,-1-1,1 0,-1 1,1-1,0 1,-1-1,1 0,-1 1,1-1,-1 0,1 0,-1 0,0 1,1-1,-1 0,1 0,-1 0,1 0,-1 0,1 0,-1 0,0 0,1 0,-1 0,1 0,-1 0,1 0,-1-1,0 1,1 0,-1 0,1-1,-1 1,1 0,0-1,-1 1,1 0,-1-1,1 1,-1-1,1 1,0 0,-1-1,1 1,0-1,0 1,-1-1,1 0,0 1,0-1,-13 50,13-48,0 0,0 0,0 0,0 0,0 0,0 0,0 0,1 0,-1 0,0 0,1 0,-1 0,1 0,-1 0,1 0,0 0,-1 0,1 0,0-1,0 1,-1 0,1 0,0-1,0 1,0-1,0 1,0-1,0 1,0-1,0 1,0-1,0 0,0 1,0-1,0 0,0 0,0 0,0 0,0 0,0 0,1 0,-1-1,0 1,0 0,7-2,0-1,-1 0,1 0,-1 0,0-1,1 0,-2-1,1 1,0-1,-1-1,0 1,0-1,-1 0,0 0,0-1,0 0,-1 1,0-2,0 1,-1 0,1-1,-2 1,1-1,-1 0,0 0,-1 0,0 0,0 0,-1-1,0 1,0 0,-1 0,-1-3,2 9,0-1,-1 0,1 1,-1-1,0 0,0 1,0-1,0 1,0 0,-1-1,1 1,-1 0,0 0,1 0,-1 0,0 0,0 0,0 0,0 1,-1-1,1 1,0-1,-1 1,1 0,-1 0,1 0,-1 0,1 1,-1-1,0 1,1-1,-1 1,0 0,0 0,1 0,-1 0,0 1,1-1,-1 1,0 0,1-1,-1 1,1 0,-1 1,1-1,0 0,-1 1,0 0,-2 2,1 0,-1 0,1 1,-1-1,1 1,0 0,1 0,-1 1,1-1,0 1,1-1,-1 1,1 0,0 0,1 0,-1 0,1 5,0-7,1-1,-1 0,1 0,0 1,0-1,1 0,-1 0,1 0,0 1,-1-1,1 0,1 0,-1 0,0 0,1-1,-1 1,1 0,0 0,0-1,0 1,0-1,1 0,-1 0,1 0,-1 0,1 0,0 0,-1 0,1-1,0 0,0 1,0-1,0 0,3 0,24 2,-2-5</inkml:trace>
  <inkml:trace contextRef="#ctx0" brushRef="#br4" timeOffset="-81454.916">15308 1853,'-11'15,"2"11,11 5,4-3</inkml:trace>
  <inkml:trace contextRef="#ctx0" brushRef="#br4" timeOffset="-81291.32">15576 2441,'18'6,"20"1,17-10,12-17,-4-4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16.6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89,'-5'5,"0"0,1 1,-1-1,1 1,0 0,1 0,0 1,0-1,0 1,1 0,0-1,0 1,0 1,3-7,-1 0,1 0,0-1,-1 1,1 0,0 0,0 0,0-1,-1 1,1 0,0-1,0 1,0 0,0-1,0 0,0 1,0-1,0 1,1-1,-1 0,0 0,0 0,0 0,0 0,0 0,0 0,0 0,1 0,-1 0,0-1,0 1,0 0,0-1,0 1,0-1,0 1,0-1,0 1,0-1,0 0,-1 0,1 1,0-1,0 0,-1 0,1 0,0 0,-1 0,1-1,6-3,-1 0,0-1,0 0,0 0,0 0,-1-1,0 0,-1 0,0 0,0 0,0-1,-1 0,0 0,0 0,-1 0,0 0,-1 0,0-1,0 1,-1 7,0-1,0 1,0 0,0 0,0-1,0 1,-1 0,1 0,0 0,-1-1,1 1,-1 0,1 0,-1 0,0 0,1 0,-1 0,0 0,0 0,0 0,0 0,0 1,0-1,0 0,0 1,0-1,0 0,0 1,0-1,0 1,0 0,-1-1,1 1,0 0,0 0,-1 0,1-1,0 1,0 1,0-1,-1 0,1 0,0 0,-49 24,25 1,3 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16.8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71 156,'72'-16,"-70"15,0 0,-1 0,1-1,0 1,0 0,-1-1,1 1,-1-1,1 0,-1 1,0-1,0 0,0 0,0 0,0 0,0 0,0 0,0 0,-1 0,1 0,-1 0,0 0,0 0,1 0,-1-1,-1 1,1 0,0 0,0 0,-1 0,1 0,-1-2,-1 0,0-1,0 0,-1 1,1-1,-1 1,0 0,0 0,0 0,-1 0,1 1,-1 0,0-1,0 1,0 0,0 1,-1-1,1 1,-1 0,0 0,1 0,1 1,0 0,0 0,1 0,-1 1,0-1,0 1,0 0,0-1,0 1,0 0,1 1,-1-1,0 1,0-1,0 1,0 0,1 0,-1 0,0 0,1 0,-1 1,1-1,-1 1,1 0,0 0,0 0,0 0,0 0,0 0,0 0,0 1,1-1,-1 1,0 1,1-1,0-1,0 1,0 0,0-1,1 1,-1 0,1 0,0-1,0 1,0 0,0 0,0-1,0 1,1 0,-1 0,1-1,0 1,0 0,0-1,0 1,1-1,-1 1,0-1,1 0,0 0,0 0,-1 1,1-2,0 1,1 0,-1 0,0-1,0 1,1-1,-1 1,1-1,-1 0,3 0,24 11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14.9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119 202,'-16'24,"1"1,1 0,2 1,0 1,2 0,1 1,1-1,1 2,1-1,2 1,1 0,1 0,2 12,0-27,0 0,1 0,1 0,0 0,0 0,2-1,0 1,4 9,-6-20,-1 1,1 0,0-1,0 1,0-1,1 0,-1 0,1 0,0 0,-1 0,1 0,1-1,-1 0,0 1,1-1,-1 0,1-1,-1 1,1 0,0-1,0 0,0 0,0 0,0-1,0 1,0-1,0 0,0 0,0 0,0-1,0 1,0-1,7-2,-1 0,-1 0,1-1,0 0,-1-1,0 0,0-1,0 1,-1-2,0 1,0-1,0 0,-1-1,0 0,-1 0,0 0,3-5,3-7,-1 0,-1 0,0-1,-1 0,-2-1,0 0,1-12,-2 9,-2-1,-1 1,-1-1,-1 1,-1-1,-2 0,0 1,-2 0,0-1,-2 1,-1 1,-1-1,-1 1,-1 1,-3-5,-33-31,44 58,0-1,0 0,1 1,-1-1,0 1,0 0,-1 0,1 0,0 0,0 0,0 0,-1 0,1 1,0-1,-1 1,1 0,-1-1,1 1,0 0,-1 1,1-1,0 0,-1 1,1-1,0 1,-1 0,1 0,0 0,0 0,-5 4,1 1,0 0,0 0,1 1,0 0,0 0,1 0,0 0,0 1,0-1,1 1,0 0,1 0,0 1,0-1,0 3,-4 9,1 0,1 0,1 0,0 1,1-1,2 1,0-1,1 1,1-1,1 1,1-1,0 0,2-1,7 18,10-1</inkml:trace>
  <inkml:trace contextRef="#ctx0" brushRef="#br0" timeOffset="495.883">573 1,'0'0,"0"1,0-1,0 1,0-1,0 1,-1-1,1 1,0-1,0 1,0-1,-1 1,1-1,0 1,-1-1,1 1,0-1,-1 1,1-1,0 0,-1 1,1-1,-1 0,1 1,-1-1,1 0,-1 1,1-1,-1 0,1 0,-1 0,1 0,-1 1,1-1,-1 0,1 0,-1 0,1 0,-1 0,0 0,1-1,-1 1,1 0,-1 0,1 0,-1 0,1-1,-1 1,1 0,-1 0,1-1,-1 1,1 0,0-1,-1 1,1 0,-1-1,1 1,0-1,-1 1,1-1,0 1,0-1,-1 1,1-1,0 1,0-1,0 0,-3 49,47 302,-19-224,-25-126,1 1,-1-1,1 0,-1 1,0-1,1 0,-1 1,1-1,-1 0,1 0,-1 1,1-1,-1 0,1 0,-1 0,1 0,-1 0,1 0,-1 0,1 0,0 0,-1 0,1 0,-1 0,1 0,-1 0,1 0,-1-1,1 1,-1 0,1 0,-1-1,1 1,-1 0,0-1,1 1,-1 0,1-1,-1 1,0-1,1 1,-1 0,0-1,0 1,1-1,-1 1,0-1,0 1,0-1,1 1,-1-1,0 1,0-1,0 1,0-1,0 0,0 1,0-1,0 1,0-1,-1 1,1-1,0 1,0-1,0 1,-1-1,5-6,0-3,0 1,1-1,0 1,1 0,0 1,1-1,-1 1,1 1,1-1,0 1,0 0,0 1,1 0,0 0,0 1,0 0,1 1,0 0,0 0,0 1,0 0,0 1,4 0,-10 2,1 1,0-1,-1 1,1 1,-1-1,1 0,-1 1,0 0,1 0,-1 1,0-1,-1 1,1 0,0 0,-1 0,1 0,-1 1,0-1,0 1,-1 0,1 0,-1 0,1 0,-1 0,-1 0,1 1,-1-1,1 1,-1-1,0 1,-1 0,2 5,0 1,-1-1,0 0,-1 1,0-1,-1 1,0-1,0 1,-1-1,-1 0,0 0,0 0,-4 7,3-10,-1 1,0-1,0 0,-1 0,0 0,0-1,-1 0,0-1,0 1,0-1,-1 0,1-1,-6 2,9-3,-1-1,0 0,0 0,1-1,-1 1,0-1,0 0,-1-1,1 1,0-1,0 0,0 0,0-1,0 1,0-1,0 0,0-1,0 1,0-1,0 0,0 0,1 0,-5-3,7 3,0 0,0 1,0-1,0 0,0 0,0 0,0 0,0-1,1 1,-1 0,1-1,0 1,0-1,0 1,0-1,0 0,0 1,1-1,-1 0,1 0,0 1,0-1,0 0,0 0,0 0,1 1,-1-1,1 0,0 1,0-1,0 0,0 1,0-1,0 1,1-1,-1 1,1 0,0 0,-1 0,1 0,1-1,20-17,1 2</inkml:trace>
  <inkml:trace contextRef="#ctx0" brushRef="#br0" timeOffset="875.214">1456 189,'-17'-1,"0"2,0 0,0 1,1 1,-1 1,1 0,-1 1,1 1,1 0,-1 1,1 1,0 0,1 1,0 1,-6 5,18-13,0-1,0 1,0-1,0 1,0 0,0 0,0 0,1 0,-1 0,1 1,-1-1,1 0,0 1,0-1,0 1,0-1,0 1,1-1,-1 1,1 0,0-1,0 1,0 0,0-1,0 1,0 0,1-1,-1 1,1 0,0-1,0 1,0-1,0 1,0-1,0 0,1 1,-1-1,1 0,1 1,14 11,1 0,0-1,1-1,0-1,1-1,0 0,14 3,11 7,-31-14,1 0,1 1,-1 0,-1 1,0 1,0 0,0 1,-1 1,-1-1,0 2,4 4,-15-14,0 0,0 0,1 0,-1 0,0 0,-1 0,1 0,0 0,0 0,-1 0,0 1,1-1,-1 0,0 0,0 1,0-1,0 0,-1 0,1 1,0-1,-1 0,0 0,1 0,-1 0,0 0,0 1,0-2,-1 1,1 0,0 0,-1 0,1-1,-1 1,0 0,1-1,-3 2,-74 41,46-33,-2-2,0-1,0-1,0-2,-1-2,1-1,-2-1,-19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39.2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199 450,'-8'-1,"-1"1,1 0,0 0,-1 1,1 1,0-1,0 1,0 0,0 1,0 0,1 0,-1 1,1 0,0 0,0 1,0 0,1 0,-1 0,1 1,0 0,1 0,0 1,0 0,0-1,1 2,0-1,0 0,1 1,-2 4,4-9,1 1,0-1,0 0,0 0,1 0,-1 0,1 1,-1-1,1 0,0 0,0 0,1 0,-1 0,1-1,-1 1,1 0,0-1,0 1,0-1,0 1,0-1,1 0,-1 0,1 0,-1 0,1 0,0-1,0 1,0-1,0 0,0 0,0 0,0 0,0-1,0 1,0-1,0 1,1-1,-1 0,0-1,0 1,0 0,1-1,-1 0,0 0,0 0,1 0,7-5,0 0,0-1,-1 0,0 0,0-1,-1-1,0 1,0-2,-1 1,0-1,-1 0,0-1,-1 1,0-2,-1 1,0 0,2-8,8-19,-2-1,-1-1,-3 0,-1 0,-2-1,-1 0,-2 0,-3-15,1 49,-1 0,0-1,-1 1,1 0,-1 0,-1-1,1 1,-1 0,-1 0,1 1,-1-1,0 0,-4-4,7 10,-1 1,1 0,-1-1,1 1,-1-1,1 1,-1-1,1 1,-1 0,0 0,1-1,-1 1,1 0,-1 0,0 0,1-1,-1 1,0 0,1 0,-1 0,0 0,1 0,-1 0,0 1,1-1,-1 0,0 0,1 0,-1 1,0-1,1 0,-1 0,1 1,-1-1,1 1,-1-1,1 0,-1 1,1-1,-1 1,1 0,-1-1,1 1,0-1,-1 1,1 0,-17 30,7 2,1 0,2 0,1 0,1 1,2 0,2 0,1 0,2 15,-1-29,1 0,1 1,1-1,1-1,0 1,2-1,2 6,-6-19,0 1,0-1,0 0,1 0,0-1,0 1,0-1,1 0,0 0,0 0,0-1,1 0,-1 0,1 0,0 0,0-1,1 0,-1-1,0 1,1-1,0 0,-1-1,2 0,6-1,0-1,0 0,0-1,0-1,0 0,0-1,-1 0,0-1,0-1,0 0,0-1,-1 0,0-1,-1 0,0-1,0 0,-1-1,0 0,-1-1,0 0,0 0,0-3,-3 6,0-1,-1 0,0 0,-1-1,0 1,0-1,-1 0,0 0,-1 0,0 0,0 0,-1-1,-1-9,0 21,0 0,-1 0,1 0,-1 0,1 0,-1-1,1 1,-1 0,1 0,-1-1,0 1,1 0,-1-1,0 1,0 0,0-1,1 1,-1-1,0 0,0 1,0-1,0 0,0 1,0-1,0 0,0 0,0 0,0 0,0 0,0 0,0 0,0 0,0 0,0 0,0-1,1 1,-1 0,0-1,0 1,0-1,0 1,0-1,0 1,1-1,-1 1,0-1,1 0,-1 0,0 1,1-1,-1 0,1 0,-1 0,1 1,-1-1,1 0,0 0,-1 0,1 0,0 0,0 0,0 0,-1 0,1 0,0 0,1 0,-1 0,0 0,0 0,-4 8,0-1,0 1,0 0,1 0,1 0,-1 0,1 1,0-1,1 1,-1-1,1 1,1 0,0 0,0-1,0 1,1 0,0-1,1 1,0-1,0 1,0-1,1 0,0 0,1 0,-1 0,1 0,1-1,-1 0,1 0,0 0,0 0,8 1,-1-1,1 0,0-1,0 0,0-1,1-1,0 0,-1 0,1-2,0 0,0 0,0-1,0-1,0 0,10-3,35-4</inkml:trace>
  <inkml:trace contextRef="#ctx0" brushRef="#br0" timeOffset="839.783">1202 249,'3'96,"4"0,4 0,12 34,-16-92,15 74,-5 0,1 79,-24-131,-2-61,-11-58,-41-203,-7-121,63 354,1 17,1 0,0 0,1-1,1 1,0-1,0 1,1-1,1 1,0-1,1 0,-1 10,0 0,1 0,-1 1,0-1,1 0,0 1,0 0,0-1,0 1,0 0,0 1,0-1,1 1,-1-1,0 1,1 0,0 0,-1 0,1 1,-1-1,1 1,0 0,-1 0,1 0,0 1,-1-1,1 1,-1 0,1 0,-1 0,1 0,-1 1,0-1,1 1,-1 0,2 2,16 3,-1 2,0 0,0 1,-1 1,-1 1,0 1,0 0,-2 1,1 1,-1 1,-15-14,1-1,0 1,0-1,-1 1,1-1,-1 1,1 0,-1 0,0 0,1 0,-1 0,0 0,0 0,-1 1,1-1,0 0,-1 0,0 1,1-1,-1 0,0 1,0-1,0 0,0 1,-1-1,1 0,-1 0,1 1,-1-1,0 0,0 0,0 0,0 0,0 0,0 0,-1 0,1 0,0 0,-1 0,0-1,1 1,-2 0,-5 2,-1 1,0-2,0 1,0-1,-1-1,1 1,-1-1,1-1,-1 0,0-1,1 1,-1-2,0 1,1-2,-1 1,-3-2,11 3,1-1,-1 1,0-1,0 1,1-1,-1 0,1 1,-1-1,1 0,-1 0,1 0,-1 0,1-1,0 1,0 0,-1 0,1-1,0 1,0-1,0 1,1-1,-1 1,0-1,0 0,1 1,-1-1,1 0,0 0,-1 1,1-1,0 0,0 0,0 1,0-1,0 0,1 0,-1 1,1-1,-1 0,1 1,-1-1,1 0,0 1,0-1,0 1,0-1,0 1,0-1,0 1,0 0,0 0,1-1,11-9,1 1,-1 1,1 0,1 1,0 0,0 1,0 1,1 0,0 2,0-1,1 2,13-2,-25 4,1-1,-1 1,1 0,-1 0,1 0,-1 1,1 0,0 0,-1 0,1 1,-1 0,1 0,-1 0,1 1,-1 0,0 0,0 0,0 0,0 1,0 0,-1 0,1 0,-1 1,1 0,-1-1,-1 2,1-1,0 0,-1 1,0-1,2 6,18 93,-22-102,0 1,1-1,-1 0,0 1,1-1,-1 0,0 0,1 0,0 0,-1 0,1 0,-1 0,1-1,0 1,0 0,-1-1,1 0,0 1,0-1,0 0,0 0,-1 0,1 0,0 0,0 0,0-1,0 1,-1-1,1 1,0-1,0 0,52-29,-41 19,-1-2,0 1,-1-2,-1 1,0-1,-1-1,0 0,-2 0,1-1,-2 0,0 0,-1 0,-1-1,1-6,-4 111,-2-81,0 1,1-1,0 0,1 0,-1 0,1 1,1-1,-1 0,1 0,1 0,-1 0,1-1,0 1,1-1,-1 0,1 1,1-2,-1 1,1 0,0-1,0 0,0 0,1-1,0 1,0-1,0 0,0-1,1 1,1-1,74 5,-43-13</inkml:trace>
  <inkml:trace contextRef="#ctx0" brushRef="#br0" timeOffset="1341.581">2525 222,'-5'-3,"-1"0,0 0,0 0,-1 0,1 1,0 0,-1 1,1-1,-1 1,0 1,1-1,-1 1,0 0,1 0,-1 1,0 0,1 0,-1 1,1 0,-1 0,1 0,0 1,0 0,0 0,0 1,1-1,-1 1,1 0,0 1,0 0,4-4,0 0,0 1,0-1,1 0,-1 1,0-1,1 1,-1-1,1 1,0-1,-1 1,1-1,0 1,0-1,0 1,0-1,0 1,0-1,0 1,1-1,-1 1,1-1,-1 1,1-1,-1 1,1-1,0 0,0 1,0-1,0 0,0 0,0 1,0-1,0 0,0 0,0 0,2 0,55 30,-48-27,54 21,-32-13,0 1,-1 1,-1 2,8 6,4 20,-41-41,0 0,-1 0,1 0,0 0,-1 0,1 0,-1 0,1 0,-1 0,1 1,-1-1,0 0,0 0,1 0,-1 1,0-1,0 0,0 0,0 0,-1 1,1-1,0 0,0 0,-1 0,1 1,-1-1,1 0,-1 0,1 0,-1 0,0 0,0 0,1 0,-1 0,0 0,0-1,0 1,0 0,0 0,0-1,0 1,0-1,0 1,0-1,-1 1,-94 15,73-15,-149 5,163-8,15-1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37.7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1 947,'37'-15,"0"-3,-1 0,-1-3,-1-1,-1-1,-1-2,-1-1,-1-1,4-8,0-19,-33 53,-1 0,0-1,1 1,-1 0,0 0,1 0,-1 0,0 0,0-1,0 1,0 0,0 0,0 0,-1-1,1 1,0 0,0 0,-1 0,1 0,-1 0,1 0,-1 0,0 0,1 0,-1 0,0 0,0 0,1 0,-1 0,0 1,0-1,0 0,0 1,0-1,0 0,0 1,0-1,0 1,0 0,-1-1,1 1,0 0,0 0,0 0,0 0,-1 0,1 0,0 0,0 0,-1 0,-8 1,-1 0,1 0,-1 1,1 0,0 1,0 0,0 1,0 0,1 1,-1-1,1 2,0-1,1 2,-1-1,1 1,0 0,-5 7,9-10,0-1,1 1,-1 0,1 0,0 0,0 1,1-1,-1 1,1-1,0 1,0 0,0 0,1 0,0 0,0 0,0 0,1 0,-1 0,1 0,0 1,1-1,-1 0,1 0,0 0,1 0,-1 0,1 0,0 0,0-1,0 1,1 0,-1-1,1 0,0 0,3 3,6 2,1 0,1-1,-1 0,1-1,0-1,1 0,0-1,0 0,0-2,0 1,0-2,1 0,-1-1,1-1,0 0,-1-1,1 0,9-3,-17 2,1-1,-1 1,1-1,-1-1,0 0,0 0,-1 0,1-1,-1 0,0-1,0 0,-1 0,0 0,0-1,0 0,-1 0,0 0,0 0,-1-1,0 0,0 0,-1 0,1-4,0 3,1 0,-1 1,1-1,1 1,0 1,0-1,0 1,1 0,1-1,-5 6,-1 0,1 0,0 0,0 0,-1 1,1-1,1 1,-1 0,0 0,0 0,0 0,1 0,-1 1,0-1,1 1,-1 0,0 0,1 0,-1 1,0-1,1 1,-1 0,0 0,0 0,0 0,0 0,0 1,1 0,5 4,-1 0,1 1,-1 0,0 0,-1 1,0 0,0 0,-1 1,0 0,0 0,-1 0,0 1,-1 0,0 0,0 0,-1 0,1 6,-4-14,0-1,0 0,0 1,-1-1,1 0,0 1,0-1,-1 1,1-1,-1 0,1 0,-1 1,1-1,-1 0,0 0,0 0,0 1,0-1,0 0,0 0,0-1,0 1,0 0,0 0,0 0,0-1,-1 1,1 0,0-1,-1 0,1 1,0-1,-1 1,1-1,0 0,-1 0,1 0,-1 0,1 0,0 0,-1 0,1-1,0 1,-1 0,1-1,0 1,-1-1,1 0,0 1,0-1,0 0,-1 0,1 1,0-1,1-2,0 1,0-1,0 0,0 1,1-1,-1 1,1-1,-1 1,1 0,0-1,0 1,0 0,0-1,0 1,1 0,-1 0,1 0,-1 0,1 0,0 0,0 1,0-1,0 1,0-1,0-1,229-222,-211 199,0 0,-2-2,-1 0,-1-1,-2 0,-1-1,-1-1,-1 0,-2-1,-1 0,-2 0,-1 0,-1-1,-2 0,-2 0,-1-2,2 27,-2 0,1 0,-1 0,0 0,-1 0,0 0,0 0,-1 0,-3-7,6 15,-1-1,1 0,0 0,-1 1,1-1,-1 0,0 1,1-1,-1 0,1 1,-1-1,0 1,0-1,1 1,-1-1,0 1,0-1,1 1,-1 0,0 0,0-1,0 1,0 0,0 0,1 0,-1 0,0 0,0 0,0 0,0 0,0 0,0 1,1-1,-1 0,0 0,0 1,0-1,1 1,-1-1,0 1,0-1,1 1,-1-1,0 1,1-1,-1 1,1 0,-1 0,-26 38,14-7,1 1,2 1,1-1,1 2,2-1,2 1,1 0,1 0,2 0,4 21,-2-28,1-1,2 1,1-1,1 0,1-1,1 0,1 0,2-1,8 14,-11-25,-1-1,2 0,-1 0,2-1,0-1,0 0,1 0,0-1,1 0,0-1,1-1,0 0,0-1,0 0,1-1,0-1,5 1,-14-4,0 0,1-1,-1 1,1-1,-1-1,1 1,0-1,-1 0,1 0,-1-1,1 0,-1 0,1-1,-1 0,0 0,1 0,-1-1,0 0,-1 0,1 0,0-1,-1 0,0 0,0 0,0-1,0 0,-1 1,0-2,0 1,0 0,-1-1,1 0,-1-2,2-3,-1-1,-1 1,0-1,-1 0,0 0,-1 0,0-1,-1 1,0 0,-1 0,0 0,-1 0,0 0,-1 0,-4-9,7 21,0-1,0 0,0 0,1 1,-2-1,1 0,0 0,0 1,0-1,0 0,0 1,-1-1,1 0,0 1,0-1,-1 0,1 1,-1-1,1 0,-1 1,1-1,-1 1,1-1,-1 1,1-1,-1 1,1-1,-1 1,0 0,1-1,-1 1,0 0,1 0,-1-1,0 1,0 0,1 0,-1 0,0 0,0 0,1 0,-1 0,0 0,0 0,1 0,-1 0,0 1,1-1,-1 0,0 0,1 1,-1-1,0 1,1-1,-1 0,1 1,-1-1,0 1,1-1,-1 1,1 0,0-1,-1 1,1-1,-1 1,1 0,-4 10,0-1,1 1,0 0,1 0,0 0,0 1,2-1,-1 0,1 1,1-1,0 0,1 0,1 3,-1-5,1 0,0 0,1 0,0-1,1 0,0 0,0 0,0 0,1-1,0 1,1-2,0 1,0-1,0 0,1 0,-1-1,1 0,1 0,-1-1,1 0,-1-1,1 0,0 0,1-1,-1 0,0 0,0-1,1-1,-1 1,1-1,-1-1,1 0,-1 0,0-1,0 0,0-1,2 0,38-18,-8-4</inkml:trace>
  <inkml:trace contextRef="#ctx0" brushRef="#br0" timeOffset="287.047">990 372,'-16'3,"-5"2,10 1,23-1,30-4,32-6,34-6,30-10,-9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45.2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23,'-2'-2,"1"0,-1 0,0 1,1-1,-1 0,0 1,0 0,0-1,0 1,0 0,0 0,0 0,-1 0,1 1,0-1,0 0,-1 1,1 0,0-1,-1 1,1 0,-1 0,1 0,0 1,-1-1,1 1,0-1,0 1,-1 0,1 0,0 0,0 0,0 0,0 0,0 0,0 1,0-1,0 1,1 0,-1-1,1 1,-1 0,1 0,-1 0,1 1,-2 2,1 1,0 0,0-1,0 1,1 0,0 0,0 0,1 1,-1-1,1 0,1 0,-1 0,1 0,0 0,0 0,1 0,0 0,0 0,0-1,1 1,0-1,0 1,0-1,1 0,-1 0,1-1,0 1,1-1,-1 0,1 0,0 0,0-1,0 1,0-1,1 0,-1-1,1 0,0 1,7 2,1-1,0 0,-1 0,1-2,0 0,1 0,-1-1,0-1,0-1,0 0,0 0,0-1,0-1,0-1,0 0,-1 0,0-2,0 1,0-2,-1 0,0 0,0-1,0-1,-1 1,-1-2,0 0,0 0,0-1,-2 0,1 0,-2-1,1 0,-1-1,-1 0,4-12,-7 8,-6 17,-1 13,0 1,1 0,0 0,1 0,1 1,1-1,0 9,0-20,0 1,1 0,0 0,0 0,0-1,0 1,0 0,1-1,-1 1,1-1,0 1,0-1,0 0,1 0,-1 0,1 0,-1-1,1 1,0 0,0-1,0 0,1 0,-1 0,0 0,1-1,0 1,-1-1,1 0,0 0,-1 0,1 0,0-1,0 1,0-1,1 0,11 0,-1-1,0-1,1 0,-1-1,0 0,0-2,0 1,-1-2,1 0,-2-1,1 0,-1-1,0 0,0-1,-1-1,0 0,-1-1,0 0,-1 0,0-1,7-12,-16 23,1-1,0-1,0 1,0-1,-1 1,1-1,-1 0,1 0,-1 0,0 0,0 0,0 0,-1 0,1 0,-1 0,0 0,0-1,0 1,0 0,0 0,-1 2,0 1,0 0,0 0,0 0,-1 0,1 0,0 1,0-1,0 0,0 0,0 1,0-1,0 0,0 1,0-1,0 1,0 0,1-1,-1 1,0 0,0-1,0 1,1 0,-1 0,0 0,1-1,-1 1,1 0,-1 0,1 0,-1 0,1 0,0 0,-1 0,1 2,-2 0,0 0,0 1,0-1,1 1,-1 0,1 0,0-1,0 1,1 0,-1 0,1 0,0 0,0 0,0 0,0 0,1 0,-1 0,1-1,0 1,0 0,1 0,-1-1,1 1,0 0,0-1,0 0,0 1,2 1,7 2,0 1,0-2,0 1,1-2,0 1,0-2,1 0,-1 0,1-1,0 0,0-1,7-1,34 6,1-2,-1-3,41-4,-24-3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40.8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175 769,'-5'14,"-1"11,0 8,2 6,1 2,3 0,2-4,0-5,0-8</inkml:trace>
  <inkml:trace contextRef="#ctx0" brushRef="#br0" timeOffset="442.494">1 488,'51'14,"-1"1,-1 2,0 3,-1 2,-2 2,0 2,32 24,-61-37,0 1,-1 0,-1 2,0-1,-1 2,-1 0,0 0,-1 2,-1-1,-1 1,-1 1,0 0,-2 0,0 1,-3-6,-4-13,-1 0,1 0,0 1,0-1,1 0,-1 0,0 1,1-1,-1 0,1 0,0 0,0 1,0-1,0 0,0 0,0-1,0 1,1 0,-1 0,1 0,-1-1,1 1,0-1,0 1,-1-1,1 0,0 0,0 0,0 0,0 0,1 0,-1 0,0-1,0 1,0-1,2 0,5-5,-1-1,1-1,-1 0,-1 0,1 0,-1-1,0 0,-1-1,0 1,0-1,-1 0,0-1,11-22,0 0,-3-1,0-1,-2-2,-11 36,5 53,-5-45,-1 1,1-1,1 0,0 1,0-1,0 0,1 1,0-1,1 0,0 0,0 0,0-1,1 1,1-1,-1 0,1 0,0 0,1-1,-1 0,1 0,1 0,3 3,80 15,-43-21</inkml:trace>
  <inkml:trace contextRef="#ctx0" brushRef="#br0" timeOffset="1673.685">1445 730,'-15'-1,"0"1,1 0,-1 1,0 0,1 2,-1 0,1 0,0 1,0 1,0 0,1 1,0 1,0 0,0 0,1 2,-7 5,17-12,0-1,1 1,-1 0,1-1,-1 1,1 0,0 0,0 0,0 1,0-1,0 0,0 0,0 0,1 1,-1-1,1 0,0 1,0-1,0 0,0 1,0-1,0 0,0 1,1-1,-1 0,1 1,0-1,0 0,0 0,0 0,0 0,0 1,0-2,1 1,-1 0,1 0,-1 0,1-1,0 1,0-1,0 1,0-1,13 7,0-2,1 0,0-1,0 0,0-1,0-1,1-1,0 0,-1-1,1-1,6-1,-22 1,27 2,0-2,0-1,0-1,0-1,0-2,-1-1,0-1,0-1,0-1,18-10,44-52,-67 58,-14 9,1 0,-1 0,0-1,0 0,-1-1,1 0,-1 0,0 0,-1-1,0 0,0 0,0-1,-1 0,0 0,0 0,-1 0,0-1,2-7,-6 14,0 0,0 0,0 0,0 1,0-1,-1 0,1 0,-1 0,1 0,-1 0,0 1,1-1,-1 0,0 1,0-1,0 0,-1 1,1-1,0 1,0 0,-1-1,1 1,-1 0,1 0,-1 0,0 0,1 0,-1 0,0 0,0 1,0-1,1 1,-1-1,0 1,0 0,0 0,0-1,0 1,-3 0,0-1,0 1,1 0,-1 0,0 0,0 1,0-1,0 1,1 0,-1 1,0-1,1 1,-1 0,-3 2,4 1,0-1,0 1,0 0,1 0,0 0,0 1,0-1,1 1,0 0,0 0,0 0,1 0,0 0,0 0,0 0,1 0,0 0,0 0,1 0,-1 0,1 0,1 0,-1 0,1 0,0 0,0 0,1-1,0 1,0-1,0 0,0 0,1 0,0 0,0 0,0-1,5 3,4 1,1 0,-1-1,2-1,-1-1,1 0,0-1,0 0,0-1,0-1,0 0,1-1,-1-1,1-1,-1 0,10-2,26-3</inkml:trace>
  <inkml:trace contextRef="#ctx0" brushRef="#br0" timeOffset="2569.006">2408 582,'-9'83,"4"1,3-1,6 33,9 29,29 138,-26-191,5 67,-22-139,-9-41,-17-67,4-2,3 0,-5-83,13 95,4 0,4 0,4-61,-1 133,1-1,0 0,1 0,-1 1,1-1,0 0,1 1,0-1,0 1,0-1,1 1,0 0,0 0,1 0,-1 0,1 1,0 0,1-1,-1 2,1-1,0 0,1 1,-1 0,1 0,-1 0,1 1,0 0,5 1,0 1,-1 0,1 1,0 0,-1 1,1 0,0 1,-1 0,1 0,-1 1,0 0,0 1,0 0,-1 1,1 0,-1 1,0 0,0 0,-1 1,0 0,2 3,-6-8,-1 1,0 0,0 0,0 1,0-1,0 0,-1 1,1 0,-1 0,0 0,0 0,-1 0,1 0,-1 0,0 0,0 1,0-1,-1 0,0 1,1-1,-1 1,-1-1,1 0,-1 1,0-1,0 0,0 1,0-1,-1 0,1 0,-1 0,0 0,-1 0,1-1,-1 1,1-1,-1 1,0-1,0 0,-1 0,-2 2,2-3,1 0,-1 1,0-2,-1 1,1 0,0-1,0 0,-1 0,1 0,0 0,-1-1,1 0,-1 0,1 0,-1 0,1-1,0 1,-1-1,1 0,0-1,-1 1,1-1,0 0,0 0,-1-1,5-1,0 0,0 0,1 0,-1 0,1 0,0 0,0 0,0 0,1 0,-1 0,1 0,0 1,0-1,0 1,1-1,-1 1,1 0,0 0,0 0,0 0,0 1,0-1,1 1,-1 0,4-2,6-5,0 0,1 0,0 2,0 0,1 0,0 1,0 1,0 1,1 0,-1 1,1 0,0 1,0 1,0 1,0 0,9 2,-23-2,0 0,0 0,0 0,0 0,0 0,0 1,0-1,0 1,0-1,0 1,0 0,0 0,0 0,-1 0,1 0,0 0,-1 0,1 0,0 1,-1-1,0 1,1-1,-1 1,0 0,0-1,0 1,0 0,0 0,0 0,0 0,-1 0,1 0,-1 0,1 0,-1 0,0 0,0 0,0 0,0 0,0 0,0 1,-2 14,1-13,0-1,1 0,-1 0,1 1,-1-1,1 0,0 1,0-1,1 0,-1 1,1-1,-1 0,1 0,0 1,0-1,1 0,-1 0,1 0,-1 0,1 0,0-1,0 1,0-1,0 1,1-1,-1 1,1-1,-1 0,2 0,1 1,0-1,1 1,-1-1,1-1,-1 1,1-1,0 0,0 0,-1 0,1-1,0 0,0 0,0-1,0 1,-1-1,1 0,0-1,-1 0,1 0,-1 0,1 0,-1-1,0 0,0 0,0 0,-1-1,1 1,-1-1,0 0,0-1,0 1,0-1,-1 0,0 0,0 0,0 0,0 0,-1 0,1-4,-2 5,0 0,0 0,-1 0,1 0,-1 0,0 0,0 0,0 0,-1 0,1 0,-1 0,0 0,0 0,-1 0,1 1,-1-1,0 0,0 1,0-1,0 1,-1 0,1 0,-1 0,0 0,0 0,0 0,0 1,0-1,0 1,-1 0,1 0,-1 0,0 1,0-1,1 1,-1 0,0 0,0 0,0 1,0-1,0 1,-3 0,2 1,-1-1,1 1,-1 1,1-1,-1 1,1 0,0 0,0 0,0 1,0 0,0 0,0 0,1 0,0 1,-1 0,1 0,1 0,-1 0,1 1,-1-1,1 1,1 0,-1 0,1 0,-1 0,1 1,1-1,-1 0,1 2,1-5,0 0,0 0,1 0,-1 0,0 0,1 0,0 0,-1 0,1 0,0 0,0 0,0 0,0 0,1-1,-1 1,0 0,1-1,-1 1,1-1,-1 0,1 1,0-1,0 0,-1 0,1 0,0 0,2 0,15 6</inkml:trace>
  <inkml:trace contextRef="#ctx0" brushRef="#br0" timeOffset="2781.711">3076 329,'-12'-16,"-5"-10,-2-5,-1 3,3 4,7 5,10 7,14 5,11 9,11 5,6 9,-5 2</inkml:trace>
  <inkml:trace contextRef="#ctx0" brushRef="#br0" timeOffset="3282.389">3263 649,'-6'42,"2"1,2-1,4 35,-3-74,1 0,1 1,-1-1,0 0,1 0,0 0,-1 0,1 0,1 0,-1 0,0 0,1 0,-1-1,1 1,0-1,0 1,0-1,0 1,0-1,0 0,1 0,-1 0,1 0,-1-1,1 1,0-1,0 1,0-1,0 0,0 0,0 0,0-1,0 1,0-1,0 0,0 1,1-1,-1-1,0 1,0 0,0-1,1 0,8-4,-1-1,0 0,0 0,-1-1,1-1,-1 0,-1 0,0-1,0 0,-1 0,0-1,0 0,-1-1,-1 0,0 0,0 0,-1-1,0 1,-1-1,-1-1,2-7,17-58,-33 157,9-74,0 0,1 0,0 0,0 1,0-1,0 0,1 1,0-1,0 1,0-1,1 0,0 1,0-1,0 0,1 0,-1 0,1 0,0 0,1 0,-1 0,1-1,0 1,0-1,1 0,-1 0,1 0,0 0,0 0,0-1,0 0,1 0,-1 0,3 0,3-2,0 0,1-1,-1 0,1-1,-1 0,0-1,1 0,-1-1,0 1,0-2,-1 0,1 0,-1-1,0 0,0 0,0-1,-1 0,0-1,0 0,-1 0,1-1,-2 0,1 0,-1 0,0-1,-1 0,0 0,0-1,-1 1,-1-1,3-7,1-28,-8 44,1 1,0-1,-1 1,1 0,-1 0,1-1,0 1,-1 0,1 0,-1-1,1 1,-1 0,1 0,-1 0,1 0,-1 0,1 0,-1 0,1 0,-1 0,1 0,0 0,-1 0,1 0,-1 0,1 0,-1 0,1 0,-1 1,1-1,-1 0,1 0,0 1,-1-1,1 0,-1 1,1-1,0 0,-1 1,1-1,0 0,0 1,-1-1,1 1,0-1,0 1,0-1,-1 0,1 1,0-1,0 1,0-1,0 1,0-1,0 1,0-1,0 1,0-1,0 1,0-1,0 1,-2 2,0 1,0-1,0 1,0 0,1 0,0 0,-1 0,1 0,1 0,-1 0,0 0,1 0,0 0,0 0,0 0,1 1,-1-1,1 0,0 0,0 0,1 0,-1-1,1 1,0 0,0 0,0-1,0 1,1-1,-1 0,1 0,0 0,0 0,0 0,0-1,0 1,1-1,1 1,17 4,1-1,0-1,0-1,1-1,-1-1,1-1,-1-1,1-1,1-1,51-3,-6-1</inkml:trace>
  <inkml:trace contextRef="#ctx0" brushRef="#br0" timeOffset="3675.382">4533 689,'-35'-9,"21"4,0 1,0 0,0 1,-1 1,1 0,-1 1,0 1,1 0,-1 0,-5 3,15-2,0 1,0 0,1 1,-1-1,1 1,-1-1,1 2,0-1,0 0,0 1,1-1,-1 1,1 0,0 0,0 1,0-1,1 1,0-1,-1 1,2 0,-1 0,0 0,1 0,0 0,0 3,0-4,0 0,1 0,0 0,0 0,0 0,0 0,0 0,1 0,0 0,-1-1,2 1,-1 0,0 0,1-1,-1 1,1-1,0 1,1-1,-1 0,0 0,1 0,0 0,-1 0,1 0,0-1,1 1,-1-1,0 0,1 0,-1 0,1-1,0 1,1-1,8 2,0-1,0-1,1 0,-1-1,1 0,-1-2,0 1,0-1,1-1,-1 0,-1-1,1-1,-1 0,1 0,-1-1,-1-1,1 0,-1-1,-1 0,1 0,-1-1,-1 0,1-1,-2 0,1-1,2-5,2-12,-2-1,-1 0,0-1,-3 0,0-1,-2 1,-2-1,0 0,-2 0,-1 0,-5-28,3 0,-3 0,-2 1,-6-17,12 67,-1 1,0 0,0-1,0 1,-1 0,0 0,-1 0,1 1,-1-1,0 1,-4-4,6 9,-1 0,1-1,-1 1,1 1,-1-1,1 0,-1 0,0 1,1 0,-1-1,0 1,1 0,-1 1,0-1,1 0,-1 1,0-1,1 1,-1 0,1 0,-1 0,1 0,-1 0,1 0,0 1,-1-1,1 1,0 0,0 0,0 0,1 0,-1 0,0 0,1 0,-1 0,1 1,0-1,-1 2,-10 14,1 1,0 0,1 1,2 0,0 0,1 1,1 0,1 0,0 0,2 1,1-1,0 1,2 0,0 0,2-1,0 1,1 0,2-1,0 0,5 13,-1-9,2-1,0 0,1-1,1 0,10 11,21 24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32.9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8262 1060,'18'-27,"-1"-2,-1 0,-1-1,-2 0,-1-2,-2 1,-1-1,-1 0,-2-1,-1 0,-2 0,-1-13,-1 47,-1-1,0 0,1 0,-1 0,0 0,1 0,-1 0,0 0,1 0,-1 0,0 0,1 0,-1 0,0 0,1 0,-1 0,0 0,0 0,1 0,-1 0,0 0,1 0,-1-1,0 1,1 0,-1 0,0 0,0-1,3 10,2 1,-1 0,2 0,-1-1,1 1,1-1,0-1,0 1,0-1,1 0,1-1,4 4,15 14,-16-12,-1 2,0-1,0 1,-2 1,0 0,-1 0,-1 1,0 0,0 1,8 21,-14-35,0-1,0 1,1 0,-1 0,1-1,0 1,0-1,0 1,0-1,1 0,-1 0,1 0,0 0,-1-1,2 1,-1-1,0 1,0-1,1 0,-1 0,1-1,0 1,-1-1,1 1,0-1,0-1,0 1,0 0,0-1,0 0,0 0,0 0,-1 0,1-1,0 1,0-1,0 0,0 0,1-1,12-10,-1 0,0-1,-1-1,0-1,-1 0,0 0,-2-1,0-1,3-7,-9 18,-1-1,-1 0,1 0,-1-1,-1 1,1-1,-1 0,0 0,-1 0,0 0,0-1,-1 1,0 0,-1-5,0 12,0 0,0 0,0 0,-1 0,1-1,-1 1,1 0,-1 0,1 0,-1 0,1 0,-1 0,0 0,0 1,1-1,-1 0,0 0,0 0,0 1,0-1,0 0,0 1,0-1,0 1,0 0,0-1,0 1,0 0,-1-1,1 1,0 0,0 0,0 0,0 0,0 0,-1 0,1 0,0 1,0-1,0 0,0 0,0 1,0-1,-1 1,-44 28,41-25,1 1,-1 0,1 0,0 0,0 0,1 1,-1-1,1 1,0 0,1 0,0 0,0 1,0-1,1 1,-1-1,2 1,-1-1,1 1,0-1,0 1,1-1,-1 1,2-1,-1 1,1-1,0 0,0 1,0-1,1 0,0-1,0 1,1 0,1 0,6 3,1-1,0 0,0-1,0 0,1-1,0 0,1-1,-1-1,1 0,0-1,0-1,0 0,0 0,0-2,1 1,2-2,137-11,-87-3</inkml:trace>
  <inkml:trace contextRef="#ctx0" brushRef="#br0" timeOffset="841.348">9706 781,'-15'-4,"0"1,0 1,-1 0,1 1,-1 1,1 1,-1 0,1 1,-12 2,20-2,0 0,1 0,-1 0,0 0,1 1,0 0,0 1,0 0,0-1,0 2,1-1,-1 1,1 0,0 0,1 0,-1 1,1-1,0 1,1 0,-1 0,1 1,0 1,2-6,0 0,0 1,0-1,1 0,-1 1,1-1,-1 0,1 1,0-1,0 1,0-1,1 1,-1-1,0 0,1 1,0-1,-1 0,1 1,0-1,0 0,0 0,1 0,-1 0,0 0,1 0,-1 0,1 0,0-1,-1 1,1 0,0-1,0 0,0 1,0-1,1 0,-1 0,0 0,1 0,4 2,2-1,-1 1,0-2,0 1,1-1,-1 0,1-1,-1 0,1 0,3-1,6-2,-1-1,0-1,0-1,0 0,-1-1,0-1,0-1,-1 0,0 0,0-2,-1 0,10-11,-19 17,-5 4,1 0,0 0,-1 0,1 0,0 0,0 0,0 0,0 0,-1 0,1 0,0 1,1-1,-1 0,0 1,0-1,0 0,0 1,0 0,1-1,-1 1,0 0,0-1,1 1,-1 0,0 0,1 0,-1 0,0 0,0 0,1 1,-1-1,1 0,2 7,0 0,0 1,-1-1,1 1,-2-1,1 1,-1 0,-1 0,1 0,-1 0,3 14,12 67,-4 1,-4 0,-3 0,-7 60,3-125,-2 1,-1-1,0 0,-2 0,-1 0,-1 0,-1-1,-1 0,-11 20,19-42,0 0,0-1,-1 1,1-1,-1 1,0-1,1 1,-1-1,0 1,0-1,0 0,0 1,0-1,0 0,0 0,0 0,-1 0,1 0,0 0,-1 0,1 0,-1-1,1 1,-1 0,1-1,-1 1,1-1,-1 0,0 1,1-1,-1 0,1 0,-1 0,0 0,1 0,-1 0,0-1,1 1,-1-1,1 1,-1-1,1 1,-1-1,1 0,-1 0,1 0,0 0,-1 0,-3-9,0-1,1 0,0 0,1 0,0 0,1 0,0-1,1 1,0-1,1 0,0 1,1-8,-1 16,4-58,3 0,2 1,2 0,4 1,2 0,2 2,3 0,2 1,25-39,-31 60,2 1,1 1,1 1,2 0,1 2,1 1,21-16,16 8,-62 37,1 0,0 1,-1-1,1 1,-1-1,1 1,-1 0,0-1,1 1,-1 0,0 0,1 0,-1 0,0 0,0 1,0-1,0 0,0 0,0 1,0-1,0 1,-1-1,1 1,-1-1,1 1,-1-1,1 1,-1-1,0 1,0 0,0-1,0 1,0-1,0 1,0 0,0-1,-1 1,1-1,-1 1,2 2,0 56,-3-46,1 0,1 0,0 0,1 0,0 0,1 0,1-1,0 1,1-1,0 1,1-1,1 0,0-1,0 1,2-1,5 8,-10-17,0 0,1 0,-1 0,1 0,0 0,0-1,0 0,0 0,0 0,0 0,0-1,1 1,-1-1,1 0,-1 0,1-1,-1 1,1-1,-1 0,1 0,-1-1,1 1,-1-1,1 0,-1 0,1-1,-1 1,0-1,0 0,0 0,0-1,0 1,0-1,1-1,16-17</inkml:trace>
  <inkml:trace contextRef="#ctx0" brushRef="#br0" timeOffset="1096.773">10241 486,'-16'5,"-8"5,1 4,4 4,9 1,17 0,15-1,4-4</inkml:trace>
  <inkml:trace contextRef="#ctx0" brushRef="#br0" timeOffset="1566.335">10735 620,'-17'10,"0"0,1 1,1 1,0 1,0 0,1 1,1 1,9-12,1 1,-1 1,1-1,0 0,0 1,1 0,-1 0,1-1,0 1,1 1,-1-1,1 0,0 0,0 0,1 1,-1-1,1 0,0 1,1-1,-1 0,1 1,0-1,0 0,1 0,0 0,0 0,1 3,5 3,0 0,1-1,0 0,1-1,-1 0,2-1,-1 0,1 0,1-1,-1 0,1-1,0-1,11 4,76 46,-98-54,0-1,0 1,0-1,0 1,1-1,-1 1,0 0,-1 0,1-1,0 1,0 0,0 0,0 0,-1 0,1 0,0 0,-1 0,1 0,-1 1,1-1,-1 0,1 0,-1 0,0 0,0 1,0-1,0 0,1 0,-2 1,1-1,0 0,0 0,0 1,0-1,-1 0,1 0,-1 0,1 0,-1 0,1 1,-1-1,0 0,1 0,-1 0,0 0,0-1,0 1,0 0,0 0,0 0,0-1,0 1,0-1,0 1,0 0,0-1,0 0,-1 1,1-1,-1 0,-7 4,-1-1,1-1,-1 0,1 0,-1-1,0 0,0 0,1-1,-1-1,-8-1,17 2,-1 0,1 0,-1 0,1-1,-1 1,1-1,-1 1,1-1,-1 1,1-1,0 0,-1 0,1 0,0 0,0 0,0 0,0 0,-1 0,1 0,1 0,-1-1,0 1,0 0,0-1,1 1,-1-1,1 1,-1-1,1 1,0-1,-1 1,1-1,0 1,0-1,0 1,0-1,0 1,1-1,-1 1,0-1,1 1,-1-1,1 1,32-68,-28 60,87-137,57-105,-119 192,-3-1,-3-1,-2-2,-3 0,-2-1,-4 0,6-65,-19 115,-1 29,0 116,5 1,6-1,6 0,5-1,39 125,-55-232,-1-7,0-1,0 0,1 0,1 0,1 0,5 8,-11-22,-1 1,0-1,1 0,-1 0,1 0,-1 0,1-1,-1 1,1 0,-1 0,1 0,0 0,0 0,-1-1,1 1,0 0,0-1,0 1,0-1,0 1,0-1,0 1,0-1,0 0,0 1,0-1,0 0,0 0,0 0,0 0,0 0,0 0,0 0,1 0,-1 0,0 0,0-1,0 1,0 0,0-1,0 1,0-1,0 1,0-1,-1 1,1-1,0 0,0 1,0-1,-1 0,1 0,0 0,0 0,9-19</inkml:trace>
  <inkml:trace contextRef="#ctx0" brushRef="#br0" timeOffset="1843.166">11042 379,'14'0,"20"0,25 0,23 0,18 0,-8 0</inkml:trace>
  <inkml:trace contextRef="#ctx0" brushRef="#br0" timeOffset="3140.757">11724 1047,'-1'-22,"0"-1,2 0,0 0,2 1,0-1,3-7,3-18,1-11,-4 26,-1-1,-1 1,-2-1,-1-16,-2 85,5-31,-1 0,1 0,0 0,1 0,-1-1,1 0,-1 0,1 0,0 0,0-1,0 0,0 0,0 0,1-1,-1 0,1 0,-1 0,1 0,-1-1,1 0,4-1,-8 2,208 6,-205-7,0 0,0 1,0 0,0 0,0 0,-1 0,1 1,0 0,-1 0,1 0,-1 0,0 1,0 0,0 0,0 0,0 0,0 1,-1-1,0 1,0 0,0 0,0 0,0 0,-1 1,0-1,0 1,1 4,14 178,-16-184,0 0,0-1,0 1,0 0,0 0,1-1,0 1,-1-1,1 1,0-1,0 0,0 1,0-1,1 0,-1 0,0-1,1 1,0-1,-1 1,1-1,0 0,0 0,0 0,-1 0,1 0,0-1,0 1,0-1,0 0,0 0,2 0,3 0,0-2,0 1,0-1,0 0,0 0,0-1,-1 0,1-1,-1 1,0-1,2-2,4-3,-1-1,0 0,-1-1,0 0,-1-1,0 0,-1-1,0 0,-1 0,-1-1,0 0,-1 0,0-1,-2 0,-10 28,3 0,0 0,1-1,0 2,1-1,0 0,1 0,1 0,0 2,-1-11,1-1,-1 0,1 1,0-1,0 1,0-1,0 0,0 0,1 0,0 1,-1-2,1 1,0 0,1 0,-1 0,0-1,1 0,-1 1,1-1,0 0,0 0,0 0,0-1,0 1,0-1,1 1,-1-1,0 0,1-1,-1 1,0 0,1-1,0 0,7-1,0-1,1 0,-1 0,0-2,-1 1,1-1,-1-1,1 0,-1 0,-1-1,1 0,-1-1,0 0,0-1,-1 1,0-2,3-4,1-1,-1-1,-1 0,0-1,-1 0,-1 0,0-3,-3 10,-1 22,-3-1,1 1,0-1,1 0,1 0,0 0,0-1,1 1,0-1,1 0,1 0,0-1,0 0,1 0,0-1,1 0,0 0,0-1,1 0,0-1,0 0,1 0,0-1,0-1,9 4,-9-6,0-1,0 0,1-1,-1 0,0-1,1 0,-1 0,0-2,0 1,0-1,0-1,0 0,0-1,0 0,6-3,4-4,0 0,0-2,-2 0,1-1,-2-1,0-1,-1 0,4-8,-2 0,-1-1,-1 0,-1-2,-2 0,0-1,-2 0,-1-1,-1 0,-2-1,-1 0,-1 0,-1-1,-2 1,-1-1,-2-13,1 24,0-1,-1 1,-1-1,-1 1,-1-1,-1 1,-1 0,-1 0,0 1,-7-13,12 29,0-1,-1 1,1 0,-1-1,0 1,0 0,0 0,-1 0,1 1,-1-1,1 1,-1-1,0 1,0 0,0 0,0 0,-1 0,1 1,0-1,-1 1,1 0,-1 0,1 0,-1 0,0 1,1-1,-1 1,1 0,-1 0,0 1,1-1,-1 1,0-1,1 1,-4 1,-5 6,0 1,0 0,1 0,0 1,1 1,0 0,0 0,2 1,-1 0,1 0,1 1,0 0,1 0,1 1,0 0,0 0,0 5,-4 9,2 1,0-1,2 1,1 1,2-1,1 1,1-1,1 1,1-1,4 9,-3-21,0 0,2-1,0 0,1 0,0 0,1 0,1-1,1-1,0 1,1-1,0-1,1 0,1 0,0-1,0-1,1 0,1 0,7 3,-11-7,1-2,0 1,0-1,0-1,1 0,-1 0,1-1,0-1,0 0,0 0,0-1,0-1,0 0,1-1,-1 0,0-1,0 0,0-1,-1 0,1-1,-1 0,0-1,0 0,0-1,5-3,-3-1,1-1,-1 0,-1-1,0 0,-1-1,0 0,-1-1,0 0,-1-1,-1 0,0 0,-1 0,-1-1,1-5,-7 21,0 0,0 0,0 1,1-1,-1 0,0 0,0 0,0 1,0-1,0 0,0 0,1 0,-1 0,0 1,0-1,0 0,0 0,1 0,-1 0,0 0,0 0,0 0,1 0,-1 0,0 0,0 1,0-1,1 0,-1 0,0 0,0 0,1 0,-1-1,0 1,0 0,0 0,1 0,-1 0,0 0,0 0,0 0,3 32,-3-27,19 122,-18-120,1-1,0 0,0 1,1-1,0 0,0 0,0-1,1 1,0-1,0 0,0 0,1 0,-1 0,1-1,0 0,1 0,-1 0,4 1,-4-3,0 0,0 0,0-1,0 0,0 0,1 0,-1-1,0 0,1 0,-1 0,0 0,1-1,-1 0,0 0,0-1,1 1,-1-1,0 0,-1-1,1 1,2-3,7-3,-2 0,1-2,-1 0,-1 0,0-1,9-11,9-16,-3-1,-1-1,-1-1,10-29,-22 49,-12 21,-1 0,1 0,0 1,0-1,0 0,0 0,0 1,0-1,-1 0,1 0,0 1,0-1,0 0,0 1,0-1,0 0,0 0,0 1,0-1,0 0,0 1,0-1,0 0,1 0,-1 1,0-1,0 0,0 1,0-1,0 0,1 0,-1 0,0 1,0-1,0 0,1 0,-1 0,0 1,0-1,1 0,-1 0,0 0,0 0,1 0,-1 1,0-1,0 0,1 0,-1 0,0 0,1 0,-1 0,0 0,1 0,-1 0,0 0,-17 93,12-70,0 0,2 0,0 0,1 0,2 0,0 6,1-25,-1 1,1-1,0 0,0 0,0 1,0-1,1 0,0 0,0-1,0 1,0 0,1 0,-1-1,1 0,0 1,0-1,0 0,0-1,1 1,-1 0,1-1,0 0,-1 0,1 0,0 0,0-1,0 1,1-1,-1 0,0 0,0-1,1 1,-1-1,1 0,4-1,1 0,0 0,-1-1,1 0,-1-1,0 0,1 0,-2-1,5-2,34-19</inkml:trace>
  <inkml:trace contextRef="#ctx0" brushRef="#br0" timeOffset="3406.049">14598 245,'-13'0,"-12"5,-6 3,0 6,6 1,6 2,9 0,7-4</inkml:trace>
  <inkml:trace contextRef="#ctx0" brushRef="#br0" timeOffset="-16786.721">0 139,'226'-12,"-173"11,686-15,296-62,-758 50,-247 26</inkml:trace>
  <inkml:trace contextRef="#ctx0" brushRef="#br0" timeOffset="-5762.157">94 1047,'16'-2,"14"-1,18 0,15 1,14 0,10 4,7 2,3 2,0 1,-4 3,-18-1</inkml:trace>
  <inkml:trace contextRef="#ctx0" brushRef="#br0" timeOffset="-3797.462">1858 860,'-1'-1,"-1"0,1 0,-1 0,1 0,-1 0,0 0,1 0,-1 1,0-1,0 1,0-1,1 1,-1 0,0-1,0 1,0 0,0 0,0 1,0-1,1 0,-1 0,0 1,0 0,-9 3,0 0,0 1,0 0,1 1,0 0,1 1,-1 0,1 0,0 1,1 0,0 1,0 0,1 0,0 1,1 0,0 0,0 0,1 1,1 0,-1 0,2 0,-3 11,5-19,0 0,0 0,0 0,0-1,0 1,1 0,0 1,-1-1,1 0,0 0,1 0,-1 0,0 0,1 0,0 0,-1 0,1 0,0-1,1 1,-1 0,0 0,1-1,0 1,-1-1,1 1,0-1,0 0,1 0,-1 0,0 0,1 0,0 1,8 0,0-1,1 1,-1-2,0 1,1-2,-1 0,0 0,1-1,-1 0,0-1,0 0,1-1,-2 0,1 0,2-2,278-119,-290 123,0 0,0 0,1 0,-1 0,0 0,1 0,-1 1,1-1,-1 0,1 1,-1-1,1 1,-1-1,1 1,-1 0,1-1,0 1,-1 0,1 0,0 0,-1 1,1-1,-1 0,1 0,-1 1,1-1,0 1,-1 0,0-1,1 1,-1 0,1 0,-1 0,0 0,0 0,1 0,-1 0,0 0,0 1,0-1,0 1,0 60,-2-58,0 0,0 0,0-1,1 1,-1 0,1 0,0 0,0 0,0 0,1-1,-1 1,1 0,0 0,0 0,0-1,1 1,-1-1,1 1,0-1,0 1,0-1,0 0,1 0,-1 0,1 0,0-1,0 1,0-1,0 1,0-1,1 0,1 0,1 0,1 0,0-1,-1 0,1 0,0-1,0 0,0 0,-1 0,1-1,0 0,0-1,-1 1,1-1,-1 0,1-1,-1 0,0 0,0 0,0-1,-1 0,1 0,2-3,-4 5,0-1,-1 0,1 0,-1-1,0 1,0-1,0 1,0-1,-1 0,0 0,1-1,-1 1,-1 0,1-1,-1 1,0-1,0 1,0-1,0 1,-1-1,0 0,0 1,0-1,0 0,-1 1,0-1,0 0,0 1,0-1,-1 1,0 0,0-1,0 1,-3-3,-1 0,0 0,0 0,0 1,0 0,-1 0,0 0,-1 1,1 0,-1 1,0 0,0 0,0 0,-1 1,1 1,-1-1,0 1,0 1,46-4,55-7,-46 5,1 2,-1 2,23 2,-64 1,0 0,-1 0,1 0,-1 1,1 0,-1-1,1 2,-1-1,1 0,-1 1,0 0,0 0,0 0,0 1,0-1,0 1,-1 0,1 0,-1 0,0 0,0 1,0-1,0 1,-1 0,1 0,-1 0,0 0,0 0,0 1,0 1,0 10,1 0,-2 0,0 1,-1-1,-1 1,-1 8,0 12,1-36,1 0,-1 0,1-1,0 1,-1 0,1 0,0 0,0 0,0 0,0-1,0 1,0 0,0 0,0 0,0 0,0 0,0 0,1-1,-1 1,0 0,1 0,-1 0,0-1,1 1,-1 0,1 0,-1-1,1 1,0 0,-1-1,1 1,0 0,-1-1,1 1,0-1,0 0,-1 1,1-1,0 1,0-1,0 0,0 0,-1 0,1 1,0-1,0 0,0 0,0 0,0 0,10-6,-1 0,0-1,-1 0,1-1,-1 0,-1 0,0-1,0 0,2-4,1 0,90-111,-101 124,0-1,0 0,0 1,0-1,0 1,1-1,-1 1,0-1,0 0,1 1,-1-1,0 1,0-1,1 1,-1 0,1-1,-1 1,0-1,1 1,-1-1,1 1,-1 0,1 0,-1-1,1 1,-1 0,1 0,0-1,-1 1,1 0,-1 0,1 0,-1 0,1 0,0 0,-1 0,1 0,-1 0,1 0,0 0,-1 0,1 0,-1 1,1-1,-1 0,1 0,-1 1,1-1,-1 0,1 1,-1-1,1 0,-1 1,1-1,-1 1,0-1,1 1,-1-1,0 1,1-1,-1 1,0-1,0 1,0-1,1 1,-1-1,0 1,0 0,8 35,26 80,-32-111,0-1,1 1,-1-1,1 0,0 0,1 0,-1 0,0 0,1-1,0 1,0-1,0 0,0 0,1-1,-1 1,1-1,-1 0,1 0,0 0,0-1,4 1,-4-2,0 1,0-2,0 1,0 0,0-1,-1 0,1 0,0-1,0 1,-1-1,1 0,-1 0,0 0,0-1,1 0,-1 1,-1-1,1-1,0 1,-1-1,0 1,3-5,56-95,-44 59,-2 0,-2-1,-2-1,-1-1,-3 1,1-37,-1-56,-9-88,0 195,-3 22,-1 23,-6 39,2 0,3 1,0 24,4-44,1-17,-7 77,5 1,7 70,-3-146,2 1,0-1,1 0,0-1,2 1,6 13,-10-25,1 0,0-1,0 1,1-1,-1 0,1 0,0 0,1-1,-1 1,1-1,0 0,0 0,0-1,0 0,1 0,-1 0,1 0,0-1,0 0,0 0,3 0,0-1,0-1,0 0,0 0,0-1,1 0,-1-1,0 0,-1 0,1-1,0 0,-1-1,1 0,-1 0,0-1,-1 0,1 0,-1-1,0 1,0-2,-1 1,1-1,-2 0,1 0,-1-1,0 0,0 0,-1 0,0 0,0-3,25-41,-29 52,1 0,-1-1,1 1,0 0,-1 0,1-1,0 1,-1 0,1 0,0 0,-1 0,1 0,0 0,0 0,-1 0,1 0,0 0,-1 0,1 0,0 0,-1 1,1-1,0 0,-1 0,1 1,0-1,-1 1,1-1,-1 0,1 1,-1-1,1 1,-1-1,1 1,-1 0,0-1,1 1,-1-1,0 1,1 0,-1-1,0 1,0 0,1-1,-1 1,0 0,0-1,0 1,0 0,0 0,0-1,0 1,0 0,0-1,-1 1,1 0,0-1,0 1,-1 0,1-1,-1 1,6 47,12 63,-15-107,-1-1,0 0,1 1,0-1,0 0,0 0,0 0,0 0,1 0,-1-1,1 1,0-1,-1 0,1 0,0 0,1 0,-1 0,0 0,0-1,1 0,-1 1,1-1,-1-1,1 1,0 0,-1-1,1 0,1 0,31-3,-1-6</inkml:trace>
  <inkml:trace contextRef="#ctx0" brushRef="#br0" timeOffset="-3593.408">3770 633,'-13'2,"-10"1,-5 2,0 1,4 1,5-1,5-3,5-2</inkml:trace>
  <inkml:trace contextRef="#ctx0" brushRef="#br0" timeOffset="-3427.818">3048 579,'23'3,"25"-3,30-7,27-9,25-9,17-7,9-3,-22 5</inkml:trace>
  <inkml:trace contextRef="#ctx0" brushRef="#br0" timeOffset="-999.371">4064 794,'28'37,"-2"1,-2 1,-1 1,-1 5,1 0,-22-44,-1 1,0-1,0 0,1 0,-1 0,1 1,-1-1,1 0,-1 0,1 0,0 0,-1 0,1 0,0 0,0 0,0 0,0 0,0-1,0 1,0 0,0 0,0-1,0 1,0-1,0 1,0-1,1 0,-1 1,0-1,0 0,1 0,-1 0,0 0,0 0,1 0,-1 0,0 0,0 0,1 0,-1-1,0 1,0-1,0 1,0-1,0 1,1-1,-1 0,0 1,0-1,0 0,-1 0,1 0,0 0,0 0,0 0,-1 0,1 0,0 0,-1-1,77-112,-59 84,1 0,2 1,0 1,4 0,-25 27,1 0,-1 0,1 0,-1-1,1 1,0 0,0 0,-1 0,1 0,0 0,0 0,0 1,0-1,0 0,0 0,0 1,1-1,-1 1,0-1,0 1,0-1,1 1,-1 0,0-1,0 1,1 0,-1 0,0 0,1 0,-1 0,0 0,0 0,1 1,-1-1,0 0,0 1,1-1,-1 1,0 0,1-1,5 70,-7-53,-1 18,6 73,-4-106,0 1,0 0,0-1,0 1,1-1,-1 1,1-1,-1 0,1 1,0-1,0 0,0 0,0 0,0-1,0 1,0 0,1-1,-1 1,1-1,-1 0,1 0,-1 0,1 0,0 0,0-1,-1 1,1-1,0 0,0 0,2 0,4 0,0-1,0 0,-1 0,1-1,0 0,-1-1,1 0,-1 0,3-2,6-4,0-1,-1-1,0 0,0-1,-1-1,-1 0,0-1,-1 0,0-1,-2-1,1 0,3-9,-4 18,-11 32,0-18,-1 15,0-3,1-1,0 0,1 0,1 0,1 0,1 4,-3-18,0 0,1-1,-1 1,1 0,0 0,0-1,0 0,0 1,0-1,1 0,0 0,-1 0,1 0,0 0,1-1,-1 0,0 1,1-1,-1 0,1-1,0 1,-1-1,1 1,0-1,0 0,0 0,0-1,0 1,0-1,2 0,6-1,1-1,-1 0,1-1,-1 0,0-1,0 0,-1-1,1 0,-1-1,0-1,-1 1,1-2,-1 1,-1-1,1-1,-1 0,-1 0,0-1,0 0,-1 0,2-4,-4 5,0-1,-1 1,0-1,0 0,-1-1,-1 1,1 0,-2-1,1 0,-1 1,-1-8,-4 1,-4 22,4 9,2 0,0 0,0 0,1-1,1 1,0 0,1 0,1 0,1 3,-2-11,1 1,0-1,0 1,1-1,0 0,0 0,1 0,-1-1,1 1,0-1,1 0,-1 0,1 0,0-1,0 1,1-1,-1 0,1-1,0 0,0 1,0-2,0 1,1-1,-1 0,1 0,-1-1,1 0,1 0,6 1,1 0,0-1,0-1,0 0,0-1,-1-1,1 0,0-1,-1-1,0 0,1-1,-2 0,1-1,-1-1,0 0,0-1,0 0,-1-1,2-3,6-4,-2-2,0 0,-1-1,0-1,-2 0,0-1,-2-1,0 0,-2-1,9-22,-3-8,-1-1,-4 0,-1-1,-3 0,-3-1,-2 1,-4-56,1 104,0-4,0 0,-1-1,0 1,-1 0,0 0,0 0,-1 0,-1 1,0-1,-5-9,8 19,0 0,-1-1,1 1,0 0,-1 0,1 0,-1 0,0 0,1 1,-1-1,0 0,1 1,-1-1,0 1,0-1,0 1,1 0,-1 0,0 0,0 0,0 0,1 0,-1 1,0-1,0 0,1 1,-1 0,0-1,0 1,1 0,-1 0,1 0,-1 0,1 0,-1 0,1 0,0 0,-1 1,1-1,0 1,0-1,0 1,0-1,0 1,1-1,-1 1,0 0,1 0,-1-1,1 1,-1 0,1 1,-11 26,2 1,1-1,2 1,0 1,2-1,1 1,2 0,1-1,2 6,-1 24,2-1,3 1,2-1,3-1,3 0,2-1,4 3,-14-44,2 1,0-1,0-1,2 0,0 0,6 7,-12-17,1 0,-1 0,1-1,-1 0,1 0,0 0,1 0,-1-1,1 0,0 0,-1 0,1-1,0 0,1 0,-1-1,0 1,0-1,1-1,3 1,-5-2,0 1,0-1,0-1,0 1,-1-1,1 1,0-1,-1-1,1 1,-1 0,0-1,0 0,0 0,0-1,-1 1,1-1,-1 1,0-1,0 0,0 0,1-3,45-98,-48 103,28-92,-29 95,0-1,0 0,1 0,-1 1,0-1,0 0,1 0,-1 0,0 0,0 1,1-1,-1 0,0 0,1 0,-1 0,0 0,1 0,-1 0,0 0,1 0,-1 0,0 0,0 0,1 0,-1 0,0 0,1 0,-1 0,0 0,1 0,-1 0,0-1,1 1,-1 0,0 0,0 0,1 0,-1-1,0 1,0 0,0 0,1-1,-1 1,0 0,0 0,0-1,0 1,1 0,-1-1,0 1,0 0,0-1,0 1,0 0,0-1,0 1,0 0,0 0,0-1,7 30,-7-27,3 20,16 60,-18-79,0-1,0 0,1 0,-1 0,0 0,1 0,-1 0,1 0,0-1,0 1,-1 0,1-1,0 0,0 1,0-1,1 0,-1 0,0 0,0 0,1 0,-1-1,0 1,1-1,-1 1,1-1,-1 0,1 0,-1 0,0 0,1-1,-1 1,1-1,6-2,1-1,-1 0,0-1,0 0,0 0,0-1,-1 0,0-1,-1 0,1 0,-1 0,5-8,3 0,48-47,-61 62,-1 0,1 0,0 0,-1 1,1-1,-1 0,1 1,-1-1,1 1,-1-1,1 1,-1 0,1-1,-1 1,0 0,0 0,1 0,-1 0,0 0,0 1,0-1,0 0,0 0,0 1,0-1,-1 0,1 1,0-1,-1 1,1-1,-1 1,0-1,1 1,-1 0,0-1,0 1,0-1,0 1,0 0,0 0,2 5,42 103,-41-105,0-1,1 1,-1-1,1 1,0-1,0-1,1 1,-1 0,1-1,0 0,-1 0,1-1,0 1,1-1,-1 0,0 0,1-1,-1 1,1-1,0-1,9 0,-1-2,1 0,0-1,-1 0,0-1,0-1,0 0,0-1,-1-1,0 0,0 0,-1-2,0 1,0-1,-1-1,0 0,-1-1,0 0,4-7,5-5,-1-1,-1-1,-1 0,-1-1,-2 0,0-1,-2-1,-1 0,-1 0,-2-1,0 0,-2 0,-2-1,0 1,-2-12,1-28,-3 1,-8-53,-5 62,13 59,0-1,0 1,-1 0,1-1,0 1,0 0,0 0,-1 0,1 0,0 0,0 0,0 0,-1 0,1 1,0-1,0 0,0 1,0-1,0 1,0-1,0 1,-1 0,2-1,-1 1,0 0,0 0,0 0,0-1,0 1,1 0,-1 0,0 0,1 0,-1 1,1-1,-1 0,1 0,-1 0,1 0,0 0,0 1,0-1,-1 0,1 0,0 0,0 0,-20 46,2 1,2 0,3 1,1 1,3 0,0 14,4-30,1-1,2 1,1 0,2 0,3 22,-2-44,0 0,1 1,0-1,1 0,0-1,1 1,0-1,1 0,0 0,1 0,0-1,1 0,0-1,1 0,-1 0,10 7,-5-7,1 0,1-1,0-1,0 0,0 0,1-2,0 0,0-1,0 0,0-2,1 0,-1 0,1-2,0 0,-1-1,14-2,10-10,-11-3</inkml:trace>
  <inkml:trace contextRef="#ctx0" brushRef="#br0" timeOffset="-752.282">5762 513,'-16'2,"-7"1,6 0,19-1,26 0,31-4,36-7,37-9,33-11,27-8,-19 4</inkml:trace>
  <inkml:trace contextRef="#ctx0" brushRef="#br0" timeOffset="14044.497">1605 2318,'29'-16,"-1"-1,0-1,-1-1,-1-1,-1-2,-1-1,-1 0,12-17,-12 17,-2-1,0-1,-1 0,-2-2,-1 0,-1-1,-1 0,-1-1,-2-1,-1 0,-1-1,1-14,-10 40,1 0,-2 0,1-1,-1 1,1 0,-1 0,-1-1,1 1,-1 0,0 0,0-1,0 1,-1 0,0 0,0 0,0 1,-1-1,1 0,-1 1,0 0,-1 0,1-1,-1 2,0-1,1 0,-2 1,1 0,0 0,-1 0,1 0,-1 1,0 0,0 0,0 0,-4-1,3 4,1 0,-1 1,1-1,0 1,0 0,0 0,0 1,0 0,0 0,1 0,-1 0,1 0,0 1,0 0,0 0,0 0,1 1,0-1,0 1,0-1,0 1,1 0,-1 0,2 1,-1-1,0 0,1 1,0-1,0 1,-8 31,1 1,2 0,2 0,1 1,2-1,2 1,2-1,1 0,1 1,3-2,5 16,-9-38,1 1,0-1,1 0,1 0,0-1,1 0,1 0,9 12,-14-22,0 1,0-1,0 0,1 0,0 0,-1 0,1-1,1 0,-1 0,0 0,1-1,-1 0,1 0,0 0,0-1,0 0,0 0,0 0,0-1,0 0,0 0,0 0,0-1,-1 0,3 0,6-4,-1 0,1 0,-1-2,-1 1,1-1,-1-1,0-1,-1 1,0-2,-1 0,1 0,-2 0,0-2,0 1,-1-1,5-8,-11 16,-2 4,0-1,0 1,-1-1,1 1,0-1,0 1,0-1,0 1,0-1,1 1,-1-1,0 1,0-1,0 1,0-1,1 1,-1-1,0 1,0-1,1 1,-1-1,0 1,1 0,-1-1,0 1,1 0,-1-1,0 1,1 0,-1-1,1 1,-1 0,1 0,-1 0,1-1,-1 1,1 0,-1 0,1 0,-1 0,1 0,-1 0,1 0,-1 0,1 0,-1 0,1 0,-1 0,1 1,-1-1,1 0,-1 0,1 0,-1 1,1-1,-1 0,0 1,1-1,-1 0,1 1,-1 5,1-1,-1 1,2 0,-1 0,1 0,0 0,0-1,0 1,1-1,0 0,0 0,0 0,1 0,-1 0,1-1,0 1,1-1,-1 0,1 0,0-1,0 0,0 1,0-2,0 1,1-1,-1 1,1-1,1 0,-4-2,0 0,0 0,-1 0,1 0,0-1,0 1,0-1,-1 1,1-1,0 0,-1 0,1 0,0-1,-1 1,0-1,1 1,-1-1,0 0,0 0,0 0,0 0,0 0,0 0,-1 0,1-1,-1 1,1-1,-1 1,0-1,0 1,0-1,0 0,0-2,1-3,0 1,-1 0,0-1,0 1,0-1,-1 1,0-1,-1 0,0 1,0-1,0 1,-2-4,1 7,1-1,-1 1,-1 0,1-1,0 1,-1 0,0 0,0 1,0-1,-1 1,1-1,-1 1,0 0,0 0,0 1,0-1,0 1,0 0,-1 0,1 0,-1 0,0 1,1 0,-1 0,0 0,0 1,0 0,1 0,-1 0,0 0,0 1,0-1,1 1,-1 1,0-1,1 0,-1 1,1 0,-1 0,1 1,0-1,0 1,0 0,0 0,0 1,1-2,0 0,0 1,0-1,0 1,1-1,-1 1,1 0,0 0,0 0,0 0,0 0,0 1,1-1,-1 1,1-1,0 1,0-1,0 1,1 0,-1-1,1 1,0 0,0-1,0 1,1 0,-1-1,1 1,0 0,0-1,0 1,1 2,14 14</inkml:trace>
  <inkml:trace contextRef="#ctx0" brushRef="#br0" timeOffset="15119.924">2981 2090,'-19'0,"1"0,-1 1,0 1,1 0,-1 2,1 0,0 1,0 1,1 0,0 2,0 0,0 1,1 0,0 1,1 1,-4 4,-27 40,45-53,0 0,0 0,0-1,0 1,0 0,1 0,-1 0,1 0,-1 0,1 0,0 0,0 0,0 0,0 0,0 0,0 0,1 0,-1 0,1 0,-1 0,1 0,0 0,0 0,0-1,0 1,0 0,0 0,0-1,0 1,1-1,-1 1,1-1,0 1,5 2,0 0,0 0,0-1,0 0,1 0,0-1,-1 0,1 0,0-1,0 0,2 0,47 1,0-3,1-2,-1-3,0-2,-1-3,0-2,0-3,19-9,240-75,-268 81,-47 18,-1 0,1 0,-1 0,1 0,-1 0,1 0,-1 0,1 0,-1 0,0 0,1 0,-1 1,0-1,0 0,0 1,0-1,0 0,1 1,-1-1,0 1,0-1,0 1,0 0,-1-1,1 1,0 0,0 0,0 0,0 0,0 0,0 0,0 0,0 0,0 0,0 0,-1 1,-21-4,-1 1,1 1,-1 1,1 1,-1 1,-3 2,20-3,0 1,0-1,0 1,0 0,0 1,0 0,0 0,1 0,0 1,-1 0,1 0,1 1,-1 0,1 0,-1 0,2 0,-1 1,0 0,1 0,0 0,-1 4,3-7,1 0,0 0,0 0,0 0,0 0,0 0,1 0,-1 0,1 0,0 0,0 0,0 0,0 0,1 1,-1-1,1 0,0 0,0 0,0-1,0 1,0 0,1 0,-1 0,1-1,0 1,0-1,0 1,0-1,0 0,0 0,1 0,-1 0,1 0,-1-1,1 1,2 1,6 1,0 0,0-1,1 0,-1-1,1 0,-1-1,1 0,0 0,0-2,-1 1,1-2,0 1,-1-2,1 1,-1-2,0 1,0-1,0-1,-1 0,1-1,-1 0,-1 0,1-1,-1-1,0 1,-1-1,1-1,-2 0,1 0,-1 0,-1-1,0 0,0 0,0-2,4 31,-7-11,0 0,0 0,1 0,1-1,-1 0,1 0,0 0,1-1,0 1,0-1,0-1,1 1,-1-1,1 0,1-1,-1 1,1-1,-1-1,1 0,0 0,0 0,1-1,-1 0,0-1,1 0,-1 0,5 0,0-1,-1 0,1-1,0 0,0 0,-1-2,1 1,-1-2,0 0,0 0,0-1,0-1,-1 1,0-2,0 0,-1 0,1-1,-2 0,3-3,-1-2,-1 0,0-1,-1 0,0 0,-1-1,-1 0,-1-1,0 1,0-1,-2 0,0-1,0-8,2-19,-2-1,-2 0,-2-1,-3-1,3 14,-2 0,-1 1,-2-1,-1 1,-2 0,-8-23,16 54,0 1,0-1,0 0,0 1,0-1,0 0,0 1,0-1,0 1,0-1,-1 0,1 1,0-1,0 1,-1-1,1 0,-1 1,1-1,0 1,-1-1,1 1,-1-1,1 1,-1 0,1-1,-1 1,1 0,-1-1,1 1,-1 0,0 0,1-1,-1 1,0 0,1 0,-1 0,1 0,-1 0,0 0,1 0,-1 0,0 0,1 0,-1 0,0 0,1 0,-1 1,1-1,-2 0,-10 34,5 29,2 0,5 58,0-67,0-13,-2-9,1 0,2 0,1 1,2-1,1 0,1-1,2 0,1 0,4 8,-10-34,0 1,1-1,-1 0,1 0,0-1,1 1,-1-1,1 0,-1 0,1 0,0-1,1 1,-1-1,1-1,-1 1,1-1,0 0,0 0,0-1,0 1,0-1,0-1,0 1,1-1,-1 0,0 0,0-1,0 0,0 0,0-1,0 1,5-3,6-2,0-1,0-1,-1-1,0 0,-1-1,0 0,0-1,-1-1,-1-1,0 0,0 0,6-11,-18 22,-1 2,0-1,0 1,0-1,0 1,0-1,0 1,1-1,-1 1,0-1,0 1,0-1,0 1,1-1,-1 1,0-1,0 1,1 0,-1-1,0 1,1-1,-1 1,0 0,1-1,-1 1,1 0,-1 0,0-1,1 1,-1 0,1 0,-1 0,1-1,-1 1,1 0,-1 0,1 0,-1 0,1 0,-1 0,1 0,-1 0,1 0,-1 0,1 0,-1 0,1 1,-1-1,1 0,-1 0,1 0,-1 1,1-1,-1 0,0 1,1-1,-1 0,1 1,-1-1,0 0,0 1,1-1,-1 1,0-1,1 1,2 40,-4-35,1 0,0 0,0 0,1-1,0 1,0 0,0-1,1 1,0 0,0-1,0 0,0 1,1-1,0 0,0 0,0-1,1 1,4 4,-4-6,0 0,1 0,0 0,0 0,0-1,0 0,0 0,0 0,0-1,1 1,-1-1,0-1,1 1,-1-1,1 0,1 0,25-2</inkml:trace>
  <inkml:trace contextRef="#ctx0" brushRef="#br0" timeOffset="15322.497">4786 1996,'-9'-2,"-3"-1</inkml:trace>
  <inkml:trace contextRef="#ctx0" brushRef="#br0" timeOffset="15491.973">4064 1850,'19'-7,"18"-5,18-1,13-3,6 3,-3 6,-13 3</inkml:trace>
  <inkml:trace contextRef="#ctx0" brushRef="#br0" timeOffset="16143.657">5374 2010,'-9'-1,"1"-1,1 0,-1 0,1 1,-1 0,1 1,-1-1,0 2,1-1,-1 1,0 0,1 0,-1 1,1 0,0 1,-1-1,1 1,1 1,-1-1,-3 3,3 1,1 0,-1 0,1 0,1 1,-1 0,1 0,1 0,-1 0,2 1,-1 0,1 0,0 0,1 0,0 0,0 1,1-1,1 1,-1-1,2 1,-1-1,1 0,0 1,1-1,0 0,3 7,-3-11,1-1,0 1,0-1,0 0,0 0,0 0,1 0,0 0,0-1,0 0,0 0,0 0,1 0,-1-1,1 1,0-1,0 0,0-1,0 1,0-1,0 0,0 0,0-1,1 1,-1-1,0 0,2-1,4 1,1-2,-1 1,0-2,0 1,0-2,0 1,-1-1,1-1,-1 0,0 0,0-1,0-1,-2 1,0-1,-1 0,0 0,0 0,-1-1,0 0,0 0,0-1,-2 1,1-1,2-6,-6 11,1 0,0-1,-1 1,0-1,0 1,0-1,-1 0,0 1,1-1,-2 0,1 1,0-1,-1 0,0 1,0-1,0 1,-1 0,0-1,1 1,-1 0,-1 0,1 0,-1 0,1 0,-4-2,6 5,0 0,-1 1,1-1,-1 0,1 0,0 1,-1-1,0 1,1-1,-1 0,1 1,-1-1,0 1,1-1,-1 1,0 0,1-1,-1 1,0 0,0-1,0 1,1 0,-1 0,0 0,0 0,0 0,1 0,-1 0,0 0,0 0,0 0,1 0,-1 0,0 1,0-1,0 0,1 0,-1 1,0-1,1 1,-1-1,0 1,1-1,-1 1,0-1,1 1,-1-1,1 1,-1 0,1-1,0 1,-1 0,1 0,-1 0,-9 47,11-40,-1 0,2 0,-1 0,1 0,0 0,0-1,1 1,0 0,1-1,-1 0,1 0,1 0,-1 0,1-1,0 0,1 0,0 0,0 0,0-1,0 0,1 0,0-1,0 0,0 0,0-1,1 0,5 2,52 13,0-6</inkml:trace>
  <inkml:trace contextRef="#ctx0" brushRef="#br0" timeOffset="16846.602">6938 1944,'10'390,"-10"-383,0 0,0 0,0 1,-1-1,0 1,-1-1,0 0,0 0,0 0,-1 0,0 0,0-1,2-5,1-1,-1 0,1 0,0 0,-1 0,1 0,-1 0,1 0,-1 0,1 0,-1 0,1 0,0-1,-1 1,1 0,-1 0,1 0,0 0,-1-1,1 1,0 0,-1 0,1-1,0 1,-1 0,1-1,0 1,-1 0,1-1,0 1,0-1,0 1,-1 0,1-1,0 1,0-1,0 1,0 0,0-1,0 1,0-1,0 1,0-1,0 1,0 0,0-1,0 1,0-1,0 1,0-1,0 1,1 0,-1-1,-7-197,8 134,-1 47,-1-33,2 0,2 0,2 0,3 1,6-19,-11 59,0 1,0 0,1 0,0 0,0 0,1 1,0 0,0 0,1 0,1-2,-5 7,0 0,0 0,1 1,-1-1,0 0,1 1,-1-1,1 1,-1 0,1 0,0 0,0 0,-1 0,1 1,0-1,0 1,0 0,0-1,-1 2,1-1,0 0,0 0,0 1,0 0,-1-1,1 1,0 0,0 0,-1 1,1-1,-1 0,2 2,2 4,0 0,-1 0,0 0,0 1,-1-1,0 1,0 1,-1-1,0 0,-1 1,1-1,-2 1,1 0,-1 0,0 0,-1-1,0 1,-1 0,0 0,0 0,-2 4,1 2,0-1,-2 1,0-1,0 0,-2-1,1 1,-6 8,10-22,0 1,1 0,-1 0,0-1,1 1,-1 0,1 0,-1 0,1 0,-1 0,1 0,0 0,-1 0,1 0,0 0,0 0,0 0,0 0,0 0,0 0,0 0,0 0,0 0,0 0,1 0,-1 0,0 0,1 0,-1 0,1 0,-1 0,1 0,-1 0,1 0,0-1,-1 1,1 0,0 0,0-1,0 1,-1 0,1-1,0 1,0-1,0 1,0-1,0 0,0 1,0-1,0 0,0 0,0 0,0 1,0-1,0 0,0 0,0-1,0 1,1 0,-1 0,0-1,41 3,-34-3,0 1,0 0,1 0,-1 1,0 0,0 1,0-1,0 1,0 1,0 0,-1 0,1 0,-1 1,0 0,0 0,0 1,3 3,-6-4,-1 0,1 0,-1 0,0 0,0 1,0 0,0 0,-1-1,0 1,0 1,0-1,-1 0,0 0,0 1,0-1,0 1,-1-1,0 0,0 1,-1-1,1 1,-1-1,0 0,-1 1,1-1,-1 0,-2 4,-1 2,-1 0,0 0,-1 0,0-1,-1 0,0 0,0-1,-1 0,0-1,-1 0,-7 5,8-6,-2 0,1-1,0 0,-1 0,0-1,-1-1,1 0,-1 0,0-1,0-1,0 0,-1 0,11-2,0 0,0 0,0 0,0 0,1 0,-1 0,0-1,0 1,0-1,0 1,1-1,-1 0,0 1,0-1,1 0,-1 0,1 0,-1-1,1 1,-1 0,1 0,0-1,-1 1,1-1,0 1,0-1,0 0,0 1,1-1,-1 0,0 0,1 1,-1-1,1 0,0 0,-1 0,1 0,0 0,0 0,2-26</inkml:trace>
  <inkml:trace contextRef="#ctx0" brushRef="#br0" timeOffset="17318.977">7419 1876,'28'-11,"0"2,0 1,1 1,0 1,0 2,1 0,-1 2,18 2,-44 0,0 0,1 0,-1 0,1 0,-1 1,0-1,1 1,-1 0,0 0,0 0,0 1,1-1,-1 1,-1-1,1 1,0 0,0 0,-1 0,1 1,-1-1,0 1,1-1,-1 1,0 0,-1 0,1 0,0 0,-1 0,0 0,0 0,0 0,0 1,0-1,0 0,-1 1,0-1,0 0,0 1,0-1,0 1,-1 2,-3 7,-1 0,0 0,0-1,-2 0,1 0,-1 0,-1-1,0 0,-1 0,-8 7,-10 15,27-33,0 1,0 0,0 0,0 0,0 0,0-1,0 1,0 0,1 0,-1 0,0-1,1 1,-1 0,0 0,1-1,-1 1,1 0,-1-1,1 1,-1 0,1-1,-1 1,1-1,0 1,-1-1,1 1,0-1,0 1,-1-1,1 0,0 1,0-1,-1 0,1 0,0 0,0 0,0 0,0 1,-1-1,1-1,0 1,0 0,0 0,-1 0,1 0,0 0,0-1,0 1,-1 0,1-1,0 1,-1-1,1 1,0-1,-1 1,1-1,0 0,2 1,42-4,-29 1,0 0,0 1,0 1,1 0,-1 1,0 1,0 1,0 0,0 1,0 1,0 0,-1 1,1 1,-1 1,2 1,-14-6,-1-1,1 1,-1 0,1 0,-1 0,0 0,0 0,0 1,0-1,0 1,-1-1,1 1,-1 0,1 0,-1-1,0 1,0 0,0 0,-1 0,1 0,-1 0,1 0,-1 0,0 1,0-1,-1 0,1 0,-1 0,1 0,-1 0,0 0,0 0,0 0,0-1,-1 1,1 0,-1-1,0 1,0 0,-9 8,-1 0,0 0,0-1,-1-1,-1 0,1-1,-1 0,-1-1,1-1,-1 0,0-1,-1-1,1 0,-1-1,-13 1,-15-8,33-5</inkml:trace>
  <inkml:trace contextRef="#ctx0" brushRef="#br0" timeOffset="17947.122">8329 1930,'0'4,"0"0,-2-1,-1 1,0 2,0 3,2 4,0 0</inkml:trace>
  <inkml:trace contextRef="#ctx0" brushRef="#br0" timeOffset="18226.375">8382 2331,'0'-2,"-2"-4,-1-2,-2 0,-1 1</inkml:trace>
  <inkml:trace contextRef="#ctx0" brushRef="#br0" timeOffset="18526.265">8649 2197,'14'-47,"-2"-1,-2 0,-2-1,-2 0,-1-34,-10 53,-1 43,2 242,4-245,8 111,-7-115,0 0,1 0,0 0,0 0,0-1,0 1,1-1,0 1,0-1,0 0,1 0,0 0,0-1,0 1,1-1,-1 0,6 3,10 4</inkml:trace>
  <inkml:trace contextRef="#ctx0" brushRef="#br0" timeOffset="18877.923">9064 2103,'0'10,"1"0,0 1,0-1,0-1,2 1,-1 0,1 0,0-1,1 0,1 1,-3-6,0 0,0-1,1 1,-1-1,1 0,0 0,0 0,0 0,0 0,1-1,-1 1,1-1,-1 0,1 0,0 0,0-1,0 1,0-1,0 0,0 0,0 0,0-1,1 1,-1-1,1 0,3-1,0 0,0 0,-1-1,1 0,0 0,-1-1,1 0,-1-1,0 1,0-1,0-1,0 1,-1-1,0 0,0-1,0 1,0-1,-1 0,0-1,-1 1,1-1,-1 0,0 0,-1 0,0-1,0 1,-1-1,2-5,-1 3,0 0,-1 1,0-1,0 0,-1 0,-1 0,1 0,-2 0,1 0,-2-1,1 2,-1-1,0 0,-1 0,-1 1,1-1,-1 1,-1 0,0 0,0 1,0-1,-8-6,9 10,0 1,-1 1,0-1,0 1,0 0,0 0,0 0,-1 1,1-1,-1 1,1 1,-1-1,0 1,0 0,0 0,0 1,0 0,0 0,1 0,-1 1,0 0,0 0,0 0,0 1,1-1,-2 2,-16 7,1 0,-1 2,2 0,0 2,-11 8,25-17,-40 29</inkml:trace>
  <inkml:trace contextRef="#ctx0" brushRef="#br0" timeOffset="19588.964">7166 2037,'-14'0,"-15"0,-18 0,1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57.6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4117 615,'66'-326,"-37"166,-28 155,-1 14,-2 18,-61 449,68-373,2-67</inkml:trace>
  <inkml:trace contextRef="#ctx0" brushRef="#br0" timeOffset="419.26">4572 428,'-8'44,"4"-26,0 0,1 0,1 1,1-1,1 1,0 0,1-1,1 1,1 0,-2-14,1-1,-1 0,1 1,0-1,0 0,0 0,1 0,-1-1,1 1,0 0,0-1,0 0,1 0,-1 0,1 0,0 0,-1-1,1 1,0-1,1 0,-1 0,0-1,0 1,1-1,-1 0,1 0,-1-1,1 1,0-1,-1 0,1 0,4-1,2 0,0-1,1 0,-1 0,0-1,0-1,0 0,-1 0,1-1,-1-1,0 1,-1-2,9-6,-8 3,0-1,0 0,-1-1,-1 0,0-1,-1 1,0-2,-1 1,0-1,-1 0,0 0,-2 0,1 0,-2-1,0 0,-1 1,0-1,-1 0,-1 0,0 1,-1-1,0 0,-2 1,-2-10,4 19,0-1,0 0,0 0,-1 1,0 0,0-1,0 1,-1 0,0 0,0 1,0-1,0 1,-1 0,1 0,-1 0,0 1,0 0,-1 0,1 0,-1 0,1 1,-1 0,0 0,0 1,0 0,0 0,0 0,0 0,-2 1,-1 2,0-1,0 2,0-1,1 1,-1 1,1 0,0 0,0 0,1 1,-1 0,1 1,0-1,0 2,1-1,0 1,0-1,0 2,-9 11,1 1,0 1,2 0,1 1,-7 18,-30 105,32-82</inkml:trace>
  <inkml:trace contextRef="#ctx0" brushRef="#br0" timeOffset="-1948.934">1911 201,'0'16,"-2"19,-3 17,-3 15,-5 13,-2 6,-6 3,-3-4,-3-6,0-15,1-17,5-18</inkml:trace>
  <inkml:trace contextRef="#ctx0" brushRef="#br0" timeOffset="-1470.607">1791 535,'5'-65,"2"-21,3 0,12-38,-21 115,1 1,0-1,0 1,0-1,1 1,0 0,1 0,0 0,0 1,1 0,0-1,0 1,0 1,1-1,0 1,0 0,1 0,0 1,0 0,0 0,7-3,-3 5,0 1,-1 0,1 1,0 0,0 1,0 0,0 1,0 0,0 0,0 1,0 1,-1 0,1 0,-1 1,0 0,0 1,0 0,-1 1,0 0,0 0,0 1,-1 0,0 0,0 1,-1 0,0 1,0 0,4 8,-7-11,-1 1,0 0,-1 0,0 0,0 0,0 0,-1 0,0 0,0 0,-1 1,0-1,0 0,-1 1,0-1,0 0,-1 0,0 0,0 0,0 0,-1 0,0-1,-1 1,1-1,-3 3,-8 10,0-1,-1-1,-1 0,0-1,-1-1,-1 0,-3 0,22-15,-1 1,1-1,-1 0,1 0,-1 0,1 1,-1-1,0 0,1 1,-1-1,1 0,-1 1,0-1,1 1,-1-1,0 0,1 1,-1-1,0 1,0-1,0 1,1-1,-1 1,0-1,0 1,0-1,0 1,0-1,0 1,0-1,0 1,0-1,0 1,0-1,0 1,0-1,-1 1,1-1,0 1,0-1,-1 1,1-1,0 1,0-1,-1 1,1-1,0 0,-1 1,1-1,-1 0,1 1,0-1,-1 0,1 0,-1 1,1-1,-1 0,1 0,-1 0,0 1,36 1,-21-2,0 0,0 1,1 0,-1 1,0 0,-1 1,1 1,0 0,-1 1,0 1,0 0,-1 1,1 0,-1 0,-1 2,0-1,3 4,-9-7,-1 1,1-1,-1 1,-1 0,1 0,-1 0,0 0,-1 1,1-1,-1 1,0 0,-1 0,0 0,0-1,0 1,-1 0,0 0,0 0,-1 0,0 0,0 0,-1 0,0 0,0-1,0 1,-1-1,0 0,0 1,-1-1,0 1,-8 7,-1 0,0-1,0 0,-1-1,-1 0,0-1,-1-1,0 0,0-1,-1-1,0-1,-1 0,1-1,-1-1,-1-1,1-1,0 0,-1-1,0-1,0-1,16 1,-1 0,0-1,1 0,-1 1,0-1,0-1,1 1,-1 0,0-1,1 0,-1 0,1 0,-1 0,1-1,-1 1,1-1,0 0,0 0,0 0,0 0,0 0,0-1,0 0,1 1,0-1,-1 0,1 0,0 0,0-1,1 1,-1 0,1-1,-1 1,1-1,0 0,5-27,5 0</inkml:trace>
  <inkml:trace contextRef="#ctx0" brushRef="#br0" timeOffset="-867.93">2674 214,'18'-9,"0"1,1 0,0 2,0 0,1 1,-1 1,1 0,0 2,0 0,0 2,2 0,-20 0,0 0,0 1,0-1,0 1,0-1,0 1,1 0,-1-1,-1 1,1 0,0 0,0 1,0-1,-1 0,1 1,0-1,-1 1,1-1,-1 1,0 0,1 0,-1-1,0 1,0 0,0 0,-1 0,1 0,0 0,-1 0,1 1,-1-1,0 0,0 0,1 0,-1 0,-1 1,3 3,0 0,0 1,0-1,-1 0,0 1,0-1,-1 1,1 0,-1-1,-1 1,1-1,-1 1,0 0,-1-1,0 0,0 1,0-1,0 0,-1 0,0 0,-1 0,1-1,-1 1,0-1,0 0,-1 0,-1 1,-5 2,0 0,0 0,-1-2,0 1,-1-1,1-1,-1 0,0-1,0 0,-1-1,-6 0,51-13,-16 8,0 1,1 0,-1 1,0 1,0 0,0 1,0 1,0 0,0 1,-1 0,0 1,7 4,-12-5,-1 0,1 1,-1 0,0 0,0 1,-1 0,1 0,-1 1,-1 0,1 0,-1 0,0 1,-1 0,0 0,0 1,-1-1,0 1,-1 0,1 0,-1 2,-2-5,0 1,-1-1,0 0,0 0,0 0,0 0,-1 1,0-1,-1 0,1 0,-1 0,0-1,-1 1,1 0,-1-1,0 0,0 1,-1-1,0 0,0-1,0 1,0-1,-4 3,-7 6,-1-1,0 0,-1-1,0-1,0-1,-15 6,17-8,0 0,0-1,0 0,-1-2,0 0,0 0,-1-2,-12 1,27-3,0 0,1 0,-1 0,1-1,-1 1,1-1,-1 1,1-1,-1 1,1-1,-1 0,1 0,0 0,-1 0,1 0,0 0,0 0,0 0,0 0,0-1,0 1,0 0,0-1,0 1,1-1,-1 1,1-1,-1 1,1-1,-1 1,1-1,0 1,0-1,0 0,0 1,0-1,0 1,0-1,0 0,1 1,-1-1,0 1,1-1,0 1,-1-1,1 1,0-1,0 1,0 0,0 0,1-2,12-22</inkml:trace>
  <inkml:trace contextRef="#ctx0" brushRef="#br0" timeOffset="-545.751">3529 321,'-6'2,"0"0,0 1,0 0,0 0,1 0,-1 0,1 1,0 0,0 0,0 1,1-1,0 1,0 0,0 0,0 1,3-5,1 0,-1-1,1 1,0 0,0 0,-1 0,1 0,0-1,0 1,0 0,0 0,0 0,0 0,0 0,0-1,0 1,0 0,1 0,-1 0,0 0,0-1,1 1,-1 0,1 0,-1-1,1 1,-1 0,1 0,-1-1,1 1,0-1,-1 1,1-1,0 1,-1-1,1 1,0-1,0 1,-1-1,1 0,0 1,0-1,0 0,0 0,-1 0,2 0,41 5,-40-4,0-1,0 0,0 0,0 0,0-1,0 1,0-1,0 0,0 0,0 0,-1 0,1 0,0 0,-1-1,1 0,-1 1,1-1,-1 0,0 0,1 0,-1 0,0-1,0 1,-1-1,1 1,-1-1,1 1,-1-1,0 0,0 0,0 0,0 0,0 0,-1 0,1 0,-1 0,0 0,0 0,0 0,0 0,0 0,-2 1,1 0,0 0,-1 0,1 0,-1 0,1 0,-1 1,0-1,0 1,1-1,-1 1,0-1,-1 1,1 0,0 0,0 0,0 0,-1 1,1-1,0 1,-1-1,1 1,-1 0,1-1,0 1,-1 1,1-1,-1 0,1 1,0-1,-1 1,1-1,0 1,0 0,-1 0,1 0,0 1,0-1,0 0,0 1,0 0,-17 42,15-17</inkml:trace>
  <inkml:trace contextRef="#ctx0" brushRef="#br0" timeOffset="-277.548">3556 829,'1'1,"-1"0,0 0,1 0,-1 0,1-1,-1 1,1 0,-1 0,1-1,0 1,-1-1,1 1,0 0,-1-1,1 1,0-1,0 0,0 1,0-1,-1 0,1 1,0-1,0 0,0 0,0 0,0 1,0-1,0 0,-1 0,1-1,0 1,0 0,0 0,0 0,0-1,0 1,-1 0,1-1,0 1,0 0,0-1,-1 1,1-1,0 0,-1 1,1-1,0 0,-1 1,1-1,-1 0,1 1,-1-1,1 0,-1 0,0 0,21-49,-25-10,4 58,0 1,-1-1,1 1,-1-1,1 1,-1-1,1 1,-1-1,0 1,0-1,0 1,0 0,0-1,0 1,0 0,0 0,0 0,-1 0,1 0,0 0,-1 0,1 1,0-1,-1 0,1 1,-1-1,0 1,1-1,-1 1,1 0,-1 0,1 0,-1 0,0 0,-1 0,0 1,0 1,0 0,0 0,0 0,0 0,0 0,1 1,-1-1,1 1,-1 0,1-1,0 1,0 0,0 0,1 1,-1-1,1 0,0 0,0 1,0-1,0 1,0-1,1 1,0-1,-1 1,1-1,1 1,-1 0,0-1,1 1,0-1,0 0,0 1,0-1,0 1,1-1,-1 0,1 0,1 2,14 13</inkml:trace>
  <inkml:trace contextRef="#ctx0" brushRef="#br0" timeOffset="-3418.629">481 1,'0'13,"-2"19,-6 22,-5 19,-8 19,-5 11,-4 9,-5 1,0-3,1-8,4-11,7-13,7-18,7-20</inkml:trace>
  <inkml:trace contextRef="#ctx0" brushRef="#br0" timeOffset="-3128.306">602 68,'6'-5,"6"8,2 17,-1 18,-3 20,-6 17,-7 15,-8 7,-9 1,-6-2,-3-4,-1-9,1-9,2-10,3-12,2-13,5-12</inkml:trace>
  <inkml:trace contextRef="#ctx0" brushRef="#br0" timeOffset="-2836.56">27 428,'6'0,"22"0,27-2,31-3,24-3,20-3,7 1,-3 2,-11 3,-17 1,-25 5,-25 3,-23 7,-17 0</inkml:trace>
  <inkml:trace contextRef="#ctx0" brushRef="#br0" timeOffset="-2617.144">0 615,'27'9,"37"3,36-4,36-10,26-10,18-8,3-2,-11 2,-24 4,-30 5,-35 5</inkml:trace>
  <inkml:trace contextRef="#ctx0" brushRef="#br0" timeOffset="6317.654">8570 576,'-1'0,"1"1,-1 0,1-1,-1 1,0-1,1 0,-1 1,1-1,-1 1,0-1,1 0,-1 1,0-1,0 0,1 0,-1 0,0 0,0 1,1-1,-1 0,0 0,0 0,1 0,-1-1,0 1,1 0,-1 0,0 0,0-1,1 1,-1 0,0-1,1 1,-1 0,0-1,1 1,-1-1,1 1,-1-1,1 1,-1-1,1 0,-1 1,1-1,0 0,-1 1,1-1,0 0,0 1,-1-1,1 0,0 1,0-1,0 0,0 0,0 1,0-1,0 0,0 0,0 1,0-1,0 0,0 0,1 1,-1-1,0 0,1 1,-1-1,52-164,-1 27,-50 137,-1-1,1 1,0 0,-1-1,1 1,0 0,0 0,0 0,0 0,0 0,0 0,0 0,0 0,0 0,0 0,0 0,1 1,-1-1,0 0,1 1,-1-1,0 1,1 0,-1-1,1 1,-1 0,0 0,1 0,-1 0,1 0,-1 0,1 0,-1 1,0-1,1 0,-1 1,1-1,-1 1,0 0,0-1,1 1,-1 0,0 0,0 0,0 0,0 0,0 0,0 0,0 0,0 0,0 0,-1 0,17 20,-1 0,-1 1,-1 0,-1 1,-1 0,-2 1,0 1,0 1,-7-17,-1-5,0 0,0 1,-1-1,1 0,-1 1,0-1,0 1,0 0,-1-1,0 1,1 0,-2-1,1 1,-1 0,0 2,-1-5,-1-1,1 1,-1-1,0 0,1 0,-1 0,0-1,0 1,0 0,1-1,-1 0,0 0,0 0,0 0,0 0,0 0,1-1,-1 0,0 1,0-1,1 0,-1 0,0-1,1 1,-1 0,1-1,-1 1,1-1,0 0,0 0,0 0,-1-2,-57-57,91 52,229-82,-224 78,10-3,0-2,-1-2,33-20,-53 14,-25 26,1-1,-1 0,0 0,0 1,0-1,0 0,0 0,0 1,-1-1,1 0,0 0,0 0,0 1,-1-1,1 0,0 1,-1-1,1 0,-1 1,1-1,-1 0,1 1,-1-1,1 1,-1-1,1 1,-1-1,0 1,1-1,-1 1,0 0,0-1,1 1,-1 0,0 0,0 0,1-1,-1 1,0 0,0 0,-6-1,1-1,-1 1,1 1,-1-1,1 1,-1 0,1 1,-1-1,1 1,-1 1,1-1,0 1,0 0,-1 1,1-1,1 1,-1 0,0 1,1-1,0 1,-1 0,2 1,-1-1,0 1,1 0,0 0,0 0,0 1,1-1,0 1,0 0,0 0,1 0,0 0,0 1,1-1,-1 0,1 1,1-1,-1 1,1-1,0 1,1-1,-1 1,1-1,1 1,-1-1,2 3,5 4,0 0,1-1,1 0,0 0,0-1,1 0,0-1,1 0,1-1,-1-1,1 0,0 0,1-1,0-1,0-1,1 0,-1 0,9 0,13 6,0-1,1-2,1-2,-1-1,1-2,0-2,0-1,5-3,9-5</inkml:trace>
  <inkml:trace contextRef="#ctx0" brushRef="#br0" timeOffset="4809.419">6323 509,'0'-3,"0"3,0 0,0-1,0 1,0 0,0-1,0 1,0 0,0-1,0 1,0-1,0 1,0 0,1-1,-1 1,0 0,0-1,0 1,1 0,-1-1,0 1,0 0,0 0,1-1,-1 1,0 0,1 0,-1-1,0 1,1 0,-1 0,0 0,1 0,-1-1,0 1,1 0,-1 0,0 0,1 0,-1 0,1 0,-1 0,0 0,1 0,-1 0,0 0,1 0,-1 0,0 1,1-1,-1 0,0 0,1 0,-1 0,0 1,1-1,-1 0,0 0,1 1,-1-1,644 24,-474-17,-158-4</inkml:trace>
  <inkml:trace contextRef="#ctx0" brushRef="#br0" timeOffset="5131.69">7072 321,'2'0,"10"3,12 2,11 6,4 4,1 6,-6 5,-5 3,-8 5,-12 4,-14 3,-16 0,-15 1,-11-2,-7-4,0-6,6-5,12-7</inkml:trace>
  <inkml:trace contextRef="#ctx0" brushRef="#br0" timeOffset="9326.064">3596 1993,'-1'-2,"0"1,0-1,0 1,0-1,0 0,0 1,0-1,1 0,-1 0,1 1,0-1,-1 0,1 0,0 0,0 0,0 1,0-1,0 0,1 0,-1 0,0 0,1 1,0-1,-1 0,1 0,0-3,54-233,-55 235,15-52,-14 53,0 1,0-1,0 1,-1 0,2 0,-1-1,0 1,0 0,0 0,0 0,1 0,-1 0,0 0,1 1,-1-1,1 0,-1 1,1-1,-1 1,1 0,-1-1,1 1,0 0,-1 0,1 0,-1 0,1 0,0 0,-1 1,1-1,-1 0,1 1,1 0,15 5,1 1,-1 1,-1 1,1 1,-2 0,1 1,11 11,-24-19,0 1,0 0,0 0,-1 0,0 1,0-1,0 1,0-1,-1 1,1 0,-1 0,-1 0,1 1,-1-1,0 0,0 1,0-1,-1 0,0 1,0-1,0 1,-1-1,0 1,0-1,-1 10,0 73,2-84,1-1,0 0,0 0,0 0,0 1,0-1,1 0,-1 0,1-1,0 1,0 0,0 0,0-1,0 1,1-1,-1 0,1 0,-1 0,1 0,0 0,0-1,0 1,0-1,3 2,5-1,0-1,1 0,-1-1,0 0,0-1,1 0,-1 0,0-2,0 1,0-1,0-1,-1 0,1 0,-1-1,0-1,0 1,-1-2,0 1,0-1,0-1,-1 1,0-1,-1-1,1 0,-2 0,3-4,-2 3,-1 1,0-1,-1 0,-1-1,1 1,-2-1,1 1,-1-1,-1-1,0 1,-1 0,0 0,0-11,-1 22,0-1,0 0,0 1,0-1,0 1,0-1,0 1,0-1,0 1,0-1,0 1,-1-1,1 1,0-1,0 1,0-1,-1 1,1-1,0 1,-1-1,1 1,0 0,-1-1,1 1,-1 0,1-1,0 1,-1 0,1-1,-1 1,1 0,-1 0,1-1,-1 1,1 0,-1 0,1 0,-1 0,1 0,-1 0,1 0,-1 0,0 0,1 0,-1 0,1 0,-1 0,1 0,-1 1,1-1,-1 0,1 0,-1 1,1-1,0 0,-1 0,1 1,-1-1,1 1,0-1,-1 0,1 1,-1-1,-23 30,20-25,-1 1,2 0,-1 1,1-1,-1 0,2 1,-1 0,1 0,0 0,0 0,1 0,0 0,1 0,-1 0,1 1,0-1,1 0,0 0,0 0,1 0,0 0,0 0,0 0,1 0,0-1,0 1,1-1,0 0,0 0,3 3,0-4,0 0,1-1,0 0,0-1,0 1,0-1,0-1,1 0,-1 0,1 0,-1-1,1-1,0 1,4-1,33-3</inkml:trace>
  <inkml:trace contextRef="#ctx0" brushRef="#br0" timeOffset="10538.798">4518 1591,'27'-1,"0"-1,0-1,-1-1,1-2,-1-1,0-1,-1-1,0-1,0-1,-1-1,-1-2,0 0,-1-1,13-12,-27 21,-1-1,1 0,-1 0,0 0,-1-1,1 0,-2 0,1 0,-1-1,0 0,-1 0,0 0,-1-1,0 1,0-1,-1 0,0 0,-1 0,0 0,0 0,-1-4,0 13,0-1,-1 1,1 0,0-1,-1 1,1 0,-1 0,1-1,-1 1,1 0,-1 0,0 0,0 0,1 0,-1 0,0 0,0 0,0 0,0 0,0 0,0 0,-1 1,1-1,0 0,0 1,0-1,-1 1,1 0,0-1,-1 1,1 0,0 0,0 0,-1 0,1 0,0 0,-1 0,0 0,-44 29,31-6,0 0,2 1,1 0,1 1,1 1,2 0,0 0,2 0,-3 22,-6 44,3 0,5 1,4 1,4-1,4 0,8 30,-9-81,0-15,-1 0,-1 1,-1 0,-2-1,0 1,-2-1,-2 5,3-26,0 0,0-1,-1 1,0 0,0-1,0 1,-1-1,1 0,-1 0,0 0,-1-1,0 1,4-3,-1-1,1 0,-1 0,0 1,1-1,-1 0,0 0,0-1,0 1,0 0,1 0,-1-1,0 0,0 1,0-1,-1 0,1 0,0 0,0 0,0 0,0 0,0-1,0 1,0-1,0 1,0-1,1 0,-1 0,0 0,0 0,0 0,1 0,-1 0,1-1,-1 1,1 0,-1-1,1 0,-6-10,0 1,1-1,1 0,0-1,1 1,0-1,1 0,0 0,1 0,1 0,0 0,1-1,0-8,0 11,0 7,-3-32,1 1,2-1,2 0,1 0,2 0,7-26,-8 54,0 1,0 0,1 1,0-1,0 1,0 0,1 0,0 0,0 1,0 0,1 0,-1 1,1 0,1 0,-1 0,0 1,1 0,0 1,-1 0,1 0,0 0,0 1,0 0,0 1,4 0,31-9,128-44,-160 48,1 0,-1-1,0 0,-1-1,0 0,0-1,0 0,-1 0,0-1,-1 0,0-1,0 0,1-3,9-43,-17 55,-1-1,0 1,1 0,-1-1,0 1,0 0,0 0,0-1,0 1,0 0,-1-1,1 1,0 0,-1-1,1 1,-1 0,1 0,-1 0,0 0,1-1,-1 1,0 0,0 0,0 0,0 0,0 1,0-1,0 0,0 0,0 0,0 1,0-1,0 1,-1-1,1 1,0-1,0 1,-1 0,1 0,0-1,-1 1,0 0,-1 1,0 0,0 1,0-1,0 1,0-1,0 1,0 0,0 0,1 0,-1 1,1-1,0 0,-1 1,1 0,0-1,1 1,-1 0,0 0,1 0,0 0,-1 0,1 1,0-1,0 2,-1 4,-1 0,1 0,1 0,0 0,0 1,0-1,1 0,1 0,0 1,0-1,1 0,0 0,0 0,1-1,0 1,1 0,0-1,0 0,1 0,0 0,0-1,0 1,1-1,1 0,-1-1,1 0,0 0,1 0,-1-1,1 0,0 0,0-1,1 0,-1-1,1 0,0 0,0-1,0 0,8 1,-12-3,0 0,0 0,0 0,0-1,0 0,0 0,0 0,0-1,-1 0,1 0,0 0,-1 0,1-1,-1 0,0 1,0-2,0 1,0 0,-1-1,1 0,-1 1,0-2,0 1,0 0,-1 0,2-4,3-6,-1-1,0 0,-1 0,-1-1,0 0,-1 1,0-15,3-89,-6 117,-1 1,1 0,0 0,-1-1,1 1,0 0,0 0,0 0,0-1,0 1,0 0,0 0,0 0,1 0,-1-1,0 1,1 0,-1 0,1 0,-1 0,1 0,0 0,-1 0,1 0,0 0,0 0,-1 0,1 0,0 1,0-1,0 0,0 1,0-1,0 1,0-1,0 1,1-1,-1 1,0 0,0-1,0 1,0 0,1 0,125 30,-126-30,92 36,-90-34,0 0,0 0,0 1,0-1,0 0,0 1,0 0,-1 0,0 0,1 0,-1 0,0 0,0 1,-1-1,1 1,-1-1,0 1,0 0,0-1,0 1,-1 0,1 0,-1-1,0 4,-10 40,2 21,9-66,-1 0,1 0,0-1,0 1,1 0,-1 0,0-1,0 1,1 0,-1-1,1 1,0-1,-1 0,1 0,0 0,0 1,0-2,0 1,0 0,0 0,0-1,0 1,0-1,0 1,0-1,0 0,0 0,2 0,62-5,-52 2,0 0,0-1,0-1,0 0,-1-1,1 0,-2-1,1-1,-1 0,0 0,0-1,-1-1,-1 0,1 0,-2-1,1-1,-2 1,1-2,-2 1,0-1,0 0,3-11,-12 11,-10 28,6-5,1 0,0 1,1 0,0 0,0 0,1 0,1 0,0 1,0 0,1-1,1 1,0 0,0 4,1-13,-1 0,1-1,0 1,0 0,0-1,0 1,0-1,1 1,-1-1,1 0,-1 0,1 0,0 0,0 0,0 0,0 0,0 0,0-1,1 1,-1-1,0 1,1-1,-1 0,1 0,0 0,-1-1,1 1,0-1,-1 1,1-1,0 0,0 0,-1 0,1 0,0 0,-1-1,1 1,0-1,-1 0,1 0,0 0,-1 0,1 0,21-11</inkml:trace>
  <inkml:trace contextRef="#ctx0" brushRef="#br0" timeOffset="10785.688">6177 1391,'-3'14,"5"11,1 1</inkml:trace>
  <inkml:trace contextRef="#ctx0" brushRef="#br0" timeOffset="11227.239">6510 1965,'-8'-18,"1"0,0-1,1 1,1-2,1 1,1 0,1-1,0 0,1 1,1-1,1 0,1 0,1 1,1 0,0-1,1 1,2 0,1-2,-8 18,1 1,0-1,0 1,0 0,0-1,1 1,-1 0,0 0,1-1,0 1,-1 1,1-1,0 0,0 0,0 1,0-1,1 1,-1-1,0 1,1 0,-1 0,0 0,1 0,-1 1,1-1,0 0,-1 1,1 0,-1 0,1 0,0 0,-1 0,1 0,-1 1,1-1,5 6,-1-1,1 1,-1 0,-1 0,1 1,-1 0,0 0,-1 1,3 3,4 5,15 18,-17-24,-1 0,-1 0,0 1,0 0,-1 1,0-1,-1 1,-1 1,0-1,0 1,-1 0,-1 0,1 8,-3-2,-2-17,1 1,-1 0,1-1,0 1,0 0,0-1,0 1,0 0,1-1,-1 1,1 0,0-1,0 1,0-1,0 1,0-1,0 0,1 1,-1-1,1 0,0 0,-1 0,1 0,0 0,0 0,0-1,1 1,-1-1,0 1,1-1,6 0,0 0,0-1,0 0,0-1,0 0,0 0,0-1,0 0,-1 0,1-1,-1 0,1-1,-1 0,0 0,0-1,-1 0,0 0,1-2,5 0,-1-1,0-1,-1 0,1 0,-2-1,0-1,0 0,-1 0,0-1,-1 0,0 0,-1-1,0 0,-1-2,-5 15,0-1,0 0,-1 0,1 0,0 0,-1 0,1 0,-1 0,1 0,-1 0,0 0,0-1,1 1,-1 0,0 0,0 0,0 0,0 0,0-1,0 1,0 0,-1 0,1 0,0 0,0 0,-1 0,1 0,-1 0,1 0,-1 0,0 0,1 0,-1 0,0 0,0 0,1 0,-1 1,0-1,0 0,0 0,0 1,0-1,0 1,0-1,0 1,0 0,-1-1,1 1,0 0,0 0,0-1,0 1,0 0,0 0,-1 0,1 1,0-1,0 0,0 0,0 1,0-1,0 0,0 1,-1 0,-2 0,0 1,0 0,1 0,-1 0,1 0,-1 0,1 1,0 0,0-1,0 1,1 0,-1 1,0-1,1 0,0 1,0-1,0 1,0 0,1 0,-1-1,1 1,0 0,0 0,1 0,-1 0,1 1,0-1,0 0,0 0,1 0,-1 0,1 0,0 0,0 0,0 0,1 0,-1 0,1-1,0 1,0-1,0 1,1-1,-1 0,3 3,10 3,1 1,0-2,1 0,-1-1,1-1,1 0,-1-1,1-1,0-1,9 0,-6 1,73 12</inkml:trace>
  <inkml:trace contextRef="#ctx0" brushRef="#br0" timeOffset="7604.788">187 1913,'37'3,"-1"-1,1-2,0-1,-1-2,1-2,-1-1,-1-2,1-1,21-10,-28 10,-1-1,0-2,-1 0,0-2,-1-1,-1-2,0 0,-1-1,-1-2,12-13,-32 30,0 0,0 0,0 0,0 0,-1 0,1-1,-1 1,0-1,0 0,-1 0,1 0,-1 0,1 0,-1 0,-1 0,1 0,0 0,-1 0,0 0,0 0,0-1,-1 1,1 0,-1 0,0 0,0 0,0 0,-1 0,1 0,-1 0,0 1,0-1,-2-1,0 1,-1 1,1 0,-1 1,0-1,0 1,0 0,0 0,0 0,0 1,-1 0,1 0,0 0,-1 0,1 1,-1 0,1 0,-1 1,1 0,0-1,-1 2,1-1,0 1,0 0,0 0,0 0,0 0,0 1,1 0,-1 0,1 0,0 1,0 0,0-1,0 1,1 1,-1-1,-7 16,0-1,1 2,1 0,0 0,2 0,1 1,0 0,2 1,1-1,0 1,2-1,1 21,-3 406,5-238,-1-177,-1-1,-3 1,0-1,-2 0,-5 17,-4-9</inkml:trace>
  <inkml:trace contextRef="#ctx0" brushRef="#br0" timeOffset="8160.172">281 2180,'68'-28,"1"4,68-14,-87 25,494-120,-480 112,-64 21,0 0,-1 0,1 0,0 0,0 0,-1 0,1 0,0 0,0 0,-1 0,1 0,0 0,0 0,-1 0,1 0,0 0,0 0,0 0,-1-1,1 1,0 0,0 0,0 0,-1 0,1 0,0-1,0 1,0 0,-1 0,1 0,0-1,0 1,0 0,0 0,0 0,0-1,0 1,0 0,-1 0,1-1,0 1,0 0,0 0,0-1,0 1,0 0,0 0,0-1,1 1,-1 0,0 0,0 0,0-1,0 1,0 0,0 0,0-1,0 1,1 0,-1 0,0 0,0 0,0-1,0 1,-23-2,12 0,0 2,0-1,0 1,0 1,0 0,0 1,0 0,0 0,1 1,-1 0,1 1,0 1,0 0,0 0,1 0,-1 1,1 1,1 0,-1 0,1 0,1 1,-1 1,1-1,1 1,-1 0,-3 8,8-14,0 0,0-1,0 1,1 0,-1 0,1 1,-1-1,1 0,0 0,1 1,-1-1,0 0,1 1,0-1,0 1,0-1,0 1,0-1,1 0,0 1,-1-1,1 0,0 1,1-1,-1 0,1 0,-1 0,1 0,0 0,0 0,0-1,0 1,1-1,-1 1,1-1,0 0,-1 0,1 0,0 0,0 0,2 0,7-1,1 0,0-1,0-1,0 0,-1 0,1-1,-1-1,1 0,-1-1,0 0,0-1,0 0,-1-1,0 0,0-1,0 0,-1-1,0 0,7-8,-9 8,-1 1,0-1,0 0,-1 0,0-1,-1 0,0 0,0 0,-1-1,0 1,-1-1,0 0,0 0,-1 0,-1-1,1-9,-1 19,-1 0,0 0,1 0,-1 0,0 0,1 0,-1 0,0 0,0 0,0 0,0 0,0 0,0 0,0-1,-1 1,1 0,0 0,-1 0,1 0,0 0,-1 0,1 0,-1 0,0 1,1-1,-1 0,0 0,1 0,-1 1,0-1,0 0,0 1,0-1,1 0,-1 1,0-1,0 1,0 0,0-1,0 1,-1 0,1-1,0 1,0 0,0 0,0 0,0 0,0 0,0 0,0 0,0 1,0-1,0 0,-5 7,1-1,0 1,1 0,-1 1,2-1,-1 1,1 0,0 0,0 0,1 0,0 0,1 1,0-1,0 1,0-4,0 0,0 1,0-1,1 1,0-1,0 0,0 1,1-1,0 1,0-1,0 0,1 0,-1 1,1-1,1 0,-1-1,1 1,0 0,0-1,0 1,0-1,1 0,0 0,0 0,0-1,0 1,1-1,32 14,0-7</inkml:trace>
  <inkml:trace contextRef="#ctx0" brushRef="#br0" timeOffset="8550.174">1885 1859,'-16'0,"0"1,-1 0,1 1,0 1,0 0,1 2,-1-1,1 2,0 0,0 1,1 0,0 1,0 1,1 0,0 1,-1 1,12-9,0 0,0 0,0 0,0 0,0 0,0 0,0 1,1-1,-1 0,1 1,0-1,0 1,0 0,0-1,0 1,0 0,1 0,-1 0,1-1,0 1,0 0,0 0,0 0,1-1,-1 1,1 0,-1 0,1 0,0-1,0 1,0-1,1 1,0 1,4 2,1-1,0 1,0-2,1 1,-1-1,1 0,0 0,0-1,0 0,1 0,-1-1,1 0,-1-1,1 0,6 0,16 2,0-1,0-2,-1-1,1-1,0-2,0-1,-1-1,0-2,-1-1,1-1,-2-1,11-7,-31 15,-1-1,1 1,-1-1,0-1,0 0,0 0,-1 0,1 0,-1-1,-1 0,1-1,-1 1,0-1,-1 0,1 0,-1-1,-1 1,1-1,-4 6,0 0,0 1,0-1,0 0,0 0,0 0,0 1,0-1,-1 0,1 0,-1 1,1-1,-1 0,0 1,0-1,0 1,0-1,0 1,0-1,0 1,0-1,0 1,-1 0,1 0,-1 0,1 0,-1 0,1 0,-1 0,1 0,-1 1,0-1,0 0,1 1,-1-1,-64-2,61 4,1 0,-1 0,1 0,0 1,0 0,0 0,0 0,0 0,0 0,0 1,1 0,-1 0,1 0,0 0,0 0,0 1,0-1,1 1,-1 0,1 0,0 0,0 0,0 0,1 0,-1 1,1-1,0 0,0 1,1-1,-1 1,1-1,0 1,0-1,1 1,-1-1,1 1,0-1,0 0,1 1,-1-1,1 0,0 0,0 0,0 0,2 2,7 3,0 1,0-2,1 1,0-2,0 1,1-2,0 0,1 0,-1-1,1-1,0 0,0-1,0 0,1-1,-1-1,0-1,7 0,69 1,-5-5</inkml:trace>
  <inkml:trace contextRef="#ctx0" brushRef="#br0" timeOffset="12052.298">8529 1845,'22'-10,"0"-2,-1 0,-1-1,0-1,-1-1,0-1,-1-1,-1 0,15-20,-16 16,-1-2,-1 0,-1 0,-2-1,0 0,-1-1,-1-1,-2 1,0-1,-2-1,-1 1,-1-1,-1-4,-11-36,9 66,-1-1,1 1,-1-1,0 1,0-1,1 1,-1 0,0-1,0 1,0 0,0 0,0 0,-1 0,1 0,0 0,0 0,-1 0,1 0,0 1,-1-1,1 1,-1-1,1 1,-1-1,1 1,-1 0,0-1,1 1,-1 0,1 0,-1 0,1 1,-1-1,1 0,-1 1,0-1,1 0,0 1,-2 0,-8 5,1 1,-1 0,2 1,-1 0,1 0,0 1,1 0,0 0,0 1,1 0,0 0,1 1,0 0,-7 11,1 0,0 1,2 0,1 1,1 0,0 0,2 1,-1 11,5-24,1 1,0-1,1 0,0 0,1 0,0 0,1 0,0 0,1 0,1-1,-1 1,2-1,0 0,0 0,1 0,0-1,1 0,6 8,3-3,0-1,2 0,-1-2,2 1,-1-2,2-1,-1 0,2-2,-1 0,1-1,0-1,0-1,1-1,0 0,-1-2,1-1,15-1,-26 1,-1 0,1 0,-1-1,1-1,-1 0,0 0,1-1,-1-1,0 0,0 0,0 0,-1-2,1 1,-1-1,0 0,0-1,0 0,-1-1,0 1,0-2,-1 1,0-1,0 0,-1 0,0-1,-1 0,1 0,-2 0,1-1,0-5,-3 12,-1-2,0 1,0 0,0 0,0 0,-1 0,1-1,-1 1,-1 0,1 0,0 0,-1-1,0 1,0 0,0 0,-1 0,1 0,-1 0,0 0,0 1,0-1,-1 1,1-1,-1 1,0 0,0 0,0 0,0 0,0 0,-1 1,1 0,-1 0,0 0,1 0,-1 0,0 1,0-1,0 1,0 0,-1 0,1 1,0-1,0 1,-4 0,1 2,0 0,0 0,0 0,0 1,0 0,1 1,-1 0,1 0,0 0,0 0,1 1,-1 0,1 0,0 1,1 0,-1-1,1 1,0 1,0-1,1 1,0-1,0 1,1 0,0 0,-2 7,4-11,0-1,0 1,1 0,-1 0,0-1,1 1,0 0,0-1,0 1,0 0,0-1,0 1,0-1,1 0,0 1,-1-1,1 0,0 0,0 0,0 0,0 0,0-1,1 1,-1-1,0 1,1-1,-1 0,1 0,-1 0,2 0,3 2,1-1,-1 0,1-1,-1 0,1 0,0-1,-1 0,1 0,0-1,5-1,-6 1,1-1,-1 0,0 0,1-1,-1 0,0 0,0 0,-1-1,1 0,-1-1,0 0,0 0,0 0,-1 0,0-1,0 0,0 0,-1 0,0-1,0 1,0-1,-1 0,0 0,0-1,-1 0,-1 7,-1-1,1 1,-1 0,1-1,-1 1,1 0,-1-1,0 1,0-1,0 1,0-1,0 1,0-1,0 1,-1 0,1-1,0 1,-1-1,1 1,-1 0,1-1,-1 1,0 0,0 0,1 0,-1-1,0 1,0 0,0 0,0 0,0 0,0 0,-1 1,1-1,0 0,0 0,-1 1,1-1,0 1,-1-1,1 1,-1 0,1-1,0 1,-1 0,1 0,-1 0,0 2,-1 0,1 0,-1 1,1-1,0 1,0-1,0 1,1 0,-1-1,1 1,-1 0,1 0,0 0,0 0,0 0,1 1,-1-1,1 0,-1 0,1 0,0 1,0-1,1 0,-1 0,1 1,-1-1,1 0,1 2,1 2,-1-1,1 0,0 1,1-2,-1 1,1 0,0-1,1 1,-1-1,1 0,0-1,0 1,1-1,-1 0,1 0,0-1,0 1,2-1,120 36,-86-33,0-2,1-1,-1-3,17-2,0-4</inkml:trace>
  <inkml:trace contextRef="#ctx0" brushRef="#br0" timeOffset="12992.021">588 3156,'14'321,"-14"-313,3 40,-3-47,0 0,0 0,0 0,1 0,-1 0,0 0,0 0,1 0,-1 0,1 0,-1 0,1 0,-1 0,1 0,0-1,-1 1,1 0,0 0,0-1,-1 1,1 0,0-1,0 1,0-1,0 1,0-1,0 1,0-1,0 0,0 0,0 1,0-1,0 0,0 0,0 0,0 0,1 0,5-3,0 1,-1-2,1 1,0-1,-1 0,0 0,0 0,0-1,0 0,-1 0,3-4,-3 4,19-20,-1-2,-1 0,-1-2,-2 0,-1-1,-1-1,-1-1,2-12,-10 39,-7 26,-1-18,-2 50,8 95,-6-144,1 0,0-1,0 1,0 0,1-1,-1 1,1-1,0 1,0-1,0 0,0 0,1 0,-1 0,1 0,0-1,0 1,0-1,0 1,0-1,0 0,1 0,18 6</inkml:trace>
  <inkml:trace contextRef="#ctx0" brushRef="#br0" timeOffset="13375.299">1217 3169,'-1'16,"0"0,1 0,1-1,1 1,0 0,1 0,1-1,0 0,1 0,1 0,0 0,1-1,0 0,1 0,1-1,0 0,1 0,0-1,7 5,-15-14,1 0,0 0,0 0,0 0,0-1,0 1,0-1,1 0,-1 0,1 0,-1 0,1 0,0-1,0 0,0 0,0 0,0 0,0-1,0 1,0-1,0 0,0 0,0-1,0 1,0-1,0 0,0 0,0 0,-1-1,1 1,0-1,-1 0,1 0,-1 0,1 0,0-2,5-5,-1 0,0-1,-1 0,0-1,-1 1,0-1,0-1,-1 1,-1-1,0 0,-1 0,0 0,0 0,-2 0,1-1,-2 1,1-1,-2-6,-5-15,6 34,0-1,0 1,0-1,0 1,0-1,0 1,-1-1,1 1,0-1,0 1,-1-1,1 1,0 0,-1-1,1 1,0-1,-1 1,1 0,0-1,-1 1,1 0,-1-1,1 1,-1 0,1 0,0 0,-1-1,1 1,-1 0,1 0,-1 0,1 0,-1 0,0 0,1 0,-1 0,1 0,-1 0,1 0,-1 0,1 0,-1 1,1-1,-1 0,1 0,0 0,-1 1,1-1,-1 0,1 1,-1-1,1 0,0 1,-1-1,1 0,0 1,0-1,-1 1,1-1,-4 6,1 0,0 0,1 0,-1 1,1-1,1 0,-1 1,1 0,0-1,0 1,1 0,0-1,0 1,1 0,-1-1,1 1,1 0,0-1,2 6,0-1,2-1,-1 1,1-1,1 0,0 0,0-1,1 0,0 0,0-1,1 0,1 0,-1-1,1 0,0-1,0 0,1 0,0-2,0 1,0-1,1-1,5 2,41 12</inkml:trace>
  <inkml:trace contextRef="#ctx0" brushRef="#br0" timeOffset="14559.033">2687 2821,'-26'238,"-25"87,50-299,2-25,-1-1,0 1,0-1,0 0,0 1,0-1,1 1,-1-1,0 0,0 1,0-1,1 0,-1 1,0-1,1 0,-1 0,0 1,1-1,-1 0,0 0,1 1,-1-1,0 0,1 0,-1 0,1 0,-1 0,0 1,1-1,-1 0,1 0,-1 0,0 0,1 0,-1 0,1-1,-1 1,1 0,-1 0,0 0,1 0,-1 0,0 0,1-1,-1 1,1 0,-1 0,0-1,1 1,-1 0,0-1,0 1,1 0,-1-1,0 1,0 0,1-1,-1 1,0 0,0-1,0 1,0-1,0 1,0 0,1-1,43-52,39-34,-80 85,0-1,0 1,0 0,0-1,0 1,0 1,0-1,1 0,-1 1,0 0,1-1,0 2,-1-1,1 0,-1 1,1-1,0 1,0 0,-1 0,1 0,0 1,-1 0,1-1,0 1,-1 0,1 1,-1-1,0 1,1-1,-1 1,0 0,0 0,0 1,0-1,0 0,-1 1,1 0,0 1,0 0,0 0,-1 0,1 0,-1 0,0 1,0-1,0 1,-1 0,0-1,0 1,0 0,0 0,-1 0,0 0,0 0,0-1,-1 1,1 0,-1 0,0 0,-1-1,1 1,-1 0,0-1,0 1,0-1,-1 0,1 0,-1 0,0 0,0 0,-1-1,1 1,-1-1,0 0,1 0,-1 0,-1-1,-2 2,1 0,1-2,-1 1,0-1,0 0,0 0,0 0,-1-1,1 0,0 0,-1-1,1 1,0-2,-1 1,1-1,0 1,-1-2,1 1,-3-2,8 3,0-1,0 0,0 1,0-1,0 0,1 0,-1 1,0-1,0 0,1 0,-1 0,1 0,-1 0,0 0,1 0,0 0,-1 0,1 0,0 0,0-1,-1 1,1 0,0 0,0 0,0 0,0 0,0 0,1-1,-1 1,0 0,0 0,1 0,-1 0,1 0,-1 0,1 0,-1 0,1 0,0 0,-1 0,1 0,0 0,38-32,52-19,-72 44,-1 0,0-2,-1 0,0-1,-1-1,0 0,-1-1,-1-1,0 0,0-1,-2 0,0-1,5-9,-10 9,0 0,-2 0,0-1,0 0,-2 0,0 0,-1 0,-1-1,0 1,-2 0,0-1,0 1,-2 0,0 0,-1 0,-1 0,0 1,-1-1,-3-2,9 18,0-1,0 1,-1-1,1 1,0 0,-1-1,1 1,-1 0,0-1,1 1,-1 0,0 0,0 0,0-1,0 1,0 0,0 0,0 0,0 1,0-1,0 0,0 0,-1 1,1-1,0 0,-1 1,1 0,0-1,-1 1,1 0,-1-1,1 1,0 0,-1 0,1 0,-1 0,1 0,-1 1,1-1,0 0,-1 1,1-1,0 1,-1-1,1 1,-1 0,-4 7,1 1,-1 0,2 0,-1 0,1 0,0 1,1-1,0 1,1 0,0 0,1 0,-1 4,1-3,-8 37,3 1,2 0,3 0,1 0,4 18,-3-53,2 0,-1 0,2 0,0 0,0-1,2 1,-1-1,2 0,3 5,-7-12,1-1,0 0,1 0,-1 0,1 0,0 0,0-1,0 0,1 0,-1-1,1 1,0-1,0-1,0 1,1-1,-1 0,0 0,1-1,-1 0,1 0,0 0,4-2,1 0,-1-1,0 0,0-1,0 0,-1-1,1 0,-1 0,0-1,0-1,0 1,-1-2,0 1,0-2,0 1,-1-1,0 0,-1 0,0-1,0 0,-1-1,0 1,-1-1,2-4,-9 18,0 1,1 0,0-1,0 1,0 0,0 0,1 0,0-1,0 1,0 0,0 0,1 0,0 0,0-1,0 1,0 0,1-1,0 1,0-1,0 1,1-1,-1 0,1 0,2 2,0-3,1 0,0 0,0 0,0-1,0 0,0 0,1 0,-1-1,0 0,1-1,-1 1,1-1,-1 0,1-1,-1 1,1-1,-1-1,0 1,1-1,-1 0,0 0,0-1,0 0,-1 0,1 0,-1-1,1 0,-1 0,0 0,-1-1,1 0,-1 1,0-2,0 1,0 0,-1-1,0 1,0-1,0 0,-1 0,0-1,0 1,-1 0,1-1,-1 1,0-3,-2 5,0 0,0 0,0 0,-1 0,1 0,-1 1,0-1,0 1,0-1,-1 1,1 0,-1-1,0 1,0 1,0-1,0 0,0 1,0-1,-1 1,1 0,-1 0,0 1,0-1,1 1,-1-1,0 1,0 1,0-1,0 0,0 1,-1 0,1 0,0 0,0 0,0 1,0 0,0 0,0 0,0 0,0 0,1 1,-1 0,-1 1,0-2,0 0,0 1,0 0,1 0,-1 0,1 0,-1 1,1 0,0 0,0 0,0 0,0 0,1 1,-1 0,1 0,0 0,0 0,1 0,-1 1,1-1,0 1,0 0,0 0,1 0,-1-1,1 1,1 0,-1 1,1-1,-1 0,1 0,1 0,0 4,11 15</inkml:trace>
  <inkml:trace contextRef="#ctx0" brushRef="#br0" timeOffset="14820.292">4064 3182,'-21'-4,"-15"-2,-11 2,-7 7,0 7,1 7,8 7,12 6,13 3,17 0,21-1,20-4,21-4,17-6,15-6,7-8,3-8,-15-5</inkml:trace>
  <inkml:trace contextRef="#ctx0" brushRef="#br0" timeOffset="15470.232">5227 3143,'-12'1,"0"1,0 0,1 1,-1 0,1 1,0 0,0 1,0 0,0 1,1 0,0 1,1 0,-1 1,1-1,1 2,-1-1,1 1,1 1,0-1,-5 10,10-17,1 0,0 0,0 0,0 0,0 1,0-1,1 0,-1 0,1 1,0-1,-1 0,1 0,0 1,0-1,0 0,1 1,-1-1,0 0,1 0,0 1,-1-1,1 0,0 0,0 0,0 0,0 0,1 0,-1 0,1 0,-1-1,1 1,-1 0,1-1,0 1,0-1,0 0,0 0,0 1,0-1,0 0,0-1,0 1,0 0,1-1,-1 1,0-1,2 0,13 1,-1-2,0 0,0-1,0 0,0-1,0-1,0-1,-1 0,1-1,-2 0,1-2,-1 0,0 0,0-1,5-5,-11 7,0 0,0 0,0-1,-1 0,0 0,-1 0,1-1,-2 0,1-1,-1 1,-1-1,0 0,0 0,-1 0,0-1,-1 1,0-1,-1 0,0 1,0-1,-1 0,-1 0,-1-9,-1-2,-1 0,0 1,-2 0,0 0,-1 0,-2 1,0 0,-1 0,-1 1,0 1,-2 0,-5-6,17 22,0 1,0-1,0 0,0 1,0 0,0-1,0 1,-1 0,1 0,-1-1,1 1,0 0,-1 1,0-1,1 0,-1 0,0 1,1-1,-1 0,0 1,0 0,1-1,-1 1,0 0,0 0,0 0,1 0,-1 1,0-1,0 0,1 1,-1-1,0 1,0-1,1 1,-1 0,1 0,-1 0,1 0,-1 0,1 0,-1 0,1 1,0-1,0 0,-1 1,-4 10,0 0,1 0,0 0,1 1,0-1,1 1,0 0,1 0,1 0,0 9,0-15,-2 22,2-1,0 1,2-1,1 1,2-1,0 0,6 16,-6-31,0-1,0 0,1 0,1 0,0 0,0-1,1 0,1 0,0-1,0 0,1-1,0 1,1-2,0 1,0-1,1-1,7 5,-10-8,-1 0,1 0,-1 0,1-1,0 0,0-1,1 0,-1 0,0 0,1-1,-1-1,1 1,-1-1,1-1,-1 0,1 0,-1 0,0-1,1 0,-1-1,0 0,0 0,-1-1,1 0,-1 0,0-1,0 0,0 0,-1-1,1 1,-1-1,-1-1,1 1,-1-1,0 0,-1 0,1-1,-3 3,0 1,0-1,0 1,-1-1,0 0,0 0,0 0,0 0,-1 0,0 0,0 1,0-1,0 0,-1 0,0 0,0 0,0 0,-1 0,0 1,1-1,-2 1,1-1,0 1,-1 0,0 0,0 0,0 0,-1 0,1 1,-1 0,0-1,1 3,1 0,0 0,-1 0,1 0,0 1,-1-1,1 1,0 0,-1 0,1 0,-1 0,1 0,-1 0,1 1,0-1,-1 1,1-1,0 1,-1 0,1 0,0 0,0 0,0 1,0-1,0 0,0 1,0 0,0-1,1 1,-2 1,-34 64,35-61,1 0,0 0,0 0,0 0,1 0,0 1,0-1,1 0,-1 0,1 0,1 0,-1 0,1 0,0 0,0-1,1 1,0-1,2 5,18 19</inkml:trace>
  <inkml:trace contextRef="#ctx0" brushRef="#br0" timeOffset="16496.528">6297 2982,'31'71,"90"180,-116-241,1-1,0 0,0 0,1-1,0 1,1-1,-1-1,2 0,-1 1,-6-7,-1-1,1 1,-1 0,0 0,1-1,-1 1,1-1,0 1,-1-1,1 0,-1 1,1-1,0 0,-1 0,1 0,0 0,-1-1,1 1,-1 0,1-1,-1 1,1-1,-1 1,1-1,-1 0,1 0,-1 0,1 0,-1 0,0 0,0 0,0 0,0 0,1 0,-2-1,1 1,0 0,0-1,0 1,0-1,-1 1,1-1,-1 0,25-72,5-136,-30 371,0-158,-1 0,1 0,0 0,0-1,0 1,0 0,1 0,-1-1,1 1,0 0,-1 0,1-1,1 1,-1-1,0 1,1-1,-1 0,1 1,-1-1,1 0,0 0,0 0,0 0,0 0,1-1,-1 1,0-1,1 1,-1-1,1 0,-1 0,3 1,5-3,1 0,-1 0,0-1,0 0,0-1,0 0,-1 0,1-1,-1-1,0 1,0-1,0-1,-1 0,0 0,0-1,-1 0,1 0,-1-1,-1 1,5-8,-4 7,-1 0,0-1,0 0,-1 0,0 0,0 0,-1-1,-1 0,1 0,-2 0,1-3,-3 13,0 1,0-1,0 1,-1-1,1 0,0 1,-1-1,1 0,0 0,-1 1,1-1,0 0,-1 0,1 1,-1-1,1 0,0 0,-1 0,1 0,-1 0,1 0,0 0,-1 0,1 0,-1 0,1 0,-1 0,1 0,0 0,-1 0,1 0,-1 0,1 0,0 0,-1-1,1 1,-1 0,1 0,0-1,-1 1,1 0,0 0,-1-1,1 1,0 0,0-1,-1 1,1 0,0-1,0 1,-1-1,1 1,0 0,0-1,0 1,0-1,-7 11,1 0,0 1,1-1,0 1,1 0,0 1,0-1,1 1,1-1,0 1,1 0,0 0,1 0,0 0,1-1,1 7,-1-14,1 1,0 0,1-1,-1 1,1-1,0 0,0 0,0 0,1 0,-1 0,1-1,0 0,0 0,0 0,1 0,-1 0,1-1,-1 0,1 0,0 0,0-1,-1 1,2-1,6 2,0-1,0 0,0-1,1 0,-1-1,0 0,0-1,1 0,0-1,-2 0,-1-1,0 0,0 0,-1-1,1 0,-1-1,0 0,0 0,0-1,-1 0,1 0,-2-1,1 0,-1-1,0 0,0 0,-1 0,0-1,-1 1,0-2,0 1,-1 0,1-3,-6 15,1 0,0 0,-1 0,1 0,1-1,-1 1,0 0,1 0,0 0,-1 0,1 0,0 0,1-1,-1 1,0 0,1-1,-1 1,1-1,0 0,0 1,1-1,8 5,0-1,1-1,0 0,1 0,-1-1,1-1,-1 0,1-1,0 0,0-1,10-1,-18 1,2-1,129 0,-131-1,0 1,0-1,0-1,0 1,0-1,-1 0,1 0,0 0,-1 0,1-1,-1 0,0 0,0 0,0-1,0 1,-1-1,1 0,-1 0,0 0,0 0,-1-1,1 1,-1-1,1-3,-1 4,-1-1,0 1,0-1,-1 1,1-1,-1 1,0-1,0 1,0-1,-1 1,0-1,0 1,0 0,0-1,-1 1,0 0,1 0,-1 0,-1 0,1 0,-1 0,1 1,-1-1,0 1,-1 0,1-1,0 2,-1-1,0 0,1 1,-1-1,0 1,-3-1,2 1,0 0,0 0,0 0,0 0,0 1,0 0,0 0,-1 0,1 0,0 1,-1 0,1 0,0 1,-1 0,1 0,0 0,0 0,-1 1,1 0,0 0,1 0,-1 0,0 1,1 0,-1 0,1 0,0 1,-2 2,2-2,1 1,0 1,0-1,0 0,1 1,0-1,0 1,0 0,1 0,0 0,0-1,0 1,1 0,-1 0,2 0,-1 0,1 0,0 0,0 0,0 0,1 0,0-1,0 1,0-1,1 1,0-1,0 0,1 0,-1 0,1 0,0-1,0 1,0-1,1 0,0-1,-1 1,1-1,0 0,1 0,4 2,8 3,0-1,0 0,0-2,1 0,0-1,0-1,0-1,0 0,1-2,41 2</inkml:trace>
  <inkml:trace contextRef="#ctx0" brushRef="#br0" timeOffset="17228.327">8061 3143,'1'9,"0"1,1 0,0 0,0-1,1 1,0-1,1 0,0 0,1 0,-1 0,2-1,-1 0,1 0,0 0,1-1,0 0,0 0,1-1,-1 0,7 4,-8-6,-1 0,2-1,-1 1,0-1,1 0,-1-1,1 1,0-2,0 1,0-1,0 1,0-2,0 1,0-1,0 0,0-1,0 0,0 0,0 0,0-1,0 0,-1 0,1-1,-1 0,1 0,-1 0,0-1,0 0,2-2,-1 0,-1 0,1-1,-1 0,-1-1,1 1,-1-1,0 0,-1 0,0-1,0 1,-1-1,0 0,0 0,-1 0,0 0,-1 0,0 0,-1-1,0 1,0 0,-1-9,0 19,1-1,0 0,0 0,-1 0,1 1,0-1,-1 0,1 0,0 0,0 0,-1 0,1 1,0-1,-1 0,1 0,0 0,-1 0,1 0,0 0,-1 0,1 0,0 0,-1 0,1-1,0 1,-1 0,1 0,0 0,0 0,-1 0,1 0,0-1,0 1,-1 0,1 0,0 0,0-1,-1 1,1 0,0 0,0-1,0 1,-1 0,1-1,0 1,0 0,0 0,0-1,0 1,0 0,0-1,0 1,0 0,0-1,0 1,0 0,0-1,0 1,0 0,0-1,0 1,0 0,0-1,0 1,0 0,1 0,-1-1,0 1,0 0,-9 23,8-16,1 0,0 0,0-1,1 1,0 0,0-1,0 1,1 0,0-1,0 0,1 1,-1-1,1 0,1 0,-1-1,1 1,0-1,0 1,1-1,0-1,0 1,0-1,0 1,1-2,-1 1,1 0,0-1,0 0,0-1,1 1,-1-1,1-1,-1 1,1-1,-1 0,1 0,0-1,5 0,-5 1,0-1,1 0,-1 0,0 0,1-1,-1 0,0-1,0 1,0-1,0-1,0 1,0-1,0-1,-1 1,0-1,1 0,-2 0,1-1,0 0,-1 0,0 0,0-1,0 1,-1-1,0-1,0 1,-1 0,1-1,-1 0,1-3,2-23,6 60,-11-19,1 0,1-1,-1 1,1-1,0 1,1-1,0 0,0 0,0 0,1-1,0 1,1-1,-1-1,1 1,0-1,0 0,1 0,-1 0,1-1,0 0,1-1,-1 0,1 0,-1 0,5 0,-3-3,0 0,1 0,-1-1,0-1,-1 0,1 0,0 0,0-1,-1 0,0-1,1 0,-1-1,-1 1,1-1,-1-1,0 1,0-1,0-1,-1 1,0-1,0 0,-1-1,0 1,0-1,-1 0,0 0,0 0,-1-1,0 1,0-1,-1 0,1-7,-4 9,-7 29,6-18,1 0,-1 1,1-1,0 0,0 1,0-1,0 1,1-1,0 1,0-1,0 1,1-1,-1 1,1-1,0 1,0-1,1 0,-1 1,1-1,0 0,0 0,0 0,1 0,-1-1,1 1,0-1,0 1,1-1,-1 0,0 0,2 0,32 15,2-5</inkml:trace>
  <inkml:trace contextRef="#ctx0" brushRef="#br0" timeOffset="29985.086">909 4186,'-7'-14,"-6"-5,-11 2,-12 10,-12 15,-11 20,-7 24,-1 25,6 25,11 20,15 16,19 8,22-3,23-10,21-16,17-18,9-18,-8-23</inkml:trace>
  <inkml:trace contextRef="#ctx0" brushRef="#br0" timeOffset="32271.913">1190 4653,'1'-1,"0"0,1 0,-1 0,1 0,-1 0,1 0,-1 0,1 0,-1 1,1-1,0 1,0-1,-1 1,1 0,0-1,0 1,-1 0,1 0,0 0,0 0,-1 1,1-1,0 0,0 1,-1-1,1 1,0 0,-1 0,1-1,-1 1,1 0,-1 0,1 0,-1 1,0-1,0 0,1 0,-1 1,0-1,0 1,0 0,9 9,-2 0,1 1,-2 0,1 0,-2 0,1 1,-2 0,0 0,0 1,-2-1,1 1,-2 0,0 0,0 4,4 13,6-2,-12-28,1-1,-1 0,1 1,0-1,-1 0,1 0,-1 0,1 1,0-1,-1 0,1 0,0 0,-1 0,1 0,0 0,-1 0,1 0,0-1,-1 1,1 0,0 0,-1-1,1 1,-1 0,1-1,0 1,-1 0,1-1,-1 1,1-1,-1 1,0-1,1 1,-1-1,1 1,-1-1,0 1,1-1,-1 0,0 1,0-1,1 1,-1-1,20-31,-1 0,-2-2,-1 1,0-6,0 0,-11 62,-4-11,-2 1,1-1,1 0,0 1,0-1,1 0,1 0,0 0,1-1,0 1,1-1,5 9,-9-18,1 0,0 0,0 0,0 0,0-1,0 1,0-1,0 0,0 1,1-1,-1 0,0 0,1 0,-1-1,1 1,-1-1,1 1,-1-1,1 0,-1 0,1 0,-1 0,1 0,0 0,-1-1,1 0,-1 1,0-1,1 0,-1 0,1-1,66-46,-59 37,0 0,-1-1,0-1,-1 1,-1-1,0-1,-1 1,0-1,-1 0,1-4,0 10,-8 33,0-8,0-10,0 0,1 0,-1 1,1-1,1 1,-1-1,1 1,1-1,0 1,0-1,0 1,1-1,0 0,0 0,0 0,1 0,1 0,-1 0,1-1,0 1,0-1,1 0,0-1,3 4,3-4,0 0,1-1,-1 0,1-1,0-1,-1 1,1-2,1 0,-1 0,0-1,0-1,2 0,47-3</inkml:trace>
  <inkml:trace contextRef="#ctx0" brushRef="#br0" timeOffset="32867.178">2513 4760,'-21'-8,"0"1,-1 1,1 1,-1 1,-1 1,1 0,0 2,-1 1,0 1,15-1,0 0,1 0,-1 1,0 0,1 0,-1 1,1-1,0 2,-1-1,1 1,0 1,1-1,-1 1,0 0,1 0,0 1,0 0,0 0,1 1,0-1,0 1,0 0,1 0,0 1,0 0,0-1,1 1,0 0,0 1,1-1,0 0,-1 5,3-9,0-1,0 0,0 1,0-1,1 1,-1-1,1 1,-1-1,1 0,0 0,0 1,0-1,0 0,0 0,1 0,-1 0,1 0,-1 0,1 0,-1 0,1-1,0 1,0-1,0 1,0-1,0 0,0 0,1 0,-1 0,0 0,1 0,-1-1,2 1,4 1,0-1,0 0,1-1,-1 0,0 0,0-1,0 0,0 0,6-2,7-4,-1-1,0 0,0-2,-1 0,0-1,-1-1,-1-1,0 0,9-10,-21 18,1 1,-1-1,0 0,-1-1,1 1,-1-1,0 0,0 0,-1 0,0-1,0 1,0-3,-12 31,8-18,0-1,0 1,1-1,-1 1,1 0,-1-1,1 1,0 0,1-1,-1 1,1 0,-1-1,1 1,0-1,0 1,1-1,-1 1,1-1,0 0,-1 0,2 0,-1 0,0 0,0 0,1 0,0-1,-1 1,1-1,0 0,0 0,1 0,7 3,0-2,1 0,-1 0,1-1,-1 0,1-1,0 0,-1-1,1 0,0-1,0-1,-1 0,1 0,-1-1,0 0,0-1,0-1,0 1,0-2,-1 0,6-4,-11 7,0-1,0 0,-1 0,1 0,-1-1,0 1,0-1,0 0,-1 0,0 0,0-1,0 1,-1-1,1 0,-1 0,-1 1,1-1,-1 0,0-1,0 1,-1 0,0 0,0 0,-1-4,-2 37,2-16,0 0,1-1,0 1,1 0,1-1,-1 1,2-1,-1 1,1-1,1 0,0 0,0 0,1-1,0 1,1-1,0-1,1 1,-1-1,2 0,3 4,11 0</inkml:trace>
  <inkml:trace contextRef="#ctx0" brushRef="#br0" timeOffset="33134.46">2941 4386,'0'9,"0"3</inkml:trace>
  <inkml:trace contextRef="#ctx0" brushRef="#br0" timeOffset="34929.492">4131 4626,'13'5,"-1"1,0 1,0 0,0 0,-1 1,0 1,-1 0,0 0,0 1,-1 0,0 1,-1 0,0 0,-1 1,0 0,-1 0,0 0,-1 1,-1 0,0 0,0 0,-2 1,1-1,-2 1,0 0,22 69,-22-82,0 0,-1 0,1-1,0 1,0 0,-1 0,1-1,0 1,0 0,0-1,0 1,0-1,0 1,0-1,0 0,0 1,0-1,0 0,0 0,1 0,-1 0,0 0,0 0,0 0,0 0,0 0,0 0,0 0,0-1,0 1,0-1,0 1,0-1,0 1,0-1,0 1,0-1,1 0,32-31,-20 15,-1-1,-1 0,-1-1,-1 0,0-1,-2 0,0 0,-1-1,-1 0,-1 0,2-18,-6 47,0 1,0-1,1 1,1-1,-1 0,1 0,1 0,-1-1,1 1,5 6,-4-8,1 0,1 0,-1-1,1 0,0 0,0 0,1-1,-1 0,1 0,0-1,0 0,0-1,0 0,1 0,-1 0,1-1,-1-1,2 1,5-1,0 0,0-1,0 0,0-1,-1-1,1 0,-1-1,1-1,12-6,-16 7,-1 0,0-1,-1 0,1-1,-1 0,0 0,0-1,-1 0,0-1,-1 0,1 0,-1-1,-1 1,0-1,0-1,0 1,-2-1,1 0,-1 0,0-1,1-9,-5 21,0 0,-1-1,1 1,0-1,-1 1,1-1,-1 1,1-1,-1 1,1-1,-1 1,1-1,-1 1,1-1,-1 0,1 1,-1-1,0 0,1 0,-1 1,0-1,1 0,-1 0,0 0,1 0,-1 0,0 0,1 0,-1 0,0 0,1 0,-1 0,0 0,1-1,-1 1,1 0,-1 0,0-1,1 1,-1 0,1-1,-1 1,1-1,-1 1,1-1,-1 1,1-1,-1 1,1-1,0 1,-1-1,1 1,0-1,-1 0,1 1,0-1,0 0,0 1,-1-1,1 0,0 1,0-1,0 0,0 1,0-1,0 0,1 1,-4 3,0 1,0 0,0 0,1 0,0 0,-1 0,2 1,-1-1,0 0,1 1,0 0,0-1,0 1,1 0,0-1,0 1,0 0,0 0,1-1,-1 1,1 0,1-1,-1 1,1-1,-1 1,1-1,0 0,1 0,-1 0,1 0,0 0,0 0,0-1,0 1,1-1,-1 0,1 0,0 0,0-1,0 1,0-1,0 0,9 1,-1-1,1-1,-1 0,1-1,-1 0,1-1,0 0,-1-1,0-1,1 0,-1 0,0-1,-1-1,1 0,-1-1,0 0,0 0,0-1,-1-1,1 0,-3 1,0 0,-1-1,0 1,0-2,0 1,-1-1,0 0,-1 0,0 0,-1-1,0 0,0 1,-1-2,0 1,-1 0,1-7,-4 46,0-15,0-1,0 1,1-1,1 0,0 1,1-1,1 0,0 0,0 0,2 0,-1 0,3 3,-4-12,0-1,0 1,1-1,-1 1,1-1,-1 0,1-1,0 1,0-1,0 1,1-1,-1-1,0 1,1 0,-1-1,1 0,0 0,-1 0,1-1,0 0,-1 0,1 0,0 0,0-1,3 0,3-1,1 0,-1-1,0-1,1 1,-2-2,1 1,-1-2,1 1,8-8,-8 4,0-1,0-1,-1 0,-1 0,0-1,0 0,-1-1,-1 0,0 0,-1 0,0-1,-1 0,3-14,-11 35,1 0,0 0,0 0,1 0,0 0,0 0,1 0,0 0,0 0,1 1,0-1,0 0,0 0,1 0,0 0,0-1,1 1,0 0,0-1,1 0,0 0,0 0,0 0,1 0,2 2,5 0,1 0,-1-1,1 0,1-1,-1-1,1 0,0-1,0 0,0-1,1-1,-1 0,1-1,0-1,-1 0,1-1,-1 0,1-1,-1-1,0 0,0-1,0-1,0 0,-1-1,0 0,0-1,3-2,5-4,-1-1,0-1,-1-1,-1 0,-1-1,0-1,-1-1,-1 0,-1-1,-1-1,0 0,-2-1,0 0,-2-1,0 0,-2 0,0-1,-2 1,0-2,0-13,-3 23,0-1,-1 0,0 0,-2 0,1 0,-2 0,0 0,-1 0,-1 1,0-1,-1 1,-1 0,0 1,-1-1,-1 1,-2-3,8 15,1 0,-1 0,1 0,-1 0,0 0,0 0,1 1,-1-1,0 1,-1 0,1-1,0 1,0 0,-1 0,1 0,0 1,-1-1,1 0,-1 1,1 0,0-1,-1 1,1 0,-1 1,1-1,-1 0,1 1,-1-1,1 1,-1-1,1 1,0 0,0 0,-1 0,1 1,0-1,0 1,0-1,0 1,0-1,1 1,-1 0,-1 1,-2 7,1 0,0 0,0 0,1 0,0 1,1-1,0 1,0 0,2 0,-1-1,1 5,0-4,-4 22,3-1,0 1,2 0,2 0,0 0,3 0,0-1,3 0,0-1,2 1,1-2,2 0,1 0,12 17,-22-40,1 1,0-1,0 0,1 0,0-1,0 1,1-2,0 1,-1-1,2 0,-1-1,1 0,-1 0,1-1,0 0,1 0,-1-1,0-1,1 1,-1-1,0-1,1 0,-1 0,1-1,-1 0,1-1,-1 0,0 0,0-1,0 0,0-1,-1 0,8-4,6-10,-1-1,0 0,-2-2,0 0,-1-2,-2 1,0-2,-2 0,0-1,-2-1,0 0,-2 0,-1-1,-1-1,14-48,-4 0,-3-1,-3-1,-1-44,-10 100,-20 55,6 2,2 0,1 1,2 1,2 0,1 0,2 0,1 0,2 1,1-1,3 0,1 0,1 0,2-1,2 1,1-1,-7-26,-1 0,2 0,-1 0,1-1,1 1,0-1,0-1,1 1,0-1,0 0,1-1,0 0,0 0,0 0,1-1,0-1,1 1,-1-1,1-1,0 0,0 0,1-1,-1-1,0 1,2-2,-2 0,0-1,0 0,0 0,0-1,0-1,0 0,-1 0,1-1,-1 0,1-1,-1 1,0-2,-1 0,1 0,-1 0,0-1,0 0,0-1,-1 0,0 0,-1 0,1-1,-2 0,1 0,-1-1,0 1,-1-1,1 0,-2-1,1 0,-2 1,3-5,-5 20,-2 3,0 1,1-1,1 0,-1 1,2-1,-1 1,1-1,2 9,-2-15,0 0,0 0,0 0,0 0,0 0,1-1,-1 1,1 0,0-1,0 1,0-1,0 0,0 1,0-1,1 0,-1 0,1-1,-1 1,1 0,0-1,0 0,0 1,-1-1,1 0,0-1,1 1,-1 0,3-1,22-1,-2-5</inkml:trace>
  <inkml:trace contextRef="#ctx0" brushRef="#br0" timeOffset="35201.573">6978 4238,'7'5,"22"1,30 0,34-1,30-4,20-5,-14-1</inkml:trace>
  <inkml:trace contextRef="#ctx0" brushRef="#br0" timeOffset="35820.842">8770 4760,'2'-20,"1"0,1 1,0 0,2 0,0 0,1 0,1 1,9-14,-3 1,9-17,-3 0,-1-1,-3-1,-2-1,-2 0,-2-1,-2 0,-3 0,-2-26,-3 72,0 0,0 0,-1 0,0 0,0 0,0 0,-1 0,0 1,0-1,0 0,-1 1,-2-4,4 8,0 1,0-1,0 0,0 0,0 1,0-1,0 1,0-1,0 1,-1-1,1 1,0 0,0-1,-1 1,1 0,0 0,0 0,-1 0,1 0,0 0,0 0,-1 1,1-1,0 0,0 1,0-1,-1 1,1-1,0 1,0 0,0-1,0 1,0 0,0 0,0 0,0 0,1 0,-1 0,0 0,0 0,1 0,-12 15,0 1,2 1,0 0,1 0,1 1,0 0,2 0,0 0,1 1,1 0,1 0,0 12,-2-5,0 1,2-1,0 1,2 0,2 0,0 0,2-1,1 1,1-1,1 0,2 0,0 0,2-1,12 22,-20-43,1 1,0-1,1 0,-1 1,1-2,0 1,0 0,1-1,-1 0,1 0,0 0,0-1,0 1,1-1,-1-1,1 1,0-1,0 0,-1 0,1 0,1-1,-1 0,0 0,0-1,0 0,0 0,0 0,1-1,-1 1,0-2,0 1,0-1,0 0,0 0,-1 0,1-1,3-2,70-94,-79 99,0 0,0-1,0 1,0 0,1-1,-1 1,0-1,0 1,0 0,1-1,-1 1,0 0,0 0,1-1,-1 1,0 0,0-1,1 1,-1 0,0 0,1 0,-1-1,0 1,1 0,-1 0,1 0,-1 0,0 0,1 0,-1 0,0 0,1 0,-1 0,1 0,-1 0,0 0,1 0,-1 0,1 0,-1 0,0 0,1 0,-1 1,0-1,1 0,-1 0,0 0,1 1,-1-1,0 0,0 0,1 1,-1-1,0 0,0 1,1-1,-1 1,8 26,-4-12,-4-12,1-1,0 0,1 0,-1 0,0 1,1-1,-1 0,1-1,0 1,-1 0,1 0,0-1,0 1,0-1,1 1,-1-1,0 0,0 0,1 0,-1 0,0-1,1 1,-1 0,1-1,-1 0,1 0,-1 1,1-2,-1 1,1 0,-1 0,1-1,-1 1,0-1,1 0,-1 0,1 0,4-1,-1-1,1 0,0 0,-1-1,0 1,0-2,0 1,0 0,-1-1,1 0,-1-1,1-2,-2 4,-1 0,0 0,0 0,0 0,-1-1,0 1,1-1,-2 0,1 0,0 0,-1 0,0 0,0 0,-1 0,1 0,-1 0,0 0,-1 0,1 0,-1 0,0 0,0 0,0 0,-1 0,0 0,0 0,0 1,-1-1,1 1,-1-1,0 1,0 0,-1 0,1 1,-1-1,0 1,0-1,0 1,0 0,0 1,-1-1,1 1,-1 0,0 0,-2 0,1 1,0 1,-1 0,1 0,0 1,-1-1,1 1,0 1,-1-1,1 1,0 0,0 1,1-1,-1 1,0 0,1 1,0-1,0 1,0 0,0 1,0-1,1 1,0 0,0 0,0 0,1 0,0 1,0-1,0 1,0 0,1 0,0 0,0 0,1 0,-1 5,2-8,1 0,-1 0,1 0,-1 0,1-1,0 1,0 0,0-1,0 1,1 0,-1-1,1 1,-1-1,1 0,0 0,0 1,0-1,0-1,1 1,-1 0,3 1,25 15</inkml:trace>
  <inkml:trace contextRef="#ctx0" brushRef="#br0" timeOffset="36058.259">9853 4465,'-18'-6,"-13"-3,-13 0,-5 2,-2 7,6 8,9 6,9 9,15 4,16 3,19 0,18-3,17-3,14-6,9-5,-10-6</inkml:trace>
  <inkml:trace contextRef="#ctx0" brushRef="#br0" timeOffset="36886.929">10267 4639,'6'-1,"-1"-1,0 1,0-1,0-1,-1 1,1-1,0 0,-1 0,0 0,0 0,0-1,0 0,0 0,-1 0,1 0,-1 0,0-1,-1 1,1-1,-1 0,1-2,-4 3,0 1,-1 0,0 0,0 0,1 0,-2 0,1 0,0 1,-1-1,1 1,-1 0,0-1,1 1,-1 0,0 1,0-1,-1 0,1 1,0 0,0 0,-1 0,1 0,-1 0,1 1,-1-1,1 1,-4 0,4-1,-1 1,1 0,-1-1,1 1,-1 1,1-1,-1 0,1 1,-1 0,1 0,-1 0,1 0,0 0,0 1,0 0,-1-1,1 1,1 0,-1 1,0-1,0 0,1 1,0-1,-1 1,1 0,0 0,0 0,0 0,1 0,-1 0,1 1,0-1,0 0,0 1,0-1,1 1,-1-1,1 1,0-1,0 1,0-1,0 1,1-1,-1 1,1-1,0 1,0-1,0 0,1 1,-1-1,1 0,0 0,0 0,0 0,2 2,3 1,1 0,-1 0,1-1,1 0,-1-1,1 0,-1 0,1-1,0 0,0 0,1-1,-1-1,1 1,-1-1,1-1,-1 0,1 0,-1-1,0 0,8-2,-13 2,-1 0,1 0,0-1,-1 1,0-1,1 1,-1-1,0 0,0 0,0-1,0 1,0-1,-1 1,1-1,-1 0,0 0,0 0,0 0,0 0,0-1,0 1,-1-1,0 1,0-1,0 1,0-1,0 0,-1 1,0-1,1 0,-1 1,-1-2,12 47,-10-40,1 0,-1 1,1-1,0 0,-1 0,1 0,0 0,0 0,0 0,1-1,-1 1,0-1,1 0,-1 1,1-1,-1 0,1 0,-1-1,1 1,0 0,-1-1,1 0,0 0,-1 1,1-1,0-1,0 1,-1 0,1-1,0 0,-1 1,1-1,5-2,-1 0,0 0,0-1,0 1,0-1,0-1,-1 0,0 0,0 0,4-5,0-5,-1 0,0-1,-1 0,-1 0,-1-1,0 0,-1 0,-1 0,-1-1,0 1,-1-1,-1 0,-1 0,-1-15,1 32,1-200,-23-165,10 269,6 90,3 23,1 86,3 0,6 1,12 59,-18-150,32 333,-13-261,-20-82,1 0,0-1,0 1,0 0,0 0,0 0,1-1,-1 1,0 0,1-1,-1 0,1 1,-1-1,1 0,0 1,0-1,0 0,-1-1,1 1,0 0,0 0,0-1,0 1,0-1,0 0,1 1,-1-1,0 0,0 0,0 0,0-1,0 1,0 0,0-1,0 1,0-1,0 0,1 0,7-6,0 0,-1 0,0-1,-1 0,0-1,0 0,-1 0,0-1,0 1,-1-2,0 1,-1-1,-1 1,1-1,-2-1,1 1,-2 0,2-7,8-38,-28 84,7-6,0-1,1 2,2-1,0 1,1 0,1 0,1 1,3-21,0-1,1 1,-1 0,0 0,1-1,-1 1,1 0,0-1,0 1,0-1,0 1,0-1,0 0,1 1,0-1,-1 0,1 0,0 0,0 0,0 0,0 0,0-1,0 1,0-1,1 1,-1-1,1 0,-1 0,1 0,-1 0,1-1,0 1,-1 0,1-1,0 0,-1 0,1 0,1 0,74-6,-40-4</inkml:trace>
  <inkml:trace contextRef="#ctx0" brushRef="#br0" timeOffset="37134.38">10935 4319,'-18'-5,"-8"-3,-3-3,3-2,4-3,5-4,4 3</inkml:trace>
  <inkml:trace contextRef="#ctx0" brushRef="#br0" timeOffset="37304.996">10588 4012,'20'-3,"21"3,17 0,14 0,-4 1</inkml:trace>
  <inkml:trace contextRef="#ctx0" brushRef="#br0" timeOffset="37508.148">11229 4452,'-6'19,"-3"9,0 6,2 1,3-3,5-7,8-8,4-8,5-12,-1-4</inkml:trace>
  <inkml:trace contextRef="#ctx0" brushRef="#br0" timeOffset="37770.56">11216 3890,'-9'14,"2"11,6 11,12 5,5-3</inkml:trace>
  <inkml:trace contextRef="#ctx0" brushRef="#br0" timeOffset="37771.56">11430 4746,'-2'21,"-1"15,0 11,-2 7,-2 5,-9 2,-20 0,-29-2,-3-11</inkml:trace>
  <inkml:trace contextRef="#ctx0" brushRef="#br0" timeOffset="38791.363">1404 5856,'6'60,"-5"-36,1 1,2 0,0-1,2 0,0 0,2 0,8 18,-15-40,0 0,-1 0,1 0,0 0,1 0,-1-1,0 1,0-1,1 1,-1-1,1 1,-1-1,1 0,-1 1,1-1,0 0,0 0,0 0,0-1,-1 1,1 0,0-1,0 1,0-1,0 0,1 1,-1-1,0 0,0 0,0-1,0 1,0 0,0-1,0 1,0-1,0 1,0-1,-1 0,1 0,1 0,11-9,0-1,0 0,-1-1,0 0,-1-1,-1 0,0-1,0 0,-2-1,0 0,0-1,-2 1,0-2,-1 1,0-1,1-9,-17 124,10-94,-1 0,1 1,0-1,1 1,-1-1,1 1,-1-1,1 1,1-1,-1 0,0 1,1-1,0 0,0 0,1 0,-1-1,1 1,-1 0,1-1,0 0,1 0,-1 0,0 0,1 0,0 0,-1-1,1 0,0 0,0 0,1 0,-1-1,0 1,0-1,1 0,23 2</inkml:trace>
  <inkml:trace contextRef="#ctx0" brushRef="#br0" timeOffset="39127.462">2018 5883,'-3'10,"-1"0,2 0,-1 0,1 0,1 1,0-1,0 0,1 1,0-1,1 1,0-1,3 8,-3-12,0-1,1 0,0 0,0 0,0 0,1-1,-1 1,1-1,0 1,1-1,-1 0,1 0,0 0,0-1,0 1,0-1,1 0,-1 0,1 0,0-1,-1 0,1 0,0 0,1 0,0-1,2 0,0-1,-1 0,1 0,0-1,0 0,-1 0,1-1,-1 0,1 0,-1-1,0 0,0 0,0 0,0-1,-1 0,1-1,-1 0,0 0,0 0,-1 0,0-1,0 0,0 0,0-1,-1 1,0-1,-1 0,1 0,-1 0,-1 0,1-1,-1 1,-1-1,1 1,-1-1,-1 0,1 7,-1 1,1 0,-1 0,0-1,1 1,-1 0,0-1,0 1,1-1,-1 1,0 0,0-1,0 1,1-1,-1 1,0-1,0 1,0 0,0-1,0 1,0-1,0 1,0-1,0 1,0-1,0 1,0-1,0 1,0 0,-1-1,1 1,0-1,0 1,0-1,-1 1,1 0,0-1,0 1,-1 0,1-1,0 1,-1 0,1-1,0 1,-1 0,1 0,-1-1,1 1,0 0,-1 0,1 0,-1 0,1 0,-1-1,1 1,-1 0,1 0,-1 0,1 0,0 0,-1 0,1 0,-1 1,1-1,-1 0,1 0,-1 0,1 0,-1 1,-2 5,0 0,0 0,0 1,1-1,0 1,1 0,-1 0,1-1,0 1,1 0,0 0,0 0,0 0,2 5,-2-7,1-1,1 1,-1-1,1 0,-1 1,1-1,0 0,1 0,-1 0,1 0,0-1,0 1,0-1,0 0,1 1,-1-1,1-1,0 1,-1-1,1 1,1-1,-1 0,1 0,103 24,-52-21</inkml:trace>
  <inkml:trace contextRef="#ctx0" brushRef="#br0" timeOffset="39501.159">2915 6017,'-13'-7,"-1"2,1-1,-1 2,0 0,0 0,0 2,-1-1,1 2,0 0,-13 1,24 1,0-1,0 1,0 0,0 0,0 0,0 0,0 0,1 1,-1-1,0 1,1 0,-1 0,1 0,0 0,-1 0,1 0,0 1,0-1,0 1,1-1,-1 1,1 0,-1 0,1-1,0 1,0 0,0 0,1 0,-1 1,1-1,0 0,-1 0,1 0,1 0,-1 0,0 0,1 0,-1 0,1 1,0-2,0 1,0 0,1 0,-1 0,1 0,-1-1,1 1,0-1,0 1,0-1,1 0,1 2,3 0,0-1,0 1,0-1,0-1,1 1,0-1,-1-1,1 0,0 0,-1 0,1-1,0 0,0 0,0-1,-1 0,1 0,0-1,-1 0,1-1,-1 1,0-2,0 1,0-1,0 0,0 0,-1 0,0-1,0 0,0-1,-1 1,1-1,-1 0,-1 0,1-1,1-3,-5 9,0 0,0 0,-1 0,1 0,0 0,0 0,-1 0,1 0,0-1,-1 1,1 0,-1 0,0-1,1 1,-1 0,0-1,0 1,0 0,0-1,0 1,0 0,0-1,0 1,-1 0,1-1,-1 1,1 0,-1 0,1-1,-1 1,1 0,-1 0,0 0,0 0,0 0,0 0,0 0,0 0,-1-1,0 3,1-1,-1 1,0 0,0 0,0-1,1 1,-1 0,0 1,1-1,-1 0,1 0,-1 1,1-1,0 1,0-1,-1 1,1 0,0-1,0 1,1 0,-1 0,0-1,1 1,-1 0,1 0,-1 0,1 0,0 0,0 0,0 0,0 0,0 0,0 0,1 0,-1 0,0 0,1 0,0-1,-1 1,2 1,2 1,0 1,1-1,0 0,0 0,0-1,1 0,-1 0,1 0,-1 0,1-1,0 0,0 0,0 0,1-1,-1 0,4 0,-1 1,45 8</inkml:trace>
  <inkml:trace contextRef="#ctx0" brushRef="#br0" timeOffset="41046.602">4518 5950,'-10'-1,"0"0,-1 1,1 0,0 1,0 0,-1 1,1 0,0 1,0 0,1 0,-1 1,1 0,-1 1,1 0,1 0,-1 1,1 0,0 1,0 0,1 0,-1 0,2 1,-1 0,-3 7,9-14,0 1,0-1,1 0,-1 1,1-1,-1 0,1 1,-1-1,1 1,0-1,0 1,0-1,-1 1,2-1,-1 1,0-1,0 1,0-1,1 0,-1 1,0-1,1 1,0-1,-1 0,1 1,0-1,-1 0,1 0,0 1,0-1,0 0,0 0,0 0,0 0,1 0,-1-1,0 1,0 0,1 0,-1-1,0 1,1-1,-1 1,1-1,-1 0,1 1,-1-1,1 0,-1 0,1 0,-1 0,0 0,1-1,-1 1,1 0,-1-1,1 1,-1-1,16-2,-1-1,1-1,-1 0,-1-1,1-1,-1 0,0-2,-1 1,1-2,-2 0,0 0,0-2,9-9,-9 7,-1 0,0-1,0 0,-2-1,0 0,0-1,-2 0,0-1,-1 1,-1-2,0 1,-2 0,0-1,-1 0,-1 0,-1 0,0 0,-2 0,0-1,-1 1,-1 1,0-1,-2 0,-3-7,-24-27,31 53,0-1,1 0,-1 0,0 0,-1 0,1 1,0-1,0 1,0-1,0 1,0-1,-1 1,1-1,0 1,0 0,-1 0,1 0,0 0,0 0,-1 0,1 0,0 0,0 0,-1 1,1-1,0 0,0 1,0-1,-1 1,1-1,0 1,0 0,0-1,0 1,0 0,0 0,0 0,0 0,1 0,-1 0,0 0,0 0,1 0,-1 1,-6 10,1 1,0-1,1 1,0 1,1-1,1 1,0-1,1 1,-1 11,3-22,-3 21,1 0,0 1,2-1,1 1,1-1,1 1,2-1,5 19,-7-32,0 0,2 0,-1-1,1 1,1-1,-1 0,2-1,-1 1,2-1,-1-1,1 1,0-1,1 0,0-1,0 0,1-1,-1 0,1 0,8 2,-12-4,1-1,-1 0,1-1,0 0,0 0,0 0,0-1,1 0,-1 0,0-1,0 0,1 0,-1-1,0 0,0 0,0-1,0 1,0-2,0 1,0-1,-1 0,1 0,-1-1,0 0,0 0,0 0,0-1,-1 0,0 0,0 0,0-1,-1 0,0 0,2-4,0 0,-1-2,0 1,-1-1,-1 1,0-1,0 0,-1 0,0-4,-2 16,0 0,-1 0,1 0,0 0,0 0,0 0,0 0,0 0,-1 0,1 0,0 0,0 0,0-1,0 1,0 0,0 0,0 0,-1 0,1 0,0 0,0 0,0-1,0 1,0 0,0 0,-5 17,2 80,3-93,1-1,-1 1,1-1,0 0,0 1,1-1,-1 0,1 0,-1 0,1 0,0 0,0 0,0 0,1-1,-1 1,1-1,-1 1,1-1,0 0,0 0,0 0,0-1,0 1,1-1,-1 1,1-1,4 0,0 0,0 0,0 0,0-1,0-1,0 1,0-1,0 0,0-1,-1 0,1 0,0-1,-1 0,0-1,1 1,-1-1,-1 0,1-1,0 0,-1 0,0 0,-1-1,1 0,-1 0,0 0,0-1,-1 0,0 1,0-2,0 1,-1 0,0-2,3-4,-2 50,-4-33,-1 0,1 0,1 0,-1 0,0 0,1-1,0 1,0 0,0-1,1 1,-1 0,1-1,0 0,-1 1,2-1,-1 0,0 0,1 0,-1 0,1 0,0-1,0 1,0-1,0 0,0 0,1 0,-1 0,1 0,-1-1,1 0,0 0,2 1,8-1,-1-2,1 1,-1-2,0 0,1 0,-1-1,0-1,0 0,-1-1,1 0,-1-1,0 0,-1-1,1-1,-1 0,-1 0,0-1,0 0,0-1,-1 0,-1 0,0-1,6-10,24-49,-36 72,-22 167,7 35,8 0,21 173,-16-371,0-7,-1-3,-17-135,6 0,5-94,5 194,2 0,1 0,3 0,1 1,1 0,2 0,13-35,-20 69,1-1,-1 1,1-1,0 1,0-1,0 1,1 0,-1 0,1 0,0 1,0-1,1 1,-1-1,1 1,0 0,0 0,0 1,0-1,0 1,0 0,1 0,-1 0,1 1,-1-1,1 1,0 0,-1 0,1 1,0 0,0 0,0 0,3 0,2 5,0 1,0 0,0 1,-1-1,0 2,0-1,-1 1,0 1,0 0,-1 0,0 0,-1 1,0 0,0 0,-1 0,3 10,-5-13,0-1,-1 0,0 0,-1 1,1-1,-1 1,0 0,-1-1,1 1,-2 0,1 5,-1-10,1 1,-1 0,0-1,0 1,0 0,0-1,0 1,-1-1,1 0,-1 1,1-1,-1 0,0 0,0 0,0 0,0 0,0-1,0 1,-1 0,1-1,-1 0,1 1,-1-1,1 0,-1-1,0 1,1 0,-1-1,0 1,1 0,0-1,0 1,0 0,0-1,0 0,0 1,0-1,0 0,0 0,0 0,0 0,0 0,0 0,0-1,0 1,0-1,0 0,0 1,1-1,-1 0,0 0,0 0,0 0,1 0,-1-1,1 1,-1 0,1-1,-1 1,1-1,0 0,0 1,0-1,0 0,0 0,0 0,0 1,1-1,-1 0,0 0,1 0,0 0,-1 0,1 0,0 0,0 0,0-1,1 1,-1 0,0 0,1 0,-1 0,1 1,0-1,0 0,-1 0,1 0,1-1,3-2,0 0,0 1,1-1,-1 1,1 1,0-1,0 1,0 0,0 0,0 0,1 1,-1 0,1 1,0-1,0 1,-1 1,1-1,0 1,0 0,0 0,0 1,-1 0,1 1,0-1,-1 1,1 0,-1 1,1 0,1 1,36 37,-41-37,0 1,1-1,0 0,0 0,0 0,0 0,0-1,1 0,0 0,0 0,-1 0,2-1,-1 0,0 0,0 0,1-1,-1 1,1-1,-1-1,4 1,0-3,0 0,0-1,0 0,0 0,0-1,-1 0,0-1,1 0,-2 0,1 0,-1-1,0-1,0 1,0-1,-1 0,0 0,-1-1,1 0,-2 0,1 0,-1-1,0 1,-1-1,0 0,0 0,-1 0,0-1,-1 1,0 0,0-1,-1 1,0-6,-1 12,1 0,0-1,-1 1,0 0,0 0,0 0,0 0,0 0,0 0,-1 0,0 0,1 0,-1 1,0-1,0 1,-1-1,1 1,0 0,-1 0,0 0,1 0,-1 0,0 1,0-1,0 1,0 0,0-1,0 1,0 1,0-1,-1 0,1 1,0 0,0 0,-1 0,1 0,0 0,0 1,-1-1,1 1,0 0,0 0,-2 1,-2 1,1 1,0-1,0 1,0 1,0-1,0 1,1 0,0 0,0 1,1-1,-1 1,1 0,0 1,1-1,0 1,0-1,0 1,1 0,-1 0,2 0,-1 0,1 0,0 1,1-1,0 0,0 1,0-1,1 0,0 0,0 1,1-1,0 0,0 0,1 0,0-1,0 1,1-1,-1 1,1-1,1 0,-1-1,1 1,0-1,0 0,1 0,-1 0,3 0,68 15,-41-19</inkml:trace>
  <inkml:trace contextRef="#ctx0" brushRef="#br0" timeOffset="41337.998">6364 5536,'-9'-8,"0"1,0 0,-1 0,0 1,0 0,-1 1,1 0,-12-3,19 7,0 1,1-1,-1 0,0 1,0 0,0-1,0 1,0 0,0 1,0-1,0 1,0-1,0 1,0 0,0 0,0 0,0 0,1 0,-1 1,1 0,-1-1,1 1,-1 0,1 0,0 0,0 0,0 1,0-1,0 0,1 1,-1-1,1 1,-1 0,1 0,0-1,0 2,-3 7,1 0,1 0,0 0,0 0,1 0,0 0,1 0,0 0,1 1,0-1,1 0,1 0,-1 0,1-1,1 1,0-1,6 10,6 11,1-1,2 0,1-2,1 0,5 3,81 87,-102-114,-1 0,1-1,0 1,0-1,0 0,0 0,1-1,-1 0,1 1,-1-2,1 1,0-1,0 0,0 0,0 0,-1-1,1 0,0 0,0-1,0 0,0 0,0 0,45-7,1-1</inkml:trace>
  <inkml:trace contextRef="#ctx0" brushRef="#br0" timeOffset="42231.22">8382 5843,'-15'-9,"-1"1,1 1,-1 0,-1 1,1 1,-1 0,0 2,0 0,0 0,-1 2,8 0,1 1,0 0,0 1,-1 0,1 0,0 1,0 0,0 1,0 0,1 0,-1 1,1 0,0 1,0 0,0 0,1 0,0 1,0 0,-2 3,6-7,1 0,-1 0,1 0,-1 0,1 0,0 1,0-1,0 1,0 0,1-1,-1 1,1 0,0 0,0 0,0 0,0 0,0 1,0-1,1 0,0 0,-1 0,1 1,1-1,-1 0,0 0,1 0,-1 1,1-1,0 0,0 0,0 0,1 0,-1 0,1-1,0 1,-1 0,1-1,0 1,1-1,-1 1,0-1,1 0,-1 0,1 0,-1 0,1-1,2 2,8-1,0 0,1-1,-1 0,0-1,1 0,-1-1,0-1,1 0,-1-1,0 0,0-1,-1 0,1-1,-1-1,0 0,0 0,-1-1,0-1,0 0,1-2,61-74,-60 65,-26 94,11-72,1 0,0 1,1-1,-1 0,0 1,1-1,0 1,0-1,0 0,0 1,0-1,1 1,0-1,-1 0,1 1,0-1,1 0,-1 0,1 0,-1 0,1 0,0 0,0 0,0 0,0-1,1 1,-1-1,1 0,0 0,-1 0,1 0,0 0,0 0,0-1,2 1,8-1,-1-1,1 0,0-1,0-1,-1 0,1 0,-1-1,1-1,-1 0,0-1,-1 0,1-1,-1 0,0-1,9-7,-2 1,-1-1,0-1,-1-1,-1 0,0-1,-1 0,-1-1,-1-1,-1 0,0 0,-2-1,0 0,-1-1,0-4,5-20,-1 0,-3-1,-2 0,-2-1,-1 0,-3-8,-9-27,8 81,0 1,-1-1,1 0,0 1,0-1,0 0,-1 1,1-1,0 1,-1-1,1 1,0-1,-1 1,1-1,-1 1,1-1,-1 1,1-1,-1 1,1 0,-1-1,1 1,-1 0,0-1,1 1,-1 0,0 0,1 0,-1 0,1 0,-1-1,0 1,1 0,-1 0,0 0,1 1,-1-1,0 0,1 0,-1 0,0 0,1 1,-1-1,1 0,-1 1,1-1,-1 0,0 1,1-1,-1 1,1-1,0 0,-1 1,1 0,-1-1,1 1,0-1,-1 1,1 0,-10 11,0 1,1 1,1 0,0 0,1 1,0 0,1 0,1 0,0 3,3-15,-11 36,2 1,1 0,2 0,2 1,-1 31,6-54,1 0,0 0,2 0,0 0,1 0,0-1,2 1,0-1,1 0,1 0,0-1,1 0,1 0,5 6,-7-14,0 1,1-1,0 0,1 0,0-1,0 0,0-1,1 0,0 0,0-1,0-1,1 0,0 0,4 1,-8-4,-1 1,1-1,-1 0,1 0,0-1,-1 0,1 0,0-1,-1 0,1 0,-1 0,1-1,-1 0,0 0,1-1,-1 0,0 0,-1 0,1 0,-1-1,1 0,-1-1,0 1,0-1,-1 0,7-13,0 0,-2-1,0-1,-1 0,-1 0,-1 0,-1-1,0 0,-2 0,0 0,-2 0,0 0,-2-1,3 3,15-297,-15 302,-1 23,-17 165,10-145,1 0,1 1,2-1,1 1,1-1,2 1,1-1,1 0,1 0,2 0,0-1,6 11,-10-32,1 0,0 1,0-2,1 1,-1 0,1-1,1 0,-1 0,1-1,0 1,0-1,1 0,0-1,0 0,-6-3,0 0,0 0,0-1,1 1,-1-1,0 1,1-1,-1 0,0 1,1-1,-1 0,0 0,1 0,-1 0,1 0,-1 0,0 0,1 0,-1-1,0 1,1 0,-1-1,0 1,1-1,-1 0,1 0,9-11</inkml:trace>
  <inkml:trace contextRef="#ctx0" brushRef="#br0" timeOffset="42490.61">8944 5615,'18'0,"20"0,19 0,16 0,13 0,4 3,-2 2,-16 1</inkml:trace>
  <inkml:trace contextRef="#ctx0" brushRef="#br0" timeOffset="42755.898">9585 5736,'-4'0,"-3"0,0 0,-1 0,1 1,0 0,-1 0,1 1,0 0,0 0,0 1,0 0,1 0,-1 0,1 1,-1 0,1 0,1 1,-1 0,1 0,-1 0,1 0,1 1,-1 0,1 0,-1 2,3-4,-1 1,1-1,0 1,1-1,-1 1,1 0,0 0,0 0,1-1,-1 1,1 0,0 0,0 0,1 0,-1 0,1 0,0-1,1 1,-1 0,1-1,0 1,0-1,0 1,1-1,-1 0,1 0,0 0,0 0,1-1,-1 1,1-1,0 0,0 0,4 3,-1-4,1 1,0-1,0 0,0-1,0 0,0 0,0 0,0-1,0-1,0 1,0-1,0-1,0 1,0-1,0-1,-1 0,1 0,-1 0,0-1,0 0,0 0,0-1,-1 1,1-2,-1 1,-1-1,1 0,-1 0,0 0,0-1,-1 0,2-4,0-21,-6 31,0 1,0-1,-1 1,1-1,0 1,0-1,0 1,0-1,-1 1,1 0,0-1,-1 1,1-1,0 1,0 0,-1-1,1 1,-1 0,1-1,0 1,-1 0,1 0,-1-1,1 1,-1 0,1 0,-1 0,1 0,-1 0,1-1,0 1,-1 0,1 0,-1 0,1 0,-1 0,1 1,-1-1,1 0,-1 0,1 0,-1 0,1 0,-1 1,1-1,0 0,-1 0,1 1,-1-1,1 0,0 1,-1-1,1 0,0 1,-1-1,1 1,0-1,0 0,-1 1,1-1,0 1,0-1,-5 5,1-1,0 0,0 1,0 0,0 0,1 0,0 1,0-1,0 1,1-1,0 1,0 0,0 0,1 0,0 0,0 0,0 1,1 4,0-9,1-1,-1 1,1-1,0 1,-1-1,1 1,0-1,0 1,0-1,0 0,0 0,0 1,1-1,-1 0,0 0,0 0,1 0,-1 0,1-1,-1 1,1 0,-1-1,1 1,-1-1,1 1,0-1,-1 0,3 1,14 1</inkml:trace>
  <inkml:trace contextRef="#ctx0" brushRef="#br0" timeOffset="42982.856">9986 5201,'7'16,"2"23,2 26,-1 24,3 23,-2 18,-2 16,-5 12,-15 8,-27 6,-47 1,-65-2,-8-29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9:49.3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63,'96'-16,"27"-3,0 4,2 6,16 5,-91 5,0 1,0 3,22 6,-71-11,0 0,-1 0,1 0,-1 0,1-1,0 1,-1 0,1 0,-1 0,1 0,-1 0,1 0,0 0,-1 0,1 0,-1 0,1 0,-1 0,1 1,0-1,-1 0,1 0,-1 1,1-1,-1 0,1 0,-1 1,0-1,1 1,-1-1,1 0,-1 1,0-1,1 1,-1-1,0 1,1-1,-1 1,0-1,0 1,0 0,1-1,-1 1,0-1,0 1,0-1,0 1,0 0,0-1,0 1,0-1,0 1,0-1,-1 1,1 0,0-1,0 1,-1-1,-4 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9:52.7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42 149,'-4'59,"4"0,2 1,9 54,-1 0,-9-109,0 5,0 0,-1 0,0-1,0 1,-1 0,0 0,-1 0,0-1,-3 7,5-15,0-1,0 1,0-1,0 1,0-1,0 1,0-1,0 1,0-1,0 1,-1-1,1 1,0-1,0 1,0-1,-1 1,1-1,0 1,-1-1,1 0,0 1,-1-1,1 0,-1 1,1-1,-1 0,1 1,-1-1,1 0,-1 0,1 0,-1 1,1-1,-1 0,1 0,-1 0,1 0,-1 0,1 0,-1 0,1 0,-1 0,1 0,-1 0,1-1,-1 1,1 0,-1 0,1 0,-1-1,1 1,-1 0,1 0,-1-1,1 1,0 0,-1-1,1 1,0-1,-1 1,1-1,0 1,-1 0,1-1,0 1,0-1,0 1,-1-1,1 0,-14-38,8-1,1 0,3 0,1-1,1 1,3 0,4-22,-5 41,1 1,0 0,2 0,0 0,1 0,1 1,1 0,1 0,1 1,0 0,1 1,1 0,1 0,9-8,-18 21,-1 1,1 0,-1 0,1 0,0 1,0-1,0 1,1 0,-1 0,0 1,1-1,-1 1,1 0,0 0,-1 0,1 1,0 0,0 0,-1 0,1 0,0 1,-1-1,1 1,0 1,-1-1,1 1,-1-1,0 1,0 0,1 1,-1-1,-1 1,1 0,0 0,-1 0,1 0,1 3,0 2,1 1,-2-1,1 1,-1 0,0 1,-1-1,0 1,-1-1,0 1,0 0,-1 0,0 0,-1 0,0 0,-1 0,0 4,0-10,1 0,-1 0,0 0,0-1,-1 1,1 0,-1 0,0-1,0 1,0-1,0 0,-1 1,1-1,-1 0,0 0,0-1,0 1,0-1,0 1,0-1,-1 0,1 0,-4 1,-93 20,49-14,49-8,-1 0,1 0,-1 0,1 0,-1 0,1 1,0-1,0 1,0 0,0-1,0 1,0 0,0 0,1 0,-1 1,1-1,-1 0,1 1,0-1,0 0,0 1,0 0,1-1,-1 1,1-1,-1 1,1 0,0-1,0 1,0 0,0-1,1 1,-1 0,1-1,-1 1,2 2,-1 2,0 0,0 1,1-1,0 0,1 0,-1 0,1 0,1 0,-1 0,1-1,0 0,1 0,0 0,0 0,0-1,0 0,1 0,0 0,0 0,0-1,0 0,8 2,6 4,1-2,0 0,0-1,0-2,1 0,0-1,5-1,66 5,1-4,13-5,-46 0</inkml:trace>
  <inkml:trace contextRef="#ctx0" brushRef="#br0" timeOffset="421.929">1192 2,'-12'-1,"0"1,1 0,-1 0,0 1,1 1,-1 0,1 1,0 0,0 0,0 1,0 1,0 0,1 0,0 1,0 1,1-1,-1 2,1-1,1 1,0 0,0 1,0 0,1 0,1 1,-1 0,2 0,-1 0,-1 7,-3 6,2 0,0 1,2 0,0 0,2 0,1 1,0-1,2 1,1 0,1-1,1 1,3 13,-3-28,0-1,1 1,0-1,0 0,1 1,0-2,0 1,1 0,1-1,-1 0,1 0,0-1,1 0,0 0,0 0,1-1,0 0,0 0,0-1,0 0,1 0,0-1,0 0,0-1,1 0,-1-1,1 1,-1-2,1 1,7-1,-7-1,-1 0,1-1,0 0,0-1,0 0,0 0,-1-1,1 0,-1-1,0 0,2-2,-6 4,-1-1,0 1,-1-1,1 0,0 0,-1 0,1 0,-1-1,0 1,0-1,-1 0,1 0,-1 0,0 0,0 0,0-1,0 1,-1-1,0 1,0-1,0 1,0-1,-1 0,0-3,0 3,-1-1,0 1,0 0,-1 0,1 0,-1 0,0 0,-1 0,1 0,-1 0,0 1,0 0,0-1,-1 1,0 0,1 1,-1-1,-1 1,1 0,0-1,-1 2,0-1,1 1,-1-1,-3 1,1-2,0 2,-1-1,0 1,0 0,1 1,-1-1,0 1,0 1,0 0,0 0,0 1,0 0,0 0,0 0,0 1,-6 3,10-4,0 1,0 0,1 0,-1 0,0 1,1-1,0 1,-1 0,1 0,0 0,0 0,1 0,-1 1,1-1,0 1,0-1,0 1,0 0,0 0,1 0,0 0,0 0,0 1,0-1,1 0,-1 0,1 1,0-1,1 0,-1 0,1 1,-1-1,1 0,1 0,-1 0,1 0,-1 0,3 3,19 18,3-7</inkml:trace>
  <inkml:trace contextRef="#ctx0" brushRef="#br0" timeOffset="685.343">1593 176,'-2'7,"1"2,3-1,2-1</inkml:trace>
  <inkml:trace contextRef="#ctx0" brushRef="#br0" timeOffset="1570.272">1726 590,'0'-2,"3"1,2 4,3 0,3 1,1-1,1-1,-1-1</inkml:trace>
  <inkml:trace contextRef="#ctx0" brushRef="#br0" timeOffset="1945.734">2168 403,'-5'19,"2"0,0 0,1 0,1 1,0-1,3 17,-2-29,1-1,1 1,-1-1,1 0,0 1,1-1,-1 0,1 0,0 0,1-1,-1 1,1-1,0 0,1 0,-1 0,1 0,0-1,0 0,0 0,1 0,3 2,4-2,-1 1,1-2,0 0,0 0,0-1,0-1,0 0,0-1,0 0,0-1,0 0,0-1,0-1,0 0,0-1,-1 0,0-1,0 0,0-1,0-1,-1 1,0-2,-1 0,1 0,-1-1,-1 0,0 0,0-1,-1 0,0-1,5-10,-8 13,-1 1,1-1,-2 0,1 0,-1-1,-1 1,1 0,-1-1,-1 0,0 1,0-1,0 0,-1 0,-1 0,1 1,-1-1,-1 0,0 1,0-1,-1 1,0-1,0 1,-1 0,0 1,0-1,-1 0,-3-4,1 5,-1-1,0 1,0 0,0 1,-1 0,0 0,0 1,-1 0,1 1,-1 0,0 1,0-1,0 2,0-1,-1 2,1-1,-1 2,1-1,-1 1,0 1,1 0,-1 0,1 1,0 0,0 1,0 0,0 1,-3 2,-14 7,1 1,1 2,0 0,1 2,1 0,1 2,-4 5,-30 30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38:48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2710 0,'-5'16,"-1"14,0 7,2 2,5-4,7-8,3-8</inkml:trace>
  <inkml:trace contextRef="#ctx0" brushRef="#br0" timeOffset="62193.932">236 723,'9'-9,"-5"7,-1-1,0 0,0 0,0 0,0 0,0-1,-1 1,1-1,-1 1,0-1,0 0,0 0,0 0,-1 0,0 0,1-3,-3 5,0 1,0 0,0 0,0-1,0 1,0 0,0 0,-1 0,1 0,0 0,-1 0,1 1,0-1,-1 0,1 1,-1-1,1 1,-1-1,0 1,1 0,-1 0,1 0,-1-1,0 2,1-1,-1 0,1 0,-1 0,1 1,-1-1,0 1,1-1,0 1,-1 0,1-1,-1 1,1 0,-15 5,1 1,0 0,1 1,0 0,0 1,1 1,0 0,0 1,1 0,1 1,0 0,0 1,1 0,1 1,0 0,1 1,1-1,5-11,0 1,0-1,0 0,0 0,1 1,-1-1,1 1,0 0,0-1,0 1,1 0,-1-1,1 1,0 0,0 0,0-1,1 1,-1 0,1 0,0-1,0 1,0-1,1 1,-1-1,1 1,0-1,0 0,0 0,0 0,0 0,1 0,-1 0,1-1,0 1,0-1,3 2,8 1,1-1,0-1,0 0,0-1,0-1,0 0,0-2,1 1,-1-2,0 0,0 0,0-2,13-4,31-9,0-2,-2-3,0-3,48-29,-97 50,-8 3,1 0,0 0,0 0,0 0,0 0,0 0,0 0,0 0,0 1,0-1,0 0,0 1,1-1,-1 1,0-1,0 1,1-1,-1 1,0 0,1 0,-1 0,0 0,1 0,-1 0,0 0,1 0,-1 0,0 0,1 1,-1-1,0 1,0-1,1 1,-1-1,0 1,0 0,0 0,0-1,0 1,0 0,0 0,0 1,3 22,-4-18,1 0,0 1,0-1,0 0,1 0,0 0,0 0,0 0,1 0,0-1,0 1,0-1,5 5,-2-4,0-1,1 0,0-1,0 1,0-1,0 0,1-1,-1 0,1 0,0-1,0 0,0 0,0-1,0 0,1 0,-1-1,0 0,0-1,3 0,-6 1,0 0,0-1,0 0,0 0,0 0,0 0,-1-1,1 0,-1 0,1 0,-1-1,1 1,-1-1,0 0,0 0,-1-1,1 1,-1-1,1 0,-1 0,0 0,-1 0,1 0,-1-1,0 1,0-1,0 0,0 1,-1-1,0 0,1-5,-2 7,0-1,-1 1,1 0,-1-1,1 1,-1-1,0 1,-1 0,1 0,0-1,-1 1,0 0,1 0,-1 1,0-1,-1 0,1 1,0-1,-1 1,0 0,1-1,-1 1,0 0,0 1,0-1,-3-1,-89-27,85 27,0 1,0 0,0 1,-1 0,1 0,-1 1,1 1,-1 0,1 0,0 1,0 0,0 1,0 0,0 1,0 0,0 1,9-5,0 0,0 1,0-1,0 1,0 0,0-1,0 1,0 0,1 0,-1-1,0 1,1 0,-1 0,0 0,1 0,-1 0,1 0,-1 0,1 0,0 0,-1 0,1 0,0 0,0 0,0 1,0-1,0 0,0 0,0 0,0 0,0 0,0 0,1 0,-1 0,0 0,1 0,-1 0,1 0,-1 0,1 0,-1 0,1 0,0 0,-1 0,1 0,0-1,0 1,0 0,0-1,0 1,0 0,0-1,0 1,0-1,0 0,0 1,0-1,0 0,0 0,0 1,0-1,0 0,1 0,14 1,0 0,0-1,-1-1,1 0,0-1,0-1,-1 0,0-1,0-1,10-4,-12 5,23-7,160-39,-192 49,-1 1,0-1,0 0,1 1,-1 0,0 0,1 0,-1 0,0 1,1-1,-1 1,0 0,1 0,-1 0,0 0,0 0,0 1,0-1,0 1,-1 0,1 0,0 0,-1 0,1 1,-1-1,0 1,0-1,2 3,0 7,0-1,-1 0,-1 1,0 0,0 0,-1-1,-1 1,0 0,-1 9,1 14,0-34,11 94,-10-93,-1 1,1-1,0 0,0 1,0-1,0 0,0 0,0 0,0 0,1 0,-1 0,1 0,-1 0,1 0,0-1,0 1,0-1,0 1,0-1,0 0,0 0,0 0,1 0,-1 0,0-1,1 1,-1 0,0-1,1 0,-1 0,1 0,-1 0,1 0,-1 0,0 0,1-1,-1 1,13-6,0-1,-1 0,0 0,0-2,-1 0,0 0,-1-1,0 0,0-2,-1 1,-1-1,4-6,40-53,-53 71,0 0,0 0,-1 0,1 0,0 0,0 0,0 0,0 0,0 0,-1 1,1-1,0 0,0 1,0-1,-1 0,1 1,0-1,0 1,-1-1,1 1,-1 0,1-1,0 1,-1 0,1-1,-1 1,1 0,-1-1,0 1,1 0,-1 0,0 0,1 0,-1-1,0 1,0 0,0 0,0 0,0 0,0 0,0-1,0 1,0 0,0 0,0 0,-1 0,1-1,0 1,-1 0,3 6,0 0,0 1,1-1,0 0,0 0,0-1,1 1,0-1,0 0,1 0,0 0,2 2,-5-6,1 0,-1 0,0 0,1 0,-1-1,1 1,0-1,0 0,-1 0,1 0,0 0,0 0,0 0,0-1,0 0,0 1,0-1,0 0,0-1,0 1,0 0,0-1,0 0,0 1,0-1,-1 0,1-1,0 1,-1 0,1-1,8-7,-1 0,0-1,0-1,-1 0,0 0,-1 0,0-1,-1 0,-1-1,0 0,0 0,-1 0,-1-1,0 1,-1-3,18-68,-5-2,-3 0,-4 0,-4-1,-3 0,-8-59,4 415,2-230,2 0,1 0,2 0,1 0,2-1,2 0,2-1,1 0,10 18,-19-46,1-1,-1-1,1 1,1-1,-1 0,1 0,0 0,1-1,0 0,0 0,0-1,0 0,1 0,0-1,0 0,0 0,1-1,-1 0,1 0,0-1,-1 0,1-1,0 0,0 0,0-1,0 0,0 0,0-1,0-1,0 1,0-1,0-1,19-16,-8-3</inkml:trace>
  <inkml:trace contextRef="#ctx0" brushRef="#br0" timeOffset="62381.434">1601 535,'13'-3,"19"-2,19-5,22-4,18-1,15 2,8 3,-17 3</inkml:trace>
  <inkml:trace contextRef="#ctx0" brushRef="#br0" timeOffset="63427.116">2496 963,'3'-67,"4"1,2 0,12-40,-11 53,-10 54,1-1,-1 1,0-1,1 0,-1 1,0-1,1 1,-1-1,1 0,-1 0,1 1,-1-1,1 0,-1 0,1 0,-1 1,1-1,-1 0,1 0,-1 0,1 0,-1 0,1 0,-1 0,1 0,-1 0,1 0,-1-1,1 1,-1 0,1 0,-1 0,1-1,-1 1,1 0,-1 0,0-1,1 1,-1 0,1-1,-1 1,0-1,1 1,-1 0,0-1,0 1,1-1,-1 1,0-1,0 1,1-1,-1 1,0-1,0 1,0-1,0 1,0-1,0 1,0-1,0 1,0-1,0 1,0-1,0 1,10 6,1 0,0 0,0-1,0 0,1-1,0 0,0-1,0-1,0 0,0 0,1-1,-1-1,0 0,1 0,-1-2,0 1,1-1,1-2,11 2,120-7,-142 9,0 0,0 0,0 1,0-1,1 1,-1 0,0-1,-1 2,1-1,0 0,0 1,0-1,-1 1,1 0,-1-1,1 1,-1 1,0-1,0 0,0 0,0 1,0 0,0-1,-1 1,1 0,-1-1,0 1,0 0,0 0,0 0,0 0,-1 0,1 0,-1 1,0-1,0 1,-1 241,2-241,-1 0,1 0,-1-1,1 1,1 0,-1-1,0 1,1 0,0-1,0 0,0 1,0-1,0 0,1 0,-1 0,1 0,0-1,0 1,0-1,0 0,0 0,1 0,-1 0,1 0,-1-1,1 1,-1-1,1 0,0 0,0 0,0-1,13 0,-1-2,1 0,0-1,-1 0,1-2,-1 1,0-2,-1 0,1-2,-1 1,-1-2,1 1,-1-2,-1 0,1-2,7-3,0-1,-2-1,0-1,-1-1,13-17,-31 37,0-1,1 0,-1 1,0-1,0 1,0-1,0 0,0 1,1-1,-1 0,0 1,0-1,1 0,-1 1,0-1,0 0,1 1,-1-1,0 0,1 0,-1 0,1 1,-1-1,0 0,1 0,-1 0,0 0,1 0,-1 1,1-1,-1 0,0 0,1 0,-1 0,1 0,-1 0,1 0,-1-1,0 1,1 0,-1 0,1 0,-1 0,0 8,-1-3,0 0,0 0,1 1,0-1,0 0,1 1,0-1,-1 0,2 0,-1 1,1-1,-1 0,1 0,1-1,-1 1,1 0,0-1,0 1,0-1,0 0,1 0,0 0,0-1,0 1,0-1,0 0,1 0,-1 0,1-1,0 0,0 0,0 0,4 1,-3-3,0 0,-1 0,1-1,0 1,0-1,-1-1,1 1,0-1,-1 0,0 0,1-1,-1 0,0 0,0 0,0 0,-1-1,1 1,-1-1,0-1,0 1,0 0,-1-1,0 0,1 0,-2 0,1 0,0 0,-1-1,0 1,-1-1,1 1,-1-1,0 0,0 0,-1 1,1-1,-2 0,1 0,0 0,-1 0,0 1,0-1,-1 0,0 1,0-1,0 1,-1 0,1 0,-1 0,0 0,-1-1,-4-2,1-1,-1 1,-1 1,1-1,-1 2,-1-1,1 1,-1 0,0 1,-1 0,1 1,-1 0,0 1,0 0,0 1,0 0,0 0,0 1,-1 1,-8 0,17 0,1 0,-1 0,1 0,-1 0,1 0,-1 1,1-1,-1 1,1 0,-1 0,1 0,-1 0,1 0,0 0,0 0,0 1,0-1,0 1,0 0,0 0,0 0,0-1,1 1,-1 1,1-1,0 0,-1 0,1 1,0-1,0 0,1 1,-1-1,0 1,1-1,-1 1,1 0,3 0,-1-1,1 1,0 0,0-1,0 0,0 0,0 0,0 0,1 0,-1 0,1-1,-1 0,1 0,0 0,-1 0,1 0,0-1,-1 1,1-1,0 0,0 0,2-1,25-2,0-2,0-1,0-1,-1-2,0-1,-1-2,0 0,-1-2,0-1,0-2,38-18,-1-3,-2-2,-1-4,12-14,-64 50,-1 0,0 0,-1-1,1 0,-2-1,1 0,-1 0,-1-1,3-5,-9 14,1 0,-1 0,0 0,0 1,0-1,0 0,0 0,0 0,-1 0,1 0,-1 1,1-1,-1 0,0 0,1 1,-1-1,0 0,0 1,0-1,-1 1,1-1,0 1,0 0,-1-1,1 1,-1 0,1 0,-1 0,0 0,1 0,-1 0,0 1,1-1,-1 0,0 1,0 0,0-1,0 1,0 0,1 0,-1 0,0 0,0 0,0 0,0 1,0-1,1 1,-1-1,-1 1,-4 0,0 0,0 0,0 1,0 0,0 0,1 1,-1-1,0 1,1 1,0-1,0 1,0 1,0-1,1 1,0-1,0 2,0-1,0 0,1 1,0 0,0 0,1 0,-1 1,2-1,-1 1,0 0,0 3,-1 4,1 0,0 0,1 0,1 0,0 0,1 1,0-1,1 0,1 1,0-1,1 0,0 0,4 7,1-2,1-1,1-1,1 0,0 0,1-1,1 0,1-1,0 0,1-2,0 1,1-2,0 0,1-1,1-1,-1 0,2-1,-1-1,1-1,0-1,1 0,0-2,-1 0,1-1,5-1,76 7,-7-7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02.9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1,'14'11,"13"4,14 2,15-3,15-3,8-3,8-4,-1-2,-3 1,-7 2,-9 3,-16-1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28.9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1 789,'3'-20,"1"0,0 0,2 0,0 1,1 0,1 0,1 1,0 0,1 0,2 1,-1 1,2 0,0 0,4-2,-14 14,0 0,1 1,-1-1,1 1,0 0,0 0,0 0,0 1,1-1,-1 1,1 0,-1 0,1 0,0 1,-1 0,1 0,0 0,0 0,0 1,0 0,0 0,0 0,0 1,0 0,0-1,-1 2,1-1,0 0,0 1,-1 0,1 0,-1 1,0-1,3 3,3 5,0 1,-1 0,-1 0,1 1,-2 0,0 0,0 1,-1 0,-1 0,0 1,-1 0,0 0,-1 0,-1 0,0 0,-1 6,-1-18,0 1,0 0,0 0,-1 0,1 0,-1 0,0-1,0 1,0 0,0-1,-1 1,1-1,-1 1,1-1,-1 1,0-1,0 0,0 0,0 0,0 0,-1-1,1 1,0 0,-1-1,1 0,-1 1,0-1,1 0,-1 0,0-1,0 1,0 0,0-1,1 0,-1 0,0 0,0 0,0 0,0 0,0-1,0 0,1 1,-1-1,0 0,1 0,-1 0,0-1,0 0,0 1,1 0,-1-1,1 0,-1 0,1 1,0-1,-1 0,1-1,0 1,0 0,1-1,-1 1,0-1,1 1,0-1,-1 0,1 0,0 0,1 0,-1 1,0-1,1 0,-1 0,1 0,0 0,0 0,0 0,1 0,-1 0,1 0,0 0,-1 0,1 0,0 0,1 0,-1 1,0-1,1 0,0 1,-1-1,1 1,0 0,1 0,7-8,0 1,2 1,-1 0,1 1,0 0,0 1,1 0,0 1,0 0,0 1,0 1,1 0,-1 1,1 0,0 1,0 0,9 2,-20-1,-1-1,0 1,1 0,-1 0,1 1,-1-1,0 0,1 1,-1 0,0-1,1 1,-1 0,0 0,0 0,0 1,0-1,0 0,0 1,0-1,0 1,-1 0,1 0,-1 0,1-1,-1 1,1 1,-1-1,0 0,0 0,0 0,0 1,-1-1,1 0,-1 1,1-1,-1 0,0 1,0-1,0 1,0-1,0 0,-1 1,1 0,-5 25,3-25,1 0,0 0,0 0,0 0,0 0,0 0,1 0,-1 1,1-1,0 0,0 0,0 0,0 0,1 1,-1-1,1 0,0 0,0 0,0 0,0 0,1 0,-1 0,1-1,-1 1,1 0,0-1,0 1,0-1,1 0,-1 0,0 0,1 0,2 2,6-1,0 0,0-1,0 0,0-1,1 0,-1 0,0-2,1 1,-1-1,0-1,0 0,0-1,0 0,0 0,0-1,-1-1,0 0,10-6,-14 7,0-1,0 1,0-2,-1 1,1-1,-2 1,1-2,0 1,-1 0,0-1,-1 0,1 0,-2 0,1 0,-1 0,1 0,-2-1,1 0,-1 1,-1-1,1 1,-1-2,0 9,0 0,0 0,-1 0,1 0,0 1,0-1,0 0,0 0,0 0,0 0,-1 1,1-1,0 0,0 0,0 0,0 0,-1 0,1 0,0 0,0 0,0 0,0 0,-1 1,1-1,0 0,0 0,0 0,-1 0,1 0,0 0,0 0,0-1,-1 1,1 0,0 0,0 0,0 0,-1 0,1 0,0 0,0 0,0 0,0 0,0-1,-1 1,1 0,0 0,0 0,0 0,0 0,0-1,-8 21,5-7,0 1,1-1,0 0,1 1,0-1,1 1,0-1,2 1,-1-1,2 0,2 9,-4-19,0 0,1 0,-1 0,1 0,0 0,0 0,0 0,0-1,0 1,0-1,1 0,0 0,-1 1,1-2,0 1,0 0,0 0,0-1,0 0,0 0,0 0,1 0,-1 0,0 0,0-1,1 0,-1 1,1-1,-1-1,0 1,1 0,-1-1,0 0,1 0,9-2,-1 0,0-1,0-1,-1 0,1 0,-1-1,0-1,6-4,90-95,-72 66,-35 40,0-1,1 0,-1 1,0-1,0 1,0-1,1 1,-1-1,0 0,1 1,-1-1,0 1,1-1,-1 1,1-1,-1 1,1 0,-1-1,1 1,-1 0,1-1,-1 1,1 0,-1-1,1 1,0 0,-1 0,1 0,-1 0,1 0,0 0,-1-1,1 1,0 1,-1-1,1 0,-1 0,1 0,0 0,-1 0,1 0,-1 1,1-1,0 0,-1 1,1-1,-1 0,1 1,-1-1,1 1,-1-1,1 0,-1 1,0-1,1 1,-1-1,0 1,1 0,-1-1,0 1,0-1,1 1,-1 0,3 44,-3-39,-1 9,0-10,0-1,0 1,0-1,1 1,-1-1,1 1,0 0,1-1,-1 1,1-1,0 1,0 0,0-1,1 0,-1 1,1-1,0 0,0 0,1 0,-1 0,1 0,0-1,0 1,0-1,0 0,1 1,0-2,-1 1,1 0,0-1,0 0,2 1,0-2,0-1,-1 1,1-2,0 1,-1 0,1-1,0 0,-1-1,1 1,-1-1,1 0,-1 0,0-1,0 0,0 0,0 0,-1 0,1-1,-1 1,0-2,7-4,-2-1,1-1,-2 0,1 0,-1-1,-1 0,5-10,6-26,-1-1,-3 0,-2-2,-2 1,-2-2,-3 1,-1-14,0 25,15-177,-18 197,-5 35,-13 86,4 0,4 1,5 0,5 0,9 56,-9-135,2-1,1 1,1-1,1 0,0 0,2 0,1-1,1 1,-10-21,0 0,0-1,1 1,-1 0,0-1,0 1,1 0,-1-1,0 1,1-1,-1 1,1-1,-1 1,0-1,1 1,0-1,-1 1,1-1,-1 1,1-1,-1 0,1 1,0-1,-1 0,1 0,0 1,-1-1,1 0,0 0,-1 0,1 0,0 0,-1 0,1 0,0 0,-1 0,1 0,0 0,5-9</inkml:trace>
  <inkml:trace contextRef="#ctx0" brushRef="#br0" timeOffset="264.54">1257 254,'18'-9,"22"-1,25 6,22 6,18 7,10 4,4 5,-10-1,-23-3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27.0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1054,'25'-112,"-22"89,1 0,1 1,1-1,1 1,1 0,0 1,2 0,1 0,0 1,3-1,-10 16,0 0,0 0,0 0,1 1,0 0,0 0,0 0,0 0,0 1,1 0,0 0,0 0,0 1,0 0,0 0,0 1,0-1,0 1,1 1,-1-1,1 1,-1 0,0 1,1-1,-1 1,0 1,0-1,1 1,-1 0,0 0,-1 1,6 2,-3 1,-1-1,0 1,0 1,-1-1,1 1,-2 0,1 1,-1-1,0 1,0 0,-1 1,0-1,-1 1,0-1,0 1,0 0,-1 4,-1-8,0 0,0 0,-1 0,0 0,0 1,0-1,0 0,-1 0,0 0,0 0,0 1,-1-1,0-1,0 1,0 0,0 0,-1-1,0 1,0-1,0 0,0 0,-1 0,1 0,-1-1,0 1,0-1,-1 0,1 0,-1-1,-4 3,8-4,-1 0,0 1,0-1,1 0,-1 0,0 0,0-1,0 1,0 0,0-1,0 1,0-1,0 0,0 0,0 1,-1-1,1-1,0 1,0 0,0 0,0-1,0 1,0-1,0 0,0 0,0 0,0 0,1 0,-1 0,0 0,0 0,1-1,-1 1,1 0,-1-1,1 0,0 1,0-1,-1 0,3-1,-1 1,1 0,0 0,-1-1,1 1,0 0,0 0,1 0,-1 0,0 0,1 0,-1 0,1 0,0 1,-1-1,1 1,0-1,0 1,0 0,0-1,0 1,1 0,1-2,69-44,-52 36,-1-1,-1-1,0-1,0 0,-2-2,0 0,0-1,-2 0,0-2,0-1,2-20,-17 39,1 0,-1 0,0 0,0 0,1 0,-1 0,0 0,0 0,0 0,0 0,0 1,0-1,-1 0,1 0,0 0,0 0,-1 0,1 0,-1 0,1 0,0 1,-1-1,0 0,1 0,-1 0,1 1,-1-1,0 0,0 1,1-1,-1 1,0-1,0 1,0-1,1 1,-1 0,0-1,0 1,0 0,-1-1,-2 2,0 0,-1 0,1 1,0-1,0 1,0 0,0 0,0 0,0 1,0 0,1-1,-1 1,1 0,0 1,0-1,0 0,0 1,1 0,0-1,-1 1,1 0,0 0,1 1,-1-1,-3 4,1 0,0 0,0 0,1 0,0 1,0 0,1-1,0 1,1 0,0 0,0 0,1 0,0 0,1 0,0 0,0 0,1 0,0-1,0 1,1 0,0-1,1 0,0 0,0 0,0 0,1 0,1-1,-1 0,1 0,0-1,1 1,-1-1,1-1,1 1,6 3,-4-5,-1 0,1-1,1 0,-1-1,0 0,1-1,-1 0,1 0,-1-1,1-1,-1 0,0 0,1-1,-1 0,0-1,0 0,0 0,0-1,-1-1,1 1,-1-2,0 1,-1-1,1-1,-1 1,0-1,-1-1,0 1,0-1,-1-1,1 1,-2-1,4-7,3-8,-1-2,-1 1,-1-1,-2 0,0-1,-2 0,-1 0,-1 0,-1 0,-2-1,-1-4,-1-4,14 36,279 75,-286-73,0-1,0 1,0 0,0 0,-1 0,1 1,-1 0,0 0,1 0,-1 0,-1 0,1 1,0 0,-1 0,0 0,0 0,0 0,0 1,-1-1,0 1,0 0,0 0,0 0,0 4,3 160,-5-166,1 0,0 0,0 0,0 0,0-1,0 1,1 0,-1-1,1 1,0-1,0 1,0-1,0 0,0 0,0 0,1 0,-1 0,0 0,1-1,0 1,-1-1,1 0,0 0,0 0,0 0,0 0,0-1,0 1,0-1,0 0,6 1,0-1,-1 0,1-1,0 0,-1-1,1 1,-1-2,0 1,9-4,-5 0,1-1,-1 0,0-1,-1 0,0-1,0 0,-1-1,0 0,0-1,-2 0,1 0,-1-1,-1 0,0 0,-1-1,0 0,-1 0,3-11,0 13,-8 37,0-12,-1 2,0 0,1-1,1 1,1 0,0 0,1-1,1 1,0-1,1 0,1 0,0-1,1 0,1 0,0 0,2 2,11 0,-3-6</inkml:trace>
  <inkml:trace contextRef="#ctx0" brushRef="#br0" timeOffset="283.205">1779 199,'-7'16,"1"11,7 12,13 5,4-5</inkml:trace>
  <inkml:trace contextRef="#ctx0" brushRef="#br0" timeOffset="773.905">2367 720,'-18'-11,"0"0,-1 1,0 1,-1 1,0 0,0 2,-1 0,0 2,0 0,-1 1,15 2,1 0,-1 1,1-1,-1 1,0 1,1-1,-1 1,1 0,-1 1,1-1,0 1,0 1,0-1,0 1,0 0,0 0,1 1,-1 0,1 0,0 0,0 0,1 1,-1 0,1 0,0 0,0 0,1 1,-1 0,1-1,1 1,-1 1,1-1,0 0,0 0,1 1,-1 5,2-8,1 0,0 0,-1 0,2-1,-1 1,0 0,1-1,-1 1,1-1,0 0,0 0,1 1,-1-1,1-1,-1 1,1 0,0 0,0-1,0 0,0 0,0 0,1 0,-1 0,1 0,1 0,6 2,0-1,0 0,0 0,0-1,0 0,0-1,1 0,2-1,2-1,-1 0,1-1,-1 0,1-2,-1 0,0 0,0-2,0 1,-1-2,0 0,0-1,-1 0,0-1,0-1,-1 0,0 0,-1-1,0-1,-1 0,4-5,-21 30,2 1,0 0,1 0,0 0,1 1,1-1,0 1,0 10,3-22,-1-1,0 1,1-1,-1 1,1-1,0 0,0 0,-1 1,2-1,-1 0,0 0,0 0,1 0,-1 0,1 0,0 0,-1-1,1 1,0 0,0-1,0 0,0 1,0-1,0 0,1 0,-1 0,0 0,1-1,-1 1,0-1,1 1,-1-1,1 0,-1 0,0 0,1 0,-1 0,1-1,94-21,-78 12,0-1,-1-1,0-1,-1 0,-1-1,0-1,0 0,-2-1,0-1,-1 0,-1-1,0 0,-1-1,-2-1,4-7,4-16,-1 0,-2-2,-2 1,-2-2,-2 1,1-33,-7 58,0 0,0 1,-2-1,-1 0,0 0,-2 1,0-1,-1 1,-1 0,-6-18,10 34,-1 0,1 0,-1 0,1 0,-1 0,0 0,0 1,0-1,0 1,-1-1,1 1,-1 0,1 0,-1 0,0 0,0 0,0 0,0 1,0 0,0-1,0 1,0 0,-1 1,1-1,0 0,-1 1,1 0,0 0,-1 0,1 0,0 1,-1-1,1 1,0 0,0 0,-1 0,1 0,0 0,-1 2,-9 7,0 0,1 1,1 1,0 0,0 1,1 0,1 0,0 1,1 0,1 1,0 0,1 0,0 0,1 1,1 0,-2 15,1-15,0 0,2 1,0-1,0 1,2 0,0 0,1 0,1 0,0 0,2 0,-1-1,2 1,0-1,1 0,1 0,1 0,0-1,1 1,0-2,1 1,1-2,0 1,8 6,-4-7,1-1,0-1,1-1,0 0,1-1,0-1,16 6,41 10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22.9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135 643,'-2'20,"-1"14,0 11,3 3,6-1,4-4,2-7,0-10</inkml:trace>
  <inkml:trace contextRef="#ctx0" brushRef="#br0" timeOffset="444">0 336,'39'14,"-1"1,0 2,-1 2,-2 1,0 2,-1 1,-1 2,-1 1,-1 2,-2 1,-1 1,-1 1,-2 2,-1 0,19 37,26 87,-69-156,1 1,0-1,-1 1,1-1,0 0,0 0,0 1,0-1,1 0,-1 0,0 0,0 0,1 0,-1 0,0-1,1 1,-1 0,1-1,-1 1,1-1,-1 1,1-1,-1 0,1 0,0 0,-1 0,1 0,-1 0,1 0,-1 0,1 0,0-1,-1 1,1-1,-1 1,1-1,-1 0,0 1,1-1,47-44,-19 5,-2 0,-2-2,-1-1,-3-1,3-10,-15 33,-9 53,-2-22,-1 0,1 0,1 0,0 0,0 0,1 0,0 0,1 0,0 0,0 0,1 0,1-1,-1 1,2-1,-1 0,1 0,0-1,1 1,5 5,0-6,0 1,0-2,0 1,1-2,0 1,1-2,-1 0,1 0,0-1,0-1,9 2,32 5</inkml:trace>
  <inkml:trace contextRef="#ctx0" brushRef="#br0" timeOffset="1040.419">1472 656,'-13'-2,"0"-1,0 2,1 0,-1 1,0 0,0 1,0 0,0 1,0 0,1 1,-1 1,-2 1,9-3,0 0,0 1,0 0,0 0,1 0,-1 1,1 0,0 0,0 0,0 0,1 1,-1 0,1 0,0 0,0 1,1-1,0 1,0 0,0 0,1 0,-1 0,2 0,-1 0,0 6,1-8,1 1,0 0,0 0,1-1,0 1,-1-1,1 1,1 0,-1-1,1 0,0 1,0-1,0 0,0 0,1 0,-1 0,1 0,0-1,0 1,1-1,-1 0,1 0,0 0,0 0,-1-1,2 0,1 2,10 3,0 0,0 0,0-2,0 0,1-1,0 0,1-2,41 4,0-3,1-2,-1-3,0-3,0-2,0-3,-1-2,0-3,7-5,-35 11,0-1,-1-1,0-2,-1-1,10-6,-65 48,25-26,0 0,-1 1,1-1,1 1,-1 0,0-1,1 1,-1 0,1 0,0 0,0 0,0 0,0 0,1 0,-1 0,1 0,0 1,0-1,0 0,0 0,0 0,1 1,-1-1,1 0,0 0,0 0,0 0,1 0,-1 0,0-1,1 1,0 0,0-1,0 1,0 0,6 0,1 0,-1-1,1 0,-1 0,1-1,-1 1,1-2,0 0,0 0,-1 0,1-1,0 0,-1-1,1 0,-1 0,0-1,1 0,-1-1,-1 1,4-3,0 0,1-1,-1 0,-1 0,1-1,-1-1,-1 0,1 0,-2-1,1 0,6-11,-12 17,0 0,0 0,-1 0,0-1,1 1,-2-1,1 0,0 0,-1 0,0 0,0 1,-1-1,1 0,-1-1,0 1,0 0,-1 0,1 0,-1 0,0 1,-1-1,1 0,-1 0,0 0,0 1,-1-1,1 1,-1 0,-1-2,0 2,0 0,0 0,0 1,0 0,-1 0,1 0,-1 0,0 0,0 1,0 0,0 0,0 1,0-1,-1 1,1 0,0 0,-1 1,1 0,-1 0,1 0,-1 1,1-1,0 1,-1 0,1 1,0 0,0-1,-1 2,-5 1,1 0,0 1,0 0,1 1,-1 0,1 0,1 1,-1 0,1 1,0 0,1 0,0 0,-4 7,9-12,-1 0,1 1,0-1,0 1,0-1,1 1,-1 0,1 0,0-1,0 1,0 0,0 0,1 0,0 0,0 0,0 0,0 1,0-1,1 0,0 0,0-1,0 1,0 0,1 0,-1 0,1-1,0 1,0-1,0 1,1-1,-1 0,1 0,0 0,-1 0,2 0,-1-1,0 1,0-1,1 0,-1 0,1 0,0 0,33 8,0-4</inkml:trace>
  <inkml:trace contextRef="#ctx0" brushRef="#br0" timeOffset="1643.885">2500 282,'-11'-3,"0"1,0 0,-1 0,1 1,-1 0,0 1,1 1,-1 0,-5 1,14-1,-1-1,0 1,1 0,-1 0,1 1,0-1,-1 1,1-1,0 1,0 0,0 0,0 1,0-1,0 1,1-1,-1 1,1 0,0 0,0 0,0 0,0 0,0 0,1 1,-1-1,1 1,0-1,0 1,0-1,1 1,-1 0,1 0,1 8,2-1,-1 0,1 0,1 0,0 0,0-1,1 1,1-1,0 0,0-1,0 1,2-1,-1-1,1 1,0-1,7 5,-14-12,63 66,-23-28,-3 2,-2 1,-1 2,-2 1,-3 1,7 17,-11-9,-26-55,0 1,-1-1,1 1,0-1,1 1,-1-1,0 1,0-1,0 0,0 1,0-1,0 1,1-1,-1 1,0 0,0-1,1 1,-1-1,0 1,1-1,-1 1,0 0,1-1,-1 1,1 0,-1-1,1 1,-1 0,0 0,1-1,-1 1,1 0,-1 0,1 0,0 0,-1 0,1-1,-1 1,1 0,-1 0,1 0,-1 1,1-1,-1 0,1 0,-1 0,1 0,-1 0,1 1,-1-1,1 0,-1 0,1 1,-1-1,0 0,1 1,-1-1,1 0,-1 1,0-1,1 1,-1-1,16-63,-4 0,-2-1,1-45,3-23,-13 126,-2 3,1 0,0 0,0 0,0 0,0 0,0 1,1-1,-1 0,1 0,0 0,0 0,0 0,0 0,0 1,1-1,-1 1,1-1,0 1,-1-1,1 1,0 0,1 0,-1 0,0 0,1 0,-1 0,1 1,-1-1,1 1,0 0,-1 0,4-1,3 4,0 1,-1 0,1 0,0 0,-1 1,0 1,0 0,0 0,0 0,8 5,0 0,2-1,-1 2,0 0,0 1,-1 1,0 0,-1 1,-1 1,1 2,-12-12,-1 0,0 0,0 0,0 0,-1 1,1-1,-2 0,1 1,0-1,-1 0,0 1,0-1,0 1,-1-1,0 0,0 1,-1-1,1 0,-1 0,0 0,0 0,-1 0,1 0,-1-1,0 1,0-1,-1 0,0 0,1 0,-3 2,-30 53,35-58,0 0,1 1,-1-1,1 1,-1-1,1 1,0-1,0 0,-1 1,1 0,0-1,0 1,0-1,0 1,1-1,-1 1,0-1,1 0,-1 1,1-1,-1 1,1-1,0 0,0 1,-1-1,1 0,0 0,0 0,0 1,0-1,1 0,-1 0,0-1,0 1,0 0,1 0,-1 0,1-1,-1 1,0-1,1 1,0-1,70 10,-11-11,1-4,-1-2,0-3,20-7,1-2</inkml:trace>
  <inkml:trace contextRef="#ctx0" brushRef="#br0" timeOffset="2716.774">4065 576,'-16'-3,"1"1,-1 0,0 1,0 0,0 1,0 1,1 1,-1 0,0 1,1 1,0 0,-1 2,2-1,-1 1,1 1,0 1,-2 1,13-7,-1 0,1 0,-1 0,1 1,0-1,0 1,0-1,0 1,0 0,1 0,0 1,-1-1,1 0,0 1,0-1,1 1,-1 0,1-1,0 1,0 0,0 0,0 0,1 0,0 0,-1 0,1 0,1 0,-1 0,1 0,-1 0,1 0,0 0,1-1,-1 1,1 0,-1-1,1 1,0-1,0 1,1-1,-1 0,2 2,10 5,1-1,0 0,0 0,1-2,0 0,0-1,1 0,-1-2,1 0,0 0,0-2,1 0,7-1,32 3,0-3,0-3,0-2,-1-2,0-3,0-3,-1-2,0-2,49-22,-99 36,8-2,0-1,-1 0,1-1,-1 0,0-1,-1 0,0-1,0-1,-1 1,0-1,0-1,3-5,-12 14,-1 1,1-1,-1 0,1 0,-1 1,0-1,1 0,-1 0,0 0,0 0,0 0,1 1,-1-1,0 0,0 0,0 0,0 0,-1 0,1 0,0 0,0 1,0-1,-1 0,1 0,0 0,-1 0,1 1,-1-1,1 0,-1 0,1 1,-1-1,0 0,1 1,-1-1,0 1,1-1,-1 1,0-1,0 1,0-1,1 1,-1 0,0 0,0-1,-1 1,-43-7,36 6,0 0,0 1,1 0,-1 0,0 1,0 0,1 1,-1-1,0 2,1-1,0 1,0 1,0 0,0 0,0 0,1 1,0 0,0 0,0 1,0 0,1 0,0 1,1 0,-1 0,1 0,0 0,1 1,0 0,0 0,1 0,-2 8,4-14,1 1,-1-1,1 1,0-1,0 1,0-1,0 1,1-1,-1 1,1-1,-1 0,1 1,0-1,0 0,0 1,0-1,0 0,0 0,1 0,-1 0,1 0,0 0,-1 0,1-1,0 1,0-1,0 1,0-1,0 0,1 0,-1 0,0 0,0 0,1 0,-1 0,1-1,-1 1,1-1,12 0,0 0,1-1,-1-1,0-1,0 0,0-1,-1 0,1-1,-1-1,0 0,0-1,-1 0,0-1,0-1,-1 0,0-1,4-4,-14 12,-2 1,0 0,1 1,-1-1,0 0,0 0,1 1,-1-1,1 0,-1 1,0-1,1 0,-1 1,1-1,0 1,-1-1,1 1,-1-1,1 1,0-1,-1 1,1 0,0-1,0 1,-1 0,1 0,0-1,0 1,-1 0,1 0,0 0,0 0,0 0,-1 0,1 0,0 0,0 0,0 1,-1-1,1 0,0 0,-1 1,1-1,0 0,0 1,-1-1,1 1,-1-1,1 1,0-1,-1 1,1-1,-1 1,1 0,-1-1,1 1,-1 0,0-1,1 1,-1 0,0 0,0-1,1 1,-1 0,0 0,0 4,0 0,0 1,0-1,1 0,0 0,0 1,0-1,1 0,0 0,0 0,0-1,0 1,1 0,0-1,0 1,0-1,0 0,1 0,0-1,0 1,0-1,0 1,0-1,1 0,-1-1,1 1,2 0,-1-1,0-1,0 1,1-1,-1 0,1-1,-1 1,1-1,-1-1,1 1,-1-1,0 0,1-1,-1 1,0-1,0-1,0 1,0-1,0 0,-1 0,1 0,-1-1,0 0,2-2,6-5,-1-1,0 0,-1 0,-1-1,0-1,-1 0,0 0,4-11,13-37,-3 0,-3-2,-2 0,4-41,-4 22,27-126,-40 173,-6 37,1-1,0 0,-1 0,1 1,0-1,0 0,-1 0,1 1,0-1,-1 0,1 0,0 0,-1 0,1 0,-1 0,1 1,0-1,-1 0,1 0,0 0,-1 0,1 0,-1 0,1-1,0 1,-1 0,1 0,0 0,-1 0,1 0,0 0,-1-1,1 1,0 0,-1 0,1-1,0 1,-1 0,1 0,0-1,0 1,-1 0,1-1,0 1,0 0,0-1,0 1,-1 0,1-1,0 1,0 0,0-1,-11 20,0 0,1 0,1 1,1 0,-3 12,4-11,-9 23,3 1,1 1,2 0,-1 24,9-51,0 1,2-1,0 0,1 0,1 0,1 1,1-2,0 1,1 0,1-1,1 0,5 8,-7-16,1-1,1 0,-1-1,2 1,-1-2,1 1,0-1,0 0,1 0,0-1,0 0,1-1,0 0,0 0,0-1,0 0,0-1,1-1,0 1,-1-1,1-1,0 0,0-1,0 0,0-1,0 0,0 0,-1-1,1-1,-1 0,7-2,-5 1,-1 0,1-1,-1 0,0-1,0 0,-1-1,0 0,0-1,0 0,-1 0,0-1,-1 0,0 0,-1-1,0 0,0-1,-1 0,0 0,-1 0,3-8,-4-2,-4 21,0 0,0 0,0 1,0-1,-1 0,1 0,0 0,0 1,0-1,0 0,0 0,-1 0,1 1,0-1,0 0,0 0,-1 0,1 0,0 1,0-1,0 0,-1 0,1 0,0 0,0 0,-1 0,1 0,0 0,0 0,-1 0,1 0,0 0,0 0,-1 0,1 0,0 0,0 0,-1 0,1 0,0 0,0 0,-1-1,1 1,0 0,0 0,0 0,-1 0,1 0,0-1,0 1,0 0,-1 0,1-1,-6 14,0-1,1 1,0 0,1 0,0 1,1-1,1 1,0 0,1-1,1 1,0 0,0 3,1-13,-1-1,1 1,-1 0,1-1,0 0,0 1,1-1,-1 1,1-1,-1 0,1 0,0 0,0 0,1 0,-1 0,0-1,1 1,0-1,0 0,0 1,-1-1,2-1,-1 1,0 0,0-1,1 1,-1-1,1 0,-1 0,1-1,-1 1,1-1,-1 1,1-1,0 0,33-8,-3-4</inkml:trace>
  <inkml:trace contextRef="#ctx0" brushRef="#br0" timeOffset="2988.401">5202 269,'-16'-5,"-1"-1,12-2,20-2,23-4,29-3,27-5,26-2,-9 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20.4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263 858,'4'-76,"4"0,2 0,11-29,9-69,-18 87,-4 0,-4-74,-6 145,-5 25,-28 179,-1 38,2 109,32-307,1 0,2 0,0 0,2 0,2-1,2 11,-5-30,0 0,1-1,0 1,0-1,1 1,-1-1,2 0,-1-1,1 1,0-1,0 0,0 0,1 0,0-1,0 0,1 0,0-1,-1 1,1-1,1-1,-1 0,0 0,1 0,0-1,2 1,0-1,1 0,-1-1,0-1,0 1,0-2,1 1,-1-1,0-1,0 0,0 0,0-1,0 0,-1-1,1 0,-1-1,0 1,0-2,-1 1,1-1,-1-1,-1 0,5-4,14-21</inkml:trace>
  <inkml:trace contextRef="#ctx0" brushRef="#br0" timeOffset="257.402">89 377,'-16'2,"-7"3,0 3,4 5,12 2,16 1,20 0,22-3,22-7,19-11,17-5,8-7,-16 1</inkml:trace>
  <inkml:trace contextRef="#ctx0" brushRef="#br0" timeOffset="741.906">731 1139,'27'-341,"-27"335,-1 4,0-1,1 0,-1 1,1-1,0 0,0 0,0 0,0 1,1-1,-1 0,1 0,-1 1,1-1,0 0,0 1,0-1,0 1,1-1,-1 1,1 0,-1-1,1 1,0 0,0 0,0 0,0 0,0 1,0-1,1 0,-1 1,1 0,-1-1,1 1,-1 0,1 0,0 1,-1-1,3 0,164 41,-130-31,-26-8,0 2,0 0,0 0,0 1,0 1,-1 0,0 1,0 0,0 1,-7-1,-1-1,0 1,0 0,-1 0,1 1,-1-1,-1 1,1-1,-1 1,0 0,-1 0,0 0,0 0,0 0,-1 0,0 0,0 0,-1 0,0 0,0 0,-1 0,0 0,0 1,-2 18,2-22,1 0,0 1,0-1,0 0,0 1,1-1,-1 0,1 1,0-1,1 1,-1-1,1 0,-1 1,2-1,-1 0,0 0,1 0,-1 0,1 0,1 0,-1 0,0 0,1-1,0 1,0-1,0 0,0 0,0 0,0 0,1 0,0-1,-1 0,1 1,1-1,8-1,0-1,0 0,0-1,-1 0,1-1,0-1,-1 0,1-1,-1 0,0 0,0-2,-1 1,0-2,0 1,0-1,0-1,-1 0,6-7,-5 7,1-1,-2-1,1 0,-1-1,-1 0,1 0,-2-1,0 0,0 0,-1-1,-1 0,0 0,-1-1,0 0,-1 0,0-2,-18-34,13 50,0-1,1 0,-1 0,0 1,0-1,0 0,0 1,0-1,0 1,0-1,0 1,-1-1,1 1,0 0,0 0,0 0,0-1,0 1,-1 0,1 0,0 1,0-1,0 0,0 0,0 0,-1 1,1-1,0 1,0-1,0 1,0-1,0 1,0 0,0-1,0 1,1 0,-1 0,0-1,0 1,0 0,1 0,-1 1,-5 6,1 0,0 1,0-1,1 1,0 0,1 0,0 1,0-1,1 1,0 0,1-1,0 1,0 0,1 0,0 0,1 0,0-1,1 1,0 0,3 8,0-8,0 0,0-1,1 0,0 0,1 0,0-1,0 0,1 0,0 0,0-1,0-1,1 1,0-1,1-1,-1 0,1 0,0-1,0 0,1 0,-1-2,1 1,0-1,-1-1,1 0,0 0,0-1,0 0,0-1,0 0,6-3,37-7</inkml:trace>
  <inkml:trace contextRef="#ctx0" brushRef="#br0" timeOffset="1706.389">2068 470,'-10'-132,"8"119,1 22,-2 218,11 27,-7-243,-2 3,2-1,-1 0,2 0,-1 0,2 0,0 0,1 0,0 0,0-1,2 0,-1 0,7 9,-10-19,1-1,0 0,-1 1,1-1,-1-1,1 1,0 0,0-1,-1 1,1-1,0 0,0 0,0 0,0 0,-1 0,1-1,0 1,0-1,-1 0,1 1,0-2,-1 1,1 0,-1 0,1-1,-1 1,0-1,1 0,-1 0,0 0,0 0,0 0,-1 0,1 0,0-1,-1 1,0-1,1 1,-1-2,37-43,-29 35,0-1,0 2,1-1,1 1,-1 1,2 0,0 0,0 1,0 1,1 0,6-2,-18 9,1 1,0-1,-1 1,1-1,0 1,0 0,-1 0,1-1,0 1,0 0,-1 1,1-1,0 0,-1 1,1-1,0 0,-1 1,1 0,0-1,-1 1,1 0,-1 0,1 0,-1 0,0 0,1 0,-1 1,0-1,0 0,0 1,0-1,0 1,0-1,0 1,0-1,-1 1,1 0,13 65,-13-56,-1 0,0 0,-1 1,0-1,-1 0,0 0,-1-1,0 1,-1 0,0-1,-1 0,0 0,0 0,-1-1,-1 1,1-1,-1-1,-1 0,0 0,-2 2,8-8,1 0,-1-1,0 1,0-1,0 1,0-1,0 0,0 0,0 0,0 0,0 0,0-1,-1 1,1 0,0-1,-1 0,1 0,0 1,-1-1,1-1,0 1,-1 0,1 0,0-1,-1 0,1 1,0-1,0 0,0 0,0 0,0 0,0 0,0-1,0 1,0-1,0 1,1-1,-1 0,1 0,-2-1,0-4,1-1,-1 0,2 1,-1-1,1 0,0 0,1 0,0 0,0 0,0 0,1 0,1 0,-1 0,1 1,0-1,1 0,0 1,0 0,1-1,0 1,0 1,0-1,1 1,0-1,1 1,-1 1,1-1,0 1,0 0,1 0,-1 1,1 0,0 0,0 0,1 1,6-2,-5 2,1 0,-1 0,1 1,0 0,0 1,0 0,0 0,-1 1,1 0,0 1,0 0,0 1,0 0,-1 0,1 1,-1 1,0-1,0 2,0-1,0 1,-1 0,1 1,-2 0,1 0,0 1,-1 0,-1 0,1 1,-1-1,0 1,-1 1,4 5,-2 6,-6-18,-1 0,0 1,1-1,-1 0,1 1,0-1,-1 0,1 0,0 0,0 0,1 0,-1 0,0 0,1 0,-1 0,1 0,0-1,-1 1,1 0,0-1,0 0,0 1,0-1,0 0,1 0,-1 0,0-1,0 1,1 0,-1-1,0 1,1-1,-1 0,0 0,1 0,-1 0,0 0,1-1,1 1,10-7,-1 0,0-1,0 0,0-1,-1 0,-1-1,1 0,-2-1,8-9,-9 10,57-60,-66 70,0-1,1 1,-1-1,0 1,1-1,-1 1,0-1,1 1,-1-1,0 1,1-1,-1 1,1 0,-1-1,1 1,-1 0,1 0,-1-1,1 1,-1 0,1 0,0 0,-1-1,1 1,-1 0,1 0,0 0,-1 0,1 0,-1 0,1 0,-1 1,1-1,0 0,-1 0,1 0,-1 0,1 1,-1-1,1 0,-1 1,1-1,-1 0,1 1,-1-1,1 1,5 27,-5-17,2-3,0 0,0 0,1 0,0 0,0 0,1-1,0 1,0-1,0-1,1 1,0-1,1 0,0 0,-1-1,2 0,-1 0,0-1,1 1,0-2,0 1,0-1,1 0,-1-1,1 0,-1-1,5 1,-9-2,1 0,-1 0,1 0,-1-1,1 1,-1-1,1 0,-1-1,1 1,-1-1,0 0,0 0,0 0,0-1,0 1,-1-1,1 0,-1 0,1 0,-1 0,0-1,0 0,55-90,-51 80,27-49,-33 63,-1 0,1 0,-1-1,1 1,-1 0,1 0,-1 0,1 0,-1 0,1 0,0 0,-1 0,1 0,-1 0,1 0,-1 0,1 0,-1 1,1-1,-1 0,1 0,-1 1,1-1,-1 0,1 0,-1 1,0-1,1 1,-1-1,0 0,1 1,-1-1,0 1,1-1,-1 1,0-1,0 1,1-1,-1 1,0-1,0 1,0-1,0 1,0-1,0 1,0-1,0 1,0-1,0 1,0-1,0 1,0-1,0 1,0-1,-1 1,1-1,0 1,0-1,-1 1,1-1,-1 1,2 83,-2-68,0 0,1 0,1 1,1-1,0 0,1 0,0 0,1 0,2 1,-4-12,0-1,1 0,-1 1,1-1,0 0,0 0,1 0,-1-1,1 1,0-1,-1 0,1 0,1 0,-1-1,0 1,1-1,-1 0,1 0,0-1,0 1,0-1,-1 0,1 0,0-1,0 0,0 1,0-2,0 1,0 0,0-1,1 0,34-9</inkml:trace>
  <inkml:trace contextRef="#ctx0" brushRef="#br0" timeOffset="1960.453">3512 416,'-2'16,"-1"6</inkml:trace>
  <inkml:trace contextRef="#ctx0" brushRef="#br0" timeOffset="2222.343">3779 1112,'21'-24,"-1"0,0-1,-2-1,-1-1,-1 0,-2-1,-1-1,0 0,-3-1,0 0,-2-1,-1-3,-9-11,2 44,0 0,0 0,0 0,-1 0,1 1,0-1,-1 0,1 0,-1 0,1 0,-1 1,1-1,-1 0,1 0,-1 1,0-1,1 1,-1-1,0 0,1 1,-1-1,0 1,0-1,0 1,0 0,1-1,-1 1,0 0,0 0,0 0,0 0,0-1,0 1,0 0,0 0,0 1,0-1,1 0,-1 0,0 0,0 1,0-1,0 0,0 1,-6 4,-1 1,1 0,1 0,-1 0,1 1,0 0,1 0,-1 1,1 0,1 0,0 0,0 0,0 1,1-1,0 1,1 1,-4 7,1 1,1 0,0 0,2 0,0 1,0 7,2-19,0 0,1 0,-1 0,2 1,-1-1,1 0,0-1,0 1,0 0,1-1,0 1,1-1,0 0,0 0,0 0,0 0,1-1,0 1,8 2,0 0,0 0,1-1,-1 0,2-2,-1 1,1-2,-1 0,1-1,0 0,1-1,-1-1,0 0,15-2,82-1,-5-7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15.9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500 83,'0'-2,"-2"-1,-4 0,-2 1,0 0</inkml:trace>
  <inkml:trace contextRef="#ctx0" brushRef="#br0" timeOffset="3811.055">233 244,'1'-6,"0"0,-1 0,0 0,0-1,0 1,-1 0,0 0,0 0,-1 0,1 1,-1-1,0 0,-1 1,0-1,1 1,-2 0,1 0,-1 0,1 0,-1 0,-1 1,1 0,-1 0,1 0,-1 0,0 1,0 0,-1 0,1 0,-1 1,0-1,1 1,-1 1,0-1,-5 0,5 4,0 0,0 0,0 1,0 0,1 0,-1 0,1 1,0 0,0 0,0 0,1 0,-1 1,1 0,0-1,1 2,-1-1,1 0,0 1,0 0,0-1,1 1,0 0,0 1,1-1,0 0,0 0,0 6,-1-4,0 0,0 0,1 0,0 0,1 0,0 0,0 0,1 0,0 0,0 0,1 0,0 0,1 0,-1 0,1-1,1 1,0-1,0 0,0 0,1 0,0-1,0 0,0 0,2 1,7 2,1 0,0-1,0 0,1-1,0-1,0-1,1 0,-1-1,1-1,0 0,0-2,0 0,1 0,-1-2,0 0,0-1,0-1,0 0,-1-1,1-1,11-5,-3 0,1 0,-2-2,0 0,0-2,-1 0,-1-2,0-1,6-6,-16 12,-1 0,1-1,-2-1,0 1,0-1,-1-1,-1 0,0 0,-1-1,-1 0,0 0,-1 0,0-1,0-8,-4 21,0 0,0 0,0 0,-1-1,1 1,-1 0,0 0,0 0,0-1,0 1,0 0,-1 0,0 0,1-1,-1 1,0 0,-1 0,1 0,0 1,-1-1,0 0,0 0,0 1,0-1,0 1,0 0,0-1,-1 1,1 0,-1 1,0-1,1 0,-1 1,0-1,0 1,0 0,0 0,0 0,-1 0,1 1,0-1,0 1,0 0,-1 0,1 0,0 0,-3 1,1 1,0 0,1 1,-1-1,0 1,1 0,0 0,0 1,0-1,0 1,0 0,1 0,-1 0,1 0,0 1,0-1,1 1,0 0,-1 0,1 0,1 0,-2 3,0 3,1 0,0 0,0 0,1 0,0 0,1 0,0 1,1-1,2 11,0-13,-1 0,1 0,1 0,0 0,0 0,1-1,0 1,0-1,1 0,0-1,1 0,-1 0,1 0,1-1,-1 0,1 0,0-1,0 0,1 0,-1-1,1 0,0 0,1-1,-1-1,0 1,1-1,-1-1,5 0,114-3,-73-9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07.2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123 808,'0'5,"0"8,2 11,1 10,0 9,1 6,3 0,3-3,3-6,2-10,4-11,-3-7</inkml:trace>
  <inkml:trace contextRef="#ctx0" brushRef="#br0" timeOffset="276.845">82 475,'-13'0,"-10"2,0 3,5 3,14 0,15-1,16-2,3-2</inkml:trace>
  <inkml:trace contextRef="#ctx0" brushRef="#br0" timeOffset="650.911">484 769,'11'9,"0"1,-1 0,0 1,-1 0,0 0,0 1,-1 0,-1 1,0 0,-1 0,0 0,-1 1,0 0,-2 0,1 3,28 70,-31-85,-1 0,1 0,-1 0,1-1,0 1,-1 0,1-1,0 1,0 0,0-1,1 1,-1-1,0 0,0 1,1-1,-1 0,1 0,-1 0,1 0,0 0,-1 0,1 0,0 0,0-1,-1 1,1-1,0 0,0 1,0-1,0 0,-1 0,1 0,0 0,0 0,0 0,0-1,0 1,-1-1,1 1,0-1,0 0,-1 0,2 0,7-8,0-1,-1 0,0-1,-1 0,0 0,-1 0,0-1,-1 0,0-1,-1 1,1-7,-5 19,61-185,-54 162,-8 23,0 0,0 0,0 1,0-1,0 0,0 0,0 0,0 1,0-1,0 0,0 0,0 1,0-1,1 0,-1 0,0 1,0-1,0 0,0 0,0 0,0 1,0-1,1 0,-1 0,0 0,0 0,0 1,0-1,1 0,-1 0,0 0,0 0,1 0,-1 0,0 0,0 0,0 0,1 1,-1-1,0 0,0 0,1 0,-1 0,0 0,0 0,1 0,-1-1,0 1,0 0,0 0,1 0,-1 0,0 0,0 0,0 0,1 0,1 25,-2-15,0 15,1 1,2-1,0 1,1-1,3 4,-5-23,0 0,0 0,0 0,1 0,0 0,0 0,1-1,0 1,0-1,0 0,0 0,1 0,0-1,0 0,0 0,0 0,1 0,0-1,-1 0,1 0,0-1,5 2,-3-2,1 0,-1-1,1 0,0-1,0 1,-1-2,1 1,0-1,5-1,29-8</inkml:trace>
  <inkml:trace contextRef="#ctx0" brushRef="#br0" timeOffset="1063.033">1286 742,'20'-5,"0"-1,-1 0,0-1,0-2,0 1,-1-2,-1-1,0 0,0-1,-1-1,0 0,-1-1,-1-1,0 0,-1-2,-1 4,-1-1,0-1,-1 0,-1-1,0 0,-1 0,-1 0,-1-1,4-12,-8 20,0 0,0 0,-1-1,0 1,-1 0,0-1,0 1,-1 0,0-1,0 1,-1 0,-1 0,0 0,0 0,0 0,-1 1,-1-1,1 1,-2-2,5 8,0 1,0-1,1 0,-1 0,0 1,0-1,-1 0,1 1,0-1,0 1,-1 0,1-1,-1 1,1 0,-1 0,0 0,1 0,-1 0,0 0,0 1,0-1,1 0,-1 1,0-1,0 1,0 0,0 0,0 0,0 0,0 0,0 0,0 0,0 1,0-1,1 1,-1-1,0 1,0 0,0 0,1 0,-1 0,0 0,1 0,-1 0,1 0,-1 1,1-1,0 1,-2 0,-2 10,0-1,1 1,0 0,1 0,0 0,1 1,0-1,1 0,1 1,0 5,-1 1,-3 237,16 100,-2-121,-2 310,-18-445,2-74</inkml:trace>
  <inkml:trace contextRef="#ctx0" brushRef="#br0" timeOffset="1513.902">1273 1076,'63'-41,"1"3,3 3,0 3,48-14,-111 43,0 1,0 0,0 0,1 0,-1 0,1 1,-1 0,1 0,-1 0,1 0,0 1,-1-1,1 1,0 1,-1-1,1 1,0 0,-1 0,1 0,-1 0,1 1,-1 0,0 0,0 0,0 0,0 1,0-1,0 1,-1 0,2 1,22 97,-9-20,-17-77,0 0,0 0,0-1,1 1,0 0,-1-1,1 1,0-1,1 0,-1 0,1 0,-1 0,1 0,0 0,0-1,0 1,1-1,-1 0,0 0,1 0,0 0,-1-1,1 1,0-1,0 0,-1 0,1-1,0 1,0-1,0 1,0-1,0-1,0 1,0-1,0 1,0-1,0 0,0 0,1-1,3-5,1 0,-1 0,0-1,0 0,-1 0,0-1,-1 0,0 0,0-1,-1 1,0-1,-1 0,0-1,-1 1,0-1,0 1,-1-1,-1 0,0 0,0 0,-1-11,0 16,0 0,-1 0,0-1,0 1,0 0,0 0,-1 0,0 0,0 0,-1 1,0-1,0 1,0-1,-1 1,1 0,-1 0,0 0,-1 1,1 0,-1 0,0 0,0 0,0 1,-1-1,1 1,-1 1,1-1,-1 1,0 0,0 0,0 1,0 0,-1 0,1 0,0 1,0 0,0 0,-1 0,1 1,0 0,0 0,0 1,0-1,-5 3,6 0,0-1,0 1,0 0,1 0,-1 1,1 0,0-1,0 1,1 1,-1-1,1 0,0 1,1 0,-1-1,1 1,0 0,1 0,0 0,-1 1,2-1,-1 0,1 0,0 1,0-1,1 0,0 0,0 0,0 1,1-1,0 0,0-1,0 1,1 0,0-1,0 1,1-1,-1 0,1 0,0 0,1 1,25 26</inkml:trace>
  <inkml:trace contextRef="#ctx0" brushRef="#br0" timeOffset="2526.46">2288 1063,'-1'-39,"1"0,2 1,1-1,2 1,4-12,9-72,-11 12,-6 115,1 0,-1 0,1 0,0 0,0 0,1 0,0-1,0 1,0-1,0 0,0 0,1 0,0 0,0 0,0-1,0 0,1 0,-1 0,1 0,-1-1,1 0,0 0,4 1,128 22,-97-21,-37-5,0 1,0 0,0 1,0-1,0 1,0-1,0 1,0 0,0 0,0 0,-1 0,1 1,0-1,-1 1,1-1,-1 1,1 0,-1 0,0 0,0 0,0 1,0-1,0 1,0-1,-1 1,1-1,-1 1,0 0,0 0,1 3,0 12,0 0,-2 1,0-1,-1 1,-1-1,-3 15,2-15,0 1,2-1,0 1,1 0,1 0,1 7,-1-23,-1 1,1-1,0 1,1-1,-1 1,0-1,1 0,0 1,0-1,0 0,0 0,0 0,0-1,1 1,0 0,-1-1,1 0,0 0,0 0,0 0,1 0,-1 0,0-1,1 1,-1-1,1 0,-1 0,3 0,1 0,1-1,0 1,0-1,0-1,0 0,-1 0,1 0,0-1,-1 0,1 0,-1-1,0 0,1-1,9-6,-1-1,0-1,0 0,-1-1,-1-1,0 0,-1-1,0 0,-2-1,1-1,-2 0,0 0,-2-1,0 0,0-1,-2 0,0 0,2-15,-10 49,0 0,2 0,0 0,0 0,2 0,0-1,0 1,1 0,1-1,1 0,0 0,1 0,0 0,1-1,7 10,-11-19,0-1,-1 0,2 0,-1-1,0 1,0-1,1 1,0-1,-1 0,1 0,0-1,0 1,0-1,0 0,0 0,0 0,0-1,0 1,1-1,-1 0,0 0,0 0,0-1,1 0,-1 0,0 0,0 0,0 0,0-1,-1 0,1 1,0-2,0 1,6-5,0 0,0 0,-1-1,0 0,-1 0,0-1,0 0,-1-1,0 0,-1 0,2-2,5-15,-1 0,-2 0,0-1,-2-1,1-7,-8 128,-2-80,1 1,0 0,1-1,0 1,1 0,0-1,1 1,0-1,1 0,1 0,0 0,0-1,1 0,5 7,-9-16,1 1,-1-1,0 0,1 0,-1 0,1-1,0 1,-1-1,1 1,0-1,0 0,0 0,0 0,0-1,0 1,0-1,1 1,-1-1,0 0,0 0,0 0,0-1,0 1,0-1,0 0,0 0,0 0,0 0,0 0,2-2,75-61,-69 52,0 0,-1 0,0-2,-1 1,-1-1,0 0,-1-1,-1 1,0-2,-1 1,0 0,-1-1,1-15,-6 14,-8 28,6-2,0 1,0 0,1-1,1 1,0 0,0 0,1 0,0 0,0 0,1 0,1-1,0 1,0 0,1-1,0 1,0-1,1 0,1 0,-1 0,2-1,-1 1,1-1,0 0,1-1,-1 0,2 0,-1 0,1-1,0 0,0-1,0 1,2-1,121 32,-65-28</inkml:trace>
  <inkml:trace contextRef="#ctx0" brushRef="#br0" timeOffset="3336.955">4494 862,'-6'-5,"0"0,-1 1,0 0,0 0,0 1,-1 0,1 0,-1 0,1 1,-1 0,0 1,0 0,0 0,0 1,0 0,0 0,0 1,1 0,-1 0,0 1,0 0,1 0,-1 1,1 0,-1 0,1 1,1 1,-1 0,1 0,1 0,-1 1,1 0,0 0,0 0,0 0,1 1,0 0,0 0,1 0,0 0,0 1,1-1,0 1,0 0,1-1,0 1,0 4,1-10,0 0,0-1,0 1,1 0,-1 0,0 0,1 0,0 0,-1-1,1 1,0 0,0 0,0-1,0 1,0-1,0 1,1-1,-1 1,0-1,1 0,-1 0,1 0,-1 1,1-1,0-1,-1 1,1 0,0 0,0-1,0 1,-1-1,1 1,0-1,0 0,0 0,0 0,0 0,0 0,0 0,0 0,-1-1,3 0,77-30,-64 19,-1-1,-1 0,0-2,-1 1,-1-2,0 0,-1 0,1-5,0 4,-13 17,1 0,-1 0,1 0,-1 0,1 0,-1 0,1 0,-1 0,1 0,-1 0,1 0,-1 1,1-1,-1 0,1 0,-1 1,1-1,-1 0,0 1,1-1,-1 0,0 1,1-1,-1 0,0 1,1-1,-1 1,0-1,0 1,0-1,1 1,-1-1,0 1,0-1,0 1,0-1,0 1,0-1,0 1,0-1,0 1,0-1,0 1,0-1,0 1,0-1,0 1,-1-1,1 0,0 1,0-1,-1 1,1-1,0 1,-1-1,1 0,0 1,-1-1,1 0,0 1,-1 1,10 125,-8-120,1 0,-1 0,1-1,1 1,-1-1,1 0,0 1,1-1,-1-1,1 1,0 0,1-1,-1 0,1 0,0 0,1-1,2 2,-5-4,1 0,0 0,-1 0,1-1,0 1,0-1,0 0,0 0,0-1,0 1,0-1,1 0,-1 0,0 0,0-1,0 1,0-1,0 0,0 0,0-1,0 1,0-1,-1 0,1 0,-1 0,1 0,0-1,7-6,0 0,-1 0,0-1,0 0,-1-1,-1 0,5-7,5-12,-2 0,-1 0,-2-2,0 1,-3-2,0 0,-2 0,-2 0,0-3,5-73,-4 1,-4-20,-5-195,1 303,0 25,1 34,0 508,-2-511,2-1,2 1,1-1,2 0,1 0,2-1,1 1,2-2,4 7,-13-35,0 0,1 0,0 0,-1-1,2 1,-1-1,1 0,-1 0,1 0,0 0,1 0,-1-1,1 0,-1 0,1 0,0-1,0 1,0-1,0 0,0-1,1 1,-1-1,1 0,-1 0,1-1,-1 0,1 0,-1 0,1 0,-1-1,4-1,2-3,-1 0,1-1,-1-1,0 0,0 0,-1 0,0-1,-1-1,0 0,0 0,0 0,-2-1,1 0,-1-1,0 1,-1-1,-1 0,1-1,-5 12,0-1,-1 1,1 0,0-1,0 1,0-1,0 1,0 0,0-1,0 1,0-1,0 1,1 0,-1-1,0 1,0-1,0 1,0 0,1-1,-1 1,0 0,0-1,0 1,1 0,-1-1,0 1,1 0,-1 0,0-1,1 1,-1 0,0 0,1 0,-1-1,0 1,1 0,-1 0,1 0,-1 0,0 0,1 0,-1 0,1 0,-1 0,0 0,1 0,-1 0,1 0,-1 0,0 0,1 0,-1 0,0 1,1-1,-1 0,0 0,1 0,-1 1,0-1,1 0,-1 0,0 1,1-1,-1 0,0 1,0-1,1 1,7 29,-8-28,7 38,-7-28,1-1,0 0,1 0,1 0,-1-1,2 1,-1-1,2 1,-1-1,1 0,1-1,0 1,0-1,6 6,-11-14,0 0,1 0,-1 0,1 0,-1 0,1 0,0 0,-1 0,1-1,0 1,-1-1,1 0,0 1,0-1,-1 0,1 0,0 0,0 0,-1 0,1 0,0-1,0 1,1-1,16-7</inkml:trace>
  <inkml:trace contextRef="#ctx0" brushRef="#br0" timeOffset="3587.129">5390 634,'-14'-4,"-6"-4,-3-3,-1-4,3 0</inkml:trace>
  <inkml:trace contextRef="#ctx0" brushRef="#br0" timeOffset="3785.73">4748 407,'25'2,"22"2,19-1,16-3,11-4,4-1,-2 0,-17 2</inkml:trace>
  <inkml:trace contextRef="#ctx0" brushRef="#br0" timeOffset="4013.123">5750 822,'-4'21,"-2"10,-2 6,1 0,0-3,5-8,5-13,1-9</inkml:trace>
  <inkml:trace contextRef="#ctx0" brushRef="#br0" timeOffset="4014.123">5630 421,'-9'9,"2"8,1 0</inkml:trace>
  <inkml:trace contextRef="#ctx0" brushRef="#br0" timeOffset="4526.271">6165 943,'24'-79,"-4"0,-2-1,-5-1,-3-1,-3 0,-4 0,-4-17,0 88,1-9,0-1,-2 0,-1 1,0 0,-2-1,-6-18,11 40,0-1,0 1,0-1,-1 1,1-1,0 1,-1-1,1 1,0-1,-1 0,1 1,0-1,-1 0,1 1,-1-1,1 0,-1 1,1-1,-1 0,1 0,-1 1,1-1,-1 0,1 0,-1 0,1 0,-1 0,1 0,-1 0,1 0,-1 0,1 0,-1 0,0 0,1 0,-1 0,1-1,-1 1,1 0,-1 0,1-1,0 1,-1 0,1-1,-1 1,1 0,-1-1,1 1,0 0,-1-1,1 1,0-1,0 1,-1-1,1 1,0-1,0 1,0-1,-1 1,1-1,0 1,0-1,0 1,0-1,0 1,0-1,0 0,0 1,0-1,-20 103,10-28,3-1,3 1,4 0,3 1,3-2,3 1,3-1,7 14,-16-74,0-1,1 0,0 0,1 0,0-1,1 1,0-1,1 0,0-1,1 0,0 0,0-1,1 1,0-2,1 0,0 0,2 0,-8-6,0 0,0-1,0 0,1 0,-1 0,0 0,1-1,-1 0,1 0,-1 0,0 0,1-1,-1 0,1 0,-1 0,0 0,0 0,0-1,0 0,0 0,0 0,0-1,-1 1,4-3,3-4,0 0,0 0,-2-1,1 0,-1-1,0 0,4-9,-1-1,0-1,-2 0,0-1,-1 0,-2 0,0 0,-2-1,2-20,-11-25,5 68,0 1,0-1,0 0,-1 1,1-1,0 1,0-1,0 1,-1-1,1 1,0-1,-1 1,1-1,0 1,-1 0,1-1,-1 1,1 0,-1-1,1 1,-1 0,1-1,-1 1,1 0,-1 0,1-1,-1 1,1 0,-1 0,1 0,-1 0,0 0,1 0,-1 0,1 0,-1 0,1 0,-1 0,0 0,1 0,-1 1,1-1,-1 0,1 0,-1 1,1-1,-1 0,1 1,-1-1,1 0,0 1,-1-1,-18 29,12-11,0 0,1 0,1 1,1 0,1 0,0 0,2 1,0-1,1 0,1 1,0-1,2 0,0 0,1 0,3 4,-3-14,1 0,0 0,1 0,0-1,1 0,-1 0,1-1,1 0,0 0,0 0,0-1,0 0,1-1,0 0,0 0,1-1,0 0,-1-1,1 0,0-1,0 0,0 0,1-1,-1 0,0-1,1 0,2-1,67-1</inkml:trace>
  <inkml:trace contextRef="#ctx0" brushRef="#br0" timeOffset="23646.698">110 2038,'25'-6,"1"-2,-1-1,0-1,-1-1,0-1,0-1,-2-1,0-1,0-1,-1-1,-2 0,9-11,15-9,-2-1,-1-2,-3-2,28-41,-26 2,-38 79,0 0,-1 0,1 0,-1 0,0 0,0 0,1 0,-2 0,1 0,0 0,0 0,-1 0,1 0,-1 0,1 0,-1 0,0 0,0 0,0 0,0 0,0 1,0-1,0 0,-1 1,1-1,-1 1,1-1,-1 1,1 0,-1 0,0 0,0 0,0 0,0 0,1 0,-1 0,0 1,0-1,-3 0,0 0,-1 0,1 1,-1-1,1 1,-1 0,0 1,1-1,-1 1,1 0,-1 0,1 1,-1 0,1 0,0 0,0 1,0-1,0 1,0 0,1 1,-1-1,1 1,-3 3,-2 2,0 1,1 0,1 0,-1 1,2 0,-1 0,2 0,-1 1,-1 8,-5 28,1 1,3 0,3 1,1 0,3 0,3 40,-2-65,0 0,2-1,0 1,2 0,1-1,0 0,2 0,10 22,-16-43,0 0,0-1,0 1,1-1,-1 1,1-1,-1 0,1 0,0 0,0 1,0-2,0 1,1 0,-1 0,0-1,1 1,-1-1,1 0,0 0,-1 0,1 0,0 0,-1 0,1-1,0 1,0-1,0 0,0 0,-1 0,1 0,0-1,0 1,0-1,-1 1,1-1,0 0,-1 0,1 0,0-1,-1 1,0-1,1 1,1-2,17-15,-1-1,-1-1,0 0,-1-1,-2-2,0 1,-1-2,10-22,-2 8,-23 37,-1 1,1-1,0 1,0-1,0 1,0 0,0-1,0 1,0-1,0 1,0 0,0-1,1 1,-1-1,0 1,0-1,0 1,0 0,1-1,-1 1,0 0,0-1,1 1,-1 0,0-1,0 1,1 0,-1 0,0-1,1 1,-1 0,1 0,-1-1,0 1,1 0,-1 0,1 0,-1 0,0 0,1 0,-1 0,1 0,-1 0,0 0,1 0,-1 0,1 0,-1 0,1 0,-1 0,0 0,1 0,-1 1,1-1,-1 0,0 0,1 1,-1-1,0 0,1 0,-1 1,0-1,3 31,-3 14,-1-22,1 0,1 0,0 0,2 0,1 0,4 11,-7-30,-1-1,1 0,0 0,0 0,1 1,-1-1,1 0,0 0,-1-1,1 1,1 0,-1-1,0 1,0-1,1 1,0-1,-1 0,1 0,0-1,0 1,0 0,0-1,0 0,0 0,1 0,-1 0,0 0,1 0,-1-1,0 0,1 0,-1 0,1 0,-1 0,0-1,3 0,6-5,1-1,-1-1,-1 1,0-2,0 0,0 0,-1-1,-1 0,1-1,-2 0,0-1,7-10,-6 9,-1 0,1 0,-2-1,0 0,-1 0,0-1,-1 0,2-12,-21 65,-1 86,15-118,0-1,1 0,0 1,0-1,0 0,0 1,1-1,0 0,0 0,1 0,-1-1,1 1,0-1,0 1,1-1,-1 0,1 0,0 0,0-1,0 1,0-1,2 1,1-1,0 0,1 0,-1 0,1-1,-1 0,1 0,0-1,0 0,-1 0,6-1,34-1</inkml:trace>
  <inkml:trace contextRef="#ctx0" brushRef="#br0" timeOffset="24433.178">1687 2199,'-10'-5,"1"0,-1 1,-1 0,1 1,0 0,-1 1,0 0,1 0,-1 1,0 1,0 0,0 0,1 1,-1 0,-3 2,8-2,-1 1,1-1,-1 1,1 1,0 0,0-1,0 2,1-1,-1 1,1 0,0 0,0 0,0 1,0-1,1 1,0 1,0-1,0 0,1 1,-1 0,1 0,1 0,-1 0,1 0,0 3,1-6,0 1,1-1,-1 0,1 1,0-1,0 1,0-1,0 0,1 1,-1-1,1 0,0 1,0-1,0 0,1 0,-1 0,1 0,0 0,-1 0,1 0,0 0,1-1,-1 1,0-1,1 1,0-1,-1 0,1 0,0 0,0-1,0 1,0-1,0 0,1 1,-1-1,0-1,0 1,1 0,-1-1,1 0,-1 1,0-1,1-1,-1 1,1 0,1-2,7-1,0 0,0-1,0-1,-1 0,1 0,-1-1,-1-1,1 0,-1 0,0-1,-1 0,0-1,0 0,-1-1,0 1,-1-2,0 1,-1-1,0 0,2-4,14-21,-21 36,1 0,-1 0,1 1,-1-1,0 0,1 1,-1-1,0 0,1 1,-1 0,0-1,0 1,0 0,1-1,-1 1,0 0,0 0,0 0,0 0,0 0,-1 0,1 0,0 1,0-1,-1 0,1 0,-1 0,1 1,-1-1,1 0,-1 1,0-1,0 1,1-1,-1 0,0 1,0-1,-1 1,4 4,3 8,0 0,1-1,1 0,0-1,1 1,0-2,1 1,8 7,-15-16,1 1,0-1,1 0,-1 0,0 0,1-1,0 1,-1-1,1 0,0 0,0-1,0 0,1 1,-1-2,0 1,0-1,0 1,1-1,-1-1,0 1,0-1,0 0,1 0,-1-1,0 1,3-3,6-4,-2-1,1-1,-1 0,0 0,-1-1,-1-1,0 0,0-1,-1 1,0-2,-2 1,1-1,0-5,19-33,-3-1,-2-1,-2-1,-3-1,-2-1,-3 0,-3-1,-1 0,-2-58,-6 111,1 3,-1 0,0 0,1 0,-1 0,0 0,0 1,-1-1,1 0,0 0,-1 0,1 0,-1 0,1 0,-1 0,0 1,0-1,0 0,0 0,0 1,0-1,-1 0,0 3,0 0,0-1,0 1,0 0,1 1,-1-1,0 0,1 0,-1 1,1-1,-1 1,1-1,0 1,0 0,0 0,0-1,0 1,0 0,0 0,0 0,0 2,0-2,-16 40,1 1,3 1,1 0,2 1,2 0,2 1,2 3,1-20,2 0,0 0,2 0,2 0,0-1,7 27,-8-46,0-1,1 0,0 1,0-1,1 0,0-1,0 1,1-1,0 1,0-1,1-1,0 1,0-1,0 0,1-1,0 1,0-1,1-1,-1 1,1-1,0 0,0-1,0 0,7 1,-6-2,1-2,-1 1,1-1,-1-1,1 0,-1 0,1-1,-1 0,0 0,0-1,0-1,0 1,0-1,-1-1,0 0,0 0,0 0,0-1,-1 0,0-1,0 0,-1 0,0 0,0-1,-1 0,1 0,-2 0,1-1,-1 1,-1-1,0 0,0 0,0 0,-1-1,-1 1,1-1,-2 1,1-1,-1 1,-1-1,0 1,0-1,-1-2,-9-4,4 37,7-4,1-1,0 1,1 0,1-1,1 0,0 1,1-2,1 1,0 0,2-1,-1-1,2 1,0-1,0 0,3 1,-4-6,1 0,-1-1,1 0,1 0,-1-1,1-1,0 0,1 0,0-1,0 0,0 0,5 0,24 5</inkml:trace>
  <inkml:trace contextRef="#ctx0" brushRef="#br0" timeOffset="24681.165">2142 1878,'-14'7,"-6"4,-1 3,13-1,22-3,28-5,30-8,33-8,27-7,-8-1</inkml:trace>
  <inkml:trace contextRef="#ctx0" brushRef="#br0" timeOffset="25294.864">4374 2065,'-17'-2,"-18"-5,1 2,-1 2,1 1,-1 1,-1 3,27-2,0 1,0 1,0 0,1 0,-1 0,0 1,1 1,0-1,0 1,0 1,0 0,1 0,-1 0,1 1,0 0,1 0,0 1,0-1,0 2,1-1,-3 6,2-3,1 1,0 0,1 0,0 0,1 1,0 0,1-1,0 1,1 0,0 2,1-11,-1 1,1-1,0 1,1-1,-1 0,1 1,-1-1,1 1,0-1,0 0,0 1,1-1,-1 0,1 0,0 0,0 0,0 0,0-1,0 1,1 0,-1-1,1 0,0 0,0 1,-1-2,1 1,0 0,1-1,-1 1,0-1,0 0,1 0,-1 0,0 0,1-1,0 1,8-3,1 1,-1-2,1 0,-1 0,0-1,0 0,0-1,-1-1,0 0,0 0,0-1,-1-1,0 0,0 0,-1-1,0 0,2-3,3-1,0-1,0-1,-1 0,-1-1,-1 0,0 0,-1-2,-1 1,-1-1,0 0,-1-1,-1 0,-1 0,-1 0,0-1,-2 1,0-1,-1 0,-1 0,-1 1,0-1,-2 0,0 1,-4-10,4 18,0 1,-1-1,0 0,-1 1,0 0,-1 0,0 1,0-1,-7-6,12 15,1 0,-1 0,0 0,0 1,1-1,-1 0,0 1,0-1,0 1,0-1,1 1,-1-1,0 1,0 0,0-1,0 1,0 0,0 0,0 0,0 0,0 0,0 0,0 0,0 0,0 0,0 0,0 0,0 1,0-1,0 0,0 1,0-1,0 1,0-1,1 1,-1-1,0 1,0 0,1-1,-1 1,0 0,1 0,-1 0,0-1,1 1,-1 0,1 0,0 0,-1 0,1 0,0 0,-1 0,1 0,-17 59,7 16,4 0,3 0,3 9,0-82,-2 24,2 0,1-1,1 1,1 0,1-1,1 1,2-1,1 0,10 23,-15-44,-1 0,1-1,0 1,1-1,-1 0,1 0,0 0,0 0,0-1,0 0,0 0,1 0,0 0,0 0,-1-1,1 0,0 0,1-1,-1 1,0-1,0 0,1-1,-1 1,1-1,-1 0,0 0,1-1,-1 1,0-1,1-1,-1 1,0-1,4-1,6-5,-1-1,0 0,0-1,-1 0,0-1,-1-1,0 0,0 0,-2-1,0-1,0 0,-1 0,-1-1,0 0,-1 0,-1-1,-1 0,0 0,-1 0,0-1,-1 1,-1-1,-1-10,-10-40,9 67,0 1,0-1,0 0,0 1,0-1,0 0,0 1,0-1,-1 0,1 1,0-1,0 0,0 1,-1-1,1 0,0 1,0-1,-1 0,1 0,0 1,-1-1,1 0,0 0,-1 0,1 1,0-1,-1 0,1 0,0 0,-1 0,1 0,-1 0,1 0,0 0,-1 0,1 0,0 0,-1 0,1 0,-1 0,1 0,0 0,-1 0,1-1,0 1,-1 0,1 0,0 0,-1-1,1 1,0 0,0 0,-1-1,1 1,0 0,0 0,-1-1,1 1,0 0,0-1,0 1,-1 0,1-1,0 1,0-1,0 1,0 0,0-1,0 1,-2 9,0 0,1 0,0 0,0 0,1 1,0-1,1 0,0 0,1 1,-1-1,2 0,-1-1,1 1,1 0,0-1,0 1,0-1,4 4,0-2,1 0,-1 0,2-1,-1-1,1 1,0-2,1 1,0-1,0-1,1 0,-1-1,1 0,1 0,-1-2,9 2,54 13</inkml:trace>
  <inkml:trace contextRef="#ctx0" brushRef="#br0" timeOffset="26059.061">6218 2293,'191'-477,"-135"265,-56 208,1 1,0-1,0 1,0-1,-1 1,0-1,0 1,0-1,0 0,0 1,-1-1,1 1,-1-1,0 1,0 0,0-1,-2-2,-13 10,7 7,0 0,1 0,0 1,1 0,0 0,0 1,2 0,-1 0,2 0,-3 15,6-27,-13 48,2 2,2 0,2 0,2 1,3-1,2 15,1-43,1 0,1 0,2 0,0-1,1 1,4 9,-6-24,0 1,0-1,1 0,1 0,-1 0,1-1,0 1,1-1,0 0,0-1,1 1,-1-1,1-1,0 1,1-1,0 0,6 2,0-2,-1-1,1-1,1 0,-1-1,0 0,1-2,-1 1,0-2,1 0,-1 0,0-2,1 1,-1-2,-1 0,1-1,-1 0,1-1,-1 0,-1-1,0-1,0 0,0 0,-1-1,0-1,-1 0,0 0,0-1,-1-1,-1 1,0-1,0-1,-1 1,-1-1,3-10,-7 20,0 0,-1 0,1 0,-1 0,0 0,0 0,0 0,0 0,0 0,-1 0,0-1,1 1,-1 0,0 0,-1-1,1 1,-1 0,1 0,-1 0,0-1,0 1,0 0,0 0,-1 1,1-1,-1 0,0 0,0 1,0-1,0 1,0-1,-1 1,1 0,-1 0,1 0,-1 0,0 1,0-1,0 0,-6 2,0 1,0-1,0 2,0-1,0 1,0 0,1 1,-1 0,1 0,0 1,0 0,0 1,0-1,1 2,0-1,0 1,0 0,1 0,0 1,0 0,0 0,1 0,0 2,0-2,0 1,1-1,0 1,0 1,1-1,0 0,1 1,0-1,0 1,0 8,1-14,1 0,0-1,0 1,0 0,1-1,-1 1,1 0,-1-1,1 1,0-1,0 1,0-1,0 1,0-1,1 0,-1 0,1 1,-1-1,1 0,0 0,0-1,0 1,0 0,0-1,0 1,1-1,-1 1,0-1,1 0,-1 0,1 0,-1-1,1 1,0 0,-1-1,1 0,1 1,8-2,-1-1,1 1,0-2,-1 0,0 0,1-1,-1 0,-1-1,1 0,-1-1,0 0,0-1,0 0,-1 0,0-1,-1 0,0-1,0 0,0 0,-1 0,-1-1,0 0,2-5,2 7,-7 26,-3-16,0 9,1 1,0-1,0 1,2-1,-1 1,1-1,1 0,0 0,1-1,0 1,0-1,1 0,1 0,-1-1,1 0,1 0,0 0,0-1,1-1,0 1,0-1,1-1,0 0,9 5,-6-6,0 0,0-1,1-1,0 0,0-1,0 0,0-1,0 0,0-1,0-1,0-1,0 0,0 0,0-1,0-1,-1-1,5-2,31-15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37.8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59 1,'0'2,"-2"1,-3 2,-4 0,1 2,-1 2,1 1,2 4,-1 2,2-2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38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79 100,'0'-6,"0"1,0-1,-1 1,1-1,-1 1,-1-1,1 1,-1-1,0 1,0 0,-1 0,1 0,-1 0,0 0,0 0,-1 1,-2-3,6 7,-1-1,0 1,0-1,0 1,1 0,-1-1,0 1,0 0,0 0,0 0,0 0,0 0,0-1,1 2,-1-1,0 0,0 0,0 0,0 0,0 0,0 1,1-1,-1 0,0 1,0-1,0 1,1-1,-1 1,0-1,0 1,1 0,-1-1,1 1,-1 0,0-1,1 1,0 0,-1 0,1-1,-1 1,1 0,0 0,-1 0,1 0,0 0,0-1,0 1,0 0,-11 46,11-45,0 1,0-1,0 1,0-1,0 0,1 1,-1-1,1 1,0-1,-1 0,1 1,0-1,0 0,1 0,-1 1,0-1,1 0,-1-1,1 1,0 0,0 0,0-1,0 1,0-1,0 1,18 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42.9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0:38.5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147 150,'0'7,"0"11,0 12,-2 12,-3 12,-1 9,-1 5,-1 0,1-3,0-5,1-7,0-6,1-13</inkml:trace>
  <inkml:trace contextRef="#ctx0" brushRef="#br0" timeOffset="271.27">1 871,'9'0,"10"0,6 0,8 0,3 0,2 0,-1 0,-4 0,-6 0,-7 0</inkml:trace>
  <inkml:trace contextRef="#ctx0" brushRef="#br0" timeOffset="572.487">40 137,'3'0,"2"0,3 0,5 0,4 0,7 0,6-3,6 1,5-4,2-4,-7 0</inkml:trace>
  <inkml:trace contextRef="#ctx0" brushRef="#br0" timeOffset="1658.418">789 471,'152'-303,"-140"283,-13 20,1 1,0-1,0 0,0 0,0 1,0-1,0 0,-1 0,1 1,0-1,0 0,0 0,0 1,0-1,0 0,0 1,0-1,0 0,0 0,0 1,0-1,1 0,-1 1,0-1,0 0,0 0,0 1,0-1,0 0,1 0,-1 1,0-1,0 0,0 0,1 0,-1 1,0-1,0 0,1 0,-1 0,0 0,0 0,1 0,-1 1,0-1,0 0,1 0,-1 0,0 0,1 0,-1 0,0 0,0 0,1 0,-1 0,0 0,1 0,-1-1,0 1,0 0,1 0,-1 0,0 0,0 0,1 0,-1-1,0 1,0 0,1 0,1 39,-2 1,-1-1,-2 1,-5 19,2-15,-20 213,25-249,1-4,0 0,1 0,-1 0,-1 0,1 0,-1 0,1 0,-1 0,0 0,-1 0,1 0,-1-1,0 1,1 0,-2-1,1 1,0-1,-1 0,1 0,-1 0,0 0,0 0,0-1,-1 1,1-1,0 0,-1 0,0 0,-1 1,-66 6,542-36,-422 34,-36-1</inkml:trace>
  <inkml:trace contextRef="#ctx0" brushRef="#br0" timeOffset="2544.674">428 364,'7'7,"2"-1,0-2,-2-5,-4-3,-6 1,-3-1,-4 2,-2 2,0 4,1 9,2 5,2 1</inkml:trace>
  <inkml:trace contextRef="#ctx0" brushRef="#br0" timeOffset="2827.292">455 792,'2'-7,"1"-7,0-3,0-3,-2-1,-2 4,-4 4,-3 7,-2 8,-3 10,2 4,3 4,2 1,7-1,10-4,10-6,1-6</inkml:trace>
  <inkml:trace contextRef="#ctx0" brushRef="#br0" timeOffset="3464.935">1979 3,'0'-2,"0"1,-2 10,-6 18,-12 26,-15 31,-16 32,-14 27,-10 17,-3 6,8-6,10-18,15-23,17-32</inkml:trace>
  <inkml:trace contextRef="#ctx0" brushRef="#br0" timeOffset="4298.736">2019 671,'164'-350,"-129"274,-25 60,-4 18,-3 89,14 278,-20-264,2-101,0 0,-1 0,1 0,-1 0,1 0,-1 0,0-1,-1 1,1-1,0 0,-1 0,0 0,0 0,0 0,0 0,0-1,-1 1,1-1,-1 0,1 0,-1 0,0-1,-3 2,3-2,1 1,0-1,-1 0,1-1,-1 1,1 0,-1-1,0 0,1 0,-1 0,1 0,-1-1,1 1,-1-1,1 0,-1 0,-1-1,22-5,198 1,-144 7,74-1,-114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07.79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25,'18'4,"18"2,13-2,11-5,8-2,4-2,-1-1,-2-1,-5 0,-9 2,-9 1,-13 4,-12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10.0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202 587,'-4'-3,"0"1,1 0,-1 1,0-1,0 0,0 1,0 0,0 0,0 1,0-1,-1 1,1-1,0 1,0 1,0-1,0 1,-1-1,1 1,0 0,0 1,0-1,0 1,1-1,-1 1,0 0,1 1,-1-1,0 2,-5 6,0 0,1 1,0 0,1 0,0 1,1 0,0 0,1 1,0 0,1-1,1 2,0-1,0 0,2 0,-1 1,2-1,0 1,1 2,-1-11,0-1,0 0,1 0,-1 0,1 0,0 0,0 0,1 0,-1 0,1 0,0-1,0 1,0-1,1 1,-1-1,1 0,0 1,-1-2,1 1,1 0,-1 0,0-1,1 0,-1 0,1 0,0 0,0 0,-1-1,1 0,0 0,0 0,1 0,-1 0,0-1,18 0,-1-2,0 0,0-1,0-2,0 0,-1-1,0-1,0-1,-1 0,0-2,9-5,20-9,-2-1,0-3,-2-2,-1-1,-2-2,-1-3,14-16,-53 51,1 0,-1 0,1 0,-1 0,1 0,-1 0,1-1,-1 1,0 0,0-1,0 1,1-1,-1 1,-1-1,1 1,0-1,0 0,-1 1,1-1,-1 0,1 1,-1-1,0 0,1 0,-1 0,0 1,0-1,0 0,-1 0,1 0,0 1,-1-1,1 0,-1 0,0 1,1-1,-1 0,0 1,0-1,-5 1,0 0,0 0,0 1,0-1,0 1,0 1,0-1,0 1,0 0,1 1,-1-1,0 1,0 0,1 0,0 1,-2 0,-4 2,0 0,0 0,0 1,1 1,0 0,0 0,1 1,0 0,0 0,1 1,0 0,0 1,1 0,0 0,1 1,0-1,1 1,0 0,1 1,0-1,1 1,0 0,0 8,2-15,1-1,1 0,-1 0,1 0,0 1,0-1,0 0,0 0,1 0,-1 0,1-1,0 1,0 0,1-1,-1 1,1-1,-1 0,1 0,0 0,0 0,1-1,-1 1,1-1,-1 1,1-1,0-1,3 3,7 1,0 0,0-1,0 0,1-1,0-1,-1-1,7 1,22-3,-1-2,0-2,0-1,-1-2,0-2,0-2,-1-2,0-1,-2-2,0-2,0-1,24-20,-61 40,7-5,0 0,0 0,0-1,0 0,-1 0,0-1,-1 0,1 0,-1 0,0-1,-6 7,1 0,-1 0,1 0,-1 0,1 0,-1 1,1-1,-1 0,0 0,1 0,-1-1,0 1,0 0,0 0,0 0,0 0,0 0,0 0,0 0,0 0,-1 0,1 0,0 0,-1 0,1 0,0 0,-1 0,0 0,1 0,-1 1,1-1,-1 0,0 0,0 0,1 1,-1-1,0 0,0 1,0-1,0 1,0-1,0 1,0-1,0 1,0 0,0 0,0-1,0 1,0 0,-56-4,44 5,-1 1,0 0,0 1,1 0,0 2,0-1,0 2,0-1,1 2,0 0,0 0,1 1,-1 0,2 1,-9 9,16-15,1-1,-1 1,1 0,0 0,0 0,0 0,0 0,0 0,1 0,-1 1,1-1,0 1,0-1,0 1,1-1,-1 1,1 0,0-1,0 1,0-1,0 1,1 0,-1-1,1 1,0-1,0 1,1-1,-1 1,1-1,-1 0,1 0,0 0,0 0,0 0,1 0,-1-1,1 1,0-1,0 1,6 1,0-1,1-1,-1 0,1 0,0-1,-1 0,1-1,0 0,0 0,0-1,-1 0,1-1,-1 0,1 0,-1-1,0-1,0 1,0-2,0 1,-1-1,1 0,-1-1,0 0,0-1,52-61,-50 107,-9-30,1 1,0-1,0 0,1-1,0 1,1 0,0-1,0 0,3 3,-6-8,1-1,-1 0,1 0,0 0,-1 0,1 0,0-1,0 1,0 0,0-1,1 0,-1 1,0-1,1 0,-1 0,1 0,-1 0,1-1,-1 1,1-1,-1 0,1 1,0-1,-1 0,1-1,-1 1,1 0,0-1,-1 1,1-1,-1 0,0 0,1 0,-1 0,2-1,10-8,0-1,0-1,-1 0,0-1,-1 0,-1-1,0 0,-1-1,-1 0,0-1,-1 0,0 0,-1-1,11-19,-11 22,-3 6,-1 0,1 0,0 1,1-1,0 1,0 0,1 1,0-1,0 1,0 0,1 1,6-5,-9 9,0 1,0 0,0 0,0 1,0-1,0 1,0 0,0 0,-1 0,1 1,0-1,0 1,-1 0,1 0,-1 0,0 0,1 1,-1-1,0 1,-1 0,1 0,0 0,-1 0,1 0,-1 1,0-1,0 1,-1 0,12 13,-1 1,-1 1,-1 0,0 0,-2 1,0 0,-1 1,2 12,-8-31,0 1,0 0,-1-1,1 1,-1 0,1-1,-1 1,0 0,0-1,0 1,-1 0,1 0,0-1,-1 1,0 0,0-1,0 1,0-1,0 1,0-1,0 0,-1 1,0-1,1 0,-1 0,0 0,0 0,0 0,0 0,0-1,0 1,-1-1,1 1,-1-1,1 0,-1 0,1 0,-1 0,1-1,-1 1,0-1,1 1,-1-1,0 0,0 0,1 0,-1 0,0-1,-1 0,0 0,0 0,-1-1,1 0,0 1,0-2,0 1,1 0,-1-1,0 0,1 0,0 0,-1 0,1 0,1-1,-1 1,0-1,1 0,0 0,0 0,0 0,0 0,1 0,-1-1,1 1,0-1,0 1,1-1,0 1,-1-1,1 1,1-1,-1 1,1 0,0-1,0 1,0-1,0 1,1 0,0 0,-1 0,2 0,-1 0,0 0,3-2,2-3,0 1,0 0,1 0,-1 1,2 0,-1 0,1 1,0 0,1 1,-1 0,1 0,0 1,0 1,0-1,1 1,-1 1,1 0,0 1,-1 0,1 0,0 1,0 1,0 0,-1 0,1 1,-1 0,1 1,-1 0,0 1,0 0,2 2,-8-3,-1 1,1-1,-1 1,0 0,0 0,0 0,0 1,-1-1,0 1,1-1,-2 1,1 0,-1 0,1 0,-1 0,-1 0,1 0,-1 0,0 0,0 0,0 0,-1 3,4 38,-3-45,0 0,0 0,0-1,0 1,0 0,0 0,0-1,1 1,-1 0,0 0,1-1,-1 1,0 0,1-1,-1 1,1 0,-1-1,1 1,-1-1,1 1,-1-1,1 1,0-1,-1 1,1-1,0 0,-1 1,1-1,0 0,0 1,-1-1,1 0,0 0,0 0,-1 0,1 0,0 0,0 0,-1 0,1 0,0 0,0 0,0 0,-1-1,1 1,0 0,-1-1,1 1,0 0,0-1,34-24,78-114,-113 138,1 0,-1-1,0 1,1 0,-1 0,0-1,1 1,0 0,-1 0,1 0,0 0,-1 0,1-1,0 1,0 1,0-1,0 0,0 0,0 0,0 0,0 1,0-1,1 0,-1 1,0-1,0 1,1 0,-1-1,0 1,1 0,-1 0,0 0,0 0,1 0,-1 0,0 0,1 0,-1 0,0 1,1-1,-1 0,0 1,0-1,1 1,-1 0,0-1,0 1,0 0,0 0,0-1,0 1,0 0,0 0,0 1,23 57,-21-49,1 0,-1 0,2 0,-1-1,1 0,0 0,1 0,0 0,1-1,0 0,5 5,-4-8,0 0,0 0,0 0,1-1,-1 0,1-1,0 0,0 0,0-1,0 0,1-1,-1 0,0 0,1-1,-1 0,1-1,-1 0,0-1,1 1,-1-2,0 1,0-1,-1-1,1 0,-1 0,1 0,-1-1,-1-1,1 1,-1-1,3-3,12-11,0-1,-2-1,-1-1,-1-1,-1-1,0 0,-2-1,-2 0,0-1,-2-1,0 0,-2-1,-2 1,0-2,-2 1,-1-1,-1 0,-2-3,0 11,-1 1,-1-1,-1 1,-1-1,-5-16,6 31,0 0,0-1,0 1,-1 0,0 0,-1 1,0-1,0 1,0 0,-1 0,1 0,-1 0,-1 1,1 0,-1 0,0 0,0 1,-2-1,5 4,0-1,0 1,-1-1,1 1,-1 0,1 1,-1-1,0 1,1-1,-1 1,1 0,-1 0,0 1,1-1,-1 1,1 0,-1 0,1 0,-1 0,1 0,0 1,-1 0,1 0,0 0,0 0,0 0,1 0,-1 1,0-1,1 1,0 0,-2 1,-3 6,-1 1,1 0,0 0,1 1,1 0,0 0,0 0,-1 8,-2 11,2 1,1 0,1 0,1 0,2 0,2 1,0-1,2 0,2 0,1 0,1 0,2-1,1 0,7 13,-11-31,1 0,0-1,1 0,0 0,1-1,0 0,1 0,0-1,0 0,1-1,1-1,-1 1,1-2,1 0,-1 0,1-1,1 0,-1-2,1 1,-1-2,1 1,5-1,39 2,-7-6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12.9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121 0,'-4'61,"-3"-1,-2 0,-3-1,-2 0,-8 13,-19 85,39-154,1 1,-1 0,1 0,-1-1,1 1,0 0,1 0,-1 0,1 0,0 0,0 1,0-1,0 0,1 0,-1 0,1 0,0 0,0 0,1-1,-1 1,1 0,0-1,0 1,0-1,0 1,1-1,-1 0,1 0,0 0,0 0,0-1,0 1,2 0,12 2,0 0,0-1,0-1,0 0,1-2,-1 0,1 0,12-3,-9 2,99-2,99-15,-196 14</inkml:trace>
  <inkml:trace contextRef="#ctx0" brushRef="#br0" timeOffset="536.853">1043 93,'-7'-4,"0"0,0 0,0 1,-1 0,1 0,-1 1,0 0,0 0,1 1,-1 0,-1 0,1 1,0 0,0 0,0 1,0 0,0 0,0 1,1 0,-1 1,0-1,1 1,0 1,-1 0,1 0,-4 4,3-1,0 0,1 1,0 0,0 0,1 1,0-1,1 1,0 1,0-1,1 1,-3 7,6-12,0-1,-1 1,1 0,1-1,-1 1,1 0,0 0,0-1,0 1,1 0,-1 0,1-1,0 1,1-1,-1 1,1-1,0 1,0-1,0 0,1 0,-1 0,1 0,0 0,0 0,0-1,4 3,13 8,0-1,1-1,0-1,0-1,2 0,16 3,105 54,-137-62,0 0,0 1,0 0,0 0,-1 1,0-1,0 1,-1 1,0-1,0 1,-1 0,1 0,-2 0,1 1,-2-1,1 2,-1-7,-1 0,0 0,0 0,-1 0,1 0,-1 0,1 0,-1 0,0 0,0 0,0 0,-1 0,1 0,-1 0,0 0,0 0,0 0,0 0,0-1,0 1,-1 0,1-1,-1 1,0-1,0 1,0-1,0 0,0 0,0 0,-1 0,1 0,-1 0,1-1,-2 1,-13 4,0-1,-1-1,0-1,0 0,0-1,-12-1,-7 2,-53 10,73-7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12.1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0 914,'48'-23,"-1"-2,-2-3,-1-1,-1-2,23-24,-54 47,-1-1,-1 0,1-1,-2-1,1 0,-1 0,-1 0,0-1,-1 0,0-1,1-4,-7 16,-1 0,1 0,-1 0,0 0,1 0,-1 0,0 0,0 0,0 0,0 0,0 0,0 0,0 0,0 0,0 0,0 0,0 0,0 0,-1 0,1 1,-1-1,1 0,0 0,-1 0,1 0,-1 0,0 1,1-1,-1 0,0 0,1 1,-1-1,0 1,0-1,0 0,0 1,1 0,-1-1,0 1,0-1,0 1,0 0,0 0,0 0,0-1,0 1,0 0,0 0,0 0,-49 12,45-9,0-1,0 1,1 0,0 0,-1 1,1-1,0 1,1 0,-1 0,1 1,-1-1,1 1,1-1,-1 1,1 0,-1 0,1 0,1 0,-1 0,1 1,0-1,0 1,1-1,-1 0,1 1,0-1,1 1,-1-1,1 1,0-1,1 0,-1 1,1-1,0 0,0 0,1 0,-1-1,3 4,0 0,0-1,1 0,-1 0,2 0,-1-1,1 0,-1 0,2-1,-1 0,1 0,-1-1,1 0,0 0,1-1,-1 0,1 0,-1-1,1 0,0 0,0-1,0 0,0-1,0 0,0-1,-1 1,1-2,0 1,0-1,-1-1,1 1,-1-1,1-1,-1 0,4-3,1-5,0-1,-1-1,-1 0,0-1,-1 0,7-15,-12 18,1 1,1 0,0 0,1 0,0 1,0 0,1 1,0 0,1 0,0 1,0 0,1 1,9-5,-17 10,-1 1,1 0,0 1,0-1,-1 0,1 1,0 0,0 0,-1-1,1 1,0 1,0-1,0 0,-1 1,1 0,0-1,-1 1,1 0,0 0,-1 1,1-1,-1 0,0 1,1 0,-1-1,0 1,0 0,0 0,0 0,0 0,-1 1,1-1,-1 0,1 1,-1-1,0 1,0-1,0 1,0 0,-1 0,1-1,-1 1,1 0,-1 2,2 5,-1 0,0 0,-1 0,0 0,-1 0,0 0,0 0,-1-1,0 1,-1 0,0-1,-1 0,0 1,0-1,-1-1,0 1,0-1,-1 0,0 0,-1 0,0-1,0 0,-6 4,13-10,0 0,-1 0,1 0,-1-1,1 1,-1 0,1 0,-1-1,1 1,-1-1,0 1,1 0,-1-1,0 1,0-1,1 1,-1-1,0 0,0 1,0-1,0 0,1 0,-1 1,0-1,0 0,0 0,0 0,0 0,0 0,0 0,1 0,-1 0,0-1,0 1,0 0,0 0,0-1,1 1,-1-1,0 1,0-1,1 1,-1-1,0 1,1-1,-1 0,0 1,1-1,-1 0,1 1,-1-1,1 0,-1 0,1 1,0-1,-1-1,3-6,0 0,0 0,1 0,0 0,1 0,-1 0,1 1,1 0,-1-1,5-3,-2 0,7-9,90-138,-6-5,15-49,-103 190,0 0,-1 0,-1-1,-2-1,0 1,-1-2,-5 24,1 1,-1-1,1 0,-1 1,0-1,1 1,-1-1,0 0,1 1,-1-1,0 0,0 0,0 1,0-1,0 0,1 0,-1 1,0-1,-1 0,1 1,0-1,0 0,0 0,0 1,-1-1,1 0,0 1,0-1,-1 0,1 1,-1-1,1 0,-1 1,1-1,-1 1,1-1,-1 1,1-1,-1 1,1 0,-1-1,0 1,1-1,-1 1,0 0,1 0,-1-1,0 1,0 0,1 0,-1 0,0 0,0 0,1 0,-1 0,0 0,0 0,-5 7,1-1,-1 1,1 1,0-1,1 1,0-1,0 1,1 0,0 1,0-1,-1 7,2-10,-10 35,2 1,1 0,2 0,2 0,2 1,1 0,2 0,3-1,1 1,7 28,-10-58,2-1,-1 1,2 0,-1-1,2 0,-1 0,2 0,-1-1,1 1,1-1,0-1,0 1,1-1,0-1,1 1,0-1,0-1,1 0,0 0,0-1,0 0,1-1,0 0,0 0,0-1,1-1,-1 0,1-1,0 0,10 0,-14-2,0-1,0 0,0 0,0-1,0 0,0 0,-1-1,1 0,-1 0,1-1,-1 0,-1-1,1 1,0-1,-1 0,0-1,0 1,-1-1,0-1,0 1,0-1,-1 1,1-1,-2-1,1 1,-1-1,0 1,-1-1,0 0,0 0,0 0,-1 0,0 0,-1 0,0 0,0 0,-1 0,0-1,-12-19,12 28,1 0,-1-1,1 1,-1 0,1 0,-1 0,0 0,1 0,-1-1,1 1,-1 0,1 0,-1 0,1 1,-1-1,0 0,1 0,-1 0,1 0,-1 0,1 1,-1-1,1 0,-1 0,1 1,-1-1,1 0,-1 1,1-1,0 1,-1-1,1 0,0 1,-1-1,1 1,0-1,-1 1,1-1,0 1,0-1,0 1,0 0,-1-1,1 1,0-1,0 1,0-1,0 1,0-1,0 1,-1 6,-1-1,1 0,0 1,1-1,-1 0,1 1,1-1,-1 1,1-1,0 0,0 1,1-1,0 0,0 0,0 0,1 0,0 0,0-1,1 1,-1-1,1 0,0 0,1 0,-1-1,1 1,0-1,0 0,0 0,1-1,-1 0,1 0,0 0,0 0,0-1,0 0,6 1,0 0,0 0,-1-1,1-1,0 1,0-2,0 0,0 0,0-1,0-1,0 0,22-7</inkml:trace>
  <inkml:trace contextRef="#ctx0" brushRef="#br0" timeOffset="257.399">1003 246,'-18'0,"-9"0,3 0,13 0,21 0,27 0,29 0,24-4,21-5,14-4,10-5,6-2,-22 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16.3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82 121,'0'5,"0"6,0 7,-2 9,-1 3,0 4,0 2,-1 1,0-2,1-5,0-7</inkml:trace>
  <inkml:trace contextRef="#ctx0" brushRef="#br0" timeOffset="207.444">1 469,'14'7,"11"2,8 0,8-2,3-5,2-4,-3-2,-4 0,-9-3,-10 1</inkml:trace>
  <inkml:trace contextRef="#ctx0" brushRef="#br0" timeOffset="450.794">28 68,'2'0,"11"0,11 0,13 0,10 0,3-3,-7 0</inkml:trace>
  <inkml:trace contextRef="#ctx0" brushRef="#br0" timeOffset="1316.543">616 135,'-2'0,"1"0,2 0</inkml:trace>
  <inkml:trace contextRef="#ctx0" brushRef="#br0" timeOffset="1573.992">630 362,'-3'16,"0"7,0-2,1-9,1-9,0-6</inkml:trace>
  <inkml:trace contextRef="#ctx0" brushRef="#br0" timeOffset="2194.616">831 269,'12'-20,"8"-13,-2 0,-1-1,-1 0,3-15,-7 18,-6 44,-6 306,0-306,1-1,-1 0,-1 0,0 0,0 0,-1 0,-1 0,-3 9,1-12</inkml:trace>
  <inkml:trace contextRef="#ctx0" brushRef="#br0" timeOffset="2464.934">910 496,'-2'0,"1"0,4 2,5 1,6 0,8-1,6 0,6-1,4 0,-1-1,-1-2,-7-1</inkml:trace>
  <inkml:trace contextRef="#ctx0" brushRef="#br0" timeOffset="2715.263">1338 1,'0'14,"0"15,-2 17,-6 15,-3 12,-5 9,-3 6,-4 0,0-5,4-10,5-18</inkml:trace>
  <inkml:trace contextRef="#ctx0" brushRef="#br0" timeOffset="3162.283">1499 256,'83'10,"-56"-10,-22 0,1-1,0 1,0 0,-1 0,1 1,0 0,-1 0,1 0,0 1,-1-1,0 1,1 1,-1-1,0 1,0 0,0 0,-3 0,-1 0,0 0,0 1,-1-1,1 0,-1 0,1 1,-1-1,0 0,0 1,-1-1,1 0,-1 0,1 1,-1-1,0 0,0 0,0 0,-1 0,1 0,-1 0,0 0,0 0,0-1,0 1,0-1,0 0,-1 1,0 0,1-1,-118 163,118-163,1-1,0 1,0 0,1 0,-1-1,0 1,0 0,1 0,-1 0,1 0,0 0,0 0,-1 0,1 0,1 0,-1 0,0 0,0 0,1 0,-1-1,1 1,-1 0,1 0,0 0,0 0,0-1,0 1,0 0,0-1,0 1,1-1,-1 1,1-1,-1 0,1 1,-1-1,1 0,0 0,-1 0,1 0,0-1,0 1,0 0,0-1,-1 1,2-1,22 6,0-2,1-1,-1-1,0-1,1-1,-1-1,2-1,92-13,-72 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23.19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165 9,'0'-7,"2"5,3 9,1 16,0 16,-7 18,-16 20,-21 17,-25 11,-1-12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24.44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327 488,'-15'0,"0"0,-1 1,1 1,0 0,-1 1,1 1,1 0,-1 1,1 1,-1 0,2 0,-1 2,1 0,0 0,0 1,1 1,1 0,0 1,-2 2,-31 54,43-66,1 1,-1-1,1 1,-1-1,1 1,-1-1,1 1,0 0,0-1,0 1,0 0,0-1,0 1,0-1,1 1,-1 0,1-1,-1 1,1-1,-1 1,1-1,0 1,0-1,0 1,-1-1,2 0,-1 0,0 1,0-1,0 0,0 0,1 0,-1 0,0 0,1 0,-1-1,1 1,-1 0,1-1,0 1,-1-1,1 0,-1 1,1-1,1 0,8 0,0-1,0 0,0 0,0-1,-1-1,1 0,0 0,-1-1,0 0,0-1,0 0,-1-1,1 0,-1 0,-1-1,1 0,-1 0,0-1,16-14,0 0,-2-1,0-1,-1-1,-2-1,-1-1,-1-1,-1 0,-1-1,-2 0,-1-2,-1 1,-2-1,-1-1,-2 1,0-1,-3 0,1-29,-4 60,0-3,1 0,-1 0,0 0,0 0,0 0,0 1,-1-1,1 0,-1 0,0 0,0 1,-1-1,1 0,-1 1,0-1,0 1,0 0,0-1,-1 1,1 0,-1 1,0-2,0 4,0 1,0-1,1 1,-1 0,0 0,0 0,1 0,-1 0,1 1,-1-1,1 1,-1-1,1 1,0 0,0 0,0 0,0 0,0 1,0-1,1 0,-1 1,1-1,-1 1,1-1,0 1,0 0,0 0,0 1,-12 32,0 1,3 0,1 1,1 0,3 1,1-1,2 1,2 29,0-44,1-1,1 0,1 0,1 1,1-2,2 4,-5-19,1 1,0-1,0 1,1-1,0 0,0 0,0-1,1 1,0-1,0 0,1 0,0-1,0 1,0-1,1-1,-1 1,1-1,0 0,5 1,-2-1,1-2,-1 1,0-1,1-1,0 0,-1-1,1 0,0 0,-1-1,1 0,-1-1,1 0,-1-1,0 0,0-1,0 0,0 0,6-5,0 0,-1 0,0-1,-1-1,0 0,-1-1,0-1,-1 0,0 0,-1-1,8-14,-12 17,0-1,-1 0,0 0,-1-1,-1 1,0-1,0 0,-1 0,-1 0,-1-1,1 1,-2-1,-1-10,2 22,-1 1,0-1,0 0,0 1,0-1,0 0,0 1,-1-1,1 1,0-1,-1 0,1 1,-1-1,0 1,1-1,-1 1,0 0,0-1,0 1,0 0,0 0,0-1,-1 1,1 0,0 0,0 0,-1 0,1 1,-1-1,1 0,-1 1,1-1,-1 0,1 1,-1 0,0-1,1 1,-1 0,1 0,-1 0,0 0,1 0,-1 0,0 1,1-1,-1 0,1 1,-1-1,1 1,-1 0,1 0,-1-1,1 1,0 0,-1 0,1 0,0 0,-1 1,-3 3,1 1,-1 0,1 0,1 1,-1-1,1 1,0 0,0 0,1 0,0 0,0 0,1 0,-1 1,2-1,-1 0,1 1,0-1,1 1,0-1,0 0,0 1,1-1,0 0,0 0,1 0,0 0,0-1,1 1,0-1,0 0,1 0,-1 0,1 0,0-1,1 0,-1 0,5 3,49 22,1-9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28.71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292 501,'-9'-3,"0"-1,0 2,0-1,-1 1,1 1,-1 0,1 0,-1 0,1 2,-1-1,1 1,-1 0,1 1,-1 0,1 1,0 0,0 0,0 1,1 0,-1 1,1 0,0 0,0 1,1-1,-1 2,1-1,-3 5,5-4,0 0,1 0,0 0,0 1,0-1,1 1,0 0,1 0,0 0,0 1,1-1,-1 6,2-11,0 0,0 0,0 0,0 0,1 0,-1 0,1 0,0 0,0 0,0 0,0 0,0-1,1 1,-1 0,1-1,0 1,0-1,0 0,0 1,0-1,0 0,1 0,-1 0,1-1,-1 1,1-1,0 1,-1-1,1 0,0 0,0 0,0 0,0 0,0-1,2 1,6-2,0 1,0-1,0-1,0 0,0 0,0-1,-1-1,1 0,-1 0,0-1,0 0,-1-1,0 0,0-1,0 1,0-2,-1 1,-1-1,1-1,-1 1,-1-1,1 0,-1-2,22-54,-28 65,0 0,0 0,0 0,0 0,0 0,0 0,-1 0,1 0,0 0,0 0,0 0,0 0,0 0,0 0,-1 0,1 0,0 0,0 0,0 0,0 0,0-1,-1 1,1 0,0 0,0 0,0 0,0 0,0 0,0 0,0 0,0 0,0-1,-1 1,1 0,0 0,-8 16,-12 69,19-81,1-1,0 0,0 0,0 1,1-1,-1 0,1 0,0 0,0 1,0-1,0 0,0 0,1 0,-1-1,1 1,0 0,0 0,0-1,0 1,0-1,1 0,-1 0,1 0,-1 0,4 1,76 18,-35-16</inkml:trace>
  <inkml:trace contextRef="#ctx0" brushRef="#br0" timeOffset="903.155">853 515,'-10'-1,"0"0,0 1,0 0,0 1,0 0,0 1,0-1,0 2,0 0,1 0,-1 0,1 2,0-1,0 1,0 0,1 1,0 0,0 0,0 0,1 1,0 1,0-1,1 1,0 0,0 1,1-1,0 1,1 0,-1 0,2 1,-1 1,4-9,-1 0,1 0,-1 0,1 0,0 0,0 0,0 1,0-1,0 0,1 0,-1 0,0 0,1 0,0 0,-1 0,1 0,0 0,0 0,0 0,1-1,-1 1,0 0,1-1,-1 1,1-1,-1 1,1-1,0 0,-1 1,1-1,0 0,0 0,0-1,0 1,0 0,0 0,0-1,0 0,0 1,0-1,1 0,5 1,-1 0,1-1,0 0,-1 0,1-1,-1 0,1 0,-1-1,1 0,-1 0,3-2,8-6,0-2,0 0,-1 0,-1-2,0 0,-1-1,0-1,-1 0,-1-1,-1 0,0-1,-2-1,0 1,0-2,4-16,-1-2,-2 0,-2-1,-1-1,-2 1,-2-1,-1 0,-2 0,-2 0,-3-6,-6-15,3 61,-10 59,-4 85,6 0,5 61,10-196,-2 14,1 0,1 0,1 0,1 0,1 0,1 0,1-1,1 1,6 13,-11-33,0 1,1-1,0 0,-1 1,1-1,1 0,-1 0,0 0,1-1,-1 1,1-1,0 1,0-1,0 0,0 0,0 0,0 0,1-1,-1 1,1-1,-1 0,1 0,-1 0,1-1,0 1,-1-1,1 0,0 0,-1 0,1 0,0-1,-1 1,1-1,-1 0,1 0,-1-1,1 1,-1-1,0 1,1-1,-1 0,0 0,0-1,4-4,1 0,-2 0,1-1,-1 0,0-1,-1 1,0-1,0 0,-1 0,0-1,-1 1,0-1,0 0,-1-2,15-143,-15-3,-1 156,0 1,1-1,-1 1,1 0,-1 0,1 0,-1 0,1 0,0 0,-1 0,1 0,0 0,0 1,-1-1,1 1,0 0,0-1,0 1,0 0,0 0,-1 0,1 0,0 1,0-1,0 0,0 1,0-1,-1 1,1 0,0-1,-1 1,1 0,0 0,-1 0,1 0,10 3,207 41,-214-44,-1 1,1-1,-1 1,0 1,0-1,0 0,0 1,0 0,0 0,-1 0,1 0,-1 1,0-1,0 1,0 0,-1 0,1 0,-1 0,0 0,0 1,-1-1,1 0,-1 1,0 0,0-1,0 1,-1 0,0-1,1 1,-2 0,-9 159,10-161,1-1,-1 1,1-1,-1 1,1 0,0-1,0 0,1 1,-1-1,0 0,1 1,-1-1,1 0,0 0,0 0,0 0,0-1,0 1,0 0,0-1,1 0,-1 1,0-1,1 0,-1 0,1 0,-1-1,1 1,0 0,-1-1,1 0,0 0,0 0,90-14,-78 9,-1-1,0-1,-1 0,1-1,-1 0,-1-1,1-1,-2 0,1 0,-1-1,-1-1,0 0,-1 0,0-1,-1 0,0 0,-1-1,0 0,-2 0,1-1,-2 0,0 0,-1 0,0 0,-1 0,-1-1,0-14,-1 28,0 1,0-1,1 1,-1-1,-1 1,1-1,0 0,0 1,0-1,-1 1,1-1,-1 1,0-1,1 1,-1-1,0 1,0 0,1-1,-1 1,0 0,-1 0,1 0,0 0,0 0,0 0,-1 0,1 0,0 0,-1 0,1 1,-1-1,1 1,-1-1,1 1,-1-1,1 1,-1 0,1 0,-1 0,-1 0,-2 4,0 0,0 1,0 0,1 0,0 0,0 1,0-1,0 1,1 0,0 0,1 0,-1 1,1-1,0 0,-1 6,3-9,-7 17,1 1,1 0,1 0,1 1,0 0,2 17,1-31,0 0,1 0,0 1,0-1,1 0,0 0,1 0,-1-1,2 1,-1-1,1 1,0-1,0 0,1 0,0-1,0 1,1-1,0 0,2 2,34 17,-1-7</inkml:trace>
  <inkml:trace contextRef="#ctx0" brushRef="#br0" timeOffset="1279.225">2445 394,'-15'-3,"0"0,0 1,-1 0,1 2,0 0,-1 0,-13 3,23-2,-1 0,2 0,-1 1,0-1,0 1,0 1,1-1,-1 1,1 0,0 0,0 1,0-1,0 1,0 0,1 0,0 1,0-1,0 1,1 0,-1 0,1 1,2-3,-1-1,1 1,1 0,-1 0,0 0,1 0,-1 0,1 0,0 0,0 0,0 0,0 0,1 0,-1-1,1 1,0 0,0 0,0 0,0 0,0-1,0 1,1-1,0 1,-1-1,1 1,0-1,0 0,0 0,0 0,1 0,-1 0,1 0,86 47,-34-29,67 35,-120-54,0 0,0 0,0 0,0 0,-1 1,1-1,0 0,-1 1,1 0,-1-1,1 1,-1 0,0-1,0 1,0 0,0 0,0 0,0 0,-1 0,1 0,-1 0,1 0,-1 0,0 0,1 1,-1-1,0 0,-1 0,1 0,0 0,-1 0,1 0,-1 1,1-1,-1 0,0 0,0-1,0 2,-8 5,1 1,-2-1,1-1,-1 0,0 0,0-1,-1 0,0-1,0 0,-1 0,1-1,-1-1,0 0,-5 0,9-1,-1 0,0 0,1-1,-1 0,0 0,0-1,1 0,-1-1,0 0,-2-1,10 2,0 0,0 0,1 0,-1 0,0 0,1 0,-1 0,0 0,1-1,-1 1,0 0,1 0,-1-1,1 1,-1 0,1-1,-1 1,0-1,1 1,-1-1,1 1,0-1,-1 1,1-1,-1 1,1-1,0 0,-1 1,1-1,0 1,0-1,0 0,-1 1,1-1,0 0,0 1,0-1,0 0,0 0,0 1,0-1,0 0,1 1,-1-1,0 0,0 1,1-1,-1 1,0-1,0 0,1 1,-1-1,1 1,-1-1,1 1,-1-1,1 1,-1-1,1 1,34-27,-3 9</inkml:trace>
  <inkml:trace contextRef="#ctx0" brushRef="#br0" timeOffset="1712.785">2913 621,'0'-5,"-1"0,1 0,-1 0,0 0,0 1,0-1,0 0,-1 0,0 1,0-1,0 1,-1-1,0 1,0 0,0 0,0 0,0 0,-1 1,1-1,-1 1,0 0,0 0,-1 1,1-1,0 1,-1 0,1 0,-1 0,0 0,0 1,0 0,0 0,0 1,-4-1,6 1,-1 1,1-1,0 1,-1 0,1 0,0 0,0 1,0-1,0 1,0-1,0 1,0 0,0 0,1 1,-1-1,1 0,-1 1,1 0,0-1,0 1,0 0,1 0,-1 0,1 0,-1 0,1 1,0-1,0 0,0 1,1-1,-1 1,0 2,0 0,0 1,1-1,-1 0,1 0,1 0,-1 1,1-1,0 0,0 0,1 0,0 0,0 0,0-1,1 1,0-1,0 2,1-3,0 0,0 0,1 0,-1 0,1-1,-1 0,1 0,0 0,1 0,-1-1,0 0,1 0,-1 0,1-1,-1 0,1 0,0 0,0-1,-1 0,1 0,0 0,1-1,4 0,-1-1,0 0,0 0,0-1,0 0,0-1,-1 0,1-1,-1 0,0 0,8-7,39-61,-36 42,-20 31,1 0,-1 0,1 0,-1 0,1 0,-1 0,1 0,-1 0,0 0,1 0,-1 0,1 0,-1 0,1 0,-1 1,0-1,1 0,-1 0,0 1,1-1,-1 0,0 1,1-1,-1 0,0 1,1-1,-1 0,0 1,0-1,1 0,-1 1,0-1,0 1,0-1,0 1,0-1,0 0,0 1,0-1,0 1,0-1,0 1,0-1,0 1,0-1,0 0,0 1,0-1,0 1,0-1,-1 1,1-1,0 0,0 1,-1-1,1 0,0 1,-1-1,1 1,0 0,0 6,0-1,0 1,0-1,1 1,0-1,1 0,-1 1,1-1,1 0,-1 0,1 0,0 0,0-1,1 1,-1-1,1 0,1 0,-1 0,5 4,7 1,1 0,0-2,0 0,1-1,0 0,0-2,1 0,-1-1,1-1,0 0,0-2,0 0,0-1,7-2,70-3,-8-4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27.85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0 594,'61'-60,"0"2,-3-3,-2-3,29-45,-77 100,-1-1,-1 1,1-1,-2-1,1 1,-2-1,1 0,-1 0,-1 0,0-1,-1 1,0-1,0 1,-2-1,1 0,-2-4,0 13,0 0,0 0,0 0,-1 0,1 0,-1 1,0-1,0 1,0-1,0 1,0 0,0 0,-1 0,1 0,-1 0,0 0,1 1,-1-1,0 1,0 0,0 0,0 0,0 0,0 0,0 1,0-1,-1 1,1 0,0 0,0 0,0 0,0 1,0-1,0 1,0 0,0 0,0 0,0 0,0 1,0-1,0 1,-1 0,-12 10,0 1,0 1,2 0,-1 0,2 2,0-1,1 2,1 0,0 0,1 1,1 0,1 1,0 0,2 0,0 1,1 0,1 3,-4 2,1 0,2 0,0 0,2 1,1-1,1 1,1 0,1-1,1 1,2-1,0 1,2-1,0 0,11 22,-12-38,0-1,1 0,0 0,0 0,1-1,0 0,0 0,1-1,0 0,0 0,0-1,1 0,0-1,0 0,0 0,0 0,1-1,42 10</inkml:trace>
  <inkml:trace contextRef="#ctx0" brushRef="#br0" timeOffset="360.164">629 674,'4'-9,"1"0,-2 0,1 0,-1 0,-1-1,0 0,0 1,-1-1,0 0,0 0,-1-7,-2 15,1 1,-1-1,1 0,-1 1,1-1,-1 1,0 0,0-1,1 1,-1 0,0 0,0 0,0 0,-1 1,1-1,0 1,0-1,0 1,0-1,-1 1,1 0,0 0,0 0,0 1,-1-1,1 0,0 1,0-1,0 1,0 0,0 0,0 0,0 0,0 0,0 0,0 0,1 1,-1-1,0 1,0 1,-12 6,1 0,0 1,0 0,1 2,1-1,0 1,0 1,1 0,1 0,0 1,1 0,1 0,-1 2,7-14,0 0,0-1,0 1,0 0,0 0,0 0,0 0,1 0,-1 0,1 0,-1 0,1 0,0 0,0 0,0 0,0 0,0 0,0 0,1 0,-1 0,1 0,-1 0,1 0,0 0,0 0,0 0,0 0,0 0,0-1,0 1,1 0,-1-1,1 1,-1-1,1 0,-1 1,1-1,0 0,0 0,-1 0,1 0,0 0,0-1,0 1,0-1,0 1,1-1,9-1,0 0,1-2,-1 1,0-2,-1 1,1-2,0 1,-1-2,0 1,-1-1,1-1,-1 0,0-1,-1 0,8-7,53-57,-69 72,-1 0,1 0,-1 0,1 0,-1 0,1 0,-1 0,1 0,-1 0,1 0,-1 1,1-1,-1 0,1 0,-1 0,1 1,-1-1,0 0,1 0,-1 1,1-1,-1 0,0 1,1-1,-1 1,0-1,1 0,-1 1,0-1,0 1,0-1,1 1,-1-1,0 1,0-1,0 1,0-1,0 1,0-1,0 1,0-1,0 1,0-1,0 1,0-1,0 1,0-1,0 1,-1-1,1 0,0 1,5 17,3-12,-1 1,1-1,0-1,1 0,-1 0,1 0,0-1,0-1,0 1,1-1,-1-1,1 0,-1 0,1-1,0 0,0-1,-1 0,1 0,3-2,80 1,-2-5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34.78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32,'5'-13,"1"-6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33.5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45 335,'0'9,"0"5,0 3,0-2</inkml:trace>
  <inkml:trace contextRef="#ctx0" brushRef="#br0" timeOffset="259.349">19 683,'-7'13,"0"5,4-3,2-4</inkml:trace>
  <inkml:trace contextRef="#ctx0" brushRef="#br0" timeOffset="503.695">339 548,'5'-21,"17"-77,4 1,17-35,-43 131,12-24,-12 25,0 1,0-1,0 0,0 0,0 0,0 1,0-1,1 0,-1 0,0 1,0-1,0 0,0 0,1 0,-1 0,0 1,0-1,1 0,-1 0,0 0,0 0,1 0,-1 0,0 0,0 0,1 0,-1 1,0-1,0 0,1 0,-1 0,0-1,0 1,1 0,-1 0,0 0,0 0,1 0,-1 0,0 0,0 0,1 0,-1-1,0 1,0 0,0 0,1 0,-1 0,0-1,0 1,0 0,1 0,-1 0,0-1,0 1,0 0,0 0,0-1,0 1,0 0,0 0,0-1,5 138,-7-101,-10 290,14-300</inkml:trace>
  <inkml:trace contextRef="#ctx0" brushRef="#br0" timeOffset="712.265">1034 1,'0'16,"-2"16,-6 19,-7 17,-11 12,-8 7,-7 2,-4-1,2-6,6-7,9-13,11-14,9-16</inkml:trace>
  <inkml:trace contextRef="#ctx0" brushRef="#br0" timeOffset="1076.974">1115 389,'130'11,"-112"-12,0 1,0 1,0 0,-1 2,1 0,0 1,-1 0,1 2,-16-5,0-1,0 1,-1 0,1-1,0 1,-1 0,1 0,0 0,-1 1,0-1,1 0,-1 1,0-1,1 0,-1 1,0 0,0-1,0 1,0 0,0-1,-1 1,1 0,-1 0,1 0,-1-1,1 1,-1 0,0 0,0 0,0 0,0 0,0 0,-1 0,1 0,0-1,-1 1,1 0,-1 0,0 0,0-1,0 1,0 0,0-1,-1 2,-10 17,-1-1,-1-1,-1 0,0-1,-8 5,2 0,-10 11,6-9,1 2,2 0,0 2,2 0,-1 5,19-30,0 0,0-1,0 1,0 0,1 0,-1 0,1 0,0 0,0 1,0-1,0 0,1 1,-1-1,1 0,0 1,0-1,0 0,0 1,1-1,0 0,-1 1,1-1,0 0,0 0,1 0,-1 0,1 0,-1 0,1 0,0 0,1 0,5 2,1 0,-1 0,1-1,1 0,-1-1,1 0,-1 0,1-1,0 0,0-1,0 0,0 0,0-1,0-1,0 0,33 0,0-2,0-2,-1-2,1-2,-2-2,2-2,7-4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32.8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134 57,'0'-7,"0"3,0 8,0 15,-2 16,-3 15,-1 11,-2 6,1 1,-1-2,-1-5,-1-9,0-13</inkml:trace>
  <inkml:trace contextRef="#ctx0" brushRef="#br0" timeOffset="188.012">1 578,'4'3,"7"0,5-1,7 1,5-2,3 0,4 0,1-1,-5 0,-4-2,-7-1</inkml:trace>
  <inkml:trace contextRef="#ctx0" brushRef="#br0" timeOffset="436.07">188 3,'0'-2,"4"1,9 2,9 1,9 2,9-1,-2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49.7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56,'23'5,"23"-1,23-4,16-6,11-4,5-3,-2 1,-8 2,-12 4,-16 1,-16 3,-14 4,-10 1,-9-2,-5-4,-3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3.7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14,'16'-2,"12"-1,8 0,5 1,2 1,1-1,-1 2,-3 0,-5 0,-10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3.8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1,'23'9,"18"3,15 0,10-5,9-8,6-6,-10-2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4.5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5,'36'-3,"0"1,1 2,-1 2,1 1,-1 2,19 5,10 16,-63-25,-1 0,1 1,0-1,-1 0,1 1,-1-1,1 1,-1 0,0-1,0 1,1 0,-1 0,-1-1,1 1,0 0,0 0,-1 0,1 0,-1 1,0-1,1 0,-1 0,0 0,0 0,0 0,-1 0,1 0,0 0,-1 0,1 0,-1 1,-6 10,0-1,-1 0,0 0,-1-1,0 0,-1-1,0 0,-1 0,0-1,0 0,-3 0,-15 14,-75 77,103-99,0-1,0 1,0 0,1 0,-1-1,0 1,0 0,1 0,-1 0,1 0,-1 0,0 0,1 0,0 0,-1 0,1 0,0 0,-1 0,1 0,0 1,0-1,0 0,0 0,0 0,0 0,0 0,1 0,-1 0,0 1,0-1,1 0,-1 0,1 0,-1 0,1 0,0 0,-1-1,1 1,0 0,-1 0,1 0,0 0,0-1,0 1,0 0,0-1,0 1,0-1,0 1,0-1,0 0,0 1,0-1,0 0,0 0,0 1,0-1,1 0,25 4,0-2,1 0,0-2,-1-1,1-1,18-5,7 0,0-3,-1-3,-1-1,0-3,44-22,-93 38,0 0,0-1,0 1,0 0,0 0,0 0,0 0,1 1,-1-1,0 1,0-1,1 1,-1 0,0 0,1 0,-1 0,0 0,1 1,-1-1,0 0,0 1,1 0,-1 0,0 0,0 0,0 0,0 0,2 1,12 14,-11-10,0 0,1-1,-1 0,1 0,0-1,1 1,-1-1,1-1,0 1,6 1,0-1,0-1,0-1,1 0,-1-1,1-1,-1 0,1-1,-1 0,1-1,-1 0,0-1,0-1,0 0,0-1,-1 0,0-1,0 0,0-1,-1-1,0 1,0-2,-1 0,0 0,3-4,-9 9,1-1,-1 0,0 0,-1 0,1 0,-1-1,0 1,0-1,-1 0,0 0,0 0,0 0,-1 0,1 0,-1 0,-1-1,1 1,-1 0,-1 0,1-1,-1 1,0 0,0 0,-1-1,0 1,0 0,0 1,-1-1,1 0,-1 1,-1-1,1 1,-1 0,0 0,0 1,-1-1,1 1,-1 0,-3-2,-3 1,-1 1,1 1,-1 0,0 1,0 0,0 1,-1 0,1 0,0 2,0-1,0 2,0 0,0 0,0 1,0 0,0 1,1 1,0 0,0 0,0 1,1 0,-1 1,2 0,-3 3,7-7,1 0,0 0,-1 1,1-1,1 1,-1 0,1 0,-1 1,1-1,0 1,1-1,-1 1,1 0,0 0,0 0,0 0,1 0,0 1,0-1,0 0,1 1,0-1,0 1,0-1,0 0,1 1,0-1,1 1,16 23,5-6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5.2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29 107,'-9'46,"1"0,2 0,2 0,3 1,1-1,4 20,-3-28,10 315,-11-353,0-1,0 1,1 0,-1 0,0 0,0 0,1 0,-1 0,0 0,0 0,1 0,-1 0,0 0,0 0,1 0,-1 0,0 0,0 0,1 0,-1 0,0 0,0 0,1 0,-1 1,2-7,1-6,1 0,1 1,0-1,0 1,1 1,1-1,0 1,0 0,1 0,0 1,0 0,1 1,0 0,1 0,0 1,0 0,1 1,0 0,6-2,-14 7,0 1,0 0,1 0,-1 0,0 0,0 0,0 1,1-1,-1 1,0 0,0 0,0 0,0 0,0 1,0-1,0 1,-1 0,1 0,-1 0,1 0,-1 0,0 1,1-1,-1 0,0 1,-1 0,1 0,0-1,-1 1,0 0,1 0,-1 0,0 0,-1 1,1-1,0 0,-1 0,0 0,0 1,0-1,0 0,0 0,-1 1,1-1,-1 0,0 0,0 0,-1 2,1 2,-1 0,0 0,0-1,0 1,-1-1,0 1,0-1,0 0,-1 0,0-1,0 1,-1-1,0 1,1-2,-2 1,1 0,0-1,-1 0,0 0,0-1,0 0,-1 0,1 0,-1-1,1 1,-1-2,0 1,-4 0,10-2,0 0,-1 0,1 0,0-1,-1 1,1 0,0 0,0-1,-1 1,1-1,0 1,0-1,-1 0,1 1,0-1,0 0,0 0,0 0,0 1,0-1,0 0,0-1,1 1,-1 0,0 0,1 0,-1 0,0-1,1 1,0 0,-1 0,1-1,0 1,-1 0,1-1,0 1,0 0,0-1,0 1,1 0,-1-1,0 1,1-1,21-55,-7 43,0 1,1 0,0 1,1 1,1 0,-1 1,2 1,-1 1,1 1,0 0,1 2,-1 0,1 1,0 1,13 0,-31 3,1-1,-1 0,1 0,0 0,-1 1,1 0,0-1,-1 1,1 0,0 0,-1 1,1-1,0 0,-1 1,1 0,0-1,-1 1,1 0,-1 1,0-1,1 0,-1 1,0-1,1 1,-1-1,0 1,0 0,-1 0,1 0,1 2,0 7,-1-1,0 1,0 0,-1 0,-1 0,0 1,0-1,-2 5,1 38,1-49,0-1,0 1,0-1,1 1,-1-1,1 0,0 1,1-1,-1 0,1 0,-1 1,1-1,0-1,1 1,-1 0,1 0,-1-1,1 0,0 1,1-1,-1 0,0 0,1-1,0 1,0-1,-1 0,1 0,1 0,-1 0,0-1,0 0,0 1,1-2,1 1,27-5,-4-6</inkml:trace>
  <inkml:trace contextRef="#ctx0" brushRef="#br0" timeOffset="156.648">471 281,'-16'-2,"-5"1,0 4,10 3,12 0,16 0,4-1</inkml:trace>
  <inkml:trace contextRef="#ctx0" brushRef="#br0" timeOffset="610.211">819 0,'-9'22,"10"47,2 0,10 52,-6-54,7 82,21 157,-35-302,0 0,0 0,1 0,-1 0,1 0,0 0,0 0,0 0,1 0,-1 0,1 0,0 0,0-1,0 1,1-1,-1 0,1 0,0 0,0 0,0 0,0 0,0-1,1 1,-1-1,1 0,-1 0,1 0,0-1,0 1,0-1,1 0,10-2,0-2,0 1,0-2,0 0,-1-1,1 0,-1-1,-1 0,1-2,6-4,136-98,-155 109,0 0,-1 1,0-1,0 0,1 1,-1-1,0 0,1 1,-1-1,0 0,1 1,-1-1,1 1,-1-1,1 1,-1-1,1 1,0-1,-1 1,1 0,0-1,-1 1,1 0,0-1,-1 1,1 0,0 0,0 0,-1 0,1 0,0 0,-1 0,1 0,0 0,0 0,-1 0,1 0,0 0,0 1,-1-1,1 0,0 0,-1 1,1-1,0 0,-1 1,1-1,-1 1,1-1,-1 1,1-1,-1 1,1 0,-9 38,6-36,1 1,-1-1,1 1,-1 0,1-1,0 1,1 0,-1 0,0 0,1-1,0 1,0 0,0 0,1 0,-1 0,1 0,0-1,0 1,0 0,1-1,-1 1,1-1,0 1,0-1,0 0,0 1,0-1,1 0,0-1,-1 1,1 0,0-1,2 1,64 5,-31-15</inkml:trace>
  <inkml:trace contextRef="#ctx0" brushRef="#br0" timeOffset="895.439">1460 496,'-16'0,"-9"0,-4 0,2-3,4 0</inkml:trace>
  <inkml:trace contextRef="#ctx0" brushRef="#br0" timeOffset="1159.037">778 228,'18'-2,"29"-1,36 0,40-2,43-9,-8-1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1:50.7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1 734,'177'-318,"-164"293,-2 0,-1-1,-1 0,-1 0,-1-1,-2 0,0 0,-2-1,-1 1,-1-1,-3-20,2 45,0 0,0 0,0 0,-1-1,1 1,-1 0,0 0,0 0,0 0,0 0,-1 1,1-1,-1 0,0 0,0 1,0-1,0 1,0 0,0 0,0-1,-1 1,1 1,-1-1,0 0,0 1,1-1,-1 1,0 0,0 0,0 0,0 0,0 1,-1-1,1 1,0 0,0-1,0 1,0 1,0-1,-1 1,-1 0,-4 4,0 1,1 0,0 1,0-1,0 2,0-1,1 1,1 0,-1 1,1 0,1 0,0 0,0 0,1 1,0 0,0 0,1 0,1 0,-2 7,-6 31,2 1,2 0,2 0,3 0,1 1,3-1,2 0,2 0,9 30,-12-59,1-1,1 1,1-1,1 0,0-1,2 0,3 5,-11-19,1 0,0 1,0-1,0 0,1 0,-1-1,1 1,0-1,0 1,0-1,1-1,-1 1,1-1,-1 1,1-1,0 0,0-1,0 1,0-1,0 0,0 0,0-1,0 0,0 0,1 0,-1 0,0-1,0 0,0 0,2-1,2-1,0-1,-1-1,0 1,0-2,0 1,0-1,-1 0,0-1,0 1,-1-1,1-1,-2 1,1-1,-1 0,0 0,-1-1,0 0,0 1,1-6,3-8,-1 0,-1 0,-1 0,-1-1,-1 1,-1-4,-3 46,1 1,1-1,1 0,1 0,0 0,2 0,3 9,-7-23,1-1,0 1,0-1,1 0,0 0,0 0,0 0,0 0,1-1,-1 1,1-1,0 0,1 0,-1 0,1-1,-1 0,1 0,0 0,0 0,1-1,-1 0,0 0,1 0,0-1,-1 1,1-1,0-1,3 1,-2-1,1 0,-1-1,0 0,1 0,-1-1,0 0,0 0,0-1,-1 1,1-2,-1 1,1-1,-1 0,0 0,0 0,-1-1,1 0,-1 0,0-1,-1 1,2-2,2-5,-1 1,0-2,0 1,-2-1,1 0,-1 0,-1 0,-1-1,0 1,1-10,-1-39,-6 92,1 0,2 0,1-1,1 1,1 0,3 10,-4-35,-1 0,1 0,-1 0,1 0,1 0,-1-1,1 1,0-1,0 0,0 1,0-2,1 1,-1 0,1-1,0 1,0-1,1 0,-1 0,1-1,-1 1,1-1,0 0,0-1,0 1,0-1,0 0,0 0,0 0,1-1,21 2</inkml:trace>
  <inkml:trace contextRef="#ctx0" brushRef="#br0" timeOffset="428.102">1097 601,'2'18,"1"1,0 0,1-1,1 1,1-1,8 17,4 19,-16-50,22 51,-24-54,1 1,0-1,0 0,0 0,1 0,-1 0,0 0,0 0,0 0,1-1,-1 1,0 0,1-1,-1 1,1-1,-1 1,1-1,-1 0,1 1,-1-1,1 0,-1 0,1 0,-1 0,1-1,-1 1,1 0,-1 0,1-1,-1 1,0-1,1 0,-1 1,0-1,1 0,0 0,9-8,1 0,-2 0,1-1,-1 0,-1-1,0 0,0 0,-1-1,-1 0,0-1,0 0,-2 0,1 0,-2-1,0 1,0-1,-1 0,-1 0,0-1,-1 1,-1-10,-1 36,0 2,0 0,1 0,0 0,1-1,1 1,0 0,1-1,0 1,4 7,-3-14,2 0,-1 0,1-1,-1 1,2-1,-1-1,1 1,0-1,0 0,0-1,1 0,-1 0,1 0,0-1,0 0,1-1,-1 0,0 0,1-1,6 1,36 4</inkml:trace>
  <inkml:trace contextRef="#ctx0" brushRef="#br0" timeOffset="1090.033">1993 614,'-5'-4,"1"1,0 0,-1 1,0-1,0 1,0 0,0 0,0 0,0 1,0-1,-1 1,1 1,0-1,-1 1,1 0,-1 0,1 0,0 1,-1 0,1 0,0 0,0 1,0 0,0 0,0 0,0 1,0-1,1 1,-1 0,1 0,0 1,0-1,-4 5,4-4,0 1,1-1,-1 1,1 0,0 0,0 1,1-1,-1 0,1 1,0 0,1-1,-1 1,1 1,1-5,0 0,-1 0,1 0,0 1,1-1,-1 0,0 0,1 0,-1 0,1 0,0 0,-1 1,1-2,0 1,0 0,0 0,1 0,-1 0,0-1,1 1,-1 0,1-1,0 1,-1-1,1 0,0 0,0 1,0-1,0 0,0-1,0 1,0 0,0-1,0 1,0-1,1 1,9-1,-1 0,1-1,0 0,-1-1,0 0,1-1,-1 0,0-1,0 0,-1-1,1 0,-1 0,0-1,0-1,-1 1,0-2,0 1,7-10,47-50,-62 67,0-1,0 1,-1 0,1 0,0 0,-1 0,1 0,0 0,0 0,-1 0,1 0,0 0,-1 0,1 1,0-1,-1 0,1 0,0 1,-1-1,1 0,0 1,-1-1,1 1,-1-1,1 1,-1-1,1 1,-1-1,1 1,-1-1,1 1,-1 0,0-1,1 1,-1 0,0-1,0 1,0 0,1-1,-1 1,0 0,0 0,0-1,0 1,0 0,0-1,0 1,0 0,-1 0,1-1,0 1,0 0,-1-1,1 1,0 0,-1 0,2 4,67 293,-43-210,-4 1,8 85,-27-70,-2-99,-1 0,1 0,-1 0,0 0,-1 0,1 0,-1 0,0-1,0 1,0-1,-1 1,0-1,1 0,-1 0,-1 0,1-1,-1 1,1-1,-1 1,2-3,-1 0,1 0,0 0,0 0,0 0,-1-1,1 1,0-1,-1 0,1 1,-1-1,1 0,0 0,-1 0,1-1,0 1,-1-1,1 1,0-1,-1 0,1 0,0 0,0 0,0 0,0 0,0-1,0 1,0-1,0 1,0-1,-45-59,39 43,0-1,2 0,0 0,1 0,1-1,1 0,0 1,2-1,0 0,1 0,1 0,1 0,1 0,1 0,1-4,8-22,2-1,1 2,3 0,1 1,21-30,-5 13,3 2,2 2,18-17,-55 69,-3 3,0 0,0 1,1-1,-1 0,1 0,-1 1,1-1,0 0,-1 1,1 0,0-1,0 1,0 0,0 0,0 0,0 0,1 1,-1-1,1 0,-2 3,0 0,0 0,0 0,0 0,0 0,0 0,-1 0,1 0,-1 0,0 0,0 0,0 1,0-1,0 0,0 0,0 0,0 0,-1 0,0 0,1 1,-1 3,-5 43,-1 110,7-151,1 0,0 0,1 0,-1-1,2 1,-1-1,1 1,0-1,1 0,-1 0,1 0,1-1,-1 1,1-1,1 0,-1 0,1-1,2 2,58 20,-37-25</inkml:trace>
  <inkml:trace contextRef="#ctx0" brushRef="#br0" timeOffset="1942.463">2407 253,'14'19,"1"0,1-2,1 1,0-2,1 0,1-2,1 0,9 5,-6-4,-1 1,-1 0,-1 2,0 0,-1 1,9 13,-15-11,-1 1,-1 1,-1-1,-1 2,-1-1,-1 1,-1 1,2 21,-3-21,-5-23,0 1,0-1,-1 0,1 0,1 0,-1 0,0 0,0 1,1-1,-1 0,1 0,0 0,0 0,-1 0,1 0,1 0,-1-1,0 1,0 0,1 0,-1-1,1 1,-1-1,1 0,0 1,-1-1,1 0,0 0,0 0,0 0,0 0,0 0,0-1,0 1,0-1,0 1,0-1,0 0,1 0,-1 0,0 0,0 0,0 0,0-1,0 1,0-1,1 1,10-9,-1-1,0 0,-1-1,0 0,0-1,-1 0,-1-1,0 0,0 0,-2-1,1 0,-2 0,0 0,-1-1,2-7,14-42,-16 58,-4 17,-1 22,0-31,-1 10,1-1,0 1,0 0,1 0,1-1,0 1,0 0,1-1,1 0,-1 0,5 6,-7-14,0-1,1-1,-1 1,1 0,0 0,-1 0,1-1,0 1,0-1,0 1,0-1,0 0,0 0,1 0,-1 0,0 0,0-1,1 1,-1 0,1-1,-1 0,0 0,1 0,-1 0,1 0,-1 0,0 0,1-1,-1 1,0-1,1 0,-1 0,0 0,0 0,2 0,70-52,-52 29,-1-1,-1 0,-2-2,0 0,-2-2,12-25,-19 38,-6 41,-2 95,0-115,0 1,1-1,-1 0,1 0,1 0,-1 0,1 0,0 0,0 0,0-1,0 0,1 1,0-1,0-1,0 1,0-1,1 1,0-1,-1 0,5 1,7 2,0-1,0-1,0-1,0 0,1-1,-1-1,1 0,-1-1,1-1,-1-1,0 0,1-1,-1-1,0 0,-1-1,1-1,-1 0,5-4,-13 8,-1-1,1 0,-1 0,1 0,-1-1,0 0,-1 0,1 0,-1-1,1 0,-2 0,1 0,0-1,-1 1,0-1,0 0,-1-1,0 1,0 0,0-1,-1 0,0 0,0 1,-1-1,1 0,-2 0,1-1,-1 1,0 0,0 0,-1 0,0 0,-1 0,1 0,-3-5,2 6,-2 0,1 0,0 0,-1 0,0 1,-1-1,1 1,-1 0,0 1,0-1,-1 1,1 0,-1 0,0 0,0 1,0 0,0 0,-1 1,1 0,-1 0,0 0,1 1,-8-1,11 2,0 1,0 0,0 0,0 0,0 0,0 0,0 1,1-1,-1 1,0 0,1 0,0 0,-1 0,1 0,0 0,0 1,0-1,0 1,1-1,-1 1,1 0,-1 0,1-1,0 1,0 0,0 0,0 3,-5 85,7-80,1 0,1 0,0-1,1 1,0-1,1 1,-1-1,2 0,0-1,0 0,1 0,0 0,0 0,1-1,0-1,0 1,1-1,0-1,5 4,12 5,0-1,1-1,0-1,1-1,0-2,23 5,17 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9:29.6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1113 3836,'0'-1,"0"-1,0 0,0 0,0 1,-1-1,1 0,-1 1,1-1,-1 1,0-1,0 0,0 1,1 0,-1-1,-1 1,1-1,0 1,0 0,0 0,-1 0,1 0,0 0,-1 0,1 0,-1 0,0 0,1 1,-1-1,1 1,-1-1,0 1,1 0,-2-1,-63-1,48 3,5 0,4-2,0 1,-1 0,1 1,0 0,0 0,0 1,0 0,0 1,0 0,1 0,-1 1,-5 3,-3 6,0 0,1 1,0 1,2 0,-1 2,2-1,-9 15,19-24,-1 1,1-1,1 1,0 0,0 0,0 0,1 0,0 0,1 1,0-1,0 0,0 0,3 8,-2 16,-1-18,1 0,1 0,0 1,1-1,0 0,1-1,1 1,4 7,38 63,-43-78,0 0,1 0,0-1,0 1,0-1,1-1,-1 1,1-1,0 0,0 0,1 0,6 2,4 2,1 0,1-1,-1-1,1 0,0-2,0 0,1-1,-1-1,1 0,-1-2,1-1,-1 0,1-1,-1-1,0-1,0-1,0 0,0-2,14-6,-22 7,0 0,-1-1,1-1,-1 1,-1-2,1 1,-2-1,1-1,-1 1,0-1,-1-1,0 0,-1 0,0 0,-1 0,0-1,-1 0,0 0,0-6,0 3,-1-1,-1 0,-1 0,0 0,-1 0,0 0,-2 0,0 1,0-1,-1 0,-1 1,-1 0,0-1,-1 2,-1-1,0 1,-1 0,-10-13,-65-57,79 81,-1 0,1 0,-1 1,0-1,1 1,-1 0,0 0,0 1,-1-1,1 1,0 0,0 1,-1-1,1 1,0 0,-1 0,1 1,0-1,0 1,-1 1,1-1,-69 50,41-18</inkml:trace>
  <inkml:trace contextRef="#ctx0" brushRef="#br0" timeOffset="5437.98">726 4117,'-11'1,"-1"0,0 1,1 0,-1 1,1 0,0 1,0 0,0 1,0 0,1 1,0 0,0 1,1 0,-7 6,-25 14,-32 30,17 15,52-63,0 0,0 1,1 0,0 0,1 0,0 0,0 0,1 0,1 1,0-1,0 0,2 9,-2 6,2-8,1-1,0 1,1-1,1 0,0 0,1 0,3 5,4 10,57 128,51 38,-66-117,-25-34,2-2,2-2,6 4,131 123,25 8,-150-139,3-2,0-2,2-3,2-1,0-3,2-3,1-1,10-1,457 123,473 65,-964-204,156 28,303 65,124 60,-449-131,0-6,2-8,87-7,44 5,583 1,-587-14,381-7,-295-14,274-28,-44 22,-578 27,141-9,151-30,-83 7,689-105,-242 45,-234 18,-23 21,283-36,-681 84,109-19,-1-6,33-17,109-33,-265 76,-1-1,-1-1,1-1,-1 0,-1-1,0-1,0 0,0-1,-2-1,1 0,-2-1,1-1,-2 0,0-1,-1 0,8-14,-10 11,-2-1,0 0,-1 0,-1 0,2-19,4-12,-1 12,-2-1,-2 1,-1-1,-1-29,-4 54,2-4,-2-1,1 1,-2-1,-1 1,0-1,-1 1,-1 0,-1 0,0 0,-1 1,-1 0,-1 0,-8-13,10 22,1 1,-1 0,0 1,0-1,-1 1,0 0,0 1,-1 0,1 0,-1 0,0 1,0 0,-1 1,1 0,-1 0,0 1,1 0,-7-1,-2 1,-84-11,0 4,-11 5,-91 5,122 12,17 2,59-9,8-3</inkml:trace>
  <inkml:trace contextRef="#ctx0" brushRef="#br0" timeOffset="7858.063">13533 4545,'-11'17,"-1"-1,-1 0,0-1,0 0,-2-1,0 0,-1-1,-2 0,-48 38,-64 59,129-110,0 0,1 1,-1-1,0 1,0-1,0 1,1 0,-1-1,0 1,1-1,-1 1,0 0,1 0,-1-1,1 1,-1 0,1 0,0 0,-1 0,1 0,0-1,0 1,-1 0,1 0,0 0,0 0,0 0,0 0,0 0,0 0,0 0,1 0,-1 0,0 0,0-1,1 1,-1 0,0 0,1 0,-1 0,1-1,-1 1,1 0,0 0,-1-1,1 1,0 0,-1-1,1 1,0-1,0 1,0-1,-1 1,2-1,9 3,0 1,0 0,0 0,-1 1,1 1,-1 0,0 0,-1 1,1 0,5 5,1-1,0 0,1-2,0 0,1-1,0 0,0-2,0 0,1-1,0-1,3 0,-20-4,1-1,-1 0,0 0,1-1,-1 1,0 0,0-1,0 1,0-1,0 1,0-1,-1 0,1 0,-1 0,1 0,-1 0,0 0,1-1,-1 1,0 0,0-1,-1 1,1-1,-1 1,1 0,-1-1,0 1,1-1,-1 0,-1 1,1-1,0 1,-1-1,1 1,-1 0,0-1,1 1,-2-1,2-8,-4-239,3 246,2 3,-1 0,1 0,-1 0,0 0,0 0,1 0,-1 0,0-1,0 1,0 0,0 0,-1 0,1 0,0 0,0 0,-1 0,1-1,0 1,-1 0,1 0,-1 0,0 0,1 0,-1 1,0-1,1 0,-1 0,0 0,0 0,0 1,0-1,0 1,0-1,0 0,0 1,0-1,0 1,0 0,0-1,0 1,0 0,0 0,-1 0,1 0,-9 4,0 2,0-1,1 1,0 1,0 0,1 0,0 1,-1 1,-12 10,15-13,-8 8,14-22,115-179,-103 168,-12 30,-14 18,-2 0,0 0,-2-2,-1 0,-14 15,28-36,-9 8,14-14,0 0,0 0,0-1,0 1,0 0,0 0,0 0,0 0,0 0,0-1,0 1,0 0,-1 0,1 0,0 0,0 0,0-1,0 1,0 0,0 0,0 0,-1 0,1 0,0 0,7-7,-18 26,-77 87,88-106,0 1,1 0,-1 0,0-1,0 1,0 0,1 0,-1-1,0 1,1 0,-1 0,1-1,-1 1,1-1,-1 1,1 0,-1-1,1 1,0-1,-1 1,1-1,0 0,-1 1,1-1,0 1,-1-1,1 0,0 0,0 0,-1 1,1-1,0 0,0 0,0 0,-1 0,1 0,0 0,0 0,0-1,-1 1,1 0,0 0,0-1,-1 1,1 0,0-1,-1 1,1-1,0 1,-1 0,1-1,4 0,5 1,0 0,1 1,-1 0,0 0,0 1,0 1,0-1,0 2,6 2,-16-5,1-1,-1 1,0-1,1 1,0-1,-1 1,1-1,-1 1,1-1,-1 0,1 1,0-1,-1 0,1 1,0-1,-1 0,1 0,0 0,0 0,-1 1,1-1,0 0,0 0,-1 0,1-1,0 1,-1 0,1 0,0 0,-1 0,1-1,0 1,-1 0,1-1,0 1,-1 0,1-1,-1 1,1-1,-1 1,1-1,-1 1,1-1,-1 0,1 1,-1-1,0 1,1-1,-1 0,0 1,1-1,-1 0,0 0,0 1,0-1,0 0,0 1,0-2,-29-100,19 67,4 66,6-25,0-4</inkml:trace>
  <inkml:trace contextRef="#ctx0" brushRef="#br0" timeOffset="9972.214">13132 3849,'27'-56,"177"-322,-87 91,-13-5,3-60,-104 343,75-257,17-135,-85 309,-15 92,-1 11,2 1,-1-1,2 1,-1 0,2 0,0 0,-1 13,1-13,-5 47,2-4</inkml:trace>
  <inkml:trace contextRef="#ctx0" brushRef="#br0" timeOffset="11131.893">13159 3502,'0'385,"-2"-676,2 290,-1 0,1 0,0 1,-1-1,1 0,0 0,0 0,0 0,0 0,0 0,0 0,0 1,0-1,0 0,0 0,1 0,-1 0,0 0,0 0,1 1,-1-1,1 0,-1 0,1 1,-1-1,1 0,-1 1,1-1,0 0,-1 1,1-1,0 1,0-1,-1 1,1-1,0 1,0 0,0-1,-1 1,1 0,0-1,0 1,0 0,0 0,0 0,0 0,0 0,-1 0,1 0,0 0,0 1,0-1,137 41,-33-23,-105-18,1 1,-1-1,1 0,-1 0,1 0,-1 0,1 1,-1-1,1 0,-1 1,1-1,-1 0,0 1,1-1,-1 0,0 1,1-1,-1 1,0-1,1 0,-1 1,0-1,0 1,1-1,-1 1,0-1,0 1,0-1,0 1,0 0,0-1,0 1,0-1,0 1,0-1,0 1,0-1,0 1,0-1,0 1,-1-1,1 1,0-1,0 1,-1-1,1 1,0-1,-1 0,1 1,0-1,-1 1,1-1,0 0,-1 1,0-1,-27 26,24-23,-3 3,-32 24,1 3,1 1,2 2,-20 26,30-16,26-35</inkml:trace>
  <inkml:trace contextRef="#ctx0" brushRef="#br0" timeOffset="12719.12">13974 922,'0'-2,"3"3,0 9,2 9,2 13,1 10,1 10,0 4,2 2,-1-1,0-7,-2-7,0-9,-1-9</inkml:trace>
  <inkml:trace contextRef="#ctx0" brushRef="#br0" timeOffset="13161.819">13841 841,'25'2,"1"2,-1 0,0 2,-1 0,1 2,-1 1,18 10,-4-4,-2 3,0 0,-1 3,-1 1,-23-15,-1 1,1 0,-2 0,1 1,-1 0,-1 1,0 0,0 1,-1-1,0 1,-1 1,0-1,-1 1,2 7,-6-12,1 0,-1-1,-1 1,1 0,-1 0,0 0,-1 0,0-1,0 1,0 0,-1 0,0-1,0 1,-1-1,1 0,-1 0,-1 0,1 0,-1 0,0-1,-1 1,1-1,-1 0,-1 1,-12 10,0-1,-1-1,-1 0,0-1,-1-1,-9 3,-36 8,66-23,1 0,-1 0,0-1,0 1,1 0,-1 0,0 0,0-1,0 1,1 0,-1 0,0-1,0 1,0 0,0-1,0 1,1 0,-1 0,0-1,0 1,0 0,0-1,0 1,0 0,0-1,0 1,0 0,0-1,0 1,0 0,-1 0,1-1,0 1,0 0,0-1,0 1,0 0,-1 0,1-1,0 1,0 0,0 0,-1 0,1-1,0 1,0 0,-1 0,1 0,0-1,0 1,-1 0,1 0,0 0,-1 0,1 0,0 0,0 0,-1 0,1 0,0 0,-1 0,1 0,0 0,-1 0,1 0,0 0,7-8</inkml:trace>
  <inkml:trace contextRef="#ctx0" brushRef="#br0" timeOffset="13611.614">14455 1176,'1'4,"1"1,-1-1,1 1,0-1,0 1,0-1,0 0,1 0,-1 0,1 0,0-1,1 1,1 2,0-1,-1 0,1-1,0 1,0-1,1 0,-1 0,1 0,0-1,0 0,0 0,1-1,-1 1,1-1,-1-1,1 1,-1-1,1 0,0-1,0 0,-1 0,1 0,0-1,0 0,-1 0,1 0,-1-1,1 0,-1-1,0 1,1-1,-1-1,-1 1,1-1,0 0,-1 0,0 0,0-1,0 0,1-2,0 0,-2 0,1 0,-1-1,0 1,0-1,-1 0,0 0,0 0,-1 0,0-1,-1 1,1 0,-2-1,1 1,-1-1,-1 0,1 1,-1-1,-1 1,0 0,0-1,0 1,-1 0,0 0,-1 0,0 1,0-1,-1 1,0 0,0 0,0 1,-1-1,0 1,0 1,-1-1,0 1,-6-4,9 7,1 0,-1 1,1 0,-1 0,1 0,-1 0,1 0,-1 1,0 0,0 0,1 0,-1 0,0 0,1 1,-1-1,0 1,1 0,-1 0,1 1,-1-1,1 1,0 0,-1 0,1 0,0 0,0 0,1 0,-2 2,-66 84,0 43,41-68</inkml:trace>
  <inkml:trace contextRef="#ctx0" brushRef="#br0" timeOffset="15514.563">886 3836,'-9'-2,"-1"0,1-1,0-1,0 1,1-1,-1-1,1 0,0 0,0-1,0 1,1-2,0 1,0-1,1 0,0-1,0 1,0-1,1 0,1-1,-1 1,-2-8,-27-53,3-2,3-2,3 0,3-2,3 0,-1-31,-142-796,132 692,7-19,20 160,2-1,3 1,3-1,4 1,6-20,-9 59,1 0,2 0,1 1,2 0,0 1,2 0,1 1,1 1,1 0,13-12,-28 34,1 0,0 1,0 0,0-1,0 1,0 0,1 1,-1-1,1 1,0-1,0 1,0 0,0 0,0 1,0-1,0 1,0 0,5 0,-6 3,-1 0,0 0,1 1,-1-1,0 1,0-1,-1 1,1 0,0 0,-1 0,0 0,0 0,0 0,0 0,0 0,0 0,-1 0,0 1,1-1,-1 0,0 0,-1 2,1 0,2 19</inkml:trace>
  <inkml:trace contextRef="#ctx0" brushRef="#br0" timeOffset="16575.278">57 2072,'0'0,"0"1,0-1,0 0,1 0,-1 1,0-1,0 0,0 1,0-1,0 0,0 0,0 1,1-1,-1 0,0 0,0 1,0-1,1 0,-1 0,0 0,0 1,1-1,-1 0,0 0,0 0,1 0,-1 0,0 1,1-1,-1 0,0 0,0 0,1 0,-1 0,0 0,1 0,-1 0,0 0,1 0,-1 0,0 0,0-1,1 1,-1 0,0 0,1 0,-1 0,0 0,0 0,1-1,-1 1,0 0,0 0,1 0,-1-1,0 1,0 0,0 0,0-1,1 1,-1 0,0-1,0 1,0 0,0 0,0-1,0 1,0 0,0-1,0 1,15 11,0 2,-2-1,1 2,-2 0,0 0,0 1,-2 1,0 0,2 3,8 13,7 11,62 78,-73-110,-16-11,0 0,0-1,-1 1,1 0,0 0,0 0,0-1,0 1,0 0,0 0,-1 0,1-1,0 1,0 0,0 0,0-1,0 1,0 0,0 0,0 0,0-1,0 1,0 0,0 0,0-1,0 1,0 0,0 0,0-1,1 1,-1 0,0 0,0 0,0-1,0 1,0 0,0 0,1 0,-1 0,0-1,0 1,0 0,1 0,-1 0,0 0,0 0,0 0,1-1,-1 1,0 0,0 0,0 0,1 0,-1 0,0 0,0 0,1 0,-1 0,0 0,0 0,1 0,-1 0,0 0,0 0,1 1,-67-96,50 76,-23-29,-3 2,-2 1,-2 3,-25-18,64 56,6 4,0-1,0 1,0 0,0-1,0 1,0 0,0-1,0 1,0-1,0 0,0 1,0-1,0 0,0 0,0 1,1-1,-1 0,0 0,1 0,-1 0,0 0,1 0,-1 0,1 0,0 0,-1 0,1 0,0-1,0 1,0 0,-1 0,1 0,0 0,0 0,1-1,-1 1,0 0,0 0,1 0,-1 0,85-38,-56 30,75-27,2 5,19 1,-122 29,67-6,-68 7,0 0,0 0,0 0,0 1,0-1,-1 1,1-1,0 1,0 0,0-1,-1 1,1 0,-1 0,1 0,0 1,-1-1,0 0,1 0,-1 1,0-1,0 1,1-1,-1 1,-1-1,1 1,0 0,0 0,0-1,-1 1,1 0,-1 0,0 0,1 1,-1 7,-1 1,0-1,-1 0,0 0,0 0,-1 0,0 0,-1-1,0 1,-1-1,0 1,-4 9,-12 28,10-29,2 0,0 1,1 0,1 0,1 1,0 0,1 0,2 0,0 0,1 1,1 0,1-1,1 1,1 2,9 14</inkml:trace>
  <inkml:trace contextRef="#ctx0" brushRef="#br0" timeOffset="17159.703">940 321,'2'18,"6"15,5 11,6 7,4 4,0 2,-2 0,-1-5,-5-6,-5-8,-6-9,-4-10</inkml:trace>
  <inkml:trace contextRef="#ctx0" brushRef="#br0" timeOffset="17499.834">873 334,'0'-1,"-1"1,1 0,0-1,0 1,0-1,0 1,0 0,0-1,0 1,0-1,0 1,0-1,0 1,0 0,0-1,0 1,0-1,1 1,-1 0,0-1,0 1,0 0,1-1,-1 1,0 0,0-1,1 1,-1 0,0-1,0 1,1 0,-1 0,1-1,-1 1,0 0,1 0,-1 0,0 0,1-1,-1 1,1 0,-1 0,0 0,1 0,-1 0,1 0,-1 0,1 0,-1 0,0 0,1 0,-1 0,1 1,-1-1,0 0,1 0,-1 0,0 0,1 1,-1-1,0 0,1 0,-1 1,0-1,1 0,-1 1,0-1,0 0,1 1,-1-1,67 15,0 2,-1 4,9 6,-52-18,1 1,-2 2,1 0,-2 1,0 1,7 6,-21-14,-1-1,1 1,-1 1,0-1,-1 1,1 0,-1 1,-1-1,1 1,-1 0,-1 0,1 0,-1 1,-1-1,0 1,0-1,-1 1,1 0,-2 6,-2-2,0 0,-1 0,-1 0,0 0,-1-1,0 0,-1 0,-1 0,1 0,-2-1,0 0,0-1,-1 0,0 0,-1-1,0 0,0 0,-1-1,0-1,0 0,-1 0,0-1,0-1,-6 2,18-7,-3 1,0 1,1-1,-1 0,0 0,0 0,0 0,-1-1,1 1,0-1,0 0,0 0,0 0,0 0,0 0,0-1,-1 0,0 0,14-14,3 6</inkml:trace>
  <inkml:trace contextRef="#ctx0" brushRef="#br0" timeOffset="17775.608">1622 695,'-1'-26,"-1"1,-1 0,-2 0,0 0,-1 1,-2 0,0 0,-1 0,-12-18,10 25,11 17,0 0,-1 0,1 0,0-1,0 1,-1 0,1 0,0 0,-1 1,1-1,0 0,-1 0,1 0,0 0,-1 0,1 0,0 0,-1 0,1 1,0-1,0 0,-1 0,1 0,0 1,0-1,-1 0,1 0,0 1,0-1,0 0,-1 0,1 1,0-1,0 0,0 1,0-1,0 0,0 1,0-1,0 0,0 1,0-1,0 0,0 1,0-1,0 0,0 0,0 1,0-1,0 0,0 1,0-1,0 0,0 1,1-1,-1 0,0 0,0 1,0-1,1 0,-1 0,0 1,0-1,1 0,-1 0,0 0,1 1,6 38,3 0,1-1,2 0,16 31,49 82,-64-132</inkml:trace>
  <inkml:trace contextRef="#ctx0" brushRef="#br0" timeOffset="18042.893">1809 427,'13'13,"10"10,7 3,6 1,3 1,0 0,-3 0,-4 0,-9 0,-7-1,-10 2,-11 1,-13-1,-12-2,-9-6,0-7</inkml:trace>
  <inkml:trace contextRef="#ctx0" brushRef="#br0" timeOffset="18304.196">1836 267,'16'-14,"18"-11,21-10,20-9,18-5,11-5,-11 8</inkml:trace>
  <inkml:trace contextRef="#ctx0" brushRef="#br0" timeOffset="20113.628">12731 4691,'0'-2,"0"0,-1 1,1-1,-1 0,0 0,1 0,-1 0,0 1,0-1,0 0,-1 1,1-1,0 1,-1 0,1-1,0 1,-1 0,0 0,1-1,-1 1,0 1,1-1,-1 0,0 0,0 1,0-1,0 1,1-1,-1 1,0 0,0 0,0 0,0 0,0 0,0 0,0 0,0 1,0-1,0 1,0-1,1 1,-1 0,-1 0,-5 6,0-1,1 1,-1 0,1 1,1 0,0 0,0 0,0 1,1 0,0 0,1 0,0 1,0-1,1 1,1 0,-1 0,2 0,-1 0,1 1,1-1,0 0,1 8,-1-10,1 0,0 0,0 0,1 0,0 0,0 0,1 0,0 0,1-1,-1 1,2-1,-1 0,1-1,0 1,0-1,0 1,1-2,0 1,0-1,1 0,0 0,0 0,0-1,0 0,1-1,7 5,1-2,0 0,0 0,1-2,-1 0,1-1,0 0,0-2,0 0,0-1,13-1,-13-4,1 0,-1 0,-1-2,1 0,-1-1,0 0,-1-2,0 0,0 0,-1-1,-1-1,0-1,0 0,-1 0,-1-1,0-1,-1 0,-1 0,7-15,-10 21,0 0,0-1,-1 0,0 0,-1-1,0 1,-1-1,0 0,-1 0,0 0,0 0,-1 0,-1 0,0 0,-1 0,0 0,0 0,-1 0,-1 0,1 0,-2 0,0 1,0-1,-1 1,0 0,-1 1,0-1,-1 0,-3 2,-1 0,0 0,0 1,-1 1,0 0,0 0,0 1,-1 1,1 0,-1 1,0 0,-1 1,1 0,0 1,0 1,-1 0,1 1,0 0,0 1,-1 0,1 2,1-1,-1 1,0 1,1 0,0 1,0 0,1 1,0 0,-9 8,-27 52,36-35</inkml:trace>
  <inkml:trace contextRef="#ctx0" brushRef="#br0" timeOffset="22002.792">12932 5107,'10'22,"1"0,0-1,2 0,1-1,1-1,0 0,1-1,1 0,9 6,-17-16,119 113,6-6,5-6,41 19,36 11,5-10,6-9,4-10,117 33,-260-108,2-3,1-5,1-3,54 4,-142-27,5 0,-13-4,-6-1</inkml:trace>
  <inkml:trace contextRef="#ctx0" brushRef="#br0" timeOffset="22748.881">15258 6322,'-5'0,"-3"0,-3 0,-2-2,1-1</inkml:trace>
  <inkml:trace contextRef="#ctx0" brushRef="#br0" timeOffset="23968.758">13159 5186,'0'381,"-8"-434,1 13,-1 0,-2 1,-1 0,-3 1,-1 0,-13-23,21 44,18 21,12 7,5-4,1-1,0-1,0-2,0-1,7-1,119 16,-152-17,0 0,1 1,-1-1,0 1,0 0,0-1,0 2,0-1,0 0,0 0,-1 1,1-1,0 1,-1 0,1 0,-1 0,0 0,1 1,-1-1,0 1,-1-1,1 1,0-1,-1 1,1 0,-1 0,0 0,0 0,0 0,0 0,-1 0,1 0,-1 0,0 0,1 1,-2 0,-3 5,-1 1,0-1,0 0,-1 0,-1-1,1 1,-1-2,-1 1,1-1,-1 0,-7 4,8-5,-192 153,158-111,38-34</inkml:trace>
  <inkml:trace contextRef="#ctx0" brushRef="#br0" timeOffset="25530.383">15525 6336,'2'0,"1"3,0 4,0 9,-2 8,3 9,-1 8,3 9,-1 4,1 3,1 0,0 0,2-4,-1-7,-2-8,-1-12,-3-16,0-9</inkml:trace>
  <inkml:trace contextRef="#ctx0" brushRef="#br0" timeOffset="25867.75">15498 6256,'6'-1,"-1"1,1 0,-1 1,1-1,-1 1,0 0,1 0,-1 1,0 0,0 0,0 0,0 0,0 1,0 0,0 0,4 2,19 10,-1 0,0 2,-1 1,-1 0,-1 2,-1 1,0 2,-2 0,0 0,-2 2,-1 1,2 5,-15-23,0 1,-1-1,0 1,0 0,-1 0,0 0,-1 0,0 1,-1-1,0 1,0-1,-1 1,0-1,0 1,-1-1,-1 1,1-1,-2 0,1 1,-1-1,-1 0,1-1,-1 1,-1-1,0 1,0-1,-3 3,-1-2,0-1,-1 0,1 0,-1-1,-1 0,1-1,-1 0,-1-1,1 0,-1-1,1 0,-1-1,0 0,-1-1,1 0,-19-6,30-3</inkml:trace>
  <inkml:trace contextRef="#ctx0" brushRef="#br0" timeOffset="26194.975">16113 6670,'6'-42,"-1"1,-3-1,-1 0,-2 0,-2 0,-1 0,-9-31,-2 28,15 44,0 1,-1 0,1 0,0 0,0-1,-1 1,1 0,0 0,0 0,-1 0,1 0,0 0,-1 0,1-1,0 1,-1 0,1 0,0 0,-1 0,1 0,0 0,-1 1,1-1,0 0,-1 0,1 0,0 0,-1 0,1 0,0 0,0 1,-1-1,1 0,0 0,0 0,-1 1,1-1,0 0,0 0,0 1,-1-1,1 0,0 1,0-1,0 0,0 0,0 1,-1-1,1 0,0 1,0-1,0 0,0 1,0-1,0 0,0 1,0-1,0 0,0 1,1-1,-1 0,0 1,0-1,-6 27,6-27,-6 55,2 1,2-1,3 1,2-1,3 1,2-1,2-1,11 32,-9-47</inkml:trace>
  <inkml:trace contextRef="#ctx0" brushRef="#br0" timeOffset="26621.622">16554 6390,'-9'5,"-1"1,1 0,1 1,-1-1,1 2,0-1,1 1,-1 0,2 1,-1 0,1 0,1 0,-1 1,2 0,-1 0,1 0,1 0,0 1,0-1,1 1,0 0,1 0,1 0,-1-1,2 1,0 0,0 0,0 0,2 0,2 9,-2-8,0 0,0 0,2-1,-1 1,1-1,1 0,0 0,1-1,0 0,0 0,1 0,0-1,1 0,0-1,0 0,1 0,0-1,0 0,1-1,0 0,0-1,0 0,1-1,0 0,0-1,0 0,4 0,-12-3,0 1,1-1,-1 0,0 0,1 0,-1-1,0 0,1 0,-1 0,0 0,0-1,0 1,0-1,0 0,-1 0,1 0,0-1,-1 0,0 1,1-1,-1 0,0 0,-1-1,1 1,0-1,-1 1,0-1,0 0,0 0,0 0,-1 0,0 0,0 0,0 0,0-1,0 1,-1-2,1-1,0-1,0 1,-1 0,0-1,0 1,-1-1,0 1,-1 0,1 0,-1 0,-1-1,1 2,-1-1,0 0,-1 0,0 1,0 0,0 0,-1 0,1 0,-2 1,1 0,0 0,-1 0,0 1,0 0,-1 0,1 0,-1 1,1 0,-1 0,0 0,0 1,-1 1,1-1,0 1,-3 3,1 1,-1 0,1 1,0 0,0 0,1 1,-1 1,1-1,0 1,1 0,-1 1,1 0,0 0,1 0,0 1,0 0,1 0,-1 1,-18 22,-7 4</inkml:trace>
  <inkml:trace contextRef="#ctx0" brushRef="#br0" timeOffset="27710.01">10927 4558,'-40'17,"1"1,0 3,2 1,0 1,2 3,1 0,-3 6,30-27,1 1,-1 0,1 1,0-1,0 1,1 1,0-1,0 1,1 0,0 0,0 0,1 0,0 0,1 1,-1 0,2-1,-1 1,1 0,1 0,-1 0,2 0,-1 0,1 1,3 4,0 0,1-1,0 0,1 0,0 0,1-1,1 0,0 0,0-1,1 0,1 0,0-1,0 0,1-1,0 0,1-1,-1 0,2-1,-1 0,1-1,0 0,0-2,1 1,0-1,-1-1,1 0,0-1,1-1,-1 0,2-1,-5-1,1 0,0-1,-1 0,1-1,-1 0,0-1,0 0,0-1,-1 0,1-1,-1 0,-1 0,1-1,-1-1,4-3,3-4,-1-1,0 0,-1-2,0 1,-2-2,0 0,7-15,-12 20,-1 0,0-1,-1 0,-1 0,0-1,-1 1,-1-1,0 0,-1 1,-1-4,0 11,-1 0,0 0,0 0,0 0,-1 0,-1 0,1 1,-1-1,0 1,-1 0,0 0,0 0,0 0,-1 0,0 1,0 0,-1 0,0 1,0-1,-4-2,1 3,-1 0,1 1,-1-1,0 2,0 0,0 0,0 1,-1 0,1 0,-1 1,1 1,-1 0,1 0,-1 1,1 0,0 1,-1 0,1 1,0 0,0 1,1 0,-1 0,1 1,-1 0,2 1,-1 0,-3 3,-27 18</inkml:trace>
  <inkml:trace contextRef="#ctx0" brushRef="#br0" timeOffset="28415.608">10726 5107,'-121'107,"5"5,5 5,-4 16,54-64,-132 149,11 9,9 7,10 8,-94 195,184-294,6 3,6 2,7 4,6 1,7 3,-16 134,45-199,11-91,1 0,0 0,0 0,-1 0,1 0,0 0,0 0,-1 0,1 0,0 0,-1 0,1 0,0 0,0 1,-1-1,1 0,0 0,0 0,-1 0,1 0,0 0,0 1,0-1,-1 0,1 0,0 1,-2-32,2-14,1 26</inkml:trace>
  <inkml:trace contextRef="#ctx0" brushRef="#br0" timeOffset="29164.54">9015 7191,'51'-37,"238"-206,-251 221,-46 65,-11 10,2 0,2 1,3 1,2 0,3 1,-1 55,21-12,-1-65</inkml:trace>
  <inkml:trace contextRef="#ctx0" brushRef="#br0" timeOffset="29549.443">9629 7285,'3'21,"0"15,0 11,-1 7,0 3,-1 1,0-3,-1-6,0-6,0-9,-3-11,0-8</inkml:trace>
  <inkml:trace contextRef="#ctx0" brushRef="#br0" timeOffset="29855.923">9616 7258,'258'281,"-253"-276,-1-1,0 1,-1 0,1 0,-1 1,0-1,0 0,-1 1,0 0,0 0,0 0,0 0,-1 0,0 0,-1 0,1 0,-1 0,0 0,0 1,-1-1,0 0,0 0,-1 0,1 0,-1 0,-1-1,1 1,-1 0,0-1,-7 6,0-1,0-1,-1 0,-1 0,0-1,0 0,0-1,-1-1,0 0,0-1,-1 0,-2 0,-22 0,32-8</inkml:trace>
  <inkml:trace contextRef="#ctx0" brushRef="#br0" timeOffset="30189.095">10217 7432,'-2'7,"-1"7,0 7,1 8,0 7,1 8,1 2,2 2,1 3,2-1,1-2,1-4,-1-8,-1-10</inkml:trace>
  <inkml:trace contextRef="#ctx0" brushRef="#br0" timeOffset="30770.285">10605 7446,'-6'-3,"0"0,0 0,0 1,0 0,-1 0,1 0,-1 1,1 0,-1 0,0 1,1 0,-1 0,0 0,1 1,-1 0,1 0,-1 1,1 0,-1 0,1 0,0 1,0 0,0 0,1 1,-1-1,1 1,-1 0,1 1,1-1,-1 1,1 0,-1 0,1 1,1-1,-1 1,1 0,0 0,0 0,1 0,0 1,0-1,0 0,1 1,0 0,0-1,1 1,0 0,0-3,0-1,1 1,0 0,-1-1,1 1,1-1,-1 0,0 1,1-1,0 0,-1 0,1 0,1 0,-1 0,0 0,1 0,-1-1,1 1,0-1,0 0,0 0,0 0,0 0,0-1,0 1,1-1,-1 0,1 0,-1 0,1 0,-1 0,1-1,0 0,1 0,4 1,1-1,-1 0,1-1,-1 0,1-1,-1 0,0 0,0-1,0 0,0-1,0 0,5-3,-5 1,-1-1,0 0,0 0,-1 0,0-1,0 0,-1-1,4-6,4-3,-7 43,-11 202,4-223,0 0,0-1,0 1,0 0,0 0,-1-1,0 1,1 0,-2-1,1 1,0 0,-1-1,1 0,-1 1,0-1,0 0,0 0,-1 0,1 0,-1 0,1-1,-1 1,0-1,0 1,0-1,-1 0,1 0,0-1,-1 1,1-1,-1 0,0 0,1 0,-3 1,-76-8,64 2</inkml:trace>
  <inkml:trace contextRef="#ctx0" brushRef="#br0" timeOffset="31132.326">10178 7459,'2'2,"-3"6,-5 8,-7 12,-11 14,-13 12,0-2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5.0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1,'18'9,"20"3,19 0,18-3,15-5,8-3,0-3,-6-3,-13 1,-15 0,-16 4,-19 1,-18 1,-19 0,-7-1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5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14,'16'0,"17"0,13 0,16 0,10 0,10-2,1-1,-1 0,-6 1,-12 0,-13 1,-17 3,-13 3,-10 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5.5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1,'14'9,"15"3,19-1,18-1,12-6,10-5,4-5,-4-2,-8 1,-12 2,-18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2.0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40 535,'3'-3,"1"17,10 64,-4 0,-4 1,-3 69,-3-130,-2 71,-1-69,-2-20,-8-53,-41-366,52 401,1 0,1 0,1 0,1 0,0 0,2-3,-3 16,0 0,1 0,-1 1,1-1,0 1,1-1,-1 1,1 0,0 0,0 0,0 0,1 0,-1 1,1-1,0 1,0 0,0 0,0 0,0 1,1 0,-1 0,1 0,0 0,1 0,2 0,-1 1,1 0,-1 1,1 0,-1 0,0 0,1 1,-1 0,1 1,-1-1,0 2,0-1,0 1,0 0,0 0,-1 1,1-1,-1 2,0-1,0 1,-1 0,1 0,-1 0,0 1,0-1,-1 2,0-1,0 0,0 1,-1-1,0 1,0 0,-1 0,0 0,0 1,0-1,-1 2,1 2,0 0,-1 1,-1-1,1 0,-2 1,1-1,-2 0,0 0,0 0,-1 0,0 0,-1 0,0-1,0 1,-1-1,-1 0,0-1,0 1,-1-1,0 0,-8 6,-12 3,35-31,-2 9,0 0,1 0,-1 0,1 1,-1-1,1 2,0-1,0 1,0 0,1 0,-1 1,0 0,1 0,-1 1,1 0,-1 1,1-1,-1 1,0 1,0-1,1 1,-1 0,0 1,0 0,-1 0,1 0,-1 1,1 0,-1 0,0 1,-1 0,1 0,-1 0,0 1,0-1,-1 1,0 0,0 1,0-1,0 1,1 4,-1 0,0 0,-1 0,0 1,-1-1,0 0,-1 1,0-1,-1 1,0 0,-1-1,0 1,-1-1,0 1,-1-1,0 0,-1 0,0 0,0-1,-2 1,1-1,-1 0,-1 0,1-1,-2 0,1 0,-1-1,-1 0,1 0,-1-1,-1 0,1-1,-1 1,0-2,-1 0,1 0,-1-1,0 0,0-1,-1 0,1-1,-7 1,17-3,0 1,0-1,-1 1,1-1,0 0,-1 0,1 1,0-1,0 0,-1 0,1 0,0-1,-1 1,1 0,0 0,0-1,-1 1,1-1,0 1,0-1,0 1,-1-1,1 0,0 0,0 1,0-1,0 0,0 0,1 0,-1 0,0 0,0 0,1 0,-1 0,0-1,1 1,-1 0,1 0,0-1,-1 1,1 0,0 0,0-1,0 1,0 0,0-1,8-18,4 0</inkml:trace>
  <inkml:trace contextRef="#ctx0" brushRef="#br0" timeOffset="540.31">721 522,'19'-10,"0"0,1 2,0 0,0 2,1 0,0 1,0 1,0 0,12 1,-29 3,-1-1,1 1,0 0,-1 0,1 0,0 0,-1 1,1-1,0 1,-1 0,1 0,-1 0,1 1,-1-1,0 1,1 0,-1 0,0 0,0 0,0 0,-1 1,1-1,-1 1,1 0,-1 0,0 0,0 0,0 0,0 1,-1-1,1 0,-1 1,0-1,1 2,-2 10,-1-1,-1 0,0 1,0-1,-1 0,-1 0,-1-1,0 1,0-1,-2 0,1 0,-2-1,0 0,0 0,-1-1,0 0,-1 0,-5 3,14-13,1 0,0 0,1-1,-1 1,0 0,0-1,0 1,1 0,-1-1,0 1,1 0,-1-1,1 1,-1-1,1 1,-1-1,1 1,-1-1,1 1,-1-1,1 0,0 1,-1-1,1 0,-1 1,1-1,0 0,0 0,-1 0,1 1,0-1,-1 0,1 0,0 0,-1 0,1 0,0 0,0-1,-1 1,1 0,0 0,-1 0,1-1,0 1,-1 0,1-1,-1 1,1 0,0-1,0 0,7 1,2 0,1 1,-1 0,0 1,0 0,0 0,0 1,0 0,-1 1,1 0,-1 0,0 1,0 1,-1-1,1 1,-1 1,-1 0,1 0,-1 0,0 1,-1 0,0 0,0 1,-1-1,0 1,0 1,-1-1,0 1,1 7,-4-12,-1 0,0 0,0 0,0 0,-1 1,0-1,0 0,0 0,-1-1,0 1,1 0,-2 0,1-1,0 1,-1-1,0 0,0 0,0 0,-1 0,1 0,-1-1,0 0,-4 3,-106 61,103-62,-71 28,69-35,6-4</inkml:trace>
  <inkml:trace contextRef="#ctx0" brushRef="#br0" timeOffset="876.924">1523 415,'-1'5,"-3"5,1 1,1 0,-1 0,2 0,-1 0,2 0,-1 0,1 0,2 5,-2-15,0 0,1 1,-1-1,1 0,-1 0,1 1,0-1,-1 0,1 0,0 0,0 0,0 0,0 0,0 0,0 0,0 0,0 0,0-1,0 1,0 0,1-1,-1 1,0-1,1 1,-1-1,0 0,1 1,-1-1,0 0,1 0,-1 0,0 0,1 0,-1 0,0-1,1 1,-1 0,0-1,1 1,-1-1,0 1,1-1,-1 1,0-1,0 0,0 0,0 0,0 0,0 0,0 0,0 0,0 0,0 0,-1 0,1 0,0 0,-1-1,1 1,-1 0,1-2,3-3,0-1,0 0,-1 0,0 0,0 0,0 0,-1-1,0 1,-1-1,0 0,0 6,-1-1,0 1,0-1,0 1,0 0,0-1,0 1,-1-1,1 1,-1 0,1 0,-1-1,0 1,0 0,0 0,0 0,-1 0,1 0,-1 0,1 0,-1 0,1 0,-1 1,0-1,0 1,0-1,0 1,0 0,0 0,0 0,0 0,-1 0,-1 0,2 0,-1 1,1 0,0 0,-1 0,1 1,0-1,-1 0,1 1,0 0,0-1,-1 1,1 0,0 0,0 0,0 0,0 1,0-1,0 1,1-1,-1 1,0-1,1 1,-1 0,1 0,0 0,-1 0,1 0,0 0,0 0,0 0,1 0,-1 2,-9 21</inkml:trace>
  <inkml:trace contextRef="#ctx0" brushRef="#br0" timeOffset="1127.12">1644 1043,'0'-2,"0"-5,0-7,0-5,-3-3,0-1,-2 3,-2 6,-3 10,0 11,3 10,2 9,4 2,7-1,4-4,1-5</inkml:trace>
  <inkml:trace contextRef="#ctx0" brushRef="#br0" timeOffset="1440.32">2004 842,'12'-63,"-4"-1,-3 0,-2 0,-3-1,-5-25,1 19,29 259,-11 255,-9-394,0-10</inkml:trace>
  <inkml:trace contextRef="#ctx0" brushRef="#br0" timeOffset="1775.469">2379 655,'-11'-68,"2"0,4-1,2-48,5 50,3 65,-1 19,22 299,-22-224,3 32,18 91,-15-166</inkml:trace>
  <inkml:trace contextRef="#ctx0" brushRef="#br0" timeOffset="2069.725">3369 1,'-12'25,"-10"26,-8 28,-7 22,-5 20,-2 10,-4 2,3-5,4-10,4-15,7-17,8-24</inkml:trace>
  <inkml:trace contextRef="#ctx0" brushRef="#br0" timeOffset="2559.276">3448 576,'23'-16,"1"1,0 1,0 1,1 1,1 2,0 0,0 2,12-2,-25 6,0 2,0-1,0 1,1 1,-1 1,0 0,4 0,-14 1,0-1,0 0,0 1,0-1,0 1,0 0,0 0,-1 0,1 1,0-1,-1 0,1 1,0 0,-1 0,0 0,0 0,1 0,-1 0,0 0,-1 1,1-1,0 1,-1-1,1 1,-1 0,0 0,0-1,0 1,0 0,0 0,-1 0,1 0,-1 0,0 2,0 5,-1 0,0 0,-1 0,0-1,0 1,-1-1,0 1,-1-1,0 0,-1-1,1 1,-2-1,1 1,-3 1,-93 102,100-111,-2 2,-16 19,19-22,-1 0,1 0,0 1,0-1,-1 0,1 1,0-1,0 0,0 1,0-1,0 0,-1 1,1-1,0 0,0 1,0-1,0 1,0-1,0 0,0 1,0-1,0 0,0 1,0-1,1 1,-1-1,0 0,0 1,0-1,0 0,0 1,1-1,-1 0,0 0,0 1,1-1,-1 0,0 1,0-1,1 0,-1 0,0 0,1 1,-1-1,0 0,1 0,-1 0,0 0,1 0,-1 0,1 1,-1-1,0 0,1 0,-1 0,0 0,1 0,-1-1,1 1,-1 0,0 0,1 0,176-19,-155 18,0 1,0 1,0 1,-1 1,17 4,-31-6,-1 1,1 0,-1 0,0 1,1-1,-1 2,0-1,0 0,-1 1,1 0,-1 1,0-1,0 1,0 0,-1 0,0 0,0 1,0-1,0 1,0 2,-2-3,-1 0,0 0,1 0,-2 0,1 0,0 0,-1 0,0 0,0 0,-1 0,0 0,1 0,-2 0,1 0,0 0,-1-1,0 1,0 0,-1-1,1 1,-1-1,0 0,0 0,0 0,0 0,-4 2,-7 8,0-2,-1 0,-1 0,1-2,-2 0,-9 4,1-1,-1-2,-1 0,1-2,-2-1,1-1,-1-2,-9 1,-13-11,43-4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22.0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263 312,'-21'0,"1"1,0 0,-1 2,1 0,0 1,-16 7,30-10,0 2,0-1,0 1,0 0,0 0,1 1,0-1,0 1,0 0,0 1,0-1,1 1,0 0,0 0,0 1,1-1,0 1,0-1,0 1,1 0,-1 0,2 0,-2 4,2-7,1 1,-1-1,1 1,0 0,0-1,0 1,1 0,-1-1,1 1,0 0,0-1,0 1,0-1,1 0,-1 1,1-1,0 0,0 0,0 0,0 0,1 0,-1-1,1 1,-1-1,1 1,0-1,0 0,0 0,1 0,-1-1,0 1,2 0,0 0,0 0,1-1,-1 1,0-1,1 0,-1-1,1 1,-1-1,1 0,-1 0,0-1,1 0,-1 0,1 0,-1 0,0-1,0 0,0 0,0 0,0-1,4-2,-3-1,1 0,-1 0,-1-1,1 1,-1-1,0-1,0 1,-1-1,0 1,-1-1,1-1,-2 1,1 0,-1-1,0 1,0-8,2-141,-9 108,-2 0,-2 1,-7-20,8 41,8 27,0 1,0-1,0 0,0 1,0-1,0 0,0 1,0-1,0 0,0 1,0-1,0 0,0 1,0-1,0 0,0 0,-1 1,1-1,0 0,0 1,0-1,0 0,-1 0,1 1,0-1,0 0,-1 0,1 0,0 1,0-1,-1 0,1 0,0 0,0 0,-1 0,1 1,0-1,-1 0,1 0,0 0,-1 0,1 0,0 0,-1 0,1 0,0 0,0 0,-1 0,1 0,0-1,-1 1,1 0,-3 59,3 0,2 1,3-1,3-1,5 15,-12-70,1 17,1 1,1-1,1-1,1 1,0-1,2 0,0 0,1-1,4 4,-11-19,0 0,0-1,0 0,0 1,0-1,1 0,0 0,-1 0,1-1,0 1,0 0,0-1,0 0,0 0,0 0,0 0,0 0,0-1,0 1,1-1,-1 0,0 0,0 0,1 0,-1-1,0 1,0-1,0 0,0 0,0 0,0 0,0-1,0 1,0-1,0 0,-1 1,1-1,-1 0,1-1,-1 1,0 0,2-3,7-8,0 0,-1-1,-1 0,0-1,-1 0,0-1,-1 0,-1 0,-1 0,0-1,-1 1,-1-2,1 0,4 46,-8-16,1-1,1 0,0 0,0 1,1-1,0-1,1 1,0 0,1-1,0 0,1 0,2 3,6 1</inkml:trace>
  <inkml:trace contextRef="#ctx0" brushRef="#br0" timeOffset="446.851">583 85,'147'60,"-128"-55,0 0,-1 1,0 1,0 1,-1 0,0 2,-1 0,0 0,0 2,-1 0,-1 0,0 2,0 0,-1 1,-6-3,0 1,-2 0,1 0,-1 0,-1 1,-1 0,0 0,0 0,-2 0,0 0,0 7,1 3,-2-22,0 0,-1 0,1 0,-1-1,1 1,0 0,0 0,0 0,0 0,0-1,1 1,-1 0,0 0,1 0,-1-1,1 1,0 0,0-1,-1 1,1 0,0-1,1 1,-1-1,0 1,0-1,0 0,1 0,-1 1,1-1,-1 0,1 0,-1 0,1-1,0 1,0 0,-1 0,1-1,0 1,0-1,-1 0,2 0,3-3,0-1,0 0,0 0,-1 0,1-1,-1 0,0 0,-1 0,1-1,-1 0,0 0,3-6,-4 7,18-27,-2-2,-1 0,-2-1,11-35,-20 51,-7 19,0 0,0-1,1 1,-1 0,0 0,1 0,-1 0,0 0,0 0,1 0,-1 0,0 0,1 0,-1 0,0 0,1 0,-1 0,0 0,0 0,1 0,-1 0,0 0,1 0,-1 0,0 1,0-1,1 0,-1 0,0 0,0 1,1-1,-1 0,0 0,0 0,0 1,1-1,-1 0,0 0,0 1,0-1,0 0,0 1,0-1,1 0,-1 1,0-1,0 0,0 0,0 1,0-1,0 0,0 1,0-1,0 0,-1 1,1-1,0 0,0 0,0 1,0-1,0 0,0 1,-1-1,1 0,0 0,0 1,3 22,-3-10,1-1,0 0,1 0,0 0,1-1,1 1,-1-1,2 1,-1-1,2 0,-1-1,2 1,-1-1,1 0,1-1,0 0,0 0,8 6,-4-8,1-1,0 0,0 0,0-2,0 1,1-2,10 2,37 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16.5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106 107,'3'18,"0"15,2 11,0 12,2 10,0 7,0 5,-1 3,2-3,-2-6,2-8,-2-11,-1-12,1-13,-2-11</inkml:trace>
  <inkml:trace contextRef="#ctx0" brushRef="#br0" timeOffset="370.582">0 0,'43'48,"2"-3,2-1,1-3,3-1,1-3,4-1,-36-22,31 20,-4-4,-2 2,-1 2,-2 2,-1 2,6 9,-42-42,1 0,-1 1,0 0,-1 0,1 0,-1 1,-1-1,1 1,-1 0,0 0,0 0,-1 0,0 0,-1 1,1-1,-1 1,-1-1,1 1,-1 0,-1-1,1 1,-1-1,-1 1,1-1,-1 1,-1-1,1 0,-1 0,-1 0,1-1,-1 1,-13 12,-1-1,-1-1,-1-1,0-1,-1 0,-1-2,0 0,0-2,-1 0,-1-1,-18 4,0 2,0-3,-2-1,1-2,-1-1,-41 1,79-10,4 1,0-1,-1 1,1-1,0 0,-1 0,1 0,0 0,-1-1,1 1,0 0,-1-1,1 0,0 1,0-1,0 0,-1 0,1 0,0-1,-1 0,2-7</inkml:trace>
  <inkml:trace contextRef="#ctx0" brushRef="#br0" timeOffset="1437.687">1029 1029,'-8'-381,"4"359,-10 326,14-284,-1-4,0 0,1 0,1 0,0 0,1 0,1 0,1 0,0-1,3 6,4-1</inkml:trace>
  <inkml:trace contextRef="#ctx0" brushRef="#br0" timeOffset="4728.31">1483 816,'1'-6,"-1"1,0 0,-1-1,0 1,1 0,-2 0,1 0,-1 0,1 0,-1 0,-1 0,1 0,-1 1,1-1,-1 1,-1-1,1 1,-1 0,1 1,-1-1,0 1,0-1,-1 1,1 1,-1-1,0 0,1 1,-1 0,0 0,0 1,0-1,-1 1,1 0,-2 0,1 1,0 0,0 0,0 0,0 1,0 0,0 0,0 1,0-1,1 1,-1 0,0 1,1 0,0 0,-1 0,1 0,1 1,-1 0,0 0,1 0,0 0,-1 1,-2 4,0 0,0 0,1 0,0 1,1-1,0 1,0 1,1-1,0 1,1-1,-1 9,3-16,0 1,1-1,-1 0,1 1,0-1,0 1,0-1,0 0,1 1,-1-1,1 0,0 1,0-1,0 0,0 0,0 0,1 0,0 0,-1 0,1 0,0 0,1-1,-1 1,0-1,1 1,-1-1,1 0,0 0,0 0,-1-1,1 1,0 0,1-1,-1 0,0 0,0 0,1 0,-1-1,3 1,9-1,-1-1,1-1,0 0,0-1,-1 0,0-2,0 1,0-2,0 0,-1 0,0-1,0-1,0 0,-1-1,-1-1,0 1,3-5,1 3,-13 10,0 1,1-1,-1 1,0 0,0-1,1 1,-1 0,0 1,0-1,0 0,1 1,-1-1,0 1,0 0,0-1,0 1,0 0,0 0,0 0,0 1,0-1,-1 0,1 1,0-1,-1 1,1 0,-1-1,0 1,1 0,-1 0,0 0,0 0,0 0,0 0,-1 0,1 0,-1 0,1 1,-1-1,0 0,1 2,4 6,4 7,0-1,-1 2,-1-1,0 1,-1 0,-1 1,-1-1,-1 1,0 4,-3-19,0 1,-1-1,1 0,-1 0,0 0,-1 0,1 0,-1 0,1 0,-1 0,0 0,0-1,-1 1,1-1,-1 0,0 1,0-1,0 0,0-1,0 1,-1-1,1 1,-1-1,0 0,0 0,0-1,0 1,0-1,0 0,0 0,-4 2,-1-1,0-1,1 1,-1-2,0 1,0-1,0-1,0 1,1-1,-1-1,0 0,1 0,-1-1,0 0,9 3,-1 0,1 0,-1 0,1 0,0 0,-1 0,1 0,-1 0,1 0,-1 0,1 0,-1 0,1-1,0 1,-1 0,1 0,-1-1,1 1,0 0,-1 0,1-1,0 1,-1 0,1-1,0 1,-1 0,1-1,0 1,0-1,0 1,-1-1,1 1,0 0,0-1,0 1,0-1,0 1,0-1,0 1,0-1,0 1,0-1,0 1,0 0,0-1,0 1,0-1,0 1,1-1,-1 1,0 0,0-1,1 1,-1-1,25-10,-2 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23.1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5 819,'-4'-73,"4"-1,3 1,3 0,5-14,-3 21,1 19,-1 56,-6-3,0 0,1 0,-1 0,1 0,1-1,-1 1,1-1,0 0,0 0,0-1,1 1,-1-1,1 0,0 0,1 0,-1-1,1 0,-1 0,1 0,3 1,139 16,-145-20,0 0,1 1,-1-1,0 1,0 0,0 0,0 0,0 1,0-1,0 1,-1 0,1-1,0 1,-1 0,1 1,-1-1,0 0,0 1,0-1,0 1,0 0,0-1,-1 1,1 0,-1 0,0 0,0 0,0 1,0-1,-1 0,1 2,1 99,-4-87,2 0,0 0,0 0,2 0,0 0,4 11,-4-23,0-1,0 1,1-1,0 0,0 0,0 0,0 0,1-1,-1 1,1-1,0 0,0 0,0 0,1-1,-1 0,0 1,1-1,0-1,-1 1,1-1,0 0,0 0,0 0,0-1,0 1,0-1,0 0,0-1,0 1,-1-1,1 0,0 0,0-1,0 1,-1-1,1 0,-1-1,1 1,-1-1,0 1,0-1,0-1,2-1,5-4,-1 1,0-1,0-1,-1 1,-1-2,1 1,-2-1,1 0,-1-1,-1 0,0 0,-1 0,-1-1,1 0,-2 0,0 0,0 0,-2 0,1-1,-2 1,0-13,0 25,1-1,-1 1,0-1,0 1,1-1,-1 1,0-1,0 1,-1-1,1 1,0-1,0 1,-1-1,1 1,-1 0,1-1,-1 1,0 0,1-1,-1 1,0 0,0 0,0-1,0 1,0 0,0 0,0 0,0 0,0 1,-1-1,1 0,0 0,-1 1,1-1,0 1,-1-1,1 1,-1-1,1 1,-1 0,1 0,-1 0,1 0,-1 0,1 0,-1 0,1 0,-1 1,1-1,0 1,-1-1,1 1,-1-1,-4 6,-1 1,1-1,1 1,-1 0,1 0,0 1,1-1,-1 1,2 0,-1 0,1 1,0-1,1 1,0-1,0 1,1 0,0 0,1 0,0 0,1 7,-1-11,1 0,0 0,0 0,1 0,-1-1,1 1,0-1,0 1,1-1,-1 1,1-1,0 0,0 0,0-1,1 1,-1-1,1 1,0-1,0 0,0 0,0-1,1 1,2 0,6 3,0-2,0 1,0-2,1 1,-1-2,1 0,11 0,33 0</inkml:trace>
  <inkml:trace contextRef="#ctx0" brushRef="#br0" timeOffset="564.064">1181 538,'-8'-5,"1"-1,-1 2,0-1,-1 1,1 1,-1-1,1 1,-1 1,0 0,0 0,0 1,-1 0,1 0,0 1,0 0,0 1,0 0,-1 0,1 1,0 0,1 1,-1 0,0 0,1 1,0 0,0 1,0-1,0 1,1 1,0 0,0 0,0 0,1 1,0 0,-3 4,7-9,1 0,0 0,-1 0,1 0,0 0,0 0,0 0,0 1,1-1,-1 0,0 0,1 1,0-1,-1 1,1-1,0 0,0 1,1-1,-1 0,0 1,1-1,0 0,-1 1,1-1,0 0,0 0,0 0,0 0,1 0,-1 0,0 0,1 0,-1 0,1-1,0 1,0 0,0-1,0 0,0 1,0-1,0 0,1 0,9 2,0 0,1-1,0 0,-1-1,1-1,0 0,-1-1,1 0,-1-1,1 0,-1-1,13-1,2-1,-21 3,1 0,0 0,-1 0,1 1,0 0,0 1,0-1,0 1,0 0,0 1,0 0,-1 0,1 0,0 1,0 0,-1 0,1 1,-1 0,0 0,0 0,0 1,0 0,-1 0,5 5,-2 7,0 1,-1 1,0 0,-2 0,0 0,-1 0,-1 1,-1-1,0 1,-2 0,0 0,-2 10,2-11,2 11,-3-1,0 1,-2-1,0 1,-3-1,-1 4,-6-4,13-28,-1 1,1-1,0 0,0 1,0-1,-1 1,1-1,0 0,-1 1,1-1,0 1,-1-1,1 0,-1 0,1 1,0-1,-1 0,1 0,-1 1,1-1,-1 0,1 0,-1 0,1 0,-1 0,1 0,-1 0,1 0,-1 0,1 0,-1 0,1 0,-1 0,1 0,-1 0,1 0,-1-1,1 1,0 0,-1 0,1-1,-1 1,1 0,0 0,-1-1,1 1,-1-1,1 1,0 0,0-1,-1 1,1-1,0 1,0 0,-1-1,-2-7,0 0,0-1,1 1,0 0,0-1,1 0,0 1,1-1,-1 0,2-4,-1 0,-1-17,1-1,2 0,1 1,1 0,2 0,1 0,1 0,2 1,1 1,1 0,1 0,2 1,0 1,2 0,3-1,-15 20,0 1,0 1,0-1,1 1,0 0,0 0,1 1,-1 0,1 0,0 0,0 1,0 0,0 0,1 1,2-1,-7 4,0 0,0 0,0 0,0 0,0 0,0 1,-1-1,1 1,0 0,-1 0,1 0,-1 0,0 0,1 0,-1 1,0-1,-1 1,1 0,0-1,-1 1,1 0,-1 0,0 0,0 0,0 0,0 0,-1 0,1 1,-1-1,0 0,0 0,0 0,0 0,-1 3,6 78,-5-66,0 0,1 0,1 0,1-1,1 1,0 0,1-1,2 4,-6-20,-1 1,1 0,0 0,0-1,-1 1,1 0,0-1,1 1,-1-1,0 1,0-1,1 0,-1 1,0-1,1 0,0 0,-1 0,1 0,0 0,-1 0,1-1,0 1,0-1,-1 1,1-1,0 1,0-1,0 0,0 0,0 0,0 0,-1 0,1-1,0 1,0 0,0-1,0 1,-1-1,1 0,0 0,0 0,-1 0,1 0,-1 0,19-13</inkml:trace>
  <inkml:trace contextRef="#ctx0" brushRef="#br0" timeOffset="851.3">1636 244,'-10'16,"3"9,8 6,5-3</inkml:trace>
  <inkml:trace contextRef="#ctx0" brushRef="#br0" timeOffset="1229.019">2144 471,'-20'-7,"1"1,-1 0,0 1,-1 2,1 0,-16 0,34 3,1 0,-1 0,1 0,-1 0,0 0,1 0,-1 0,1 1,-1-1,1 1,-1-1,1 1,-1-1,1 1,-1 0,1 0,0 0,-1 0,1 0,0 0,0 0,0 0,0 0,0 1,0-1,0 0,0 1,0-1,1 1,-1-1,1 1,-1-1,1 1,-1-1,1 1,0-1,0 1,0 0,0-1,0 1,0 0,23 63,-4-37,1-2,2 0,1-1,13 10,66 79,-70-49,-32-63,1 0,-1 0,0 0,1 0,-1 0,0 0,0 0,-1 0,1 0,0 0,-1 0,1 0,-1 0,1-1,-1 1,0 0,0 0,0 0,0-1,0 1,-1 0,1-1,0 1,-1-1,1 0,-1 1,1-1,-1 0,0 0,1 0,-1 0,0 0,0 0,-1 0,1 1,0-1,-1 0,1 0,-1-1,1 1,-1 0,0-1,1 1,-1-1,1 0,-1 0,0 0,1 0,-1-1,0 1,1-1,-1 1,1-1,-1 0,1 0,-1 0,1 0,0-1,-1 1,1 0,0-1,0 0,0 1,0-1,0 0,1 0,-1 0,1-1,-1 1,1 0,0 0,-1-1,1 1,0-1,1 1,-1-1,0 1,1-1,0 0,-1-1,1-19,1-1,2 1,0 0,1 0,1 0,1 1,1 0,2 0,1-2,-1-3,213-554,-210 551,-4 27,-6 22,-2-18,2 311,1-251,1 0,4-1,2 0,2 0,4-1,1-1,4-1,1 0,26 42,-32-75,-16-24,0 1,0-1,1 0,-1 1,0-1,0 0,1 1,-1-1,0 0,0 0,1 1,-1-1,0 0,1 0,-1 0,0 1,1-1,-1 0,1 0,-1 0,0 0,1 0,-1 0,1 0,-1 0,0 0,1 0,-1 0,1 0,-1 0,0 0,1 0,-1 0,1 0,-1 0,0 0,1-1,-1 1,0 0,1 0,-1 0,0-1,1 1,-1 0,0-1,0 1,1 0,-1-1,0 1,0 0,1-1,-1 1,0 0,0-1,0 1,0 0,0-1,0 1,0-1,1 1,-1 0,0-1,0 1,-1-1,1 1,0 0,0-1,0 1,4-20</inkml:trace>
  <inkml:trace contextRef="#ctx0" brushRef="#br0" timeOffset="1503.315">2371 231,'9'-5,"13"1,13 6,14 7,13 6,7 8,-8-1</inkml:trace>
  <inkml:trace contextRef="#ctx0" brushRef="#br0" timeOffset="2138.275">2772 899,'-6'-41,"1"-1,2 1,2-1,1 1,3-1,4-23,-5 45,-1 8,0 1,1-1,0 0,1 1,0-1,1 1,3-8,-6 18,1 0,-1 0,0 1,1-1,-1 1,1-1,-1 1,1 0,-1-1,1 1,-1 0,1 0,-1 0,1 0,-1 0,1 0,-1 1,0-1,1 0,-1 1,1-1,-1 1,0 0,1-1,-1 1,0 0,0 0,1 0,-1 0,0 0,0 0,0 0,0 0,0 0,0 0,-1 1,1-1,0 0,-1 1,1 0,8 6,131 83,-134-85,-1-1,0 2,0-1,-1 0,1 1,-2 0,1 0,-1 0,0 0,0 1,-1-1,0 1,0 0,-1-1,0 1,0 0,-1 0,0 0,0 0,-1 0,0-1,0 1,-1 0,-3 6,1 83,4-94,1 0,-1-1,1 1,-1-1,1 1,0 0,0-1,0 0,1 1,-1-1,0 0,1 1,0-1,-1 0,1 0,0 0,0 0,0-1,0 1,1-1,-1 1,0-1,1 0,-1 1,1-1,-1 0,1-1,-1 1,1 0,0-1,-1 0,1 1,0-1,-1 0,1 0,7-1,0 0,0 0,0 0,0-1,0-1,0 0,-1 0,8-4,-3 1,-2-1,1 0,-1-1,0 0,0-1,-1 0,-1-1,1 0,-1 0,-1-1,0-1,-1 0,0 0,-1 0,0-1,-1 0,0 0,-1-1,-1 0,0 1,-1-2,-6 8,-4 24,2-2,2 0,0 1,1-1,0 1,2-1,-1 1,2 1,-1-11,1 1,0-1,0 0,0 0,0 0,1 0,0 0,1 0,-1 0,1-1,0 1,0-1,1 0,0 0,0 0,0 0,0-1,1 0,0 1,-2-3,0 0,1 0,-1-1,0 1,1-1,-1 0,1 1,-1-2,1 1,0 0,-1-1,1 0,0 1,-1-2,1 1,0 0,-1-1,1 1,0-1,-1 0,1 0,-1-1,0 1,1-1,-1 0,0 1,0-1,0-1,1 1,4-5,1 0,-1-1,0 1,-1-2,0 1,0-1,-1 0,0 0,1-4,0 1,0-1,-1-1,-1 1,0-1,-1 0,0 0,-1-1,-1 1,1-15,-3 30,0-1,-1 0,1 1,0-1,0 0,0 0,0 1,-1-1,1 0,0 0,0 1,-1-1,1 0,0 0,-1 0,1 1,0-1,0 0,-1 0,1 0,0 0,-1 0,1 0,0 0,-1 0,1 0,0 0,-1 0,1 0,0 0,-1 0,1 0,0 0,-1 0,1 0,0 0,-1 0,1-1,0 1,-1 0,1 0,0 0,0-1,-1 1,1 0,0 0,0-1,-1 1,1 0,0 0,0-1,0 1,-1-1,-2 9,-1-1,1 1,1 0,-1 0,1 0,0 0,1 0,0 1,1-1,-1 0,1 1,1-1,0 0,0 0,1 1,-1-1,2 0,-1 0,1-1,1 1,-1 0,1-1,0 0,1 0,0 0,0-1,1 0,-1 1,1-2,1 2,9 2,0 1,0-2,1 0,0-1,1-1,-1 0,1-2,0 0,0-1,12 1,96 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34.0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906 66,'-87'-21,"-1"4,0 4,0 3,67 10,1 1,0 1,0 1,1 0,-1 2,1 0,0 1,0 1,0 1,1 0,0 2,1 0,0 1,1 0,0 1,1 1,0 1,1 0,0 1,1 1,1 0,1 0,0 1,1 0,1 1,0 1,2-1,-2 8,-3 11,1 0,3 1,0 0,3 1,1-1,2 1,2 0,3 20,-3-40,2 1,1-1,0 0,1 0,1-1,1 1,1-1,0 0,2-1,0 1,0-2,2 1,0-2,1 1,0-2,1 1,1-2,0 0,15 10,-9-9,0-2,1 0,1-1,0-2,0 0,1-1,0-1,0-1,1-1,0-1,0-2,0 0,0-1,0-2,0 0,0-2,0 0,-1-2,1 0,17-8,-13 4,0-2,0-1,-1-1,-1-1,0-1,-1-2,0-1,-2 0,0-2,-1 0,-2-2,0 0,-1-2,-1 0,-1-1,-1 0,-2-1,0-1,-2-1,6-20,-10 19,-1-1,-2 0,0-1,-3 1,0-1,-2 1,-1-1,-2 1,-1 0,-1 0,-2 0,-3-7,4 22,0-1,-2 2,0-1,-1 1,0 0,-1 1,0 0,-1 1,-1 0,0 1,0 0,-1 0,-1 2,1 0,-2 0,1 1,-1 1,0 0,-15-3,-1 0,-1 2,0 1,0 1,-1 2,0 1,0 1,0 3,1 0,-21 4,15 1,0 1,1 1,0 2,0 2,1 1,1 2,1 2,0 1,1 1,0 2,2 1,1 2,-2 2,22-16,-1 0,1 1,0 0,1 0,1 1,0 0,0 1,1 0,1 0,0 0,1 1,0-1,1 1,1 1,0-1,1 0,1 1,0-1,0 1,2 9,18 43,7-11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0:49.1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563 363,'-11'-1,"1"0,-1 1,0 0,0 1,1 0,-1 0,1 1,-1 1,1 0,0 1,0-1,0 2,0 0,1 0,0 0,0 1,-8 7,-1 8,1 0,2 2,0 0,1 0,-6 16,7-16,-14 24,3 1,1 1,3 1,2 1,2 0,2 1,3 1,2 0,2 0,2 1,3 0,3 3,10 30,3-1,5 0,3-2,4 0,10 16,11 27,5-2,6-2,62 97,-86-169,1-1,3-2,2-2,1-1,3-3,1-1,2-2,2-3,1-1,2-3,15 5,110 50,3-7,3-8,65 11,-98-44,1-5,2-8,0-6,2-7,-1-6,97-11,-57-12,-1-8,-1-8,-1-9,182-65,425-151,-608 188,-4-8,136-79,-280 134,-1-1,-2-2,0-2,-2-2,-1-1,-1-2,-2-1,-1-2,-2-1,-1-1,-2-1,0-4,30-72,-4-1,29-101,-71 185,-1-1,-2 0,-1-1,-2 0,-1 0,-1 0,-2-7,-1 17,1-37,-3 0,-3 0,-4-13,7 56,-2 0,0 0,-1 1,-1-1,-1 1,0 0,-1 1,0 0,-1 0,-1 1,0 0,-1 1,-6-6,-18-11,-2 1,0 2,-31-16,-22-16,-6-11,41 28,-1 3,-2 2,-34-14,-191-69,3 14,-157-32,240 90,-1 8,-2 10,-1 8,-1 9,-101 10,-498 30,420-11,2 17,-294 66,566-79,2 4,0 5,2 4,1 5,-84 45,157-66,1 0,1 2,1 1,0 1,2 1,0 1,-12 18,-42 70,51-83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2:23.7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0,'4'12,"7"-4,0-3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2:47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83 226,'-3'14,"0"15,-2 17,0 12,-2 7,1 5,-2-2,-1-2,-1-9,1-11,-1-11,2-12</inkml:trace>
  <inkml:trace contextRef="#ctx0" brushRef="#br0" timeOffset="615.012">16 186,'3'-11,"1"0,1 1,0-1,0 1,1 1,0-1,1 1,0 0,1 0,-1 1,2 0,-1 0,1 1,0 0,0 1,1 0,0 0,0 1,1 1,-1-1,1 2,0-1,0 1,0 1,11-1,-15 2,1 1,-1 0,1 0,-1 0,0 1,1 0,-1 1,0 0,0 0,0 0,0 1,0 0,-1 0,1 1,-1 0,0 0,0 0,0 1,-1 0,0 0,0 0,0 1,0-1,-1 1,0 1,0-1,0 0,-1 1,0 0,-1 0,1 0,-1 0,-1 0,1 2,-2 1,0 0,-1 0,0-1,0 1,-1 0,-1 0,1-1,-2 0,1 1,-1-1,-1 0,1-1,-2 1,1-1,-1 0,0 0,-1-1,0 0,0 0,-11 10,-1-1,-1 0,0-2,-1 0,-1-1,0-2,-1 0,-132 49,153-59,1 1,0 0,-1 0,1 0,0 0,0 0,0 0,0 0,0 0,0 0,0 0,1 0,-1 1,1-1,0 0,0 0,0 1,0-1,0 0,0 1,0-1,1 0,-1 0,1 0,0 1,-1-1,1 0,0 0,0 0,1 0,-1 0,0 0,1-1,-1 1,1 0,-1-1,1 1,0-1,0 1,1 0,4 8,-1 3,1-1,1 0,0-1,0 1,1-2,1 1,0-1,0-1,1 0,0 0,0-1,1 0,0-1,0-1,1 0,0 0,0-1,1-1,-1 0,1-1,0-1,13 1,-19-3,-1 0,0-1,0 0,0 0,0 0,0-1,-1 0,1-1,0 0,-1 0,1 0,-1 0,0-1,0 0,-1-1,1 1,-1-1,0 0,0 0,-1-1,1 0,-1 1,0-1,-1-1,0 1,0 0,0-1,0 0,-1 1,1-5,3-48,-6 57,0 1,0 0,0-1,-1 1,1 0,0-1,-1 1,1 0,0 0,-1-1,0 1,1 0,-1 0,0 0,1 0,-1 0,0 0,0 0,0 0,0 0,0 0,0 0,0 0,0 1,-1-1,1 0,0 1,0-1,0 1,-1 0,1-1,0 1,-1 0,1 0,0 0,-1 0,1 0,0 0,-1 0,1 0,0 0,-1 1,-3 0,-1 2,1-1,-1 0,1 1,0 0,0 1,0-1,1 1,-1 0,1 0,0 0,0 0,0 1,1 0,-1 0,1 0,0 0,1 0,-1 1,1-1,0 1,1-1,-1 1,1 0,0 0,0 0,1 0,0 0,0 0,1 4,0-7,0 1,0 0,0-1,1 1,0-1,-1 1,1-1,1 0,-1 0,0 0,1 0,0 0,-1 0,1-1,0 0,0 1,1-1,-1 0,0 0,1-1,-1 1,1-1,2 1,88 16,14-13,-61-5</inkml:trace>
  <inkml:trace contextRef="#ctx0" brushRef="#br0" timeOffset="1289.452">952 694,'0'-1,"33"-75,-32 74,0 0,-1 0,0 0,1-1,-1 1,0 0,0 0,0-1,0 1,-1 0,1 0,-1-1,1 1,-1 0,0 0,0 0,0 0,0 0,0 0,0 0,0 0,-1 1,1-1,-1 0,1 1,-1-1,0 1,0-1,1 1,-1 0,0 0,0 0,0 0,-2 0,-2-1,-1 1,0 1,1-1,-1 1,0 0,1 1,-1-1,1 1,-1 1,0-1,1 1,0 0,0 1,-1-1,1 1,1 1,-1-1,0 1,1 0,0 0,0 0,0 1,0 0,1 0,0 0,0 1,0-1,1 1,-1 0,2 0,-1 0,0 0,1 0,0 1,1-1,0 1,0-4,0 0,1 0,-1 0,1 0,0 1,0-1,0 0,0 0,1 0,-1 0,1 0,0 0,0 0,0 0,0 0,0-1,1 1,-1 0,1-1,0 1,0-1,0 1,0-1,0 0,0 0,1 0,-1 0,1 0,0-1,-1 1,1-1,2 1,2 1,0 0,0-1,1 0,-1-1,1 0,-1 0,1 0,0-1,-1 0,1-1,-1 1,8-3,-5 1,-1 0,0-1,-1 0,1 0,0-1,-1 0,0-1,0 0,0 0,0 0,-1-1,0-1,0 1,-1-1,0 0,0 0,0-1,-1 0,0 0,-1 0,0 0,0-1,0-2,-6 2,-8 22,1 8,1 2,0-1,2 1,1 0,1 0,0 0,2 1,1-1,1 23,3 0,2-1,2 0,2 0,9 27,5 26,-21-94,-1 0,1 0,-1 0,0 0,0 0,-1 0,1 0,-1 0,0 0,0 0,0 0,0 0,-1 1,0-1,0 0,0 0,0 0,0-1,-1 1,0 0,0 0,0-1,0 1,0-1,-1 0,0 0,1 0,-1 0,-3 2,1-2,-1-1,0 0,0 0,0 0,0-1,0 0,0 0,-1-1,1 1,0-1,0 0,-1-1,1 0,0 0,0 0,0-1,0 0,0 0,0 0,0-1,-3-2,-1 0,1-1,0 0,0-1,1 1,0-2,0 1,0-1,1 0,0-1,1 0,0 0,-1-1,4 4,-1 1,1-1,1 0,-1 0,1 0,0 0,0 0,0 0,1-1,0 1,0-1,1 1,0-1,0 1,1 0,-1-1,1 1,1-1,-1 1,1 0,0 0,1 0,-1 0,1 0,3-4,7-1,0 0,1 1,1 1,0 0,0 1,0 1,1 0,0 1,1 1,-1 0,1 1,0 1,0 1,0 0,0 1,2 1,-13-1,168-10,-210 13,10-2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3:01.9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74 45,'0'23,"0"19,0 16,0 9,0 5,-2-1,-3-4,-3-5,-5-10,-2-9,-1-9,2-10</inkml:trace>
  <inkml:trace contextRef="#ctx0" brushRef="#br0" timeOffset="507.56">7 32,'10'-5,"1"0,-1 1,1 0,-1 1,1 0,0 0,1 1,-1 1,0 0,0 0,1 1,2 1,-9-1,1 1,-1-1,1 1,-1 0,0 1,0-1,1 1,-1 0,0 1,-1-1,1 1,0 0,-1 0,1 0,-1 1,0-1,0 1,-1 0,1 0,-1 1,0-1,0 1,0-1,0 1,-1 0,0 1,0 1,0 0,-1 0,0 0,0 0,-1 0,0 0,0 1,-1-1,0 0,0 0,-1 0,0 0,0 0,0-1,-1 1,0-1,0 1,-1-1,-1 2,-5 8,0-1,-2-1,0 0,0 0,-1-1,-15 10,-36 15,71-48,-2 6,1 0,0 1,0-1,0 1,1 0,-1 1,1 0,-1 0,1 0,0 1,0 0,0 0,0 1,0 0,-1 0,1 0,0 1,0 0,0 1,0-1,-1 1,1 0,-1 1,1 0,-1 0,0 0,0 1,0 0,-1 0,1 0,-1 1,0 0,0 0,-1 0,0 0,3 4,-3 0,0 1,0 0,-1-1,0 1,-1 0,0 0,-1 1,0-1,0 0,-1 0,0 1,-1-1,0 0,-1 0,0 0,-1 0,0 0,0 0,-1 0,0-1,-1 0,0 0,-1 0,1-1,-2 1,1-1,-1-1,0 1,-1-1,0-1,0 1,0-1,-1-1,0 0,0 0,0 0,-8 2,8-4,0 1,0-2,-1 1,1-1,-1 0,1-1,-1 0,-9-1,17 0,-1 0,1 0,-1-1,0 1,1-1,-1 1,1-1,-1 0,1 0,-1 0,1 0,0-1,-1 1,1-1,0 1,0-1,0 0,0 0,1 0,-1 0,0 0,1 0,-1 0,1-1,0 1,0 0,0-1,0 1,0-1,0 1,1-1,-1 1,1-4,6-50,3 30</inkml:trace>
  <inkml:trace contextRef="#ctx0" brushRef="#br0" timeOffset="1077.965">449 166,'21'-12,"1"1,0 1,0 1,1 1,0 2,1 0,-1 1,1 1,24 0,-46 3,1 1,0 0,-1-1,1 2,-1-1,1 0,0 0,-1 1,1-1,-1 1,1 0,-1 0,1 0,-1 0,1 0,-1 1,0-1,0 1,0-1,0 1,0 0,0 0,0 0,0 0,-1 0,1 0,-1 0,0 1,1-1,-1 0,0 1,0-1,-1 1,1-1,0 1,-1 0,0 1,-1 8,-1-1,0 1,-1 0,0-1,-1 0,0 0,-1 0,0 0,-1 0,0-1,-1 0,0-1,0 1,-1-1,0-1,-1 0,0 0,-4 3,-28 27,40-38,1 1,0 0,0-1,0 1,0-1,-1 1,1 0,0-1,0 1,0 0,0-1,0 1,0-1,1 1,-1 0,0-1,0 1,0-1,1 1,-1 0,0-1,0 1,1-1,-1 1,1-1,-1 1,0-1,1 1,-1-1,1 0,-1 1,1-1,-1 1,1-1,0 0,-1 0,1 1,-1-1,1 0,0 0,-1 0,1 0,-1 0,1 1,0-1,-1 0,1 0,0-1,-1 1,1 0,-1 0,1 0,0 0,-1-1,1 1,-1 0,1 0,0-1,2 1,11 2,1 0,0 1,0 0,-1 1,0 1,0 0,0 1,0 1,-1 0,0 1,-8-5,0 0,0 1,0 0,-1 0,1 0,-1 1,0-1,-1 1,1 0,-1 0,0 0,0 1,0-1,-1 1,0 0,0-1,0 1,-1 0,0 0,0 0,0 0,-1 0,0 0,0 0,-1 0,0 1,1-3,-1 0,0 0,0 0,0 0,-1 0,0 0,1-1,-1 1,0 0,-1-1,1 0,-1 1,1-1,-1 0,0-1,0 1,0 0,-1-1,1 1,0-1,-1 0,0 0,1-1,-1 1,0-1,0 0,0 0,0 0,0 0,-2-1,-6 2,-1-1,0-1,0 0,0-1,1 0,-1-1,0-1,1 0,-3-1,-72-22,87 26,0 0,0 0,0 0,0 0,1 1,-1-1,0 0,0 0,0 0,0 0,0 0,0 0,0 1,0-1,0 0,0 0,0 0,0 0,0 0,0 1,0-1,0 0,0 0,0 0,0 0,0 0,0 1,0-1,0 0,0 0,0 0,0 0,-1 0,1 1,17 3,-3-2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2:30.195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1431,'12'129,"26"463,-21-371,-17-220,0 1,0-1,0 1,0-1,0 0,0 1,0-1,0 0,0 1,1-1,-1 0,0 1,1-1,-1 0,1 1,0-1,-1 0,1 0,0 0,0 0,0 0,-1 0,1 0,0 0,1 0,-1 0,0 0,0-1,0 1,0 0,1-1,-1 1,0-1,0 1,1-1,-1 0,0 1,1-1,-1 0,1 0,-1 0,0 0,1 0,-1 0,0-1,1 1,0-1,114-6,77 2,0 15,109-11,463-40,50 33,-704 3,0 5,102 13,110 15,157-23,179 4,-422-10,1461 1,-955-36,-675 31,99-7,627-29,-261 27,327-24,177 9,-467 30,-253 29,-209-17,488 22,-181-5,397 7,-692-29,547 8,-40-10,-387-7,549-7,384-11,-280 11,389-11,1071 19,-1795 14,-52-15,-241-12,443 14,-136 23,590 55,-551-37,-606-42,-3 0,0 1,0-1,-1 0,1 1,0-1,0 0,0 0,0-1,-1 1,1 0,0 0,0-1,0 1,-1-1,1 0,0 1,-1-1,1 0,0 0,-1 0,1 0,-1-1,2 0,-1-7</inkml:trace>
  <inkml:trace contextRef="#ctx0" brushRef="#br0" timeOffset="4013.814">0 1364,'12'1,"1"0,-1 1,0 0,-1 1,1 0,0 1,-1 0,3 3,-9-6,47 14,1-2,0-2,0-3,1-3,0-1,0-3,27-4,244-10,-146 2,157 13,289 31,-245-30,342 11,285 33,-547-29,560 7,-676-31,1359-15,813 22,-1739-23,-256 4,1583-61,-1936 75,1599-15,-759 46,-84 40,336 4,-412-67,-65-53,-526 27,734-58,-400 61,452 14,-623 6,-76 10,71 22,373 13,-248-19,578 12,-852-22,-286 46,54 204,-27 67,-8-245,2-79,-1-1,0 1,-1-1,0 1,0-1,-1 0,0 1,-1-1,0 0,-1 0,0-1,0 1,0-1,-3 2,-25 62,32-70,-1-1,1 1,-1-1,1 1,-1-1,0 1,0-1,1 1,-1-1,0 0,0 1,0-1,-1 0,1 0,0 0,0 0,-1 0,1 0,0 0,-1 0,1-1,-1 1,1 0,-1-1,1 0,-1 1,0-1,1 0,-1 1,1-1,-1 0,0 0,1 0,-1-1,-59-11,50 8,-64-17,0 4,-57-6,-84 4,-1 10,0 9,-24 12,170-8</inkml:trace>
  <inkml:trace contextRef="#ctx0" brushRef="#br0" timeOffset="4735.221">25761 1498,'0'-9,"0"-1,-2 11,-1 18,-2 22,-1 25,2 21,1 19,0 9,4 4,6-3,5-7,1-14,2-17,-3-23</inkml:trace>
  <inkml:trace contextRef="#ctx0" brushRef="#br0" timeOffset="5544.642">26229 548,'-3'16,"1"17,-1 11,0 8,2 7,0 1,0-2,1-4,0-6,0-10,-2-9,-3-9,-1-8</inkml:trace>
  <inkml:trace contextRef="#ctx0" brushRef="#br0" timeOffset="5881.852">26175 535,'-5'40,"10"-17,1 0,0 0,2-1,0 0,2-1,0 0,1-1,10 13,-6-6,18 28,-16-29,-2 0,-1 1,-1 1,8 24,-20-50,0 0,0 1,-1-1,1 0,0 1,-1-1,0 1,1-1,-1 1,0-1,0 1,-1-1,1 1,0-1,-1 0,0 1,1-1,-1 1,0-1,0 0,0 0,-1 0,1 1,0-1,-1 0,1-1,-1 1,0 0,0 0,0-1,0 1,0-1,0 1,0-1,0 0,-17 5,-1 0,0-2,1 0,-1-1,0-1,-1-1,1-1,-6-1,3 2,-109-5,118 1</inkml:trace>
  <inkml:trace contextRef="#ctx0" brushRef="#br0" timeOffset="6248.909">26604 1083,'-45'39,"45"-37,-1-1,1 0,-1 1,1-1,-1 1,1-1,0 0,-1 1,1-1,0 1,0-1,0 1,0-1,0 1,1-1,-1 0,0 1,1-1,-1 1,1-1,-1 0,1 1,0-1,0 0,-1 0,1 0,0 1,0-1,0 0,0 0,0 0,0-1,1 1,-1 0,0 0,0 0,1-1,-1 1,1-1,10 5,-1-1,1 0,0-1,0 0,0-1,0 0,0-1,1-1,-1 0,0 0,0-2,1 1,0-2,-9 3,1-1,-1 1,1-1,-1-1,0 1,1 0,-1-1,0 0,0 0,0-1,0 1,0-1,-1 1,1-1,-1 0,0-1,1 1,-2-1,1 1,0-1,-1 0,1 0,-1 0,0 0,-1 0,1 0,-1-1,0 1,0-1,0 1,0-1,-1 1,0-1,0 1,0-1,0 0,-1-2,-1 3,1-1,-1 1,0 0,0-1,-1 1,1 0,-1 0,0 1,0-1,0 1,0-1,-1 1,1 0,-1 0,0 0,0 1,0-1,0 1,-1 0,1 0,-1 1,1-1,-1 1,1 0,-5 0,-4-2,0 2,-1 0,1 1,0 0,0 1,0 0,0 1,-12 3,-113 48,72-21</inkml:trace>
  <inkml:trace contextRef="#ctx0" brushRef="#br0" timeOffset="6833.37">24370 1431,'7'18,"5"13,-1 12,-1 13,-5 11,-8 9,-5 6,-6 2,-4 1,0-5,3-7,4-9,4-14,3-14</inkml:trace>
  <inkml:trace contextRef="#ctx0" brushRef="#br0" timeOffset="7285.269">24732 428,'0'16,"2"17,6 13,5 12,6 8,1 5,-2 2,-4-3,-5-4,-4-9,-5-7,-5-9,-3-11,-3-9,-3-9,0-6,2-5</inkml:trace>
  <inkml:trace contextRef="#ctx0" brushRef="#br0" timeOffset="7617.393">24745 415,'19'46,"101"121,-96-140,-2 0,-1 1,-2 1,0 1,-2 0,-2 2,0 0,4 18,-17-43,0 1,0-1,-1 0,0 0,0 1,-1-1,0 1,-1-1,1 0,-1 1,-1-1,1 0,-1 0,-1 0,1 0,-1 0,0 0,-1-1,1 1,-2-1,1 0,0 0,-1 0,0-1,0 0,-1 0,0 0,-4 2,-6 3,-1-2,0 0,0-1,-1-1,1 0,-1-2,-1 0,1 0,-1-2,1-1,-1 0,-14-2,6 1</inkml:trace>
  <inkml:trace contextRef="#ctx0" brushRef="#br0" timeOffset="7949.547">25200 1164,'5'-64,"-3"0,-2 1,-6-35,23 220,-10-21,-4-1,-11 99,2-145</inkml:trace>
  <inkml:trace contextRef="#ctx0" brushRef="#br0" timeOffset="10223.394">21711 1805,'0'3,"0"0</inkml:trace>
  <inkml:trace contextRef="#ctx0" brushRef="#br0" timeOffset="10485.554">20908 1859,'0'0</inkml:trace>
  <inkml:trace contextRef="#ctx0" brushRef="#br0" timeOffset="10667.672">20120 1926,'0'0</inkml:trace>
  <inkml:trace contextRef="#ctx0" brushRef="#br0" timeOffset="10905.549">18943 1966,'0'0</inkml:trace>
  <inkml:trace contextRef="#ctx0" brushRef="#br0" timeOffset="11146.903">18249 1979,'0'0</inkml:trace>
  <inkml:trace contextRef="#ctx0" brushRef="#br0" timeOffset="11416.187">17285 1966,'0'0</inkml:trace>
  <inkml:trace contextRef="#ctx0" brushRef="#br0" timeOffset="12921.889">1845 1404,'2'3,"3"9,1 16,2 20,-1 20,-2 16,-1 12,-1 8,-2 5,2-1,2-7,3-9,4-16,3-17,-1-17</inkml:trace>
  <inkml:trace contextRef="#ctx0" brushRef="#br0" timeOffset="13740.755">334 134,'2'20,"4"21,2 15,2 11,0 6,0 1,-1-2,-2-5,-3-8,-2-11,-1-13</inkml:trace>
  <inkml:trace contextRef="#ctx0" brushRef="#br0" timeOffset="14147.751">228 1,'67'32,"-26"-8,-1 1,-2 1,0 3,-2 1,-1 1,-2 2,-1 2,-2 1,-1 1,18 32,-38-53,0 0,-2 0,0 1,-1 0,-1 0,0 0,-1 1,-1 0,0 11,-3-21,1 1,-2 0,1-1,-1 1,-1-1,1 1,-1-1,-1 0,0 0,0 0,0 0,-1 0,0-1,-1 1,0-1,0 0,0-1,-1 1,0-1,-6 5,-12 4,-1-1,0-2,-1 0,-1-2,1 0,-2-2,1-1,-1-2,0 0,0-2,0-1,0-1,-19-3,-30 6,54-1,10-1</inkml:trace>
  <inkml:trace contextRef="#ctx0" brushRef="#br0" timeOffset="15287.569">1016 749,'0'-436,"1"919,-1-470,0 0,2 0,-1 0,2 0,0 0,0 0,1-1,3 6,4 1</inkml:trace>
  <inkml:trace contextRef="#ctx0" brushRef="#br0" timeOffset="15927.152">1471 469,'-4'-5,"0"1,-1 0,1 0,-1 0,0 0,0 1,0 0,0 0,0 1,-1-1,1 1,-1 0,0 1,0-1,0 1,1 0,-1 0,0 1,0 0,0 0,0 0,0 1,0 0,0 0,0 1,1-1,-1 1,0 0,1 1,-4 1,3 0,-1 0,1 0,0 0,0 1,1 0,-1 0,1 0,0 1,1-1,-1 1,1 0,0 1,1-1,-1 1,1-1,-1 5,4-10,0 1,0-1,0 1,0-1,0 1,0-1,0 0,0 1,0-1,1 1,-1-1,1 1,-1-1,1 0,-1 1,1-1,0 0,0 0,0 1,0-1,0 0,0 0,0 0,0 0,0 0,0 0,0 0,1-1,-1 1,0 0,1-1,-1 1,0-1,1 1,-1-1,1 0,-1 0,1 1,59 3,-46-5,1-1,0-1,-1-1,0 0,0-1,0-1,-1 0,1-1,-2 0,1-2,-1 1,0-1,-1-1,2-2,-12 11,-2 0,0 0,0 1,1-1,-1 1,0-1,1 1,-1-1,0 1,1-1,-1 1,1-1,-1 1,0 0,1-1,-1 1,1 0,-1-1,1 1,0 0,-1 0,1-1,-1 1,1 0,-1 0,1 0,0 0,-1 0,1 0,0 0,-1 0,1 0,-1 0,1 0,0 0,-1 0,1 0,-1 1,1-1,-1 0,1 0,-1 1,1-1,-1 0,1 1,-1-1,1 1,-1-1,1 0,-1 1,0-1,1 1,-1-1,0 1,1 0,-1-1,0 1,0-1,1 1,9 149,-7 105,-3-252,0-1,0 1,0 0,-1-1,1 1,-1 0,1-1,-1 1,0-1,0 1,0-1,0 0,-1 1,1-1,0 0,-1 0,0 0,1 0,-1 0,0 0,0 0,0-1,0 1,-1-1,1 1,0-1,-1 0,1 0,-1 0,1 0,-1 0,1-1,-1 1,1-1,-1 0,0 0,1 0,-1 0,0 0,1 0,-1-1,1 1,-2-1,-164-46,152 45,24 4</inkml:trace>
  <inkml:trace contextRef="#ctx0" brushRef="#br1" timeOffset="111659.405">13168 1484,'-5'-4,"-1"-5,-2 1,1 0</inkml:trace>
  <inkml:trace contextRef="#ctx0" brushRef="#br0" timeOffset="121051.405">8449 1498,'23'86,"-4"1,-4 0,-4 1,-1 47,-8-110,3 57,-2-21,3 1,2-1,15 53,-8-77,-11-38,-1-6</inkml:trace>
  <inkml:trace contextRef="#ctx0" brushRef="#br0" timeOffset="121745.995">10013 1578,'9'-11,"5"-7,1-1,-3-1,-3 10,-3 16,-2 21,-1 19,3 15,1 12,6 4,1 0,1-3,-1-4,-4-3,-10-8,-6-13</inkml:trace>
  <inkml:trace contextRef="#ctx0" brushRef="#br0" timeOffset="122491.453">8930 482,'0'16,"3"14,0 11,2 9,0 3,2 3,-1 0,1-2,0-5,0-8,2-5,1-9,0-7,-1-7,-1-7,-2-8,-4-8,-3-2</inkml:trace>
  <inkml:trace contextRef="#ctx0" brushRef="#br0" timeOffset="122908.995">9051 455,'38'22,"-5"-1,-1 1,-1 1,-1 2,-1 1,-2 2,0 0,-2 2,-1 1,-2 0,0 2,4 13,-22-40,-1 1,1 0,-1 0,0 0,-1 0,0 0,0 1,0-1,-1 1,0-1,-1 1,1 0,-1-1,-1 1,0-1,0 1,0-1,-1 1,0-1,-1 0,1 1,-1-1,-1-1,1 1,-1 0,-1-1,1 0,-1 0,0 0,-1 1,-9 1,1-1,-2 0,1-1,-1-1,1 0,-1-1,-1-1,1-1,0 0,-1-1,1 0,-1-2,0 0,1-1,-2 0,11 1,-41-15,49 9,5 1</inkml:trace>
  <inkml:trace contextRef="#ctx0" brushRef="#br0" timeOffset="123706.8">9519 963,'-6'-6,"4"5,1 0,0 0,-1 0,1-1,0 1,0 0,0-1,0 1,0-1,0 1,0-1,0 1,1-1,-1 0,1 1,-1-1,1 0,0 0,-1 1,1-1,0 0,0-1,5-45,2 0,2 1,9-26,-4 32,-13 41,-1 0,1 0,0 1,-1-1,1 0,0 0,-1 1,1-1,-1 0,1 1,0-1,-1 1,1-1,-1 1,1-1,-1 1,0-1,1 1,-1-1,1 1,-1-1,0 1,1 0,-1-1,0 1,0 0,0-1,0 1,1 0,-1-1,0 1,0 0,0 0,0-1,-1 1,1 0,0-1,0 1,0 0,0-1,-1 1,1-1,0 1,-1 0,1 0,14 403,-10-365,3-58,-6 6</inkml:trace>
  <inkml:trace contextRef="#ctx0" brushRef="#br0" timeOffset="124049.522">9799 683,'5'16,"1"-1,0 1,0-1,2 0,0-1,0 0,2 0,-1-1,2 0,0 0,0-1,1-1,4 3,129 105,-144-118,1 0,-1 0,1 0,-1 0,0 0,0 1,1-1,-1 0,0 1,0-1,0 1,0-1,-1 1,1 0,0-1,-1 1,1 0,-1 0,1-1,-1 1,0 0,0 0,0 0,0-1,0 1,0 0,0 0,-1 0,1-1,-1 1,1 0,-1-1,0 1,0 0,1-1,-1 1,0-1,0 1,-1-1,1 1,0-1,0 0,-1 0,1 0,-2 1,-12 6,-1 0,0-2,-1 0,1-1,-1 0,0-2,-1 0,1-1,0 0,-1-2,1 0,-1-1,-3-1,-29-3</inkml:trace>
  <inkml:trace contextRef="#ctx0" brushRef="#br0" timeOffset="124298.405">9813 615,'11'-14,"11"-8,11-8,10-3,13-6,7-2,5-1,-3 2,-12 5,-15 9</inkml:trace>
  <inkml:trace contextRef="#ctx0" brushRef="#br0" timeOffset="124818.627">8997 402,'-5'-7,"-1"2,3 10,1 11,4 14,4 14,2 14,4 11,0 7,0 4,-4-11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4:45.6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19068 1004,'26'79,"-14"-52,7 31,-3 0,-2 2,-3 0,-3 0,-2 1,-3 23,7 45,11 52,8 143,-30 115,1-430,0 1,-1-1,1 1,-2-1,0 0,0 0,0 1,-1-1,-1-1,1 1,-2 0,-3 6,-8 8,0-1,-1-1,-2 0,0-1,-1-1,-17 12,18-20,-1 0,0-1,-1-2,0 0,0-1,0-1,-1-1,0-1,0-1,-8 0,2 1,-144 21,-128 0,-185-11,-367-15,338-14,30 8,-221 2,31 19,636-14,-272-2,-22-15,269 12,-560-39,-82 17,-57 0,234 14,-50 31,78 3,-278-5,-479-17,1029 10,-62 17,-20 1,-303-8,-488 22,298-35,93-1,548-10,-205 2,-69 27,-1406-25,1544 0,285 1,0-1,0 0,0-1,0-1,0 0,0-1,1 0,-1-1,1-1,1 1,-1-2,1 0,0 0,0-1,1 0,0-1,0 0,1-1,1 0,-1 0,-2-6,-20-34,3-2,3-1,-7-19,-20-45,-30-50,8-3,-12-59,14-11,-63-178,113 364,2 0,3-2,3 0,1 0,4-1,2-1,1-10,4 38,2 0,1 0,1 0,1 0,2 0,1 1,1 0,1 0,2 0,9-17,10-9,1 3,3 0,3 2,17-18,-33 48,0 1,1 1,0 1,2 1,0 1,1 1,0 1,1 1,0 1,1 1,1 2,-1 0,5 1,46-7,0 2,1 4,-1 4,5 3,632-11,1645 11,-521-44,183 12,500 30,-1182 41,-21 46,-1282-82,1555 103,-1143-62,436 60,-199 8,-61-38,-449-50,134-3,-78-11,-153-1,263 38,-148-6,15 6,-92-4,-109-38,1 1,0 0,-1 0,0 1,0 0,0 0,-1 0,0 1,2 3,9 9,-16-18,-1 0,0-1,0 1,1-1,-1 1,0-1,1 1,-1 0,1-1,-1 1,1-1,-1 0,1 1,-1-1,1 1,-1-1,1 0,0 1,-1-1,1 0,0 0,-1 1,1-1,-1 0,1 0,0 0,0 0,-1 0,1 0,0 0,-1 0,1 0,0 0,-1 0,1-1,-1 1,1 0,0 0,-1-1,1 1,0 0,-1-1,1 1,-1-1,1 1,4-12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01.3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9455 15,'-47'10,"-248"-2,117 2,-87-10,108-1,149 1,-299 2,-2 14,106-6,-57-11,98 0,-403 9,5-1,345-9,-257 16,110-30,-438 4,534 13,-473-1,249-38,402 31,-372-15,-169 23,236 23,254-8,0 7,-13 9,93-20,-300 85,319-82,-1 2,2 1,1 3,-27 18,-14 7,75-45,-1 1,1 1,-1-1,1 1,0-1,0 1,0 0,1 1,-1-1,1 1,-1-1,1 1,0 0,1 0,-1 0,1 1,0-1,0 1,0-1,0 1,1 0,0-1,0 1,0 0,0 1,1-2,-1 0,1 1,0-1,0 0,1 0,-1 1,1-1,0 0,0 0,0 0,1 0,-1 0,1 0,0 0,0 0,0-1,1 1,-1-1,1 1,0-1,0 0,0 0,0 0,1-1,-1 1,1-1,0 0,-1 0,1 0,0 0,0-1,0 0,1 1,24 2,0-1,1-2,-1 0,0-2,1-2,-1 0,0-2,25-7,3 1,244-24,470 0,-573 28,75 12,210 44,77-16,-171-11,-138-8,106-13,-159-2,2453 1,-2001-14,43 6,-24-25,-308 34,-222-15,-116 12,0-1,-1-1,1-2,-1 0,0-1,15-7,-23 9,79-47,-86 44,-1 0,0-1,0 1,-1-1,0-1,-1 1,0-1,-1 1,1-1,-2 0,0-1,0 1,-1 0,0 0,0-1,-1 1,-1-1,0 1,-2-10,2-11,1 20,1 7,0-1,0 1,0 0,-1 0,0 0,0 0,0-1,0 1,-1 0,0 0,0 0,0 0,0 0,-1 0,1 0,-1 0,0 0,0 1,0-1,-1 1,1-1,-1 1,0 0,0 0,0 0,0 1,-1-1,1 1,-1-1,1 1,-1 0,-3 0,-119 1,107 2,-123 13,-13 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10.9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19.1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8236 522,'-1'-1,"0"0,-1 0,1-1,0 1,-1 0,1 0,-1 1,1-1,-1 0,0 0,1 1,-1-1,0 1,1-1,-1 1,0 0,0 0,1 0,-1 0,0 0,0 0,-1 0,0 0,-8 0,0-1,0 0,0-1,0 0,1-1,-1 0,1 0,-1-2,1 1,0-1,1 0,-4-3,-31-22,-1 3,-2 2,0 2,-2 2,0 2,-44-10,-20 1,-3 5,1 4,-2 6,-60 3,68 7,1-6,0-4,-58-16,-238-71,352 92,0 1,0 3,-44 3,-47-4,-248-16,-392 22,197 25,11-15,-10 33,356-29,-138 31,-292 50,484-67,-117 38,128-27,-131 41,222-53,1 3,1 4,3 3,-36 26,83-48,0 1,0 1,2 1,0 1,2 1,0 0,1 1,1 1,1 0,2 1,0 0,-5 17,7-12,1 1,2 0,0 1,3-1,0 1,2 1,1-1,2 0,1 0,1 0,1 0,2-1,5 13,3 9,1-1,3-1,2-1,3-1,1 0,2-2,3-1,6 6,-6-21,1-1,2-1,1-1,1-2,0-2,34 17,3 4,277 198,-297-206,1-3,1-1,2-3,1-3,1-2,1-2,1-3,1-2,39 4,130 5,31-8,-119-9,-87-5,305 20,353-23,-518-12,1 9,1 8,-87 2,89 5,101-8,457-43,-501 18,179-40,-210 28,98 2,-137 12,-1-8,18-12,-2 3,168-39,-305 58,0 2,1 3,33-1,236-15,-268 20,0-3,-1-3,-1-3,0-3,17-9,-69 24,0 0,0-1,-1 0,0-1,1 0,-2 0,1-1,-1-1,0 1,0-2,-1 1,0-1,-1 0,0-1,6-10,0-9,-2-2,-1 1,-1-2,-1 1,-2-1,-1 0,-2 0,-1-1,-2 1,-1-1,-1 1,-2 0,-1 0,-1 0,-3-4,-18-64,-3 0,-5 2,-29-55,44 107,-1 1,-2 1,-3 1,-1 2,-2 0,-1 2,-3 1,0 2,-3 1,-1 2,-1 1,-2 2,-1 2,-1 2,-1 1,-2 3,0 1,-5 1,-20 0,0 4,-1 3,0 3,-1 3,-39 3,-56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7.3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153 1,'-1'0,"1"0,-1 0,0 0,0-1,0 1,1 0,-1 0,0 1,0-1,0 0,1 0,-1 0,0 0,0 1,0-1,1 0,-1 1,0-1,1 1,-1-1,0 1,1-1,-1 1,0-1,1 1,-1 0,1-1,-1 1,1 0,0-1,-1 1,1 0,0-1,-1 1,1 0,0 0,0 0,-1-1,1 1,0 0,0 0,0 0,0 0,0-1,1 1,-1 0,0 0,0 0,0-1,1 1,-1 0,-1 4,-50 251,-20 99,70-346,0-8,0 1,0 0,0 0,1 0,-1-1,1 1,-1 0,1 0,-1 0,1 0,0 0,0 0,0 0,0 0,0 0,1 0,-1 0,1 0,-1 0,1-1,0 1,-1 0,1 0,0 0,0-1,0 1,1-1,-1 1,0-1,1 1,-1-1,0 1,1-1,0 0,-1 0,1 0,0 0,0 0,6-3,1-1,-1 0,0 0,0 0,0-1,-1-1,1 1,-1-1,0 0,-1-1,1 0,4-5,13-9,163-119,-185 137,1 0,0-1,-1 1,0-1,1 0,-1 1,0-1,0 0,-1 0,1-1,-1 1,1 0,-1 0,0-1,0 1,-1-1,1 1,-1 0,1-1,-1 0,0 1,0-1,-1 1,1-1,-1 1,0 0,0-1,0 1,0 0,0-1,-1 1,0 0,0-1,1 2,1 2,0-1,0 1,0-1,0 1,0-1,0 0,0 1,0-1,0 1,0-1,0 1,0-1,0 0,-1 1,1-1,0 1,0-1,-1 1,1-1,0 1,-1 0,1-1,-1 1,1-1,0 1,-1 0,1-1,-1 1,1 0,-1-1,1 1,-1 0,0 0,1 0,-1 0,1-1,-1 1,1 0,-1 0,1 0,-1 0,0 0,1 0,0 119,9 331,-8-372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8.0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1,'10'22,"9"42,-3 1,-3 1,-3 0,-3 0,-2 1,-4 5,2 89,2-150,2-32,-5 16,3-14,1 1,1 0,1 0,0 0,1 1,1 1,1-1,0 1,1 1,1 0,-11 13,0 0,0 0,0 0,0 0,0 0,0 1,0-1,1 1,-1-1,1 1,-1 0,1 0,0 0,-1 0,1 0,0 1,-1-1,1 1,0 0,0 0,0 0,-1 0,1 0,0 1,0-1,-1 1,1 0,0 0,-1 0,1 0,-1 0,1 0,-1 1,0-1,1 1,-1 0,0 0,0 0,0 0,1 2,2 4,0 1,-1 1,-1-1,1 1,-1-1,-1 1,0 0,-1 0,1 0,-2 0,0 0,0 0,0 0,-1 0,-1 0,0 0,0-1,-1 1,0 0,-1-1,0 0,0 0,-1 0,0 0,-1-1,0 0,0 0,-1 0,-3 2,9-8,0 0,0 0,0-1,-1 1,1-1,0 1,-1-1,1 1,-1-1,1 0,-1 0,0 0,1 0,-1 0,0 0,0 0,0 0,0-1,1 1,-1-1,0 1,0-1,0 0,0 0,0 0,0 0,0 0,0 0,0-1,0 1,0-1,0 1,0-1,0 0,0 0,1 0,-1 0,0 0,0 0,0-1,-1-4,1 0,-1-1,1 0,1 1,-1-1,1 0,0 0,1 0,0 0,0 0,0 0,1 0,0 0,0 0,1 0,0 1,0-1,0 1,1-1,0 1,3-5,0-1,1 0,1 0,0 0,0 1,2 1,-1-1,1 1,0 1,1 0,0 0,1 1,-1 1,2 0,-1 0,1 1,5-1,-15 6,0 0,0 0,0 0,0 0,0 1,0-1,0 1,0 0,0 0,0 0,0 0,0 1,0-1,0 1,0 0,0-1,0 1,0 1,0-1,-1 0,1 1,-1-1,1 1,-1 0,1 0,-1 0,0 0,0 0,0 1,0-1,0 1,-1-1,1 1,-1 0,1-1,-1 1,0 0,0 0,0 0,-1 1,16 145,-16-148,0 0,0 1,0-1,0 0,0 1,0-1,0 0,1 1,-1-1,1 0,-1 0,1 0,-1 1,1-1,-1 0,1 0,0 0,0 0,0 0,0 0,-1 0,1 0,1 0,-1-1,0 1,0 0,0 0,0-1,0 1,1-1,-1 1,0-1,1 0,10-2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8.3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35,'4'-6,"9"-8,2-1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8.7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0,'25'68,"-2"2,-3 0,-4 1,-3 1,0 18,1 367,1-353,-14-101,-1 0,1-1,0 1,1 0,-1-1,0 1,1-1,0 1,-1-1,1 0,0 0,0 1,0-1,0-1,1 1,-1 0,1-1,-1 1,1-1,-1 1,1-1,0 0,-1 0,1-1,0 1,0 0,0-1,0 0,0 0,-1 0,1 0,0 0,0 0,1-1,15-5,-1-1,0 0,0-2,-1 0,0-1,-1 0,0-2,0 0,-1 0,13-15,124-130,-121 127,-19 49,-5 23,25 84,-30-121,0-1,0 0,0 0,1 0,0 0,0 0,0 0,0-1,1 1,-1-1,1 0,0 0,0-1,0 1,0-1,0 0,1 0,-1 0,1 0,-1-1,1 0,0 0,-1 0,1-1,1 1,26-3,-4-5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8.9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166 27,'-16'0,"-7"-3,-5 0,-4-2,-3-3,4 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29.2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1 228,'25'-12,"26"-7,25-9,23-8,14-6,7-6,-18 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36.8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 0,'1'109,"-3"252,-21 80,-2-233,17-192,1-26,7-27,2 16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5:39.7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3008 69,'-40'0,"-50"0,0-3,-26-8,31 3,-1 4,-21 4,-148-10,40-23,9 48,154-8,-1-3,0-2,-40-3,-120-10,-46 10,135 1,38 5,-1 4,1 4,1 3,-34 13,-101 33,204-55,0 1,1 1,0 0,1 1,0 1,1 0,0 1,0 0,-9 14,18-22,0 1,1-1,-1 1,1 0,0 1,1-1,-1 0,1 1,0-1,1 1,-1 0,1-1,0 1,0 0,1 0,0 0,0 0,0 0,1 0,0-1,0 1,0 0,1 0,0-1,0 1,0-1,1 1,0-1,1 2,9 5,1-1,0-1,0 0,1-1,0 0,1-2,-1 1,2-2,-1 0,6 0,17 8,28 8,0-3,2-3,22 1,72 4,1-7,18-6,371 7,-402-6,1-6,60-9,282-8,-373 9,126-13,-74 8,-137 5,0-1,0-2,-1-2,-1-1,0-1,21-12,-47 21,1-1,-2 0,1 0,0-1,-1 0,0 0,0-1,0 0,-1 0,0 0,0-1,0 0,-1 0,0 0,0-1,-1 0,0-1,5-9,-1 0,-1 0,-1-1,-1 0,0 0,-1 0,-1 0,-1-1,-1-13,0 27,-1 0,-1 0,1 0,-1 1,0-1,0 0,-1 1,1-1,-1 1,0-1,-1 1,1 0,-1 0,0 0,-1 0,-1-1,-2-4,-1 0,-1 0,1 1,-2 1,1-1,-1 2,0-1,-1 1,0 1,0 0,0 0,-1 1,0 1,0 0,0 0,0 1,-12-1,-294 2,-830 39,656 6,-2 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7:43.6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108 309,'-8'-10,"0"0,0-1,1 0,0 0,1-1,1 1,0-1,0-1,1 1,0-1,1 1,1-1,0 0,1 0,0 0,1 0,1-1,0 1,0 0,1 1,1-1,3-8,3 1,-9 20,0 0,0 1,0-1,0 0,0 0,0 0,1 0,-1 0,0 0,0 0,0 0,0 0,1 0,-1 0,0 0,0 0,0 0,0 0,1 0,-1 0,0 0,0 0,0 0,0 0,0 0,1 0,-1 0,0 0,0 0,0-1,-45 267,43-254,-3 20,2 1,1 0,1 0,1-1,3 1,0 0,2-1,7 24,6-18,1-10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7:44.0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284 3,'-9'-1,"-1"0,0 1,0 0,0 0,0 1,1 1,-1-1,0 2,1-1,-1 1,1 0,0 1,0 0,0 1,1 0,0 0,0 1,0 0,0 0,1 1,0 0,0 0,1 1,0 0,0 0,1 0,0 1,1-1,0 1,-2 6,-2 7,1 0,0 0,2 0,1 0,1 1,1 0,1 0,0 0,2-1,1 1,1 0,1 0,-2-14,0 0,1-1,0 1,1-1,0 0,0 0,1-1,0 1,0-1,1 0,0 0,0 0,0-1,1 0,0-1,0 1,1-1,-1-1,1 1,0-1,0-1,1 1,-1-1,1-1,0 0,-1 0,1-1,0 0,0 0,0-1,0 0,0 0,0-1,0-1,0 1,-1-2,1 1,-1-1,7-3,-8 3,-1-1,0 0,0 0,0-1,0 0,-1 0,0 0,0 0,0-1,-1 0,0 0,3-5,-5 9,-1-1,1 0,-1 0,0 0,0 0,0 0,0-1,0 1,-1 0,1 0,-1-1,0 1,0 0,0 0,-1-1,1 1,-1 0,1 0,-1 0,0 0,0-1,-1 1,1 1,-1-1,1 0,-1 0,0 0,0 1,-1-1,0 0,0 0,-1 0,1 1,-1-1,1 1,-1 0,0 0,0 0,0 0,0 1,0 0,-1 0,1 0,0 0,-1 1,1-1,0 1,-1 0,1 1,0-1,-1 1,1 0,0 0,0 0,-1 0,-1 2,-3 0,0 1,1 0,-1 1,1 0,0 0,0 1,1 0,-1 0,1 1,1 0,-5 5,8-9,1 0,-1 1,1-1,0 1,-1-1,2 1,-1 0,0 0,1-1,-1 1,1 0,0 0,1 1,-1-1,1 0,0 0,0 0,0 0,0 1,1-1,-1 0,1 0,0 0,0 0,1 0,-1 0,1-1,23 27,5-7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7:48.6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44 509,'-12'-39,"3"0,1-1,2 1,1-1,3-1,1 1,2 0,1 0,3 0,6-28,-7 38,-1 18,-1 22,10 312,11-110,-12-165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7:49.0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251 0,'-10'1,"0"-1,0 1,1 1,-1 0,0 0,1 1,-1 0,1 1,0 0,0 0,1 1,-1 1,1-1,0 1,0 0,1 1,0 0,0 0,0 0,-4 8,2-2,1-1,1 1,0 1,1-1,0 1,1 0,1 0,0 1,1 0,1-1,0 1,0 0,2 9,0-10,0 1,1-1,0 1,2-1,0 0,0 0,1 0,1 0,0 0,1-1,0 0,1 0,1-1,0 0,0 0,2-1,-1 0,1 0,1-1,0-1,5 4,-12-10,1-1,-1 0,1 0,-1-1,1 1,0-1,0 0,-1 0,1-1,0 0,0 1,0-1,0-1,-1 1,1-1,0 0,0 0,0 0,-1-1,1 0,-1 0,1 0,-1 0,0 0,0-1,0 0,0 0,0 0,-1-1,0 1,1-1,-1 0,0 1,-1-1,2-3,2 0,-1-1,-1-1,1 1,-1-1,-1 1,0-1,0 0,0 0,-1-1,-1 1,0 0,0-1,-1 1,0-1,0 1,-1-1,0 1,-1 0,-2-7,3 14,1 0,-1-1,0 1,-1 0,1 0,0 1,-1-1,1 0,-1 0,1 1,-1-1,0 0,0 1,1 0,-1-1,0 1,0 0,-1 0,1 0,0 1,0-1,0 0,-1 1,1-1,0 1,0 0,-1 0,1 0,0 0,-1 0,1 0,0 1,-1-1,1 1,0 0,0-1,0 1,0 0,-1 0,1 0,1 1,-1-1,0 0,0 1,0-1,1 1,-1 0,1 0,-1 0,-7 8,1 0,1 0,-1 0,2 1,0 0,0 1,1-1,0 1,1 0,0 1,1-1,-9 37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6:34.85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3464,'23'-4,"0"0,0 1,0 2,1 0,-1 2,0 0,6 3,-22-4,1 2,-1-1,0 1,0 0,0 0,0 1,0 0,0 0,-1 0,0 1,1 0,-1 1,-1-1,1 1,-1 0,0 0,0 1,0 0,-1-1,0 2,0-1,0 0,-1 1,0 0,0 0,-1 0,1 0,-2 0,1 2,1 15,-2 1,0 0,-2 0,-1 0,-1 0,-1 0,-1-1,-1 0,-1 0,-1 0,-1-1,-12 20,-25 83,45-120,-1-4,0 1,1-1,0 1,0-1,-1 1,2 0,-1 0,0 0,0-1,1 1,0 0,-1 0,1 0,0 0,1 0,-1 0,0 0,1-1,0 1,-1 0,1 0,0 0,0-1,1 1,-1-1,1 1,-1-1,1 1,0-1,0 0,0 0,0 0,0 0,1 1,9-1,0-1,0 0,0-1,0 0,0-1,0 0,0-1,-1 0,1-1,-1 0,1-1,2-2,51-17,-1-4,-2-2,-1-2,19-16,-50 28</inkml:trace>
  <inkml:trace contextRef="#ctx0" brushRef="#br0" timeOffset="1289.879">27 3771,'15'4,"0"-1,0-1,0 0,0-1,0-1,0 0,1-2,-1 1,0-2,14-3,-23 5,265-64,-171 37,0 5,45-3,-144 26,2-1,0 0,1-1,-1 1,1 1,-1-1,1 1,-1-1,1 1,-1 0,1 0,0 0,-1 1,1-1,-1 1,0 0,1 0,-1 0,1 1,-1-1,0 1,0 0,0-1,0 1,0 1,0-1,-1 0,1 1,-1-1,1 1,-1 0,0 0,1 3,-1 6,-1 0,-1 0,0 1,-1-1,-1 0,1 0,-2 1,-1 1,-3 28,5-37,0 0,1 0,0 0,0 0,0 0,1 0,-1 1,1-1,0 0,1 0,-1 0,1 0,0 0,1 0,-1 0,1 0,0 0,0 0,0-1,1 1,-1-1,1 0,0 0,1 0,-1 0,1 0,0 0,-1-1,2 0,-1 0,0 0,1 0,0 0,2-2,-1 1,1-1,0 0,-1-1,1 1,0-2,-1 1,1 0,0-1,-1-1,1 1,-1-1,1 0,-1 0,0-1,0 0,0 0,0 0,0-1,-1 0,0 0,0 0,0-1,0 1,0-1,-1 0,0-1,0 1,-1-1,1 0,-1 0,0 0,-1 0,0 0,0-1,0 1,0-1,-1 1,0-1,-1 0,0 1,0-1,0 0,-1-4,-2 2,0 0,-1 0,0 0,-1 0,0 0,0 1,0 0,-1 0,-1 1,1-1,-1 1,0 1,-1-1,0 1,0 1,0-1,0 1,-1 1,0 0,0 0,0 0,-1 1,1 1,-1 0,1 0,-1 1,0 0,-1 0,9 1,-1 0,1 0,0 0,-1 0,1 0,0 1,-1-1,1 1,0 0,0-1,0 1,0 0,-1 0,1 0,0 1,1-1,-1 0,-2 2,23 7,17-7,0-2,0-1,1-2,-1-2,0-1,14-5,-22 5,8-2,-23 4,0 0,1 0,-1 1,1 1,-1 1,1 0,-1 0,1 1,7 2,-17 0,1 0,-1 0,0 1,0-1,0 1,-1 0,1 0,-1 0,0 0,0 1,0-1,0 1,-1 0,0 0,0 0,0 0,-1 0,0 0,0 0,0 1,0-1,-1 0,0 1,0-1,-1 0,1 1,-1-1,-1 3,3 29,18 48,-18-82,0-1,1 1,-1-1,0 0,1 0,-1 0,1 1,0-1,-1-1,1 1,0 0,0 0,0-1,1 1,-1-1,0 0,0 1,1-1,-1 0,1-1,-1 1,1 0,-1-1,1 1,0-1,-1 0,1 0,0 0,-1 0,1 0,1-1,7-2,-1-2,0 1,-1-1,1 0,-1-1,0 0,0-1,-1 1,1-2,-2 1,1-1,-1-1,0 1,0-3,4-3,0-2,-1 1,-1-2,-1 1,0-1,-1 0,-1-1,0 1,-2-1,2-11,-8 169,1-135,1 0,0 0,0 0,1 0,-1 0,1 0,0 0,1 0,-1 0,1 0,0 0,0-1,0 1,1-1,-1 0,1 1,0-1,1-1,-1 1,1 0,-1-1,1 1,0-1,0 0,1-1,-1 1,0-1,1 0,0 0,-1 0,1 0,0-1,0 0,5 1,8-3,-1-1,1-1,-1-1,0 0,0-1,0 0,-1-2,0 0,0-1,-1 0,0-1,0-1,-1-1,0 0,-1 0,0-2,3-3,-14 13,16-11,-13 27,-6-10,0 0,1 0,-1 0,0 0,1 0,0 0,0 0,0 0,0 0,0 0,1 0,-1 0,1-1,0 1,0 0,0 0,0 0,0-1,1 1,-1 0,1-1,0 0,0 1,0-1,0 0,0 0,0 0,0 0,2 1,5 0,1-1,0 1,0-1,-1-1,1 0,0-1,0 0,0 0,0-1,0 0,0-1,0 0,-1 0,1-1,-1-1,0 1,1-1,-2-1,1 0,0 0,-1-1,5-5,-9 9,0-1,0-1,-1 1,1 0,-1-1,0 0,0 0,0 0,-1 0,1 0,-1-1,0 1,0-1,-1 1,1-1,-1 0,0 1,-1-1,1 0,-1 0,1 0,-2 0,1 1,0-1,-1 0,0 0,0 0,0 1,-1-1,0 1,0-1,0 1,0-1,-1 1,-1-3,-2 1,0 0,0 0,0 1,0 0,-1 0,0 1,0 0,0 0,-1 0,1 1,-1 0,0 1,0-1,0 2,0-1,0 1,0 0,0 1,0 0,-1 0,1 1,0 0,0 0,0 1,0 0,0 0,1 1,-1 0,0 0,1 1,0 0,0 0,0 1,1 0,-1 0,-3 5,5-4,0 1,1 1,0-1,0 1,0 0,1-1,0 2,1-1,0 0,0 0,0 2,2-6,-1-1,1 1,0-1,0 1,0-1,0 1,1-1,-1 1,1-1,0 0,0 1,0-1,0 0,1 1,-1-1,1 0,0 0,0 0,0-1,0 1,1 0,-1-1,1 1,-1-1,1 0,0 0,3 2,3-1,0 0,1 0,-1 0,1-1,-1-1,1 0,0 0,0-1,-1 0,1 0,7-2,26-4</inkml:trace>
  <inkml:trace contextRef="#ctx0" brushRef="#br0" timeOffset="1618.149">2487 3209,'-6'-2,"1"-1,-1 1,0 1,0-1,0 1,0 0,0 0,0 0,0 1,0 0,-1 0,1 1,0-1,0 2,0-1,0 0,0 1,1 0,-1 1,0-1,1 1,0 0,-1 0,1 1,1 0,-1 0,0 0,1 0,0 1,0-1,0 1,1 0,-1 0,1 1,0-1,1 1,-2 4,3-4,-1 1,2 0,-1 0,1 1,0-1,0 0,1 0,0 0,1 0,-1-1,1 1,0 0,1 0,0-1,0 0,2 4,69 94,-69-98,27 33,4 7,3-2,1-1,17 11,-46-46,0 0,1 0,0-1,0-1,1 0,0-1,0 0,0-1,0 0,1-1,-1-1,1 0,0-1,0 0,-1-1,1-1,0 0,0-1,-1 0,1-1,-1-1,1 0,-1-1,-1 0,1-1,1-1,18-13</inkml:trace>
  <inkml:trace contextRef="#ctx0" brushRef="#br0" timeOffset="9464.669">843 5149,'-7'-4,"1"0,-1 1,0 0,0 0,0 1,0-1,0 2,-1-1,1 1,0 0,-1 1,1-1,-1 2,1-1,-1 1,1 0,0 0,-1 1,1 0,0 0,0 1,-5 2,2 1,-1-1,1 1,0 1,0 0,1 0,0 1,0 0,1 0,0 1,1 0,0 1,0-1,1 1,0 1,4-9,0 1,0-1,1 1,-1 0,1 0,-1-1,1 1,0 0,1 0,-1 0,0 0,1 0,-1 0,1 0,0 0,0 0,0 0,1 0,-1 1,1-1,0 0,0-1,-1 1,2 0,-1 0,0 0,1-1,-1 1,1 0,0-1,0 0,0 1,0-1,0 0,0 0,1 0,-1 0,1 0,1 0,4-1,0-1,0 1,1-1,-1-1,0 0,0 0,0 0,0-1,0 0,0-1,0 0,0 0,-1 0,0-1,1-1,-1 1,-1-1,1 0,-1 0,0-1,1-1,14-12,-1 0,-1-2,-1-1,0 0,-2-1,-1-1,0 0,-2-1,-1 0,-1-1,-1-1,-2 0,0 0,-2-1,-1 1,-1-1,-1 0,-2-1,-1 1,-1 0,-1 0,-2-5,3 27,0 0,0-1,0 1,-1 0,0 0,0 0,0 0,-1 0,0 1,0-1,-1 1,1 0,-1 0,0 0,0 0,-1 1,0-1,1 1,-3 0,4 4,0 0,-1 0,1 0,0 1,-1-1,1 1,0 0,0 0,0 0,0 1,0-1,0 1,0-1,0 1,0 0,1 0,-1 0,1 1,-1-1,1 1,0-1,0 1,0 0,0-1,1 1,-1 0,1 0,0 0,0 1,0-1,0 0,0 1,-10 28,1 0,2 1,1 1,2-1,1 1,1 0,3 30,7 98,-5-151,-1-1,2 1,-1-1,2 1,-1-1,1 0,1-1,0 1,0-1,1 0,0 0,1 0,7 7,-10-12,0-1,1 1,-1-1,1 0,0 0,0-1,0 0,1 1,-1-1,0-1,1 1,-1-1,1 0,0-1,-1 1,1-1,0 0,-1 0,1-1,-1 0,1 0,0 0,-1 0,0-1,1 0,-1 0,0-1,0 1,0-1,0 0,-1-1,10-5,-2 0,1-1,-1 0,-1-2,0 1,0-1,-2 0,1-1,-1-1,4-8,-6 8,0 0,-1-1,-1 1,0-1,-1 0,-1-1,0 1,-1 0,-1-1,0 1,-1-1,-1-9,0 25,1 1,0-1,0 1,-1-1,1 1,0-1,0 1,-1-1,1 1,-1-1,1 0,0 1,-1-1,1 1,-1-1,1 0,-1 0,1 1,-1-1,1 0,-1 0,1 1,-1-1,1 0,-1 0,0 0,1 0,-1 0,1 0,-1 0,1 0,-1 0,0 0,1 0,-1 0,1-1,-1 1,1 0,-1 0,1-1,-1 1,1 0,-1 0,1-1,-1 1,1-1,0 1,-1 0,1-1,0 1,-1-1,1 1,0-1,-1 1,1-1,0 1,-4 8,2 0,-1 0,1 1,0-1,0 1,1 0,0 0,1-1,0 1,1 0,-1 0,2-1,-1 1,1 0,0-1,1 1,0-1,0 0,1 0,0 0,1-1,-1 1,1-1,1 0,0-1,0 1,0-1,0 0,6 4,2-3,0-1,0 0,1-2,0 1,-1-1,1-1,8 0,43 5</inkml:trace>
  <inkml:trace contextRef="#ctx0" brushRef="#br0" timeOffset="10175.354">2287 4546,'14'33,"-1"0,-2 0,-1 1,-1 0,-2 1,-2 0,-1 0,-1 0,-3 13,1-34,-1 0,0 0,-2 0,1 0,-2 0,0-1,0 1,-6 12,9-25,-1 0,1 0,0 1,0-1,-1 0,1 0,-1 0,1 0,-1 0,0 0,1 0,-1-1,0 1,0 0,1 0,-1 0,0-1,0 1,0 0,0-1,0 1,0-1,0 1,0-1,0 1,0-1,-1 0,1 0,0 1,0-1,0 0,0 0,0 0,0 0,-1-1,1 1,0 0,0 0,0-1,0 1,0 0,0-1,0 1,0-1,0 1,0-1,0 0,0 0,0 1,0-1,1 0,-1 0,0 0,0 0,-5-9,1 0,1 0,-1 0,1 0,1-1,0 1,1-1,0 0,0 0,1-4,0 9,-11-97,4 0,5-40,3 127,1-1,0 1,1 0,1 1,0-1,1 0,2-3,-4 14,0 1,0-1,1 1,-1-1,1 1,0 0,0 0,0 0,0 0,1 1,0-1,0 1,0 0,0 0,0 0,0 1,1-1,-1 1,1 0,0 0,0 1,0-1,0 1,2 0,-1 0,-1 1,0 0,1 0,-1 0,1 1,-1 0,0 0,0 0,1 1,-1-1,0 1,0 0,0 1,-1-1,1 1,-1 0,1 0,-1 1,0-1,0 1,0 0,-1 0,1 0,-1 0,0 1,0-1,-1 1,1 0,-1 0,0 0,0 0,-1 0,0 0,0 1,0-1,0 0,-1 1,0-1,0 1,0 3,-2 3,1 0,-2-1,1 1,-2 0,1-1,-1 0,-1 0,0 0,-1-1,0 1,-1-1,-6 8,10-15,3-3,-1 0,0 0,1 1,-1-1,1 0,-1 1,1-1,-1 0,1 1,-1-1,1 1,0-1,-1 0,1 1,-1-1,1 1,0-1,-1 1,1 0,0-1,0 1,-1-1,1 1,0-1,0 1,0 0,0-1,0 1,0-1,0 1,0 0,0-1,0 1,0 0,0-1,1 1,-1-1,0 1,0-1,0 1,1 0,-1-1,0 1,1-1,-1 1,1-1,-1 0,0 1,1-1,-1 1,1-1,-1 0,1 1,-1-1,1 0,91-7,-70 5,0 0,0 2,1 1,-1 1,21 4,-36-5,-1 0,0 1,0 0,0 0,0 0,0 1,-1 0,1 0,-1 0,0 1,1-1,-2 2,1-1,0 0,-1 1,0 0,0 0,0 0,-1 0,0 1,0-1,0 1,0 1,-2-2,1 1,-1-1,0 1,-1-1,1 1,-1 0,0-1,-1 1,0-1,1 1,-2-1,1 1,0-1,-1 0,0 1,-1-1,1 0,-1 0,-1 2,-73 82,59-73,0-1,-2 0,1-2,-2 0,0-1,0-1,-1-1,-1-1,0-1,-7 1,28-9,1 1,0-1,0 1,0-1,0 1,0-1,0 0,-1 1,1-1,0 0,0 0,0 0,0 0,0 0,-1 0,1 0,0 0,0-1,0 1,0 0,0-1,0 1,0-1,0 1,0-1,0 1,0-1,0 0,0 1,0-1,0 0,3-10</inkml:trace>
  <inkml:trace contextRef="#ctx0" brushRef="#br1" timeOffset="-203106.58">10695 469,'-9'14,"-3"6,3-2,5-6,3-8,2-7,1-5,0-3,-3 0,-1 6,0 9,0 8,1 3</inkml:trace>
  <inkml:trace contextRef="#ctx0" brushRef="#br1" timeOffset="-202823.99">10749 897,'4'3,"2"-3,0-2,-1-6,-2-4,-3-2,-5-1,-2 2,-4 3,-1 6,1 8,2 8,3 4,5 1,7 1,9-3,2-4</inkml:trace>
  <inkml:trace contextRef="#ctx0" brushRef="#br1" timeOffset="-202447.933">11217 603,'-6'1,"1"0,-1 0,1 0,0 1,0 0,0 0,0 0,0 1,0 0,0 0,1 0,-1 0,1 1,0-1,0 1,0 0,1 0,-1 1,1-1,0 1,1 0,-1 0,1 0,0 0,0 0,0 0,1 0,-1 1,1-1,1 1,-1-1,1 1,0-1,0 1,0-1,1 1,0-1,0 0,1 1,-1-1,1 0,0 0,1 0,-1 0,1 0,2 2,1-1,0-1,1 1,0-1,0-1,0 0,0 0,1 0,0-1,0 0,0 0,0-1,0 0,0 0,1-1,-1 0,1-1,-1 0,0 0,1-1,-1 0,1 0,-1-1,0 0,0-1,0 1,0-1,0-1,-1 0,0 0,1 0,-1-1,-1 0,1-1,-1 1,2-3,-1 1,-1 0,0-1,0 1,-1-1,0 0,-1 0,1-1,-2 1,1-1,-1 0,0 0,-1 0,0 0,-1-1,0 1,0 0,-1-1,0 1,0-1,-1 1,-1 0,0-1,0 1,0 0,-1 0,-1 0,1 1,-2-1,1 1,-1 0,0 0,-1 0,-5-5,6 7,0 0,-1 1,0-1,0 1,0 1,0-1,-1 1,0 0,0 1,0-1,0 2,-1-1,1 1,-1 0,1 0,-1 1,0 0,0 0,0 1,1 0,-1 1,0-1,0 1,0 1,1 0,-1 0,1 0,0 1,-1 0,1 0,0 1,1 0,-1 0,1 1,0 0,0 0,0 0,0 1,-4 6,3-1,1 1,0 0,0 1,2 0,-1-1,1 1,1 1,1-1,0 0,-1 13,2 21</inkml:trace>
  <inkml:trace contextRef="#ctx0" brushRef="#br1" timeOffset="208361.985">12554 1,'2'1666,"12"-1320,17 19,26 485,-49-608,11 0,39 180,-46-359,39 198,0 96,-31-122,31 261,-50-488,30 185,3 168,-28 470,14-168,-32-12,12-475,-13 524,-15 78,27-604,-2-153</inkml:trace>
  <inkml:trace contextRef="#ctx0" brushRef="#br1" timeOffset="212089.082">12647 55,'127'13,"161"-25,-90 15,48 13,68 2,687-13,-135 69,-67-76,-95-2,481 24,-230 9,-191-15,155-41,504-35,-543 57,-638 19,-241-14,0-1,0 1,0 0,1 0,-1 0,0 0,0 0,0 0,0 0,0 0,0 0,0 0,0 0,0 1,0-1,0 0,0 1,0-1,0 1,0-1,0 1,-1 0,1-1,0 1,0 0,0-1,-1 1,1 0,0 0,-1 0,1 0,-1 0,1 0,-1-1,1 1,-1 0,0 0,0 1,1-1,-1 0,0 0,0 0,0 0,0 0,0 0,0 0,0 0,0 0,-1 0,1 0,-1 1,-18 157,-20 526,-25-45,51-463,-7-1,-7-1,-24 68,34-175,3 1,3 0,3 0,2 8,-22 336,17-230,11 167,8-242,19 94,-5-53,34 173,-19-155,-8 1,0 80,-3-41,22 61,-22-128,-9 0,-6 1,-6 1,-9 70,2-42,2 572,5-587,-2 177,-12 378,-2-524,4-118,3 0,3 1,3-1,6 26,54 233,-50-207,-5-46,2 0,4 0,5 11,-16-80,16 57,-2 1,-3 1,4 63,-11 378,3 6,-10-345,1-132,1 0,2-1,2 1,1-1,6 19,-4-41,-5-18</inkml:trace>
  <inkml:trace contextRef="#ctx0" brushRef="#br1" timeOffset="214704.849">12968 10028,'-14'364,"-25"139,37-352,2-30,-5 0,-5 0,-15 56,11-104,14-73,0 1,-1 0,1-1,0 1,0 0,0-1,0 1,-1-1,1 1,0 0,0-1,0 1,0 0,1-1,-1 1,0 0,0-1,0 1,0 0,1-1,-1 1,0-1,1 1,-1 0,0-1,1 1,-1-1,1 1,-1-1,1 0,-1 1,1-1,-1 1,1-1,-1 0,1 1,0-1,-1 0,1 0,-1 1,1-1,0 0,-1 0,1 0,0 0,-1 0,1 0,0 0,0 0,35-15,-21 8,1 2,0 0,1 1,-1 1,1 1,-1 0,1 1,0 1,0 1,-1 0,1 1,0 1,-1 0,0 1,0 1,1 1,103 30,1-6,1-5,36 0,144 1,142 19,-202-1,-95-15,1-6,51-2,105-14,-82-3,53 14,-131 0,224 16,502-34,-269-8,293 2,-335-27,-241 10,494-2,-127 9,-155-10,160 14,-524 7,-62 0,1 4,61 10,52 11,140-9,-338-11,0 1,0 1,-1 1,1 1,-1 0,0 2,15 6,-22-8,1 0,0 0,0-1,0 0,0-1,0-1,0 0,0-1,8-1,-20 1,0 0,0 0,0 0,0 0,0 0,0-1,0 1,0 0,0-1,-1 1,1-1,0 1,0-1,0 1,-1-1,1 1,0-1,0 0,-1 0,1 1,-1-1,1 0,-1 0,1 0,-1 1,1-1,-1 0,0 0,1 0,-1 0,0 0,0 0,0 0,0 0,0 0,0 0,0 0,0 0,0 1,0-1,0-1,-14-41,11 38,-38-82,25 56,1 0,2-1,1 0,2-1,-1-9,-1-37,4 1</inkml:trace>
  <inkml:trace contextRef="#ctx0" brushRef="#br1" timeOffset="-208604.57">12607 1097,'19'7,"0"-1,0 0,1-2,0-1,-1 0,1-1,0-1,0-1,0-1,0-1,24 2,121 5,143 26,-192-22,0-5,84-8,725-15,-199 6,-368 11,342-11,242 5,301-11,1288 19,-1969-13,347 13,-470-13,-407 13,-8-1,1 1,-1 1,1 1,-1 1,0 1,0 2,2 1,-22-3,-8-3</inkml:trace>
  <inkml:trace contextRef="#ctx0" brushRef="#br1" timeOffset="-206243.55">16203 1565,'0'1,"1"-1,0 1,0-1,-1 0,1 1,0-1,0 0,0 0,-1 1,1-1,0 0,0 0,0 0,-1 0,1 0,0 0,0 0,0-1,0 1,-1 0,1 0,0-1,0 1,-1 0,1-1,0 1,0-1,-1 1,1-1,0 1,-1-1,1 1,-1-1,1 1,-1-1,1 0,-1 0,1 1,-1-2,2 0,1 0,-1 0,-1 0,1-1,0 1,-1-1,1 1,-1-1,0 0,1 0,-1 0,-1 1,1-1,0 0,-1 0,0 0,1 0,-1 0,0-1,-1 4,0-1,0 1,0 0,0-1,0 1,0 0,0 0,0 0,0 0,0 0,0 0,0 0,0 0,0 1,0-1,0 0,0 1,0-1,0 0,0 1,0-1,0 1,1 0,-1-1,0 1,0 0,0-1,1 1,-1 0,1 0,-1 0,0-1,1 1,-1 0,1 0,0 0,-1 0,1 0,0 0,-1 0,-2 4,0 0,0-1,0 1,0 0,1 0,0 1,0-1,0 0,1 1,0-1,-1 5,3-9,-1 0,1 0,-1 0,1 0,-1-1,1 1,-1 0,1-1,0 1,-1 0,1-1,0 1,0-1,0 1,-1-1,1 1,0-1,0 0,0 1,0-1,0 0,0 0,0 0,0 1,-1-1,1 0,0 0,0-1,0 1,0 0,0 0,0 0,0 0,0-1,0 1,0-1,-1 1,1 0,0-1,0 1,0-1,-1 0,1 1,0-1,-1 0,1 1,0-1,-1 0,1 0,-1 1,0-1,1 0,-1 0,1 0,3-3,0 1,0-1,0-1,-1 1,1 0,-1-1,0 0,0 0,-1 0,1 0,-1 0,0 0,0-1,-1 1,0-1,0 1,0-1,-1 1,1-1,-2 0,1 1,0-1,-1 0,0 1,0-1,0 4,0 1,0 0,0-1,0 1,0 0,0-1,0 1,-1 0,1 0,0 0,-1 0,1 0,-1 0,1 1,-1-1,1 0,-1 1,1-1,-1 1,0 0,1-1,-1 1,0 0,1 0,-1 0,0 0,1 0,-1 0,0 1,1-1,-1 1,0-1,1 1,-1-1,1 1,-1 0,1 0,-1 0,1 0,0 0,0 0,-1 0,1 0,0 0,0 1,0-1,0 0,0 1,0-1,1 1,-1-1,0 1,1-1,-1 1,1 0,-1-1,1 3,-4 13,2 0</inkml:trace>
  <inkml:trace contextRef="#ctx0" brushRef="#br1" timeOffset="-205920.111">16256 2060,'-2'-32,"2"-76,0 108,0-1,0 1,0-1,0 1,0-1,0 0,0 1,0-1,0 1,0-1,-1 1,1-1,0 0,0 1,0-1,-1 1,1-1,0 1,-1-1,1 1,0-1,-1 1,1 0,-1-1,1 1,-1 0,1-1,-1 1,1 0,-1-1,1 1,-1 0,1 0,-1 0,1-1,-1 1,1 0,-1 0,0 0,1 0,-1 0,1 0,-1 0,0 0,1 0,-1 0,1 1,-1-1,1 0,-1 0,1 0,-1 1,1-1,-1 0,1 1,-1-1,1 0,-1 1,1-1,0 1,-1-1,1 1,-1-1,-20 33,18-26,0 1,0-1,1 0,0 1,0-1,1 1,0 0,1 0,-1-1,2 1,-1 0,1 0,0-1,0 1,1-1,0 1,1 0,3 4</inkml:trace>
  <inkml:trace contextRef="#ctx0" brushRef="#br1" timeOffset="-205608.304">16270 2475,'3'-5,"2"-3,1-6,-1-2,-1-2,-2-2,0 1,-4 4,-3 7,-3 8,-3 8,-1 6,1 6,2 1,3 0,3-4</inkml:trace>
  <inkml:trace contextRef="#ctx0" brushRef="#br1" timeOffset="-201315.219">16363 2876,'0'16,"0"7,3 0,2-3,3-6,1-8,-2-9,-2-6,-2-6,-1-3,-4-1,-1 1,-2 3,-3 5,0 5,-1 12,1 12,2 4</inkml:trace>
  <inkml:trace contextRef="#ctx0" brushRef="#br1" timeOffset="-198797.633">12754 3691,'-46'0,"40"0,31 0,285-13,362 4,402-23,-194 33,-308-15,69-8,-36 4,99 10,106-2,37 1,-620 9,345 15,144-2,207-14,-676 15,39-15,-171 15,20 0,-59-13,-70-2,-3-2</inkml:trace>
  <inkml:trace contextRef="#ctx0" brushRef="#br1" timeOffset="-203997.882">9466 469,'-32'69,"4"1,4 1,-9 42,31-103,-17 36,17-47,1 0,-1 0,1 0,-1 0,1 0,-1 0,1-1,-1 1,1 0,0-1,0 1,0-1,0 0,0 1,0-1,0 0,1 0,-1 1,0-1,1 0,0 0,-1 0,0-1,-13-40,2 0,1 0,3-1,1 0,0-39,6 75,0 1,1-1,0 0,0 1,0-1,1 1,1-1,-1 1,1-1,0 1,1 0,0 0,0 0,0 0,1 0,0 1,0 0,1 0,0 0,0 0,0 1,1-1,0 1,0 1,6-5,1 3,-1 0,1 1,1 0,-1 1,1 0,0 1,-1 1,1 0,0 1,1 1,-1 0,0 1,0 0,0 1,-1 0,1 2,0-1,-1 2,0 0,0 0,10 7,-17-9,-1 1,0 0,0 0,0 0,-1 1,1 0,-1-1,0 2,-1-1,1 0,-1 1,0 0,0-1,-1 1,0 0,0 0,0 1,-1-1,0 0,0 1,0-1,-1 0,0 1,0-1,-1 1,0-1,0 0,0 1,-1-1,0 0,0 0,-1 0,1 0,-1-1,-1 1,1-1,-4 5,0 0,-1-1,0 1,0-2,-1 1,0-1,0 0,-1-1,0 0,0-1,0 0,-1-1,0 0,0 0,-1-1,1-1,-4 1,0-2,36-14,-8 9,0 0,1 1,-1 1,1 0,-1 0,1 2,0 0,-1 0,12 3,-20-3,0 1,0-1,0 1,-1 0,1 0,-1 0,1 1,-1-1,0 1,0 0,0 0,0 1,-1-1,1 1,-1 0,0 0,0 0,0 0,-1 0,1 1,-1-1,0 1,0 0,-1-1,1 1,-1 0,0 0,-1 1,1 1,-1-1,0 1,0-1,-1 0,0 1,0-1,-1 0,1 0,-1 0,-1 0,1 0,-1 0,0 0,0-1,-1 1,0-1,0 0,0 0,0-1,-1 1,0-1,0 0,-3 2,-7 5,0-1,-1-1,0 0,-1-1,0-1,0 0,-13 2,-104 11,133-19,1-1,-1 0,0 1,0-1,0 0,1 0,-1 0,0 1,0-1,0 0,0 0,1 0,-1 0,0-1,0 1,0 0,0 0,1 0,-1-1,0 1,0 0,0-1,1 1,-1 0,0-1,1 1,-1-1,0 1,1-1,-1 0,1 1,-1-1,1 0,-1 1,1-1,-1 0,1 0,0 1,-1-1,1 0,0 0,0 0,-1 1,1-1,0 0,0 0,0 0,0 0,0 1,0-1,0 0,1 0,-1 0,0 0,0 1,1-1,-1 0,0 0,1 1,-1-1,1 0,-1 1,1-2,10-11</inkml:trace>
  <inkml:trace contextRef="#ctx0" brushRef="#br1" timeOffset="-203444.861">9867 469,'34'-14,"1"2,1 1,0 2,0 2,1 1,34-1,-68 6,0 1,0-1,1 0,-1 1,0 0,0-1,0 1,0 1,0-1,0 0,0 1,0-1,0 1,0 0,0 0,0 0,0 1,0-1,-1 1,1-1,0 1,-1 0,1 0,-1 0,0 0,0 1,0-1,0 0,0 1,0 0,-1-1,1 1,0 1,-4 5,0 0,-1-1,0 0,0 1,-1-1,0 0,0 0,-1-1,0 0,0 1,0-2,-1 1,0-1,-1 1,0-2,1 1,-2-1,-2 2,-57 42,98-47,-23-4,1 0,0 1,-1 1,1-1,0 1,0 1,0 0,-1 0,1 1,0 0,-1 0,1 1,-1 0,0 0,0 1,0 0,-1 1,1 0,-1 0,0 0,-1 1,1 0,-1 1,0-1,0 1,-1 0,0 0,-1 1,1-1,-1 1,-1 0,3 8,-5-10,0 1,0 0,-1 0,0 0,-1 0,1 0,-1 0,-1 0,1 0,-1-1,0 1,-1 0,0-1,0 0,0 0,-1 0,1 0,-1 0,-1-1,1 1,-1-1,0 0,0-1,-1 1,1-1,-1 0,0-1,0 1,0-1,-1 0,1-1,-4 2,-17 6,0-1,-1-2,0 0,-1-2,0-1,-8-1,37-3,0 0,0-1,1 1,-1 0,0 0,0-1,0 1,0 0,0 0,0-1,0 1,1 0,-1-1,0 1,0 0,0-1,0 1,0 0,0 0,-1-1,1 1,0 0,0-1,0 1,0 0,0 0,0-1,0 1,-1 0,1 0,0-1,0 1,0 0,0 0,-1 0,1-1,17-8</inkml:trace>
  <inkml:trace contextRef="#ctx0" brushRef="#br1" timeOffset="-195671.813">12874 4961,'220'14,"453"-25,168 0,276 4,-685 9,56 6,118-13,-325 9,258 3,-338-8,-177 1,225-2,19-12,-42-3,31 9,436 1,-118-3,224 1,-354-5,322 15,-304-28,-331 28,-53 12,28 7,-88-30,-14-1</inkml:trace>
  <inkml:trace contextRef="#ctx0" brushRef="#br1" timeOffset="-193181.995">10775 4413,'-8'5,"1"0,-1 1,1 0,0 0,1 0,-1 1,1 0,-5 8,12-15,-1 0,1-1,-1 1,1 0,-1 0,1-1,-1 1,1 0,-1 0,1 0,-1 0,1 0,-1 0,1 0,0 0,-1 0,1 0,-1 0,1 0,-1 1,1-1,-1 0,1 0,-1 0,1 1,-1-1,1 0,-1 1,0-1,1 0,-1 1,1-1,-1 0,0 1,1-1,-1 1,0-1,0 1,1-1,-1 1,0-1,0 1,0-1,1 1,-1-1,0 1,0-1,0 1,0 0,0-1,0 1,0-1,0 1,-1-1,1 1,0 0,4-5,0 1,0 0,-1-1,1 0,-1 0,0 0,0 0,-1 0,1-1,-1 1,0-1,0 0,0 0,-1 1,1-1,-1 0,-1 0,1 0,-1-1,0 5,-1 0,0 0,1 0,-1 0,0 0,0 0,0 0,0 0,0 1,0-1,0 0,0 0,0 1,0-1,0 1,0-1,-1 1,1-1,0 1,0 0,-1 0,1 0,0-1,0 1,-1 0,1 0,0 1,0-1,-1 0,1 0,0 1,0-1,-1 0,1 1,0-1,0 1,0 0,0-1,0 1,0 0,0 0,0 0,0 0,0-1,0 1,0 0,1 1,-1-1,0 0,1 0,-1 0,1 0,-1 0,1 1,0-1,-7 13</inkml:trace>
  <inkml:trace contextRef="#ctx0" brushRef="#br1" timeOffset="-192861.844">10829 4868,'0'7,"-1"-29,2 19,-1 1,0 0,0-1,-1 1,1-1,0 1,-1 0,1-1,-1 1,0 0,0 0,0-1,0 1,0 0,0 0,-1 0,1 0,-1 0,1 1,-1-1,0 0,1 1,-1-1,0 1,0 0,0-1,0 1,-1 0,1 0,0 0,0 1,-1-1,1 0,0 1,-1 0,1-1,0 1,-1 0,1 0,-1 1,1-1,0 0,-1 1,0-1,-2 3,0 0,0 0,1 0,-1 1,1 0,0-1,-1 1,2 1,-1-1,0 1,1-1,0 1,0 0,1 0,-1 0,1 1,0-1,0 1,1-1,-1 1,1-1,1 1,-1 4,1-8,1 0,-1 0,1 0,0-1,0 1,-1 0,1 0,0 0,1-1,-1 1,0 0,0-1,1 1,-1-1,1 0,-1 1,1-1,0 0,-1 0,1 0,0 0,0 0,0 0,0-1,0 1,0-1,0 1,0-1,1 1,22 3</inkml:trace>
  <inkml:trace contextRef="#ctx0" brushRef="#br1" timeOffset="-192488.811">11204 4814,'33'-78,"-2"-1,-4-1,-4-2,-3 0,-3-7,-3 34,-14 55,0 1,0-1,0 0,0 0,0 0,0 1,0-1,0 0,0 0,0 0,0 0,0 0,1 1,-1-1,0 0,0 0,0 0,0 0,0 0,0 1,1-1,-1 0,0 0,0 0,0 0,0 0,1 0,-1 0,0 0,0 0,0 0,0 0,1 0,-1 0,0 0,0 0,0 0,-1 24,-10 79,-13 223,23-320,0 0,1 0,0 1,0-1,1 0,0 0,0 0,0 0,0 0,1 0,0 0,1 0,-1 0,1-1,0 1,1-1,-1 0,1 0,0 0,4 3,11 2</inkml:trace>
  <inkml:trace contextRef="#ctx0" brushRef="#br1" timeOffset="-192110.856">11685 4561,'-2'5,"0"1,1 0,0 0,0 0,0 0,1 0,0 0,0 0,1 0,0 0,0-1,0 1,0 0,1 0,0-1,1 1,-1-1,1 1,0-1,0 0,0 0,1 0,0-1,0 1,0-1,0 0,1 0,3 2,0-3,-1 0,1-1,0 0,0 0,0 0,0-1,1-1,-1 1,0-1,0-1,0 1,1-2,-1 1,0-1,0 0,0 0,-1-1,1 0,-1-1,1 0,-1 0,0 0,-1-1,1 0,-1 0,0-1,0 0,0 0,-1 0,0-1,0 0,-1 1,0-2,0 1,-1 0,0-1,0 0,0 0,-1 0,-1 0,1 0,-1 0,0 0,-1 0,0-1,0 1,-2-3,2 5,-2 0,1 0,-1-1,0 1,0 0,-1 1,0-1,0 0,0 1,-1-1,1 1,-1 0,-1 0,1 1,-1-1,1 1,-1 0,-1 0,1 1,0-1,-1 1,0 0,0 1,1 0,-2-1,1 2,0-1,0 1,0 0,-1 0,1 1,-1 0,1 0,0 0,-1 1,1 0,0 0,-1 0,1 1,-4 2,-6 7,1 1,1 1,0 0,0 1,1 0,1 1,1 0,0 1,1 1,0 0,2 0,-6 13,5-11,-19 35</inkml:trace>
  <inkml:trace contextRef="#ctx0" brushRef="#br1" timeOffset="-194060.311">9466 4413,'4'30,"0"0,-2 0,-1 1,-2-1,-1 0,-1 1,-1-1,-2 0,-1-1,-1 0,-13 28,-13 11,33-68,0-1,1 1,-1 0,1 0,-1-1,0 1,1 0,-1-1,1 1,-1 0,1-1,0 1,-1-1,1 1,-1 0,1-1,0 1,-1-1,1 0,0 1,-1-1,1 1,0-1,0 1,0-1,-1 0,1 1,0-1,0 1,0-1,0 0,0 1,0-1,0 0,1 1,-1-1,0 1,0-1,0 0,0 1,1-1,-1 1,0-1,1 1,-1-1,1 0,25-266,-25 233,-2 23,0 1,1-1,0 0,1 0,0 0,1 1,0-1,0 1,1-1,1 1,0 0,0 0,1 1,0-1,1 1,0 0,0 0,1 1,0 0,1 0,6 0,1 1,0 0,0 1,1 1,-1 1,1 0,0 1,0 1,1 0,-1 1,0 1,16 1,-20-1,-1 1,1 0,-1 0,1 1,-1 1,0 0,0 0,4 3,-12-5,0 1,0-1,0 1,0 0,0 0,-1 0,1 0,-1 0,1 0,-1 1,0-1,0 1,0-1,0 1,0 0,-1 0,1 0,-1 0,0 0,0 0,0 0,0 1,-1-1,1 0,-1 1,0-1,0 0,0 0,0 1,0-1,-1 0,-3 9,-1 0,0 0,-1-1,0 0,-1 0,0-1,0 0,-1 0,-1-1,0 0,0 0,0-1,-1 0,-1-1,1 0,-1 0,0-1,-1-1,0 0,-71 25,83-30,0-1,0 1,0 0,0 0,0-1,0 1,0 0,0-1,0 1,0 0,0 0,0-1,0 1,0 0,0 0,0-1,0 1,0 0,0 0,-1-1,16-1,-1-1,1 2,0 0,-1 1,1 0,0 2,-1-1,1 2,-1 0,0 0,0 2,0-1,0 2,-1 0,0 1,0 0,-1 0,1 2,-2 0,1 0,-1 1,0 0,-8-7,0 1,-1-1,1 1,-1-1,1 1,-1 0,0 0,0 0,-1 0,1 0,-1 0,0 0,0 1,0-1,-1 0,1 1,-1-1,0 0,-1 1,1-1,-1 0,1 1,-1-1,-1 0,1 0,0 0,-1 0,0 0,0 0,0 0,-1 0,1-1,-1 1,0-1,-1 2,-11 10,-1 0,0-1,-1 0,0-1,-1-1,-1-1,0 0,0-2,-1 0,0-1,-1-1,0-1,0-1,-11 1,29-5,2-1,0 1,-1 0,1-1,0 1,0-1,-1 1,1-1,0 1,-1-1,1 0,0 0,-1 0,1 0,-1 0,1 0,0 0,-1 0,1 0,0-1,-1 1,1-1,0 1,-1-1,1 1,0-1,0 0,0 1,-1-1,1 0,0 0,0 0,0 0,0 0,1 0,-1 0,0 0,0-1,1 1,-1 0,0 0,1-1,-1 1,6-11</inkml:trace>
  <inkml:trace contextRef="#ctx0" brushRef="#br1" timeOffset="-193522.898">10027 4426,'20'-10,"1"2,-1 0,1 1,0 1,1 0,0 2,-1 1,1 1,0 0,1 2,10 1,-31-1,1 0,0 0,0 0,-1 1,1-1,0 1,-1 0,1-1,-1 1,1 0,-1 1,1-1,-1 0,0 1,0-1,1 1,-1 0,0-1,0 1,-1 0,1 0,0 1,-1-1,1 0,-1 0,0 1,1-1,-1 1,0-1,-1 1,1-1,0 1,-1 0,0-1,1 1,-1 0,0 0,0-1,-1 1,1 0,0-1,-1 1,0 0,0-1,0 2,-5 11,0 0,-2 0,1-1,-2 0,0 0,-1-1,0 0,0-1,-2 0,-8 7,-18 21,37-40,1 0,0 0,0 1,-1-1,1 0,0 0,-1 0,1 0,0 0,0 1,-1-1,1 0,0 0,0 0,0 1,-1-1,1 0,0 0,0 1,0-1,0 0,-1 0,1 1,0-1,0 0,0 1,0-1,0 0,0 0,0 1,0-1,0 0,0 1,0-1,0 0,0 1,0-1,0 0,0 0,0 1,1-1,-1 0,0 1,0-1,0 0,0 0,0 1,1-1,-1 0,0 0,0 0,1 1,-1-1,0 0,0 0,1 0,-1 0,0 1,0-1,1 0,-1 0,0 0,1 0,-1 0,0 0,0 0,1 0,-1 0,26-2,-19 1,2 0,-4-1,1 0,0 1,0 0,-1 0,1 1,0 0,0 0,0 0,0 0,0 1,-1 0,1 0,0 1,-1 0,1 0,-1 0,1 0,-1 1,0 0,0 0,0 0,0 1,-1 0,0 0,2 1,-3 1,1 1,-1-1,0 1,-1 0,0-1,0 1,0 0,-1 0,0 0,-1 0,1 1,-1-1,0 0,-1 0,0 0,0 0,-1 0,0 0,0 0,0 0,-1-1,0 1,0-1,-1 1,-5 7,0 0,0 0,-1-1,-1 0,0-1,-1-1,0 0,-1 0,-13 8,16-12,-1-1,1-1,-1 0,0 0,-1-1,1-1,-1 0,1 0,-1-1,0-1,0 0,0 0,-7-1,5-5,17 1</inkml:trace>
  <inkml:trace contextRef="#ctx0" brushRef="#br1" timeOffset="-184347.616">13035 6312,'1'1,"0"0,1 1,-1-1,0 0,1 0,-1 0,1 0,0-1,-1 1,1 0,-1-1,1 1,0-1,0 1,-1-1,1 0,0 0,0 0,0 0,-1 0,1 0,1 0,0 0,399 0,-19-8,168 3,-120 40,32-22,-215 0,56 2,106-16,-159-14,22-1,78 12,-343 5,305 9,154-21,493-30,187 0,-617 32,-160 5,235-10,35-29,-208 20,-104 23,-146-13,103 13,-283 0,-2 0,0 0,-1-1,1 1,0 0,0 0,0-1,0 1,0 0,0-1,-1 1,1 0,0-1,0 1,0 0,0-1,0 1,0 0,0-1,0 1,0 0,0-1,1 1,-1 0,0-1,0 1,0 0,0-1,0 1,1 0,-1 0,0-1,0 1,0 0,1 0,-1-1,0 1,0 0,1 0,-1 0,0-1,1 1,-1 0,0 0,1 0,-1 0,0 0,1 0,-1 0,0 0,1 0,-1 0,0 0,1 0,-1 0,0 0,1 0,-1 0,0 0,1 0,-1 0,0 0,0 0,1 1,-1-1,0 0,1 0,-1 0,0 1,0-1,1 0,-10-9</inkml:trace>
  <inkml:trace contextRef="#ctx0" brushRef="#br1" timeOffset="-182512.116">9599 5870,'0'35,"2"7,-1 0,-3 0,-1 0,-2 0,-2-1,-2 0,-1 0,-15 35,26-76,-1 1,0-1,0 1,0-1,0 1,0-1,0 1,0-1,0 1,0-1,0 1,0-1,0 1,-1-1,1 1,0-1,0 0,0 1,-1-1,1 1,0-1,-1 1,1-1,0 0,-1 1,1-1,0 0,-1 1,1-1,-1 0,1 0,0 1,-1-1,1 0,-1 0,1 0,-1 0,1 1,-1-1,1 0,-1 0,1 0,-1 0,1 0,-1 0,1 0,-1 0,1-1,-1 1,1 0,-1 0,1 0,-1 0,1-1,0 1,-1 0,1 0,-1-1,1 1,-1-96,4 59,0-18,-2 3,3 0,1 1,3 0,2 0,6-10,-13 52,0 1,1 0,0-1,0 2,1-1,0 0,1 1,0 0,0 1,0-1,1 1,-5 3,1 1,0 0,-1 0,1 0,0 0,0 1,0-1,1 1,-1 0,0-1,0 2,1-1,-1 0,1 1,-1-1,1 1,-1 0,0 0,1 0,-1 1,1-1,-1 1,1 0,-1 0,0 0,0 0,0 1,1-1,1 3,2 3,0 1,-1 0,-1 0,1 1,-1-1,-1 1,1 0,-2 1,1-1,-1 1,-1-1,1 1,-2 0,1 0,-1 0,-1 0,0 0,-1 0,1 0,-2 0,0 3,0 0,0 0,-1 0,0 0,-1-1,0 0,-1 0,0 0,-1 0,-1-1,12-14,-1 0,1 1,0-1,0 1,0 0,0 0,0 1,0-1,0 1,1 0,-1 1,0-1,1 1,-1 0,0 1,1-1,-1 1,0 0,0 0,1 1,-1-1,0 1,0 0,0 1,-1-1,1 1,-1 0,1 0,-1 0,0 1,0-1,0 1,-1 0,1 0,-1 1,1 1,2 4,-2-1,1 1,-2 0,1 0,-1 0,0 0,-1 0,-1 1,1-1,-2 1,1 0,-1-1,-1 1,0-1,-1 1,0-1,0 0,-1 1,0-1,-1 0,0-1,-1 1,0-1,0 0,-1 0,0 0,-1-1,0 0,0 0,-1-1,0 0,0 0,0-1,-1 0,0 0,0-1,-1-1,0 1,1-1,-1-1,-1 0,1 0,-6 0,13-2,0-1,0 1,0 0,0-1,0 0,0 0,0 0,0 0,0 0,0-1,0 1,1-1,-1 0,0 0,0 0,0 0,1 0,-1-1,0 1,1-1,-1 0,1 0,0 0,0 0,-1 0,2 0,-1 0,0-1,0 1,1-1,-1 1,1-1,0 0,-1 0,1 0,-3-15</inkml:trace>
  <inkml:trace contextRef="#ctx0" brushRef="#br1" timeOffset="-182024.54">10013 5924,'14'-11,"0"1,1 0,0 1,0 1,1 0,0 1,0 1,1 0,-1 2,1 0,1 0,-1 2,0 0,1 1,2 1,-17-1,0 1,0 1,1-1,-1 0,0 1,0-1,-1 1,1 0,0 0,0 0,0 1,0-1,-1 1,1-1,-1 1,1 0,-1 0,0 0,0 0,0 0,0 1,0-1,0 1,0-1,-1 1,1 0,-1-1,0 1,0 0,0 0,0 0,-1 0,1 0,-1 0,1 0,-1 0,0 0,0 0,-1 0,1 0,-1 0,1 0,-1 0,-1 2,-5 14,-1-1,-1-1,-1 0,0 0,-1-1,-1 0,-1-1,0-1,-1 0,-10 9,6-2,36-10,26-12,65 8,-105-6,0 0,0 1,-1-1,1 1,0-1,-1 1,1 0,-1 0,0 1,1-1,-1 1,0 0,-1 0,1 0,0 0,-1 0,0 0,1 1,-1-1,-1 1,1-1,0 1,-1 0,1 4,-2 3,0 0,-1-1,0 1,-1 0,0 0,0 0,-1-1,-1 0,0 1,0-1,-1 0,0-1,-1 1,0-1,-1-1,0 1,0-1,0 0,-6 4,2 1,0-1,-1 0,-1 0,0-2,-1 1,0-2,-1 1,14-10,1 1,0-1,-1 0,1 1,-1-1,1 0,0 0,-1 0,1 1,-1-1,1 0,-1 0,1 0,-1 0,1 0,-1 0,1 0,-1 0,1 0,-1 0,1 0,0 0,-1 0,1-1,-1 1,1 0,-1 0,1 0,-1-1,1 1,0 0,-1 0,1-1,0 1,-1 0,1-1,0 1,-1-1,1 1,0 0,0-1,-1 1,1-1,0 1,0 0,0-1,0 1,-1-1,1 1,0-1,-1-13</inkml:trace>
  <inkml:trace contextRef="#ctx0" brushRef="#br1" timeOffset="-181717.113">10843 5937,'-5'8,"-23"54,28-61,1 0,-1 0,1-1,-1 1,1 0,0-1,-1 1,1 0,0-1,0 1,-1-1,1 1,0-1,0 0,0 1,0-1,-1 0,1 0,0 1,0-1,0 0,0 0,0 0,0 0,0 0,0 0,0 0,0-1,-1 1,1 0,0 0,0-1,0 1,0 0,0-1,-1 1,1-1,0 1,0-1,-1 0,1 1,0-1,-1 0,1 1,-1-1,1 0,-1 0,1 1,-1-1,1 0,-1 0,0 0,1 0,1 0,0-1,0 0,0 1,0-1,0 0,0 0,0 0,0 0,-1-1,1 1,-1 0,0-1,1 1,-1-1,0 1,-1-1,1 0,0 1,-1-1,1 0,-1 1,0-1,0 0,0 0,0 1,-1-1,1 0,-1 0,0 1,1-1,-1 1,0-1,-1 1,1-1,0 1,-1-1,1 1,-1 0,0 0,0 0,1 0,-1 0,-1 0,1 1,0-1,0 1,-1-1,1 1,-1 0,1 0,-1 0,0 0,-2 1,1 1,0 0,-1 0,1 0,0 0,-1 1,1-1,0 1,0 0,1 1,-1-1,0 1,1-1,-1 1,1 0,0 0,0 1,0-1,0 1,1-1,0 1,-1 0,1 0,0 0,1 0,-1 0,1 1,0-1,0 0,0 1,1-1,-1 0,1 1,-4 23</inkml:trace>
  <inkml:trace contextRef="#ctx0" brushRef="#br1" timeOffset="-181457.76">10869 6338,'-10'-24,"9"16,-12-52,13 59,0 0,-1-1,1 1,-1 0,0 0,1-1,-1 1,0 0,0 0,0 0,0 0,0 0,0 0,0 0,0 1,0-1,0 0,-1 0,1 1,0-1,0 1,-1-1,1 1,0 0,-1-1,1 1,0 0,-1 0,1 0,-1 0,1 0,0 0,-1 0,1 1,0-1,-1 0,1 1,0-1,-1 1,1 0,-4 2,0 0,0 0,0 0,1 1,-1-1,1 1,0 0,0 1,1-1,-1 1,1-1,0 1,0 0,1 0,-1 1,1-1,0 0,0 1,1-1,0 1,-1 4,2-8,0 0,0-1,0 1,0 0,1 0,-1-1,0 1,1 0,0-1,-1 1,1 0,0-1,0 1,-1-1,1 1,0-1,1 0,-1 1,0-1,0 0,0 0,1 1,15 8</inkml:trace>
  <inkml:trace contextRef="#ctx0" brushRef="#br1" timeOffset="-180774.274">11311 6057,'130'-425,"-110"380,-19 46,0-1,0 1,0 0,-1-1,1 1,0 0,0-1,-1 1,1 0,0 0,-1 0,1 0,-1 0,1 0,-1-1,1 1,-1 0,0 0,1 0,-1 1,0-1,0 0,0 0,0 0,0 0,0 0,0 0,0 0,0 0,-1 0,1 0,0 0,-1 0,4 86,-4-1,-4 1,-4-1,-16 67,4-96,20-57,0-1,0 1,1-1,-1 0,0 1,1-1,-1 0,0 1,1-1,-1 0,1 0,-1 0,1 0,-1 0,1 0,0 0,0 0,-1 1,1-1,0 0,0 0,0 0,0 0,0 0,0 0,0 0,0 0,1 0,-1 0,0 0,0 0,1 0,1-12</inkml:trace>
  <inkml:trace contextRef="#ctx0" brushRef="#br1" timeOffset="-180406.554">11283 6258,'-4'7,"0"4,4 1,8-2,7-3,11-2,7-2,8-5,3-3,1-1,-3 0,-3 2,-7 1,-6 1,-10 1,-7-2,-6 0</inkml:trace>
  <inkml:trace contextRef="#ctx0" brushRef="#br1" timeOffset="-180052.428">11831 6098,'29'-195,"16"-30,-45 224,0 0,0 0,0 0,0 0,-1 1,1-1,0 0,0 0,0 0,0 0,0 1,0-1,1 0,-1 0,0 0,0 1,1-1,-1 0,0 0,1 0,-1 1,1-1,-1 0,1 1,-1-1,1 0,-1 1,1-1,0 1,-1-1,1 1,0-1,-1 1,1 0,0-1,0 1,-1 0,1-1,0 1,0 0,0 0,-1 0,1 0,0 0,0 0,4 10,-1 0,-1 0,1 1,-2-1,0 1,0 0,0 0,-2 0,1 3,-1-6,5 34,-3 1,-1 0,-2-1,-2 1,-2-1,-2 1,-1-2,-2 1,-4 4,-5-6,11-26</inkml:trace>
  <inkml:trace contextRef="#ctx0" brushRef="#br1" timeOffset="-179868.916">11831 6271,'3'10,"2"4,8 0,8-1,10-5,8-4,7-6,3-5,-1-1,-5 1,-9 1,-12 4,-9 3</inkml:trace>
  <inkml:trace contextRef="#ctx0" brushRef="#br1" timeOffset="-178065.957">16952 7608,'0'5,"2"-1,3-6,1-7,0-6,-2-4,-4 0,-4 3,-6 4,-5 4,-6 4,0 7,-2 7,1 9,4 8,5 4,5 4,3-5</inkml:trace>
  <inkml:trace contextRef="#ctx0" brushRef="#br1" timeOffset="-177811.119">16965 8210,'0'-7,"0"-7,0-5,-3-4,-2-3,-3 1,-2 2,-2 5,-1 11,1 10,1 10,2 2</inkml:trace>
  <inkml:trace contextRef="#ctx0" brushRef="#br1" timeOffset="-177534.434">16938 8945,'-6'-11,"-4"-7,-1 1,1 7,3 10,1 9,3 9,1 4,2 2,0-3</inkml:trace>
  <inkml:trace contextRef="#ctx0" brushRef="#br1" timeOffset="-177286.043">17032 9360,'-13'-14,"-8"-4,1 3,3 9,5 9,4 10,3 6,4 1</inkml:trace>
  <inkml:trace contextRef="#ctx0" brushRef="#br1" timeOffset="-174939.896">13062 10683,'123'23,"-12"-13,1-4,-1-4,93-13,-140 7,719-7,-208 7,84-21,339 20,-52-17,-460 7,124 5,-136 6,213-20,1046 24,-1215 14,46-1,-121-13,-340 14,13-1,-5 1,-118-22,-6-2</inkml:trace>
  <inkml:trace contextRef="#ctx0" brushRef="#br1" timeOffset="-173262.733">9786 10469,'-3'84,"-3"-1,-4-1,-16 59,13-98,13-43,-1 0,0 0,1 0,-1 0,1 0,-1 0,0 0,1 0,-1 0,1-1,-1 1,1 0,-1 0,1 0,-1-1,1 1,-1 0,1-1,-1 1,1-1,-1 1,1 0,-1-1,1 1,0-1,-1 1,1-1,0 1,0-1,-1 1,1-1,0 1,0-1,0 0,-1 1,1-1,0 1,0-1,0 0,0 1,0-1,0 1,1-1,-1 1,0-1,0 0,0 1,1-1,-2 0,-10-52,3 0,1-1,2-30,5 74,-1 1,1-1,1 0,-1 1,2-1,-1 0,1 1,1-1,0 1,0 0,1 0,0 0,1 0,-1 1,2 0,-1 0,1 0,0 1,1 0,0 0,0 0,1 1,-1 0,1 0,0 1,1 0,-1 1,3-1,0 0,1 1,0 0,0 1,0 0,1 1,-1 0,1 1,-1 0,1 1,-1 0,1 1,-1 1,1 0,-1 1,0 0,10 4,-19-5,0 0,1 0,-1 0,0 1,0-1,-1 1,1 0,0 0,-1 0,0 0,1 0,-1 1,-1-1,1 0,0 1,-1 0,0-1,0 1,0 0,0 0,0 0,-1-1,0 1,0 0,0 0,0 0,0 0,-1 1,-1 5,0 1,-1-1,0 0,0 0,-1 0,-1-1,0 1,0-1,0 0,-1 0,-9 9,-1-1,0-1,-1 0,0-1,-1 0,-1-2,0 0,-19 9,91-26,-43 3,1 0,-1 1,0 0,0 1,0 0,1 0,-1 1,0 1,-1-1,1 1,0 1,-1 0,0 1,0-1,0 2,0-1,-1 1,0 0,0 1,-1 0,0 0,0 1,-1 0,1 0,-2 1,1-1,-1 1,-1 0,1 1,-2-1,2 6,-3-4,-1 0,0 0,0 0,-1 0,-1 0,0 0,-1 0,0 0,0-1,-1 1,-1-1,0 1,0-1,-1 0,0 0,-1-1,0 0,0 0,-1 0,0-1,-1 0,1 0,-2-1,1 0,-1 0,0-1,0 0,-1 0,0-1,0-1,0 0,-1 0,1-1,-1 0,0-1,0 0,1-1,-5 0,13 0,0-1,0 1,0-1,0 1,0-1,-1 0,1 0,0 0,0 0,0-1,0 1,0 0,0-1,0 1,-1-1,1 0,1 0,-1 0,0 0,0 0,0 0,0-1,1 1,-1 0,1-1,-1 1,1-1,-1 0,1 1,0-1,0 0,0 0,0 0,0 0,0 0,1 0,-1 0,1 0,-1 0,1 0,0 0,0-1,0 1,0 0,0 0,0 0,0 0,1 0,0-2,8-12</inkml:trace>
  <inkml:trace contextRef="#ctx0" brushRef="#br1" timeOffset="-172576.157">10442 10683,'10'-7,"0"0,0 0,1 1,0 0,0 0,1 2,-1-1,1 1,0 1,1 0,-1 1,0 1,1-1,1 2,-12 0,1 0,-1 0,1 0,-1 1,1-1,-1 1,0 0,1 0,-1-1,0 2,1-1,-1 0,0 0,0 1,0-1,0 1,0-1,-1 1,1 0,0 0,-1 0,1 0,-1 0,0 0,0 0,0 1,0-1,0 0,0 1,0-1,0 2,-1 3,1-1,-1 0,0 1,0-1,-1 0,0 0,0 0,0 1,-1-1,0 0,0 0,0 0,-64 96,19-36,47-65,0 0,0 0,0 0,0 0,1 0,-1 0,0 0,1-1,-1 1,0 0,1 0,-1 0,1 0,0-1,-1 1,1 0,0-1,-1 1,1 0,0-1,0 1,-1-1,1 1,0-1,0 1,0-1,0 1,0-1,-1 0,1 0,0 0,0 1,0-1,0 0,0 0,0 0,0 0,0 0,0-1,0 1,0 0,0 0,0-1,7 3,17 3,0 2,-1 0,0 2,0 0,11 8,-28-13,0-1,-1 1,1 1,-1-1,0 1,-1 0,1 0,-1 1,0-1,0 1,-1 1,1-1,-1 0,-1 1,1 0,-1 0,0 0,-1 0,0 1,1 4,-3-6,1 0,-2 0,1 0,-1 0,0 0,0 0,0 0,-1 0,0 0,0-1,-1 1,1-1,-1 1,0-1,-1 0,1 0,-1-1,0 1,0-1,-1 0,1 0,-1 0,-2 1,-5 4,1-1,-2-1,1 0,-1-1,0 0,0-1,0 0,-1-1,-8 1,20-4,-1 0,1 0,0 0,-1-1,1 1,-1 0,1-1,0 0,-1 0,1 1,-1-2,1 1,-1 0,1 0,-1-1,1 1,-1-1,1 0,0 0,-1 0,1 0,0 0,0 0,0-1,0 1,0 0,0-1,0 0,0 0,1 1,-1-1,1 0,-1 0,1-1,0 1,0 0,0 0,0 0,0-1,0 1,1-1,-1 1,1-1,-1-1,5-16</inkml:trace>
  <inkml:trace contextRef="#ctx0" brushRef="#br1" timeOffset="-172270.676">11283 10776,'-43'94,"43"-94,0 0,0-1,0 1,0 0,1 0,-1 0,0 0,0 0,0 0,1 0,-1-1,0 1,0 0,1 0,-1 0,0 0,0 0,1 0,-1 0,0 0,0 0,0 0,1 0,-1 0,0 1,0-1,1 0,-1 0,0 0,0 0,0 0,1 0,-1 0,0 1,0-1,0 0,0 0,1 0,-1 0,0 1,0-1,0 0,0 0,0 0,0 1,0-1,1 0,-1 0,0 0,0 1,0-1,0 0,0 0,0 1,0-1,0 0,15-17,5-47,-20 63,1-1,-1 0,0 0,0 0,0 0,0 0,0 0,0 0,0 0,-1 0,1 0,0 0,-1 0,0 1,0-1,1 0,-1 0,0 0,0 1,0-1,-1 1,1-1,0 1,-1-1,1 1,-1 0,1 0,-1 0,0-1,1 1,-3 0,3 1,-1-1,0 1,1 0,-1 0,0 0,1 1,-1-1,1 0,-1 1,0-1,1 1,-1-1,1 1,-1 0,1 0,0-1,-1 1,1 0,0 0,-1 0,1 1,0-1,0 0,0 0,0 1,0-1,0 1,-12 16</inkml:trace>
  <inkml:trace contextRef="#ctx0" brushRef="#br1" timeOffset="-171991.386">11243 11257,'12'-11,"3"-8,-1-4,-4-2,-7 1,-9 5,-7 5,-6 5,-5 9,-2 8,1 8,4 8,6 5,6-1,8-3,12-5,13-6,2-6</inkml:trace>
  <inkml:trace contextRef="#ctx0" brushRef="#br1" timeOffset="-171511.279">11899 10843,'-7'-13,"0"0,0 0,-1 0,-1 1,0 1,-10-10,16 18,-1 0,1 0,-1 0,0 0,0 0,-1 1,1 0,0 0,-1 0,1 0,-1 1,0 0,0 0,1 0,-1 0,0 1,0 0,0 0,1 0,-1 1,0-1,-4 2,-1 2,0 0,0 0,1 1,0 1,0-1,0 2,1-1,-1 1,2 0,-1 1,1 0,0 0,0 0,1 1,1 0,-1 0,1 1,1-1,0 1,0 0,1 0,0 1,1-1,0 4,1-13,0 1,1 0,-1 0,1 0,0 0,0 0,0 0,0 0,0 0,0 0,0 0,1 0,-1 0,0 0,1 0,0-1,0 1,-1 0,1 0,0 0,0-1,1 1,-1-1,0 1,0-1,1 1,-1-1,1 0,-1 1,1-1,0 0,-1 0,1 0,0-1,0 1,0 0,0-1,0 1,-1-1,1 1,0-1,0 0,1 0,9-2,-1-1,1 0,0 0,-1-1,0-1,0 0,0-1,-1 0,1 0,-1-1,-1-1,6-4,3-2,64-38,-81 51,0 1,0-1,0 0,0 1,0 0,0-1,1 1,-1 0,0-1,0 1,0 0,0 0,0 0,1 0,-1 0,0 0,0 0,0 1,0-1,1 0,-1 1,0-1,0 1,0-1,0 1,0-1,0 1,0 0,0-1,0 1,-1 0,1 0,0 0,0 0,-1-1,1 1,0 0,-1 1,1-1,-1 0,1 0,-1 0,0 0,1 1,6 55,-7-53,-1 29,-1 0,-1-1,-2 1,-2-1,0 0,-2-1,-2 1,-1-2,-11 21,-6-8,29-42,-1 0,0 0,1 0,-1 0,0-1,0 1,0 0,1-1,-1 1,0 0,0-1,0 1,0-1,0 1,0-1,0 0,-1 0,1 1,0-1,0 0,0 0,0 0,0 0,0 0,0 0,0 0,-1 0,1-1,0 1,0 0,0-1,0 1,0-1,0 1,0-1,0 1,0-1,1 0,-1 0,0 1,0-1,0 0,1 0,-4-4,1-1,0 1,1-1,-1 0,1 0,0 0,1 0,-1 0,1 0,0-1,1-2,-3-20</inkml:trace>
  <inkml:trace contextRef="#ctx0" brushRef="#br1" timeOffset="-171010.223">12286 10830,'-7'-4,"0"-1,0 2,0-1,-1 1,1 0,-1 1,0 0,1 0,-1 0,0 1,0 0,0 1,0 0,-1 0,1 1,0 0,0 0,1 1,-1 0,0 0,0 1,1 0,0 0,-1 1,1 0,1 0,-1 1,1 0,-1 0,1 0,-1 2,4-4,0 0,0 0,0 0,0 0,0 0,0 1,1-1,0 1,0 0,0 0,0-1,0 1,1 1,0-1,0 0,0 0,0 0,1 1,-1-1,1 0,0 0,1 1,-1-1,1 0,0 0,0 1,0-1,0 0,1 0,-1 0,1 0,0-1,1 1,-1 0,0-1,1 1,0-1,0 0,0 0,0 0,1 0,1 1,2-1,1 0,-1 0,0-1,1 0,0 0,-1-1,1 1,0-2,0 1,0-1,-1-1,1 1,0-1,0 0,-1-1,1 0,-1 0,1-1,-1 0,0 0,0-1,0 0,0 0,-1 0,4-4,1-1,-1 1,0-2,0 0,-1 0,-1 0,0-1,0-1,-1 1,0-1,-1 0,0-1,-1 1,-1-1,2-6,4-44,-6 78,27 307,-29-317,0 0,-1 0,0 1,0-1,-1 1,0-1,0 0,0 1,0-1,-1 1,0-1,0 1,0-1,-1 0,0 0,0 0,0 0,0 0,-1 0,0-1,0 1,0-1,-1 1,0-1,1 0,-1-1,-3 3,-46 20,-7-4</inkml:trace>
  <inkml:trace contextRef="#ctx0" brushRef="#br2" timeOffset="-164670.781">14185 11164,'656'39,"1"-35,255 11,485 35,-18-51,-683-13,317 7,200 0,-749 8,-127-1,-329 0</inkml:trace>
  <inkml:trace contextRef="#ctx0" brushRef="#br2" timeOffset="-164377.548">22553 11031,'14'9,"11"5,10 3,7 3,2 0,1 1,-3 0,-6 0,-7 2,-8 1,-9 1,-12 3,-20 2,-27 4,-35 3,-47 3,-53 3,3-5</inkml:trace>
  <inkml:trace contextRef="#ctx0" brushRef="#br2" timeOffset="-163110.474">14840 10991,'-49'31,"-2"-1,0-3,-2-2,-1-2,-1-2,-13 0,-116 29,208-49,-1 1,1 1,-1 1,1 1,-1 1,-1 1,19 9,63 35,53 20,-155-70,0 0,1 0,-1 0,0 0,1 0,-1-1,0 1,1-1,-1 1,0-1,1 0,-1 0,1 0,-1-1,1 1,-1 0,0-1,1 1,-1-1,0 0,1 0,-1 0,0 0,0 0,0-1,0 1,0 0,0-1,0 0,-1 1,1-1,0 0,-1 0,0 0,1 0,-1 0,0 0,0-1,0 1,0 0,0 0,-1-2,3-17,-1-1,-1 1,-2-1,0 0,-1 1,-1-1,-1 1,-1 0,0 0,-2 1,-1-1,0 1,-2 0,8 15,1 1,-1 1,1-1,-1 0,0 1,0-1,0 1,-1-1,1 1,-1 0,0 0,0 0,0 1,0-1,-2-1,-5 2</inkml:trace>
  <inkml:trace contextRef="#ctx0" brushRef="#br2" timeOffset="-152211.53">18302 10068,'-32'103,"31"-132,57-254,-50 130,-7 149,-2 20,0-2,-30 158,-7 133,36-249</inkml:trace>
  <inkml:trace contextRef="#ctx0" brushRef="#br2" timeOffset="-151784.921">18784 9787,'-5'1,"-1"-1,1 1,0 1,0-1,1 1,-1-1,0 2,0-1,1 0,0 1,-1 0,1 0,0 0,0 0,1 1,-1 0,1-1,-1 1,1 0,0 1,1-1,-1 1,1-1,-2 5,-6 10,2 0,-1 0,2 1,1 0,0 1,2-1,0 1,2 0,0 0,1 0,1 0,1 8,-1-22,1 0,0-1,0 1,0-1,1 1,-1-1,2 1,-1-1,1 0,0 0,0 0,0-1,1 1,0-1,0 0,1 0,-1 0,1 0,0-1,0 0,1 0,-1 0,1 0,0-1,0 0,0-1,0 1,0-1,1 0,-1-1,2 1,-1-1,-1 0,0 0,1-1,-1 0,1 0,-1 0,1-1,-1 0,0 0,1-1,-1 0,0 0,0 0,0-1,0 0,-1 0,1 0,-1-1,0 0,0 0,0 0,0-1,-1 1,1-1,-1 0,0 0,-1-1,0 1,1-1,-2 0,1 0,-1 0,0 0,0 0,0 0,-1-1,0 1,0-1,-1 3,1-1,-1 1,0 0,0 0,0 0,-1-1,1 1,-1 0,0 0,0 0,0 0,-1 0,0 0,1 0,-1 1,-1-1,1 1,0-1,-1 1,0 0,0 0,0 0,0 0,0 0,0 1,-1-1,0 1,1 0,-1 0,0 1,0-1,0 1,0 0,0 0,0 0,0 0,0 1,0-1,-1 1,1 0,0 0,-3 1,-1 4,-1 0,1 1,1 0,-1 0,1 1,0 0,1 0,-1 1,1 0,1 0,0 0,0 0,0 1,1 0,1 0,-1 0,1 1,1-1,0 1,0-1,1 1,0 0,1 4,-4 33</inkml:trace>
  <inkml:trace contextRef="#ctx0" brushRef="#br2" timeOffset="-151037.119">19639 9626,'-2'1,"1"0,0 0,0 0,0 1,0-1,0 0,0 0,0 1,0-1,0 0,0 1,1-1,-1 1,1-1,-1 1,1-1,0 1,-1-1,1 1,0-1,0 1,0-1,0 1,0 0,0 2,-17 329,-1-114,19-196,-1-24,0 1,0 0,0 0,0-1,0 1,0 0,0 0,0 0,1-1,-1 1,0 0,0 0,0 0,0-1,1 1,-1 0,0 0,0 0,0 0,1 0,-1-1,0 1,0 0,0 0,1 0,-1 0,0 0,0 0,1 0,-1 0,0 0,0 0,1 0,-1 0,0 0,0 0,1 0,-1 0,0 0,0 0,1 0,-1 0,0 0,0 1,0-1,1 0,-1 0,0 0,0 0,0 1,0-1,1 0,-1 0,0 0,0 0,0 1,0-1,0 0,1 0,-1 1,0-1,0 0,0 0,0 1,0-1,0 0,11-19,47-76,-55 91,0 1,1-1,-1 1,1 0,0 0,0 0,0 0,0 1,0-1,0 1,1 0,-1 1,1-1,-1 1,1 0,0 0,-1 0,1 1,0-1,0 1,-1 0,3 1,-2 0,-1 1,1-1,0 1,-1 0,0 1,1-1,-1 1,0 0,0 0,0 0,-1 0,1 1,-1-1,0 1,0 0,0 0,0 0,-1 0,0 1,1-1,-2 1,1-1,0 1,-1 0,0 0,0 0,-1 0,1-1,-1 1,0 0,0 0,-1 0,1 0,-1 0,0 0,0-1,-1 1,0 0,0-1,0 1,0-1,0 1,-3 2,-1-1,-1 0,1 0,-1-1,-1 1,1-2,-1 1,0-1,0 0,0-1,0 1,-1-2,1 1,-1-1,-4 0,12-2,1 1,0-1,-1 0,1 1,-1-1,1 0,-1 0,1 0,-1 1,1-1,-1 0,0 0,1 0,-1 0,1 0,-1 0,1 0,-1 0,1 0,-1 0,1 0,-1-1,1 1,-1 0,1 0,-1 0,1-1,-1 1,1 0,-1-1,1 1,-1 0,1-1,0 1,-1 0,1-1,0 1,-1-1,1 1,0-1,0 1,-1-1,1 1,0-1,0 1,0-1,0 1,0-1,-1 1,1-1,0 1,0-1,0 1,0-1,1 1,-1-1,0 0,0 1,0-1,0 1,1-1,-1 1,0-1,0 1,24-32,25-13,2 2,1 2,23-11,46-18,-120 69,1 0,-1 0,1 0,-1 1,0-1,1 0,0 1,-1 0,1-1,-1 1,1 0,-1-1,1 1,0 0,-1 0,1 1,-1-1,1 0,0 0,-1 1,1-1,-1 1,1-1,-1 1,0 0,1-1,-1 1,1 0,-1 0,0 0,0 0,0 0,1 1,-1-1,0 0,0 0,-1 1,1-1,0 0,0 1,-1-1,1 1,-1-1,1 1,-1 0,0-1,1 1,-1-1,0 1,0 1,-6 82,4-72,0 0,0 0,2 0,0 0,0 0,1 0,2 8,-2-19,-1 1,1-1,1 1,-1-1,0 1,1-1,-1 0,1 1,0-1,-1 0,1 0,0 0,1 0,-1-1,0 1,0-1,1 1,-1-1,1 0,-1 0,1 0,-1 0,1 0,0 0,-1-1,1 1,0-1,0 0,-1 0,1 0,0 0,0-1,1 1,21-5</inkml:trace>
  <inkml:trace contextRef="#ctx0" brushRef="#br2" timeOffset="-150763.759">20080 9774,'12'2,"3"1</inkml:trace>
  <inkml:trace contextRef="#ctx0" brushRef="#br2" timeOffset="-150439.53">20481 9613,'11'78,"-12"-20,-3-1,-1 0,-4 0,-15 56,11-49,12-60,-11 112,13-112,-1-1,1 1,-1-1,1 1,0-1,0 1,1-1,-1 0,1 1,-1-1,1 0,0 0,0 0,1 0,-1-1,1 1,-1 0,1-1,0 0,0 0,0 0,0 0,0 0,0 0,1-1,-1 0,0 0,1 1,-1-2,2 1,6 1,0-1,0-1,0 1,0-2,0 0,0 0,-1-1,1 0,0-1,-1 0,1-1,-1 0,0 0,0-1,1-1,17-11,0-1,-1-2,-1 0,9-11,10-6,-44 37,1 0,-1 1,0-1,0 0,0 0,0 1,0-1,1 1,-1-1,0 1,0 0,0-1,0 1,0 0,-1 0,1-1,0 1,0 0,0 0,-1 0,1 0,0 0,-1 0,1 0,-1 1,1-1,-1 0,0 0,1 0,-1 0,0 1,0-1,0 0,0 0,0 0,0 1,0-1,0 0,-1 0,1 0,0 0,-1 1,1-1,-1 0,1 0,-1 0,1 3,0-4,-1 4,0-1,0 0,1 0,0 1,-1-1,1 0,0 1,1-1,-1 0,0 1,1-1,0 0,0 0,0 0,0 1,1-1,-1 0,1-1,-1 1,1 0,0 0,0-1,0 1,1-1,-1 0,1 1,-1-1,1 0,0 0,0-1,-1 1,1-1,2 1,24 1,0-5</inkml:trace>
  <inkml:trace contextRef="#ctx0" brushRef="#br2" timeOffset="-150189.133">21162 10001,'-15'5,"-9"1,-1-1,1 0,-3-4,4-2</inkml:trace>
  <inkml:trace contextRef="#ctx0" brushRef="#br2" timeOffset="-150002.87">20481 9828,'21'-7,"20"-2,19-2,17-2,14 0,10-3,3-5,-15 0</inkml:trace>
  <inkml:trace contextRef="#ctx0" brushRef="#br0" timeOffset="-7193.398">14398 5082,'-18'20,"-11"19,-6 13,-8 12,-4 11,-2 6,-2 6,2 1,2-1,4-3,3-7,6-8,4-11,7-10,5-12,7-9,6-14,4-9</inkml:trace>
  <inkml:trace contextRef="#ctx0" brushRef="#br0" timeOffset="-6807.134">15254 5121,'-54'48,"2"3,2 1,3 3,2 1,3 3,2 1,1 5,1-7,-213 331,179-261,69-97,11-30</inkml:trace>
  <inkml:trace contextRef="#ctx0" brushRef="#br0" timeOffset="-6416.399">15775 5095,'-12'41,"-1"0,-3-1,-1-1,-2 0,-13 18,16-28,-358 601,365-616,1 1,0 1,2-1,0 1,0 0,1 1,1-1,-1 16,5-31,0 0,-1 1,1-1,0 0,0 0,0 0,1 0,-1 0,0 0,0 0,1 0,-1 0,0 0,1 0,-1 0,1 0,-1 0,1 0,0 0,-1 0,1 0,0 0,0-1,0 1,-1 0,1-1,0 1,0 0,0-1,0 1,0-1,0 0,1 1,8 0</inkml:trace>
  <inkml:trace contextRef="#ctx0" brushRef="#br0" timeOffset="-6056.263">16537 5202,'-20'25,"-19"22,-13 16,-10 14,-7 10,-2 5,2 1,7-3,6-7,9-8,9-9,12-10,10-9,8-11,5-9,5-10,6-11,0-7</inkml:trace>
  <inkml:trace contextRef="#ctx0" brushRef="#br0" timeOffset="-5678.613">17326 5215,'-9'16,"-12"19,-14 17,-10 15,-9 11,-6 5,-3 2,1-1,4-5,8-6,7-8,8-10,9-8,9-10,6-10,9-9,5-8,4-5</inkml:trace>
  <inkml:trace contextRef="#ctx0" brushRef="#br0" timeOffset="-5340.52">18155 5095,'-5'14,"-5"13,-6 14,-10 13,-7 11,-6 9,-7 4,-2 4,1-4,1-3,2-6,3-8,7-7,7-8,6-8,8-10,7-10</inkml:trace>
  <inkml:trace contextRef="#ctx0" brushRef="#br0" timeOffset="-4984.4">18743 5095,'-2'18,"-6"16,-7 10,-7 9,-6 8,-5 4,-6 5,-5 4,-7 1,-6 1,-3-1,1-4,2-5,10-7,10-9,9-10,11-13,10-10</inkml:trace>
  <inkml:trace contextRef="#ctx0" brushRef="#br0" timeOffset="-4645.054">19117 5256,'-16'18,"-12"15,-5 13,-5 11,0 6,2 5,3 1,1 1,6-3,3-3,4-6,6-13</inkml:trace>
  <inkml:trace contextRef="#ctx0" brushRef="#br0" timeOffset="-1973.15">13503 5509,'-1'8,"1"-1,0 1,1 0,0-1,0 0,0 1,1-1,0 0,1 0,3 7,-5-13,-1-1,1 0,0 0,0 0,0 1,0-1,-1 0,1 0,0 0,0 0,0 0,0-1,-1 1,1 0,0 0,0-1,0 1,-1 0,1-1,0 1,0 0,-1-1,1 1,0-1,-1 1,1-1,0 0,-1 1,1-1,-1 0,1 1,-1-1,1 0,-1 0,0 1,1-1,-1 0,0 0,0 0,0 0,1 1,-1-1,0 0,0 0,0 0,0 0,8-61,-8 61,-1 1,0-1,0 1,0-1,1 1,-1 0,0-1,0 1,0 0,0 0,0 0,0 0,0 0,1 0,-1 0,0 0,0 0,0 0,0 0,0 1,0-1,0 0,1 0,-1 1,0-1,0 1,0-1,1 1,-1-1,0 1,1 0,-1-1,0 1,1 0,-1-1,1 1,-1 0,1 0,-1-1,1 1,-1 0,1 0,0 0,0 0,-1 0,1 0,0-1,0 1,-3 5,1 0,-1 0,1 0,0 0,1 0,0 1,0-1,0 0,0 1,1-1,1 3,-1-6,0-1,0 0,0 0,1 0,-1 0,1 0,-1 0,1 0,0 0,0 0,0 0,0 0,0 0,0 0,0 0,1-1,-1 1,1-1,-1 1,1-1,0 0,0 1,-1-1,1 0,0 0,0 0,0 0,0-1,0 1,0 0,0-1,0 0,1 1,-1-1,1 0,0 0,0-1,0 1,0-1,0 0,1 0,-1 0,0 0,-1-1,1 1,0-1,0 0,-1 0,1 0,-1 0,1 0,-1 0,0-1,0 1,0-1,0 1,0-1,-1 0,1 0,-1 0,0 0,0 0,0 0,0 0,0 0,-1 0,1 0,-1-1,0 1,0-2,-1 4,0-1,0 0,0 1,0-1,-1 1,1-1,0 1,-1 0,1-1,-1 1,1 0,-1 0,0 0,1 0,-1 0,0 1,0-1,0 1,1-1,-1 1,0-1,-1 1,-12-5,-21-11,-2 1,0 2,0 2,-1 2,0 1,-8 1,-28-5,-124-18,-48 4,-903 18,853 13,-646-31,359 27,-50-42,473 49,1 7,-52 16,144-21,-86 8,-136-3,91-7,1 9,-159 35,146-12,-1-9,-2-9,-120-7,314-15,-60-1,0 3,-49 8,121-8</inkml:trace>
  <inkml:trace contextRef="#ctx0" brushRef="#br0" timeOffset="-1149.948">7326 5282,'0'0,"0"0,-1 1,1-1,0 0,0 0,0 1,-1-1,1 0,0 1,0-1,0 0,0 0,0 1,-1-1,1 0,0 1,0-1,0 0,0 1,0-1,0 0,0 1,0-1,0 0,0 1,0-1,0 0,1 1,-1-1,0 0,0 1,0-1,0 0,0 0,1 1,-1-1,0 0,0 0,0 1,1-1,-1 0,0 0,1 1,-1-1,0 0,0 0,1 0,-1 0,0 0,1 0,-1 1,0-1,1 0,-1 0,0 0,1 0,-1 0,0 0,1 0,-1 0,0 0,118 31,-58-18,-14-5,-1 2,0 2,0 2,-1 2,-1 2,4 4,-45-21,1-1,-1 1,1 0,-1 0,1 0,-1 0,0 0,1 1,-1-1,0 1,0-1,0 1,0 0,0 0,-1 0,1 0,0 0,-1 0,0 0,1 1,-1-1,0 1,0-1,0 0,-1 1,1 0,0-1,-1 1,0-1,0 1,0 0,0-1,0 1,0 0,0-1,-1 1,0-1,1 1,-1-1,0 1,0-1,0 1,-1-1,1 0,-1 1,-140 87,49-21,3 4,-32 37,60-51</inkml:trace>
  <inkml:trace contextRef="#ctx0" brushRef="#br0" timeOffset="5309.732">3770 3383,'22'11,"0"1,-1 1,-1 1,0 0,-1 2,-1 0,0 1,-10-9,-1 1,0-1,-1 1,0 0,0 0,-1 1,0 0,0 0,-1 0,-1 0,0 1,0 0,-1-1,0 1,-1 0,0 7,1-53,2 0,2 1,1 0,5-13,-8 32,-3 10,-1 0,1 0,1 0,-1 0,0 0,1 0,0 1,0-1,1 1,-1-1,1 1,0 0,0 0,1 0,-1 0,1 1,-1-1,1 1,0 0,1 0,-1 1,0-1,3 0,14-4,1 1,0 1,0 1,0 0,0 2,16 1,-36 2,0 0,0 1,-1-1,1 1,-1-1,1 1,-1 0,1-1,-1 1,0 0,0 0,0 0,0 0,0 0,-1 0,1 1,0-1,-1 0,0 0,1 0,-1 1,0-1,0 0,0 0,-1 0,1 1,-1-1,1 0,-1 0,0 2,0 6,1-2,-1 6,0 0,0 0,2 0,0 0,0 0,1-1,1 1,0-1,1 1,1-1,0 0,0 0,4 5,-7-16,0 0,1 0,-1 0,0 0,1 0,-1 0,1-1,-1 1,1-1,0 0,0 0,0 0,0 0,0 0,0-1,0 1,0-1,0 0,0 1,0-2,0 1,0 0,0-1,0 1,0-1,0 0,74-31,-66 28,-1-1,0-1,0 0,0 0,-1-1,1 0,-2 0,1-1,-1-1,0 1,-1-1,0-1,-1 1,0-1,0 0,-1 0,0-1,-1 0,0 0,0 0,-1-1,-2 6,0 0,0 1,-1-1,1 0,-1 0,0 0,-1 1,0-1,0 0,0 0,0 1,-1-1,0 1,0-1,0 1,-1 0,0 0,0 0,0 0,-1 1,0-1,1 1,-2 0,1 0,0 0,-1 0,0 1,3 3,0 0,0 1,0-1,0 1,0-1,0 1,0 0,0 0,0 0,0 0,0 0,1 0,-1 0,0 1,1-1,-1 1,1-1,-1 1,1 0,0-1,0 1,0 0,0 0,0 0,0 0,0 0,1 0,-1 0,1 0,-1 0,1 0,-4 9,0-1,0 1,1 0,0 0,1 0,1 0,-1 1,2-1,0 0,0 1,1-1,0 0,1 0,0 0,1 0,0 0,1 0,4 8,-3-14,-1 0,1 0,0 0,0-1,0 0,1 0,0 0,-1-1,1 0,0 0,1 0,-1-1,0 0,1 0,0-1,-1 0,1 0,1 0,121-5,-97-1,-1-2,0-2,-1 0,0-2,16-9,6-5</inkml:trace>
  <inkml:trace contextRef="#ctx0" brushRef="#br0" timeOffset="5699.236">5120 3224,'-7'7,"0"0,1 1,0-1,0 2,1-1,0 1,0-1,1 1,-1 4,4-10,0 1,0-1,0 1,0-1,1 1,0-1,-1 1,1-1,1 1,-1-1,0 1,1-1,0 1,-1-1,2 1,-1-1,0 0,1 1,-1-1,1 0,0 0,0 0,0 0,0-1,1 1,-1 0,1 0,6 3,0 0,0 0,1-1,-1 0,1-1,0 0,0-1,1 1,-1-2,1 0,-1 0,1-1,0 0,0-1,-1 0,1-1,0 0,-1 0,1-1,-1-1,1 0,-1 0,0-1,4-2,-10 4,0 0,0-1,0 1,0-1,0 0,0 0,0 0,-1 0,0-1,0 1,0-1,0 0,0 0,-1 0,1 0,-1-1,0 1,-1-1,1 1,-1-1,0 1,0-1,0 0,-1 0,1 1,-1-1,-1 0,1 0,0 0,-1 1,0-1,0 0,-1 1,1-1,-1 1,0-1,0 1,-1-1,-3-2,0 0,-1 0,1 1,-2 0,1 0,-1 0,1 1,-1 0,-1 1,1 0,-1 0,0 1,1 0,-1 0,-1 1,1 0,0 1,0 0,-1 1,1-1,-1 2,1-1,0 1,0 1,-1 0,1 0,0 1,0 0,1 0,-1 1,1 0,0 1,0 0,0 0,0 1,1 0,-3 2,7-5,0 0,0 1,0-1,0 0,1 1,-1-1,1 1,0 0,0 0,0 0,0 0,1 0,0 0,0 0,0 1,0-1,1 0,-1 1,1-1,0 0,1 1,-1-1,1 1,0 0,11 21</inkml:trace>
  <inkml:trace contextRef="#ctx0" brushRef="#br0" timeOffset="6814.035">5815 3009,'-10'-1,"0"1,0 0,0 0,0 1,0 0,0 0,1 1,-1 1,0 0,1 0,-1 1,1 0,0 0,0 1,1 0,0 1,-1 0,2 0,-1 1,1 0,0 0,0 1,1 0,0 0,1 0,0 1,0 0,1 0,0 0,0 1,0 0,4-4,-1-1,1 0,0 0,0 0,0 1,1-1,-1 0,1 0,1 0,-1 0,1 0,0 0,0 0,0-1,1 1,-1-1,1 0,0 1,1-1,-1 0,1-1,-1 1,1-1,0 1,3 0,2 2,0 0,1 0,0-2,1 1,-1-1,1 0,-1-1,1-1,0 1,0-2,6 1,6-2,0-2,0 0,0-2,0 0,-1-2,0 0,0-1,0-2,-1 0,0-1,-1-1,0-1,-1-1,0 0,-1-1,-1-2,0 0,-1 0,-1-2,-7 9,0 0,-1 0,-1-1,1 0,-2-1,1 1,-2-1,1 0,-1 0,-1-1,0 1,0-6,-3 0,-10 25,7 0,0 1,0-1,1 1,0 0,1 0,0 0,1 0,0 0,0 0,0 0,2 6,-1-11,0 0,0 0,0 0,1 0,-1 0,1 0,0 0,0 0,0-1,1 1,-1-1,1 0,0 0,0 0,0 0,0 0,1-1,-1 1,1-1,-1 0,1 0,0 0,0 0,0-1,0 0,0 0,9 1,1-1,0 0,0-1,0-1,-1 0,1-1,0 0,-1-1,0-1,1 0,-1 0,-1-2,1 0,-1 0,0-1,0 0,-1-1,0-1,-1 1,1-2,-2 0,1 0,-1 0,-1-1,0-1,-1 1,0-1,0 0,-2-1,3-6,-5 10,1-1,-1 0,-1 0,0 0,-1-1,0 1,0-1,-1-7,-7 9,-1 29,5-13,0 1,1-1,0 1,1 0,0 0,0 0,0 0,1 0,0 0,1 0,0 0,0 0,1-1,0 1,0 0,1-1,0 1,0-1,1 0,0 0,0 0,0 0,1-1,0 0,1 0,-1 0,1-1,0 1,0-2,1 1,6 4,-1-6,-1 1,1-1,-1-1,1 0,0-1,0 0,0-1,0 0,0 0,-1-2,1 1,0-2,0 1,-1-2,0 0,1 0,7-5,-3 2,0-2,0 0,0-1,-1-1,-1 0,0-1,-1 0,0-1,0 0,-2-2,4-4,-7 7,-1-1,0 0,0 0,-2 0,1-1,-2 0,0 0,0 0,-2 0,1-1,-2 0,0 1,-1-10,0 24,0 1,0-1,-1 0,1 0,0 0,0 1,0-1,-1 0,1 0,0 0,0 0,-1 0,1 0,0 1,0-1,-1 0,1 0,0 0,0 0,-1 0,1 0,0 0,-1 0,1 0,0 0,0 0,-1 0,1 0,0 0,0-1,-1 1,1 0,0 0,0 0,-1 0,1 0,0-1,0 1,0 0,-1 0,1 0,0 0,0-1,0 1,0 0,0 0,-1-1,1 1,-7 21,1 0,0 0,2 1,0-1,1 1,2 0,0 7,0-12,0 86,6 0,3 0,5-1,5 0,4-1,4-1,20 43,-26-70,-24-67,-32-63,1-23,4 0,2-2,5-1,-1-17,14 55,1 1,2-1,2-1,3 1,1-1,2 0,2-1,-1 40,-1 1,1-1,0 0,1 1,0-1,0 1,0-1,1 1,0 0,0 0,1 0,-1 0,1 1,0-1,1 1,-1 0,1 0,0 1,1-1,-1 1,1 0,-1 1,1 0,0-1,1 2,-1-1,2 0,5 1,0 0,-1 0,1 1,0 1,0 0,-1 1,1 0,0 1,-1 1,1 0,-1 0,0 1,0 1,0 0,-1 1,8 4,-16-9,-1 0,1 0,-1 1,1-1,-1 1,0-1,1 1,-1 0,0 0,0 0,0 0,0 1,-1-1,1 0,-1 1,1-1,-1 1,0-1,0 1,0 0,0-1,0 1,-1 0,1 0,-1 0,0 0,0-1,0 1,0 0,0 0,-1 0,1 0,-1-1,0 1,0 0,0 0,0-1,0 1,-1 0,-10 9,0-1,-1 0,-1-1,0-1,0 0,0-1,-1 0,-1-1,1-1,-17 4,3 2,-17 5,53-21,11-4</inkml:trace>
  <inkml:trace contextRef="#ctx0" brushRef="#br0" timeOffset="7448.836">7714 2930,'-9'-4,"-1"1,1 0,-1 1,0 0,0 1,0 0,0 0,0 1,0 1,0 0,0 0,0 1,0 0,1 0,-1 1,1 1,-1-1,1 1,0 1,1 0,-1 0,1 1,0 0,0 1,1-1,0 1,0 1,0-1,1 1,-2 4,6-9,1-1,-1 0,1 1,0 0,0-1,0 1,0-1,0 1,1 0,-1 0,1 0,0-1,0 1,0 0,0 0,0 0,1-1,-1 1,1 0,0 0,-1-1,1 1,1-1,-1 1,0-1,1 1,-1-1,1 0,0 1,-1-1,1 0,0 0,0 0,1-1,-1 1,0 0,1-1,7 2,1 0,0-1,0 0,1 0,-1-2,0 1,0-2,1 1,-1-1,0-1,0 0,0-1,0 0,0 0,-1-1,0-1,0 0,0 0,0-1,-1 0,1-1,-2 0,1 0,4-6,40-49,-52 62,-1 0,1 0,-1 0,1 0,-1 0,1 0,-1 0,1 0,-1 0,1 0,-1 1,1-1,-1 0,1 0,-1 1,1-1,-1 0,1 0,-1 1,0-1,1 0,-1 1,1-1,-1 1,0-1,1 0,-1 1,0-1,0 1,0-1,1 1,-1-1,0 1,0-1,0 1,0-1,0 1,0-1,0 1,0-1,0 1,0-1,0 1,0-1,0 1,0 0,0-1,0 0,-1 1,1-1,0 1,0-1,-1 1,1-1,0 1,-1-1,1 2,0 3,-1 0,1 0,0 0,0 0,1 1,-1-1,1 0,0 0,1 0,-1 0,1 0,0-1,0 1,1 0,-1-1,1 0,0 1,0-1,0 0,1-1,0 1,-1 0,1-1,0 0,1 0,-1 0,1-1,-1 1,1-1,0 0,-1 0,1-1,0 0,0 1,5-1,-2-1,-1-1,0 0,1 0,-1-1,0 0,0 0,0 0,0-1,0 0,0-1,-1 0,1 0,-1 0,0 0,-1-1,1 0,4-5,3-5,0-1,0 0,-2 0,0-1,-1 0,0-4,10-28,-2 0,-3-1,-1-1,-3 0,-2-1,-3 0,-1 0,-3-1,-3-19,1 16,-1 0,-4 1,-1-1,-9-29,0 50,15 34,-1 1,1-1,0 1,-1 0,1-1,-1 1,0 0,1-1,-1 1,1 0,-1-1,1 1,-1 0,0 0,1 0,-1 0,0 0,1-1,-1 1,1 0,-1 0,0 1,1-1,-1 0,0 0,1 0,-1 0,1 0,-1 1,0-1,1 0,-1 1,1-1,-1 0,1 1,-1-1,1 0,-1 1,1-1,0 1,-1-1,1 1,-1-1,1 1,0 0,0-1,-1 1,1-1,0 1,0 0,0-1,0 1,-1-1,1 1,-8 17,0 0,2 1,0 0,1 0,0 0,2 1,-1 10,0-6,-4 19,2 0,1 0,2 0,3 1,1-1,2 1,1-1,3 0,2-1,1 0,3 0,1-1,4 5,-11-31,1-1,0-1,1 1,1-1,0-1,1 0,0 0,0-1,2-1,-1 0,1 0,1-2,-1 1,1-2,1 0,0 0,0-1,0-1,0-1,1 0,4 0,-15-4,1 1,-1-1,1 0,-1-1,0 1,1-1,-1 0,0-1,1 1,-1-1,0 0,0 0,0 0,4-3,17-17</inkml:trace>
  <inkml:trace contextRef="#ctx0" brushRef="#br0" timeOffset="7708.14">7888 2515,'18'7,"22"2,23-5,20-8,17-5,8-6,-16 0</inkml:trace>
  <inkml:trace contextRef="#ctx0" brushRef="#br0" timeOffset="7949.563">8623 2795,'-1'99,"2"-96,0 1,0 0,1 0,-1-1,1 1,-1-1,1 0,0 1,1-1,-1 0,0 0,1 0,0-1,0 1,0 0,0-1,0 0,0 0,0 0,1 0,-1 0,1-1,-1 0,2 1,3 0,0 1,1-2,-1 1,0-1,1-1,-1 1,0-1,1-1,-1 0,0 0,1 0,-1-1,0 0,0-1,0 0,0 0,-1-1,1 0,-1 0,0 0,0-1,-1-1,1 1,-1-1,0 0,-1 0,1 0,-1-1,0 0,-1 0,0 0,0-1,0 0,-1 1,-1-1,1 0,-1 0,0-1,-1 1,0 0,0-1,-1 1,0 0,0-1,-1 1,-2-8,2 11,0-1,-1 1,1-1,-1 1,-1 0,1-1,-1 1,0 1,0-1,0 0,-1 1,0-1,0 1,0 0,0 0,0 1,-1-1,0 1,0 0,0 0,0 1,0-1,0 1,-1 0,1 1,-1-1,1 1,-1 0,0 1,1-1,-1 1,0 0,1 1,-1-1,0 1,0 0,-4 4,-1-1,1 2,0-1,1 1,0 1,0 0,0 0,0 1,1 0,1 0,-1 1,2 0,-1 1,1-1,0 1,1 0,0 0,1 1,0 0,1 0,0 0,0 0,1 0,1 0,0 2,1-9,0-1,0 1,0 0,0-1,1 1,0-1,0 1,0-1,0 1,0-1,1 1,0-1,-1 0,1 0,1 0,-1 0,0 0,1 0,-1-1,1 1,0-1,0 0,-1 0,2 0,-1 0,0 0,0-1,1 1,-1-1,1 0,-1 0,1 0,-1 0,1-1,0 0,-1 1,1-1,3-1,39-6,-3-5</inkml:trace>
  <inkml:trace contextRef="#ctx0" brushRef="#br0" timeOffset="8241.314">8985 2140,'-19'3,"-16"9,-13 12,-6 11,1 6,7 6,12 1,11-3,17-2,18-4,19-4,13-1,-1-7</inkml:trace>
  <inkml:trace contextRef="#ctx0" brushRef="#br0" timeOffset="8498.64">9064 2782,'9'16,"6"12,4 6,4-1,2-3,4-8,4-9,3-11,4-13,5-12,2-8,-1-8,-6-3,-10 7</inkml:trace>
  <inkml:trace contextRef="#ctx0" brushRef="#br0" timeOffset="14856.184">3302 4319,'-31'7,"0"1,1 2,0 1,1 1,0 2,1 0,-1 3,-38 34,65-49,0 0,0 0,0 0,1 1,-1-1,1 0,0 1,0-1,0 1,0-1,0 1,0 0,1-1,-1 1,1 0,0-1,0 1,0 0,0 0,0-1,0 1,1 0,-1-1,1 1,0 0,0-1,0 1,0-1,1 1,2 2,1-1,0 1,0-1,0-1,0 1,1-1,-1 0,1 0,0 0,0-1,0 0,0 0,0-1,0 1,1-1,-1-1,0 1,1-1,-1 0,2-1,-4 2,224-7,-220 7,0 0,0 0,0 0,0 1,0 1,-1-1,1 1,-1 0,0 1,0 0,0 0,0 0,-1 1,1 0,-1 0,-1 1,1 0,-1 0,0 0,0 1,-1-1,1 1,-2 0,1 0,-1 1,0-1,2 8,0 1,0 1,-1 0,0 0,-1 0,-2 0,1 1,-2-1,0 1,-1-1,-3 11,3-25,1 0,-2 0,1 0,0 0,0 0,-1 0,0 0,0 0,0-1,0 1,0-1,0 1,0-1,-1 0,1 0,-1 0,0 0,1-1,-1 1,0-1,0 1,0-1,0 0,0 0,-1-1,-1 1,-92 4,73-6,15 1,-10-1,-1 0,1 2,-1 0,1 1,0 1,0 1,0 1,-2 1,21-6,0 0,1 0,-1 0,0 0,1 0,-1 0,0 0,1 0,-1 0,0 0,1 1,-1-1,0 0,0 0,1 0,-1 0,0 1,1-1,-1 0,0 0,0 0,0 1,1-1,-1 0,0 1,0-1,0 0,0 0,1 1,-1-1,0 0,0 1,0-1,0 0,0 1,0-1,0 0,0 1,0-1,0 0,0 1,0-1,0 0,0 1,18-4</inkml:trace>
  <inkml:trace contextRef="#ctx0" brushRef="#br0" timeOffset="33150.266">3784 4426,'3'-85,"-3"85,0-1,0 1,0 0,-1-1,1 1,0 0,0-1,0 1,0 0,0-1,0 1,0 0,0-1,0 1,1 0,-1-1,0 1,0 0,0 0,0-1,0 1,0 0,1-1,-1 1,0 0,0 0,1-1,-1 1,0 0,0 0,1 0,-1-1,0 1,0 0,1 0,-1 0,0 0,1-1,-1 1,0 0,1 0,-1 0,0 0,1 0,-1 0,0 0,1 0,-1 0,0 0,1 0,-1 0,0 0,0 1,1-1,-1 0,0 0,1 0,-1 0,0 1,1-1,10 20,10 48,-3 0,-3 2,4 53,-17-111,10 73,-6-27,4 0,2 0,9 24,-21-80,0 1,1-1,-1 0,0 1,1-1,0 0,-1 1,1-1,0 0,0 0,0 0,0 0,1 0,-1 0,1 0,-1 0,1-1,-1 1,1 0,0-1,0 0,0 1,0-1,0 0,0 0,0 0,0 0,1 0,-1-1,0 1,1 0,-1-1,0 0,1 0,0 0,85-69,-63 48,0 1,1 2,1 0,1 2,0 1,1 1,0 2,1 1,1 1,0 1,0 2,1 1,22-1,-50 7,0 0,0-1,-1 2,1-1,0 0,0 1,0 0,0 0,-1 0,1 0,0 1,-1-1,1 1,2 2,-6-4</inkml:trace>
  <inkml:trace contextRef="#ctx0" brushRef="#br0" timeOffset="35234.215">6779 4132,'-11'-1,"0"0,1 1,-1 0,0 1,1 0,-1 0,0 1,1 1,0 0,0 0,0 1,0 0,0 1,1 0,0 1,0 0,0 0,1 1,-5 4,0 1,1 1,0 0,1 1,0 0,1 1,1 0,0 0,1 1,1 0,0 1,-1 7,-8 77,16-97,0 0,0 1,0-1,1 1,-1-1,1 1,0-1,1 0,-1 1,1-1,-1 0,1 0,1 0,-1 0,0-1,1 1,0-1,0 1,0-1,0 0,2 1,-3-3,0 0,0 0,0 0,0 0,0 0,0 0,0-1,0 1,0-1,0 0,1 0,-1 1,0-1,0-1,0 1,0 0,1 0,-1-1,0 1,0-1,0 0,0 0,0 0,0 0,0 0,0 0,-1 0,1 0,0-1,44-50,-27 14,-1 0,-3-1,-1-1,-1 0,-3-1,-1 0,-2 0,-2-1,-2 0,-1 0,-4-26,3 31,-1 0,-3 1,-1-1,-1 1,-5-15,9 52,1 0,0-1,-1 1,1-1,0 1,-1-1,1 1,-1-1,1 0,0 1,-1-1,1 1,-1-1,0 0,1 0,-1 1,1-1,-1 0,1 0,-1 1,0-1,1 0,-1 0,1 0,-1 0,0 0,1 0,-1 0,0 0,1 0,-1 0,1-1,-1 1,0 0,1 0,-1 0,1-1,-1 1,1 0,-1-1,1 1,-1 0,1-1,-1 1,1-1,-1 1,1-1,0 1,-1-1,1 1,0-1,-1 0,-8 39,1 0,2 0,1 1,3 0,1 25,0-26,2 0,1-1,8 38,-8-64,1 1,0-1,0 0,1 0,1 0,-1 0,2-1,0 0,0 0,0 0,2-1,-1 0,1 0,8 6,-8-9,0-1,1 0,-1 0,1-1,0 0,1-1,-1 0,1 0,-1-1,1 0,0-1,0 0,0 0,-1-1,1-1,0 1,0-2,0 1,-1-1,4-2,14-3,-1-2,0-1,-1-1,0-2,0 0,15-12,-10 6,-1-2,-1-1,-1-2,-1 0,-1-2,-1 0,-1-2,-2-1,4-7,-25 35,29-58,-28 57,-1 1,1-1,0 0,-1 1,0-1,1 1,-1-1,0 0,0 1,0-1,0 0,0 0,0 1,-1-1,1 1,0-1,-1 0,0 1,1-1,-1 1,0-1,0 1,1-1,-1 1,0 0,0-1,-1 1,1 0,0 0,0 0,-1 0,1 0,0 0,-1 0,0 0,-5 0,1 0,0 0,-1 1,1-1,-1 2,1-1,-1 1,1 0,-1 0,1 1,0 0,0 0,0 0,0 1,0 0,-2 1,-6 2,1 0,0 1,1 1,0 0,0 1,0 0,1 1,0 0,1 0,1 2,-1-1,2 1,-1 0,2 1,0-1,0 2,1-1,1 1,-3 10,7-21,1 0,-1-1,1 1,0 0,0 0,0 0,0 0,0 0,1 0,-1 0,1 0,0 0,0 0,0-1,0 1,1 0,-1-1,1 1,-1-1,1 1,0-1,0 0,0 0,0 1,0-1,1-1,-1 1,1 0,-1-1,1 1,-1-1,1 0,0 0,0 0,0 0,0 0,-1-1,1 1,3-1,6-1,0 0,0-1,0 0,0-1,-1-1,1 1,-1-2,1 0,-2 0,1-1,0 0,-1-1,-1 0,1-1,-1 0,0-1,-1 1,0-2,0 1,-1-1,4-6,-5 6,0 0,-1 0,0-1,0 1,-1-1,-1 0,0 0,0 0,-1-1,-1 1,0-1,0-6,-3 82,2-56,0 0,0 0,1 0,1-1,-1 1,1-1,0 1,1-1,0 1,0-1,0 0,1 0,0-1,1 1,-1-1,1 0,0 0,1-1,-1 1,1-1,0 0,1-1,-1 1,1-1,2 1,-3-6,0 1,0-1,0 0,-1-1,1 1,0-1,-1 0,1-1,-1 1,0-1,0 0,0 0,0-1,-1 1,1-1,-1 0,0-1,0 1,0 0,-1-1,1 0,-1 0,0 0,-1-1,1 1,-1 0,0-1,0-4,7-16,-2 0,0 0,-2 0,-2-1,0 1,-1-1,-2 0,-1 0,-1 0,-1 1,-1-4,3 28,1 0,-1 0,1 0,0 0,0 0,0 0,0 0,1 0,-1 0,0 1,1-1,0 0,-1 0,1 0,0 0,0 1,0-1,0 0,0 1,0-1,0 1,1-1,-1 1,0 0,1-1,-1 1,1 0,0 0,-1 0,1 0,0 0,0 0,-1 1,1-1,0 1,0-1,0 1,0 0,0-1,0 1,0 0,0 0,191-21,-191 20,0 0,0 1,0-1,0 1,1 0,-1-1,0 1,0 0,0 1,1-1,-1 0,0 0,0 1,0 0,0-1,0 1,1 0,-1 0,-1 0,1 0,0 0,0 1,0-1,-1 1,1-1,0 1,-1-1,0 1,1 0,-1 0,0 0,0-1,0 1,0 0,0 1,0-1,-1 0,1 0,-1 0,1 0,-1 0,0 1,-1 10,0-1,-1 1,-1-1,0 1,-1-1,0 0,-1 0,-3 6,-21 75,28-91,1 1,0-1,0 0,0 0,0 0,0 0,0 0,1 0,-1 0,1 0,-1 0,1 0,0 0,0 0,0 0,0 0,0-1,0 1,1 0,-1-1,0 1,1-1,0 1,-1-1,1 0,0 1,-1-1,1 0,0 0,0 0,0-1,0 1,0 0,0-1,0 1,0-1,2 0,81-2,-50-6,0-2,-1-2,-1-1,0-2,-1-1,31-20,-5 0</inkml:trace>
  <inkml:trace contextRef="#ctx0" brushRef="#br0" timeOffset="36134.216">9238 3209,'14'8,"0"1,-1 0,0 0,-1 1,0 1,-1 0,0 1,0 0,-2 1,1 0,-2 0,1 1,-2 0,0 0,-1 1,0 0,-1 0,-1 0,0 1,-1 0,-1-1,-1 1,0 0,0 2,-2-18,1 1,0 0,-1 0,1 0,0 0,0 0,0 0,0 0,0 0,0 0,0 0,0 0,0 0,0-1,0 1,1 0,-1 0,0 0,1 0,-1 0,1 0,-1-1,1 1,-1 0,1 0,-1-1,1 1,0 0,0-1,-1 1,1 0,0-1,0 1,0-1,-1 0,1 1,0-1,0 0,0 1,0-1,0 0,0 0,0 0,0 0,0 0,0 0,0 0,-1 0,1 0,0 0,0 0,0-1,0 1,0 0,0-1,0 1,0-1,-1 1,1-1,0 1,0-1,-1 0,1 1,0-1,-1 0,1 1,0-2,17-15,-1-2,0 0,-1-1,-1-1,-1 0,-1-1,9-20,-14 27,-1 1,0-1,-1-1,0 1,-1-1,-1 0,-1 0,1-13,-4 29,0 0,0 0,0 0,-1 0,1 0,0 0,0 0,0 0,-1 0,1 0,0 0,0 0,0 0,-1 0,1 0,0 0,0 0,0 0,-1 0,1 0,0-1,0 1,0 0,0 0,0 0,-1 0,1 0,0-1,0 1,0 0,0 0,0 0,0 0,0-1,-1 1,1 0,0 0,0 0,0-1,0 1,0 0,0 0,0 0,0-1,0 1,0 0,0 0,0 0,0-1,-7 19,5-13,1-1,-1 1,1-1,0 1,1 0,-1-1,1 1,0 0,0 0,1-1,-1 1,1 0,0-1,0 1,0-1,1 1,0-1,0 0,0 1,0-1,0 0,1 0,0-1,0 1,0 0,0-1,1 0,-1 0,3 2,5-2,1 0,-1 0,1-1,0-1,-1 0,1 0,0-1,0-1,-1 0,1-1,0 0,-1 0,1-1,-1-1,0 0,0-1,-1 0,1 0,-1-1,0-1,0 1,8-9,-10 10,0-1,0 0,-1 0,0-1,0 0,0 0,-1 0,0-1,0 0,-1 0,0-1,-1 0,1 0,-2 0,1 0,-1 0,-1-1,0 1,0-1,-1 0,0 1,-1-11,-2 51,3-21,0 0,1 1,1-1,-1 0,1 0,1-1,0 1,1-1,4 8,-7-14,0 1,1-1,-1 0,1 1,0-1,0 0,0-1,0 1,0 0,1-1,-1 0,1 0,0 0,-1 0,1-1,0 1,0-1,0 0,0 0,1-1,-1 1,0-1,0 0,0 0,4 0,1-3,1-1,0 0,-1 0,1-1,-1 0,0-1,-1 0,0 0,0-1,0 0,0 0,-1-1,-1 0,1 0,-1-1,-1 0,1 0,-2 0,1 0,-1-1,-1 0,2-5,1-2,0-1,-2-1,0 1,-1 0,-1-1,-1 0,0 1,-1-1,-2-6,2 25,-1 0,1 0,0 0,-1 0,1 0,0 1,-1-1,1 0,0 0,-1 0,1 0,0 0,-1 0,1 0,0 0,-1 0,1-1,0 1,-1 0,1 0,0 0,-1 0,1 0,0-1,0 1,-1 0,1 0,0 0,-1-1,1 1,0 0,0 0,0-1,-1 1,1 0,0 0,0-1,0 1,0 0,0-1,-1 1,1 0,0-1,0 1,0 0,0-1,0 1,0 0,0-1,-8 33,7-26,1-1,0 0,1 1,-1-1,1 1,0-1,1 0,-1 0,1 1,0-1,0 0,0-1,1 1,0 0,0-1,0 1,0-1,1 0,0 0,0 0,0-1,0 1,0-1,1 0,0 0,-1-1,1 1,0-1,4 1,6 3,0-2,0 0,0 0,0-2,1 0,-1 0,1-2,0 0,14-2,41-9,-7-5</inkml:trace>
  <inkml:trace contextRef="#ctx0" brushRef="#br0" timeOffset="36938.924">722 6739,'5'25,"3"24,6 22,4 18,2 10,1 8,1 4,-5-2,-4-3,-5-8,-4-12,-2-15,-2-21</inkml:trace>
  <inkml:trace contextRef="#ctx0" brushRef="#br0" timeOffset="37474.331">789 7475,'-65'-192,"39"121,3-1,-10-56,31 124,1 1,0-1,0 0,0 0,0 0,1 0,-1 0,1 0,0 0,0 0,1 0,-1 0,1 0,0 0,0 0,0 0,0 1,1-1,0 0,-1 1,1-1,1 1,-1-1,0 1,1 0,0 0,-1 0,1 1,1-1,-1 1,0-1,0 1,1 0,1 0,3-1,-1 1,1 1,-1-1,1 2,0-1,-1 1,1 0,0 0,0 1,-1 0,1 0,0 1,-1 0,0 1,1-1,-1 1,0 1,0-1,-1 1,1 1,-1-1,0 1,0 0,0 0,-1 1,0 0,0 0,0 0,-1 0,0 1,0-1,0 1,-1 0,0 1,-1-1,1 0,-1 1,-1-1,0 1,1 2,-3-1,1 0,-1-1,-1 1,0-1,0 1,0-1,-1 0,-1 1,1-2,-1 1,0 0,-1-1,0 0,0 0,-1 0,0 0,0-1,0 0,-1-1,0 1,0-1,0-1,0 1,-1-1,-5 2,12-6,-1 1,1-1,-1 1,0-1,1 0,-1 1,1-1,-1 0,0 0,1 0,-1 0,1-1,-1 1,0 0,1-1,-1 1,1-1,-1 1,1-1,-1 0,1 0,-1 0,1 0,0 0,0 0,-1 0,1 0,0 0,0 0,0-1,0 1,0 0,1-1,-1 1,0-1,1 1,-1-1,1 1,-1-2,0-1,0-1,1 0,-1 0,1 0,0 0,0 0,1 1,0-1,-1 0,2 0,-1 0,2-3,0-1,1 0,0 0,1 0,0 1,0-1,1 1,0 1,0-1,1 1,0 0,0 1,1-1,0 1,0 1,0 0,1 0,0 0,-1 1,2 1,-1-1,0 2,1-1,-1 1,11-1,-12 5,0 1,0-1,-1 1,1 1,-1-1,1 1,-1 1,0-1,-1 1,1 0,-1 1,0 0,0 0,0 0,-1 0,0 1,-1 0,1 0,-1 0,1 4,40 49,-43-58,0 0,0 0,1 0,-1 0,1-1,-1 1,1-1,-1 0,1 1,0-1,-1 0,1-1,0 1,0-1,0 1,0-1,0 0,-1 0,1 0,0 0,0 0,0-1,0 1,0-1,-1 0,1 0,0 0,0 0,-1-1,1 1,-1-1,1 1,-1-1,0 0,0 0,0 0,0 0,0 0,0-1,0 1,0-2,5-3,-1 0,0-1,0 1,-1-1,0 0,-1-1,0 1,0-1,0 0,-1 0,-1 0,0 0,0 0,0-1,-1 1,-1-1,0 1,0-1,-1 1,0-1,-2-6,2 12,-1 1,0-1,0 1,0-1,-1 1,0 0,1 0,-1 0,0 0,0 0,0 1,-1 0,1-1,-1 1,1 0,-1 1,0-1,1 0,-1 1,0 0,0 0,0 0,0 1,0-1,0 1,0 0,0 0,-1 1,1-1,-1 1,-1 0,0 0,0 1,0-1,0 1,1 1,-1-1,1 1,-1 0,1 0,0 1,0-1,0 1,0 0,1 1,0-1,0 1,0 0,0 0,-1 4,3-7,1 0,-1 0,1 0,0 1,0-1,0 0,1 1,-1-1,0 1,1-1,0 1,-1-1,1 1,0-1,0 1,0-1,1 1,-1-1,1 1,-1-1,1 1,0-1,0 0,0 1,0-1,0 0,1 0,-1 0,1 0,-1 0,1 0,0 0,0 0,0-1,0 1,0-1,0 1,0-1,0 0,1 0,-1 0,0 0,1 0,-1 0,2-1,40 8,4-5</inkml:trace>
  <inkml:trace contextRef="#ctx0" brushRef="#br0" timeOffset="38284.654">1738 6739,'-9'-4,"-1"1,1 0,-1 0,0 1,0 0,0 1,0 0,0 0,0 1,0 0,0 1,0 0,0 1,1 0,-1 1,0-1,1 2,-1 0,1 0,0 0,1 1,-1 1,1-1,0 1,0 1,0-1,1 1,0 1,1-1,0 1,0 1,0-1,1 1,1-1,-4 9,5-7,1-1,0 0,0 1,1 0,0-1,1 1,0 0,0-1,1 1,0-1,1 1,0-1,2 4,-3-9,0 0,1 0,0 0,-1 0,2 0,-1-1,0 1,1-1,-1 1,1-1,0 0,0 0,1 0,-1 0,0-1,1 1,0-1,-1 0,1 0,0-1,0 1,0-1,0 1,1-1,-1-1,0 1,0 0,1-1,-1 0,4 0,-1-1,1 0,-1-1,0 0,0 0,0 0,0-1,0 0,0 0,-1-1,1 0,-1 0,0-1,-1 1,1-1,-1 0,0-1,0 1,0-1,2-5,2-2,0-1,-1 0,-1-1,-1 1,0-1,0-1,-2 1,2-11,4-112,-8 149,0 0,1 0,1-1,0 1,0-1,1 0,0 0,1-1,0 0,0 1,1-2,0 1,1-1,0 0,0-1,1 0,0 0,0-1,0 0,10 4,-14-9,0 1,0-1,0 0,0-1,0 1,0-1,1 0,-1 0,0-1,0 1,0-1,0 0,0-1,0 1,0-1,-1 0,1 0,0 0,-1-1,0 0,1 0,-1 0,0 0,-1-1,4-3,4-5,0-1,0-1,-2 0,1 0,-2-1,0 0,1-6,7-23,-2-1,-2-1,-1 0,-3-1,-2 1,-2-2,-2 1,-3 0,-4-40,4 53,-2-1,-1 1,-1 0,-3 0,0 0,-2 1,-6-11,16 43,1 0,-1 0,-1 0,1 0,0 0,0 0,0-1,0 1,-1 0,1 0,-1 0,1 0,-1 0,1 0,-1 0,1 0,-1 1,0-1,0 0,1 0,-1 0,0 1,0-1,0 0,0 1,0-1,0 1,0-1,0 1,0-1,0 1,0 0,0 0,0-1,0 1,0 0,-1 0,1 0,0 0,0 0,0 0,0 1,0-1,0 0,0 0,0 1,0-1,0 1,0-1,0 1,0-1,0 1,0 0,0-1,0 1,0 0,1 0,-1 0,0 0,1-1,-1 1,0 0,1 0,-1 0,1 0,0 0,-1 1,1-1,0 0,-7 20,2-1,0 1,1-1,1 1,1 1,1-1,1 5,-1 3,-3 33,2-1,3 0,3 1,3-1,2-1,2 1,6 5,-15-57,0 1,1-1,1 0,-1-1,2 1,-1-1,1 1,0-1,1-1,0 1,0-1,1 0,-1 0,2-1,-1 0,1 0,-1-1,2 1,-1-2,0 1,1-2,0 1,0-1,0 0,1-1,1 1,5-4,1 0,-1 0,0-2,0 0,0-1,0 0,-1-1,1-1,-1-1,-1 0,1-1,-1 0,0-1,-1-1,0 0,-1 0,0-2,-1 1,0-2,-1 1,0-2,-1 1,0-1,-1 0,-1-1,0 0,-1 0,-1-1,0 1,0-8,-3 17,0-1,-1 1,0 0,-1 0,0 0,0-1,0 1,0 0,-1 0,0-1,0 1,-1 0,0 0,0 0,0 1,-1-1,0 0,0 1,0 0,-1-1,0 1,-1-1,4 5,0 0,-1 0,1 0,0 0,0 0,-1 1,1-1,0 0,-1 1,1-1,0 1,-1 0,1-1,-1 1,1 0,0 0,-1 0,1 0,-1 0,1 0,-1 0,1 1,-1-1,1 0,0 1,-1-1,1 1,0 0,-1-1,1 1,0 0,0 0,0 0,0 0,0 0,0 0,0 0,0 0,0 0,0 0,0 1,1-1,-1 0,0 1,-19 63,19-57,1 1,0-1,0 1,0-1,1 1,0-1,1 0,0 1,0-1,1 0,0 0,0 0,1-1,0 1,0-1,1 0,0 0,0 0,1-1,-1 0,2 0,-1 0,0-1,1 0,0 0,0-1,1 1,-1-2,1 1,0-1,0 0,0-1,0 0,1 0,-1-1,2 0,32-5,-5-6</inkml:trace>
  <inkml:trace contextRef="#ctx0" brushRef="#br0" timeOffset="38543.236">2059 6392,'14'0,"20"-9,23-13,21-10,22-13,-8 3</inkml:trace>
  <inkml:trace contextRef="#ctx0" brushRef="#br0" timeOffset="38945.959">3851 6031,'25'-29,"54"-59,-4-3,-4-4,51-91,-121 183,10-16,0 0,-1-1,-2 0,0 0,-1-1,-1 0,1-9,-7 31,-1 0,1 0,-1-1,1 1,-1 0,0 0,0-1,1 1,-1-1,0 1,0-1,1 1,-1-1,0 1,0-1,0 1,0-1,0 0,0 0,0 1,0-1,0 0,0 0,0 0,0 0,0 0,0 0,1-1,-1 1,0 0,0 0,0-1,0 1,0 0,0-1,0 1,0-1,1 1,-1-1,0 0,0 1,1-1,-1 0,0 1,1-1,-1 0,1 0,-1 0,1 1,-1-1,1 0,0 0,-1 0,1 0,0 0,0 0,0 0,-1 0,1 0,0 0,0 0,1 0,-1 0,0 0,0 0,1 0,-14 15,1 2,0 0,2 0,0 1,0 0,2 0,0 1,1 1,1-1,1 1,0 0,1 0,2 1,-7 61,3 1,5 0,2-1,5 1,3 0,3-2,21 69,-9-24,-4 2,-1 78,-18-135</inkml:trace>
  <inkml:trace contextRef="#ctx0" brushRef="#br0" timeOffset="39284.274">3877 6285,'108'-79,"2"5,28-8,-103 61,10-7,-4 3,0 1,2 2,45-17,-87 38,1 0,-1 0,1 1,0-1,-1 0,1 1,0-1,0 1,-1 0,1 0,0-1,0 1,-1 0,1 0,0 1,0-1,0 0,-1 1,1-1,0 1,-1-1,1 1,0 0,-1-1,1 1,-1 0,1 0,-1 0,0 1,1-1,-1 0,0 0,0 1,0-1,1 1,-2-1,1 1,0-1,0 1,0-1,-1 1,1 0,7 105,-6-30,13-19,-15-56,1-1,-1 1,1-1,0 1,0-1,-1 1,1-1,0 0,0 1,0-1,0 0,0 0,1 0,-1 0,0 0,1 0,-1 0,0 0,1 0,-1-1,1 1,-1 0,1-1,0 1,-1-1,1 0,-1 0,1 1,0-1,-1 0,1 0,0-1,0 1,13-5</inkml:trace>
  <inkml:trace contextRef="#ctx0" brushRef="#br0" timeOffset="39570.02">4573 5415,'-7'10,"0"9,1 10,2 1</inkml:trace>
  <inkml:trace contextRef="#ctx0" brushRef="#br0" timeOffset="40990.912">1364 7982,'-1'77,"4"0,3 0,8 28,7-38,-20-65,-1-1,1 0,0 1,-1-1,1 0,0 1,0-1,0 0,0 0,0 0,0 0,0 0,0 0,0 0,1 0,-1-1,0 1,1 0,-1-1,0 1,1-1,-1 1,0-1,1 0,-1 0,1 1,-1-1,1 0,-1 0,1-1,-1 1,1 0,-1 0,0-1,1 1,-1-1,1 1,-1-1,0 1,1-1,-1 0,0 0,0 0,1 0,11-12,-1 0,-1-1,0-1,-1 0,-1 0,0-1,-1 0,0 0,-2-1,0 0,4-16,23-119,-17 184,38 86,-51-113,1 0,-1-1,0 1,1-1,0 0,0 0,0 0,1-1,-1 1,1-1,0 0,0-1,0 1,0-1,0 0,1 0,-1 0,1-1,-1 0,1 0,-1-1,1 1,-1-2,-1 1,0-1,1 0,-1 0,1 0,-1-1,0 0,0 0,0 0,0 0,0-1,0 1,-1-1,1 0,-1 0,0 0,0 0,0-1,0 0,0 1,-1-1,1 0,39-94,-29 41,-2 0,-2-1,-3 0,-3 0,-2 0,-2-1,-3 1,-3 0,-13-53,15 82,-2 1,-1-1,-1 1,-9-18,5 25,13 20,-1 1,1 0,0-1,-1 1,1 0,-1 0,1 0,0-1,-1 1,1 0,-1 0,1 0,0 0,-1 0,1 0,-1 0,1 0,-1 0,1 0,0 0,-1 0,1 0,-1 0,1 0,-1 0,1 1,0-1,-1 0,1 0,-1 0,1 1,0-1,-1 0,1 1,0-1,0 0,-1 1,1-1,0 0,0 1,-1-1,1 0,0 1,0-1,0 1,-1-1,1 0,0 1,0-1,0 1,0-1,0 1,0-1,0 0,0 1,0-1,0 1,0-1,0 1,1-1,-1 0,0 1,0-1,0 1,1-1,-2 27,1-1,2 0,1 1,0-1,2 0,8 22,-9-30,26 102,4-1,6-2,9 9,-46-116,1 0,0 0,1-1,0 1,0-1,1 0,0-1,0 1,1-1,0 0,1-1,0 0,0 0,1-1,-1 0,2 1,-7-6,0-1,0 1,-1-1,1 1,0-1,0 0,0 0,0 0,-1-1,1 1,0 0,0-1,-1 0,1 0,0 0,-1 0,1 0,-1 0,1-1,-1 1,0-1,1 0,-1 0,0 0,0 0,0 0,-1 0,1 0,0-1,38-75,-30 40,-1-1,-3 1,-1-1,-1 0,-3-16,0 37,1 13,0 15,3 25,-4-27,0-7,0 17,2-1,0 0,1 0,1 0,0-1,1 1,8 12,-14-27,1 0,0 0,0-1,0 1,0 0,1-1,-1 1,0-1,1 1,-1-1,1 0,-1 1,1-1,0 0,0 0,-1 0,1 0,0-1,0 1,0 0,0-1,0 1,0-1,0 0,0 1,0-1,0 0,0 0,0-1,0 1,0 0,0-1,0 1,0-1,0 0,1 0,19-13</inkml:trace>
  <inkml:trace contextRef="#ctx0" brushRef="#br0" timeOffset="41249.187">2287 7568,'-14'2,"-11"1,-6 0,-2-1,-3 0,6-1</inkml:trace>
  <inkml:trace contextRef="#ctx0" brushRef="#br0" timeOffset="41721.202">1645 7621,'31'-2,"0"-2,0-1,0-1,-1-2,0-1,-1-2,18-8,69-31,-2-4,-3-6,77-56,-157 97,0-1,-2-2,-1-1,0-2,-2 0,-1-2,16-21,-39 46,-1 1,1-1,-1 1,1-1,-1 0,0 0,0 0,1 1,-1-1,0 0,-1 0,1-1,0 1,-1 0,1 0,-1 0,1 0,-1 0,0-1,0 1,0 0,0 0,-1 0,1-1,-1 1,1 0,-1 0,1 0,-1 0,0 0,0 0,0 0,-1 0,1 0,0 1,-1-1,1 0,-1 1,1-1,-1 1,0-1,1 1,-1 0,0 0,0 0,0 0,0 0,-1 0,-4-1,0 1,0-1,-1 2,1-1,0 1,0 0,0 0,-1 1,1 0,0 0,0 1,0 0,0 0,0 1,1-1,-1 1,1 1,0 0,0-1,0 2,0-1,1 1,-1 0,1 0,0 0,1 1,-1 0,1 0,0 0,1 0,0 0,0 1,0 0,1 0,-2 5,-2 17,2 0,1 0,1 0,2 0,1 1,1-1,1 0,2 0,1 0,1-1,1 0,2 0,0-1,8 11,-8-15,1 0,1-1,2 0,0-1,16 18,-23-31,0 0,0-1,1 0,0 0,0-1,1 0,0-1,0 1,0-2,1 1,-1-1,1-1,0 0,0 0,8 0,-13-2,0-1,-1 0,1 0,0 0,0-1,-1 0,1 0,0 0,-1 0,1-1,-1 0,0 0,1 0,-1 0,0-1,0 0,0 1,-1-2,1 1,-1 0,0-1,0 1,0-1,0 0,0 0,-1 0,0 0,1-2,6-13,-1 0,-1 0,-1-1,-1 0,3-19,8-112,-4 240,12 13,-23-98,0-1,1 1,0-1,0 0,0 1,0-1,0 0,1 0,0-1,-1 1,1 0,0-1,0 0,0 0,1 0,-1 0,0 0,1 0,-1-1,1 0,0 0,-1 0,1 0,0 0,3 0,21-2</inkml:trace>
  <inkml:trace contextRef="#ctx0" brushRef="#br0" timeOffset="41973.486">2901 7140,'0'3,"5"0,1 0</inkml:trace>
  <inkml:trace contextRef="#ctx0" brushRef="#br0" timeOffset="43024.708">3236 7287,'11'-10,"0"1,1 0,0 0,1 2,0-1,0 2,1-1,0 2,0 0,0 1,1 0,-1 1,1 1,0 0,12 0,-21 3,0 0,0 1,-1-1,1 1,0 0,-1 1,0-1,1 1,-1 0,0 1,0-1,-1 1,1 0,-1 0,0 0,0 1,0 0,0-1,-1 1,0 0,0 1,2 3,3 10,0 0,-2 0,0 1,-1 0,-1 0,0 2,11 167,7 34,-20-211,1 0,1-1,-1 0,2 0,0 0,0 0,1-1,1 1,0 0,-4-7,0 0,1-1,-1 1,1-1,0 0,-1 0,1 0,0 0,1-1,-1 1,0-1,1-1,0 1,-1 0,1-1,0 0,-1 0,1 0,0-1,0 0,0 0,0 0,2-1,2 0,0-1,0 0,-1-1,1 0,-1-1,1 0,-1 0,0 0,-1-1,1-1,-1 1,0-1,0 0,-1-1,0 1,0-1,0-1,-1 1,0-1,3-7,-2 4,0 0,-1 0,-1-1,0 0,-1 1,0-2,0 1,-1 0,-1 0,0-1,-1 1,0-1,-1 1,-1-1,0-1,-2 0,-1 0,0 0,-1 1,-1 0,0 0,-1 0,0 1,-1 0,0 0,-1 1,-1 1,1 0,-2 0,1 1,-1 0,0 1,-1 0,0 1,-1 1,1 0,-1 1,0 0,0 1,-1 0,1 2,-1-1,1 2,-1 0,0 1,-4 0,6 0,-1 0,1 1,-1 1,1 0,0 0,0 1,-5 3,18-6,0 0,0 0,1 0,-1 1,0-1,0 0,0 0,1 0,-1 0,0 0,0 1,0-1,0 0,1 0,-1 0,0 1,0-1,0 0,0 0,0 1,0-1,0 0,0 0,0 1,0-1,0 0,0 0,0 1,31-9,0-1,-1-2,0-1,-1-1,15-10,-34 18,97-49,-1-5,9-13,-114 71,0 1,0 0,-1 0,1 0,-1 0,1 0,0 0,-1 0,1 0,-1-1,1 1,0 0,-1 0,1-1,-1 1,1 0,-1-1,1 1,-1 0,1-1,-1 1,0-1,1 1,-1 0,1-1,-1 1,0-1,1 1,-1-1,0 0,0 1,0-1,1 1,-1-1,0 1,0-1,0 0,0 1,0-1,0 1,0-1,0 0,0 1,0-1,0 1,-1-1,1 0,0 1,0-1,0 1,-1-1,1 0,-8 2,1 1,0 0,-1 0,1 0,0 1,0 0,1 0,-1 0,0 1,1 0,0 1,0-1,0 1,1 0,0 1,0-1,0 1,1 0,-1 0,1 1,-2 1,0 0,0 0,1 1,0-1,1 1,0 0,0 1,1-1,0 1,0 4,3-13,0 0,-1 0,1 0,0 0,0 0,0 0,0 1,0-1,1 0,-1 0,0 0,0 0,1 0,-1 0,0 0,1 0,-1 0,1 0,-1-1,1 1,0 0,-1 0,1 0,0-1,0 1,0 0,-1-1,1 1,0 0,0-1,0 1,0-1,0 0,0 1,0-1,0 0,0 0,0 1,0-1,0 0,0 0,0 0,0 0,1 0,-1 0,0-1,0 1,0 0,0-1,0 1,1-1,53-21,-37 12,-1-1,0-1,0 0,-2-2,0 1,0-2,-1 0,-1-1,0 0,9-18,-5 13,-4 38,-12-11,0-1,0 1,0-1,0 1,1-1,0 0,0 0,1 0,-1 0,1 0,0-1,0 1,1-1,-1 0,1 0,0 0,0 0,0-1,1 1,-1-1,1 0,0-1,0 1,0-1,0 0,0 0,1-1,-1 1,0-1,1 0,-1 0,1-1,1 0,5-4,0-1,0-1,0 0,-1 0,0-1,0 0,-1-1,0-1,-1 1,1-2,-1 1,-1-1,0 0,-1-1,0 0,0 0,-1-1,0 1,-1-1,1-7,10-26,-2 0,-2-1,-3-1,-1 1,-2-2,-2 1,-3 0,-3-35,2 45,-3 1,0-1,-3 1,-5-19,10 51,1 2,-1-1,1 0,-1 0,0 1,1-1,-1 0,-1 1,1-1,0 1,-1-1,1 1,-1-1,1 1,-1 0,0 0,0 0,0 0,-1 0,1 2,0 1,1 0,-1 0,0 0,1 0,-1 0,1 0,0 0,-1 0,1 0,0 1,0-1,-1 1,1-1,0 1,1-1,-1 1,0-1,0 1,1 0,-1 0,1-1,-1 1,1 0,0 0,-1 1,1-3,-8 37,1 1,2 0,2 0,1 0,2 0,4 35,-2-42,1 0,2-1,1 0,1 0,1 0,11 24,-15-44,1 1,0-1,1 0,0-1,0 1,1-1,0 0,1-1,0 1,0-2,1 1,0-1,0-1,1 1,0-1,0-1,0 0,1-1,9 4,-12-6,0 0,-1 0,1-1,0 0,0-1,-1 1,1-1,0-1,0 0,0 0,-1 0,1-1,0 0,-1 0,0-1,1 0,-1-1,0 1,-1-1,1-1,-1 1,3-3,17-20</inkml:trace>
  <inkml:trace contextRef="#ctx0" brushRef="#br0" timeOffset="43296.904">4265 6833,'25'12,"22"3,21-8,15-13,7-14,2-11,-6-6,-8-1,-13 4,-18 7</inkml:trace>
  <inkml:trace contextRef="#ctx0" brushRef="#br0" timeOffset="43566.185">5040 6673,'3'27,"0"4,0 0,2 0,1 0,2 0,1-1,7 14,-15-41,0 0,0 0,0 0,1 0,0 0,-1-1,1 1,0-1,0 1,1-1,-1 0,0 0,1 0,-1 0,1 0,0 0,-1-1,1 1,0-1,0 0,0 0,0 0,0 0,1 0,-1-1,0 1,0-1,0 0,0 0,1 0,-1-1,0 1,0-1,0 1,0-1,3-1,5-4,0 0,-1-1,0 0,0-1,0 0,-1 0,-1-1,1 0,-1-1,-1 1,0-2,0 1,-1-1,0 0,-1 0,-1-1,1 1,-2-1,0 0,0 0,-1 0,0-6,-1 15,0 0,0 0,-1 0,0 0,1 0,-1-1,0 1,0 0,-1 0,1 0,-1 0,1 0,-1-1,0 1,0 0,-1 0,1 1,-1-1,1 0,-1 0,0 1,0-1,0 1,0 0,0-1,-1 1,1 0,-1 0,1 0,-1 1,0-1,0 1,0-1,0 1,0 0,0 0,0 0,0 1,0-1,0 1,0 0,-1 0,1 0,0 0,0 0,-2 1,-5 3,0 1,0 0,1 1,-1 0,1 1,0 0,1 0,0 1,0 0,0 0,1 1,1 0,-1 0,1 0,1 1,0 0,0 0,1 1,0 1,0-2,0 1,1-1,0 1,1 0,0 0,0 0,1 0,1 6,0-15,0 1,0 0,1-1,-1 1,1 0,-1-1,1 1,0 0,0-1,0 0,0 1,1-1,-1 1,1-1,-1 0,1 0,0 0,0 0,0 0,0 0,0-1,0 1,0-1,1 1,-1-1,0 0,1 0,0 0,-1 0,1 0,-1-1,1 1,0-1,-1 1,1-1,2 0,69-15,-38 1</inkml:trace>
  <inkml:trace contextRef="#ctx0" brushRef="#br0" timeOffset="43834.83">5348 6205,'-15'7,"0"1,0 0,1 1,1 1,0 0,0 1,1 1,0 0,1 0,0 1,1 0,1 1,0 0,1 1,5-11,1 0,-1 0,1 0,0 1,1-1,-1 1,1-1,0 1,0-1,0 1,0 0,1 0,0-1,0 1,0 0,1 0,-1 0,1-1,0 1,1-1,-1 1,1-1,0 1,0-1,0 0,1 0,-1 0,1 0,0 0,0 0,0-1,4 3,11 6,0 0,1-1,1-1,0-1,0 0,13 2,20 10,-22-9,-1 3,0 0,-1 2,-1 1,0 1,-2 1,14 15,-25-21,77 61,-88-73,1 1,0-1,0 0,0 0,0-1,0 1,0-1,1-1,-1 1,0 0,0-1,1 0,-1-1,0 1,0-1,1 0,-1 0,0-1,0 1,0-1,0 0,14-8,-2-1,1 0,-1-1,-1-1,0 0,8-11,16-15</inkml:trace>
  <inkml:trace contextRef="#ctx0" brushRef="#br0" timeOffset="45045.042">1564 9052,'-17'5,"0"-1,0 2,1 1,-1 0,2 0,-1 2,1 0,0 1,1 0,0 1,1 1,0 0,1 1,0 0,1 1,0 0,1 1,1 0,1 0,0 1,1 0,0 1,1 0,-3 16,8-28,0 0,0 0,0 0,0 0,1 0,0 0,0-1,0 1,1 0,0 0,0 0,0 0,0 0,1-1,0 1,0 0,0-1,0 0,1 1,-1-1,1 0,0 0,1-1,-1 1,1-1,-1 1,1-1,0 0,0-1,1 1,-1-1,1 1,-1-1,3-1,-1 0,0 0,1-1,-1 0,0 0,1 0,-1-1,0 0,1 0,-1-1,0 1,0-1,0-1,0 1,-1-1,1 0,0 0,-1-1,0 0,0 0,0 0,12-10,-2-1,0 0,-1-1,0-1,8-13,-1-3,-2-1,-1-1,-1-1,-2 0,-2-1,-1-1,-2 0,-2 0,-1-1,-2 0,-2-5,-1 27,-1 0,0-1,-2 1,0 0,0 0,-2-1,0 1,-2 1,1-1,-2 1,0 0,-1 0,-1 0,0 1,-1 0,-5-5,13 18,-1 0,1 0,-1 1,0-1,0 0,0 1,0-1,0 1,0-1,0 1,0 0,0 0,-1 0,1 0,0 1,-1-1,1 0,-1 1,1 0,-1-1,1 1,-1 0,1 1,-1-1,1 0,-1 1,1-1,0 1,-1 0,1-1,0 1,-1 0,1 1,0-1,0 0,0 1,0 0,-7 9,1 1,1 0,0 0,1 1,0-1,0 2,2-1,0 1,0-1,1 1,1 0,0 0,1 0,1 0,0 7,-2 17,2 0,2 0,0 0,3 0,9 36,-9-54,0-1,2 0,0 0,1-1,1 0,0 0,1-1,1 0,1-1,1-1,0 1,4 2,-10-12,0 0,0 0,0-1,1 1,0-2,0 1,0-1,1 0,-1-1,1 0,0-1,0 1,0-2,0 1,0-1,0-1,0 0,1 0,-1 0,0-1,0-1,0 0,0 0,0 0,0-1,-1-1,1 1,-1-2,0 1,0-1,-1 0,1 0,-1-1,8-9,-2 0,0-1,-1 0,-1-1,0 0,-1-1,-1 0,-1-1,0 1,-2-2,0 1,-1-1,-1 0,-1 0,0 0,-2 0,0 0,-1-1,-2 1,-1-7,3 57,1-21,0 0,1 0,0-1,1 1,0 0,0-1,1 0,0 1,0-1,1-1,0 1,1-1,-1 0,1 0,1-1,-1 1,1-1,0-1,1 0,-1 0,1 0,0-1,0 0,0 0,5 1,6-1,-1 0,1-1,0 0,0-2,0-1,0 0,1-1,59-6</inkml:trace>
  <inkml:trace contextRef="#ctx0" brushRef="#br0" timeOffset="46080.841">3156 8531,'15'5,"-1"1,0 0,0 1,0 0,-1 1,0 1,0 0,-1 1,0 0,-1 1,0 0,-1 1,0 0,-1 1,0 0,-1 0,0 1,-1 0,-1 0,0 0,-1 1,-1 0,1 5,-2-2,-2-18,0-1,0 1,0 0,0-1,0 1,0-1,0 1,0-1,0 0,0 1,0-1,-1 0,1 0,0 1,0-1,-1 0,1 0,0 0,-1 0,1 0,-1 0,0 0,1 0,-1 0,0 0,1 0,-1 0,0 0,0 0,0-1,0 0,99-287,-89 262,-9 27,-1 0,0 0,0 0,0 1,0-1,0 0,1 0,-1 0,0 0,0 1,0-1,1 0,-1 0,0 0,0 0,0 0,1 0,-1 1,0-1,0 0,1 0,-1 0,0 0,0 0,1 0,-1 0,0 0,0 0,1 0,-1 0,0 0,0-1,0 1,1 0,-1 0,0 0,0 0,1 0,-1 0,0 0,0-1,0 1,1 0,-1 0,0 0,0-1,0 1,0 0,0 0,0 0,1-1,-1 1,0 0,0 0,0 0,0-1,0 1,0 0,0 0,0-1,0 1,0 0,0 0,0-1,3 23,-2-19,0 10,1 1,0-1,1 1,1-1,0 0,1 0,2 5,-6-16,1 1,-1 0,0-1,1 1,0-1,0 1,0-1,0 0,0 1,0-1,0-1,1 1,-1 0,1 0,-1-1,1 1,0-1,-1 0,1 0,0 0,0 0,0-1,0 1,0-1,0 1,0-1,0 0,0 0,0-1,0 1,0-1,0 1,0-1,0 0,0 0,1-1,10-5,0-1,0-1,0 0,-1-1,-1 0,1-1,-2 0,0-1,0-1,-1 0,0 0,-2 0,1-2,-2 1,0-1,1-2,2-34,-16 67,5-8,-1 1,2-1,-1 0,1 0,1 0,-1 0,2 0,-1 0,1 0,0 0,0 0,1-1,0 1,0-1,1 0,0 0,1 0,-1 0,1-1,0 1,1-1,0-1,0 1,0-1,0 0,1 0,0-1,0 0,0 0,2 0,14 1</inkml:trace>
  <inkml:trace contextRef="#ctx0" brushRef="#br0" timeOffset="46273.842">3677 8156,'18'7,"7"2</inkml:trace>
  <inkml:trace contextRef="#ctx0" brushRef="#br0" timeOffset="46971.238">4131 8183,'35'75,"49"81,-84-154,0-1,1 0,-1 0,0 0,0 0,1 0,-1 0,1 0,-1 0,1 0,-1 0,1 0,0-1,0 1,-1 0,1 0,0 0,0-1,0 1,0 0,0-1,0 1,0-1,0 1,0-1,0 0,0 1,0-1,0 0,0 0,0 0,0 0,0 0,0 0,0 0,0 0,1 0,-1 0,0 0,0-1,0 1,0 0,0-1,0 1,0-1,0 1,0-1,0 0,-1 1,1-1,0 0,0 0,0 0,-1 1,1-1,-1 0,1 0,0 0,-1 0,1-1,35-167,-8 81,-28 87,0 1,0-1,0 1,0-1,0 0,1 1,-1-1,0 1,0-1,1 1,-1-1,0 1,0-1,1 1,-1 0,0-1,1 1,-1-1,1 1,-1 0,1-1,-1 1,1 0,-1-1,1 1,-1 0,1 0,-1 0,1-1,-1 1,1 0,-1 0,1 0,0 0,-1 0,1 0,-1 0,1 0,-1 0,1 0,-1 1,1-1,-1 0,1 0,0 0,-1 1,1-1,-1 0,0 1,1-1,-1 0,1 1,-1-1,1 0,-1 1,0-1,1 1,-1-1,0 1,0-1,1 1,-1-1,0 1,0-1,0 1,14 38,-13-37,5 26,-4-17,0 1,1-1,0 0,1 0,0 0,1 0,0-1,0 0,1 0,1 0,6 7,-11-15,0-1,0 1,0-1,0 0,1 1,-1-1,0 0,1 0,-1-1,1 1,-1-1,1 1,-1-1,1 0,0 1,-1-1,1-1,-1 1,1 0,-1-1,1 1,-1-1,1 0,-1 0,1 0,-1 0,0 0,1 0,-1-1,0 1,0-1,0 1,1-2,60-65,-45 44,-2-1,0-1,-2-1,-1 0,9-26,-15 34,7 57,-13-34,1 0,-1 0,1 1,1-1,-1 0,0-1,1 1,0 0,0-1,0 1,0-1,1 0,-1 0,1 0,0-1,0 1,0-1,0 0,0 0,0 0,1-1,-1 1,1-1,-1 0,1-1,-1 1,1-1,-1 1,1-1,0-1,6 1,1-1,-1-1,0 0,1 0,-1-1,0 0,-1-1,1-1,0 1,-1-2,7-4,-2-1,0 0,-1 0,0-2,-1 0,-1 0,0-1,-1 0,0-1,-1-1,-1 0,0 0,-2 0,0-1,0 0,-2-1,4-16,-8 28,-1 0,1 0,-1 0,-1 0,1 0,-1 1,0-1,0 0,-1 0,1 1,-1-1,-2-1,4 5,-1 0,-1 0,1 0,0 0,0 0,-1 0,1 0,-1 1,0-1,1 1,-1-1,0 1,0-1,0 1,0 0,0 0,0 0,0 0,0 1,-1-1,1 0,0 1,0 0,-1-1,1 1,0 0,-1 0,1 0,0 1,0-1,-1 0,0 1,-2 2,-1 0,1 0,0 1,0 0,0 0,1 0,-1 0,1 1,0 0,0 0,0 0,1 0,0 1,0-1,0 1,1 0,-1-1,2 1,-1 1,1-1,-1 0,2 0,-1 0,1 1,0-1,0 0,1 5,0-4,-1 0,1-1,1 1,-1 0,1-1,1 0,-1 1,1-1,0 0,0 0,1 0,0-1,0 1,0-1,1 0,-1 0,1-1,0 1,1-1,-1 0,1-1,0 1,0-1,0 0,0 0,0-1,1 0,-1 0,1 0,-1-1,1 0,0-1,0 1,-1-1,1 0,0-1,1 0,40-7,-4-5</inkml:trace>
  <inkml:trace contextRef="#ctx0" brushRef="#br0" timeOffset="47548.426">5401 7755,'-3'12,"0"-1,0 1,1 0,1 0,0 0,0 1,2 7,-1-17,1 0,-1 1,1-1,0 0,0 0,0 0,0 0,0 0,1 0,-1 0,1-1,0 1,0 0,0-1,0 0,0 1,1-1,-1 0,1 0,0 0,-1 0,1-1,0 1,0-1,0 0,0 0,0 0,0 0,0 0,3 0,3-1,0-1,0 0,0 0,0-1,0-1,0 1,-1-1,1 0,-1-1,0 0,0-1,-1 1,1-1,-1-1,0 0,0 0,-1 0,1-1,-1 1,-1-2,1 1,3-8,-4 9,-1-1,1 0,-1 0,-1 0,1 0,-1-1,0 0,-1 0,0 1,0-1,-1 0,0-1,0 1,-1 0,0 0,0-2,-13 0,2 30,9-15,1-1,0 1,0 0,1 0,-1-1,1 1,0 0,0 0,1 0,0 0,-1 0,1-1,1 1,-1 0,1-1,0 1,0-1,0 0,1 1,-1-1,1 0,0 0,0-1,1 1,-1-1,1 1,0-1,-1 0,1-1,1 1,-1-1,0 1,1-1,-1-1,1 1,-1-1,3 1,1-1,0 0,0-1,1 0,-1 0,0-1,0 0,0-1,0 0,-1 0,1 0,0-1,-1 0,1-1,-1 0,0 0,0 0,-1-1,1 0,-1 0,0-1,-1 1,1-1,0-2,9-10,-1-1,0 0,-2-1,0-1,-2 0,0 0,3-11,6-18,-19 50,0 0,0 0,0 1,0-1,0 0,0 0,0 0,0 1,0-1,0 0,0 0,0 0,0 1,1-1,-1 0,0 0,0 0,0 0,0 1,0-1,0 0,1 0,-1 0,0 0,0 0,0 1,1-1,-1 0,0 0,0 0,0 0,1 0,-1 0,0 0,0 0,0 0,1 0,-1 0,0 0,0 0,0 0,1 0,-1 0,0 0,0 0,0 0,1 0,-1 0,0 0,0-1,0 1,1 0,-1 0,0 0,0 0,0 0,0-1,0 1,1 0,-1 0,0 0,0 0,0-1,6 29,-4-19,0-1,0 0,0 0,1-1,0 1,1-1,-1 0,1 1,1-2,-1 1,1 0,0-1,1 0,-1 0,1-1,0 0,1 0,-1 0,1-1,0 0,0 0,1 0,-1-1,1 0,-1-1,1 0,0 0,0 0,0-1,2 0,33-17,-27 1</inkml:trace>
  <inkml:trace contextRef="#ctx0" brushRef="#br0" timeOffset="47765.877">6110 7046,'-19'-11,"-4"-4</inkml:trace>
  <inkml:trace contextRef="#ctx0" brushRef="#br0" timeOffset="49190.259">13048 5589,'23'16,"21"17,19 11,14 10,9 5,5 4,-2 2,-5 0,-4-3,-12-2,-13-8,-16-11</inkml:trace>
  <inkml:trace contextRef="#ctx0" brushRef="#br0" timeOffset="49470.55">13423 5202,'16'21,"21"17,22 15,24 8,19 7,14 1,6 0,2-2,-3-2,-7-1,-9-3,-11-2,-15-5,-20-11</inkml:trace>
  <inkml:trace contextRef="#ctx0" brushRef="#br0" timeOffset="49747.881">14398 5202,'14'21,"18"17,19 15,20 8,18 7,16 1,13 2,8-2,4-3,-1 0,-5 0,-7-2,-13-1,-12-2,-12-7,-17-10,-17-12</inkml:trace>
  <inkml:trace contextRef="#ctx0" brushRef="#br0" timeOffset="50030.204">15387 5322,'18'10,"16"11,15 11,15 13,15 9,13 6,10 4,7-2,0 1,-2-1,-4-2,-7-5,-10-7,-9-7,-12-8,-14-10,-16-9</inkml:trace>
  <inkml:trace contextRef="#ctx0" brushRef="#br0" timeOffset="50290.509">16190 5295,'16'14,"16"16,17 16,14 11,11 11,12 4,10 0,6-4,4-4,0-4,-4-8,-9-8,-8-7,-12-9,-11-11,-15-9,-10-13,-12-6</inkml:trace>
  <inkml:trace contextRef="#ctx0" brushRef="#br0" timeOffset="50590.782">16952 5282,'31'31,"2"-1,2-1,0-2,2-2,1-1,1-2,3 0,78 34,3-4,2-6,1-6,123 22,-85-32,-163-29,0 0,0-1,0 1,0-1,1 0,-1 1,0-1,0 0,0 0,0 0,1 0,-1 0,0 0,0 0,0 0,0 0,1 0,-1-1,0 1,0 0,0-1,0 1,0-1,0 1,0-1,0 0,0 1,0-1,0 0,0 0,0 0,-1 0,1 0,0 0,-1 0,1 0,0 0,-1 0,1 0,-1 0,0 0,1 0,-1 0,0 0,0-1,0 1,1 0,-1 0,-1 0,1-1,0 1,0 0,0 0,-1 0,1 0,0 0,-1-1,1 1,-1 0,1 0,-1 0,0 0,1 0,-2 0,-14-29,-4-2</inkml:trace>
  <inkml:trace contextRef="#ctx0" brushRef="#br0" timeOffset="50889.981">17700 5175,'21'14,"20"11,21 8,19 5,15 2,12-3,9 0,2-4,-6-6,-10-5,-11-6,-15-6,-16-4,-18-4</inkml:trace>
  <inkml:trace contextRef="#ctx0" brushRef="#br0" timeOffset="51084.46">18396 4975,'22'16,"18"16,7 17,-1 13,-8 6,-11-9</inkml:trace>
  <inkml:trace contextRef="#ctx0" brushRef="#br2" timeOffset="84650.245">21550 5550,'0'-3,"0"28,-16 286,2-78,10 2,13 57,-1-190,-5-67</inkml:trace>
  <inkml:trace contextRef="#ctx0" brushRef="#br2" timeOffset="85881.47">21471 7087,'-132'324,"127"-315,-12 34,17-42,0 0,0 0,0 0,0 0,0 0,0 0,0 0,0 0,0 0,1 0,-1 0,0 0,1 0,-1 0,1 0,-1 0,1-1,-1 1,1 0,-1 0,1-1,0 1,0 0,-1-1,1 1,0 0,0-1,0 1,-1-1,1 1,0-1,0 0,0 1,0-1,0 0,0 0,0 0,0 0,0 0,0 0,1 0,15 0,1-2,-1 0,1-1,-1-1,0 0,0-1,-1-1,1-1,-1 0,2-2,-12 6,52-31,-57 33,0 0,1 0,-1 0,0 0,0 0,0 0,0 0,0 0,0 0,0-1,0 1,0 0,-1-1,1 1,-1-1,1 1,-1-1,1 1,-1-1,0 1,0-1,0 1,0-1,0 0,0 1,0-1,0 1,0-1,-1 1,1-1,-1 1,1-1,-1 1,0 0,0-1,1 1,-1 0,0-1,0 1,-1-1,1 1,0 0,0 0,1 0,-1 0,0 0,0 0,0 0,-1 0,1 0,0 1,0-1,0 0,-1 1,1-1,0 1,0-1,-1 1,1 0,0 0,-1-1,1 1,-1 0,1 0,0 0,-1 1,1-1,0 0,-1 0,1 1,0-1,-1 1,1-1,0 1,0-1,0 1,-1 0,1 0,0 0,0-1,0 1,0 0,0 0,0 1,1-1,-1 0,0 0,0 0,1 0,-1 1,1-1,-1 0,1 0,0 1,-1-1,1 1,-8 22,0 0,2 1,1 0,1 0,1 0,0 23,2-23,-13 203,11-187</inkml:trace>
  <inkml:trace contextRef="#ctx0" brushRef="#br2" timeOffset="86766.465">21858 6993,'-41'326,"39"-284,-3 1,-1-1,-2 0,-1-1,6-29,7-21,1-5,-1 5,-1 0,1 0,0 1,0-1,1 1,1 0,-1 1,1-1,0 1,1 0,0 1,0-1,0 1,1 1,0-1,0 1,0 1,1 0,2-2,-9 6,0 0,0 0,0-1,-1 1,1 0,0 1,0-1,-1 0,1 0,0 1,0-1,-1 1,1 0,0-1,-1 1,1 0,-1 0,1 0,-1 0,1 0,-1 0,0 0,1 1,-1-1,0 1,0-1,0 0,0 1,0 0,-1-1,1 1,0-1,-1 1,1 0,-1 1,8 64,-8-61,0 0,-1 0,0-1,-1 1,1 0,-1 0,0-1,-1 1,1-1,-1 0,0 0,0 0,-1 0,0 0,1-1,-1 1,-1-1,1 0,-1-1,0 1,1-1,-1 0,-1 0,1 0,0-1,-1 1,1-1,-1-1,-4 2,8-3,0-1,0 1,0 0,0-1,-1 0,1 1,0-1,0 0,1 0,-1 0,0 0,0 0,0 0,1-1,-1 1,0-1,1 1,-1-1,1 1,0-1,0 0,-1 0,1 0,0 0,1 0,-1 0,0 0,0 0,1 0,0 0,-1 0,1 0,0 0,0 0,0 0,0-1,0 1,0 0,1 0,-1 0,1 0,0 0,-1 0,1 0,0 0,0 0,0 0,1 0,0 0,6-8,0 1,1 0,0 1,1 0,0 0,0 1,1 0,0 1,0 0,0 1,1 1,0-1,0 2,0-1,0 2,0 0,3 0,-13 1,0 0,0 0,0 1,0-1,0 0,1 1,-1 0,0-1,1 1,-1 0,0 0,0 0,1 1,-1-1,0 0,1 1,-1 0,0-1,0 1,0 0,0 0,0 0,0 0,0 1,0-1,0 0,0 1,-1 0,1-1,-1 1,1 0,-1 0,0 0,1 0,-1 0,0 0,0 1,3 48,-5-44,1-1,0 0,0 0,1 1,-1-1,2 0,-1 0,0 0,1 0,0 0,1 0,-1 0,1-1,0 1,4 4,-6-9,0 0,1 1,-1-1,0 0,1 0,-1 0,1 0,-1-1,1 1,-1 0,1-1,0 1,-1-1,1 1,0-1,-1 0,1 0,0 1,-1-1,1 0,0-1,0 1,-1 0,1 0,0-1,-1 1,1-1,0 0,-1 1,2-2,13-8</inkml:trace>
  <inkml:trace contextRef="#ctx0" brushRef="#br2" timeOffset="87024.801">22125 7046,'0'0</inkml:trace>
  <inkml:trace contextRef="#ctx0" brushRef="#br2" timeOffset="87357.831">22433 6819,'8'106,"-5"-1,-5 1,-14 104,14-191,-1 2,1-1,0 0,2 1,1-1,0 1,1-1,-1-16,0 1,0-1,0 0,0 0,1 0,-1-1,1 1,0 0,0 0,1-1,-1 1,1-1,-1 0,1 0,0 0,0 0,1 0,-1-1,0 0,1 1,0-1,-1 0,1-1,0 1,0-1,0 1,0-1,0 0,1-1,-1 1,2-1,13-1,0-1,1 0,-1-2,-1 0,1-1,-1-1,0-1,0 0,0-2,-1 0,-1 0,1-2,-2 0,1-1,4-6,-18 17,-1 0,-1 0,0 1,0-1,1 1,-1-1,0 0,0 1,1-1,-1 1,1-1,-1 1,0-1,1 1,-1-1,1 1,-1 0,1-1,0 1,-1 0,1-1,-1 1,1 0,0 0,-1-1,1 1,-1 0,1 0,0 0,-1 0,1 0,0 0,-1 0,1 0,0 0,-1 0,1 0,0 1,-1-1,1 0,-1 0,1 0,0 1,-1-1,1 0,-1 1,1-1,-1 1,1-1,-1 1,0-1,1 1,-1-1,1 1,-6 22,4-21,0 1,0 0,0 0,0 0,0-1,0 1,1 0,-1 0,1 1,0-1,0 0,0 0,0 0,1 0,-1 0,1 0,0 0,0 0,0-1,0 1,0 0,0 0,1-1,0 1,-1-1,1 1,0-1,0 0,0 1,1-1,-1 0,2 1,19 1,1-5</inkml:trace>
  <inkml:trace contextRef="#ctx0" brushRef="#br2" timeOffset="87630.101">23035 7248,'-14'0,"-6"0,-3 0,1-3,1-2,3-4,4 1</inkml:trace>
  <inkml:trace contextRef="#ctx0" brushRef="#br2" timeOffset="87899.38">22700 7060,'-9'-5,"4"-1,14 1,19 0,16 2,15 1,6-4,-4-3,-12 1</inkml:trace>
  <inkml:trace contextRef="#ctx0" brushRef="#br2" timeOffset="88693.919">21537 5550,'-205'235,"184"-207,36-36,161-181,-158 166,-1 0,-1-1,-1-1,-1 0,-1-1,2-9,-5 23,-5 33,-4-16,9 46,2-1,2 0,2-1,10 19,-25-68,0 1,-1-1,1 1,-1-1,1 1,-1 0,0-1,1 1,-1 0,0-1,1 1,-1 0,0-1,0 1,0 0,0 0,1-1,-1 1,0 0,0 0,0-1,-1 1,1 0,0 0,0-1,0 1,0 0,-1 0,1-1,0 1,-1 0,1-1,0 1,-1-1,1 1,-1 0,1-1,-1 1,0-1,1 1,-1-1,1 1,-1-1,0 0,1 1,-1-1,0 0,1 0,-1 1,0-1,0 0,1 0,-1 0,0 0,0 0,1 0,-1 0,0 0,0 0,1 0,-1 0,0-1,0 1,1 0,-1 0,0-1,-205-5,79 14,-2 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48:20.1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93 176,'-4'23,"-2"21,0 17,1 13,2 9,1 5,1 4,1 1,0-4,0-6,0-11,0-18</inkml:trace>
  <inkml:trace contextRef="#ctx0" brushRef="#br0" timeOffset="3031.892">13 109,'-10'742,"9"677,8-1213,55 805,27-446,-38-273,0 120,-44-312,58 567,-62-643,15 80,-4-1,-5 2,-5-1,-4 1,-9 46,-44 255,43-294,-5-1,-5 0,-25 76,23-112,-12 31,6 2,-5 51,27-115,3 0,1 1,3-1,1 5,-1-46,-1 1,1-1,-1 1,1-1,0 1,0-1,1 1,-1-1,1 0,-1 0,1 0,0 1,0-2,1 1,-1 0,1 0,-1-1,1 0,0 1,0-1,0 0,0 0,0 0,0-1,1 1,-1-1,0 0,4 1,106 8,-96-10,818-42,-638 27,1518-85,-989 79,-707 19,-38-1</inkml:trace>
  <inkml:trace contextRef="#ctx0" brushRef="#br0" timeOffset="5091.88">26 56,'0'-1,"-1"1,1-1,-1 1,0-1,1 1,-1-1,1 0,-1 1,1-1,0 0,-1 1,1-1,0 0,-1 0,1 1,0-1,0 0,0 0,0 0,0 1,0-1,0 0,0 0,0 0,0 1,0-1,0 0,1 0,-1 0,0 1,0-1,1 0,-1 1,1-1,-1 0,1 1,-1-1,1 0,-1 1,1-1,-1 1,1-1,0 1,-1-1,1 1,0 0,-1-1,1 1,0 0,0-1,41-13,159 5,-152 10,110-1,909 30,-243 11,-713-41,112 0,0 10,66 17,-288-27,25 4,0 0,0 2,-1 1,21 8,-45-14,0 0,0 1,0-1,0 0,0 1,0-1,0 1,0-1,-1 1,1 0,-1 0,1 0,-1 0,0 0,0 0,0 0,0 0,0 0,0 0,0 1,-1-1,1 0,-1 1,0-1,0 0,0 1,0-1,0 0,0 1,-1 1,-23 74,18-62,-17 55,3 2,3 1,-6 71,6-43,-14 85,8 2,8 1,9 0,8 0,26 186,99 425,-93-477,50 403,39-97,-101-542,35 147,-10 2,-9 19,-26-71,-11 123,3 78,2-229,-11 129,-7 6,-30-122,30-130,1 0,2 0,-2 30,7 114,-25-214,3-1</inkml:trace>
  <inkml:trace contextRef="#ctx0" brushRef="#br0" timeOffset="6778.902">53 2730,'-6'-6,"19"4,502 1,114-32,-147 6,710 2,-959 37,-204-17,-43-6,-6 6</inkml:trace>
  <inkml:trace contextRef="#ctx0" brushRef="#br0" timeOffset="7578.301">0 3185,'19'15,"1"-9,1-2,-1 0,1-1,-1-2,1 0,3-1,-4 1,262-3,48-17,-150 8,1678-72,-1650 81,-208 2,0 0,-1 0,1 0,0 0,0 0,0-1,0 1,-1 0,1 0,0 0,0 0,0 0,0-1,0 1,0 0,0 0,0 0,-1 0,1-1,0 1,0 0,0 0,0 0,0 0,0-1,0 1,0 0,0 0,0 0,0-1,0 1,0 0,0 0,0 0,0 0,1-1,-1 1,0 0,0 0,0 0,0 0,0-1,0 1,1 0,-23-8,-18-2,19 5</inkml:trace>
  <inkml:trace contextRef="#ctx0" brushRef="#br0" timeOffset="8359.731">387 3813,'-13'10,"33"-11,-11-1,378-44,1129-42,-1071 70,73 1,-747 45,178-18</inkml:trace>
  <inkml:trace contextRef="#ctx0" brushRef="#br0" timeOffset="9059.454">361 4335,'1'1,"0"1,0 0,0-1,0 1,0 0,0-1,1 1,-1-1,1 0,-1 1,1-1,-1 0,1 0,0 0,0 0,-1 0,1-1,0 1,0 0,0-1,0 1,0-1,0 0,0 0,0 0,0 0,0 0,0 0,0 0,0-1,0 1,-1 0,2-1,5 1,255-19,1654-41,-1668 59,650-31,-757 25,-129 6,-24 1,-181 33,167-28,4-2</inkml:trace>
  <inkml:trace contextRef="#ctx0" brushRef="#br0" timeOffset="9764.73">213 3839,'-2'-2,"4"-1,5 0,12 1,13 0,13-1,12-3,9-2,-8 0</inkml:trace>
  <inkml:trace contextRef="#ctx0" brushRef="#br0" timeOffset="11930.949">280 4348,'30'0,"29"0,31 0,27-5,18-6,-13 0</inkml:trace>
  <inkml:trace contextRef="#ctx0" brushRef="#br0" timeOffset="13470.346">280 4976,'-40'0,"838"-18,356 5,-261 46,-829-31,-64-2,0 0,0 0,0 1,0-1,0 0,0 0,0 0,0 1,0-1,0 0,0 0,0 1,0-1,0 0,0 0,0 0,0 1,0-1,0 0,1 0,-1 0,0 1,0-1,0 0,0 0,0 0,-26 3,11-2,0 1,-1-2,1 1,-1-2,1 0,-1-1,1-1,-2 0,0-3</inkml:trace>
  <inkml:trace contextRef="#ctx0" brushRef="#br0" timeOffset="13958.04">762 4455,'-7'7,"-7"11,-7 9,-10 10,-6 5,-6 2,-3 0,0-2,4-6,5-5,10-8</inkml:trace>
  <inkml:trace contextRef="#ctx0" brushRef="#br0" timeOffset="14251.393">1056 4442,'-7'15,"-11"16,-12 12,-12 11,-10 6,-8 1,-3-1,1-5,6-8,12-10,14-11</inkml:trace>
  <inkml:trace contextRef="#ctx0" brushRef="#br0" timeOffset="14508.71">1269 4494,'-13'14,"-12"16,-13 11,-9 9,-7 4,-5 3,4-5,12-6,16-10,14-13</inkml:trace>
  <inkml:trace contextRef="#ctx0" brushRef="#br0" timeOffset="14697.216">1537 4494,'-13'18,"-15"16,-10 10,-9 5,0 1,3-3,8-6,16-9,18-15,9-10</inkml:trace>
  <inkml:trace contextRef="#ctx0" brushRef="#br0" timeOffset="14870.874">1844 4481,'-15'11,"-16"14,-10 10,-8 7,-2 3,3-1,9-4,14-9,16-9,9-9</inkml:trace>
  <inkml:trace contextRef="#ctx0" brushRef="#br0" timeOffset="16258.064">1885 4428,'1'-9,"3"22,17 242,4-39,-22-274,-6-15,-4 0,-3 0,-15-50,10 72,60 152,-38-86,7 14,0 2,-2 0,-2 1,0 0,-2 0,0 11,-8-18,0-22,0-1,-1 1,1-1,0 1,0-1,0 1,1-1,-1 1,1-1,-1 1,1-1,0 0,0 1,0-1,0 0,0 0,1 0,-1 0,0 0,1 0,0 0,-1 0,1 0,0-1,2 2,99 28,-91-28,0 0,0 0,1-1,-1-1,1 0,-1 0,1-1,11-2,22 1,163 13,102-1,145-36,-92 25,-363 1,0-1,-1 0,1 0,-1 1,1-1,-1 0,1 0,0 0,-1 0,1 0,-1 0,1 1,0-2,-1 1,1 0,-1 0,1 0,0 0,-1 0,1 0,-1-1,1 1,-1 0,1 0,0-1,-1 1,1 0,-1-1,0 1,1-1,-1 1,1-1,-1 1,0-1,1 1,-1-1,0 1,1-1,-1 1,0-1,0 1,0-1,1 0,-1 1,0-1,0 1,0-1,0 0,0 1,0-1,0 1,0-1,0 0,-1 1,1-1,0 1,0-2,-9-9</inkml:trace>
  <inkml:trace contextRef="#ctx0" brushRef="#br0" timeOffset="18538.898">1885 4268,'1136'-1,"-572"-12,-547 10,-14 1</inkml:trace>
  <inkml:trace contextRef="#ctx0" brushRef="#br0" timeOffset="19191.766">574 4348,'-13'13,"-15"12,-10 11,-6 7,-3 7,3 1,3-1,8-5,9-5,8-10</inkml:trace>
  <inkml:trace contextRef="#ctx0" brushRef="#br0" timeOffset="19468.066">694 4428,'-18'11,"-13"13,-10 9,-5 7,-1 2,4-1,8-3,10-6,9-8</inkml:trace>
  <inkml:trace contextRef="#ctx0" brushRef="#br0" timeOffset="19746.321">868 4588,'-16'16,"-7"10,-2 2,2 0,9-6,10-9,7-6</inkml:trace>
  <inkml:trace contextRef="#ctx0" brushRef="#br0" timeOffset="19747.321">1203 4629,'-14'13,"-9"7,-2 3,2-3</inkml:trace>
  <inkml:trace contextRef="#ctx0" brushRef="#br0" timeOffset="20009.167">1563 4655,'-15'9,"-11"3,-3 2,4-2</inkml:trace>
  <inkml:trace contextRef="#ctx0" brushRef="#br0" timeOffset="21906.506">3007 3105,'-4'-3,"-4"0,1 0,7 1,13 0,12 1,12 0,9 1,5 0,-2 0,-8 0</inkml:trace>
  <inkml:trace contextRef="#ctx0" brushRef="#br0" timeOffset="22377.104">3168 3545,'21'5,"15"1,13 0,-1-1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1-18T15:51:14.9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660 53,'-109'-14,"78"14,0 2,0 1,1 1,-1 1,1 2,1 1,-17 7,27-7,1 1,-1 0,2 1,-1 1,2 1,-1 0,2 1,-1 1,2 0,0 1,1 1,0 0,1 1,1 0,1 0,0 2,2-1,-2 5,4 3,0 1,2-1,1 1,1 0,1 0,2 0,1 8,0 20,-4-37,1 1,2 0,-1 0,2 0,1 0,0-1,1 1,1-1,1 0,1 0,0-1,1 0,1 0,0-1,2 0,1 2,2-4,1-1,0 0,0-1,1-1,1 0,0-1,0-1,1-1,0 0,1-2,-1 0,1 0,8-1,16 3,1-3,-1-1,1-2,0-2,21-4,-38 3,0-1,-1-2,0 0,0-2,0-1,0 0,-1-2,-1-1,1-1,-2-2,1 0,-2-1,0-1,-1-1,0-1,-1-1,-1-1,-1 0,2-5,-6 1,-1 0,0-1,-2 0,-1-1,-1 0,-1-1,-2 0,0 0,-1 0,-2-1,-1 1,-1-1,-1 0,-1 0,-2 1,-4-19,2 24,0 0,-2 0,-1 1,0 0,-1 0,-1 1,-1 0,-1 1,-1 1,0-1,-1 2,-1 0,0 1,-1 0,-1 1,0 1,-1 1,0 0,-1 2,0 0,-1 1,0 1,0 0,-1 2,0 0,-21-2,12 4,1 2,-1 1,0 1,0 1,0 1,0 2,1 2,0 0,0 2,0 1,1 1,-10 6,-99 47,2 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5:58.1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1646,'459'-8,"-285"-3,355-12,-559 24,16-1</inkml:trace>
  <inkml:trace contextRef="#ctx0" brushRef="#br0" timeOffset="569.304">1204 1,'-11'183,"8"-64,-41 762,-3-475,42-490,-5-17,5 68</inkml:trace>
  <inkml:trace contextRef="#ctx0" brushRef="#br0" timeOffset="1415.351">1137 108,'1'-3,"0"1,1 0,0 0,-1 0,1 0,0 0,0 0,0 1,0-1,0 1,0-1,0 1,1 0,-1 0,0 0,1 0,-1 0,1 0,-1 1,1-1,0 1,-1 0,1-1,-1 1,1 1,0-1,-1 0,1 0,-1 1,1 0,1 0,7-1,284 2,339-8,-616 5,17 1,0-3,0-1,0-1,16-6,-39 7,-19 5,-6 4</inkml:trace>
  <inkml:trace contextRef="#ctx0" brushRef="#br0" timeOffset="2972.997">1070 563,'0'0,"0"0,0 0,0 1,0-1,0 0,0 0,0 1,0-1,1 0,-1 0,0 1,0-1,0 0,0 0,0 0,0 1,1-1,-1 0,0 0,0 0,0 1,1-1,-1 0,0 0,0 0,1 0,-1 0,0 1,0-1,1 0,-1 0,0 0,0 0,1 0,-1 0,0 0,0 0,1 0,-1 0,0 0,-44 103,30-79,-98 198,111-221,0-1,1 1,-1 0,0 0,1-1,0 1,-1 0,1 0,-1 0,1 0,0 0,-1 0,1 0,0-1,0 1,0 0,0 0,0 0,0 0,0 0,0 0,0 0,1 0,-1 0,0 0,0 0,1 0,-1 0,1-1,-1 1,1 0,-1 0,1 0,-1-1,1 1,0 0,-1-1,1 1,0 0,0-1,0 1,-1-1,1 1,0-1,0 0,0 1,0-1,0 0,0 0,0 1,0-1,0 0,0 0,0 0,0 0,-1 0,1-1,0 1,0 0,0 0,1-1,96-27,-65 25,1 1,-1 1,1 2,-1 1,1 2,-1 1,0 2,-1 1,13 5,-13-5,-31-8,-1 0,1 0,-1 0,1-1,0 1,-1 0,1 0,-1 0,1-1,-1 1,1 0,-1-1,1 1,-1-1,1 1,-1 0,0-1,1 1,-1-1,0 1,1-1,-1 1,0-1,0 1,1-1,-1 1,0-1,0 0,0 1,0-1,0 1,0-1,0 0,0 1,0-1,0 1,0-1,0 1,0-1,0 0,0 1,-1-1,1 1,0-1,0 1,-1-1,1 1,0-1,-1 1,1-1,-1 1,1-1,-59-102,-51-172,108 271,1 1,-1-1,-1 0,1 1,0 0,-1-1,0 1,0 0,0 0,0 0,0 1,-1-1,1 1,-1 0,1 0,-1 0,0 0,0 1,-1-1,2 2,0 1,0 0,1 0,-1 0,1 0,-1 0,1 1,-1-1,1 1,0-1,-1 1,1 0,0 0,0 0,0 0,1 0,-1 1,0-1,1 0,0 1,-1 0,1-1,0 2,-3 3,-181 305,176-305,12-13</inkml:trace>
  <inkml:trace contextRef="#ctx0" brushRef="#br0" timeOffset="4204.631">1097 710,'-1'14,"-2"-1,0 0,0 0,-1 0,-1 0,0 0,0-1,-2 0,-2 4,5-8,-27 51,31-48,15-24,-12 11,24-24,66-51,-92 76,1 0,-1 1,1-1,0 0,-1 1,1 0,-1-1,1 1,0 0,-1 0,1 0,0 0,-1 0,1 0,0 0,-1 0,1 1,-1-1,1 1,0-1,-1 1,1 0,-1-1,0 1,1 0,-1 0,1 0,-1 0,0 0,0 0,0 1,0-1,0 0,0 1,0-1,0 0,0 1,-1-1,1 1,0-1,-1 1,1 0,-1-1,0 1,0 0,1 0,0 0,0 0,1 0,-1 0,1-1,0 1,-1 0,1-1,0 1,0-1,0 0,0 1,0-1,0 0,1 0,-1-1,0 1,0 0,1-1,-1 1,0-1,1 0,-1 0,1 0,-1 0,0 0,1 0,1-1,16 1,-15 3,-7-11,2-11,0 19,1 0,-1 0,0 0,0 0,0 0,0 0,1 0,-1 0,0 0,0 0,-51-120,48 119,-2-29,-1 58,-12 98,10-78</inkml:trace>
  <inkml:trace contextRef="#ctx0" brushRef="#br0" timeOffset="4506.821">1177 1298,'0'12,"-2"9,-3 10,-1 3,-2 0,1-1,-1-3,1-8</inkml:trace>
  <inkml:trace contextRef="#ctx0" brushRef="#br0" timeOffset="6460.704">1257 122,'36'-11,"129"7,1 8,0 7,10 8,-143-15,56 9,-85-9,152-31,-94 16,-85 8,-289 4,352-4,-1-1,1-2,-1-2,3-2,49-9,-91 18,0 1,0 0,1-1,-1 1,0 0,0-1,1 1,-1 0,0-1,1 1,-1 0,0 0,1-1,-1 1,1 0,-1 0,0 0,1 0,-1-1,1 1,-1 0,0 0,1 0,-1 0,1 0,-1 0,1 0,-1 0,0 0,1 0,-1 1,1-1,-1 0,0 0,1 0,-1 0,1 1,-1-1,0 0,1 0,-1 1,0-1,1 0,-1 1,0-1,0 0,1 1,-1-1,0 0,0 1,1-1,-1 1,0-1,0 0,0 1,0-1,-110 36,52-30,44-7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7:31.5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8385 470,'-3'-5,"0"1,-1-1,1 0,-1 1,0 0,0 0,0 0,0 0,-1 1,1-1,-1 1,0 0,0 1,0-1,-1 1,1 0,0 0,-1 1,1 0,-1 0,0 0,1 0,-1 1,0 0,0 0,1 1,-1-1,-5 3,4 1,1 1,0 1,0-1,0 1,0 0,1 1,0-1,1 1,-1 0,1 0,1 1,-1-1,1 1,1-1,-1 1,1 0,1 0,-1 0,1 1,1-1,-1 0,1 0,1 0,0 0,0 1,2 3,-3-9,0 0,1 0,0 0,-1 0,1-1,0 1,1 0,-1-1,0 1,1-1,-1 1,1-1,0 0,0 1,0-1,0 0,0 0,1 0,-1-1,0 1,1-1,-1 1,1-1,0 0,-1 0,1 0,0 0,0 0,0-1,0 1,-1-1,1 0,0 0,0 0,0 0,0 0,1-1,6-5,-1 0,1-1,-2 0,1 0,-1-1,0 0,-1 0,0-1,0 0,-1-1,0 1,0-1,-1 0,-1 0,0-1,0 0,-1 1,0-1,-1-2,8-22,-3-1,-1 0,-1 0,-2-1,-2 1,-1-1,-2 1,-1-1,-3 1,-6-28,-7 9,18 54,1 1,-1 0,1 0,0-1,-1 1,1 0,-1 0,1 0,-1 0,1 0,-1 0,1-1,-1 1,1 0,0 0,-1 0,1 1,-1-1,1 0,-1 0,1 0,-1 0,1 0,-1 0,1 1,0-1,-1 0,1 0,-1 1,1-1,0 0,-1 1,1-1,0 0,0 1,-1-1,1 0,0 1,0-1,-1 1,1-1,0 1,0-1,0 1,0-1,-1 0,1 1,0-1,0 1,0-1,0 1,0-1,0 1,1-1,-1 1,0-1,0 1,0-1,-8 37,1 1,1-1,3 1,1 10,1-33,-2 17,3 0,0 0,2-1,1 1,2-1,6 21,-9-42,1-1,0 0,0 0,1 0,1 0,-1 0,1-1,1 0,0 0,0-1,0 1,1-1,0 0,0-1,1 0,0 0,0-1,0 0,1 0,0-1,0 0,0 0,6 1,-3-3,1-1,-1 0,1-1,-1 0,1-1,-1-1,1 0,-1 0,0-1,0-1,0 0,0-1,0 0,-1 0,0-1,0-1,-1 0,0 0,0-1,-1-1,0 1,0-2,-1 1,0-1,-1 0,0-1,0 1,-1-1,-1-1,0 1,0-1,-1 0,-1 0,0 0,0-1,-1 1,-1 0,0-1,-1 0,0 1,-1-1,-3-11,3 17,-2 0,1 1,-1-1,0 1,0-1,0 1,-1 0,0 0,0 1,-4-4,6 7,1 0,-1 0,1 1,-1-1,0 1,0 0,0-1,0 1,0 0,0 0,0 0,-1 0,1 1,0-1,0 0,-1 1,1 0,0-1,-1 1,1 0,-1 0,1 1,0-1,-1 0,1 1,0-1,0 1,-1 0,1 0,0 0,0 0,0 0,-1 1,-3 4,0 0,1 0,0 1,0 0,0 0,1 1,0-1,0 1,1 0,0 0,0 0,1 0,0 0,0 1,1-1,0 1,1-1,0 1,0-1,1 1,0-1,0 1,1-1,0 0,0 1,1-1,1 1,3 6,0-1,1 1,1-1,0-1,1 1,1-2,0 1,0-2,2 1,-1-2,1 1,1-2,-1 0,2 0,-1-2,1 0,0 0,1-1,3 0,33 10</inkml:trace>
  <inkml:trace contextRef="#ctx0" brushRef="#br0" timeOffset="-98839.42">82 3559,'3'66,"3"1,3-1,2 0,11 26,104 257,23 101,-133-407,2 0,2-2,2 0,1-1,2-1,2-1,30 32,-19-33,2-2,1-2,2-2,1-1,19 8,-15-8,1-2,2-2,0-3,2-1,0-3,17 2,61 7,2-6,100 2,329-15,-357-11,-200 2,99 0,0-4,25-8,113-30,-3-11,163-60,-308 85,-1-3,-2-5,-1-3,-2-4,79-54,-107 55,-2-4,-2-1,-2-4,-2-1,-3-3,-2-2,-2-1,19-38,-17 15,-4-2,-4-2,-3-2,-5-1,-3-1,9-58,2-33,-8-1,-8-1,-3-136,-21-187,-1 440,-3 0,-3 0,-3 0,-2 1,-3 1,-24-59,-112-246,125 311,-1 2,-3 1,-2 1,-3 2,-2 2,-2 1,-2 2,-14-10,-271-278,290 292,-2 2,-1 2,-2 1,-2 2,-1 2,-2 3,-42-22,29 25,-1 3,-2 2,0 3,-2 3,-3 2,-122-26,56 11,-88-6,31 23,-182 11,263 8,0 5,0 4,-54 18,-232 74,279-71,2 5,-80 42,106-36,3 4,2 4,2 4,-40 40,73-61,1 5,3 1,1 3,3 1,2 2,-5 11,-23 30,30-42,2 2,2 0,-8 23,-48 134,77-181,2 1,1 1,1-1,1 1,2 0,1 1,1-1,2 18,3 256,43-11,6-29,-19-71,5 7,-24-54,6 135,6-176,-10-47</inkml:trace>
  <inkml:trace contextRef="#ctx0" brushRef="#br0" timeOffset="-2325.289">5296 657,'1'-13,"-10"-41,7 54,0-1,1 1,-1 0,0-1,1 1,-1 0,0 0,1 0,-1 0,0 0,0 0,1 1,-1-1,1 1,-1-1,0 1,1-1,-1 1,1 0,-1 0,1 0,-1 0,1 0,0 0,0 0,-1 0,1 1,0-1,0 0,0 1,-1 0,-29 25,2 1,0 1,3 2,0 0,-20 36,45-67,-30 61,31-59,-1 0,0 1,1-1,-1 0,1 0,-1 0,1 1,0-1,0 0,0 1,1-1,-1 0,0 0,1 1,-1-1,1 0,0 0,0 0,0 0,0 0,0 0,0 0,1 0,-1 0,0 0,1-1,1 2,6 3,1-1,0 0,0-1,0 0,0-1,1 0,-1-1,1 0,10 1,-2 0,-2 0,0 0,-1 2,1-1,-1 2,-1 0,12 7,-23-11,1 1,-1-1,0 1,0 0,-1 1,1-1,-1 1,1-1,-1 1,0 0,0 0,-1 1,1-1,-1 0,0 1,0 0,-1-1,1 1,-1 0,0 0,0 0,-1 0,1 0,-1-1,0 2,-1 2,0-1,-1 0,1 1,-1-1,-1 0,0 0,0 0,0 0,0-1,-1 1,0-1,-1 0,1 0,-1-1,0 1,-1-1,1 0,-1 0,0-1,-1 0,1 0,0 0,-1-1,0 0,0 0,0-1,0 1,-1-2,1 1,0-1,-1 0,1 0,-1-1,1 0,-1-1,1 0,-1 0,1 0,0-1,0 0,-2-1,7 3,0-1,0 1,1-1,-1 1,1-1,-1 0,0 0,1 0,-1 0,1 0,0 0,-1 0,1 0,0 0,-1-1,1 1,0 0,0-1,0 1,1-1,-1 0,0 1,0-1,1 1,-1-1,1 0,-1 0,1 1,0-1,0 0,0 0,0 1,0-1,0 0,0 0,1 1,-1-1,0 0,1 0,0 1,-1-1,1 1,0-1,0 1,0-1,0 1,0-1,0 1,0 0,1-1,-1 1,1 0,141-60,-100 41,-2-2,0-3,-2 0,-1-3,16-15,-49 40,0-1,-1 0,1 0,-1 0,1 0,-1-1,-1 0,1 0,0 0,-1 0,0 0,-1-1,1 1,-1-1,0 0,0 1,-1-1,1 0,-1-6,-3 9,0 1,0-1,-1 1,1-1,-1 1,1 0,-1 0,0 0,0 0,0 0,0 1,0-1,-1 1,1 0,0 0,-1 0,1 0,0 1,-1-1,1 1,-1 0,1 0,-1 0,1 0,-1 1,1 0,0-1,-1 1,1 0,0 1,0-1,0 0,-1 1,1 0,1 0,-2 0,0 2,0-1,0 1,0-1,1 1,-1 0,1 1,0-1,0 0,1 1,-1 0,1 0,0-1,0 1,1 1,-1-1,1 0,0 0,1 0,-1 1,1-1,0 0,0 3,1 3,0 0,0 0,1 0,0 0,1 0,1 0,-1-1,2 1,-1-1,3 2,-3-4,1 0,1 0,-1-1,1 0,0 0,0-1,1 0,0 0,0 0,1-1,0 0,0 0,0-1,0 0,0 0,1-1,0 0,0-1,-1 0,1 0,1-1,5 0,8-2</inkml:trace>
  <inkml:trace contextRef="#ctx0" brushRef="#br0" timeOffset="-1751.701">5698 912,'-1'0,"1"-1,0 1,0 0,0-1,0 1,0 0,0-1,0 1,0 0,0 0,0-1,1 1,-1 0,0-1,0 1,0 0,0-1,0 1,0 0,1 0,-1-1,0 1,0 0,1 0,-1-1,0 1,0 0,1 0,-1 0,0 0,0-1,1 1,-1 0,0 0,1 0,-1 0,0 0,0 0,1 0,-1 0,0 0,1 0,-1 0,0 0,1 0,-1 0,0 0,1 0,-1 0,0 0,0 0,1 0,-1 1,0-1,1 0,-1 0,0 0,0 1,1-1,-1 0,0 0,0 0,0 1,1-1,-1 0,0 1,0-1,0 0,0 0,13 26,-12-22,23 68,19 40,-43-111,1 0,-1 1,1-1,-1 0,1 0,-1 0,1 1,0-1,0 0,0 0,-1 0,1 0,0-1,0 1,0 0,0 0,1 0,-1-1,0 1,0-1,0 1,1-1,-1 1,0-1,0 0,1 1,-1-1,0 0,1 0,-1 0,0 0,1 0,-1 0,0 0,1-1,-1 1,0 0,0-1,1 1,-1-1,0 0,0 1,0-1,0 0,0 0,0 1,0-1,0 0,0 0,0 0,0 0,0-1,9-13,0-2,-1 0,0 0,-2 0,0-1,-1 0,-1 0,0-1,-2 0,0 1,0-14,-1 10,-2 18,0 18,0-3,0 1,1 0,0 0,1-1,0 1,1-1,0 0,1 0,1 3,-4-11,1 0,-1 1,1-1,0 0,0 0,0 0,0-1,1 1,-1-1,1 1,-1-1,1 0,0 1,0-2,0 1,0 0,0 0,1-1,-1 0,0 0,1 0,-1 0,1 0,-1-1,1 1,-1-1,1 0,-1 0,1 0,-1-1,1 1,1-2,0 1,0 0,-1-1,1 0,-1 0,1-1,-1 1,0-1,0 0,0 0,0 0,-1-1,1 1,-1-1,0 0,0 0,0 0,-1 0,1-1,-1 1,0-1,0 1,-1-1,1-2,15-112,-17 139,4 64,-4-81,1 1,0-1,0 0,0 0,0 0,1 0,-1 0,1 0,0 0,0 0,0-1,0 1,1-1,-1 1,1-1,-1 0,1 0,0 0,0 0,0-1,0 1,0-1,0 1,0-1,2 0,17 3</inkml:trace>
  <inkml:trace contextRef="#ctx0" brushRef="#br0" timeOffset="-757.965">6312 764,'3'-5,"8"14,74 164,-85-172,1 1,-1-1,1 1,0-1,-1 0,1 1,0-1,0 1,-1-1,1 0,0 0,0 0,1 1,-1-1,0 0,0 0,1-1,-1 1,0 0,1 0,-1-1,0 1,1 0,-1-1,1 0,-1 1,1-1,0 0,-1 0,1 0,-1 0,1 0,-1 0,1 0,-1 0,1-1,0 1,-1-1,1 1,4-7,0-1,0 0,0 0,-1 0,-1 0,1-1,-1 0,-1 0,1 0,-2 0,1 0,-1-1,-1 1,1-4,8-117,-10 134,-1 3,1 1,0 0,1 0,0 0,0-1,0 1,1 0,0-1,1 1,0-1,0 0,0 0,1 0,0 0,4 3,2-3,1-1,0 0,1-1,-1 0,1-1,0 0,0-1,0 0,1-1,-1 0,1-1,-1-1,1 0,-1 0,1-1,4-2,-4 3,-1-1,1 0,0 0,-1-1,1-1,-1-1,0 1,0-2,0 0,0 0,-1-1,0 0,0-1,-1-1,0 1,0-1,0-1,2-4,-10 10,0 0,0 0,-1 0,1-1,-1 1,0-1,0 1,0-1,-1 1,1-1,-1 0,1 1,-1-1,-1 0,1 1,0-1,-1 1,0-1,1 0,-2 1,1 0,0-1,-1 1,1 0,-1-1,0 1,0 0,0 0,-1 0,1 1,-1-1,1 1,-1-1,0 1,0 0,-1 0,1-2,-1 2,-1-1,1 0,0 1,-1 0,1 0,-1 0,0 1,1-1,-1 1,0 0,0 1,0-1,0 1,0 0,0 0,0 0,0 1,0 0,0 0,1 0,-1 0,0 1,1 0,-1 0,-3 2,2 1,1 0,0 0,0 0,1 1,0 0,0 0,0 0,0 0,1 0,0 1,1 0,-1-1,1 1,1 0,-1 0,1 0,0 0,1 1,0-1,0 2,0-5,-1 0,2 0,-1 0,0 0,1 0,0 0,0-1,0 1,0 0,1 0,-1-1,1 1,0-1,0 1,0-1,0 0,1 0,-1 0,1 0,0 0,0-1,0 1,0-1,1 0,-1 0,0 0,1 0,0-1,-1 1,1-1,0 0,0 0,0 0,-1-1,1 1,4-1,-3 0,1 0,0-1,-1 0,1 0,-1 0,1-1,-1 0,0 0,1 0,-1-1,0 1,-1-1,1-1,0 1,-1-1,0 1,1-1,-2 0,1-1,0 1,-1-1,0 1,0-1,0 0,-1 0,1 0,-1-1,0 1,-1-1,0 1,1-1,-2 1,1-1,-1 0,0-3,0 16,0 0,0 0,0 0,1 0,0 0,0 0,1 0,0 0,0 0,0-1,1 1,1 1,-2-4,-1-1,2 1,-1 0,0-1,1 1,-1-1,1 0,0 0,0 0,0 0,1 0,-1-1,0 0,1 1,0-1,0 0,-1-1,1 1,0-1,0 0,1 0,-1 0,0 0,0-1,0 1,1-1,-1 0,0-1,0 1,1-1,-1 0,0 0,0 0,0 0,0-1,0 1,-1-1,1 0,0-1,-1 1,4-3,4-8,0-1,0 0,-1-1,-1 0,-1 0,0-1,-1 0,-1-1,0 1,-1-1,-1 0,0-1,0-14,7-30,-3 1,-2-2,-3 1,-3 0,-4-28,3 87,1-4,0-1,0 1,-1-1,0 1,0 0,-1-1,0 1,0 0,-1 0,0 0,0 1,-1-1,0 1,0 0,0 0,-1 0,0 0,0 0,1 5,1 0,-1 1,1-1,-1 1,1 0,-1-1,0 2,1-1,-1 0,1 1,-1-1,0 1,1 0,0 0,-1 1,1-1,0 1,-1 0,1-1,0 1,0 1,1-1,-1 0,0 1,1-1,-1 1,1 0,0 0,0 0,-2 3,-6 10,0 0,1 0,0 1,1 0,1 1,1 0,1 0,0 0,1 1,1 0,1-1,0 1,2 0,0 0,1 0,1 0,1 0,0-1,2 1,0-1,6 15,-2-16,-1 0,2-1,0-1,1 0,0 0,1-1,1 0,0-1,1-1,1 0,-1-1,2-1,0 0,0-1,0 0,1-2,1 0,-1-1,1 0,0-2,7 1,52 11</inkml:trace>
  <inkml:trace contextRef="#ctx0" brushRef="#br0" timeOffset="1565.11">6045 1633,'-7'-3,"0"-1,-1 1,1 0,-1 1,0-1,0 2,0-1,0 1,0 0,0 1,0 0,0 0,0 1,0 0,0 0,0 1,0 0,0 0,1 1,-1 0,1 0,0 1,0 0,0 0,0 1,1-1,-1 2,1-1,1 1,-1 0,1 0,-1 3,0 0,1 0,0 0,1 1,0 0,1 0,0 0,0 0,1 1,1-1,-1 4,2-10,0 1,0-1,0 0,0 0,1 0,-1 1,1-1,0 0,1 0,-1 0,1 0,-1-1,1 1,0 0,1-1,-1 1,1-1,-1 0,1 0,0 0,0 0,0 0,1 0,-1-1,1 0,-1 0,1 0,0 0,2 1,8 0,1-1,0 0,0-1,0-1,0 0,0 0,0-2,0 0,-1-1,1 0,-1-1,1-1,-1 0,-1-1,1-1,-1 0,0 0,1-3,4 1,-1-1,0 0,-1-2,0 0,-1 0,0-2,-1 0,0 0,-2-1,1-1,-2 0,0-1,-1 0,-1-1,-1 0,0 0,3-14,-10 29,0 0,0 0,-1 0,1 0,-1 0,0 0,0 0,0 0,0-1,-1 1,1 0,-1 0,0 0,0 0,0 1,0-1,0 0,-1 0,1 0,-1 1,0-1,0 1,0 0,0-1,0 1,0 0,0 0,-1 0,1 0,-1 1,0-1,1 1,-1-1,0 1,0 0,0 0,0 0,0 1,0-1,0 1,0 0,0-1,0 1,0 0,0 0,1 0,-1 0,0 0,1 1,-1-1,0 1,1-1,-1 1,1 0,-1 0,1 0,0 1,-1-1,1 0,0 1,0-1,0 1,0 0,0 0,0 0,1 0,-1 0,0 0,1 0,0 1,-1-1,1 0,0 1,0-1,1 1,-1-1,0 1,1 0,0-1,-1 1,1-1,0 1,0 0,1-1,-1 1,1 1,-1 4,1 1,0-1,0 0,1 1,1-1,-1 0,1 0,0-1,1 1,0 0,0-1,1 0,0 0,0 0,0-1,1 0,0 0,0 0,1-1,0 0,0 0,0 0,7 2,0 1,1-1,-1-1,2-1,-1 0,1-1,-1 0,1-2,0 0,0 0,0-2,0 0,4 0,-4-3,1 1,-1-2,0 0,0-1,0-1,0 0,-1-1,0-1,-1 0,0-1,0-1,-1 0,0-1,4-4,9-11,-1-2,-1-1,-1 0,-2-2,16-29,-35 56,0 2,0 0,0-1,0 1,0-1,0 1,-1-1,1 0,-1 1,1-1,-1 0,0 0,0 0,-1 0,1 0,-1 0,1 0,-1 0,0 0,0 0,0 0,-1 0,1-1,-1 1,0 0,1 0,-1 1,-1-1,1 0,0 0,-1 0,1 1,-2-3,-3 3,1-1,-1 1,0 1,0-1,1 1,-1 0,0 0,0 0,0 1,0 0,0 0,0 1,0 0,0 0,0 0,0 1,0-1,1 2,-1-1,1 0,-1 1,1 0,0 0,0 1,0 0,1-1,-1 2,1-1,0 0,0 1,0 0,1 0,0 0,0 0,0 0,0 1,1-1,-2 6,1-3,0 0,0 0,1 0,0 1,0-1,1 1,0-1,0 1,1-1,1 7,-1-12,1 0,-1 0,1 0,0 0,0 0,0 0,0 0,0 0,1 0,-1 0,1-1,0 1,0-1,0 1,0-1,0 0,0 1,1-1,-1 0,1-1,0 1,-1 0,1-1,0 0,0 1,0-1,0 0,0-1,0 1,0 0,3-1,-1 1,0-1,1 0,-1 0,1-1,-1 1,0-1,1-1,-1 1,0-1,0 0,0 0,0 0,0 0,-1-1,1 0,-1 0,1-1,-1 1,0-1,1-1,5-6,0 1,-1-2,0 1,-1-1,-1 0,0-1,2-6,-6 58,-4-36,1 0,0 0,0 0,0 0,0 1,0-1,1 0,-1 0,1 0,0 0,0 0,0 0,0 0,1 0,-1-1,1 1,-1 0,1-1,0 1,0-1,0 1,1-1,-1 0,0 0,1 0,-1 0,1-1,0 1,0-1,0 0,-1 1,1-1,0 0,1-1,-1 1,0 0,0-1,0 0,0 0,1 0,2-1,0 0,0 0,0-1,0 0,0 0,0 0,-1-1,0 0,1 0,-1 0,0-1,0 0,-1 1,1-2,-1 1,0-1,0 1,0-1,-1 0,1 0,1-5,3-5,-1-1,0-1,-1 1,0-1,-1 0,2-17,-4 5,-3 23,0 0,1 0,0 0,0 0,0 0,1 0,-1 0,1 0,1 0,-1 0,1 1,0-1,3-2,-1 5,0 1,0 0,0 1,0-1,0 1,0 0,0 0,1 1,-1-1,0 1,0 1,1-1,-1 1,0-1,0 1,0 1,1-1,-1 1,3 1,1 0,206 66,-164-38,-50-30,0-1,0 1,0 0,-1 0,1 0,0 0,0 1,-1-1,1 0,0 0,-1 0,1 1,-1-1,0 0,1 0,-1 1,0-1,0 0,0 1,0-1,0 0,0 1,0-1,0 0,0 1,-1-1,1 0,-1 0,1 1,-1-1,1 0,-1 0,0 0,1 0,-1 0,0 0,0 0,0 0,0 0,0 0,0 0,-1 0,-11 10,-1-1,0-1,-1 0,0-1,0-1,-9 3,1 0,-172 66,139-61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6:20.9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6023 2817,'-9'-1,"-1"1,1 0,0 0,-1 1,1 0,0 1,0 0,0 1,0 0,0 0,1 1,-1 0,1 0,0 1,0 0,1 0,-1 1,1 0,0 0,1 1,0 0,0 0,0 1,1-1,0 1,0 0,1 1,0-1,1 1,0 0,0-1,1 1,0 1,-1 4,3-10,-1-1,0 1,1 0,0-1,0 1,0 0,0 0,1-1,-1 1,1 0,0-1,0 1,0-1,0 1,1-1,0 0,-1 1,1-1,1 0,-1 0,0 0,1 0,-1-1,1 1,0-1,0 1,0-1,0 0,0 0,0-1,1 1,-1-1,0 1,1-1,1 0,5-1,1 0,-1-1,0 0,1-1,-1 0,0 0,0-1,0-1,0 0,0 0,-1-1,0 0,0-1,0 0,-1 0,0-1,0 0,0 0,-1-1,0 1,-1-2,2-2,6-9,0 0,-1-1,-2 0,0-1,-1 0,-1-1,-1 0,-2 0,0-1,3-24,1-33,-4-1,-3-46,-3 99,1 1,-1-1,-1 1,-2-1,-5-26,8 56,-1 0,1 0,0 0,-1 0,1 0,-1 0,1 0,-1 0,1 0,-1 0,1 0,-1 0,0 0,0-1,1 1,-1 0,0-1,0 1,0 0,0-1,0 1,0-1,0 1,0-1,0 0,0 1,0-1,0 0,0 0,0 0,0 0,-1 0,1 0,0 0,0 0,0 0,0 0,0-1,0 1,0 0,0-1,0 1,0-1,0 1,0-1,0 1,0-1,0 0,1 1,-1-1,0 0,0 0,1 0,-1 0,1 0,-1 0,0 1,1-1,0 0,-1-1,1 1,0 0,-1 0,1 0,0 0,0 0,0-1,-20 40,1 0,3 1,1 1,2 1,1 0,0 11,4-27,1 0,1 0,1 1,2 0,0 0,2 1,0-1,2 0,1 1,1-1,1 0,2-1,0 1,2-1,-3-15,1-1,0 0,0-1,1 1,0-1,0-1,1 1,0-1,0 0,1-1,0 0,0-1,0 0,1 0,-1-1,1 0,0 0,1-1,-1-1,1 0,-1 0,1-1,-1 0,1-1,0 0,-1-1,10-1,-8 1,-1-1,1 0,-1-1,1 0,-1-1,0 0,0-1,-1 0,1-1,-1 0,0 0,-1-1,0 0,0-1,0 0,-1-1,0 1,-1-2,0 1,0-1,-1 0,0 0,-1-1,0 1,0-4,-1 3,-1 0,-1 0,0 0,-1-1,0 1,0-1,-1 1,-1 0,0-1,-1 1,0 0,0 0,-4-8,6 18,0 0,0 0,0 0,0 0,0 0,0 0,-1 0,1 0,0 0,-1 0,1 0,-1 0,1 0,-1 0,0 0,1 1,-1-1,0 0,1 0,-1 1,0-1,0 0,0 1,0-1,0 1,0-1,0 1,0-1,0 1,0 0,0-1,0 1,0 0,0 0,0 0,0 0,0 0,0 0,0 0,0 0,0 0,0 0,0 1,0-1,0 0,0 1,0-1,0 1,0-1,0 1,0 0,0 0,-6 8,1 1,0 0,0 0,1 1,0 0,1 0,1 0,0 0,0 1,1-1,0 1,1-1,0 7,0-10,0-1,0 0,1 1,0-1,0 0,1 1,0-1,0 0,1 0,0 0,0 0,1 0,-1 0,2 0,-1-1,1 1,0-1,0 0,0 0,1-1,0 1,0-1,1 0,-1 0,1-1,0 0,0 0,4 2,2-4,-1 0,1-1,0 0,-1-1,1 0,0-1,-1-1,1 1,0-2,-1 1,0-2,0 0,0 0,0-1,0 0,-1-1,0 0,0 0,-1-1,0-1,0 1,0-1,-1-1,4-5,2-3,-4 3</inkml:trace>
  <inkml:trace contextRef="#ctx0" brushRef="#br0" timeOffset="-5411.49">2774 156,'-1'33,"1"0,2-1,1 1,1-1,2 1,1-1,2-1,1 1,9 18,222 595,-173-471,-13-33,97 268,-150-400,5 10,-1 1,-1 0,-1 1,0-1,-1 19,-4-15</inkml:trace>
  <inkml:trace contextRef="#ctx0" brushRef="#br0" timeOffset="-4686.867">2815 89,'-30'154,"-36"304,58-406,2-61,-8-111,5-1,6 1,12-118,-3 108,-6 130,1 0,-1 0,0 1,1-1,-1 0,0 0,1 0,-1 0,1 0,-1 0,0 1,1-1,-1 0,1 0,-1 0,0 0,1 0,-1 0,1 0,-1-1,0 1,1 0,-1 0,0 0,1 0,-1 0,0-1,1 1,-1 0,0 0,1 0,-1-1,0 1,1 0,-1-1,0 1,0 0,1-1,-1 1,0 0,0-1,0 1,0 0,0-1,1 1,-1 0,0-1,0 1,0-1,0 1,0 0,0-1,0 1,0-1,0 1,0 0,0-1,-1 1,1 0,0-1,0 1,0-1,0 1,-1 0,1-1,0 1,0 0,-1 0,1-1,0 1,15 26,-14-25,7 16,1-1,1-1,0 0,1 0,1-1,0 0,1-1,0 0,1-1,1-1,0 0,0-1,8 3,63 28,-61-31,0 2,-1 0,0 2,-1 1,5 5,-24-18,0 1,-1 0,0 0,1 0,-1 0,0 0,-1 1,1-1,0 1,-1 0,0 0,0 0,0 0,-1 0,1 0,-1 0,0 1,0-1,0 0,-1 1,1-1,-1 1,0-1,-1 1,1-1,-1 0,0 1,0-1,0 0,-2 4,-6 4,-1 1,-1-1,0-1,-1 0,0-1,0 0,-1-1,-1-1,1 0,-1 0,-1-1,1-1,-1-1,0 0,-1 0,-5-1,-187 50,144-20,42-16</inkml:trace>
  <inkml:trace contextRef="#ctx0" brushRef="#br0" timeOffset="-3343.926">1250 2536,'1'24,"-2"-40,0 11,0 0,0 1,0-1,0 0,-1 0,0 0,0 1,0-1,0 1,-1 0,0-1,0 1,0 1,0-1,-1 0,0 1,1-1,-1 1,0 0,-1 1,1-1,0 1,-1-1,1 1,-1 1,0-1,0 1,0 0,0 0,1 0,-1 0,-1 1,1 0,0 0,0 0,0 1,0 0,1 0,-1 0,0 1,0-1,0 1,1 0,-2 1,-1 2,0 0,0 0,0 1,0 0,1 0,0 1,1 0,-1 0,1 0,0 1,1 0,0-1,0 2,1-1,0 0,-1 5,-1 6,1 0,0 0,1 0,1 1,1 0,1-1,0 1,0-10,1 1,-1-1,2 0,-1 0,1 0,1 0,0 0,0-1,1 1,0-1,1 0,0 0,0 0,1-1,0 0,0 0,1 0,0-1,1 0,0 0,0-1,0 0,0-1,4 2,-1-2,0-1,-1-1,2 0,-1 0,0-1,0-1,1 0,-1 0,1-1,-1-1,1 1,-1-2,1 0,-1 0,0-1,0-1,0 0,-1 0,7-4,9-6,0-1,-1-2,-1 0,0-2,-1 0,18-21,-42 40,1 1,0 0,0-1,0 1,0 0,0-1,0 1,1 0,-1-1,0 1,0 0,0-1,1 1,-1-1,0 1,1 0,-1-1,0 1,1-1,-1 1,1-1,-1 1,1-1,-1 0,1 1,-1-1,1 1,-1-1,1 0,-1 1,1-1,0 0,-1 0,1 0,0 0,-1 1,1-1,0 0,-1 0,1 0,0 0,-1 0,1 0,0-1,-1 1,1 0,-1 0,1 0,0-1,-1 1,1 0,-1-1,1 1,0 0,-1-1,1 1,-1-1,1 1,-1-1,0 1,1-1,-1 1,0-1,1 1,-1-1,0 0,4 11,-1 0,1 0,0 0,1-1,0 1,1-1,0-1,0 1,1-1,0 0,0 0,1-1,0 0,0-1,1 1,0-2,0 1,0-1,0-1,1 1,0-2,0 1,0-1,1-1,-1 0,0 0,1-1,0-1,-1 0,1 0,4-1,-11 0,-1 1,1-1,0 0,0 0,-1 0,1 0,-1-1,1 0,-1 0,0 1,1-2,-1 1,0 0,0-1,-1 1,1-1,0 0,-1 0,0 0,0 0,0-1,0 1,0 0,0-1,-1 1,0-1,0 0,0 1,0-1,0 0,-1 0,0 0,0 1,0-1,0 0,0 0,-1 0,0 1,0-2,0-6,-2 0,1 0,-1 0,-1 0,0 1,-1-1,0 1,0 0,-1 1,0-1,-1 1,-4-5,7 10,0 0,0 0,0 0,0 0,-1 1,1 0,-1-1,0 2,0-1,0 1,0-1,0 1,0 1,-1-1,1 1,-1 0,1 0,-1 1,1-1,-1 1,0 1,1-1,-1 1,1 0,-1 0,0 1,0 0,0 0,0 1,0 0,0 1,1-1,-1 1,1 0,0 0,0 1,1-1,-1 1,1 0,0 0,0 1,1-1,0 1,0 0,0 0,0 0,1 0,0 0,0 1,1-1,0 1,0-1,0 5,2-8,0 1,-1-1,1 0,0 0,1 0,-1 0,0 0,1 0,0-1,-1 1,1 0,1-1,-1 1,0-1,0 0,1 0,-1 0,1 0,0 0,-1 0,1-1,0 1,0-1,0 0,0 0,1 0,1 0,30 8</inkml:trace>
  <inkml:trace contextRef="#ctx0" brushRef="#br0" timeOffset="-2704.306">1999 2669,'14'45,"60"179,-33-174,-40-49,0 0,0 0,1 0,-1-1,0 1,1 0,-1-1,1 1,-1-1,1 1,-1-1,1 0,-1 0,1 1,-1-1,1 0,-1 0,1-1,-1 1,1 0,-1 0,1-1,-1 1,1-1,-1 1,1-1,-1 0,0 1,1-1,-1 0,0 0,0 0,0 0,1 0,-1 0,0 0,-1-1,1 1,1-1,3-10,1 0,-1 0,-1-1,0 1,-1-1,0 0,-1 0,0 0,-1-1,-1 1,0 0,-1-7,1 10,-1-30,3 54,0 0,1 0,0-1,1 1,1-1,0 1,1-1,0-1,3 4,-7-12,0 0,0 0,1 0,-1 0,1-1,0 1,0-1,1 0,-1 1,1-1,-1-1,1 1,0 0,0-1,0 0,0 0,1 0,-1-1,1 1,-1-1,1 0,-1 0,1-1,-1 1,1-1,0 0,-1 0,1-1,0 1,-1-1,1 0,-1 0,1-1,3-4,1 0,-2 0,1 0,-1-1,0-1,-1 1,1-1,-2 0,1 0,-1-1,0 0,-1 0,0 0,0 0,-1-1,0 1,-1-1,0 0,0-2,11-72,-28 118,11-27,1 1,0 0,1 0,0 0,0 0,1 0,0 1,0-1,1 0,0 0,0 1,1-1,0 0,1 0,0 0,0 0,1 0,0 0,0 0,1-1,-1 1,2-1,-1 0,1-1,0 1,1-1,3 3,6-1,2 0,-1-2,1 0,0-1,0-1,1 0,-1-1,1-1,-1-1,1-1,0 0,0-1,7-2,24-1</inkml:trace>
  <inkml:trace contextRef="#ctx0" brushRef="#br0" timeOffset="-1107.034">2975 2950,'3'-8,"0"0,0 0,-1-1,-1 1,1-1,-1 1,-1-1,0 1,0-1,0 0,-1 1,-1-1,1 1,-1 0,-1-1,1 1,-1 0,-1 0,0 1,-3-7,4 12,0 0,1-1,-1 1,0 1,0-1,0 0,-1 1,1-1,0 1,-1 0,1 0,0 0,-1 1,1-1,-1 1,0 0,1 0,-1 0,1 0,-1 1,1-1,-1 1,1 0,0 0,-1 0,1 1,-3 0,-80 56,24 19,60-73,-1 0,1 0,0 0,0 1,1-1,-1 0,1 1,0-1,0 1,0-1,1 1,0 0,0-1,0 1,0-1,1 1,0 0,0-1,0 1,0 0,1-2,0 1,1-1,-1 0,0 0,1-1,0 1,0 0,0-1,0 1,0-1,0 0,1 0,-1 0,0-1,1 1,0-1,-1 0,1 0,0 0,0 0,-1-1,2 0,86-2,-84 1,1-1,-1 0,0 0,0 0,1-1,-1 0,-1 0,1-1,0 0,-1 0,0 0,0-1,0 0,-1 0,1-1,-1 1,0-1,-1 0,0-1,0 1,0-1,-1 0,1 0,-2 0,1 0,-1 0,0-1,-1 1,1-8,-1 13,0-5,-1 1,1 0,-1-1,0 1,0 0,-1-1,0 1,0 0,-1-1,1 1,-3-5,-6 36,9-19,0 1,1-1,-1 1,1-1,1 1,-1-1,1 1,0-1,1 0,0 0,0 1,0-1,0 0,1-1,0 1,0 0,1-1,0 0,0 1,0-2,0 1,1 0,0-1,0 0,0 0,0 0,1-1,-1 0,1 0,0 0,0-1,0 1,0-1,0-1,1 1,-1-1,3 0,-5-2,-1 1,1-1,-1 0,1 0,-1-1,0 1,1-1,-1 1,0-1,0 0,0 0,0 0,-1-1,1 1,0-1,-1 1,0-1,0 0,0 0,0 0,0 0,0-1,-1 1,1 0,-1-1,1-2,18-95,-20 99,3-37,5 78,-7-27,-1 5,1 0,0-1,2 1,0 0,1-1,0 1,2-1,0 0,0-1,5 6,-10-18,1-1,0 1,0-1,-1 0,2 0,-1 1,0-2,0 1,0 0,1 0,-1-1,1 1,0-1,-1 0,1 0,0 0,0 0,0 0,0 0,-1-1,1 0,0 1,0-1,0 0,0-1,0 1,0 0,0-1,0 0,0 1,-1-1,1 0,0-1,0 1,-1 0,1-1,-1 1,1-1,-1 0,0 0,0 0,0 0,0 0,1-2,6-7,-1 0,0-1,0 0,-2-1,1 0,-2 0,0 0,0 0,-1-1,-1 0,0 0,-1 0,0 0,-1 0,-1-1,-1 1,1 29,-2-7,2 1,-1-1,1 1,0-1,1 1,0-1,0 1,1-1,0 0,0 0,1 0,0 0,1 0,0 0,1 1,5-1,2 0,-1-1,1 0,0-1,0 0,1-1,-1 0,1-1,0 0,1-1,-1-1,1 0,-1-1,1 0,-1-1,11-1,-20 1,69 1,-1-3,0-3,50-11,-112 14,-1 1,0 0,-1 0,1-1,0-1,-1 0,1 0,-1 0,0-1,0 0,3-3,-10 7,-1-1,1 0,0 1,-1-1,1 0,0 1,-1-1,1 0,-1 0,1 0,-1 1,0-1,1 0,-1 0,0 0,0 0,1 0,-1 0,0 0,0 0,0 1,0-1,0 0,0 0,0 0,0 0,-1 0,1 0,0 0,-1 0,1 0,0 1,-1-1,1 0,-1 0,1 0,-1 1,0-1,1 0,-1 1,0-1,1 0,-1 1,0-1,0 1,-39-26,27 19,-1 1,0 0,0 0,-1 2,0 0,1 1,-1 0,-1 1,1 0,-13 2,24 1,0 0,0 0,0 1,1 0,-1-1,1 1,-1 1,1-1,-1 0,1 1,0 0,0 0,1 0,-1 0,0 0,1 0,0 1,0-1,0 1,0 0,0-1,1 1,0 0,0 0,0 0,0 0,1 0,-1 0,1 0,0 0,0 1,0-1,1 0,0 0,-1 0,2 0,-1 0,0-1,1 1,-1 0,1 0,0-1,0 1,1-1,-1 0,1 0,0 0,-1 0,1 0,1 0,-1-1,0 1,1-1,-1 0,1 0,-1 0,1-1,0 1,0-1,0 0,4 1,4-5,0 1,0-2,0 0,0 0,-1-1,0 0,0-1,0 0,0-1,-1 0,0-1,-1 0,0 0,0-1,-1 0,0-1,0 0,-1 0,-1-1,1 1,-2-2,10-18,-1-2,-2 0,-1-1,-1 0,-3 0,0-1,-2 0,-2-1,0 1,-3 0,-2-21,2 29,-2-1,0 0,-2 1,0 0,-8-22,12 49,0 0,-1 0,1 0,-1 0,1 0,-1 0,1 0,-1 0,1 0,-1 0,0 0,0-1,1 1,-1 0,0 0,0-1,0 1,0 0,0-1,0 1,0-1,0 0,0 1,0-1,0 0,0 1,0-1,0 0,0 0,0 0,0 0,-1 0,1 0,0 0,0-1,0 1,0 0,0-1,0 1,0 0,0-1,0 1,0-1,0 0,0 1,0-1,1 0,-1 1,0-1,0 0,1 0,-1 0,0 0,1 0,-1 0,1 1,-1-1,1-1,0 1,-1 0,1 0,0 0,0 0,-1 0,1 0,0 0,0 0,0 0,1 0,-1-1,-17 35,2 1,2 0,1 1,2 0,1 1,1 0,2 4,-19 154,25-177,0 0,0 0,2-1,0 1,0-1,2 1,0-1,1 0,1 0,5 9,-7-17,1 0,1-1,-1 0,1 0,1 0,-1-1,1 0,0 0,0-1,1 0,0 0,-1-1,2 1,-1-2,0 1,1-1,0-1,0 0,8 2,-10-3,-1 0,1-1,0 1,0-1,0-1,-1 1,1-1,0 0,-1-1,1 1,-1-1,1-1,-1 1,0-1,0 0,0 0,0-1,0 0,-1 0,0 0,0-1,0 0,0 0,-1 0,0 0,3-5,-6 8,1 0,-1 0,1-1,-1 1,0 0,0 0,0-1,0 1,-1-1,1 1,-1-1,1 1,-1-1,0 0,0 1,0-1,0 1,-1-1,-6 15,6-9,0 0,0 0,1 1,-1-1,1 0,-1 1,1-1,0 1,1-1,-1 0,1 1,-1-1,1 0,0 0,0 1,0-1,1 0,-1 0,1 0,0 0,-1 0,1-1,1 1,-1-1,0 1,1-1,-1 0,1 1,-1-1,1-1,0 1,0 0,0-1,1 1,1 1,0 0,1-1,-1 0,1 0,-1 0,1-1,0 1,-1-1,1-1,0 1,0-1,0 0,0 0,-1-1,1 0,0 0,0 0,-1 0,1-1,-1 0,1 0,-1-1,0 0,0 0,0 0,0 0,-1-1,1 0,-1 1,0-2,0 1,0 0,-1-1,1 0,-1 0,0 0,0 0,-1 0,0-1,1-1,-2 3,0 0,-1-1,1 1,-1 0,0 0,0-1,0 1,-1 0,1-1,-1 1,0 0,0 0,-1 0,1 0,-1 0,0 0,0 0,0 1,0-1,-1 1,0-1,1 1,-1 0,0 0,-1 0,1 0,0 1,-1-1,0 1,1 0,-1 0,-2 0,-1-1,0 0,0 0,0 1,0 1,0-1,0 1,0 0,-1 1,1 0,0 0,0 0,-1 1,1 0,0 0,0 1,0 0,0 0,-6 4,7-3,0 1,1 0,-1 0,1 1,0-1,0 1,1 0,-1 0,1 1,0 0,1-1,-1 1,1 0,0 1,1-1,0 0,0 1,0-1,1 1,-1 2,1-5,1 0,0 0,-1 0,1 0,1 1,-1-1,1 0,-1 0,1 0,0 0,1 0,-1 0,1 0,-1-1,1 1,0 0,1-1,-1 1,1-1,-1 0,1 0,0 0,0 0,0-1,1 1,-1-1,0 0,1 1,0-2,0 1,-1 0,1-1,2 1,68 1,-39-10</inkml:trace>
  <inkml:trace contextRef="#ctx0" brushRef="#br0" timeOffset="-811.305">4712 2549,'-14'-17,"9"9,-1 0,0 1,-1 0,1 1,-1-1,-1 1,1 0,-1 1,0 0,-8-4,15 9,-1-1,1 1,-1 0,1 0,0-1,-1 1,1 0,-1 0,1 1,-1-1,1 0,0 0,-1 1,1-1,0 1,-1-1,1 1,0-1,-1 1,1 0,0 0,0-1,0 1,0 0,0 0,0 0,0 0,0 1,0-1,0 0,1 0,-1 0,0 1,1-1,-1 0,1 1,0-1,-1 1,1-1,0 0,0 1,-8 61,8-63,3 40,2-1,1 0,2-1,2 0,1 0,2-1,1 0,3-1,2 1,-17-30,0 0,1-1,0 1,0-1,0 0,1 0,0 0,0-1,1 1,0-1,-1 0,2 0,-1-1,1 1,-1-1,1 0,0-1,1 0,-1 0,0 0,4 1,12-3,0 0,1-1,-1-1,0-1,0-1,0-1,0 0,9-5,-17 5,53-12</inkml:trace>
  <inkml:trace contextRef="#ctx0" brushRef="#br0" timeOffset="1130.241">969 4300,'0'0,"-1"0,0 0,0-1,1 1,-1 0,0-1,1 1,-1 0,1-1,-1 1,0-1,1 1,-1-1,1 1,-1-1,1 0,0 1,-1-1,1 0,-1 1,1-1,0 0,0 1,-1-1,1 0,0 1,0-1,0 0,0 0,0 1,0-1,0 0,0 0,0 1,0-1,0 0,1 0,-1 1,0-1,0 0,1 0,0-13,2-1,0 0,0 1,1 0,1 0,1 0,0 0,0 1,1 0,1 0,0 1,1 0,0 1,1 0,0 0,1 1,3-2,-11 8,-1 2,1-1,0 0,0 0,1 1,-1-1,0 1,1 0,-1 0,1 1,0-1,0 1,-1 0,1-1,0 2,0-1,0 0,0 1,0 0,0 0,0 0,0 0,0 1,0-1,0 1,0 0,0 1,0-1,0 1,-1-1,1 1,-1 0,1 0,0 1,4 9,-1 1,0 0,-1 0,0 0,-1 1,-1 0,0 0,-1 0,0 0,-2 0,1 1,-2-1,0 1,1-13,-1 1,0-1,0 0,0 0,0 0,0 0,-1 0,1 0,-1 0,1 0,-1 0,0 0,0-1,0 1,0 0,0 0,0 0,0-1,0 1,-1-1,1 1,-1-1,1 0,-1 1,0-1,1 0,-1 0,0 0,0 0,0 0,0-1,0 1,0 0,0-1,0 0,0 1,0-1,0 0,0 0,0 0,0 0,-10 1,-1 0,0-1,1-1,-1 0,1 0,-1-2,1 1,-4-2,17 4,-1 0,1 0,-1 0,0 0,1 0,-1 0,1 0,-1 0,1 0,-1 0,1 0,-1 0,1 0,-1 0,1-1,-1 1,0 0,1 0,-1 0,1-1,-1 1,0 0,1 0,-1-1,1 1,-1 0,0-1,0 1,1-1,-1 1,0 0,0-1,1 1,-1-1,0 1,0 0,0-1,0 1,0-1,1 1,-1-1,0 1,0-1,0 1,0-1,0 1,-1-1,1 1,0-1,0 1,0 0,0-1,0 1,-1-1,1 1,0-1,0 1,-1 0,1-1,0 1,-1 0,1-1,0 1,-1 0,1-1,0 1,-1 0,1 0,21-8</inkml:trace>
  <inkml:trace contextRef="#ctx0" brushRef="#br0" timeOffset="2048.328">1678 4033,'-11'-5,"-1"0,1 1,-1 0,0 0,0 1,0 1,-1 0,1 1,0 0,-1 1,1 0,-6 2,12-2,-1 1,1 1,-1-1,1 1,0 0,0 1,0-1,0 1,1 1,-1-1,1 1,-1 0,1 0,0 0,1 1,-1-1,1 1,0 0,0 1,1-1,-1 1,1 0,0-1,0 2,2-3,-1-1,0 0,1 1,0-1,0 1,0-1,0 1,1 0,-1 0,1-1,0 1,0 0,0-1,0 1,1 0,0 0,-1-1,1 1,1-1,-1 1,0-1,1 1,0-1,0 0,0 0,0 0,0 0,1 0,-1 0,1-1,0 1,0-1,0 0,0 0,0 0,0 0,0 0,1-1,1 2,5-1,-1 1,1-1,-1 0,1-1,-1 0,1-1,0 0,0 0,-1-1,1 0,-1-1,1 0,-1 0,1-1,-1-1,0 1,0-1,-1-1,1 0,-1 0,3-3,12-9,0-1,-2-1,0-1,-1-1,-1-1,11-17,-5 7,-2-2,-1-1,-2-1,-1 0,-2-2,-1 0,-2 0,-2-2,-2 1,6-42,-19-19,3 95,-1 1,0-1,0 1,-1 0,1 0,-1-1,0 1,0 0,0 1,-1-1,1 0,-1 1,0-1,0 1,0 0,0 0,-1 0,0 0,1 1,-1-1,-1 1,3 1,0 0,0 0,0 0,0 1,0-1,0 1,0 0,0-1,0 1,0 0,-1 0,1 1,0-1,0 0,0 1,0-1,0 1,0-1,0 1,0 0,0 0,0 0,0 0,0 0,1 1,-1-1,0 0,1 1,-1 0,1-1,0 1,-2 1,-25 65,25-32,2 0,1 0,2 0,2 0,0-1,3 0,1 0,2 0,10 26,0 7,47 194,-67-261,-1 1,1-1,0 0,0 0,1 1,-1-1,0 0,0 0,1 1,-1-1,0 0,1 0,-1 1,1-1,0 0,-1 0,1 0,0 0,0 0,-1 0,1 0,0 0,0-1,0 1,0 0,0 0,1-1,-1 1,0-1,0 1,0-1,0 1,1-1,-1 0,0 1,0-1,1 0,-1 0,0 0,1 0,-1 0,0 0,0-1,1 1,-1 0,1-1,5-4,-1-1,0 0,0 0,0-1,-1 1,1-1,-2-1,1 1,0-3,8-10,94-138,-75 130,-31 27,0 1,-1-1,1 1,0 0,0-1,-1 1,1 0,0-1,0 1,0 0,-1 0,1 0,0 0,0 0,0 0,0 0,-1 0,1 0,0 0,0 0,0 1,-1-1,1 0,0 1,0-1,0 0,-1 1,1-1,0 1,-1-1,1 1,0-1,-1 1,1 0,-1-1,1 1,-1 0,1-1,-1 1,0 0,1 0,-1-1,0 1,1 0,-1 1,3 10,0 0,-1 0,-1 1,0-1,0 1,-1-1,-2 7,2 15,13 72,-12-103,0 0,0 0,0 0,1 0,-1 0,1 0,0 0,0 0,0-1,0 1,0-1,1 1,-1-1,1 0,0 0,-1 0,1 0,0 0,0-1,0 0,0 1,0-1,1 0,-1 0,0-1,0 1,1-1,-1 1,4-1,3-2,1 0,-1-1,1 0,-1-1,0 0,0-1,0 0,-1 0,0-1,0 0,0-1,-1 0,0 0,0-1,-1 0,0 0,0-1,-1 0,0 0,0 0,-1-1,-1 0,1 0,-2 0,1 0,1-11,0 5,2 44,-6-13,-2-3,1-1,1 0,0 0,0 0,1 0,1 0,-1 0,2-1,0 1,0-1,1 0,0 0,0 0,1-1,1 0,-1 0,5 3,3-3</inkml:trace>
  <inkml:trace contextRef="#ctx0" brushRef="#br0" timeOffset="2310.211">2547 3753,'23'2,"14"3,10 3,-3 1</inkml:trace>
  <inkml:trace contextRef="#ctx0" brushRef="#br0" timeOffset="4176.614">2894 3939,'27'149,"11"41,-5-128,-32-60,0-1,0 1,1-1,-1 0,0 1,1-1,-1 0,1 0,0 0,-1 0,1 0,0-1,0 1,0 0,-1-1,1 1,0-1,0 0,0 1,0-1,0 0,0 0,0 0,0-1,-1 1,1 0,0-1,0 1,0-1,0 0,-1 1,1-1,0 0,1-1,8-7,0 0,-1 0,0-1,0-1,-1 1,-1-1,0-1,0 0,-1 0,4-12,23-33,-33 58,-1-1,0 1,0-1,0 1,0-1,1 1,-1-1,0 1,1-1,-1 0,0 1,1-1,-1 1,1-1,-1 0,0 1,1-1,-1 0,1 0,-1 1,1-1,-1 0,1 0,-1 0,1 1,-1-1,1 0,0 0,-1 0,1 0,-1 0,1 0,-1 0,1 0,-1 0,1 0,-1-1,1 1,-1 0,1 0,-1 0,1-1,-1 1,1 0,-1-1,1 1,-1 0,1-1,-1 1,0-1,1 1,-1 0,0-1,1 1,-1-1,0 1,0-1,0 1,1-1,-1 1,0-1,0 1,0-1,0 1,0-1,0 0,0 1,0-1,0 0,4 45,-4-39,13 100,-12-102,-1 0,1-1,1 1,-1 0,0 0,1-1,-1 1,1-1,0 1,-1-1,1 0,1 1,-1-1,0 0,0 0,1-1,-1 1,1 0,0-1,-1 0,1 1,0-1,0 0,0-1,0 1,0 0,0-1,0 0,0 1,0-1,0 0,0-1,2 1,8-5,0 1,0-2,-1 0,0 0,0-1,0-1,-1 0,0 0,0-1,-1-1,0 0,-1 0,0-1,0-1,-5 8,60-66,-63 70,-1 0,0-1,0 1,1 0,-1-1,0 1,1 0,-1-1,0 1,1 0,-1 0,1 0,-1-1,0 1,1 0,-1 0,1 0,-1 0,0 0,1 0,-1 0,1 0,-1 0,1 0,-1 0,0 0,1 0,-1 0,1 0,-1 0,0 0,1 1,-1-1,1 0,-1 0,0 0,1 1,-1-1,0 0,1 0,-1 1,0-1,1 0,-1 1,0-1,0 0,0 1,1-1,-1 1,0-1,0 0,0 1,0-1,0 1,1-1,-1 1,0-1,0 0,0 1,0-1,0 1,-1 31,0-28,1-2,-1 119,1-116,1 1,1-1,-1 0,1 0,0 0,0 0,0 0,1 0,-1 0,1-1,0 0,1 1,-1-1,1 0,0-1,0 1,0-1,0 1,1-1,-1 0,4 1,-5-2,0 0,0-1,0 1,0 0,0-1,1 0,-1 0,0 0,1 0,-1 0,1-1,-1 0,1 1,-1-1,1-1,0 1,-1 0,1-1,-1 0,0 0,1 0,-1 0,0 0,1-1,-1 1,0-1,0 0,0 0,0 0,-1 0,1-1,-1 1,1-1,-1 1,0-1,0 0,0 0,0 0,0-1,29-129,-24 83,54-258,32-66,-72 310,-17 67,-8 125,-23 358,22-389,5-97,1 1,-1 0,1-1,-1 1,1-1,-1 1,1 0,-1-1,1 0,-1 1,1-1,0 1,-1-1,1 0,0 1,-1-1,1 0,0 0,-1 1,1-1,0 0,0 0,-1 0,1 0,0 0,0 0,-1 0,1 0,0 0,0 0,-1-1,1 1,0 0,-1 0,1-1,0 1,-1 0,1-1,0 1,-1-1,1 1,-1-1,1 1,-1-1,1 1,-1-1,1 0,2-1,9-4,1 0,0 0,0 1,0 1,1 0,0 1,4 0,-14 2,0 1,-1 0,1 0,0 0,0 0,-1 0,1 1,0 0,0 0,-1 0,1 0,-1 0,1 1,-1 0,1-1,-1 1,0 1,0-1,0 0,0 1,0-1,-1 1,1 0,-1 0,0 0,0 0,0 0,0 1,1 1,-2 0,1 0,-1 0,0 0,0 0,0 0,-1 1,0-1,0 0,0 0,-1 0,1 1,-1-1,-1 0,1 0,-1 0,1 0,-1-1,-1 1,1 0,-1-1,0 1,0-1,0 0,0 0,-1 0,0-1,0 1,0-1,0 0,0 0,-1 0,1 0,-1-1,0 0,1 0,-1 0,0-1,0 1,-5-1,-13 5,1 0,-1-2,1-1,-1-1,0-1,0-1,-2-1,-4-7,29 7,-1 1,1-1,0 1,0-1,0 0,-1 1,1-1,0 0,0 1,0-1,0 1,0-1,0 0,1 1,-1-1,0 1,0-1,0 0,0 1,1-1,-1 1,0-1,1 1,-1-1,0 1,1-1,-1 1,1-1,-1 1,0-1,1 1,-1 0,1-1,0 1,-1 0,1-1,-1 1,1 0,-1 0,1 0,0 0,-1-1,1 1,-1 0,1 0,0 0,23-10,0 0,1 1,1 2,-1 1,1 0,12 1,-2-2,65-9,106-26,-205 43,-1-1,1 0,-1 0,0 0,1 0,-1-1,1 1,-1 0,0 0,1-1,-1 1,0-1,0 1,1-1,-1 0,0 0,0 1,0-1,0 0,0 0,0 0,0 0,0 0,0 0,0 0,0-1,-1 1,1 0,0 0,-1-1,1 1,-1 0,0-1,1 1,-1 0,0-1,0 1,0 0,0-1,0 1,0-1,0 1,0 0,-1-1,1 1,-1 0,1-1,-1 1,1 0,-1-1,0 0,-7-4,0-1,0 1,0 1,-1 0,0 0,0 0,0 1,0 1,-1-1,0 2,1-1,-1 1,0 1,0 0,0 0,0 1,-5 0,10 1,1 0,0 0,-1 1,1-1,0 1,0 0,0 0,0 0,0 0,0 1,1 0,-1 0,1 0,0 0,0 0,0 0,0 1,0 0,1 0,0-1,0 1,0 0,0 1,0-1,0 2,-2 8,-1 1,2 0,0 0,0 1,2-1,0 12,0-24,0 1,1-1,0 1,-1 0,1-1,1 1,-1-1,0 1,1-1,0 1,0-1,0 1,0-1,1 0,-1 1,1-1,0 0,0 0,0 0,0 0,0-1,1 1,-1-1,1 1,0-1,-1 0,1 0,0 0,0 0,1 0,-1-1,0 0,1 1,-1-1,0 0,1-1,1 1,4-2,-1-1,1 0,0-1,-1 0,1 0,-1 0,0-1,0-1,-1 1,1-1,-1-1,0 1,0-1,-1-1,1 1,-1-1,-1 0,1 0,-1-1,-1 1,1-1,-2 0,1 0,-1-1,3-7,2-43,-13 129,14 36,-9-102,1 0,0 0,0 0,0-1,1 1,-1 0,1-1,0 1,0-1,0 0,1 0,-1 0,1 0,0 0,-1 0,1 0,0-1,1 0,-1 1,0-1,1 0,-1-1,1 1,0-1,1 1,-3-2,-1 1,1-1,0 0,0 0,0 0,0 0,-1 0,1-1,0 1,0 0,-1-1,1 0,0 1,0-1,-1 0,1 0,-1 0,1 0,-1 0,1 0,-1 0,0 0,1-1,-1 1,0 0,0-1,0 1,0-1,0 0,0 1,-1-1,1 0,0 1,-1-1,13-63,-13-127,0 190,0 1,1-1,-1 0,0 1,1-1,0 0,-1 1,1-1,0 0,0 1,0-1,0 1,0-1,0 1,0 0,0 0,0-1,1 1,-1 0,1 0,-1 0,1 0,-1 0,1 1,-1-1,1 0,0 1,-1-1,1 1,0 0,0-1,-1 1,1 0,0 0,0 0,65 8,-60-7,110 37,-112-36,0 1,0 0,0 0,-1 0,1 0,-1 1,0 0,0 0,0 0,-1 0,1 1,-1-1,0 1,0 0,-1 0,1 0,-1 0,0 0,0 1,0 2,-1 2,-1 0,0 0,0 0,-1-1,0 1,-1 0,0 0,-1-1,-1 5,-7 34,10-47,1 0,0 1,-1-1,1 0,0 0,0 1,0-1,0 0,0 1,0-1,0 0,0 0,1 1,-1-1,0 0,1 0,-1 1,1-1,0 0,-1 0,1 0,0 0,-1 0,1 0,0 0,0 0,0 0,0 0,0-1,0 1,0 0,0-1,0 1,1 0,-1-1,0 1,0-1,0 0,1 1,-1-1,0 0,0 0,1 0,-1 0,0 0,1 0,-1 0,19-2,0-1,0 0,-1-2,1 0,-1-1,-1-1,1 0,-1-2,0 0,-1-1,-5 5,-1 0,-1 0,1-1,-1 0,0-1,0 0,-1-1,0 0,0 0,-1-1,0 0,0 0,-1-1,-1 0,0 0,0-1,0 0,-2 0,1 0,1-8,-6 17,1 0,-1-1,1 1,-1 0,0-1,0 1,0-1,0 1,0 0,-1-1,1 1,-1 0,1-1,-1 1,0 0,0 0,0 0,0-1,-1 1,1 0,0 0,-1 1,1-1,-1 0,0 0,0 1,0-1,1 1,-1 0,-1-1,1 1,0 0,0 0,0 0,-1 1,1-1,0 0,-1 1,1-1,0 1,-1 0,1 0,0 0,-1 0,1 1,-1-1,1 0,0 1,-1 0,1-1,0 1,0 0,0 0,-1 0,1 1,-1 0,-5 6,1 1,0 0,1 0,0 0,0 1,1 0,1 0,-1 0,2 0,-1 1,1 0,1-1,0 1,1 0,0 0,0 0,1 6,0-11,0 0,0 0,1 0,-1 1,2-1,-1 0,0 0,1 0,0-1,1 1,-1 0,1-1,0 1,1-1,-1 0,1 0,0 0,0-1,0 1,1-1,0 0,0-1,0 1,0-1,0 0,1 0,-1 0,2 0,23 6,1-2,0 0,0-3,0 0,0-2,0-1,1-2,-1 0,17-5,44-2</inkml:trace>
  <inkml:trace contextRef="#ctx0" brushRef="#br0" timeOffset="5464.196">6197 4060,'0'89,"0"140,-19 112,17-309,-1-1,-1 1,-2-1,-1 1,-2-2,-1 1,-1-1,-2-1,0 0,-8 8,20-34,1-1,-1 0,0 0,0-1,-1 1,1 0,0 0,-1 0,1-1,-1 1,1-1,-1 1,0-1,1 0,-1 1,0-1,0 0,0 0,0-1,0 1,0 0,0-1,-1 1,1-1,0 1,0-1,0 0,0 0,-1 0,1 0,0 0,0-1,0 1,0-1,-1 0,1 1,-1-4,0-1,1 1,-1 0,1-1,0 0,0 1,0-1,1 0,-1 0,1 0,0 0,1 0,-1-2,-4-63,3 1,2 0,4-1,3 1,2 1,4 0,14-41,-23 89,4-18,2 1,1 0,1 0,3 1,11-20,21 8,-45 47,-1 0,1 0,0 1,0-1,0 1,-1-1,1 1,0 0,0 0,0-1,0 1,0 1,0-1,-1 0,1 0,0 1,0-1,0 1,-1-1,1 1,0 0,0 0,-1 0,1 0,-1 0,1 0,-1 0,1 0,-1 1,0-1,0 1,1-1,-1 1,0 0,3 4,-1 0,1 0,-2 1,1 0,0-1,-1 1,-1 0,1 0,-1 0,0 1,-1-1,1 0,-1 0,-1 0,0 0,0 0,0 0,0 0,-1 0,-1 0,1 0,-1 0,0-1,-1 0,1 1,-1-1,0-1,-1 1,1-1,-1 1,0-1,-1-1,1 1,-1-1,0 0,0 0,0 0,-1-1,1 0,-1 0,-5 1,-59 3,71-7,-1 0,1 0,-1-1,1 1,-1 0,1-1,0 1,-1 0,1-1,-1 1,1-1,0 1,-1-1,1 1,0-1,0 1,-1-1,1 1,0-1,0 1,0-1,-1 1,1-1,0 1,0-1,0 0,0 1,0-1,0 1,0-1,1 1,-1-1,0 0,0 1,0-1,0 1,1-1,-1 1,0-1,1 1,-1-1,0 1,1 0,-1-1,0 1,1-1,-1 1,1 0,-1-1,1 1,-1 0,1-1,-1 1,1 0,-1 0,1 0,-1 0,1-1,-1 1,1 0,0 0,-1 0,1 0,-1 0,1 0,-1 0,1 0,0 1,-1-1,191-54,-120 38,-44 10,5-1,0 0,-1-2,0-2,-1-1,0-1,0-1,0-3,-27 16,-1 0,0 0,0 0,0 0,0 0,0 0,0-1,0 1,0-1,-1 1,1-1,0 0,-1 1,0-1,1 0,-1 0,0 0,0 0,0-1,0 1,0 0,-1 0,1 0,-1-1,1 1,-1 0,0-1,0 1,0 0,0-1,0 1,0 0,-1-1,1 1,-1 0,0-1,0 1,1 0,-1 0,-7-1,1-1,0 2,-1-1,1 1,-1 0,0 1,0 0,0 0,0 0,0 1,1 1,-1-1,0 1,0 0,-7 3,7-3,-1 0,1 1,0 0,0 0,0 1,1 0,-1 1,1-1,0 1,0 1,0-1,0 1,1 1,-1-1,1 1,1 0,-1 0,1 1,0-1,1 1,0 1,0-1,0 0,1 1,0 0,0 0,1 0,0 0,1 0,-1 6,2-10,0 0,1 0,-1-1,1 1,0 0,0 0,0-1,1 1,0-1,-1 1,1-1,0 1,0-1,1 0,-1 0,1 0,0-1,-1 1,1 0,0-1,1 0,-1 0,0 0,1 0,-1 0,1-1,-1 1,1-1,3 1,0 0,1-1,-1 0,0 0,1 0,0-1,-1 0,1 0,-1-1,1 0,-1 0,0-1,1 0,-1 0,0-1,1 0,2-3,-1 0,1-1,-1 0,0 0,-1-1,0 0,0-1,-1 0,0 0,0-1,-1 1,0-2,-1 1,0-1,-5 11,0 0,1 0,-1 0,0 0,0 0,1 0,-1 0,0 0,0 0,0 0,1 0,-1 0,0 0,0 0,0 0,1 0,-1 0,0 0,0 0,1 0,-1 0,0 0,0 0,0-1,1 1,-1 0,0 0,0 0,0 0,0 0,0-1,1 1,-1 0,0 0,-3 29,2-23,0-5,-2 22,1 0,0 0,2 0,0 0,4 18,-4-36,1-1,0 1,0-1,0 0,1 1,-1-1,1 0,0 0,0 0,0 0,1 0,0 0,-1-1,1 1,0-1,1 0,-1 0,1 0,-1 0,1-1,0 1,0-1,0 0,0 0,0 0,0-1,1 1,-1-1,1 0,-1-1,1 1,2-1,0 1,1-1,-1-1,1 1,-1-1,1-1,-1 1,0-1,0-1,0 1,0-1,0 0,0-1,-1 0,1 0,-1 0,0-1,-1 0,1 0,-1 0,0-1,3-2,1-6,1 1,-2-1,0 0,-1-1,0 1,-1-2,0 1,-2-1,2-6,-3 6,-3 11,1 1,-1-1,1 0,0 1,0 0,0-1,1 1,-1 0,1 0,0-1,1 1,-1 1,1-1,-1 0,1 1,0-1,1 1,-1 0,1 3,0 1,0-1,0 1,0 0,-1 1,1-1,0 0,-1 1,1 0,-1 0,0 0,0 1,0-1,0 1,0-1,0 1,0 0,-1 0,0 0,1 1,0 2,1-2,13 16,-1 1,-1 0,0 1,-2 1,-1 0,-1 1,0 1,-10-23,0 0,0 0,0 0,-1 1,1-1,0 0,-1 1,0-1,1 0,-1 1,0-1,0 1,0-1,-1 0,1 1,0-1,-1 0,0 1,0-1,1 0,-1 0,-1 1,1-1,0 0,0 0,-1 0,1 0,-1-1,0 1,1 0,-1-1,0 1,0-1,0 0,0 1,0-1,0 0,-1 0,1 0,0-1,-1 1,-15 3,-1-1,1-2,-1 1,0-2,1-1,-6-1,6 2,2-1</inkml:trace>
  <inkml:trace contextRef="#ctx0" brushRef="#br0" timeOffset="21354.09">997 7950,'-11'27,"8"304,-24 188,24-482,0-36</inkml:trace>
  <inkml:trace contextRef="#ctx0" brushRef="#br0" timeOffset="25348.958">1010 8512,'-35'1,"54"6,47-3,1-4,0-2,19-5,102-4,166 35,-58-1,526-22,-728 12,41-4,-81-3,-48-9</inkml:trace>
  <inkml:trace contextRef="#ctx0" brushRef="#br0" timeOffset="25631.045">3203 8098,'2'11,"3"13,3 12,0 13,1 14,-1 14,-1 13,-3 9,-2 4,0 0,-2-4,0-7,-1-11,-1-14,-2-13,-1-17,-1-15</inkml:trace>
  <inkml:trace contextRef="#ctx0" brushRef="#br0" timeOffset="25968.937">2787 8338,'9'12,"10"7,9 6,6 3,4 4,0 2,-3 4,-7 1,-7 1,-7-2,-14 0,-12 0,-19 0,-20 1,-21 0,-24 1,5-7</inkml:trace>
  <inkml:trace contextRef="#ctx0" brushRef="#br0" timeOffset="26869.235">1370 8311,'-146'61,"-143"52,339-101,-31-9,1 1,-1 2,-1-1,1 2,-1 1,0 0,-1 1,0 1,0 0,-1 2,0 0,-1 0,-1 2,0 0,4 6,5 8,-19-21,0 0,1 0,0 0,1-1,-1 0,1 0,0 0,1-1,0 0,-1 0,1-1,1 0,-1 0,1 0,0-1,-1 0,2-1,-7-2,1 0,0 0,0 0,-1 0,1-1,0 0,0 1,-1-1,1 0,-1 0,1 0,-1-1,1 1,-1-1,0 1,1-1,-1 0,0 0,0 0,0 0,-1 0,1 0,0 0,-1-1,1 1,-1-1,1 0,22-75,-21 62,0 0,-1 0,-1 0,-1 0,0 0,-1-1,-1 1,0 0,-1 1,-1-1,0 0,-2 1,1 0,-2 0,0 1,-4-7,-2 7</inkml:trace>
  <inkml:trace contextRef="#ctx0" brushRef="#br0" timeOffset="27163.451">1866 7777,'0'16,"0"16,0 15,-3 10,-2 5,-1-2,-2-4,1-6,2-11,1-9,-1-9,1-11,1-8</inkml:trace>
  <inkml:trace contextRef="#ctx0" brushRef="#br0" timeOffset="27442.5">1745 7723,'0'-4,"-1"1,0-1,1 1,0-1,0 0,0 0,0 1,0-1,1 1,0-1,-1 0,1 1,1-1,-1 1,0 0,1-1,0 1,0 0,0 0,0 0,0 0,1 0,-1 1,1-1,0 1,0-1,0 1,0 0,0 0,0 0,0 1,1-1,0 1,6-2,0 0,0 1,0 1,0 0,0 0,1 1,-1 0,0 1,0 0,1 0,-1 1,0 1,0-1,-1 2,1-1,-1 2,1-1,-1 1,0 1,-6-4,-1 0,0 0,0 0,0 0,0 1,0-1,-1 0,1 1,-1 0,1-1,-1 1,0 0,0 0,0-1,0 1,-1 0,1 0,-1 0,0 0,0 0,0 0,0 0,0 0,-1 0,1 0,-1 0,0 0,0 0,0-1,0 1,0 0,-1-1,1 1,-1-1,0 1,0-1,0 0,0 0,0 1,0-1,0-1,-1 1,0 0,-97 62,46-35,30-6,22-14</inkml:trace>
  <inkml:trace contextRef="#ctx0" brushRef="#br0" timeOffset="27711.407">2039 8057,'10'-18,"4"-10,3-8,0-2,0 0,-3 6,-4 9,-6 16,-6 19,-2 18,-1 15,0 9,2 7,5 5,7-3,2-11</inkml:trace>
  <inkml:trace contextRef="#ctx0" brushRef="#br0" timeOffset="31851.745">3309 8592,'82'0,"520"14,-468-5,1-7,124-13,-57-1,87 11,-11 0,153-40,-94 15,-212 40,-70-15,66 7,-111-2,-18-2,-18-3,19-2,0-1,1 0,-1 0,1-1,0 0,0 0,1-1,0 1,-1-1,2-1,-1 1,1 0,0-1,0 0,1 0,0 0,0-3,-19-29,-6 5,32 48,9-2,0 0,1-1,0 0,0-1,2-1,-1 0,1-1,0-1,16 6,-9-3,107 56,-128-65,0 0,0 0,0 0,0 1,0-1,0 1,-1-1,1 1,-1 0,1-1,-1 1,0 0,1 0,-1 0,0 0,0 0,0 0,-1 0,1 0,-1 1,1-1,-1 0,1 0,-1 1,0-1,0 0,0 0,-1 1,1-1,0 0,-1 0,1 1,-1-1,0 0,0 0,0 0,0 0,0 0,-1 2,-6 3,1 1,-1-1,0-1,-1 1,1-1,-1-1,-1 1,1-2,-1 1,-6 1,-195 64,95-41</inkml:trace>
  <inkml:trace contextRef="#ctx0" brushRef="#br0" timeOffset="32894.454">3643 8498,'-18'-5,"-129"47,143-42,0 1,0 0,0 0,0 0,0 1,0-1,0 1,1 0,-1 0,1 0,-1 1,1-1,0 1,0 0,0 0,0 0,1 0,-1 0,1 0,0 1,0-1,0 1,0 0,1 0,-1 0,1-1,0 1,0 1,0-1,1 0,0 0,-1 0,1 0,1 0,-1 0,1 0,-1 0,1 0,0 0,1 0,-1 0,1 0,1 3,7 3,1-1,0 0,0-1,1 0,0 0,1-2,-1 1,1-1,0-1,1-1,-1 0,6 1,-16-4,44 14,1-2,0-1,37 2,-83-14,-1 1,0-1,0 1,1-1,-1 0,0 1,0-1,0 0,0 0,0 0,0 0,0 0,0 0,0 0,1 0,-1 0,0 0,0-1,0 1,0 0,0-1,0 1,0-1,0 1,0-1,0 1,0-1,0 0,-1 0,1 1,0-1,0 0,-1 0,1 0,0 0,-1 0,1 0,-1 0,1 0,-1 0,0 0,-3-10,-2 0,1 0,-1 1,-1 0,0 0,0 0,-1 1,-7-7,6 6,-129-158,133 164,2 3,1 0,0-1,-1 1,1 0,0-1,0 1,-1-1,1 1,0-1,1 1,-1-1,0 0,0 1,1-1,-1 0,1 0,-1 1,1-1,0 0,0 0,-1 0,2 0,-1 1,0-1,0 0,0 0,1 0,-1 0,1 0,15-9,5 2</inkml:trace>
  <inkml:trace contextRef="#ctx0" brushRef="#br0" timeOffset="33203.489">4486 7950,'7'-2,"-1"4,0 8,-4 11,-5 12,-1 9,-1 7,1 3,1 1,2-3,0-5,-2-7,-1-9,-1-9,-2-12,-1-15,2-5</inkml:trace>
  <inkml:trace contextRef="#ctx0" brushRef="#br0" timeOffset="33471.422">4379 7924,'-46'-89,"46"86,1 0,0 0,0 0,0 0,1 0,-1 0,1 0,-1 0,1 0,0 1,0-1,0 1,1-1,-1 1,1 0,-1 0,1 0,-1 0,1 1,0-1,0 1,0-1,0 1,0 0,0 0,0 0,1 1,-1-1,0 1,0 0,1 0,-1 0,1 0,12-4,0 1,0 1,0 0,1 1,-1 1,0 1,0 0,1 1,-1 0,0 2,-1 0,1 0,-1 2,3 1,-15-6,0 0,0 1,0 0,-1-1,1 1,0 0,-1 1,0-1,1 0,-1 1,0-1,0 1,0 0,0-1,-1 1,1 0,-1 0,0 0,0 0,0 1,0-1,0 0,-1 0,1 0,-1 1,0-1,0 0,0 1,-1-1,1 0,-1 0,0 1,1-1,-1 0,-1 0,1 0,0 0,-1 0,0 0,0 1,-9 10,-1-1,0 0,0 0,-2-2,1 1,-1-2,-1 0,-9 5,-43 32,54-33,6-4</inkml:trace>
  <inkml:trace contextRef="#ctx0" brushRef="#br0" timeOffset="33810.873">4686 8124,'4'-4,"0"1,0-1,0 1,1 0,0 0,-1 0,1 0,0 1,0 0,0 0,0 1,1-1,-1 1,0 0,1 0,-1 1,1 0,-1 0,4 0,-6 2,-1 0,0 0,0 1,0-1,0 0,0 1,0-1,-1 1,1 0,-1 0,0-1,0 1,0 0,0 0,0 0,-1 0,1 0,-1 0,0 0,0 0,0 1,0-1,-1 0,1 0,-1 0,0 0,0 0,0-1,0 1,0 0,-1 0,1-1,-2 2,-5 12,-1 0,0-1,-2-1,0 1,0-2,-1 1,-1-2,-11 9,-22 25,45-46,0 0,0 1,1-1,-1 0,0 1,0-1,1 1,-1-1,0 1,1 0,-1-1,0 1,1 0,-1-1,1 1,-1 0,1 0,0-1,-1 1,1 0,0 0,-1 0,1 0,0-1,0 1,0 0,0 0,0 0,0 0,0 0,0 0,0-1,0 1,0 0,1 0,-1 0,0 0,0-1,1 1,-1 0,1 0,-1-1,1 1,-1 0,1 0,-1-1,1 1,0-1,-1 1,1-1,0 1,0-1,-1 1,1-1,0 1,0-1,0 0,-1 0,1 1,1-1,19 3,1-1,-1-1,1-1,-1-1,1 0,-1-2,13-3,-4 2,116-20,-86 12</inkml:trace>
  <inkml:trace contextRef="#ctx0" brushRef="#br0" timeOffset="9182.974">475 6894,'2'3,"6"2,8 3,10 0,12-1,11-2,9-1,6 0,3-1,-3 0,-8 2,-8-1,-11-1,-11 2,-11 0</inkml:trace>
  <inkml:trace contextRef="#ctx0" brushRef="#br0" timeOffset="13403.6">1036 6212,'16'-205,"-11"180,1 19,-2 19,6 199,-10-170,-28 640,13-972,-8 73,7-184,18 112,-3 288,1 1,0 0,0-1,-1 1,1-1,0 1,0 0,0-1,0 1,-1 0,1-1,0 1,0-1,0 1,0-1,0 1,0 0,0-1,0 1,0-1,1 1,-1 0,0-1,0 1,0-1,0 1,0 0,1-1,-1 1,0 0,0-1,1 1,-1 0,0-1,1 1,-1 0,0 0,1-1,-1 1,0 0,1 0,-1 0,0 0,1-1,-1 1,1 0,-1 0,0 0,1 0,-1 0,1 0,-1 0,0 0,1 0,-1 0,1 0,-1 0,0 0,1 0,-1 1,1-1,-1 0,19 23,-15-17,6 8,0 0,0 0,1-1,1-1,1 0,-1-1,2 0,-1-1,2 0,-1-1,11 4,5-2,0-1,1-2,0-1,0-2,1-1,-1-1,13-1,57 6,-99-8,-1 0,1 0,-1 0,1 0,-1 0,1 0,0 1,-1-1,1 1,-1-1,1 1,-1-1,1 1,-1 0,0-1,1 1,-1 0,0 0,0 0,0 0,1 1,-1-1,0 0,0 0,-1 1,1-1,0 0,0 1,-1-1,1 1,0-1,-1 1,0-1,1 1,-1-1,0 1,0-1,0 1,0 0,0-1,0 2,-8 290,-31 196,39-474,0 1,0 0,2-1,0 1,1-1,0 0,1 0,1 0,3 6,-7-20,0 1,0-1,0 0,0 0,0 0,0 1,1-1,-1 0,0-1,1 1,-1 0,1 0,-1-1,1 1,-1 0,1-1,0 0,-1 1,1-1,-1 0,1 0,0 0,-1 0,1 0,0 0,-1 0,1-1,0 1,-1-1,1 1,-1-1,1 1,-1-1,1 0,-1 0,0 0,1 0,-1 0,0 0,0 0,1 0,0-1,21-10,-4 8,0 1,1 1,-1 1,1 0,0 2,-1 0,1 1,-1 1,0 1,0 0,0 2,0 0,5 4,106 23,-47-24,1-4,48-4,59 2,387 61,-383-29,-174-29,-19-4,0-1,0 0,0 0,0 0,0 0,0 0,0-1,0 1,0-1,0 1,0-1,0 0,0 1,1-1,-1 0,0-1,0 1,0 0,0-1,0 1,0-1,1 1,-1-1,0 0,-1 0,1 0,0 0,0 0,0-1,-1 1,1 0,0-1,-1 1,1-1,-1 0,1-1,2-7,-2-1,1 1,-1-1,-1 0,0 1,0-1,-1 0,-1-4,1-6,-2-221,-30-222,23 396,-3 0,-2 0,-6-4,-4 20,24 51,0 1,-1-1,1 1,0 0,-1-1,1 1,-1 0,1-1,0 1,-1 0,1 0,-1 0,1-1,-1 1,1 0,-1 0,1 0,-1 0,1 0,0 0,-1 0,1 0,-1 0,1 0,-1 0,1 0,-1 0,1 0,-1 0,1 0,-1 0,1 1,-1-1,1 0,0 0,-1 1,1-1,-1 0,1 1,0-1,-1 0,1 1,0-1,-1 1,1-1,0 0,0 1,-1-1,1 1,0-1,0 1,0-1,0 1,0-1,0 1,-1-1,1 1,0-1,0 1,1-1,-1 0,0 1,0-1,0 1,-5 33,5-30,1-1,-1 1,1 0,-1-1,1 1,0-1,1 1,-1-1,0 1,1-1,0 0,0 0,0 1,0-1,0-1,1 1,-1 0,1-1,0 1,0-1,0 0,0 0,0 0,0 0,1 0,-1-1,0 0,1 1,0-1,0 0,115 18,-115-19,264 4,-266-4,1-1,-1 1,0-1,1 1,-1-1,0 1,1 0,-1 0,0 0,1 0,-1 0,1 1,-1-1,0 1,0-1,1 1,-1 0,0 0,0 0,0 0,0 0,0 1,0-1,0 1,0-1,0 1,-1-1,1 1,-1 0,1 0,-1 0,0 0,0 0,0 0,0 0,0 1,0-1,0 0,-1 1,1-1,-1 129,65 147,-62-226,-3 0,-1 0,-3 0,-11 49,5-23,9-75,-2 12,1 0,1 0,0 0,0 0,2 0,0-1,0 1,1 0,1 0,1-1,2 6,-3-17,-1-1,1-1,0 1,0 0,0-1,1 1,-1-1,0 0,0 0,1 0,-1-1,0 1,1-1,-1 0,1 0,-1 0,1 0,-1 0,0-1,1 1,-1-1,0 0,1 0,-1-1,0 1,0-1,0 1,0-1,0 0,0 0,1-2,9-2,30-6,0 1,1 2,0 2,0 1,1 3,0 2,-1 1,18 5,33-4,45 0,464 12,285 62,-735-60,148 24,-302-39,0 0,0-1,0 1,-1 0,1 0,0-1,0 1,0 0,0-1,0 1,0 0,-1 0,1-1,0 1,0 0,0-1,0 1,0 0,0-1,0 1,0 0,0-1,1 1,-1 0,0-1,0 1,0 0,0-1,0 1,0 0,1 0,-1-1,0 1,0 0,0 0,1-1,-1 1,0 0,0 0,1 0,-1-1,0 1,1 0,-1 0,0 0,0 0,1 0,-10-12,-6-19,1-1,1-1,2 0,1 0,-4-34,12 62,-21-132,5-1,6-1,6-85,0 26,5 191,1-13,-1-1,-1 1,0-1,-2 1,0 0,-2 0,-4-11,10 31,-1 0,1 1,0-1,0 1,-1-1,1 0,0 1,-1-1,1 0,0 1,-1-1,1 0,0 0,-1 1,1-1,-1 0,1 0,-1 0,1 1,0-1,-1 0,1 0,-1 0,1 0,-1 0,1 0,-1 0,1 0,-1 0,1 0,-1 0,1 0,0-1,-1 1,1 0,-1 0,1 0,-1-1,1 1,0 0,-1 0,1-1,0 1,-1 0,1-1,0 1,-1 0,1-1,0 1,0-1,-1 1,1 0,0-1,0 1,0-1,0 1,-1-1,1 1,0 0,0-1,0 1,0-1,0 1,0-1,0 1,0-1,0 1,1-1,-1 1,0-1,-4 37,6-29,0-1,0 1,0-1,0 0,1 0,0 0,1 0,-1 0,1-1,0 0,0 1,1-1,0-1,0 1,0-1,0 0,1 0,-1 0,1-1,0 0,0 0,0 0,1-1,2 1,15 4,1-2,0 0,0-1,1-2,19 0,222-3,-261 1,-5 0,0-1,-1 1,1-1,0 1,0-1,0 1,0 0,0-1,0 1,1 0,-1 0,0 0,0 0,0 0,0 0,0 0,0 0,0 0,0 0,0 1,0-1,0 0,0 1,0-1,0 1,0-1,0 1,0 0,-1-1,1 1,0 0,0-1,-1 1,1 0,0 0,-1 0,1 0,-1 0,1 0,-1 0,1 0,-1 0,0 0,1 0,-1 0,0 0,0 0,0 0,0 0,0 0,0 0,0 0,0 0,0 0,-1 0,-6 16,1-1,0 1,2 0,-1 0,2 0,1 1,0-1,1 1,0-1,2 10,18 116,-9-77,-3 1,-1 66,-30 220,24-350,1 0,-1 1,0-1,1 0,0 0,0 0,0-1,0 1,0 0,1 0,-1 0,1-1,0 1,0-1,0 1,0-1,0 0,0 0,0 0,1 0,-1 0,1-1,0 1,-1-1,1 1,0-1,0 0,0 0,0 0,0 0,0-1,0 0,0 1,0-1,0 0,0 0,2-1,149-31,-92 26,0 2,0 4,0 2,11 3,13 1,62 3,-1 6,117 30,-38-2,121 5,-230-33,-116-15,0 0,0 0,0 0,0 0,0 0,0 0,1-1,-1 1,0 0,0 0,0-1,0 1,0-1,0 1,0-1,0 1,0-1,-1 0,1 1,0-1,0 0,0 0,-1 0,1 1,0-1,-1 0,1 0,-1 0,1 0,-1 0,1 0,-1 0,0 0,0-1,1 1,-1 0,0 0,0 0,0 0,0 0,0-1,-9-49,7 43,-14-59,4-2,2 1,3-2,3-11,1-564,3 642,0-31,-2 0,-1 1,-1 0,-2 0,-1 0,-2 0,-6-13,7 31,25 36,-4-13,1 0,0-1,0 0,0-1,1 0,0-2,14 4,3 1,71 20,114 42,-212-69,1 0,0 0,-1 0,0 1,1 0,-1 0,0 0,0 1,-1-1,1 1,-1 0,0 1,0-1,0 1,-1-1,1 1,-1 0,0 1,-1-1,1 0,-1 1,0 0,1 3,-5 23,0 0,-2 0,-1 0,-2-1,-1 0,-1-1,-6 13,-24 88,26-69,3 1,3 0,3 0,2 0,3 0,5 27,-6-82,-1 1,2 0,-1 0,2-1,-1 1,1-1,0 1,1-1,0 0,0 1,0-2,1 1,1 0,-1-1,1 0,1 0,-1 0,1 0,0-1,1 0,-1-1,1 1,0-1,4 2,14-1,1-1,-1-2,1 0,-1-2,1 0,13-3,1 2,176 2,178 27,-382-28,-20-4,-12-1</inkml:trace>
  <inkml:trace contextRef="#ctx0" brushRef="#br0" timeOffset="14632.512">930 6159,'-2'15,"0"1,-2-1,1 0,-2 0,0 0,-1-1,0 1,-1-1,-7 9,8-11,-18 31,13-26,2 0,0 1,1 0,0 1,2 0,-3 9,9-26,-1-1,1 0,0 1,0-1,0 0,-1 0,1 1,0-1,1 0,-1 1,0-1,0 0,0 1,1-1,-1 0,1 0,-1 1,1-1,0 0,-1 0,1 0,0 0,0 0,0 0,-1 0,1 0,0 0,0 0,1 0,-1 0,0-1,0 1,0-1,0 1,1-1,-1 1,0-1,0 1,1-1,-1 0,0 0,1 0,-1 0,0 0,1 0,-1 0,0 0,1 0,-1-1,0 1,0-1,1 1,-1-1,0 1,0-1,0 0,1 1,50-20,52-10,101 30,-204 0,0 1,0-1,-1 0,1 0,0 1,0-1,0 0,0 0,0 0,0 0,0 0,0 0,0 0,0 0,0 0,0 0,-1-1,1 1,0 0,0-1,0 1,0-1,0 1,-1-1,1 1,0-1,0 1,-1-1,1 0,0 1,-1-1,1 0,-1 0,1 1,-1-1,1 0,-1 0,0 0,1 0,-1 0,0 0,0 1,0-1,1 0,-1 0,0 0,0 0,0 0,0 0,-1 0,1 0,0 0,0 0,-91-121,27 5,-24-31,88 148,-1-1,0-1,1 1,-1 0,0-1,0 1,0 0,0 0,-1 0,1 0,0 0,0 0,-1 0,1 0,0 0,-1 1,1-1,-1 1,1-1,-1 1,1-1,-1 1,1 0,-2 0,1 3</inkml:trace>
  <inkml:trace contextRef="#ctx0" brushRef="#br0" timeOffset="15924.344">3376 6413,'-16'35,"-138"183,153-217,0-1,1 0,-1 1,1-1,-1 1,0-1,1 1,-1-1,1 1,0-1,-1 1,1 0,-1-1,1 1,0 0,-1-1,1 1,0 0,0-1,0 1,0 0,-1 0,1-1,0 1,0 0,0 0,0-1,1 1,-1 0,0 0,0-1,0 1,1 0,-1-1,0 1,1 0,-1-1,0 1,1-1,-1 1,1 0,-1-1,1 1,-1-1,1 1,-1-1,1 0,0 1,-1-1,1 1,0-1,-1 0,1 0,0 1,-1-1,1 0,0 0,0 0,-1 0,2 0,99 2,-94-1,23 6,0-2,1-1,0-1,24-2,-54-1,0 1,0-1,1 0,-1 0,0 0,0 0,1 0,-1-1,0 1,0 0,0 0,1-1,-1 1,0-1,0 1,0-1,0 1,0-1,0 0,0 0,0 1,0-1,0 0,0 0,-1 0,1 0,0 0,0 0,-1 0,1 0,-1 0,1-1,-1 1,0 0,1 0,-1 0,0 0,0-1,0 1,0 0,0 0,0-1,0 1,0 0,0 0,0-1,-1 1,1 0,-1 0,1 0,-1 0,1 0,-56-116,-5-30,55 137</inkml:trace>
  <inkml:trace contextRef="#ctx0" brushRef="#br0" timeOffset="17255.084">6450 6506,'1'0,"-1"0,0-1,0 1,0 0,0 0,0-1,0 1,0 0,0-1,0 1,0 0,0 0,-1-1,1 1,0 0,0 0,0-1,0 1,0 0,0 0,-1-1,1 1,0 0,0 0,0-1,-1 1,1 0,0 0,0 0,-1 0,1 0,0-1,0 1,-1 0,1 0,0 0,0 0,-1 0,1 0,0 0,-1 0,1 0,0 0,0 0,-1 0,1 0,0 0,-1 0,1 0,0 0,0 0,-1 0,1 1,0-1,0 0,-1 0,1 0,0 0,0 1,0-1,-1 0,1 0,0 0,0 1,0-1,0 0,-1 0,1 1,0-1,0 0,-17 17,-136 167,152-183,0-1,0 0,1 0,-1 0,0 1,1-1,-1 0,0 0,1 1,-1-1,1 0,-1 1,1-1,-1 0,0 1,1-1,0 1,-1-1,1 1,-1-1,1 1,0 0,-1-1,1 1,0-1,-1 1,1 0,0-1,0 1,0 0,0-1,-1 1,1 0,0-1,0 1,0 0,1-1,-1 1,0 0,0-1,0 1,0 0,1-1,-1 1,0-1,0 1,1 0,-1-1,1 1,-1-1,0 1,1-1,-1 1,1-1,-1 1,1-1,0 0,-1 1,114 4,-74 1,86 8,-125-14,0 1,0-1,0 0,0 0,0 0,0 0,-1 0,1 0,0 0,0 0,0 0,0 0,0 0,0-1,0 1,-1 0,1-1,0 1,0-1,0 1,-1-1,1 1,0-1,0 1,-1-1,1 0,-1 1,1-1,0 0,-1 1,1-1,-1 0,0 0,1 0,-1 0,0 1,1-1,-1 0,0 0,0 0,0 0,0 0,0 0,0 0,0 0,0 1,0-1,0 0,0 0,-1 0,1 0,0 0,-1 0,1 1,-1-1,1 0,-1 0,1 1,-1-1,1 0,-1 0,0 1,1-1,-1 1,0-1,1 1,-1-1,0 1,0-1,0 1,-55-66,42 51,0 1,1-2,1 0,1 0,0-1,1 0,1-1,1 0,-3-8,14-9,3 29</inkml:trace>
  <inkml:trace contextRef="#ctx0" brushRef="#br0" timeOffset="18903.409">8723 6440,'7'22,"-12"0,-2 1,-1-1,0-1,-2 0,0 0,-12 16,-22 50,43-87,1 1,-1-1,1 1,-1 0,1-1,-1 1,1 0,-1-1,1 1,0 0,-1-1,1 1,0 0,0 0,0-1,-1 1,1 0,0 0,0-1,0 1,0 0,0 0,0 0,1-1,-1 1,0 0,0 0,1-1,-1 1,0 0,1-1,-1 1,0 0,1-1,-1 1,1 0,-1-1,1 1,-1-1,1 1,0-1,-1 1,1-1,0 0,-1 1,1-1,0 0,-1 1,1-1,0 0,0 0,0 0,-1 0,1 1,0-1,0 0,-1 0,1-1,0 1,0 0,-1 0,1 0,0 0,0-1,-1 1,1 0,0-1,0 1,145-51,-123 50,1 1,-1 1,0 2,0 0,12 4,5 0,36 5,-76-13,1 1,0-1,-1 0,1 1,-1-1,0 0,1 0,-1 0,0 1,1-1,-1 0,0 0,0 0,0 0,0 0,0 1,0-1,0 0,0 0,0 0,0 0,0 0,-1 1,1-1,0 0,-1 0,1 0,0 1,-1-1,1 0,-1 0,1 1,-1-1,1 0,-1 1,0-1,1 1,-1-1,0 1,0-1,1 1,-1-1,0 1,0 0,1 0,-1-1,-1-1,-9-11,-55-85,59 81,0 0,-1 0,0 1,-1 0,-1 0,-1 1,0 1,-1 0,0 0,-1 1,-9-6,21 18,0 0,0 1,0-1,0 1,0-1,0 1,0 0,0-1,0 1,0 0,0 0,0 0,0 0,0 0,0 0,0 0,0 0,0 0,0 0,0 1,0-1,0 0,0 1,0-1,0 0,0 1,0 0,0-1,0 1,1-1,-1 1,0 0,0 0,1-1,-1 1,0 0,1 0,-1 0,1 0,-1 0,1 0,0 0,-1 0,1 0,0 0,0 0,-1 0,1 0,0 0,0 0,0 0,0 0,1 1,-2-1,-3 15,-1-1,-1 0,0-1,-1 1,-1-1,0-1,-1 1,0-1,-1-1,0 0,-11 9,45-66,3-9,-26 48,-7 13,-8 16,-43 68,23-40</inkml:trace>
  <inkml:trace contextRef="#ctx0" brushRef="#br0" timeOffset="30110.034">3362 6413,'-28'53,"-70"111,90-149,14-13,139-143,-128 130,-17 11,-1 0,1 0,0 0,0 1,0-1,0 0,0 0,0 0,0 0,0 1,0-1,0 0,0 0,0 0,0 1,0-1,0 0,0 0,1 0,-1 1,0-1,0 0,0 0,0 0,0 0,0 1,0-1,1 0,-1 0,0 0,0 0,0 0,0 0,0 1,1-1,-1 0,0 0,0 0,0 0,1 0,-1 0,0 0,0 0,0 0,1 0,-1 0,0 0,0 0,0 0,0 0,1 0,-1 0,0 0,0 0,0 0,1 0,-1 0,-9 17,-92 140,148-214,-19 24,-69 56,22 0,49-39,-24 13,0-2,0 1,-1-1,1 0,-1 0,0 0,-1-1,1 0,-1 0,0 0,-1 0,1-1,-1 1,-1-1,1 0,-1 0,0 0,-1 0,1 0,-2-1,1 0,-2-73,0 81,1 0,0 0,-1 0,1 0,0 0,-1 0,1 0,-1 0,1 0,0 0,-1 0,1 0,-1 0,1 0,0 1,-1-1,1 0,0 0,-1 0,1 1,0-1,0 0,-1 0,1 1,0-1,0 0,-1 1,1-1,0 0,0 1,0-1,-1 0,1 1,0-1,0 0,0 1,0-1,0 1,0-1,0 0,0 1,0-1,0 1,0-1,0 0,0 1,0-1,0 1,0-1,1 0,-1 1,0-1,0 0,0 1,1-1,-1 0,0 12,0-1,1 1,0-1,1 0,0 1,1-1,0 0,0 0,2-1,-1 1,1-1,1 0,0 1,4 8,-2 12,-16-52,-9-15,17 36,-1 1,0-1,0 1,0-1,1 1,-1 0,0-1,1 1,-1 0,0-1,1 1,-1 0,1 0,-1 0,1-1,-1 1,1 0,0 0,-1 0,1 0,0 0,0 0,0 0,0 0,0 0,0 0,0 0,0-1,0 1,0 0,0 0,1 0,-1 0,0 0,1 0,-1 0,16 6,-11-8</inkml:trace>
  <inkml:trace contextRef="#ctx0" brushRef="#br0" timeOffset="37374.719">795 6105,'-35'1,"-1"2,1 1,0 2,0 1,0 2,1 1,1 2,0 1,0 1,1 2,1 2,1 1,1 1,0 1,-10 12,11-4,2 2,2 2,1 0,1 1,2 1,1 1,2 1,1 0,3 1,1 1,1 0,2 0,2 1,2 1,2-1,1 37,-1 6,4 0,3 0,4-1,3 0,4 0,6 6,-12-54,2-1,1-1,1 1,2-2,1 0,2-1,0-1,2 0,2-2,0 0,2-1,1-2,0 0,2-2,22 14,-32-25,0 0,1-2,0 0,0-1,1-1,0 0,0-2,0 0,1-1,0-1,0-1,0-1,0-1,9-1,-11 0,-14-1,0 1,1 0,-1 1,0-1,0 1,1 0,-1 0,0 0,0 0,1 1,-1 0,0-1,0 2,0-1,0 0,0 1,0 0,0 0,-1 0,1 0,-1 1,1-1,-1 1,0 0,1 1,31 53,-35-57,1 0,-1 1,0-1,0 0,0 1,1-1,-1 1,0-1,0 0,0 1,0-1,0 1,0-1,0 0,1 1,-1-1,0 1,-1-1,1 0,0 1,0-1,0 1,0-1,0 0,0 1,0-1,-1 0,1 1,0-1,0 1,0-1,-1 0,1 0,0 1,-1-1,1 0,0 1,-1-1,1 0,0 0,-1 0,1 1,0-1,-1 0,1 0,0 0,-1 0,1 0,-1 0,1 1,0-1,-1 0,1 0,-1-1,1 1,-1 0,1 0,0 0,-1 0,1 0,-1 0,1 0,0-1,-1 1,1 0,0 0,-1 0,1-1,-9-3</inkml:trace>
  <inkml:trace contextRef="#ctx0" brushRef="#br0" timeOffset="37712.678">716 7963,'-22'-15,"24"24,69 62,-36-42,-31-25,57 63,-59-65,0 1,0-1,-1 1,1 0,-1-1,0 1,0 0,0 0,0 0,0 0,-1 0,1 0,-1 0,0 0,0 0,0 1,0-1,0 0,-1 0,1 0,-1 0,0 0,0 0,0 0,-1 0,0 2,-7 5,0 0,-1 0,0-1,0 0,-1-1,0 0,0-1,-1 0,-6 3,-1 0,-68 38,-2-4,-75 24,125-54</inkml:trace>
  <inkml:trace contextRef="#ctx0" brushRef="#br0" timeOffset="39446.604">3349 6173,'-33'0,"10"1,-1-1,1-1,-1-2,1 0,-5-2,1 0,-1 2,0 0,0 2,0 1,0 2,0 0,0 2,1 1,-1 1,1 2,1 0,-1 2,1 1,1 1,-6 4,16-8,0 0,0 1,1 0,0 1,0 1,1 1,1-1,0 2,0 0,1 0,1 1,0 0,1 1,1 0,0 1,1-1,1 2,0-1,2 0,-1 1,0 13,2-13,0 0,1 0,1 0,1 0,0 0,1 0,1 0,1-1,0 1,1 0,1-1,0 0,2 0,0-1,0 1,1-1,1-1,1 0,0 0,2 1,14 8,0-1,1-1,2-2,0-1,14 6,94 65,-94-50,-2 3,-2 1,-1 2,-3 2,17 30,48 60,-77-107,0 0,-3 1,0 1,-1 4,-13-24,-1 0,0 0,-1 0,-1 1,0-1,-1 1,0 0,-1 0,0 0,-1 0,0 0,-2 0,0 7,-21 55,-1-73,17-6</inkml:trace>
  <inkml:trace contextRef="#ctx0" brushRef="#br0" timeOffset="40192.732">3042 7723,'6'22,"1"-1,1 0,2 0,-1-1,2 0,1 0,0-1,2-1,0 0,1-1,15 13,-8-5,-17-18,-4-6,-1 1,1 0,-1-1,1 1,0-1,0 1,0-1,0 1,0-1,0 0,0 1,0-1,0 0,1 0,-1 0,0 0,1 0,-1 0,1 0,-1-1,1 1,0 0,-1-1,1 1,-1-1,1 0,0 1,0-1,-1 0,1 0,0 0,-1 0,1-1,0 1,-1 0,1-1,0 1,-1-1,1 1,-1-1,1 0,-1 0,1 0,-1 0,1 0,4-12,-1-1,0 0,0 0,-2 0,0-1,0 1,-2-1,1 0,-2 1,0-1,-1 0,-1-2,2 12,0 0,1 0,-2 0,1 1,0-1,-1 0,0 0,0 1,0-1,-1 0,0 1,1 0,-2-1,1 1,0 0,-1 0,1 3,1 1,-1 0,0-1,0 1,1 0,-1 0,0 0,0 0,1 0,-1 1,0-1,0 1,1-1,-1 1,1-1,-1 1,0 0,1 0,-1 0,1 0,-1 0,1 0,0 0,-1 0,1 0,0 1,0-1,0 1,0-1,0 1,0-1,0 2,0-2,-19 24,15-18,0 0,0 0,-1-1,0 1,0-1,-1 0,0-1,0 0,0 0,0 0,-1-1,0 0,6-4,1 1,-1-1,0 0,1 1,-1-1,0 0,0 0,1 0,-1-1,0 1,0 0,1-1,-1 1,0-1,1 1,-1-1,1 0,-1 0,1 0,-1 0,1 0,0 0,-1 0,1 0,0-1,0 1,0 0,0-1,0 1,0-1,0 1,0-1,-25-59,20 44,5 16,0 0,1 0,-1 0,0 1,1-1,-1 0,1 0,-1 0,1 0,0 0,-1 0,1 0,0 0,-1 0,1-1,0 1,0 0,0 0,0 0,0 0,0 0,0 0,1 0,-1 0,0 0,1 0,-1 0,0 0,1 0,-1 0,1 0,0 0,-1 0,1 0,0 1,-1-1,1 0,0 0,0 1,0-1,0 0,0 1,0-1,0 1,0-1,0 1,0 0,0-1,0 1,0 0,0 0,176-20,-133 14,109-3,-152 8,0 1,0 0,0 0,0 0,0 0,0 0,1 0,-1 0,0 0,0 0,0 0,0 1,0-1,0 0,0 1,0-1,0 1,0-1,0 1,0 0,0-1,0 1,-1 0,1 0,0 0,0-1,-1 1,1 0,0 0,-1 0,1 0,-1 0,0 0,1 0,-1 0,0 0,1 0,-1 1,0-1,0 0,0 0,0 0,0 0,0 0,0 0,0 0,-1 0,1 1,0-1,-1 0,1 0,-1 0,1 0,-1 0,1 0,-1-1,-86 111,49-69,32-35,-9 9,0 0,2 2,0 0,0 0,2 1,1 1,0 0,-1 6,6 4,8-8</inkml:trace>
  <inkml:trace contextRef="#ctx0" brushRef="#br0" timeOffset="44225.994">6384 6373,'-24'77,"-13"2,-2-1,-4-2,-39 50,147-158,-48 27,1 0,0 2,1 0,-1 1,0 1,1 1,-1 0,7 2,57-2,-81 0,-1 0,1 0,0 0,-1 0,1 0,0 0,-1 0,1-1,-1 1,1 0,0 0,-1-1,1 1,-1 0,1-1,0 1,-1-1,1 1,-1 0,1-1,-1 1,0-1,1 1,-1-1,0 0,1 1,-1-1,0 1,1-1,-1 0,0 1,0-1,0 0,0 1,0-1,0 0,0 1,0-1,0 0,0 1,0-1,0 0,0 1,0-1,-1 0,1 1,0-1,0 1,-1-1,1 0,-1 0,-20-36,18 32,-81-141,174 353,-70-149,-18-72,-6-82,4 96,-1 1,1-1,0 1,0-1,0 1,0-1,0 0,0 1,-1-1,1 0,0 1,0-1,-1 1,1-1,0 0,-1 0,1 1,0-1,-1 0,1 1,0-1,-1 0,1 0,-1 0,1 0,0 1,-1-1,1 0,-1 0,1 0,-1 0,1 0,0 0,-1 0,1 0,-1 0,1 0,-1 0,1 0,0 0,-1-1,1 1,-1 0,1 0,0 0,-1 0,1-1,0 1,-1 0,1-1,0 1,-1 0,1 0,0-1,-1 1,1-1,0 1,0 0,0-1,-1 1,1 0,0-1,0 1,0-1,0 0,-3 11</inkml:trace>
  <inkml:trace contextRef="#ctx0" brushRef="#br0" timeOffset="45030.454">6437 6332,'1'-1,"0"0,-1 0,1 0,-1-1,1 1,-1 0,0-1,1 1,-1 0,0-1,0 1,0 0,0-1,0 1,0-1,-1 1,1 0,0-1,-1 1,1 0,-1 0,1-1,-1 1,1 0,-1 0,0 0,0 0,0 0,1 0,-1 0,0 0,0 0,-1 0,1 0,0 0,0 1,0-1,0 0,-1 1,1-1,0 1,-105-10,71 10,-24-1,28-3,1 2,-1 1,1 1,-1 2,1 1,0 2,0 0,0 2,1 2,0 0,0 2,1 1,-4 4,17-5,0 0,0 1,1 1,1 0,0 1,1 0,0 1,1 1,1 0,0 0,1 1,1 0,1 0,0 1,2 0,0 0,0 1,2-1,1 1,0 0,1 0,1 0,0 0,2-1,0 1,2 0,0-1,0 1,2-1,5 11,-4-14,1-1,0 0,1 0,1-1,0 0,1-1,0 0,1 0,0-2,1 1,12 7,163 83,-110-64,-41-20,-1 1,0 2,-2 1,0 2,-2 1,-1 1,0 2,-2 1,-2 2,17 22,-35-35,-1 1,-1 1,-1 0,0-1,-2 2,0-1,-1 1,-1-1,-1 1,0 0,-2-1,0 1,-1 0,-2 3,0 61,-2-28,3-50</inkml:trace>
  <inkml:trace contextRef="#ctx0" brushRef="#br0" timeOffset="45590.11">6531 8150,'0'-2,"0"1,0 6,0 11,0 14,0 13,0 18,0 17,0 12,-2 13,-1 4,0-3,0-7,1-11,1-16,1-18,2-17,1-15</inkml:trace>
  <inkml:trace contextRef="#ctx0" brushRef="#br0" timeOffset="51746.682">6678 8579,'-91'13,"92"-13,-1 1,1-1,-1 1,1-1,-1 0,1 1,-1-1,0 1,1-1,-1 1,0-1,1 1,-1-1,0 1,0-1,1 1,-1 0,0-1,0 1,0-1,0 1,0 0,0-1,0 1,0-1,0 1,0-1,0 1,0 0,-1-1,1 1,0-1,0 1,-1-1,1 1,0-1,0 1,-1-1,1 1,-1-1,1 1,0-1,-1 1,1-1,-1 0,1 1,-1-1,1 0,-1 0,0 1,1-1,-1 0,1 0,-1 0,1 0,-1 1,0-1,1 0,-1 0,1 0,-1 0,0 0,1-1,-1 1,1 0,-1 0,0 0,12 4,-1 0,1-1,0 0,0-1,0 0,0 0,1-1,4-1,-1 1,120 4,98-10,-122 0,1 4,0 5,10 7,191 34,-156-31,254 30,-262-28,26 10,-146-21,-40 5,4-9</inkml:trace>
  <inkml:trace contextRef="#ctx0" brushRef="#br0" timeOffset="52033.462">8830 8338,'-2'3,"-1"6,2 12,4 16,2 15,1 12,1 12,-2 6,-1 5,-4 1,-6-2,-5-5,-4-7,-3-7,0-13,1-13,2-14</inkml:trace>
  <inkml:trace contextRef="#ctx0" brushRef="#br0" timeOffset="52390.459">8510 8566,'-7'-19,"12"29,128 232,-132-240,1 0,-1 0,0 0,1 0,-1 0,0 0,0 0,-1 0,1 0,0 0,-1 1,1-1,-1 0,0 0,0 1,0-1,0 0,0 1,0-1,-1 0,1 0,-1 1,1-1,-1 0,0 0,0 0,0 0,0 0,0 0,-1 0,1 0,-1 0,1-1,-1 2,-13 7,0 1,0-2,-1 0,0-1,-1-1,1 0,-1-1,-3 0,5-1,-74 22,-2-3,-80 9,44-13</inkml:trace>
  <inkml:trace contextRef="#ctx0" brushRef="#br0" timeOffset="53115.148">6785 8485,'-43'6,"-168"60,210-66,0 0,-1 0,1-1,0 1,0 0,0 1,0-1,0 0,0 0,0 0,0 1,0-1,-1 0,1 1,0-1,0 1,1-1,-1 1,0 0,0-1,0 1,0 0,0 0,1 0,-1-1,0 1,1 0,-1 0,1 0,-1 0,1 0,-1 0,1 0,0 0,-1 1,1-1,0 0,0 0,0 0,0 0,0 0,0 0,0 0,0 0,0 1,1-1,-1 0,0 0,1 0,-1 0,1 0,-1 0,122 120,-94-91,-8-6,2-1,0-1,1-1,2 0,0-2,1-1,6 2,-31-19,0 0,0 0,0 1,1-1,-1 0,1 0,-1 0,1 0,-1 0,1-1,-1 1,1 0,0-1,0 1,-1-1,1 0,0 0,-1 1,1-1,0 0,0 0,0-1,-1 1,1 0,0 0,-1-1,1 1,0-1,-1 0,1 1,0-1,-1 0,1 0,-1 0,0 0,1 0,-1-1,0 1,1 0,-1 0,0-1,0 1,0-1,0 1,-1-1,1 0,0 1,-1-1,1 1,-1-1,1 0,-1-15,-1 0,-1 0,0 1,-1-1,-1 1,0-1,-1 1,-1 1,-2-4,-2-9,-7-14,12 30,0 0,0 0,1 0,1-1,0 1,1-1,-1-9,5 0</inkml:trace>
  <inkml:trace contextRef="#ctx0" brushRef="#br0" timeOffset="53611.865">7400 8030,'0'-4,"-2"-2,-1 5,0 9,-2 12,0 11,-1 5,0 5,-1 1,1-4,1-6,2-6,-2-8,-1-6,0-11,0-5</inkml:trace>
  <inkml:trace contextRef="#ctx0" brushRef="#br0" timeOffset="53902.618">7320 8030,'-8'-70,"3"0,4-49,1 116,0 1,-1-1,1 0,0 1,0-1,0 1,1-1,-1 1,1-1,-1 1,1-1,0 1,0-1,0 1,0 0,0-1,1 1,-1 0,1 0,-1 0,1 0,0 0,0 0,0 1,0-1,0 0,0 1,0 0,0-1,1 1,0 0,7-2,0 1,1 0,-1 1,0 0,0 0,1 1,-1 1,0 0,1 0,-1 1,0 0,0 1,0 0,0 0,-1 1,1 1,-1-1,0 2,-1-1,1 1,-6-4,-1 0,0 1,0-1,0 0,-1 0,1 1,-1-1,1 1,-1 0,0-1,1 1,-2 0,1 0,0 0,0 0,-1 0,0 0,1 0,-1 0,0-1,-1 1,1 0,0 0,-1 0,0 0,1 0,-1 0,-1 0,1-1,0 1,0 0,-1-1,-1 3,-72 70,-61 5,132-76,6-2</inkml:trace>
  <inkml:trace contextRef="#ctx0" brushRef="#br0" timeOffset="54386.043">7627 8084,'25'-1,"-17"0,0 0,0 1,0-1,0 2,0-1,0 1,0 0,0 1,0 0,-1 0,1 0,-1 1,1 1,-1-1,0 1,5 3,-11-5,1 0,-1 0,1 0,-1 0,0 0,0 0,0 0,0 0,0 0,-1 0,1 1,-1-1,1 0,-1 1,0-1,0 0,0 0,0 1,0-1,-1 0,1 1,0-1,-1 0,0 0,0 1,0-1,0 0,0 1,-7 25,9-25,-1 0,1-1,1 1,-1-1,0 1,0-1,1 0,-1 0,1 1,0-1,0 0,0-1,0 1,0 0,0 0,0-1,1 1,-1-1,0 0,1 0,-1 0,1 0,0 0,-1 0,1-1,0 1,-1-1,1 0,0 0,13 6,-14-6,0 0,0 0,0 1,-1-1,1 1,0-1,0 1,-1 0,1 0,-1 0,1 0,0 0,-1 0,0 0,1 0,-1 0,0 1,0-1,1 1,-1-1,0 1,0-1,-1 1,1 0,0-1,-1 1,1 0,-1 0,1-1,-1 1,0 0,1 0,-1 0,0 0,0-1,-1 1,1 0,0 0,-1 0,1-1,-1 2,-5 3,0 0,-1 0,1-1,-1 1,-1-2,1 1,0-1,-1 0,0-1,0 0,0 0,-1-1,1 1,-2-2,-4 3,-1-1,0-1,0 0,0-1,-1-1,1 0,0-1,-1-1,-24-5</inkml:trace>
  <inkml:trace contextRef="#ctx0" brushRef="#br0" timeOffset="55258.638">6210 7683,'142'182,"-119"-144,-22-58,-14-17,0 1,-3 1,-1 0,-1 2,-2 0,-2 1,-17-20,40 52,-1 0,0 1,1-1,-1 0,0 0,1 0,-1 1,0-1,1 0,-1 0,1 0,-1 0,0 0,1 0,-1 0,1 0,-1 0,0 0,1 0,-1 0,1 0,-1 0,0 0,1 0,-1 0,0-1,1 1,-1 0,0 0,1 0,-1-1,0 1,1 0,-1 0,0-1,1 1,-1 0,0-1,0 1,1 0,-1-1,0 1,0 0,0-1,0 1,0 0,1-1,-1 1,0-1,0 1,0 0,0-1,0 1,0-1,0 1,0 0,0-1,-1 1,1-1,0 1,0 0,0-1,0 1,0 0,-1-1,6 1,342 12,-341-12,-4 0,0-1,1 1,-1 0,0 0,0 0,1 0,-1 0,0 0,0 0,1 1,-1-1,0 1,0-1,0 1,0 0,0 0,0 0,0 0,0 1,0-1,0 0,-1 1,1-1,0 1,-1 0,1-1,-1 1,0 0,1 1,-29 52,-12-1,-70 113,93-132</inkml:trace>
  <inkml:trace contextRef="#ctx0" brushRef="#br0" timeOffset="56170.288">8804 5049,'-2'11,"-4"14,0 8,-1 8,0 5,-1 0,1-3,-1-6,2-5,1-8</inkml:trace>
  <inkml:trace contextRef="#ctx0" brushRef="#br0" timeOffset="56434.034">8697 4849,'15'-2,"0"1,0 1,1 0,-1 1,0 1,0 0,0 1,0 1,-1 0,1 1,-1 0,0 2,-1-1,1 2,-1-1,-1 2,0 0,1 1,-10-8,-1-1,0 1,0 0,0 0,0 0,-1 0,1 0,0 0,-1 0,1 1,-1-1,0 0,0 1,0-1,0 1,0 0,-1-1,1 1,-1 0,1-1,-1 1,0 0,0-1,0 1,-1 0,1 0,-1-1,1 1,-1-1,0 1,0 0,0-1,0 0,-1 1,1-1,-1 0,1 1,-1-1,-1 1,-11 9,0-1,0-1,-1-1,0 0,0-1,-1 0,0-2,-6 2,-86 46,92-43</inkml:trace>
  <inkml:trace contextRef="#ctx0" brushRef="#br0" timeOffset="56866.748">8951 5276,'0'21,"-1"-1,-1 0,0 0,-2 0,0 0,-1 0,-4 6,4-13,4-11,-1 0,1 0,-1 1,1-1,0 0,-1 1,1-1,1 1,-1-1,0 1,1-1,-1 1,1 0,-1-1,1 1,0 0,1-1,-1 1,0 0,1-1,-1 1,1-1,0 1,0-1,0 1,0-1,0 1,0-1,1 0,-1 0,1 0,0 0,0 1,9 0,0 0,-1-1,1 0,0-1,0-1,-1 1,1-2,0 1,0-2,-3 2,0 0,0-1,0 0,0-1,-1 0,1 0,-1 0,1-1,-1 0,0-1,6-3,-11 6,1-1,-1 0,0 0,0 1,0-1,0-1,0 1,0 0,0 0,-1-1,1 1,-1-1,0 0,0 1,0-1,0 0,0 1,0-1,-1 0,1 0,-1 0,0 0,0 0,0 0,0 1,-1-1,1 0,-1 0,1 0,-2-2,2 4,0 0,0 0,0 0,0 1,0-1,0 0,-1 0,1 0,0 0,0 1,-1-1,1 0,0 0,-1 1,1-1,-1 0,1 1,-1-1,1 0,-1 1,0-1,1 1,-1-1,0 1,1-1,-1 1,0-1,0 1,1 0,-1-1,0 1,0 0,0 0,0-1,1 1,-1 0,0 0,0 0,0 0,0 0,0 0,1 1,-1-1,0 0,0 0,0 1,1-1,-1 0,0 1,0-1,1 0,-1 1,0-1,1 1,-2 0,-2 11,0 0,0 0,2 0,-1 1,1-1,1 1,0-1,1 1,0 0,1 2,0 2,0 51,1-1</inkml:trace>
  <inkml:trace contextRef="#ctx0" brushRef="#br1" timeOffset="184997.602">10835 1801,'0'836,"-26"-236,3-354,-8 187,31-188,2-82,-7-1,-10 31,-14 2,6-47,-1 116,10 278,-22-233,14-149,0 114,18 653,-20-338,14-469,-18 403,18-117,6-299,-1-88,2-19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9:31.2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54 269,'21'0,"15"-3,13 0,10-2,4 0,-2 0,-5 2,-9 0,-11 4,-11 2</inkml:trace>
  <inkml:trace contextRef="#ctx0" brushRef="#br0" timeOffset="277.306">1 402,'18'5,"17"1,13 0,8-1,7-5,1-3,-3-4,-12-1</inkml:trace>
  <inkml:trace contextRef="#ctx0" brushRef="#br0" timeOffset="549.28">428 1,'-1'0,"0"0,-1 1,1-1,0 0,0 1,-1-1,1 1,0-1,0 1,0 0,0 0,0-1,0 1,0 0,0 0,0 0,1 0,-1 0,0 0,0 0,1 0,-1 0,1 0,-1 1,1-1,-1 0,1 0,0 0,0 1,-1-1,1 0,0 1,0-1,0 0,1 0,-1 1,0-1,0 0,1 0,-1 1,0-1,1 0,-1 0,1 0,0 0,-1 0,1 0,0 1,6 4,0 0,0-1,1 0,0 0,0 0,0-1,0 0,1-1,-1 1,1-2,1 1,5 2,52 17,-45-17,0 1,-1 1,0 2,0 0,-1 1,0 0,-1 2,0 1,2 3,-17-13,0 0,-1 1,0 0,0 0,0 0,0 0,-1 0,0 1,0-1,0 1,0-1,0 1,-1 0,0 0,0-1,0 1,-1 0,0 0,0 0,0 0,0 0,-1 0,0 0,0 0,0-1,-1 1,1 0,-1-1,0 1,-1-1,1 1,-1-1,1 0,-3 2,-16 20,0-1,-2-1,-1 0,-1-2,-1-1,-16 9,-93 86,119-98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9:29.6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160 326,'-3'73,"-3"-1,-3 0,-3-1,-3 0,-13 31,22-82,4-9,-1-1,0 0,-1 0,0 0,0-1,-1 1,0-1,-5 6,10-14,-1-1,1 0,0 1,0-1,0 0,-1 1,1-1,0 0,-1 1,1-1,0 0,-1 1,1-1,0 0,-1 0,1 1,-1-1,1 0,0 0,-1 0,1 0,-1 0,1 0,0 1,-1-1,1 0,-1 0,1 0,-1 0,1 0,-1-1,1 1,0 0,-1 0,1 0,-1 0,1 0,0-1,-1 1,1 0,-1 0,1-1,0 1,-1 0,1 0,0-1,0 1,-1 0,1-1,0 1,0-1,-1 1,1 0,0-1,0 1,0-1,0 1,-1 0,1-1,0 0,-6-28,2-45,3 0,3 0,7-35,-7 84,34-255,-36 279,0 0,-1 0,1-1,0 1,0 0,0 0,0 0,0 0,0 0,0-1,0 1,0 0,0 0,1 0,-1 0,1 0,-1 0,0 0,1 0,0 0,-1 0,1 0,0 0,-1 0,1 0,0 0,0 0,0 1,0-1,0 0,0 1,0-1,0 1,0-1,0 1,0-1,0 1,0 0,0-1,0 1,0 0,0 0,1 0,-1 0,0 0,0 0,0 0,0 1,0-1,1 0,-1 0,0 1,0-1,0 1,1 0,6 5,5 5,1-1,1 0,0 0,0-2,1 0,0-1,0 0,8 1,12-1,0-2,1-1,0-2,0-1,0-2,-9 0</inkml:trace>
  <inkml:trace contextRef="#ctx0" brushRef="#br0" timeOffset="366.064">0 714,'42'3,"0"-2,0-2,0-2,35-7,69-5,-143 15,0-1,1 0,-1 1,0 0,1 0,-1 0,0 0,1 1,-1-1,0 1,1 0,-1 0,0 0,0 0,0 0,0 1,0 0,0-1,0 1,0 0,-1 0,1 1,-1-1,0 1,1-1,-1 1,0-1,0 1,-1 0,1 0,-1 0,1 0,-1 0,0 1,0-1,0 3,3 59,-5-56,0 1,2 0,-1-1,1 1,0-1,1 0,0 1,1-1,0 0,0 0,1 0,4 7,12 3,-10-14</inkml:trace>
  <inkml:trace contextRef="#ctx0" brushRef="#br0" timeOffset="622.329">548 353,'2'19,"6"9,1 1</inkml:trace>
  <inkml:trace contextRef="#ctx0" brushRef="#br0" timeOffset="1115.75">816 835,'42'-50,"-2"-1,-2-2,-3-2,-2-1,20-47,-37 68,-3 0,0 0,-2-2,-2 1,-2-1,-1-1,-2 1,0-30,-20-11,15 76,0 0,0 0,1 0,-1 1,0-1,-1 0,1 1,0-1,0 1,-1 0,1-1,-1 1,1 0,-1 0,1 0,-1 0,0 0,0 0,1 0,-1 0,0 1,0-1,0 1,0-1,0 1,0 0,0 0,0 0,0 0,0 0,0 0,0 1,1-1,-1 1,0-1,0 1,0 0,-1 0,-5 5,0 0,0 1,0 0,1 0,0 1,0 0,1 0,0 0,0 1,1 0,0 0,1 0,0 1,0 0,1-1,0 1,0 5,-10 36,1 0,3 1,2 0,3 1,2-1,3 39,1-66,0-1,1 1,2-1,0 0,2-1,1 1,0-1,9 14,-12-27,0-1,1 1,0-1,1 0,0-1,0 0,1 0,0 0,0-1,1 0,0-1,0 0,0 0,1-1,0 0,0-1,1 0,-1 0,1-1,2 0,-6-2,0 1,1-1,-1-1,1 1,-1-1,0-1,1 0,-1 1,0-2,1 1,-1-1,0-1,0 1,0-1,-1 0,1-1,-1 1,0-1,0-1,0 1,0-1,-1 0,1 0,-1-1,-1 1,1-1,-1 0,0 0,0-1,-1 1,1-3,5-14,-2 0,0-1,-1 0,-2 0,0 0,-2-1,0 1,-2-1,0 1,-3-7,-7-24,10 55,0-1,0 1,0-1,0 1,-1-1,1 1,0-1,-1 1,1 0,0-1,-1 1,1-1,0 1,-1 0,1-1,-1 1,1 0,0 0,-1-1,1 1,-1 0,1 0,-1 0,1-1,-1 1,1 0,-1 0,1 0,-1 0,1 0,-1 0,1 0,-1 0,1 0,-1 0,1 1,-1-1,1 0,-1 0,1 0,-1 1,1-1,-1 0,1 0,-1 1,1-1,0 0,-1 1,1-1,0 1,-1-1,1 0,0 1,-1 0,-17 25,2 4,2 1,1 1,1 0,2 0,-5 29,13-53,-1 0,1 0,1 0,0 0,0 0,0 0,1 0,0 1,1-1,0 0,0 0,0 0,1 0,1 0,-1 0,1 0,0-1,1 1,0-1,0 0,1 0,0-1,0 1,1 0,5-1,0 0,0 0,1-2,-1 1,1-1,0-1,0 0,0-1,0 0,1-1,-1 0,0-1,1-1,-1 0,0 0,1-1,-1-1,2 0,48-12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9:32.8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1,'10'18,"0"1,-2 0,0 0,-1 1,-1-1,-1 2,-1-1,-1 1,0-1,-1 6,8 48,-10-73,0 0,-1 1,1-1,0 0,0 0,0 1,0-1,1 0,-1 0,0 1,0-1,1 0,-1 0,1 0,-1 1,1-1,-1 0,1 0,0 0,0 0,-1 0,1 0,0 0,0-1,0 1,0 0,0 0,0-1,0 1,0 0,0-1,1 1,-1-1,0 0,0 1,0-1,1 0,-1 0,0 0,0 1,1-1,-1-1,0 1,0 0,2 0,3-6,0 0,0 0,0 0,-1 0,0-1,0 0,-1 0,0-1,0 1,0-1,-1 0,-1 0,1 0,-1 0,0 0,0-5,10-123,-11 119,11 47,-7 13,-5-31,1-1,1 1,-1-1,2 1,0-1,0 0,1 0,0 0,1-1,0 0,3 4,-6-12,0 1,0-1,0 0,0-1,0 1,1 0,-1-1,1 1,-1-1,1 0,-1 0,1 0,0 0,-1 0,1 0,0-1,0 0,0 1,0-1,-1 0,1 0,0-1,0 1,0 0,0-1,-1 0,1 0,0 0,-1 0,1 0,0 0,-1-1,0 1,1-1,5-3,-1 0,1 0,-1-1,-1 0,1 0,-1 0,0-1,0 0,-1-1,2-1,-2-2,1-1,-2 1,1-1,-2 1,0-1,0 0,-1 0,0-1,-1 1,-1 0,0-1,0 0,-1 106,3-84,-1-1,2 0,-1 1,1-1,1 0,-1-1,1 1,1-1,-1 1,1-1,1 0,-1-1,1 0,0 1,0-2,1 1,0-1,0 0,0 0,1-1,-1 0,1-1,0 1,0-1,0-1,1 0,-1 0,1 0,7-1,0 2,1-2,0 0,0-2,-1 1,1-2,0 0,13-4,-23 4,0 0,0 0,0 0,0-1,0 0,0-1,-1 1,0-1,1 0,-1-1,-1 0,1 0,-1 0,0 0,0-1,0 0,-1 0,3-4,-5 4,0 1,-1-1,1 1,-1-1,0 0,-1 0,1 1,-1-1,0 0,-1 0,1 0,-1 1,0-1,-1 0,1 1,-1-1,0 1,0 0,-1-1,0 1,0 0,0 0,0 1,-1-1,0 1,0 0,0 0,0 0,-1 0,0 1,1-1,-1 1,-2 0,6 2,-1 1,1-1,0 1,0 0,-1-1,1 1,0 0,-1 0,1 0,0 0,-1 0,1 0,0 0,0 1,-1-1,1 0,0 1,0-1,-1 1,1-1,0 1,0 0,0-1,0 1,0 0,0 0,0 0,0 0,0 0,0 0,0 0,1 0,-1 0,0 0,1 0,-1 0,1 1,-1-1,1 0,0 0,-1 1,-6 55,9-49,0 0,0 0,1-1,0 1,0-1,1 0,0 0,0 0,1 0,-1 0,1-1,1 0,-1 0,1-1,0 0,1 1,-1-2,1 1,0-1,0 0,0-1,1 0,-1 0,1 0,0-1,4 1,20 5</inkml:trace>
  <inkml:trace contextRef="#ctx0" brushRef="#br0" timeOffset="601.503">1137 54,'-6'11,"-1"0,2 0,-1 0,2 0,-1 1,2 0,-1 0,2 0,0 0,0 1,1-1,0 4,1-13,1 1,-1 0,1-1,-1 1,1-1,0 0,0 1,1-1,-1 0,1 1,-1-1,1 0,0 0,0 0,1-1,-1 1,1 0,-1-1,1 1,0-1,0 0,0 0,0 0,0-1,0 1,0-1,1 1,-1-1,0 0,1 0,-1-1,1 1,-1-1,2 1,2-1,0 0,0 0,0 0,-1-1,1 0,0 0,-1-1,1 0,-1 0,1 0,-1-1,0 0,0 0,0-1,-1 1,1-1,-1-1,1 0,1-3,-1-1,0 0,-1-1,0 1,0-1,-1 0,0 0,-1-1,0 1,-1-1,0 0,0 1,-1-1,-1 0,0 0,0 0,-1 0,-1-3,-5 7,-2 23,6-5,0 1,0 0,1 0,0 0,1 0,1 0,0 1,0-1,1 0,1 0,0 0,0 0,3 6,-2-14,-1 0,0 0,1 0,0 0,0 0,0-1,0 1,1-1,-1 0,1 0,0 0,0 0,0-1,0 1,1-1,-1 0,1 0,-1-1,1 0,-1 1,1-1,0-1,0 1,-1-1,1 0,0 0,0 0,0-1,5 1,0-1,0-1,0 0,0 0,0-1,-1 0,1-1,-1 0,0 0,0-1,0-1,7-5,-9 4,0-1,-1 0,0-1,0 1,0-1,-1-1,-1 1,0 0,0-1,-1 0,0 0,0 0,-1 0,-1-1,0 1,0-1,-1 1,0 0,-1-1,-1-1,-6-3,-2 40,5-14,1 1,1 0,0 0,0 0,2 1,-1-1,2 1,-1-1,2 1,0-1,0 0,1 1,0-1,1 0,1 0,0 0,1-1,2 6,-3-13,1 0,-1 0,1-1,-1 1,1-1,0 0,0 0,1-1,-1 0,0 0,1 0,-1-1,1 1,0-1,3 0,23 3</inkml:trace>
  <inkml:trace contextRef="#ctx0" brushRef="#br0" timeOffset="859.823">1979 295,'2'0,"4"-5,2-3,0-1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9:55.7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777 3118,'-30'-1,"-13"0,-1 2,0 1,1 3,0 1,-36 10,45-7,1 2,0 1,1 2,0 1,1 1,1 1,0 2,2 2,-21 18,38-25,0 1,1 0,0 1,2 0,0 0,1 1,0 0,1 1,1-1,1 1,1 0,0 0,1 7,-7 25,5-36,1-1,0 1,1 0,0-1,1 1,1 0,0 0,1 0,1 0,0-1,1 1,0-1,1 1,0-1,2 1,0-1,0-1,1 1,1-1,0-1,0 0,2 0,-1 0,1-1,0-1,1 0,0 0,1-1,0 0,3 0,0 0,0-1,0-1,0 0,1-1,0-1,0 0,0-2,3 1,5-1,1 2,-1 1,0 0,0 2,3 2,92 20,119-19,-166-3,0-4,55-4,-34 0,171 9,6 12,440-21,-694 0,-1-2,1 0,-1 0,0-2,0 0,-1 0,0-1,14-9,-13 6,-1-2,0 0,0 0,-1-2,-1 1,0-2,-1 1,0-2,-1 1,-1-2,-1 1,0-1,0 0,-2-1,0 0,2-13,-3 15,-1 0,-1 0,0-1,-1 1,-1-1,0 0,-1 1,-1-1,-1 0,0 1,-1-1,0 1,-1 0,-1 0,-1 0,0 0,-3-4,-18-25,-2 1,-2 2,-23-23,-9-13,51 62,0 0,-1 1,-1 1,0 0,0 0,-2 1,1 1,-2 1,1 0,-1 2,-10-5,-33-8,-2 2,0 3,-1 3,-11 1,-195-16,191 22,0 4,-1 3,1 4,1 3,-1 3,-17 8,-175 49,-104 40,335-98,1 1,1 3,0 1,1 1,-19 13,44-21,3-2</inkml:trace>
  <inkml:trace contextRef="#ctx0" brushRef="#br0" timeOffset="1466.808">1326 3064,'-2'-7,"1"1,0-1,0 0,0 0,1 0,0 0,0 0,1 1,0-1,0 0,0 0,1 1,0-1,1 1,-1-1,1 1,0 0,3-4,1-4,262-550,-212 442,6 2,4 3,6 3,4 3,92-99,-139 179,1 1,1 2,2 1,1 2,1 1,6-1,-17 14,-25 11,0 0,1 0,-1 0,0 0,1 0,-1-1,0 1,1 0,-1 0,0 0,1 0,-1 0,0 0,1 0,-1 0,0 0,1 0,-1 1,1-1,-1 0,0 0,0 0,1 0,-1 0,0 1,1-1,-1 0,0 0,0 0,1 1,-1-1,0 0,0 0,1 1,-1-1,0 0,0 1,0-1,0 0,1 1,-1-1,0 0,0 1,0-1,0 0,0 1,0-1,0 0,0 1,0-1,0 0,0 1,0-1,0 0,0 1,-1-1,1 0,0 1,0-1,0 0,0 1,0-1,-1 0,1 0,0 1,0-1,-1 0,1 0,0 1,-17 27,14-23,-37 78,29-53</inkml:trace>
  <inkml:trace contextRef="#ctx0" brushRef="#br0" timeOffset="2272.729">1486 2529,'8'-44,"-5"46,-13 107,-24 57,-28 76,48-206,5-53,-3-204,2-12,0 193,11 41,-1-1,0 0,0 0,0 1,0-1,0 0,0 0,0 1,0-1,0 0,0 0,0 0,0 1,0-1,0 0,0 0,0 1,0-1,0 0,0 0,0 1,0-1,0 0,-1 0,1 1,0-1,0 0,0 0,0 0,-1 0,1 1,0-1,0 0,0 0,-1 0,1 0,0 0,0 1,0-1,-1 0,1 0,0 0,4 5,1-1,0 1,0-1,0 0,1-1,-1 1,1-1,0 0,0 0,0-1,0 0,0 0,1 0,-1-1,1 0,0 0,212 26,-215-27,-1-1,1 1,0 0,-1 1,1-1,0 0,-1 1,1 0,0 0,-1 0,1 1,-1-1,0 1,1-1,-1 1,0 0,0 0,0 1,0-1,-1 1,1-1,-1 1,1 0,-1 0,0 0,0 0,0 1,-1-1,1 0,-1 1,1-1,-1 1,0 1,-3 7,0 1,-1-1,-1 0,0 0,0-1,-1 1,-1-1,0 0,0-1,-1 1,-1-1,0 0,0-1,0 0,-9 7,-174 164,174-164,14-10,7-7</inkml:trace>
  <inkml:trace contextRef="#ctx0" brushRef="#br0" timeOffset="3293.413">3290 992,'0'-3,"0"-1,-1 0,1 0,-1 1,0-1,0 0,0 1,-1-1,0 1,1-1,-1 1,0 0,0 0,-1 0,1 0,-1 0,1 0,-1 1,0-1,0 1,0 0,0 0,-1 0,1 0,-1 0,1 1,-1 0,1-1,-1 1,0 1,1-1,-1 1,0-1,-3 1,-3 2,0 1,0 1,1-1,0 2,-1-1,1 1,1 0,-1 1,1 0,0 1,0-1,1 2,-1-1,2 1,-1 0,1 0,1 1,-1-1,1 1,1 1,0-1,-3 10,3-10,1 0,0 0,1 0,0 0,1 0,0 1,0-1,1 9,0-15,0 0,0 0,1 0,-1-1,1 1,0 0,0-1,0 1,0 0,0-1,0 1,1-1,-1 0,1 1,0-1,0 0,0 0,0 0,0 0,0-1,0 1,1 0,-1-1,0 0,1 1,-1-1,1 0,0 0,-1-1,1 1,1 0,1 0,0-1,0 0,-1 1,1-2,0 1,0 0,0-1,0 0,0 0,-1-1,1 1,0-1,-1 0,0 0,1-1,-1 1,0-1,0 0,0 0,-1 0,1 0,-1-1,1 0,-1 0,0 1,-1-2,1 1,1-4,4-7,0 0,-2-1,0 0,0 0,-2 0,0-1,1-15,1-98,-16 184,8-40,-2 4,1 0,0 0,2 0,0 1,1-1,0 0,2 0,0 0,1 0,1 0,0 0,3 2,-5-15,1-1,0 1,0-1,1 0,-1 0,1 0,0 0,0 0,0-1,1 0,-1 0,1 0,0-1,0 1,0-1,0 0,0 0,0-1,0 0,1 0,-1 0,4 0,32 1</inkml:trace>
  <inkml:trace contextRef="#ctx0" brushRef="#br0" timeOffset="4117.605">3758 819,'-6'-2,"0"1,0 0,0 1,0-1,0 1,-1 0,1 1,0 0,0 0,0 0,0 0,0 1,0 0,0 1,1-1,-1 1,1 0,0 0,-1 1,2 0,-1-1,0 2,-2 1,-1 3,-1 0,1 1,0 0,1 0,1 1,-1 0,1 0,1 0,0 1,1 0,0 1,2-5,0 0,1-1,0 1,1 0,0-1,0 1,0 0,1 0,0-1,1 1,-1 0,3 5,-2-9,-1-1,1 0,-1 1,1-1,0 0,0 0,0 0,1 0,-1-1,1 1,-1-1,1 1,0-1,0 0,0 0,0 0,0 0,0-1,1 1,-1-1,1 0,-1 0,1 0,-1 0,1-1,0 1,-1-1,1 0,6-2,-2-1,1 0,0 0,0-1,-1 0,0 0,0-1,0 0,-1 0,1-1,-1 0,0 0,-1-1,0 0,0 0,0-1,-1 1,0-1,0 0,-1-1,0 1,0-2,11-31,-1 0,-2 0,-2-1,-2-1,-2 0,-1 0,-3 0,-1 0,-3-3,3 38,0-33,1-19,-2 0,-3 0,-9-50,1 95,2 42,-1 46,2 1,4 0,4 61,1-94,1 0,2 1,2-2,1 1,3-1,1 0,2-1,1 0,3 1,-14-34,-1-1,1 1,0-1,0 1,1-1,0 0,-1 0,2-1,-1 1,1-1,-1 0,1 0,0 0,1-1,-1 0,0 0,1 0,0-1,-4-2,1 0,-1 0,0-1,0 0,1 1,-1-1,0 0,0 0,0 0,0 0,0 0,0-1,0 1,0-1,0 1,-1-1,1 0,-1 1,1-1,-1 0,0 0,1 0,-1 0,0 0,-1 0,1-1,0 1,0 0,-1 0,1-1,-1 1,0-1,1 2,10-41,-2 0,-1 0,-2-1,-3 1,-1-1,-1 0,-4-13,2 18,-6-30,7 68,-1 0,0 0,1 1,-1-1,0 0,1 0,-1 1,0-1,1 0,-1 1,1-1,-1 1,0-1,1 1,-1-1,1 1,-1-1,1 1,0 0,-1-1,1 1,0-1,-1 1,1 0,0-1,0 1,-1 0,1 0,0-1,0 1,0 0,0-1,0 1,0 0,0 0,0-1,0 3,0-1,1 0,-1 0,0 0,1 1,-1-1,1 0,0 0,-1 0,1 0,0 0,0 0,1 0,-1 0,0-1,1 1,-1 0,1-1,-1 1,1-1,0 1,0-1,-1 0,1 0,0 0,0 0,0 0,0 0,0 0,2 0,68 14,113-16,-183 1,0-1,0 1,0-1,1 1,-1 0,0 0,0 0,0 0,1 0,-1 0,0 1,0-1,0 1,0-1,0 1,0 0,0 0,0 0,0 0,0 0,0 0,0 1,-1-1,1 1,0-1,-1 1,1 0,-1-1,0 1,0 0,1 0,-1 0,-1 0,1 0,0 0,0 0,-1 0,1 0,-1 1,1-1,-1 0,0 0,0 0,0 2,-4 12,1 0,-2 0,0-1,-1 1,-1-1,-6 10,-6 14,14-26,-24 81,29-93,0 1,0 0,1 0,-1 0,0 0,1-1,-1 1,1 0,0 0,-1-1,1 1,0 0,0-1,0 1,0-1,0 1,1-1,-1 0,0 1,1-1,-1 0,1 0,-1 0,1 0,-1 0,1 0,0-1,0 1,-1 0,1-1,0 1,0-1,1 0,66 1,-39-6,0-2,0-1,0-1,-1-2,14-7,15-9</inkml:trace>
  <inkml:trace contextRef="#ctx0" brushRef="#br0" timeOffset="5010.061">5871 551,'-7'-3,"0"1,-1 0,0 0,1 1,-1 0,0 0,0 1,0 0,1 0,-1 1,0 0,0 0,1 1,-1 0,1 0,-1 1,1 0,0 0,0 1,0 0,1 0,-1 0,1 1,0 0,0 1,1-1,0 1,0 0,0 0,0 1,-1 3,-3 1,1 0,1 1,0 0,0 0,1 0,1 1,0 0,1 0,0 1,1-1,0 1,1 0,0 8,2-20,0 0,0 1,1-1,-1 0,0 0,1 0,-1 1,1-1,0 0,0 0,-1 0,1 0,1 0,-1 0,0 0,0-1,1 1,-1 0,1-1,0 1,-1-1,1 1,0-1,0 0,0 0,0 1,0-2,0 1,0 0,0 0,0-1,0 1,1-1,-1 1,0-1,2 0,3 0,1-1,-1 1,0-1,0-1,1 0,-1 0,0 0,-1 0,1-1,5-3,9-9,0-1,0-1,-2 0,0-2,-1 0,-1-1,-1 0,-1-2,-1 0,0 0,-2-1,-1-1,-1 0,7-22,-3 3,-1 0,-2-1,-2-1,-1 1,-3-1,-2-1,-2 1,-3-30,-13-4,14 78,1 0,-1 0,0 0,1 1,-1-1,0 0,1 0,-1 0,0 1,0-1,0 1,0-1,0 0,0 1,0-1,0 1,0 0,0-1,0 1,0 0,0 0,0 0,0-1,0 1,0 0,0 0,0 1,0-1,0 0,0 0,0 0,0 1,0-1,0 1,0-1,0 1,0-1,0 1,0-1,0 1,0 0,0-1,1 1,-1 0,0 0,1 0,-1-1,0 1,1 0,-1 0,1 0,0 0,-1 0,1 0,0 0,-1 0,1 0,0 1,0-1,0 0,0 0,-17 33,2 1,1 0,1 1,3 0,1 1,-2 20,5-25,1 0,2-1,1 1,1 0,2 0,2 6,-2-27,1 1,0-1,0 1,1-1,1 0,0 0,1 0,0-1,0 0,1 1,1-2,0 1,0-1,0 0,1-1,1 1,0-2,4 4,-3-4,1-1,-1 0,1-1,1 0,-1 0,1-2,-1 1,1-1,0-1,0 0,0-1,1 0,-1-1,0 0,0-1,0-1,1 0,-2 0,1-1,0 0,0-1,5-4,6-2,-1-1,-1-1,0-1,0-1,-1-1,-1 0,-1-2,0 0,-1-1,11-16,-17 21,-1-1,-1 0,0 0,-1-1,0-1,-1 1,-1-1,0 0,-1-1,-1 1,-1-1,2-16,-5 31,1 0,-1 0,1 1,-1-1,0 0,0 0,0 0,0 0,0 1,0-1,-1 0,1 0,-1 0,1 1,-1-1,0 0,1 0,-1 1,0-1,0 1,0-1,0 1,0-1,-1 1,1 0,0-1,-1 1,1 0,-1 0,1 0,-1 0,0 0,1 0,-1 1,0-1,1 0,-1 1,0 0,0-1,0 1,0 0,1 0,-1 0,0 0,-1 0,-4 3,0 1,0 0,1 1,-1-1,1 1,0 0,0 1,1-1,0 1,0 0,0 1,0-1,1 1,0 0,1 0,-1 0,-1 8,-2-3,1 1,1 0,0 1,0-1,2 1,-1 0,2 0,0 0,1 0,0 0,1 0,0 1,2-1,-1 0,2 0,0 0,0 0,2-1,-1 1,2-1,0 0,0-1,3 5,0-8,1 1,-1-1,1-1,1 1,0-2,0 1,0-2,12 6,33 12</inkml:trace>
  <inkml:trace contextRef="#ctx0" brushRef="#br0" timeOffset="5609.07">3464 1781,'-4'20,"-2"17,0 10,2 4,0 1,2-5,1-7,1-9,0-9</inkml:trace>
  <inkml:trace contextRef="#ctx0" brushRef="#br0" timeOffset="6124.992">3237 1621,'12'-11,"1"0,0 1,1 0,0 1,0 0,1 2,0-1,1 2,0 0,-1 1,2 1,-1 0,0 1,1 1,0 0,-1 2,1 0,0 0,0 2,6 1,-14-1,0 1,0 0,0 1,-1 0,1 0,-1 1,0 0,0 0,-1 1,1 0,-1 0,-1 1,1 0,-1 0,0 0,-1 1,0 0,0 0,0 0,-1 1,-1 0,1 0,-1 0,-1 0,0 0,0 0,0 2,2 28,-1-1,-2 0,-1 1,-3 8,0 20,3-66,-1 0,1 0,0 0,-1 0,1 0,0 0,0 0,0 0,-1 1,1-1,0 0,0 0,1 0,-1 0,0 0,0 0,0 0,1 0,-1 0,0 0,1 0,-1 0,1 0,-1 0,1 0,0-1,-1 1,1 0,0 0,0-1,-1 1,1 0,0-1,0 1,0 0,0-1,0 0,0 1,0-1,0 1,0-1,0 0,0 0,0 0,0 1,0-1,0 0,0 0,0-1,0 1,0 0,0 0,1 0,6-7,-1 1,1-1,-1 0,0 0,-1-1,0 0,0 0,0-1,-1 1,-1-1,1 0,-1-1,45-142,-34 95,-11 73,-1 17,-2-13,1 1,0-1,1 0,2 0,0 0,1 0,1-1,0 0,8 11,-13-26,1-1,0 1,1-1,-1 0,0 0,1 0,0 0,0-1,0 1,0-1,0 0,0 0,1-1,-1 1,0-1,1 0,0 0,-1 0,1-1,-1 0,1 1,0-2,-1 1,1-1,-1 1,1-1,-1 0,1-1,-1 1,1-1,0 0,34-14</inkml:trace>
  <inkml:trace contextRef="#ctx0" brushRef="#br0" timeOffset="6779.245">4440 1554,'-8'0,"-1"1,0 0,1 0,-1 1,1 0,-1 0,1 1,0 0,0 0,0 1,0 0,1 1,-1-1,1 1,0 1,1 0,-1 0,1 0,0 0,1 1,0 0,0 0,0 1,1-1,0 1,0 0,1 0,0 0,1 1,0-1,-1 8,1-11,0 0,1 0,0 0,0 0,1 1,-1-1,1 0,0 0,0 0,1 1,0-1,0 0,0 0,0 0,1 0,0 0,0 0,0-1,1 1,-1-1,1 1,0-1,1 0,-1 0,1 0,-1-1,1 1,0-1,0 0,1 0,-1 0,1-1,-1 1,1-1,0 0,0-1,0 1,3 0,9-4,1-1,-1 0,0-1,-1-1,1-1,-1 0,0-1,0 0,-1-2,0 0,0 0,-1-2,0 0,-1 0,-1-1,9-11,1 4,-1-2,-1-1,-2 0,0-1,-1-1,-1-1,-1-1,-1-2,-3-20,-11 47,-1 1,1-1,-1 1,1 0,0-1,-1 1,1 0,-1-1,1 1,-1 0,0 0,1-1,-1 1,1 0,-1 0,1 0,-1 0,0 0,1 0,-1-1,1 2,-1-1,0 0,1 0,-1 0,1 0,-1 0,1 0,-1 1,1-1,-1 0,0 0,1 1,-1-1,1 0,0 1,-1-1,1 0,-1 1,1-1,-1 1,1-1,0 1,-1-1,1 1,-7 7,0 0,0 1,1-1,0 1,0 1,1-1,1 1,0 0,0 0,0 0,2 0,-2 9,3-15,0 0,0 1,1-1,-1 0,1 1,0-1,1 0,-1 1,1-1,0 0,0 0,0 1,0-1,1 0,0 0,0 0,0-1,0 1,1 0,-1-1,1 1,0-1,0 0,0 0,0 0,1 0,-1-1,1 1,0-1,-1 0,1 0,0 0,3 0,8 2,0-1,0-1,0 0,0-1,0-1,1 0,-1-1,0 0,0-2,0 1,0-2,-1 0,1-1,-1 0,0-1,0-1,-1 0,0-1,0-1,-1 0,0 0,0-1,-1 0,-1-1,0-1,0 0,-1 0,0 0,-1-1,-1-1,0 1,3-11,16-74,-26 98,-1 0,1 0,0 1,-1-1,1 0,0 0,-1 0,1 0,-1 0,1 0,0 0,-1 0,1 0,0 0,-1 0,1 0,-1 0,1-1,0 1,-1 0,1 0,0 0,-1 0,1-1,0 1,-1 0,1 0,0-1,0 1,-1 0,1-1,-9 37,2 0,1 1,2-1,1 1,2 0,2 0,-1-31,26 610,-33-569,1-46,1-10</inkml:trace>
  <inkml:trace contextRef="#ctx0" brushRef="#br0" timeOffset="7659.121">5136 2008,'-14'-129,"5"-96,8 203,0 11,-1-1,2 1,0-1,0 0,1 1,0-1,1 1,1-1,-1 1,2 0,0 0,0 0,1 0,0 1,3-4,-6 12,-1 1,1-1,0 1,-1-1,1 1,0 0,0 0,0 0,0 0,0 0,0 0,1 0,-1 1,0-1,0 1,1 0,-1 0,0-1,0 1,1 1,-1-1,0 0,0 0,1 1,-1 0,0-1,0 1,0 0,0 0,0 0,0 0,0 0,1 1,51 55,-46-44,-1 1,-1 0,0 0,0 0,-1 1,-1 0,-1-1,0 2,-1-1,0 0,-2 5,0-17,0 0,-1 0,0 1,1-1,-1 0,0 0,-1 0,1-1,-1 1,1 0,-1 0,0-1,0 1,0-1,0 0,0 1,0-1,-1 0,1 0,-1-1,0 1,1 0,-1-1,0 0,0 1,0-1,0 0,0-1,0 1,0 0,-1-1,1 0,0 0,0 0,0 0,0 0,0 0,-1-1,0 0,1-1,1 1,0-1,0 0,0 1,0-1,0 0,0 0,0-1,0 1,1 0,-1-1,1 1,0-1,0 1,0-1,0 1,0-1,0 0,1 0,-1 1,1-1,0 0,0 0,0 0,0 1,0-1,1 0,-1 0,1 1,0-1,0 0,0 1,0-1,0 1,1-1,-1 1,1 0,-1-1,1 1,9-14,1 1,1 1,0 0,1 0,1 2,0 0,0 0,1 1,0 1,1 1,0 0,1 1,0 1,13-3,-29 9,0-1,1 1,-1 0,1 0,0 0,-1 0,1 0,0 1,0-1,-1 1,1 0,0 0,0 0,0 0,-1 0,1 0,0 1,0-1,-1 1,1 0,0 0,-1 0,1 0,-1 1,1-1,-1 1,0-1,1 1,-1 0,0 0,0 0,0 0,1 1,0 7,0-1,-1 0,0 1,-1 0,0-1,0 1,-1 0,0-1,-1 1,0 2,0 50,2-59,-1-1,0 0,1 0,-1 0,1 0,-1-1,1 1,0 0,0 0,0 0,0 0,0-1,0 1,1 0,-1-1,0 1,1-1,-1 0,1 1,0-1,-1 0,1 0,0 0,0 0,0 0,-1-1,1 1,0 0,0-1,0 0,0 1,0-1,0 0,1 0,-1 0,0 0,0 0,0-1,0 1,0 0,0-1,0 0,-1 1,1-1,0 0,0 0,0 0,11-8,0 1,-1-2,0 1,-1-2,0 1,-1-2,0 1,0-1,-2-1,1 0,-2 0,1 0,-2-1,0 0,0-1,-2 1,3-13,-5 67,-2-32,7 96,-6-101,0 1,0-1,0 1,1-1,0 1,-1-1,1 0,0 0,1 0,-1 0,0 0,1 0,0-1,-1 1,1-1,0 0,0 0,1 0,-1 0,0 0,1-1,-1 1,1-1,-1 0,1 0,1 0,5-2,1 0,-1 0,0-1,0 0,-1-1,1 0,-1-1,1 0,-1 0,0-1,0 0,-1-1,0 0,0 0,0-1,-1 0,0 0,0-1,0 1,-1-2,0 1,22-31,-2-1,-2-1,-2-1,-1-1,-2 0,-2-2,-2 0,-2-1,0-13,1-16,-17 69,-3 18,-4 14,1 1,1 1,1-1,2 1,1 0,1 1,1-1,2 1,0-1,3 9,-1-24,0-1,0 0,1 1,1-1,0 0,0-1,1 1,1-1,0 0,0 0,1-1,1 0,0 0,0 0,1-1,0-1,0 1,1-2,0 1,0-1,1-1,0 0,0 0,1-1,0 0,0-1,0-1,0 0,0 0,13 0,-22-2,0-1,0 1,0-1,0 0,0 0,0 0,1 0,-1-1,0 1,0-1,0 0,0 0,0 0,0 0,0 0,-1-1,1 1,0-1,-1 1,1-1,-1 0,1 0,-1-1,0 1,0 0,0-1,0 1,-1-1,1 0,0 1,-1-1,0 0,0 0,0 0,0 0,2-21</inkml:trace>
  <inkml:trace contextRef="#ctx0" brushRef="#br0" timeOffset="7910.486">6138 1273,'-13'-2,"-10"-1,2 0,11 1,19-2,21-5,24-5,21-5,18-4,14-4,6-1,-15 6</inkml:trace>
  <inkml:trace contextRef="#ctx0" brushRef="#br0" timeOffset="9530.061">3518 3626,'66'-43,"-64"42,1 0,-1 0,1 0,0 0,-1 0,1 1,0-1,0 1,-1 0,1-1,0 1,0 1,-1-1,1 0,0 1,0-1,-1 1,1 0,0 0,-1 0,1 0,-1 0,1 1,-1-1,0 1,1 0,4 8,0 0,-1 0,0 1,-1-1,0 1,-1 0,0 1,-1-1,0 1,-1 0,0-1,0 10,-2-20,19 142,-19-143,0 1,0-1,0 1,0-1,0 1,0-1,1 1,-1-1,0 0,0 1,1-1,-1 1,0-1,0 1,1-1,-1 0,1 1,-1-1,0 0,1 1,-1-1,1 0,-1 0,1 1,-1-1,1 0,-1 0,1 0,-1 0,1 0,-1 1,1-1,-1 0,1 0,-1 0,1 0,-1 0,1-1,-1 1,1 0,-1 0,1 0,-1 0,1-1,-1 1,0 0,1 0,-1-1,1 1,-1 0,0-1,1 1,-1 0,1-1,-1 1,0-1,0 1,1 0,-1-1,0 1,0-1,1 1,-1-1,0 1,0-1,18-33,20-128,-17 54,-10 82,-11 26,0-1,1 1,-1 0,0-1,0 1,1 0,-1 0,0-1,1 1,-1 0,0 0,1 0,-1-1,1 1,-1 0,0 0,1 0,-1 0,1 0,-1 0,0 0,1 0,-1 0,1 0,-1 0,1 0,-1 0,0 0,1 0,-1 1,1-1,-1 0,0 0,1 0,-1 0,0 1,1-1,-1 0,0 1,1-1,-1 0,0 0,0 1,1-1,-1 0,0 1,0-1,0 1,1-1,-1 0,0 1,0-1,0 1,0-1,0 0,0 1,0-1,0 1,0-1,0 0,29 87,-27-76,0 0,1 0,1 0,-1-1,2 1,-1-1,1 0,1 0,0-1,0 1,1-1,0 0,1-1,1 1,-6-7,0 0,0 0,1 0,-1-1,0 1,0-1,1 0,-1 0,1-1,-1 1,1 0,-1-1,1 0,0 0,-1 0,1-1,-1 1,1-1,-1 1,1-1,-1 0,0-1,1 1,-1-1,0 1,0-1,0 0,0 0,0 0,2-3,72-81,-62 62,0 0,-1-1,-2 0,0-1,-2 0,-1-1,-1 0,1-13,-10 6,1 34,0-1,0 1,-1 0,1-1,0 1,0-1,-1 1,1 0,0-1,-1 1,1 0,-1-1,1 1,0 0,-1 0,1-1,-1 1,1 0,0 0,-1 0,1 0,-1-1,1 1,-1 0,1 0,-1 0,1 0,-1 0,1 0,-1 0,1 0,0 0,-1 1,1-1,-1 0,1 0,-1 0,1 0,0 1,-1-1,1 0,-1 0,1 1,0-1,-1 0,1 1,0-1,-1 0,1 1,0-1,0 1,-1-1,1 1,0-1,0 0,0 1,0-1,-1 1,1-1,0 1,0-1,0 1,0-1,-6 13,-1-1,2 0,0 1,1 0,0 1,0-1,2 1,0-1,0 1,1 0,1-1,1 9,-2-16,1 0,0 0,0 1,0-1,1 0,0 0,1 0,-1 0,1 0,0 0,0 0,1 0,0-1,0 1,0-1,1 0,-1 0,1 0,1-1,-1 1,0-1,1 0,0 0,0 0,0-1,1 0,-1 0,1 0,0-1,-1 0,1 0,0 0,0-1,1 0,-1 0,0 0,0-1,5 0,-2-1,0-2,0 1,0-1,0 0,0-1,-1 0,1 0,-1-1,0 0,6-6,13-11</inkml:trace>
  <inkml:trace contextRef="#ctx0" brushRef="#br0" timeOffset="10258.874">4520 3465,'-7'10,"0"1,1 0,0 0,1 1,0-1,1 1,0 0,1 0,0 1,0 2,3-11,-1 0,1 0,0 0,0 0,0 0,1 0,-1 0,1 0,0 0,0 0,0-1,1 1,-1 0,1 0,0-1,0 1,0-1,1 0,-1 0,1 0,0 0,0 0,0 0,0-1,0 1,0-1,1 0,-1 0,1 0,0 0,-1-1,4 1,-1 0,0 0,0-1,0 1,0-1,0-1,0 1,0-1,0 0,0-1,0 1,0-1,-1 0,1-1,0 0,0 0,-1 0,1 0,-1-1,1 0,-1 0,0 0,0-1,-1 1,1-1,-1-1,0 1,0 0,0-1,0 0,-1 0,0 0,0 0,0-1,-1 1,0-1,0 0,0 1,-1-1,1-3,1-4,0 0,-1 0,-1 0,0 0,-1-1,0 1,-1 0,-1 0,0 0,-3-11,4 24,1 0,0 1,0-1,-1 0,1 0,0 1,-1-1,1 0,-1 0,1 0,0 1,-1-1,1 0,-1 0,1 0,0 0,-1 0,1 0,-1 0,1 0,-1 0,1 0,0 0,-1 0,1 0,-1 0,1 0,-1 0,1-1,0 1,-1 0,1 0,0 0,-1-1,1 1,0 0,-1-1,1 1,0 0,-1 0,1-1,0 1,0-1,-1 1,1 0,0-1,0 1,0 0,0-1,-1 1,1-1,0 1,-5 40,4-22,0 0,2 0,0 0,1 1,1-1,2 7,-4-21,0 0,1 0,-1 0,1 0,-1 0,1-1,0 1,1-1,-1 1,0-1,1 0,0 1,0-1,0-1,0 1,0 0,1-1,-1 0,1 0,0 0,0 0,-1 0,1-1,0 1,0-1,0 0,1-1,-1 1,0-1,3 1,-2-2,0 1,0-1,0 0,-1 0,1 0,0-1,-1 0,1 0,-1 0,1 0,-1 0,0-1,0 0,0 0,0 0,-1-1,1 1,-1-1,0 0,0 0,0 0,0 0,1-4,3-5,-1 1,-1-1,0 0,-1 0,0 0,-1-1,2-12,-5-65,0 92,0-1,0 0,0 1,0-1,-1 0,1 0,0 1,0-1,0 0,0 0,0 1,-1-1,1 0,0 0,0 0,0 1,-1-1,1 0,0 0,0 0,0 0,-1 1,1-1,0 0,0 0,-1 0,1 0,0 0,-1 0,1 0,0 0,0 0,-1 0,1 0,0 0,-1 0,1 0,0 0,0 0,-1 0,1 0,0 0,0 0,-1-1,1 1,0 0,0 0,-1 0,1 0,0-1,0 1,0 0,-1 0,1 0,0-1,0 1,0 0,0 0,-1-1,1 1,0 0,0-1,-8 27,5-9,1 0,0 1,1-1,1 0,1 1,0-1,1 0,3 7,-4-20,1 0,0 0,0 0,0-1,1 1,-1 0,1-1,0 0,0 0,0 0,1 0,-1 0,1-1,-1 1,1-1,0 0,0 0,0 0,0-1,0 1,0-1,0 0,1 0,-1-1,0 1,1-1,-1 0,0 0,1 0,-1-1,0 0,1 1,-1-1,0-1,0 1,0-1,0 0,0 0,0 0,0 0,-1 0,1-1,-1 0,3-2,4-3,0-1,-1 0,0-1,-1 0,0 0,0-1,-1 0,-1 0,1 0,-2-1,0 0,0 0,-1-1,-1 1,0-1,-1 0,0 0,-1 0,0 0,-1-3,1 43,-2-16,1 0,1 1,0-1,0 0,2 0,-1 0,4 10,5 3</inkml:trace>
  <inkml:trace contextRef="#ctx0" brushRef="#br0" timeOffset="10506.354">5496 3479,'5'-2,"3"-4,1 0</inkml:trace>
  <inkml:trace contextRef="#ctx0" brushRef="#br0" timeOffset="11339.208">6432 2664,'-24'17,"0"2,1 0,1 2,1 0,1 2,0 0,2 1,1 1,1 1,-8 17,20-36,1-1,0 1,0 0,0 0,1 0,0 0,0 0,0 0,1 1,1-1,-1 1,1-1,0 1,1-1,0 0,0 1,0-1,1 0,0 0,1 0,-1 0,1 0,3 5,5-2,0 0,0-1,1 0,0-1,0 0,1 0,0-2,8 3,20 12,-33-16,68 47,-74-50,-1-1,1 1,0 0,-1 0,1 0,-1 0,0 0,0 0,0 0,0 0,0 1,0-1,0 0,-1 1,1-1,-1 0,0 1,1-1,-1 1,0-1,-1 0,1 1,0-1,-1 1,1-1,-1 0,0 1,0-1,0 0,0 0,0 0,0 0,0 0,-1 0,0 1,-10 9,-1 0,0-1,-1 0,0-2,-1 1,0-2,0 0,-1 0,-15 4,20-7,-13 6,0-1,0-1,-1-1,0-1,-23 3,27-10</inkml:trace>
  <inkml:trace contextRef="#ctx0" brushRef="#br0" timeOffset="11860.288">6807 2703,'-11'3,"-1"1,1 0,0 0,0 1,1 0,0 1,0 0,0 1,0 0,1 1,0 0,-2 3,-5 2,1 2,0 0,1 0,0 1,1 1,1 0,1 1,1 0,0 1,1 0,1 0,1 1,1 0,1 1,0-1,2 1,-2 19,5-35,0 1,1-1,0 1,0-1,0 0,0 1,1-1,0 0,0 0,0 0,1 0,0 0,0-1,0 1,0-1,1 0,0 0,-1 0,2 0,-1-1,0 1,1-1,-1 0,1-1,0 1,0-1,0 0,0 0,0 0,1-1,-1 0,1 0,-1 0,0-1,1 1,1-1,6-4,0 0,-1 0,1-1,-1 0,0-1,-1-1,1 0,-1 0,-1-1,1-1,-1 0,-1 0,0-1,0 0,-1 0,0-1,-1 0,4-8,-2 8,-1-1,-1 0,0-1,-1 0,0 0,-1 0,0-1,-1 0,-1 1,0-1,-1-1,0 1,-1 0,-1 0,0-1,-1 1,-1 0,0 0,0-1,-2 2,0-1,0 0,-2 1,1 0,-2 0,0 0,-6-8,7 12,-1 1,0 0,0 0,-1 1,0 0,0 0,-1 1,0 0,0 1,0 0,0 0,-1 1,0 0,0 0,0 1,0 1,-1 0,1 0,-1 1,-6 0,15 2,-1-1,1 1,0-1,-1 1,1 0,0 0,0 0,0 0,0 0,0 1,0-1,0 1,0-1,0 1,0-1,1 1,-1 0,1 0,0 0,-1 0,1 0,0 0,0 1,0-1,0 0,1 1,-1-1,1 0,-1 1,1-1,0 0,0 3,10 78,88 160,54 162,-123-339,-28-65,-1 0,1 0,0 0,0-1,-1 1,1 0,0 0,0-1,0 1,0 0,0-1,0 1,0-1,0 0,0 1,0-1,0 0,0 1,1-1,-1 0,0 0,0 0,0 0,0 0,0 0,1 0,-1 0,0-1,0 1,0 0,0-1,0 1,0-1,0 1,0-1,0 1,0-1,0 0,0 0,0 1,-1-1,1 0,0 0,0 0,-1 0,1 0,-1 0,1 0,-1 0,1-1,17-21</inkml:trace>
  <inkml:trace contextRef="#ctx0" brushRef="#br0" timeOffset="12168.82">7114 3025,'-11'159,"10"-157,1 0,-1 0,1 1,0-1,-1 0,1 1,0-1,1 0,-1 1,0-1,1 0,-1 0,1 1,0-1,-1 0,1 0,0 0,1 0,-1 0,0 0,0 0,1 0,-1 0,1-1,0 1,-1-1,1 1,0-1,0 1,0-1,0 0,0 0,0 0,1 0,-1-1,0 1,1 0,6-4,-1 0,0-1,0 0,0 0,0-1,-1 0,1 0,-1-1,-1 0,1 0,-1 0,0-1,0 0,-1 0,0-1,1-2,10-13,0 0,-1-2,-2 0,0 0,-2-1,-1-1,-1 0,-1 0,-2-1,-1 0,0 0,-1-26,-4 41,0 0,-1 1,-1-1,0 0,-1 1,0 0,0-1,-5-8,6 17,1 1,-1-1,0 1,0-1,0 1,0 0,-1 0,1 0,-1 0,0 0,0 1,0-1,0 1,0-1,0 1,-1 0,1 1,-1-1,1 1,-1-1,0 1,0 0,0 0,1 1,-1-1,0 1,0 0,0 0,0 0,-1 1,-6 2,-1 1,1 1,0-1,0 2,0 0,1 0,0 1,0 0,1 1,0 0,0 0,1 1,0 0,0 1,-6 10,-45 61,6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0:26.1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170 0,'-15'30,"2"1,1 1,1-1,0 11,-7 17,-67 213,84-270,0-1,0 1,1-1,-1 1,1 0,0-1,-1 1,1 0,0 0,0-1,0 1,0 0,1-1,-1 1,0 0,1-1,-1 1,1 0,-1-1,1 1,0-1,-1 1,1-1,0 1,0-1,0 0,1 1,-1-1,0 0,0 0,1 0,-1 0,0 0,1 0,-1 0,1 0,-1-1,1 1,0 0,0-1,10 1,0-2,1 1,-1-2,0 1,0-2,0 1,0-2,-1 0,1 0,-1-1,0 0,0-1,2-2,2 1,0-1,-1 0,1-1,-2-1,1 0,-1-1,-1-1,0 0,-1 0,0-1,-1 0,0-1,-1 0,-1-1,0 0,1-5,-7 2,-13 25,-2 15,2 2,1-1,1 1,1 1,-3 14,1-6,-20 82,6 1,4 1,-1 68,17-133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9:28.3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3559 0,'-13'253,"11"131,0-11,-22 68,3-228,-25 373,47 451,18-600,-4-189,-12 14,-14 592,27-227,-7-444,-15 169,-1-179,8 0,15 97,3 344,-13-483,-6-130,0 0,0 0,0 0,-1 0,1 0,0 0,0 0,1 0,-1 0,0 0,0 0,0 0,1 0,-1 0,1 0,-1 0,0-1,1 1,0 0,-1 0,1 0,-1 0,1-1,0 1,0 0,-1-1,1 1,0 0,0-1,0 1,0-1,0 0,0 1,0-1,-1 0,1 1,0-1,0 0,0 0,1 0,-1 0,0 0,6-6</inkml:trace>
  <inkml:trace contextRef="#ctx0" brushRef="#br0" timeOffset="7242.547">1527 695,'-7'14,"2"1,0-1,1 1,0 0,1 0,1 0,0 12,2-21,-1-1,2 1,-1 0,1 0,0 0,0-1,0 1,1-1,0 1,0-1,1 1,-1-1,1 0,0 0,0 0,1-1,0 1,0-1,0 0,0 0,3 2,0-1,1 0,0-1,0 0,0 0,0-1,0 0,1-1,-1 0,1 0,-1 0,1-1,0-1,0 0,0 0,-1 0,1-1,0 0,0-1,-1 0,1-1,-1 1,4-3,-1 0,0 0,0 0,-1-1,1-1,-1 0,-1 0,1-1,-2 0,1 0,-1-1,0 0,-1-1,0 0,0 0,-1 0,1-4,1-8,0 0,-2 0,0 0,-2-1,-1 0,0 0,-2 0,-1 0,0-1,-2 1,-1 0,0 0,-2 1,-1-1,0 1,-3-3,5 16,1 0,-2 0,1 0,-1 1,-1 0,1 0,-2 0,1 1,-4-4,8 9,-1 0,1 0,-1 0,0 0,0 1,1-1,-1 1,0-1,-1 1,1 0,0 0,0 1,0-1,-1 1,1-1,0 1,0 0,-1 0,1 1,0-1,0 1,-1-1,1 1,0 0,0 0,0 1,0-1,0 0,-2 2,-12 10,1 0,0 1,1 1,0 0,2 1,0 1,0 0,1 1,2 0,-8 16,13-26,-50 92,6-5</inkml:trace>
  <inkml:trace contextRef="#ctx0" brushRef="#br0" timeOffset="6308.259">484 187,'-31'-1,"0"1,0 1,0 2,0 2,0 0,1 2,0 1,1 2,0 0,-12 8,38-17,-82 43,81-41,0-1,1 1,-1 0,1 0,0 0,0 0,0 0,0 1,0-1,1 1,-1 0,1 0,0 0,0 0,1 0,-1 1,1-1,0 0,-1 4,3-3,1 0,-1 0,1 0,0 0,0 0,1-1,-1 1,1-1,0 0,0 1,1-1,-1 0,1-1,0 1,0-1,0 0,0 0,1 0,-1 0,1-1,0 0,0 0,0 0,-2 0,90 48,-43-25,-2 2,-2 2,13 12,-4 21,-54-60,0 0,0 0,0 0,0 0,0 0,0 1,-1-1,1 0,-1 0,1 1,-1-1,0 0,0 1,0-1,0 0,0 1,-1-1,1 0,-1 1,0-1,1 0,-1 0,0 0,0 0,-1 1,1-1,0-1,-1 1,1 0,-1 0,1 0,-1-1,-1 1,-9 6,-1-2,0 0,-1 0,1-1,-1-1,0 0,0-1,-1-1,1 0,0-1,-1 0,1-1,-2-1,11 1,-193 1,175 11,25-4</inkml:trace>
  <inkml:trace contextRef="#ctx0" brushRef="#br0" timeOffset="6904.929">1112 361,'-9'-7,"-1"2,0-1,0 1,-1 1,1 0,-1 0,0 1,0 0,0 1,-1 0,1 1,0 0,-1 1,1 1,0-1,-1 2,1-1,0 2,0-1,0 2,0-1,1 2,-1-1,1 1,0 1,0 0,1 0,0 1,-6 5,3-1,0 1,0 0,1 1,1 1,0-1,1 1,0 1,1 0,1 0,0 0,1 1,1 0,0 0,2 1,-1-1,2 1,0 0,1 0,1 0,1 8,0-19,0-1,0 1,1 0,-1 0,1 0,1-1,-1 1,1-1,0 0,0 0,0 0,1 0,0 0,0-1,0 0,0 0,1 0,0 0,0 0,0-1,0 0,0 0,0-1,1 1,0-1,-1 0,1-1,0 1,0-1,0 0,0-1,0 0,0 1,0-2,0 1,0-1,-1 0,1 0,0-1,0 1,0-2,18-8,-2-1,0-1,0-1,-2-1,0 0,0-2,-2 0,0-2,-1 0,0-1,-2 0,-1-1,0-1,8-18,-8 15,-1-1,-1-1,-1 1,-1-2,-2 1,-1-2,-1 1,-1 0,0-17,-4 39,0 0,-1 1,1-1,-1 1,-1-1,1 1,-1-1,0 1,0-1,0 1,-1-1,0 1,0 0,0 0,-1 0,0 0,0 0,0 1,0-1,-1 1,0 0,0 0,0 0,0 0,0 1,-1 0,0 0,1 0,-1 0,0 1,-1 0,1 0,-1 0,-3 0,0 1,0 0,0 0,0 1,-1 0,1 0,0 1,0 1,0-1,0 2,0-1,0 1,1 0,-1 1,1 0,0 0,0 1,0 0,1 0,-1 1,1 0,1 1,-1-1,1 1,0 0,1 1,0-1,0 1,0 0,1 0,0 1,1-1,0 1,0 0,1 0,-1 5,4 10,1 0,0-1,2 0,1 1,1-1,0-1,2 1,1-1,1-1,0 1,2-2,0 0,2 0,6 7,-2 1,49 83,-4 3,4 22,-64-129,-3-5,1 0,-1 0,1-1,-1 1,1 0,0-1,-1 1,1-1,0 1,0-1,0 1,0-1,0 0,1 1,-1-1,0 0,1 0,-1 0,1 0,-1 0,1 0,-1 0,1-1,0 1,-1 0,2-1,9-3</inkml:trace>
  <inkml:trace contextRef="#ctx0" brushRef="#br0" timeOffset="58449.942">230 2179,'11'2,"11"1,11 0,8 0,9-1,3-1,-1 2,-7 2,-9 3,-10 0</inkml:trace>
  <inkml:trace contextRef="#ctx0" brushRef="#br0" timeOffset="58715.475">243 2367,'5'4,"12"2,20 0,19-2,16-3,10-4,4-6,-13-2</inkml:trace>
  <inkml:trace contextRef="#ctx0" brushRef="#br0" timeOffset="58958.71">724 1966,'-6'-1,"1"1,-1 0,0 0,0 1,0-1,1 1,-1 1,1-1,-1 1,1 0,-1 0,1 0,-1 2,5-4,1 1,-1 0,1-1,0 1,-1 0,1-1,0 1,0 0,0-1,-1 1,1 0,0 0,0-1,0 1,0 0,0 0,0-1,0 1,0 0,1-1,-1 1,0 0,0 0,1-1,-1 1,0 0,1-1,-1 1,0-1,1 1,-1 0,1-1,-1 1,1-1,0 1,-1-1,1 0,-1 1,1-1,0 0,-1 1,1-1,0 0,-1 1,1-1,0 0,0 0,15 8,1-1,0 0,1-2,-1 0,1 0,12 0,9 3,20 5,-2-2,1 3,-2 3,0 2,15 8,-65-24,1-1,-1 1,0 0,1 0,-1 1,-1-1,1 1,-1 1,1-1,-1 1,0 0,-1 0,1 0,-1 1,0 0,-1-1,1 1,-1 1,0-1,-1 0,1 1,-1-1,-1 1,1 0,0 5,-5 1,0-1,0 1,-2-1,1 0,-1-1,-1 1,0-1,-1 0,0 0,0-1,-1 0,-1 0,0-1,0 0,-1-1,-5 4,-252 207,222-169,45-39</inkml:trace>
  <inkml:trace contextRef="#ctx0" brushRef="#br0" timeOffset="59554.788">1874 1885,'-95'383,"94"-377,0-3,0-1,-1 0,1 1,1-1,-1 1,0 0,1-1,-1 1,1 0,0-1,0 1,0 0,0-1,0 1,0 0,1-1,0 1,-1 0,1-1,0 1,0-1,0 1,1-1,-1 0,1 0,-1 1,1-1,0 0,-1 0,1 0,0-1,0 1,2 1,8-2,-1 0,1-1,0 0,0-1,-1 0,1-1,0 0,-1-1,1 0,-1-1,0 0,0 0,6-5,-15 8,16-6,-13 6,0 0,0 0,-1 0,1-1,0 0,0 0,-1 0,1-1,-1 0,0 1,0-1,0-1,0 1,0-1,-1 1,1-1,-1 0,0 0,0 0,-1-1,1 1,-1-1,0 0,0 1,-1-1,1-1,-2 2,0-1,0 1,0-1,-1 1,0 0,0-1,0 1,0-1,-1 1,0 0,1 0,-2 0,0-2,1 7,1-1,0 1,-1 0,1 0,0 0,-1 0,1 0,0 1,0-1,0 0,0 0,0 1,0-1,0 1,0-1,1 1,-1-1,1 1,-1-1,1 1,-1 0,1-1,0 1,0 1,0-3,-15 60,2 1,3 1,3 0,3 0,3 53,8 9,-1-76</inkml:trace>
  <inkml:trace contextRef="#ctx0" brushRef="#br0" timeOffset="59859.11">2409 2058,'0'19,"0"16,0 17,2 13,1 9,2 5,0 4,0 0,-2-1,-5-7,-5-8,-6-12,-3-13,0-13,-1-14,3-16,4-18,3-5</inkml:trace>
  <inkml:trace contextRef="#ctx0" brushRef="#br0" timeOffset="60123.114">2342 2526,'0'-356,"1"344,6-60,-7 70,1 0,-1 0,1 0,0 0,-1 1,1-1,0 0,0 1,0-1,0 1,1-1,-1 1,0-1,1 1,-1 0,1-1,-1 1,1 0,-1 0,1 0,0 1,0-1,-1 0,1 1,0-1,0 1,0-1,0 1,-1 0,1 0,0 0,0 0,0 0,0 0,10 4,0 0,-1 0,0 1,0 1,0 0,-1 0,0 1,0 1,-1-1,0 2,0-1,0 1,-2 0,1 1,4 8,29 56,-40-71,0 0,0 0,-1 0,1 0,-1 0,0 0,1 0,-1 0,-1 0,1 0,0 0,-1 0,0 0,1 0,-1 0,0 0,-1 0,1-1,0 1,-1 0,0-1,1 1,-1-1,0 0,0 1,-1-1,-5 4,1-1,-1 0,0 0,0-1,-1-1,1 1,-1-1,0 0,0-1,0 0,0-1,0 0,0 0,-1-1,-1 0,9 0,-1 0,1 0,-1 0,1-1,-1 1,0-1,1 1,-1-1,1 0,0 0,-1 0,1 0,0 0,0-1,-1 1,1-1,0 1,1-1,-1 0,0 0,0 0,1 0,-1 0,1 0,0 0,-1-2,-2-13</inkml:trace>
  <inkml:trace contextRef="#ctx0" brushRef="#br0" timeOffset="60504.619">2729 2166,'-1'-3,"1"0,-1 1,0-1,-1 1,1-1,0 1,-1 0,1-1,-1 1,0 0,0 0,0 0,0 0,0 0,0 1,0-1,-1 1,1-1,0 1,-1 0,1 0,-1 0,0 0,1 0,-1 1,0-1,1 1,-1 0,0-1,0 1,1 1,-1-1,0 0,0 1,1-1,-1 1,0 0,1 0,-1 0,1 0,-1 0,1 1,0-1,-1 1,1-1,0 1,0 0,0 0,-1 1,-2 3,1 1,-1 0,1 0,1 0,-1 0,1 1,1-1,-1 1,1 0,0 0,1 0,0-1,0 1,1 1,0-1,1 0,-1 0,1 0,1-1,0 1,0 0,-2-5,1 0,0-1,0 1,0-1,0 0,1 1,-1-1,1 0,-1 0,1 0,0 0,0 0,0 0,0 0,0-1,0 1,0 0,0-1,1 0,-1 0,1 0,-1 0,1 0,-1 0,1-1,-1 1,1-1,0 1,-1-1,1 0,0 0,-1 0,3-1,1 0,-1-1,1 1,-1-1,1 0,-1 0,0-1,0 0,0 0,0 0,0 0,-1-1,1 0,-1 0,0 0,0-1,1-1,-1 0,0-1,0 1,0-1,-1 0,0 0,-1 0,0-1,0 1,0-1,-1 1,0-3,-2 21,0-7,0 0,0 1,0-1,1 1,-1-1,1 1,0-1,0 1,1-1,-1 1,1-1,0 0,0 1,0-1,1 0,0 0,0 0,0 0,0 0,0 0,1 0,0-1,0 1,0-1,0 0,3 2,51 8,-27-13</inkml:trace>
  <inkml:trace contextRef="#ctx0" brushRef="#br0" timeOffset="61047.262">3117 2045,'-12'-2,"-1"0,1 1,-1 0,1 1,-1 0,0 1,1 0,0 1,-1 0,1 1,0 1,0 0,0 1,-10 5,20-9,0 0,0 1,0-1,0 1,0 0,0 0,0 0,0 0,1 0,-1 0,1 0,-1 0,1 1,0-1,0 0,0 1,0-1,0 1,1 0,-1-1,1 1,0-1,-1 1,1 0,1-1,-1 1,0 0,0-1,1 1,0-1,-1 1,1-1,0 1,0-1,1 1,-1-1,0 0,1 0,-1 0,1 1,1 0,15 15,1-2,0 0,1-1,1 0,1-2,-1-1,21 9,12 7,35 31,-88-58,-1 0,1 1,0-1,-1 0,0 1,1-1,-1 1,0-1,0 0,1 1,-1-1,0 1,0-1,-1 0,1 1,0-1,0 1,-1-1,1 0,-1 1,1-1,-1 0,0 1,1-1,-1 0,0 0,0 0,0 0,0 1,0-2,0 1,0 0,0 0,0 0,-1 0,1-1,0 1,0 0,-1-1,1 1,0-1,-1 0,1 1,-1-1,1 0,-1 0,1 0,0 0,-1 0,1 0,-1 0,1 0,-1-1,1 1,-9 2,0 0,1 0,-1-1,0 0,0-1,0 0,0 0,0-1,0-1,0 0,1 0,-1-1,1 0,-1 0,1-1,-6-3,13 5,1 1,-1-1,0 1,1-1,-1 1,1-1,0 0,-1 1,1-1,0 0,0 0,0 0,1 0,-1 0,0 0,1 0,-1-1,1 1,0 0,-1 0,1 0,0-1,1 1,-1 0,0 0,1 0,-1 0,1 0,-1-1,1 1,0 0,0 0,1-1,47-57,-28 42,1 1,0 1,2 1,-1 1,23-8,-45 21,0 0,-1 1,1-1,0 0,0 1,0-1,0 1,-1-1,1 1,0 0,0-1,0 1,0 0,0 0,0 0,0-1,0 1,0 0,0 0,0 1,0-1,0 0,0 0,0 0,0 0,0 1,0-1,-1 1,1-1,0 0,0 1,0 0,0-1,-1 1,1-1,0 1,0 0,-1 0,1-1,-1 1,1 0,-1 0,1 0,-1 0,1-1,-1 1,0 0,1 0,-1 0,0 0,0 0,0 0,0 0,0 0,0 0,0 1,4 24,0 0,2 0,1-1,1 0,1 0,1-1,11 19,-21-42,1 0,-1 0,0 0,1 0,-1 0,1 0,-1 0,1 0,0 0,-1 0,1 0,0 0,0 0,-1 0,1-1,0 1,0 0,0-1,0 1,0-1,0 1,0-1,0 1,0-1,1 0,-1 1,0-1,0 0,0 0,0 0,0 0,2 0,4-6</inkml:trace>
  <inkml:trace contextRef="#ctx0" brushRef="#br0" timeOffset="61294.306">3371 1551,'-16'-7,"-10"-2,-4 5,-5 7,-3 7,5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0:25.5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0,'16'12,"17"3,13-1,9-2,4-4,1-3,-8-2,-12-2</inkml:trace>
  <inkml:trace contextRef="#ctx0" brushRef="#br0" timeOffset="188.889">174 201,'-2'13,"3"10,11 3,13-4,15-4,17-9,17-7,15-9,7-6,-13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0:21.5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159 361,'-5'5,"-1"1</inkml:trace>
  <inkml:trace contextRef="#ctx0" brushRef="#br0" timeOffset="1542.312">119 54,'-8'31,"1"1,2-1,1 1,0 25,1-13,-27 215,-16 24,34-191,13-91,-1 0,1-1,0 1,-1-1,1 1,0-1,-1 1,1-1,0 1,0-1,-1 0,1 1,0-1,0 0,0 0,-1 0,1 0,0 1,0-1,0 0,0 0,-1 0,1-1,0 1,0 0,0 0,-1 0,1-1,0 1,0 0,0-1,-1 1,1-1,0 1,-1-1,1 1,0-1,-1 1,1-1,-1 1,1-1,-1 0,1 0,-1 1,1-1,-1 0,0 0,1 1,-1-1,0 0,0 0,2-1,9-8,0 1,1 0,0 0,1 1,0 0,0 2,0-1,1 1,0 1,0 1,1 0,1 0,42-6,0 2,1 2,24 3,-63 2,0-1,-7-1</inkml:trace>
  <inkml:trace contextRef="#ctx0" brushRef="#br0" timeOffset="1941.963">600 509,'-5'6,"0"1,0-1,1 1,0 0,0 0,0 1,1-1,0 1,1-1,0 1,0 0,0 0,1 0,0 0,1 0,0 1,0-1,1 0,28 145,-29-150,0 0,1 0,-1 0,0 0,1 0,0 0,0 0,0 0,0-1,0 1,0 0,1-1,-1 1,1-1,0 1,0-1,0 0,0 0,0 0,0 0,1 0,-1 0,1-1,-1 1,1-1,-1 0,1 1,0-1,0 0,0-1,0 1,-1 0,1-1,0 0,2 0,5-5,-1-1,0 0,0-1,0 0,-1-1,0 0,-1 0,0-1,0 1,0-1,0-3,-6 10,20-29,-2 0,-1-2,-2 0,11-32,-17 43,-10 22,0 0,0 1,0-1,0 0,0 0,0 0,1 1,-1-1,0 0,0 0,0 0,0 1,0-1,1 0,-1 0,0 0,0 0,0 1,1-1,-1 0,0 0,0 0,0 0,1 0,-1 0,0 0,0 0,1 0,-1 0,0 1,0-1,1 0,-1-1,0 1,0 0,1 0,-1 0,0 0,0 0,0 0,1 0,-1 0,0 0,0 0,1 0,-1-1,0 1,0 0,0 0,0 0,1 0,-1-1,0 1,0 0,0 0,0 0,0-1,0 1,1 0,-1 0,0-1,0 1,0 0,0 0,0 0,0-1,0 1,5 22,-5-20,6 34,-3-12,1 1,1-1,1 0,1 0,1-1,1 0,1 0,8 11,-3-13</inkml:trace>
  <inkml:trace contextRef="#ctx0" brushRef="#br0" timeOffset="2330.38">1122 602,'0'-1,"0"0,1 0,-1 0,0 0,1 0,-1 0,1 0,0 0,-1 0,1 0,0 0,0 0,-1 0,1 1,0-1,0 0,0 1,0-1,0 0,0 1,0-1,0 1,0 0,0-1,0 1,0 0,0 0,0-1,1 1,-1 0,0 0,0 0,0 0,0 1,0-1,0 0,1 0,-1 1,0-1,0 1,0-1,0 1,0-1,0 1,0-1,0 1,-1 0,1 0,0-1,0 1,-1 0,1 0,0 0,7 12,-1 1,-1-1,0 1,-1 0,0 1,-1-1,0 1,-2 0,2 10,3 17,-6-39,22 70,-22-72,0 1,0-1,-1 0,1 1,0-1,0 0,0 0,0 1,1-1,-1 0,0 0,0 0,1 0,-1-1,1 1,-1 0,1 0,-1-1,1 1,-1-1,1 0,-1 1,1-1,-1 0,1 0,0 0,-1 0,1 0,0 0,-1 0,1-1,-1 1,1 0,-1-1,1 0,-1 1,1-1,-1 0,1 0,-1 0,0 1,0-1,1-1,11-9,-2-1,1 0,-2-1,0 0,0 0,-1-1,-1 0,0-1,-1 0,-1 0,5-15,22-117,-34 158,0 0,1-1,0 1,1 0,0 0,0 0,1-1,1 1,0-1,0 0,1 1,1-1,-1-1,1 1,1-1,0 0,0 0,2 0,67 22,-35-24</inkml:trace>
  <inkml:trace contextRef="#ctx0" brushRef="#br0" timeOffset="2970.136">2004 402,'-6'-2,"-1"0,1 1,-1 0,1 0,-1 1,0 0,1 0,-1 0,1 1,-1 0,1 0,-1 0,1 1,0 0,-1 0,1 1,0 0,1 0,-1 0,0 1,0 1,-6 3,1 1,1 0,-1 1,1 0,1 1,0 0,1 0,0 1,-3 5,7-8,-1-1,1 1,0 0,1 1,0-1,1 1,0-1,0 1,1 0,1-8,0 1,0-1,0 0,0 0,0 1,1-1,-1 0,1 0,-1 0,1 0,0 1,0-1,0 0,0 0,0 0,0-1,1 1,-1 0,0 0,1-1,0 1,-1-1,1 1,0-1,0 0,0 0,0 1,0-1,0-1,0 1,0 0,0 0,0-1,0 1,1-1,-1 0,0 0,0 0,1 0,-1 0,0 0,6 0,-1-1,0 0,1 0,-1 0,0-1,0 0,0-1,0 1,0-1,0-1,-1 1,0-1,0-1,0 1,0-1,0 0,4-4,72-104,-68 104,-10 33,25 330,-18-269,12 79,-3 96,-19-252,0 5,0 0,-1 0,0 1,-1-1,0 0,-1 0,-1 0,0-1,-1 1,0 0,-1-1,-4 8,8-18,1-1,-1 1,0-1,0 1,0-1,0 1,-1-1,1 0,0 0,-1 1,1-1,0 0,-1 0,1 0,-1-1,0 1,1 0,-1 0,0-1,1 1,-1-1,0 0,0 1,1-1,-1 0,0 0,0 0,1 0,-1-1,0 1,0 0,1-1,-1 1,0-1,1 1,-1-1,0 0,1 0,-1 0,1 0,-2-1,-46-61,36 27,1 1,2-2,2 1,1-2,2 1,1 0,2-1,2 0,1 1,2-1,3-11,2-3,2 0,2 1,2 1,2 0,3 1,1 0,3 2,2 1,2 1,1 1,3 1,7-5,60-41,-97 87,0 1,0 0,0 0,1 0,-1 0,0 0,0 0,1 0,-1 0,0 0,1 1,-1-1,1 1,-1-1,1 1,-1-1,1 1,-1 0,1 0,-1 0,1 0,-1 0,1 0,0 0,-1 0,1 0,-1 1,1-1,-1 1,1-1,-1 1,0 0,1-1,-1 1,0 0,1 0,-1 0,0 0,0 0,0 0,0 1,0-1,0 0,0 0,0 1,0-1,-1 0,1 1,-1-1,1 1,-1-1,1 1,-1-1,0 1,3 20,-1 0,-2 0,0 0,-1 0,-1 0,-1 0,-2 3,0 13,1-12,1-16,1 0,0 0,1 1,0-1,1 1,0-1,0 1,1-1,1 1,0-1,0 0,1 1,0-1,3 5,-4-12,0-1,0 1,0-1,0 0,1 0,-1 0,0 0,1-1,-1 1,1-1,0 1,0-1,-1 0,1 0,0 0,0 0,0-1,0 1,0-1,0 0,0 0,0 0,0 0,0 0,0-1,0 1,0-1,0 0,0 0,0 0,0 0,-1 0,1-1,0 1,-1-1,2-1,18-16</inkml:trace>
  <inkml:trace contextRef="#ctx0" brushRef="#br0" timeOffset="3804.85">2244 1,'-1'4,"1"1,-1 0,1 0,0 0,0 0,0 0,0-1,1 1,0 0,0 0,0 0,1-1,0 1,0-1,0 1,0-1,0 0,1 0,0 0,0 0,0 0,0-1,1 1,0-1,-1 0,1 0,0 0,3 1,14 8,0 0,1-2,0 0,0-2,6 2,-22-8,10 2,0 0,0 2,-1 0,0 0,0 2,0 0,-1 0,0 2,-1-1,0 2,-1 0,0 0,0 1,-1 1,-1 0,8 13,-9-6,-2 1,-1 0,0 0,-2 0,0 1,-2-1,0 1,-1 0,-1 3,8 89,-8-111,0-1,0 1,0 0,0-1,1 1,-1 0,1-1,-1 1,1-1,0 1,0-1,0 1,0-1,1 1,-1-1,1 0,-1 0,1 0,0 0,0 0,0 0,0 0,0-1,0 1,0-1,1 1,-1-1,0 0,1 0,-1 0,1 0,-1 0,1-1,0 1,-1-1,1 0,1 0,5-3,0-1,-1 0,0-1,0 0,0 0,-1-1,1 0,-1 0,-1-1,1 0,-1 0,0-1,-1 1,0-1,0 0,-1-1,0 1,3-9,-1 2,0-1,-1 0,-1 0,-1-1,0 0,0-14,-4 43,4 109,-2-115,0 1,1 0,0-1,0 1,0-1,0 0,1 0,0 0,1 0,-1 0,1-1,0 0,0 1,1-1,0-1,-1 1,2-1,3 4,-5-7,-1 1,0-1,0 0,0 0,1 0,-1 0,1-1,-1 1,1-1,-1 0,1 0,-1 0,0 0,1-1,-1 1,1-1,-1 0,0 0,1 0,-1 0,0-1,0 0,0 1,0-1,0 0,0 0,-1-1,1 1,1-2,64-83,-46 44,-21 43,0 0,0 0,0 0,-1 1,1-1,0 0,0 0,0 0,-1 1,1-1,0 1,-1-1,1 0,0 1,-1-1,1 1,0-1,-1 1,1 0,-1-1,1 1,-1 0,1-1,-1 1,0 0,1-1,-1 1,0 0,0 0,1-1,-1 1,0 0,0 0,0 0,0-1,0 1,0 0,0 0,0 0,0-1,0 1,-1 0,1 0,0 0,-1-1,1 1,0 0,-1-1,3 9,-2-2,1-1,0 1,0 0,1-1,0 1,0-1,0 1,1-1,0 0,0 0,1 0,0-1,0 1,0-1,0 0,1 0,0 0,0-1,0 1,1-1,0-1,-1 1,1-1,0 0,1 0,-1 0,0-1,1 0,0-1,-1 1,1-1,0-1,0 1,2-3,-1-1,1 0,-1 0,1-1,-1 0,-1-1,1 1,0-1,-1-1,0 0,-1 0,1 0,-1 0,0-1,-1 0,1-1,-1 1,-1-1,0 0,0 0,0 0,-1-1,0 1,-1-1,0 0,0 0,-1 0,0-7,1 7,0-1,-1 0,0 0,-1 0,0 0,-1 0,0 0,-1 0,0 1,0-1,-1 0,0 1,0 0,-3-3,5 11,-1-1,1 1,-1-1,1 1,-1 0,0-1,0 1,0 0,0 0,0 1,0-1,0 0,0 1,0-1,0 1,0 0,0-1,0 1,0 0,0 0,-1 0,1 1,0-1,0 1,0-1,0 1,0-1,0 1,0 0,0 0,0 0,1 0,-1 0,0 1,0-1,1 1,-1-1,1 1,0-1,-1 1,1 0,0-1,0 1,0 0,0 0,0 0,0 0,0 2,-7 8,1 1,1 0,0 1,0-1,1 1,1 0,0 0,1 0,1 1,0-1,1 1,0 0,2-1,-1 1,2 0,0 0,0-7,1-1,-1 0,1 0,1 0,-1 0,1 0,0-1,1 1,0-1,0 0,0-1,0 1,1-1,0 0,0 0,1-1,-1 0,1 0,0 0,0-1,0 0,0-1,1 1,-1-2,4 2,18 3,0-1,1-2,-1-1,1-1,27-3,31-4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18:32.8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4240 220,'4'11,"3"11,-2 13,0 12,-1 9,-2 6,-4 3,-3-2,-1-4,-1-8,-1-17,3-21,0-13</inkml:trace>
  <inkml:trace contextRef="#ctx0" brushRef="#br0" timeOffset="491.245">4240 260,'-2'-19,"-3"-20,1-1,3 1,3-35,-2 72,0 0,1 0,-1-1,1 1,-1 0,1 0,0 0,0 0,0-1,0 1,1 1,-1-1,0 0,1 0,-1 0,1 1,0-1,-1 1,1-1,0 1,0 0,0 0,0 0,0 0,0 0,1 0,-1 0,0 1,0-1,1 1,-1 0,0-1,0 1,1 0,-1 0,0 1,1-1,-1 0,2 1,7 1,0 0,0 1,0 0,-1 1,1 0,-1 0,0 1,-1 1,1-1,-1 2,0-1,0 1,-1 1,0-1,0 1,-1 1,0-1,0 1,-1 1,0-1,-1 1,0 0,0 0,-1 1,-1-1,0 1,1 6,-4-8,0 0,0-1,-1 1,-1 0,1-1,-1 1,-1-1,0 0,0 0,0 0,-1 0,0 0,-1-1,0 0,0 0,0 0,-1-1,0 1,0-1,-4 2,-1 2,-1-1,0 0,-1-1,0 0,0-1,-1 0,0-1,0-1,0 0,-1-1,-4 1,35-9,-1 1,1 1,0 0,0 1,-1 1,1 0,0 2,0-1,-1 2,1 0,-1 1,0 1,0 0,0 1,0 0,-1 1,2 3,-9-5,1 1,-1 1,-1 0,1 0,-1 0,0 1,-1-1,0 1,0 1,-1-1,0 1,0 0,-1 1,-1-5,-1 0,0 0,0 0,0 0,0 0,-1 0,0 0,0 0,0 0,-1 0,0 0,0 0,0 0,0 0,-1 0,0 0,0 0,0-1,-1 1,1-1,-1 0,0 1,0-1,-4 3,-4 1,0 0,-1 0,0-1,0 0,-1-1,0-1,0 0,0-1,-1 0,1-1,-1 0,0-1,0-1,0 0,0-1,0-1,0 0,-10-2,18 3,1-1,0 0,0 0,0 0,0 0,0-1,0 0,0 0,0 0,1-1,-1 1,1-1,0 0,0 0,0-1,0 1,0-1,1 0,-1 0,1 0,0-1,0 1,1-1,0 1,-1-1,0-4,0-19</inkml:trace>
  <inkml:trace contextRef="#ctx0" brushRef="#br0" timeOffset="988.223">4787 220,'20'-12,"-1"2,1 0,1 1,0 1,0 1,1 1,-1 1,1 0,0 2,1 1,-1 0,22 2,-40 0,-1-1,1 1,-1 0,1 0,-1 0,1 0,-1 1,1-1,-1 1,1 0,-1 0,0 0,1 0,-1 1,0-1,0 1,0 0,0 0,0 0,0 0,-1 1,1-1,-1 1,0-1,1 1,-1 0,0 0,-1 0,1 0,0 0,-1 1,0-1,0 0,0 1,0-1,0 0,-1 1,1 0,-1-1,0 3,-6 5,0-1,-1 1,0-1,0 0,-1 0,-1-1,1 0,-1-1,-1 0,0 0,0-1,0-1,-1 1,0-1,-1-1,-62 36,72-34,19-8,-12 0,21-2,-12 0,0 1,0 0,0 1,1 0,-1 1,0 1,0 0,0 1,0 1,0 0,0 1,-1 0,1 1,-1 0,0 1,4 3,-13-5,0 0,0 1,0-1,0 1,-1-1,1 1,-1 0,-1 0,1 1,-1-1,0 0,0 1,0 0,-1-1,0 1,0 0,0 0,-1 0,0-1,0 1,0 0,-1 0,0 0,0 0,0-1,-1 1,-2 4,1 0,-1-1,0 1,-1-1,0 0,-1 0,0 0,0-1,-1 1,0-2,0 1,-1-1,0 0,0-1,-1 0,-1 1,1-2,0 0,0 0,0-1,-1-1,1 0,-1 0,0 0,0-2,0 1,0-1,0 0,-1-1,1-1,0 1,0-2,0 1,0-1,0-1,0 0,1 0,-1-1,-1-1,9 4,0-1,0 1,0 0,0-1,0 1,1-1,-1 0,1 1,-1-1,1 0,0 0,0 0,0 0,0 0,0 0,0 0,0 0,0-1,1 1,0 0,-1-1,2-10</inkml:trace>
  <inkml:trace contextRef="#ctx0" brushRef="#br0" timeOffset="-2023.148">1954 2158,'29'180,"89"499,17 4,-97-519,-11-54,-4 2,4 86,1 344,-26-420,-6-1,-5 0,-5-1,-12 35,-147 632,141-611,8 2,7 1,9 0,7 11,10 534,-5-629,37 495,-27-485,64 666,-33-116,-25-313,26 276,-23-397,-6 133,-19 343,-38 39,34-603,0-14,5 1,6 9,7-63,-4-49</inkml:trace>
  <inkml:trace contextRef="#ctx0" brushRef="#br0" timeOffset="-621.491">2007 2078,'42'8,"121"-2,1-7,79-13,-107 5,1804-49,-522 46,-1160 4,816-12,-1029 20</inkml:trace>
  <inkml:trace contextRef="#ctx0" brushRef="#br0" timeOffset="8061.894">7315 2025,'73'-12,"306"10,201 11,101 17,-336-21,-343-5,-1 0,1-1,-1 1,1 0,0 0,-1 0,1 1,-1-1,1 0,-1 1,1-1,-1 1,1-1,-1 1,1 0,-1-1,0 1,1 0,-1 0,0 0,0 0,1 0,-1 0,0 1,0-1,0 0,-1 0,1 1,0-1,0 1,-1-1,1 1,-1-1,1 1,-1-1,0 1,1-1,-1 1,0-1,0 1,0 0,0-1,-1 1,25 263,-24 425,-27-270,14-104,-1-48,14 341,6-471,16 87,3 18,24 289,-41-320,-10 68,1-263,-12 481,29-64,69 385,-73-670,6-1,13 31,-11-83,-5 0,-4 1,-3 49,1 255,23 32,38 696,-49-651,-9 50,-11-237,13 90,-7-229,19 100,-17-179,8 127,-9 156,7-60,0-155,-5 136,16 101,-12-119,27 235,-34-185,12 33,-19-329,-1-1,1-1,0 1,1-1,0 1,1-1,0 0,1 1,3 6,-6-16,1-1,0 1,0-1,-1 0,1 1,0-1,0 0,1 0,-1 0,0 0,0 0,0 0,1 0,-1 0,0 0,1 0,-1-1,1 1,-1-1,1 1,-1-1,1 1,0-1,-1 0,1 0,-1 0,1 0,10-1</inkml:trace>
  <inkml:trace contextRef="#ctx0" brushRef="#br0" timeOffset="11174.319">2368 13589,'13'501,"-2"-239,22 95,-13-63,-15 244,-7-285,-8 53,7 32,29-164,-25-158,-1-15,-1 1,1 0,0-1,0 1,-1 0,1-1,0 1,1 0,-1-1,0 1,0 0,1-1,-1 1,1 0,-1-1,1 1,0-1,-1 1,1-1,0 1,0-1,0 0,0 1,1-1,-1 0,0 0,0 0,1 0,-1 0,1 0,-1 0,1 0,-1 0,1-1,-1 1,1-1,0 1,-1-1,1 0,0 0,-1 1,1-1,0 0,105-32,-69 26,0 1,0 2,0 2,29 3,-9 0,700-1,-288 26,-308-27,215 10,24 6,187-24,-496 6,493 12,93 3,354 53,-157-64,-439-30,-224 43,33-7,-19-2,-138-7,-65-2,-14 1</inkml:trace>
  <inkml:trace contextRef="#ctx0" brushRef="#br0" timeOffset="12087.354">10162 16155,'-3'0,"0"0,-1 1,1-1,-1 1,1 0,-1 0,1 0,0 0,0 0,-1 1,1-1,0 1,0 0,1 0,-1 0,0 0,1 1,-1-1,1 1,0 0,0-1,0 1,0 0,0 0,0 0,1 0,0 1,-1-1,1 0,1 1,-1-1,0 0,1 1,0-1,-1 1,1-1,1 1,-1-1,0 1,1-1,0 3,27 122,33 134,-56-242,-1 1,0-1,-1 1,-2 0,0 1,-1-1,-2 12,1-31,1 0,-1-1,0 1,0 0,0 0,0-1,-1 1,1-1,0 1,-1-1,1 1,-1-1,1 0,-1 0,0 0,1 0,-1 0,0 0,0 0,0-1,1 1,-1-1,0 1,0-1,0 0,0 1,0-1,0 0,0 0,0-1,0 1,0 0,0-1,0 1,-1-1,-8 0,-93-2,34-1</inkml:trace>
  <inkml:trace contextRef="#ctx0" brushRef="#br0" timeOffset="14994.073">2141 2881,'418'25,"249"4,-527-29,50-1,-1 8,45 14,-43 1,2-9,33-8,526-21,-409-3,63-23,-169 15,394-15,-490 35,422-4,84-5,-92-30,-514 46,0 2,-1 2,1 2,-1 2,17 6,-3-2,0 0,-49-12</inkml:trace>
  <inkml:trace contextRef="#ctx0" brushRef="#br0" timeOffset="16573.538">256 2386,'-4'18,"0"1,1 0,1 0,1 0,1 0,1 5,-2 23,-22 170,20-206,2-24,-40-345,30 249,11 108,0-1,0 0,1 0,-1 0,0 0,1 0,-1 0,1 0,0 1,0-1,-1 0,1 0,0 1,0-1,1 1,-1-1,0 1,1-1,-1 1,0 0,1 0,0-1,-1 1,1 0,0 0,-1 1,1-1,0 0,0 1,0-1,-1 1,3-1,65 0,-59 2,-1-1,0 0,-1 0,1 1,-1 1,0 0,1 0,-1 0,0 1,0 0,0 1,-1-1,1 2,-1-1,0 1,0 0,0 0,-1 1,0 0,0 0,0 1,-5-2,0 0,-1 1,1-1,-1 0,0 1,-1-1,1 0,-1 1,0-1,0 0,-1 0,0 0,0 0,0 0,0 0,-1 0,0-1,0 1,0-1,0 0,-1 0,1 0,-1 0,0-1,0 1,-1-1,-1 1,-19 19,-1-1,-1-2,-1 0,-1-2,-14 7,55-30,0 0,0 1,1 1,0 0,0 1,0 0,6 1,-14 0,0 1,0 0,0 0,0 0,1 1,-1-1,0 1,0 0,0 1,-1-1,1 1,0 0,0 0,-1 1,0-1,1 1,-1 0,0 0,0 1,0-1,-1 1,1 0,-1 0,1 1,-1 1,0 0,-1 0,0 1,0-1,0 0,-1 1,0-1,0 1,0 0,-1-1,0 1,-1-1,1 1,-1 0,0-1,-1 1,0-1,0 0,0 1,-1-1,0 0,0-1,0 1,-1 0,-4 4,2-1,-1-1,0 0,0 0,-1 0,0-1,-1 0,0-1,0 0,0-1,0 1,-1-2,0 1,0-1,0-1,-9 2,17-4,0-1,0 0,0 1,-1-1,1 0,0 0,0 0,0 0,0-1,0 1,0-1,0 1,0-1,0 1,0-1,0 0,0 0,0 0,1 0,-1-1,0 1,1 0,-1-1,1 1,-1-1,1 0,-1 1,1-1,0 0,0 0,0 1,0-1,1 0,-1 0,0 0,1 0,-1 0,1-1,0 1,-1 0,1 0,0 0,1 0,-1 0,0 0,0 0,1 0,0-1,3-20</inkml:trace>
  <inkml:trace contextRef="#ctx0" brushRef="#br0" timeOffset="17095.759">591 2413,'8'-3,"0"0,0 1,0 0,0 1,1 0,-1 0,0 0,1 1,-1 1,1-1,-1 1,8 2,-13-2,0 1,0-1,0 0,0 1,-1 0,1 0,-1 0,1 0,-1 0,0 0,1 0,-1 1,-1-1,1 1,0 0,0-1,-1 1,0 0,1 0,-1 0,0 0,-1 0,1 0,0 0,-1 0,0 1,0-1,0 0,0 0,0 0,0 0,-1 0,0 1,0-1,0 0,0 0,0 0,0-1,-1 1,1 0,-1 0,0-1,0 1,0-1,0 0,0 1,-1-1,-66 65,61-51,30-10,-13-4,-2-2,-1 1,0 1,1-1,-1 1,0 1,0-1,0 1,0 0,-1 0,1 0,-1 1,0 0,0 0,0 1,0-1,-1 1,0 0,0 0,0 0,0 1,-1-1,0 1,0 0,-1 0,1 0,-1 0,-1 0,1 1,-1-1,0 1,-1-1,1 1,-1-1,-1 1,1-1,-1 1,0-1,0 0,-2 3,0-2,-1 0,-1 0,1-1,-1 0,0 0,0 0,-1 0,0-1,0 0,0 0,-1-1,1 0,-1 0,0 0,0-1,-1 0,1 0,-1-1,1 0,-1 0,0-1,1 0,-1 0,-5-1,-2 0</inkml:trace>
  <inkml:trace contextRef="#ctx0" brushRef="#br0" timeOffset="17482.027">1059 2452,'0'-2,"0"1,0 4,2 1,3-1,1-2,-1-4,-1-4,-4-1,-1 0,-3 0,-4 2,-2 1,-2 7,2 8,1 1</inkml:trace>
  <inkml:trace contextRef="#ctx0" brushRef="#br0" timeOffset="17791.889">1072 2813,'14'35,"-14"-34,0 0,1-1,-1 1,0-1,1 1,-1 0,1-1,-1 1,1-1,-1 1,1-1,-1 1,1-1,-1 1,1-1,0 0,-1 1,1-1,0 0,-1 1,1-1,0 0,0 0,-1 0,1 0,0 0,-1 0,1 0,0 0,0 0,-1 0,1 0,0 0,-1 0,1-1,0 1,0 0,-1 0,1-1,-1 1,1 0,0-1,-1 1,1-1,-1 1,1-1,-1 1,1-1,11-46,-12 46,0 0,0 0,0-1,0 1,0 0,0 0,0 0,0 0,-1-1,1 1,-1 0,1 0,0 0,-1 0,0 0,1 0,-1 0,0 0,1 0,-1 1,0-1,0 0,0 0,0 1,0-1,0 0,0 1,0-1,0 1,0-1,0 1,0 0,0-1,-1 1,1 0,0 0,0 0,0 0,-1 0,0 0,0 1,0 0,0 0,0 0,0 1,0-1,0 0,0 1,1-1,-1 1,0-1,1 1,-1 0,1 0,0 0,0 0,0 0,0 0,0 0,0 0,0 0,0 0,1 1,0-1,-1 0,1 0,0 1,0-1,0 0,0 1,0-1,1 0,-1 0,1 1,-1-1,1 0,0 0,0 0,0 0,0 0,1 1,9 11</inkml:trace>
  <inkml:trace contextRef="#ctx0" brushRef="#br0" timeOffset="18195.463">1499 2466,'-6'6,"-1"-1,1 1,0 0,0 0,1 0,0 1,0 0,1 0,0 0,0 1,0-1,1 1,0 0,1 0,0 0,0 0,0 0,1 1,1-1,-1 0,1 1,1-1,0 3,-1-4,0-1,1 1,-1-1,2 1,-1-1,1 0,0 1,0-1,0 0,1 0,0 0,0-1,1 1,0-1,0 0,0 0,0 0,1 0,0-1,0 1,0-1,0-1,1 1,-1-1,1 0,0 0,0-1,0 1,1-1,-1-1,0 1,1-1,-1 0,1-1,-1 1,1-1,1-1,0 0,-1-1,1 0,-1-1,1 0,-1 0,0-1,0 1,-1-2,1 1,-1-1,0 0,0 0,0 0,-1-1,1 0,-1 0,-1 0,1-1,-1 0,-1 0,1 0,-1 0,0 0,-1-1,0 1,0-1,0 0,-1 0,0 1,-1-1,0 0,0 0,0 0,-1 0,0 0,-1 1,0-1,0 1,-3-6,1-1,-2 1,0-1,0 1,-1 1,-1-1,0 1,-1 0,0 1,0 0,-2 1,-7-7,14 12,-1 1,0 0,0 1,0-1,0 1,-1 0,1 0,-1 1,0-1,0 1,0 1,0-1,0 1,0 0,0 0,-1 1,1 0,0 0,0 0,-1 1,1 0,0 0,0 1,0-1,0 1,0 1,1-1,-2 1,0 2,1-1,0 1,0 0,0 1,1-1,-1 1,1 0,1 1,-1-1,0 3,-16 28</inkml:trace>
  <inkml:trace contextRef="#ctx0" brushRef="#br0" timeOffset="19865.598">2302 3909,'-1'0,"1"0,0 0,0-1,0 1,-1 0,1-1,0 1,0 0,0-1,0 1,0-1,0 1,0 0,0-1,0 1,0 0,0-1,0 1,0-1,0 1,0 0,0-1,0 1,1 0,-1-1,0 1,0 0,0-1,1 1,-1 0,0 0,0-1,1 1,-1 0,0 0,0-1,1 1,-1 0,0 0,1 0,-1 0,0-1,1 1,-1 0,1 0,-1 0,0 0,1 0,-1 0,0 0,1 0,-1 0,0 0,1 0,-1 0,1 0,-1 0,0 0,1 1,-1-1,0 0,1 0,-1 0,0 0,1 1,-1-1,0 0,0 0,1 1,-1-1,1 0,69-8,1 3,-1 4,1 2,0 3,-1 4,31 8,63 12,141 3,358-25,-398-9,942 4,-607 13,821-15,-885-13,396 14,-931 1,0-1,0 0,0 0,0 1,0-1,0 0,0 0,0 0,0 0,0 0,0 0,0-1,0 1,0 0,0 0,0-1,0 1,0-1,0 1,0-1,0 1,0-1,0 1,0-1,-1 0,1 0,0 1,-1-1,1 0,0 0,-1 0,1 0,-1 0,1 0,-7-4</inkml:trace>
  <inkml:trace contextRef="#ctx0" brushRef="#br0" timeOffset="21027.283">349 3522,'6'28,"0"0,-3-1,0 1,-1 1,-2-1,-1 0,-1 0,-2 0,-1 3,0 10,2-32,3-26,1-295,-1 297,1 0,1 0,0 0,1 0,0 1,2-1,3-8,-7 19,1 1,-1-1,1 0,0 1,1-1,-1 1,0-1,1 1,0 0,0 0,0 0,0 1,0-1,1 1,-1 0,1 0,-1 0,1 0,0 0,0 1,0 0,0-1,0 2,0-1,0 0,0 1,0 0,0 0,3 0,-2 1,0 1,0 0,0 0,0 0,0 0,-1 1,1-1,-1 1,0 0,0 1,0-1,0 1,0 0,-1 0,0 0,0 0,0 1,0-1,-1 1,1-1,-1 1,-1 0,1 0,0 0,-1 0,0 0,-1 1,1-1,-1 0,0 0,0 0,0 1,-1-1,0 0,0 0,0 0,-1 0,1 0,-1 0,0 0,-1 0,1-1,-3 3,0 1,0-1,0 0,-1 0,0-1,0 0,-1 0,0 0,0-1,0 0,-1 0,1-1,-1 0,0 0,-1-1,74 9,-53-9,-1 1,0 0,-1 1,1 0,-1 0,0 1,0 0,-1 1,0 0,0 1,6 6,-12-10,1-1,-1 1,-1-1,1 1,0 0,-1 0,0 1,0-1,0 0,-1 1,1-1,-1 1,0-1,0 1,-1 0,1-1,-1 1,0 0,0-1,-1 1,1 0,-1-1,0 1,0-1,-1 1,0-1,1 1,-1-1,-1 0,1 1,-5 4,1-1,-2 1,1-1,-1-1,0 1,0-1,-1-1,0 1,-1-1,1-1,-1 0,0 0,0-1,0-1,-1 1,0-2,1 1,-3-1,-23-12,26 0</inkml:trace>
  <inkml:trace contextRef="#ctx0" brushRef="#br0" timeOffset="21542.223">831 3428,'20'-3,"-14"2,1-1,-1 1,1 0,-1 1,1-1,0 1,-1 1,1-1,-1 1,1 0,4 2,-9-1,0 1,0-1,0 1,0-1,-1 1,1 0,-1-1,1 1,-1 0,0 0,0 0,0 0,-1 0,1 1,-1-1,0 0,0 0,0 0,0 0,0 0,-1 1,1-1,-1 0,0 0,0 0,0 0,0 0,-1-1,1 1,-1 0,1 0,-1-1,0 1,-1 0,-37 40,39-42,1 0,0 0,0 0,-1 0,1-1,0 1,0 0,0 0,0 0,0 0,1 0,-1 0,0 0,0 0,0-1,1 1,-1 0,1 0,-1 0,0 0,1-1,-1 1,1 0,0-1,-1 1,1 0,0-1,-1 1,1-1,0 1,0-1,-1 1,1-1,0 1,0-1,0 0,0 1,0-1,-1 0,1 0,0 0,0 0,0 0,0 0,0 0,0 0,7 3,1 0,0 1,0 0,0 1,0 0,0 0,-1 0,0 1,0 1,-1-1,0 1,0 0,-1 1,1 0,-1 0,-1 0,0 1,0-1,-1 1,0 1,0 0,-3-6,-1 0,0-1,0 1,0-1,0 1,-1-1,0 1,1-1,-1 1,0-1,-1 1,1-1,-1 0,1 0,-1 0,0 0,0 0,0 0,0 0,-1 0,1-1,-1 0,0 1,0-1,0 0,0 0,0 0,-1 0,-94 38,96-39,-2 1,1-1,-1 1,1-1,-1 0,1 0,-1 0,1 0,-1-1,0 0,1 1,-1-1,0-1,0 1,1 0,-1-1,1 0,-1 0,0 0,1 0,0-1,-1 1,1-1,-1 0,-1-9</inkml:trace>
  <inkml:trace contextRef="#ctx0" brushRef="#br0" timeOffset="21867.881">1338 3428,'-11'12,"-2"3,4-1,6-2,5-4,5-5,1-5,2-6,-1-2,-2-3,-5-1,-4 2,-5 3,-3 3,-2 5,0 7,3 2</inkml:trace>
  <inkml:trace contextRef="#ctx0" brushRef="#br0" timeOffset="22146.137">1325 3802,'3'0,"2"-4,3-7,1-3,-3-1,-1-3,-1-1,-5 3,-3 4,-4 4,-3 8,-2 7,2 6,2 3,4 2,5-1,5-3</inkml:trace>
  <inkml:trace contextRef="#ctx0" brushRef="#br0" timeOffset="22495.406">1593 3629,'14'-40,"2"0,2 2,1 0,11-15,1-1,20-45,-43 95,-11 22,3-17,-10 44,2 1,2 0,2 0,1 0,3 0,2 0,4 16,3-14,-4-28,-1 1,-1 0,-1 0,-1 0,-1 13,-15-4,4-23</inkml:trace>
  <inkml:trace contextRef="#ctx0" brushRef="#br0" timeOffset="22782.641">1647 3856,'9'-5,"12"0,14-3,10 0,6 2,4 2,-3 1,-10 2</inkml:trace>
  <inkml:trace contextRef="#ctx0" brushRef="#br0" timeOffset="24436.295">2342 15715,'0'0</inkml:trace>
  <inkml:trace contextRef="#ctx0" brushRef="#br0" timeOffset="25701.708">2342 15715,'1'2,"0"0,0 0,0 0,0 0,1 0,-1 0,1 0,-1-1,1 1,-1 0,1-1,0 1,0-1,0 0,0 0,0 0,0 0,0 0,0 0,1 0,-1-1,0 1,0-1,1 1,0-1,0 1,67 15,1-2,0-4,0-2,19-4,648-4,-301-8,-294 8,229-1,26-18,-322 12,107-9,1 7,40 9,817 13,-697-14,403 2,-198 38,-393-34,0 6,53 15,-126-14,0-3,76-3,217 17,32-20,-335 8,-67-10</inkml:trace>
  <inkml:trace contextRef="#ctx0" brushRef="#br0" timeOffset="27062.828">16 16048,'25'233,"-29"-204,4-28,0-1,0 0,0 1,0-1,0 0,0 1,0-1,-1 1,1-1,0 0,0 1,0-1,0 1,0-1,-1 0,1 1,0-1,0 0,0 1,-1-1,1 0,0 0,-1 1,1-1,0 0,0 0,-1 1,1-1,-1 0,1 0,0 0,-1 0,1 1,0-1,-1 0,1 0,-1 0,1 0,0 0,-1 0,1 0,-1 0,1 0,0 0,-1 0,1 0,0-1,-1 1,1 0,-1 0,1 0,0 0,-1-1,1 1,0 0,-1 0,1-1,0 1,0 0,-1-1,1 1,0 0,0-1,0 1,-1 0,1-1,-3-6,0 0,0 0,1 0,0-1,0 1,1-1,0 0,0 1,1-1,0 0,0 0,1 0,-1-2,-2-10,2 0,1 0,0 0,2 0,0 0,1 0,1 1,1-1,0 1,2 0,0 1,1 0,1 0,1 1,0 1,1-1,1 2,10-10,-20 21,0 1,1-1,0 1,-1 0,1 0,1 1,-1-1,0 1,1 0,-1 0,1 0,-1 1,1-1,0 1,0 0,0 1,-1-1,1 1,0 0,0 0,0 0,0 1,0 0,0 0,-1 0,1 0,0 1,-1 0,1 0,-1 0,0 0,0 1,1 0,-2 0,1 0,0 0,-1 1,1-1,2 5,-4-3,0 0,0 0,0 0,-1 1,0-1,0 1,0-1,-1 1,1-1,-1 1,-1-1,1 1,-1-1,0 1,0-1,-1 0,1 1,-1-1,0 0,-1 0,1 0,-1 0,0-1,0 1,-1-1,-2 3,-3 4,-1-1,0 0,0-1,-1 0,0-1,-1 0,0-1,0 0,-1 0,-1-1,-54 9,84-20,0 4,0 0,0 1,0 0,0 1,1 1,-1 1,-1 0,1 1,0 0,-1 2,0 0,0 0,-1 2,0-1,0 2,0 0,-1 1,11 10,-22-18,1 0,-1 1,0-1,0 1,0-1,0 1,0 0,0 0,-1 0,1 0,-1 0,0 0,0 0,0 0,0 1,-1-1,1 0,-1 0,0 1,0-1,0 0,0 1,0-1,-1 0,0 1,0-1,0 0,0 0,0 0,0 0,-1 0,0 0,1 0,-1 0,0-1,-1 1,-10 8,0 0,-1-1,-1-1,0 0,0-1,-1-1,1 0,-2-1,1-1,-1 0,1-2,-1 0,-3 0,11 0,-1-1,1 0,-1-1,1 0,-1 0,1-1,-1 0,0-1,1 0,-1 0,1-1,-1 0,1-1,0 0,-1-1,9 3,0 1,-1-1,1 0,0 0,0 0,-1 0,1 0,0 0,0 0,0-1,0 1,1 0,-1-1,0 1,0 0,1-1,-1 1,1-1,-1 1,1-1,0 1,0-1,-1 1,1-1,0 1,0-1,1 1,-1-1,0 0,0 1,1-1,-1 1,1 0,0-2,7-13</inkml:trace>
  <inkml:trace contextRef="#ctx0" brushRef="#br0" timeOffset="27547.226">537 15942,'10'-3,"-1"1,1 1,-1-1,1 1,0 1,0 0,-1 0,1 1,0 0,-1 1,1 0,-1 0,1 1,-1 1,6 2,-13-5,0-1,0 1,0 0,0 0,0 0,0 0,0 0,0 1,-1-1,1 0,0 1,-1-1,0 1,1 0,-1-1,0 1,0 0,0 0,0 0,0 0,0 0,0 0,-1 0,1 0,-1 0,1 0,-1 0,0 1,0-1,0 0,0 0,0 0,-1 0,1 0,-1 1,1-1,-1 0,0 0,0 0,-7 10,-2-1,1 0,-2-1,1 0,-1-1,-1 0,0 0,0-1,0-1,-1 0,0-1,-3 1,-36 17,52-24,0 0,0 0,1 0,-1 1,0-1,0 0,0 0,0 0,0 0,1 0,-1 0,0 0,0 1,0-1,0 0,0 0,0 0,0 0,1 1,-1-1,0 0,0 0,0 0,0 1,0-1,0 0,0 0,0 0,0 1,0-1,0 0,0 0,0 0,0 0,0 1,0-1,0 0,-1 0,1 0,0 1,0-1,0 0,0 0,0 0,0 0,0 0,-1 1,1-1,0 0,0 0,0 0,0 0,-1 0,1 0,0 0,22 2,-20-2,19-2,1 1,-1 1,1 2,-1 0,1 1,-1 1,0 0,0 2,-1 1,0 1,0 0,0 1,3 4,-20-11,1 0,-1 0,0 0,0 1,0 0,0-1,0 1,0 0,-1 1,1-1,-1 0,0 1,0-1,0 1,-1 0,1 0,-1-1,0 1,0 0,0 0,0 0,-1 0,0 0,0 1,0-1,0 0,0 0,-1 0,0 0,0 0,0 0,0-1,-1 1,0 0,1-1,-1 1,0 0,-2 1,-8 4,1 0,-2 0,1-1,-1 0,-1-1,1-1,-1 0,0-1,-1-1,1 0,-1 0,0-2,-10 1,20-2,-3 1,0-1,-1 0,1 0,-1 0,1-1,-1-1,1 1,0-1,-1-1,-4-1,0-7,8-1</inkml:trace>
  <inkml:trace contextRef="#ctx0" brushRef="#br0" timeOffset="27892.703">1192 16009,'-5'2,"1"-1,1 1,-1-1,1 1,0 0,0 0,-1 0,1 0,0 1,1-1,-1 1,0-1,1 1,-1 0,1 0,0 1,2-3,1 0,0 0,0 0,0 1,0-1,0-1,0 1,0 0,0 0,0 0,0 0,0-1,0 1,1 0,-1-1,0 0,1 1,-1-1,0 1,1-1,-1 0,0 0,1 0,-1 0,0 0,1 0,-1 0,0-1,1 1,-1 0,0-1,1 1,-1-1,1 2,-1-1,1 0,0 0,-1 0,1-1,0 1,-1 0,1-1,-1 1,1-1,0 1,-1-1,1 0,-1 1,0-1,1 0,-1 0,0 0,1 0,-1 0,0 0,0-1,0 1,0 0,0-1,0 1,0-1,-1 1,1-1,0 1,-1-1,1 1,-1-1,0 1,1-1,-1 0,0 1,0-1,0 0,0 1,0-1,-1 0,1 1,0-1,-1 1,1-1,-1 0,1 1,-1-1,0 1,0 0,0-1,0 1,0 0,0-1,0 1,0 0,0 0,-1 0,1 0,0 0,-2 0,2-1,-1 1,1 0,-1 0,0 0,1 1,-1-1,0 0,0 1,1-1,-1 1,0-1,0 1,0 0,0 0,0 0,0 0,1 0,-1 0,0 1,0-1,0 0,0 1,0 0,1-1,-1 1,0 0,1 0,-1 0,0 0,1 0,-1 0,1 1,0-1,-1 0,1 1,-4 10</inkml:trace>
  <inkml:trace contextRef="#ctx0" brushRef="#br0" timeOffset="28162.405">1165 16396,'60'-18,"-58"17,-1 0,1 0,-1 0,0 0,1 0,-1 0,0-1,0 1,0 0,0-1,0 1,0-1,0 1,0-1,-1 1,1-1,-1 1,1-1,-1 0,0 1,1-1,-1 0,0 1,0-1,0 0,0 1,0-1,-1 0,1 1,0-1,-1 0,1 1,-1-1,0 1,0-1,0 0,0 0,-1-1,1 1,-1 0,1 0,-1 0,0 0,0 0,0 1,0-1,0 0,-1 1,1 0,0-1,-1 1,1 0,-1 0,1 0,-1 1,1-1,-1 1,0-1,1 1,-1 0,0 0,1 0,-1 0,0 0,1 1,-1-1,0 1,1 0,-1 0,1 0,-1 0,1 0,0 0,-1 1,1-1,0 1,0 0,0 0,0-1,0 1,1 0,-1 1,0-1,1 0,0 0,-1 1,1-1,0 0,0 1,0 0,1 0,0-1,0-1,0 1,0 0,0-1,1 1,-1-1,1 1,-1-1,1 1,0-1,0 1,-1-1,1 0,0 1,0-1,0 0,1 0,-1 0,0 0,0 0,0 0,1 0,-1 0,1 0,-1 0,1-1,-1 1,1-1,-1 1,1-1,18 7</inkml:trace>
  <inkml:trace contextRef="#ctx0" brushRef="#br0" timeOffset="28659.771">1767 16062,'-14'-112,"13"108,-1 0,1-1,-1 1,0 0,0 0,-1 0,1 1,-1-1,0 1,0-1,0 1,0 0,-1 0,1 0,-1 1,0-1,0 1,0 0,0 0,0 0,0 0,0 1,-4-1,0 1,0 1,-1 0,1 0,0 1,0 0,-1 0,1 1,0 0,0 0,1 1,-1 0,0 1,1 0,0 0,0 0,0 1,0 0,1 0,0 1,0-1,0 1,1 1,0-1,0 1,1 0,0 0,0 0,0 1,1 0,-2 7,4-14,0 1,1 0,-1 0,1 0,0-1,0 1,-1 0,1 0,0 0,1 0,-1 0,0-1,0 1,1 0,-1 0,1 0,-1-1,1 1,0 0,0-1,0 1,0 0,0-1,0 0,0 1,1-1,-1 1,0-1,1 0,-1 0,1 0,-1 0,1 0,0 0,-1 0,1-1,0 1,0-1,-1 1,1-1,0 1,1-1,79-9,35-50,-116 58,0 0,0 1,0-1,0 0,0 0,0 1,0-1,0 1,0-1,0 1,1-1,-1 1,0 0,0-1,0 1,1 0,-1 0,0 0,0 0,1 0,-1 0,0 0,0 0,1 1,-1-1,0 1,0-1,0 0,0 1,0 0,1-1,-1 1,0 0,0-1,-1 1,1 0,0 0,0 0,0 0,0 0,-1 0,1 0,0 0,-1 0,1 0,-1 1,0-1,1 0,-1 1,6 25,-1 1,-1 0,-1 0,-2 21,-1-46,1 7,-1 0,0 0,0 0,-1 0,-1 0,0-1,0 1,0 0,-2-1,1 1,-1-1,0 0,-1 0,0 0,-1-1,0 0,0 0,0 0,-1-1,0 0,-1 0,0 0,1-1,-1-1,1 1,-1-1,0-1,0 1,0-1,-1-1,1 1,-1-2,0 1,0-1,0 0,0-1,-17-18,21 2</inkml:trace>
  <inkml:trace contextRef="#ctx0" brushRef="#br0" timeOffset="29175.584">2128 15995,'1'-4,"0"0,0 0,0 0,-1 0,1 0,-1 0,0 1,0-1,0 0,-1 0,1 0,-1 0,0 0,0 0,0 0,-1 1,1-1,-1 0,0 1,0 0,0-1,-1 1,1 0,-1 0,1 0,-1 0,0 1,0-1,0 1,-1 0,1 0,-1 0,1 0,-1 0,0 1,1 0,-4-1,0 2,0 0,0 0,1 1,-1 0,0 0,0 1,1-1,-1 1,1 1,-1 0,1 0,0 0,0 0,0 1,1 0,-1 0,1 1,0-1,0 1,1 0,-1 1,1-1,0 1,1 0,-1 0,1 0,0 0,1 1,-1-1,1 1,0 1,2-6,0 0,-1 1,1-1,0 0,0 1,1-1,-1 0,0 0,1 1,-1-1,1 0,0 0,0 0,0 0,0 0,0 0,0 0,0 0,1 0,-1 0,1-1,-1 1,1-1,0 1,0-1,0 1,-1-1,1 0,0 0,0 0,1 0,-1 0,0-1,0 1,0-1,1 1,-1-1,2 0,91-3,0-34,-94 37,1-1,0 1,0 0,0 0,-1 0,1 0,0 1,0-1,0 0,0 1,-1-1,1 1,0 0,-1-1,1 1,0 0,-1 0,1 0,-1 0,1 0,-1 1,0-1,0 0,1 1,-1-1,0 1,0-1,0 1,0-1,-1 1,1 0,0-1,-1 1,1 0,-1 1,16 67,-16-68,2 5,-1 1,1-1,-1 1,0 0,-1-1,0 1,0 0,-1 0,0-1,0 1,-1 0,0-1,0 1,0-1,-1 0,-1 0,1 0,-1 0,0-1,0 1,-1-1,0 0,0 0,-1-1,-4 4,-5 0,0-1,-1-1,0 0,0-1,-1-1,1-1,-1 0,-10 0,-11-4,27-6</inkml:trace>
  <inkml:trace contextRef="#ctx0" brushRef="#br1" timeOffset="140829.918">4802 2345,'2'9,"1"8,0 10,-1 9,0 8,-1 6,-1 1,0-4,0-6,0-4,0-7,0-8</inkml:trace>
  <inkml:trace contextRef="#ctx0" brushRef="#br1" timeOffset="141187.152">4654 2293,'-1'-1,"1"1,-1 0,1-1,-1 1,1 0,-1-1,1 1,-1-1,1 1,0-1,-1 1,1-1,-1 1,1-1,0 1,0-1,-1 0,1 1,0-1,0 0,0 1,-1-1,1 1,0-1,0 0,0 1,0-1,0 0,1 1,-1-1,0 0,0 1,0-1,0 1,1-1,-1 0,0 1,1-1,-1 1,0-1,1 1,-1-1,1 1,-1-1,0 1,1-1,0 1,-1 0,1-1,-1 1,1 0,0-1,36-8,-1 6,-1 1,1 1,-1 3,0 0,0 3,0 0,0 3,14 5,-3 9,-46-21,1-1,0 1,0 0,-1-1,1 1,-1 0,1-1,-1 1,1 0,-1 0,1-1,-1 1,1 0,-1 0,0 0,1 0,-1 0,0 0,0-1,0 1,0 0,0 0,0 0,0 0,0 0,0 0,0 0,-1 0,1 0,0-1,-1 1,1 0,0 0,-1 0,1 0,-1-1,1 1,-1 0,0-1,1 1,-1 0,0-1,1 1,-1-1,0 1,0-1,1 1,-1-1,0 1,0-1,0 0,0 0,-21 12,-1-1,0-1,0-2,-1 0,-18 3,4 0,16-5</inkml:trace>
  <inkml:trace contextRef="#ctx0" brushRef="#br1" timeOffset="141810.758">5349 2600,'-3'-4,"-1"0,0 0,0 0,-1 1,1 0,-1-1,1 2,-1-1,0 0,0 1,0 0,0 0,-1 1,1 0,0-1,-1 2,1-1,-1 1,1 0,-1 0,1 0,-1 1,1-1,-1 1,1 1,0-1,0 1,-1 0,1 1,-2-1,0 2,1-1,0 1,-1 0,1 0,1 1,-1-1,1 2,0-1,0 0,0 1,1 0,0 0,0 0,0 0,1 1,0 0,0 0,1-1,0 1,0 1,0-1,1 0,0 4,1-9,0 1,1-1,-1 0,1 1,-1-1,1 0,0 0,0 1,0-1,0 0,0 0,0 0,1 0,-1 0,1 0,-1-1,1 1,0 0,0-1,-1 0,1 1,0-1,0 0,1 0,-1 0,0 0,0 0,0 0,1-1,-1 1,0-1,1 1,-1-1,1 0,-1 0,1 0,3 0,1 0,0-1,-1 0,1 0,-1 0,0-1,1 1,-1-2,0 1,0-1,0 0,4-2,-1-4,0 1,0-1,-1 0,0-1,-1 0,0 0,-1 0,0-1,0 0,-2 0,1-1,-1 1,-1-1,0 0,0 0,-1-7,-4 34,0-8,0 0,0 0,1 1,0-1,0 1,1-1,0 1,0-1,0 1,1-1,1 1,-1-1,1 0,0 1,1-1,0 0,0-1,0 1,1 0,0-1,0 0,2 1,-1-2,1-1,0 0,0 0,0-1,1 1,0-1,-1-1,1 1,0-1,0 0,4 0,19 3</inkml:trace>
  <inkml:trace contextRef="#ctx0" brushRef="#br1" timeOffset="142266.943">5858 2399,'-13'-2,"1"2,-1-1,1 2,-1 0,1 0,-1 1,1 0,0 1,0 1,0 0,0 1,1 0,0 0,0 1,-9 7,19-13,-1 1,1-1,-1 1,1 0,-1 0,1 0,0 0,-1 0,1 0,0 0,0 0,0 1,0-1,0 0,0 1,0-1,0 1,1-1,-1 1,0-1,1 1,-1-1,1 1,0-1,0 1,-1 0,1-1,0 1,0 0,0-1,1 1,-1 0,0-1,1 1,-1-1,1 1,-1-1,1 1,0-1,0 2,7 1,-1 0,1 0,0-1,0 0,1 0,-1-1,1 0,-1-1,1 0,6 0,5 2,-5-1,66 17,-79-18,0 0,1 0,-1 1,0-1,0 1,0-1,0 1,0 0,0-1,0 1,-1 0,1 0,-1 0,1 1,-1-1,0 0,0 1,0-1,0 0,0 1,0-1,-1 1,1-1,-1 1,0 0,0-1,0 1,0-1,0 3,-1-1,0 1,0-1,0 1,0-1,-1 0,1 0,-1 1,0-1,-1 0,1-1,-1 1,1 0,-1-1,0 1,0-1,-1 0,1 0,-1 0,1-1,-1 1,0-1,0 0,0 0,0 0,-1 0,1-1,-1 0,-9 3,-1-1,1 0,0-1,-1-1,1 0,-1-1,-12-2,23 1,5 1</inkml:trace>
  <inkml:trace contextRef="#ctx0" brushRef="#br1" timeOffset="142759.687">6272 2399,'-5'2,"1"0,-1 1,1-1,0 1,0 0,0 1,0-1,0 1,1 0,0-1,-1 1,1 1,1-1,-1 0,1 1,0 0,0-1,0 1,0 0,1 0,0 0,0 0,0 0,1 0,-1 0,1 0,1 0,-1 0,1 1,-1-1,2 0,-1 0,0-1,1 1,0 0,0 0,1-1,-1 1,1-1,2 3,2-1,2 0,-1-1,1 1,-1-2,1 1,1-1,-1-1,1 1,-1-2,1 1,0-1,0-1,0 0,0 0,0-1,0 0,0-1,0 0,0-1,0 0,0 0,-1-1,1 0,-1-1,1 0,-1-1,-1 1,1-2,-1 1,-2-1,0 0,0 0,-1 0,0 0,-1-1,1 0,-1 0,-1 0,1 0,-1-1,0 1,-1-1,0 0,0 0,-1 0,0 0,0 0,0 0,-1 0,-1 0,0 0,0 0,0 0,-1 0,0 0,0 0,-1 1,0-1,-1 0,2 4,-1 1,0-1,1 1,-1 0,0-1,0 1,-1 1,1-1,-1 0,1 1,-1 0,0 0,0 0,0 0,0 1,0-1,0 1,-1 0,1 0,0 1,-1-1,1 1,0 0,-1 0,1 1,0-1,-1 1,-2 1,-3 0,0 1,0 1,1-1,-1 2,1-1,0 1,0 1,1 0,0 0,0 1,-5 4,-18 24,6-1</inkml:trace>
  <inkml:trace contextRef="#ctx0" brushRef="#br1" timeOffset="143480.315">5096 3295,'-5'18,"-1"13,0 10,1 8,2 1,-1 0,-1-4,0-6,-3-9,1-11</inkml:trace>
  <inkml:trace contextRef="#ctx0" brushRef="#br1" timeOffset="143793.568">5055 3201,'6'-3,"0"-1,0 2,0-1,1 0,-1 1,1 1,-1-1,1 1,-1 0,1 0,0 1,0 0,-1 0,1 0,0 1,1 1,4-2,7 1,1 0,-1 1,0 1,0 1,0 1,0 0,12 6,-30-11,0 0,0 0,0 0,0 0,0 1,0-1,0 0,0 0,0 1,-1-1,1 1,0-1,0 1,0-1,0 1,0 0,-1-1,1 1,0 0,-1-1,1 1,0 0,-1 0,1 0,-1 0,1 0,-1-1,0 1,1 0,-1 0,0 0,1 0,-1 0,0 0,0 0,0 0,0 0,0 0,0 0,0 0,-1 0,1 0,0 0,-1 0,1 0,0 0,-1 0,0 1,-72 31,53-27,-169 55,173-54</inkml:trace>
  <inkml:trace contextRef="#ctx0" brushRef="#br1" timeOffset="144354.392">5603 3469,'-5'-10,"5"7,-1 0,0 0,0-1,0 1,0 0,-1 0,1 0,-1 0,0 1,0-1,0 0,0 1,0-1,0 1,-1 0,1 0,-1 0,0 0,1 0,-1 0,0 1,0 0,0-1,0 1,0 0,-1 0,1 1,0-1,0 1,-1-1,1 1,0 0,-3 1,-5 3,0 0,1 1,-1 0,1 1,0 0,1 1,0 0,0 0,0 1,1 0,0 1,1 0,0 0,0 1,1-1,0 1,1 1,-2 3,6-12,0-1,0 1,0 0,0-1,1 1,-1 0,0 0,1 0,-1 0,1-1,0 1,-1 0,1 0,0 0,0 0,0 0,0 0,1 0,-1 0,1 0,-1 0,1 0,0-1,-1 1,1 0,0 0,0-1,0 1,0-1,1 1,-1-1,0 1,1-1,-1 0,1 1,-1-1,1 0,-1 0,1 0,0 0,0 0,0-1,-1 1,1-1,0 1,0-1,0 1,1-1,6 0,1-1,0 0,-1 0,1-1,-1 0,0-1,1 0,-1-1,0 0,-1 0,1 0,-1-1,0-1,0 1,0-2,-1 1,0-1,0 0,-1 0,0 0,0-1,-1 0,0 0,0-1,-1 0,0 1,0-3,-1-2,-8 17,-10 20,11-17,1 0,0 0,0 0,0 1,1-1,0 1,0 0,1 0,0 0,0-1,1 1,0 0,0 0,1 0,0 0,1 2,1-7,-1 0,1-1,0 1,0-1,0 1,0-1,0 0,1 0,-1-1,1 1,-1-1,1 1,0-1,-1 0,1 0,0-1,0 1,0-1,-1 0,1 0,0 0,0-1,0 1,2-1,22-2</inkml:trace>
  <inkml:trace contextRef="#ctx0" brushRef="#br1" timeOffset="144751.438">6098 3349,'-11'-4,"-1"2,1 0,-1 0,0 1,1 0,-1 1,0 0,0 1,1 1,-1-1,1 2,-1 0,1 0,0 1,0 0,0 1,1 1,-7 3,15-8,1 1,-1-1,1 0,-1 0,1 1,-1-1,1 1,0-1,0 1,0 0,0-1,0 1,0 0,0 0,1 0,-1 0,1 0,-1-1,1 1,0 0,0 0,-1 0,1 0,1 0,-1 0,0 0,0 0,1 0,-1 0,1 0,0 0,-1 0,1-1,0 1,0 0,0-1,1 1,-1 0,0-1,2 2,5 1,1-1,0 0,1 0,-1-1,0 0,1 0,-1-1,1 0,-1-1,8-1,-4 2,24-2,57 9,-93-8,0 0,-1 1,1-1,0 0,0 1,0-1,0 0,-1 1,1-1,0 1,0-1,-1 1,1-1,0 1,-1 0,1-1,0 1,-1 0,1-1,-1 1,1 0,-1 0,0 0,1 0,-1-1,0 1,1 0,-1 0,0 0,0 0,0 0,0 0,0 0,0-1,0 1,0 0,0 0,-1 0,1 0,0 0,0 0,-1 0,1-1,-1 1,1 0,-1 0,1-1,-1 1,1 0,-1 0,1-1,-2 1,-36 34,12-19,0-2,-1-1,-1-1,0-1,0-1,-3-1,2-2</inkml:trace>
  <inkml:trace contextRef="#ctx0" brushRef="#br1" timeOffset="145444.582">6660 3428,'186'-166,"-162"149,-76 190,48-149,0 1,2-1,1 1,0-1,2 1,1-1,1 4,-2-27,0 0,-1 1,1-1,-1 0,0 0,1 0,-1 0,0 0,1 0,-1 1,0-1,0 0,0 0,0 0,0 1,-1-1,1 0,0 0,0 0,-1 0,1 0,-1 1,1-1,-1 0,1 0,-1 0,0 0,1 0,-1-1,0 1,0 0,0 0,0 0,0-1,0 1,0 0,0-1,0 1,0-1,0 1,0-1,0 1,0-1,0 0,-1 0,1 0,0 0,0 1,-1-2,-44-8,59 3,272 4,-190 5,-64 0</inkml:trace>
  <inkml:trace contextRef="#ctx0" brushRef="#br1" timeOffset="146247.719">5203 4284,'-12'16,"-3"10,0 9,4 6,5 5,6 1,5 0,3-4,1-4,-1-7,-1-9</inkml:trace>
  <inkml:trace contextRef="#ctx0" brushRef="#br1" timeOffset="146547.016">5109 4177,'2'-3,"1"0,0 0,0 0,0 1,1-1,-1 1,1 0,-1 0,1 0,0 0,-1 1,1-1,0 1,0 0,0 0,0 0,1 1,-1 0,0-1,0 1,0 1,0-1,0 1,0-1,0 1,3 1,-5-2,11 1,0-1,0 2,0 0,-1 0,1 1,-1 1,1 0,-1 1,0 0,-1 0,1 2,-1-1,0 2,-1-1,4 4,-13-9,1-1,-1 1,0 0,1 0,-1 0,0 0,0 0,0 0,-1 0,1 0,0 0,-1 0,0 1,1-1,-1 0,0 0,0 0,0 1,0-1,0 0,-1 0,1 1,-1-1,0 0,1 0,-1 0,0 0,0 0,0 0,0 0,-1 0,1-1,0 1,-1 0,1-1,-1 1,0-1,0 1,1-1,-3 1,-80 45,-54 9,125-46,8-2</inkml:trace>
  <inkml:trace contextRef="#ctx0" brushRef="#br1" timeOffset="147418.322">5577 4498,'-1'-3,"-1"0,1 0,-1 0,1 0,-1 1,0-1,0 1,0-1,0 1,0 0,-1 0,1 0,-1 0,1 0,-1 0,0 1,1-1,-1 1,0 0,0 0,0 0,0 0,0 0,-1 1,1 0,0-1,0 1,0 0,0 0,-1 1,1-1,0 1,-1 0,-3 0,0 1,1-1,-1 1,0 1,1-1,0 1,-1 0,1 1,1 0,-1-1,0 2,1-1,0 1,0 0,0 0,1 0,-1 1,1-1,0 1,1 0,0 0,0 1,0-1,1 1,-1-1,2 1,-1 0,1-1,0 1,0 2,1-7,1 1,-1 0,1-1,-1 1,1-1,0 1,0-1,0 1,0-1,1 1,-1-1,0 0,1 0,0 0,0 0,-1 0,1 0,0 0,0-1,1 1,-1-1,0 1,1-1,-1 0,0 0,1 0,-1 0,1 0,0-1,-1 1,1-1,-1 0,1 1,0-1,1-1,5 1,1 0,-1-1,0 0,1-1,-1 0,0-1,0 0,0 0,5-3,-6 3,-1-1,1 0,0 0,-1-1,0 0,0 0,-1-1,1 1,-1-2,0 1,-1-1,0 1,0-1,0-1,-1 1,0-1,0 0,-1 0,0 0,1-4,-16 26,9-6,0 0,1 1,-1-1,2 1,-1 0,1-1,1 1,-1 0,2 3,-1-10,0 0,0 1,0-1,1 1,-1-1,1 0,0 1,0-1,0 0,0 0,0 0,0 0,1 0,-1 0,1 0,-1 0,1 0,0-1,-1 1,1 0,0-1,0 0,0 1,0-1,1 0,-1 0,0 0,0 0,1-1,-1 1,0-1,1 1,-1-1,1 0,1 0,3 0,0-1,0 1,0-1,0-1,0 0,-1 0,1 0,-1 0,1-1,-1 0,0-1,0 1,0-1,0 0,-1-1,0 1,0-1,0 0,0-1,-1 1,0-1,2-3,9-13,-2-2,-1 1,0-2,-2 0,1-5,-8 22,-3 6,0 0,0 0,1-1,-1 1,1 0,-1 1,1-1,0 0,0 0,0 0,0 0,0 0,0 1,0-1,0 1,1-1,-1 1,1-1,-1 1,1 0,0-1,0 1,-1 0,1 0,0 1,0-1,0 0,0 0,0 1,0-1,0 1,0 0,1 0,79 26,-71-21,0 1,0 1,-1 0,1 0,-1 1,-1 0,0 1,0 0,0 0,-1 1,-1 0,0 0,0 1,-1 0,0 0,0 3,-5-12,0-1,0 0,-1 0,1 1,0-1,-1 0,1 1,-1-1,1 0,-1 1,0-1,1 1,-1-1,0 1,0-1,0 1,0-1,0 1,-1-1,1 1,0-1,-1 0,1 1,-1-1,1 1,-1-1,0 0,0 0,1 1,-1-1,0 0,0 0,0 0,0 0,-1 0,1 0,0 0,0 0,0 0,-1-1,1 1,0-1,-1 1,1 0,-80 7,75-11,6 0</inkml:trace>
  <inkml:trace contextRef="#ctx0" brushRef="#br1" timeOffset="147854.105">6472 4377,'1'0,"0"1,-1-1,1 0,0 0,0 0,-1-1,1 1,0 0,0 0,0 0,-1 0,1-1,0 1,-1 0,1-1,0 1,-1-1,1 1,0-1,-1 1,1-1,-1 1,1-1,-1 0,1 1,-1-1,1 1,-1-1,0 0,1 0,-1 1,0-1,0 0,1 0,-1 1,0-1,0 0,0 0,0 1,0-1,0 0,0 0,0 0,0 1,-1-1,1 0,0 0,0 1,-1-1,1 0,0 1,-1-1,1 0,-1 1,1-1,-1 0,1 1,-1-1,1 1,-1-1,0 1,1-1,-1 1,0 0,1-1,-1 1,0 0,0-1,8 0,1 0,0 1,0 0,0 0,0 1,-1-1,1 2,0-1,-1 1,1 0,-1 1,1 0,-1 0,0 1,0 0,-1 0,6 4,-11-7,0 1,1-1,-1 1,0 0,0-1,0 1,0 0,-1 0,1 0,0 0,-1 0,1 0,-1 0,0 0,0 0,1 0,-1 0,-1 0,1 0,0 0,0 0,-1 0,1 0,-1 0,0 0,1 0,-1-1,0 1,0 0,-1 0,-40 51,33-43,-10 9,12-13,-1 1,2 0,-1 1,1-1,0 1,0 0,1 1,1 0,-1-1,0 4,6-10,0 0,-1 0,1 0,0 0,0 0,1 0,-1 0,0 0,1 0,-1-1,1 1,-1-1,1 1,0-1,0 1,0-1,0 0,0 0,0 0,0 0,0 0,0 0,0-1,0 1,1-1,-1 1,0-1,0 0,1 0,-1 0,0 0,0 0,1-1,1 0,59 2,1-2,-1-4,48-9,-3 0,-65 9,-42 4</inkml:trace>
  <inkml:trace contextRef="#ctx0" brushRef="#br1" timeOffset="149291.467">2422 5126,'27'-12,"40"3,-1 4,1 2,22 5,-16-2,1307 28,303-43,-699 24,-740-8,216-28,104-8,-291 24,-120 8,-170 3,-6 0</inkml:trace>
  <inkml:trace contextRef="#ctx0" brushRef="#br1" timeOffset="149804.588">5135 5461,'-4'15,"-2"13,0 11,1 9,0 6,0 1,1-2,1-6,2-6,0-11</inkml:trace>
  <inkml:trace contextRef="#ctx0" brushRef="#br1" timeOffset="150097.653">5068 5487,'-4'-11,"0"-1,1 0,0 0,1 0,0 0,1 0,0 0,1-10,1 20,0 0,-1-1,1 1,0 0,0 0,0 0,1 0,-1 0,1 0,-1 0,1 0,-1 0,1 1,0-1,0 0,0 1,0 0,0 0,0-1,0 1,1 0,-1 1,0-1,0 0,1 1,-1-1,2 1,71-6,-69 7,6-2,1 0,0 2,-1 0,1 0,-1 1,1 0,-1 1,0 1,0 0,0 1,0 0,-1 0,0 1,0 1,8 6,-17-11,-1 0,1-1,-1 1,1 0,-1 0,0 0,0 1,1-1,-1 0,-1 0,1 1,0-1,-1 0,1 1,-1-1,0 1,0-1,0 1,0-1,0 0,0 1,0-1,-1 1,0-1,1 0,-1 1,0-1,0 0,0 0,0 1,-1-1,1 0,-1 0,1-1,-1 1,-1 1,-71 55,-44 5,106-51</inkml:trace>
  <inkml:trace contextRef="#ctx0" brushRef="#br1" timeOffset="150808.357">5603 5701,'-7'-7,"-1"1,0 0,0 0,-1 1,0 0,1 0,-2 1,1 0,0 1,-1 0,1 0,-1 1,0 1,0-1,0 2,0-1,0 1,-4 1,8-1,-1 0,1 0,-1 1,1 0,-1 0,1 0,0 1,-1 0,1 0,0 1,0 0,0 0,1 0,-1 1,1-1,0 2,0-1,0 0,0 1,1 0,0 0,0 0,0 0,1 1,-1 0,1 0,1 0,-1 0,1 0,0 0,0 0,1 1,0-1,0 1,1-1,-1 2,2-5,-1 0,1 0,0 0,0 1,0-1,0 0,0 0,1 0,-1-1,1 1,0 0,0-1,0 1,0-1,0 1,1-1,-1 0,1 0,-1 0,1 0,0 0,0-1,0 0,0 1,0-1,0 0,0 0,0 0,0-1,1 1,2-1,3 1,0 0,0-1,0-1,-1 1,1-1,0-1,0 0,-1 0,1 0,-1-1,3-2,-3 2,-1-1,1-1,-1 1,0-1,-1 0,1-1,-1 0,0 0,0 0,-1 0,0-1,0 0,0 0,-1-1,0 1,-1-1,1 0,-2 0,1 0,0-5,-4 18,-1 0,1 0,1 0,-1 1,1-1,-1 0,1 0,1 0,-1 0,1 0,0 0,0 1,1-2,-1 1,1 0,0 0,0 0,1-1,-1 1,1-1,0 0,0 0,1 0,-1 0,1-1,0 1,0-1,3 2,-1-2,1-1,-1 0,0 0,1-1,-1 1,1-2,0 1,-1-1,1 0,0 0,-1-1,1 1,-1-2,1 1,-1-1,1 0,-1 0,0-1,0 1,0-1,0-1,-1 1,1-1,-1 0,0 0,0-1,0 0,-1 0,1 0,-1 0,0 0,-1-1,0 0,1 0,0-3,30-116,-22 66,-12 58,0 0,0-1,0 1,0 0,0 0,1 0,-1-1,0 1,1 0,-1 0,0 0,1 0,0-1,-1 1,1 0,0 0,-1 0,1 0,0 0,0 1,0-1,0 0,0 0,0 0,0 1,0-1,0 1,0-1,0 1,1-1,-1 1,0 0,0-1,0 1,1 0,-1 0,0 0,0 0,1 0,-1 0,0 0,0 0,1 1,-1-1,0 0,0 1,0-1,0 1,0-1,1 1,-1 0,0 0,0-1,0 1,-1 0,1 0,0 0,14 13,-1 1,-1 0,-1 1,0 0,-1 1,5 11,4 3,48 73,-67-103,0 0,-1 0,1-1,0 1,0 1,0-1,0 0,-1 0,1 0,-1 0,1 0,-1 1,1-1,-1 0,0 0,1 1,-1-1,0 0,0 1,0-1,0 0,0 1,0-1,-1 0,1 1,0-1,-1 0,1 0,0 1,-1-1,0 0,1 0,-1 0,0 0,0 0,1 0,-1 0,0 0,0 0,0 0,0 0,0 0,0-1,-2 2,0-1,-1 0,0 0,1-1,-1 1,0-1,1 0,-1 0,0 0,0 0,1 0,-1-1,0 0,1 0,-1 0,0 0,1 0,0-1,-1 0,1 0,0 0,0 0,0 0,0 0,-1-2,-5-7</inkml:trace>
  <inkml:trace contextRef="#ctx0" brushRef="#br1" timeOffset="151270.392">6379 5420,'86'13,"-56"-12,17 7,-46-7,0-1,0 0,1 1,-1-1,0 1,0-1,0 1,0 0,0-1,0 1,-1 0,1 0,0-1,0 1,0 0,-1 0,1 0,0 0,-1 0,1 0,-1 0,1 1,-1-1,0 0,1 0,-1 0,0 0,0 1,0-1,0 0,0 0,0 0,0 0,0 1,0-1,-1 0,1 1,-32 40,-1 6,33-47,0 1,1-1,-1 1,1-1,0 0,-1 1,1-1,0 0,0 0,0 0,0 1,0-1,0 0,0 0,0 0,0-1,1 1,-1 0,0 0,1-1,-1 1,0-1,1 1,-1-1,1 1,-1-1,1 0,-1 0,0 0,1 0,0 0,0 1,58 10,-48-10,-1 0,1 0,-1 2,1-1,-1 1,0 1,0 0,0 1,0 0,-1 0,0 1,0 1,-1 0,9 7,-16-12,-1 0,1 0,-1 0,0 1,1-1,-1 0,0 1,-1-1,1 0,0 1,-1-1,1 1,-1-1,0 1,0-1,0 1,0-1,0 1,0-1,-1 1,1-1,-1 1,0-1,1 0,-1 1,-1-1,1 0,0 1,0-1,-1 0,1 0,-1 0,0 0,1-1,-1 1,0 0,-1 0,-81 53,-67-6,103-41</inkml:trace>
  <inkml:trace contextRef="#ctx0" brushRef="#br1" timeOffset="153021.256">2208 6369,'0'-1,"0"-1,0 1,1-1,-1 1,1-1,-1 1,1 0,0-1,0 1,-1 0,1 0,0 0,0-1,0 1,0 0,1 0,-1 0,0 0,0 1,0-1,1 0,-1 0,0 1,1-1,-1 1,1-1,-1 1,1 0,-1-1,1 1,-1 0,1 0,0 0,46-9,1 1,0 3,0 2,0 2,19 3,-4-1,-44-1,1059-18,-15-5,-468 2,-165 2,189-26,-301 35,-120 5,24-10,127-4,296-7,-188 40,-222-3,-192-6,-66 4,-6-8</inkml:trace>
  <inkml:trace contextRef="#ctx0" brushRef="#br1" timeOffset="153520.452">5429 6543,'0'18,"0"16,3 8,0 6,2 4,0 3,0-2,-2-2,-3-7,-6-5,-5-9,-2-10,-1-9,1-6</inkml:trace>
  <inkml:trace contextRef="#ctx0" brushRef="#br1" timeOffset="153803.746">5362 6570,'0'-34,"6"-64,-5 95,1 0,-1 0,1-1,0 1,0 0,0 0,0 1,1-1,-1 0,1 1,-1-1,1 1,0 0,0 0,0 0,0 0,0 1,1-1,-1 1,0 0,1 0,-1 0,1 0,2 0,89 4,-90-3,0 0,0 1,0 0,1 0,-1 0,0 1,0 0,-1 0,1 0,0 0,-1 1,1 0,-1 0,0 0,0 0,0 1,0 0,-1 0,0 0,1 0,-1 0,-1 0,1 1,-1 0,1-1,-1 1,-1 0,1 0,-1 0,0 0,0 0,0 1,-1-1,1 0,-1 0,-1 1,1-1,-1 0,0 2,-6 6,-1-1,0 0,0 0,-1-1,-1 0,0-1,0 0,-1 0,0-1,-1 0,0-1,0-1,-1 0,0 0,0-1,0-1,-1 0,-2-1,4 2,9-4</inkml:trace>
  <inkml:trace contextRef="#ctx0" brushRef="#br1" timeOffset="154441.982">5898 6757,'-93'-12,"87"11,1 0,0 1,0-1,-1 1,1 0,-1 0,1 1,0-1,0 1,-1 1,1-1,0 1,0 0,0 0,0 0,1 0,-1 1,0 0,1 0,0 0,0 1,0-1,0 1,0 0,1 0,0 1,0-1,0 0,0 1,1 0,0 0,-1 0,2 0,-1 0,0 2,2-3,1-1,-1 1,1 0,-1 0,1 0,0-1,1 1,-1 0,1-1,-1 1,1-1,0 0,0 1,1-1,-1 0,1 0,-1-1,1 1,0 0,0-1,0 0,0 0,0 0,1 0,-1 0,1 0,-1-1,1 0,0 0,0 0,-1 0,1 0,0-1,0 0,0 0,0 0,-1 0,1 0,0-1,0 0,0 0,-1 0,1 0,0 0,-1-1,2 0,3-2,0-1,-1 0,1 0,-1-1,0 0,0 0,0 0,-1-1,0 0,-1-1,1 1,-1-1,-1 0,0 0,0 0,0-1,1-4,-6-8,-13 30,11-3,0 0,1 0,-1 1,1-1,1 0,-1 1,1-1,0 1,0 0,1-1,0 6,0-10,0 1,1-1,-1 1,0-1,1 1,0-1,-1 0,1 1,0-1,0 0,1 0,-1 1,0-1,1 0,-1 0,1 0,0-1,-1 1,1 0,0-1,0 1,0-1,0 1,1-1,-1 0,0 0,0 0,1 0,-1 0,1-1,-1 1,1-1,7-1,0 0,1-1,-1 0,0 0,-1-1,1-1,0 0,-1 0,0-1,0 0,0 0,-1-1,1 0,-1-1,-1 0,1 0,-1-1,1-1,35-39,-35 38,0 0,0 0,1 1,0 1,1-1,0 2,0-1,11-5,-17 12,-1-1,1 1,0 1,-1-1,1 0,0 1,0 0,-1 0,1 0,0 0,0 1,-1 0,1-1,0 1,-1 0,1 1,-1-1,1 1,-1-1,0 1,0 0,1 0,-1 1,-1-1,1 1,0-1,-1 1,2 1,2 3,0 0,0 1,0 0,-1 0,0 0,-1 0,0 1,0 0,-1 0,2 8,-4-12,-1 1,0 0,0 0,-1-1,0 1,0 0,0-1,-1 1,0-1,0 1,0-1,0 0,-1 0,0 0,0 0,0 0,-1-1,0 0,0 1,0-1,0-1,-1 1,1 0,-1-1,0 0,0 0,0-1,0 1,0-1,-1 0,1-1,-1 1,0-1,1 0,-5 0,-38-8,32-3</inkml:trace>
  <inkml:trace contextRef="#ctx0" brushRef="#br1" timeOffset="154916.841">6686 6396,'-9'43,"1"0,2 0,2 1,2-1,2 1,2 1,-2-42,0 0,-1-1,1 1,0 0,0 0,1-1,-1 1,1 0,-1 0,1-1,0 1,0-1,0 1,0-1,1 1,-1-1,1 0,-1 1,1-1,0 0,0 0,0 0,0 0,0-1,0 1,0-1,1 1,-1-1,2 1,6 0,1-1,-1 0,1 0,-1-1,0-1,1 0,-1 0,0-1,0 0,0-1,0 0,0-1,0 1,-1-2,0 0,0 0,0 0,0-1,-1-1,0 1,0-2,-1 1,0-1,4-5,-6 7,-1-1,0 0,0 1,-1-1,0 0,0-1,-1 1,1-1,-2 1,1-1,-1 1,0-1,-1 0,0 0,0-1,0 9,0-1,-1 1,1-1,0 1,-1 0,1-1,0 1,-1 0,1-1,-1 1,1 0,0 0,-1 0,1-1,-1 1,1 0,-1 0,1 0,-1 0,1 0,-1 0,1 0,-1 0,1 0,-1 0,1 0,-1 0,1 0,-1 0,1 0,0 0,-1 0,1 1,-1-1,1 0,-1 0,1 1,0-1,-1 0,1 1,-1-1,1 0,0 1,0-1,-1 0,1 1,0-1,0 1,-1-1,1 1,0-1,0 0,0 1,0-1,-1 1,1-1,0 1,0-1,0 1,0-1,0 1,0-1,1 1,-1-1,0 1,0-1,0 1,-10 24,1 1,1 0,1 0,2 1,1-1,0 1,2 0,1 1,2 11,2 78,0-67</inkml:trace>
  <inkml:trace contextRef="#ctx0" brushRef="#br1" timeOffset="156628.497">2128 7345,'634'-10,"337"-7,-139-22,-203 4,-391 28,675-39,-289-12,-294 25,-163 13,120 3,648 18,-718 14,-44-2,-51-3,0 3,-176-9,5-4,-3-1</inkml:trace>
  <inkml:trace contextRef="#ctx0" brushRef="#br1" timeOffset="157143.185">5684 7532,'0'14,"0"11,0 10,0 9,0 6,-2 3,-4 0,0-5,1-8,1-9,1-12,1-9</inkml:trace>
  <inkml:trace contextRef="#ctx0" brushRef="#br1" timeOffset="157458.878">5684 7519,'-3'-17,"1"14,1-1,0 1,-1 0,1-1,1 1,-1-1,0 1,1-1,-1 1,1-1,0 1,1-1,-1 1,0-1,1 1,0-1,0 1,0-1,0 1,0 0,1-1,0 1,-1 0,1 0,0 0,1 1,-1-1,0 0,1 1,0-1,-1 1,1 0,0 0,0 0,0 0,0 1,1-1,17-1,1 1,0 0,0 2,0 0,-1 2,1 0,0 2,0 0,-13-3,-1 1,1-1,-1 2,1-1,-1 1,0 0,0 0,-1 1,1 1,4 2,-11-5,0 0,0 0,0 0,0 0,-1 0,1 0,0 0,-1 1,0-1,1 0,-1 0,0 0,0 1,0-1,-1 0,1 0,0 1,-1-1,1 0,-1 0,0 0,0 0,0 0,0 0,0 0,0 0,-1 0,1-1,0 1,-1 0,0-1,1 1,-1-1,0 0,0 0,1 1,-1-1,0 0,0 0,-1-1,1 1,0 0,-2 0,-29 17,0-2,-2 0,0-3,-15 4,-20 7,51-15,14-3,9-3</inkml:trace>
  <inkml:trace contextRef="#ctx0" brushRef="#br1" timeOffset="157902.805">6259 7720,'-18'-9,"0"0,0 1,-1 1,0 0,-1 2,1 0,-1 1,0 1,0 1,-1 1,15 1,1 0,-1 0,0 1,1 0,-1 0,0 0,1 1,-1 0,1 0,0 0,0 1,0 0,0 0,0 0,1 0,-1 1,1-1,0 1,0 1,0-1,0 0,1 1,0 0,0 0,0 0,1 0,-1 0,1 0,0 1,1-1,-1 1,1-1,0 1,1 0,-1-1,1 1,0 0,1-1,-1 1,1 0,1 0,-1-2,0 0,1 0,-1 0,1 0,0-1,1 1,-1-1,0 1,1-1,0 0,0 0,0 0,0 0,0 0,1-1,-1 1,1-1,0 0,0 0,0-1,-1 1,2-1,-1 1,0-1,0-1,0 1,0-1,2 1,3-1,0 1,-1-1,1-1,0 0,0 0,-1-1,1 0,-1 0,1-1,-1 0,0 0,0-1,3-2,-1-1,-1 0,0-1,0 1,0-2,-1 1,-1-2,1 1,-1-1,-1 0,0 0,0 0,-1-1,0 0,-1 0,0 0,-1-1,-1 1,1-1,-2 0,0 0,0-9,-9 54,7-26,-2 5,0 1,1-1,1 1,0 0,1-1,0 1,1 0,0-1,1 1,0 0,1-1,1 0,0 0,3 6,-5-15,0 0,1-1,-1 1,1 0,0-1,-1 0,1 0,0 1,0-2,1 1,-1 0,0-1,0 1,1-1,-1 0,1 0,-1-1,1 1,0-1,-1 1,1-1,1 0,24-3</inkml:trace>
  <inkml:trace contextRef="#ctx0" brushRef="#br1" timeOffset="158248.387">6633 7560,'-8'0,"0"0,0 1,0 0,0 1,0 0,0 0,1 1,-1 0,1 0,0 0,-4 3,8-4,1 0,-1-1,0 1,1 1,-1-1,1 0,0 1,0-1,0 1,0-1,0 1,0 0,1 0,-1 0,1 0,0 0,0 0,0 0,1 1,-1-1,1 0,-1 0,1 1,0-1,0 0,1 1,-1-1,1 3,4 5,0 0,0-1,1 0,0 0,1 0,0-1,1 0,0 0,0 0,1-1,0-1,0 0,4 3,15 12,-23-17,-1-2,1 1,-1 0,1 0,-1 0,-1 1,1-1,-1 1,1 0,-1 0,0 0,0 2,-4-4,1-1,-1 0,0 0,0 0,0 0,0 0,0 0,0 0,-1-1,1 1,-1 0,1-1,-1 1,0-1,1 1,-1-1,0 0,0 0,0 0,0 0,0 0,0 0,0 0,-1-1,1 1,0-1,0 1,0-1,-1 0,-6 3,-1-1,1 1,-1-2,1 1,-1-1,0-1,0 0,0 0,1-1,-1 0,0-1,1 0,-2 0,-5-7</inkml:trace>
  <inkml:trace contextRef="#ctx0" brushRef="#br1" timeOffset="158534.745">6954 7573,'5'13,"5"10,6 5,5 2,3 1,1 0,-3-2,-5 0,-5-1,-7-3,-6-3,-9-4,-5-4,-6-7,-4-9,0-12,5-9,5-2</inkml:trace>
  <inkml:trace contextRef="#ctx0" brushRef="#br1" timeOffset="158800.034">7114 7439,'16'-7,"14"-4,12-1,7 0,7 2,2 2,0 4,-5 1,-8 1,-13 7,-11 1</inkml:trace>
  <inkml:trace contextRef="#ctx0" brushRef="#br1" timeOffset="160671.395">2141 8416,'5'0,"1104"-24,-170-40,-592 34,464-25,50 43,136-5,-791 17,725-27,-218 28,-546 13,-99-2,38 1,-9-9,-94-4</inkml:trace>
  <inkml:trace contextRef="#ctx0" brushRef="#br1" timeOffset="169423.511">430 7693,'-3'42,"-1"0,-3 0,-1-1,-2 1,-2-2,-9 21,-10 8,21-83,25-166,-14 169,2-22,2 0,0 0,3 0,0 1,3 0,3-7,-11 33,-1 0,1 1,0-1,1 1,-1 0,1 0,0 0,0 1,1 0,-1-1,1 1,0 1,0-1,1 1,-1 0,1 0,-1 0,1 1,0 0,0 0,0 1,0-1,0 1,0 1,1-1,-1 1,0 0,0 0,0 1,1 0,-1 0,0 0,0 1,0 0,-1 0,1 0,1 2,-1-1,-1 1,0-1,1 1,-1 1,-1-1,1 1,-1 0,0 0,0 0,0 0,-1 1,1-1,-1 1,-1 0,1 0,-1 0,0 1,-1-1,1 0,-1 1,0-1,-1 1,0-1,0 1,0-1,-1 1,0-1,0 1,0-1,-1 0,0 0,0 0,-1 0,0 0,0 0,0 0,-1-1,0 0,-1 2,-6 8,-2-1,1-1,-2 0,0 0,0-2,-1 0,-1 0,0-1,0-1,-1-1,-17 6,13-8,29-19,2 7,0 0,1 0,-1 1,1 1,0-1,1 2,-1 0,1 0,0 1,-1 0,1 1,0 1,0 0,0 0,0 1,3 1,-11 0,-1-1,1 1,0-1,-1 1,1 1,-1-1,0 0,0 1,0-1,0 1,0 0,0 0,-1 0,1 1,-1-1,0 0,0 1,-1-1,1 1,0 0,-1 0,0 0,0 0,0-1,-1 1,1 0,-1 0,0 0,0 1,0 3,-1 1,1-1,-1 0,-1 1,0-1,0 0,0 0,-1 0,-1 0,1 0,-1-1,0 1,-3 2,-2 2,-1-1,1 0,-2-1,0 0,0-1,0 0,-1 0,-1-1,1-1,-1 0,-1-1,1-1,-1 0,0 0,0-1,0-1,-9 0,22-2,0-1,0 1,0-1,0 0,0 0,0 0,0 1,0-1,0 0,0 0,0 0,0 0,0-1,0 1,0 0,0 0,0-1,0 1,0 0,0-1,0 1,1-1,-1 1,0-1,0 0,0 1,1-1,-1 0,0 1,0-1,1 0,-1 0,1 0,-1 0,1 0,-1 0,1 1,0-1,-1 0,1 0,0 0,0 0,0 0,-1 0,1-1,0 1,1 0,-1 0,0 0,0 0,0 0,0 0,1 0,-1 0,1 1,-1-2,8-12</inkml:trace>
  <inkml:trace contextRef="#ctx0" brushRef="#br1" timeOffset="169691.683">871 7667,'9'0,"7"0,9 0,8 0,4-3,1 0,-2 0,-6 1,-9 2,-10 2</inkml:trace>
  <inkml:trace contextRef="#ctx0" brushRef="#br1" timeOffset="173756.46">965 7680,'-1'-1,"1"0,0 0,0 1,0-1,0 0,0 0,0 0,1 0,-1 0,0 1,0-1,0 0,1 0,-1 1,0-1,1 0,-1 0,1 1,-1-1,1 0,-1 1,1-1,0 1,-1-1,1 0,0 1,-1 0,1-1,0 1,0-1,-1 1,1 0,0-1,0 1,0 0,-1 0,1 0,0 0,0 0,0 0,0 0,-1 0,1 0,0 0,0 0,0 0,-1 1,2-1,34 23,-32-19,-1 0,0 1,0-1,-1 1,1-1,-1 1,0 0,0 0,-1 0,0 0,1 0,-2 0,1 0,-1 1,1-1,-1 0,-1 0,1 1,-1-1,0 0,0 0,0 0,-1 0,0 0,0 0,0 0,0-1,-1 1,0-1,0 0,0 0,-1 0,1 0,-3 2,-12 7,-1-2,-1 0,1-1,-2-1,1 0,-3-1,80-6,-26-3,-16-1,-1 2,1 0,0 0,-1 2,1-1,-1 2,3 1,-15-4,0 1,0 0,0-1,0 1,0 0,0 0,0 1,0-1,0 0,0 1,-1-1,1 1,-1-1,1 1,-1 0,1 0,-1 0,0 0,0 0,0 0,0 0,0 0,0 0,-1 0,1 0,-1 1,0-1,1 0,-1 0,0 1,0-1,0 0,-1 0,1 1,0-1,-1 0,0 0,1 0,-1 0,-2 7,-1 0,0-1,0 1,-1-1,0 0,0-1,-1 1,0-1,0 0,-10 9,0 0,-1-1,-1-1,0 0,-1-2,0 0,-1-1,0-1,-1-1,0-1,-1 0,-3-1,20-6,5-1</inkml:trace>
  <inkml:trace contextRef="#ctx0" brushRef="#br1" timeOffset="174115.5">1285 7733,'0'1,"-1"0,1 0,0 0,0 0,-1 0,1 0,0 0,0 0,0 0,0 0,0 0,1 0,-1 0,0 0,0 0,1-1,-1 1,0 0,1 0,-1 0,1 0,-1 0,1-1,-1 1,1 0,0 0,-1-1,1 1,0 0,0-1,-1 1,1-1,0 1,0-1,0 0,0 1,0-1,0 0,0 1,-1-1,1 0,0 0,0 0,0 0,0 0,0 0,0 0,0 0,0 0,0-1,0 1,0 0,-2 0,0 1,1-1,-1 1,0-1,0 0,0 1,0-1,0 0,0 0,1 1,-1-1,0 0,0 0,0 0,0 0,0-1,0 1,0 0,0 0,0 0,0-1,0 1,1 0,-1-1,0 1,0-1,0 1,1-1,-1 1,0-1,0 0,1 1,-1-1,1 0,-1 0,1 1,-1-1,1 0,-1 0,1 0,-1 0,1 1,0-1,0 0,0 0,-1 0,1 0,0 0,0 0,0 0,0 0,0 0,1 0,-1 0,0 0,0 1,1-1,-1 0,0 0,1 0,-1 0,1 0,-1 1,1-1,-1 0,1 0,0 1,-1-1,1 1,0-1,-6 4,0 1,0 0,1 0,0 1,0 0,0-1,0 1,1 0,-1 1,1-1,0 1,1-1,-1 2,-6 15</inkml:trace>
  <inkml:trace contextRef="#ctx0" brushRef="#br1" timeOffset="174392.022">1272 8161,'2'7,"1"0,2-4,1-4,-2-5,0-5,-4-4,-2-1,-3 2,-2 4,-1 7,2 10,1 7,2 4,1 2,6-4,4-3,1-5</inkml:trace>
  <inkml:trace contextRef="#ctx0" brushRef="#br1" timeOffset="174675.284">1553 7747,'-3'4,"0"0,1 0,-1 0,1 1,0-1,0 1,1 0,-1-1,1 1,0 0,1 0,-1 0,1 0,0 0,0 0,0 0,1 0,-1 0,1-1,1 1,-1 0,1 1,56 101,-30-63,-24-40,-1 0,0 0,0 1,-1 0,1-1,-1 1,0 0,0 0,-1 0,1 0,-1 0,0 1,-1-1,1 0,-1 1,0-1,0 0,-1 0,0 1,0-1,0 0,0 0,-1 0,0 0,0 0,0 0,-1 0,1-1,-1 1,0-1,0 0,-1 0,0 0,1 0,-2 0,-1 0,1 0,-2-1,1 1,0-1,0-1,-1 1,0-1,1 0,-1-1,0 1,0-1,0-1,-6 1,-16-3</inkml:trace>
  <inkml:trace contextRef="#ctx0" brushRef="#br1" timeOffset="174949.243">1499 7720,'7'-16,"4"-9,3-4,4 2,5 0,5 3,8 1,9-1,5 0,7-1,-1 0,-5 1,-11 5</inkml:trace>
  <inkml:trace contextRef="#ctx0" brushRef="#br1" timeOffset="175596.387">871 4699,'-5'11,"1"11,4 6,1 5,1-3</inkml:trace>
  <inkml:trace contextRef="#ctx0" brushRef="#br1" timeOffset="175845.851">871 5514,'2'16,"1"5</inkml:trace>
  <inkml:trace contextRef="#ctx0" brushRef="#br1" timeOffset="176092.196">844 5955,'5'14,"1"4</inkml:trace>
  <inkml:trace contextRef="#ctx0" brushRef="#br1" timeOffset="176093.196">831 6677,'2'14,"1"6,0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1:40.3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15 281,'0'0,"1"0,0 0,-1 1,1-1,0 0,-1 0,1 1,-1-1,1 0,0 1,-1-1,1 0,-1 1,1-1,-1 1,0-1,1 1,-1-1,1 1,-1-1,0 1,1 0,-1-1,0 1,0-1,1 1,-1 0,0-1,0 1,0 0,0-1,0 1,0 0,0-1,0 1,0 0,0-1,0 1,0 0,-1-1,1 1,0-1,0 1,-1 0,-23 249,23 200,15 53,-14 988,13-1015,-21-137,3 236,18-174,-13-326,-1 66,7 0,6 5,15 206,-19-310,1-1,2 1,2-2,2 0,1 0,17 27,-29-59,12 23,1 0,1-1,1-1,2 0,1-2,1-1,1 0,3-1,-4-5,-2 1,0 1,-1 1,-1 1,-1 0,-2 1,0 1,0 3,10 23,3-2,3 0,1-2,2-2,3-1,22 20,-32-44,1-1,1-2,0 0,1-2,1-2,14 5,32 15,-15-7,2-2,0-3,2-2,0-4,1-3,1-2,201 20,-170-29,0-4,-1-4,0-5,3-4,-8-5,44-9,128-10,228 0,-221 29,-18-19,-198 21,1 2,-1 3,42 3,-60-3,-1-2,0-1,0-1,-1-3,0-1,-1-1,24-13,-29 13,17-6,-2-3,0-2,37-24,-17 6,-39 27,-1-2,-1-1,0-1,-1 0,-2-2,12-13,1-14,-2-2,-3-1,-1-1,-3-2,15-42,-10 25,-27 63,15-33,-2 0,-2 0,-1-2,-2 1,2-20,2-86,-7-2,-6-11,-1 51,37-485,-25 301,-10 208,-3-178,-97-494,81 650,-1-101,-10-198,18 137,1-175,9 272,-10-115,2-39,-27 152,12-25,18 181,0-1,-1 0,-1 1,-1 0,-7-15,-11-39,22 62,0 0,-1 1,0-1,-1 1,0 0,0 0,-1 0,0 0,-1 1,1 0,-2 0,1 1,-1 0,0 0,-1 0,1 1,-1 0,-1 0,1 1,-1 0,0 1,-2-1,-172-49,115 30,-1 2,-1 4,-1 3,0 3,-1 2,-11 4,-117-19,8-7,6 0,-131-3,-212 22,-49 0,383 9,0 8,-34 11,-409 54,576-63,-126 9,2 8,-99 28,87-3,194-49,5-2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1:42.1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41 425,'1'91,"-5"0,-4 0,-14 61,18-142,2-16,0-20,18-446,-4 217,-6 208,3 79,3 42,-8-38,1 0,2 0,2-1,1 0,2 0,13 25,-24-57,-1 0,1 0,1 0,-1-1,0 1,1-1,-1 1,1-1,0 1,0-1,0 0,0 0,0 0,1 0,-1 0,1 0,-1 0,1-1,-1 0,1 1,0-1,0 0,0 0,0-1,0 1,0 0,0-1,0 0,0 0,0 0,0 0,0 0,2-1,6-7,0-1,-1 0,0-1,0 0,-1 0,-1-1,1 0,-2 0,0-1,0 0,4-11,12-28,-1-2,-3 0,-2 0,-2-2,2-27,-50 279,24-131,4 0,1 1,4 0,3-1,3 3,-4-53,1 0,1-1,0 1,1-1,1 0,0 0,1-1,2 3,-5-11,0 0,0-1,0 1,0-1,1 0,0 0,0-1,0 1,1-1,-1-1,1 1,0-1,0 0,0 0,0 0,1-1,-1 0,1 0,0-1,1 0,31 0,-4-6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1:42.5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1 268,'13'3,"1"-2,1 1,-1-2,0 0,0 0,0-2,0 1,0-2,0 0,-1-1,1 0,-1-1,0 0,0-1,-1-1,1 0,-1 0,-1-1,0-1,1-1,-8 5,0 0,-1-1,0 0,0 1,0-1,-1 0,1 0,-1-1,-1 1,1 0,-1-1,0 1,-1-1,0 1,0-1,0 1,-1-5,1 8,-1-1,0 0,0 0,0 1,0-1,0 1,-1-1,1 1,-1 0,0-1,0 1,0 0,-1 0,1 1,-1-1,1 0,-1 1,0-1,0 1,0 0,0 0,0 0,-1 0,1 1,-1 0,1-1,-1 1,0 0,1 1,-3-1,2 0,0 1,0 0,1 0,-1 1,0-1,1 1,-1 0,1 0,-1 0,0 0,1 1,0-1,-1 1,1 0,0 0,0 0,0 0,0 1,1-1,-1 1,0 0,1 0,0-1,0 2,0-1,0 0,0 1,-4 7,1 0,0 1,1 0,0 0,1 0,0 0,0 7,1-8,1 0,0-1,0 1,1 0,0 0,1-1,0 1,1 0,0-1,1 1,0-1,0 0,1 0,0 0,1 0,1-1,-1 0,1 0,1 0,-1-1,2 0,-1 0,1 0,0-1,1-1,-1 1,1-1,7 3,90 24,-59-26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1:43.4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 94,'-5'15,"1"1,0 0,1 0,1 0,1 0,0 0,1 0,0 0,2 0,0 1,0-2,2 1,0 0,1-1,0 1,1-1,1-1,0 1,1-1,1-1,4 6,-11-16,1-1,-1 1,0-1,1 0,-1 0,1 0,0 0,0 0,-1-1,1 1,0-1,0 0,1 0,-1 0,0 0,0-1,0 1,1-1,-1 0,0 0,1 0,-1 0,0 0,0-1,1 0,-1 1,0-1,0-1,0 1,0 0,0-1,0 1,0-1,-1 0,1 0,-1 0,1 0,1-3,6-9,0-1,-2 0,0-1,-1 0,0 0,-1-1,-1 1,-1-1,0 0,-1-1,-1 1,-1-1,0 1,-2-1,0-1,0-57,1 76,-1 0,1 0,0 0,0 0,-1 0,1 0,0 0,0 0,-1 0,1 0,0 0,-1 0,1 0,0 0,0 0,-1 0,1 0,0 0,0 0,-1 0,1-1,0 1,0 0,-1 0,1 0,0 0,0-1,0 1,-1 0,1 0,0 0,0-1,0 1,0 0,-1 0,1-1,0 1,0 0,0 0,0-1,0 1,0 0,0 0,0-1,0 1,0 0,0 0,0-1,0 1,0 0,0-1,0 1,0 0,0 0,0-1,0 1,1 0,-1 0,-8 22,4-4,1 1,0 0,2 0,0-1,1 1,1 0,0 0,2 0,0-1,1 1,5 12,-6-26,0 0,0 0,0-1,1 0,-1 0,1 0,0 0,0 0,1-1,-1 0,1 0,0 0,0 0,0-1,0 0,0 0,0 0,1 0,-1-1,1 0,-1 0,1-1,-1 0,1 1,-1-2,1 1,-1-1,1 0,-1 0,1 0,-1-1,0 0,0 0,1 0,-2-1,1 1,0-1,0-1,-1 1,0 0,0-1,0 0,0 0,0 0,1-3,4-8,0 1,-1-1,-1 0,0-1,-2 0,1 0,-2 0,0-1,-1 0,-1 1,0-1,-2 0,0 0,0 0,-2 0,0-4,-1-2,3 23,-1 0,1 1,0-1,0 0,0 0,0 0,0 1,0-1,-1 0,1 0,0 0,0 0,0 1,0-1,-1 0,1 0,0 0,0 0,0 0,-1 0,1 1,0-1,0 0,-1 0,1 0,0 0,0 0,0 0,-1 0,1 0,0 0,0 0,-1 0,1 0,0 0,0 0,-1-1,1 1,0 0,0 0,0 0,-1 0,1 0,0 0,0-1,0 1,0 0,-1 0,1 0,0 0,0-1,0 1,0 0,0 0,-1 0,1-1,0 1,-8 23,3-11,1 2,1-1,0 0,1 1,0-1,1 1,0 0,1-1,1 1,0 0,1-1,0 1,2-1,-1 1,1-1,3 3,-2-9,1-1,0-1,1 1,-1-1,1 0,0-1,1 0,-1 0,1 0,-1-1,1 0,0 0,0-1,1 0,-1-1,0 0,1 0,-1-1,0 0,1 0,-1-1,0 0,1 0,-1-1,0 0,0-1,0 0,0 0,-1 0,1-1,1-1,2-5,-1 0,1 0,-1-1,-1-1,0 1,-1-2,0 1,-1-1,0 0,-1-1,-1 1,0-1,-1 0,0 0,-1-1,-1 1,0-1,-1 0,0 1,-1-1,-1 0,-1-2,-4-32,-3 79,8-17,0 1,1-1,0 0,1 1,1-1,0 0,1 0,0 0,1 0,1-1,0 1,0-1,2 0,-1-1,1 1,1-1,0-1,0 0,1 0,1 0,0-1,0 0,0-1,1-1,0 1,1-2,0 1,6 1,84 12,-59-17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1:44.1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481 1,'-73'20,"1"4,1 2,2 4,-19 12,78-37,-1 0,1 1,0 0,1 1,-1 0,1 0,1 1,-1 0,-3 5,11-12,0 0,0 0,1 0,-1 0,0 0,0 0,1 1,-1-1,1 0,-1 0,1 1,0-1,-1 0,1 1,0-1,0 0,0 1,0-1,0 1,0-1,0 0,0 1,1-1,-1 0,0 1,1-1,-1 0,1 0,0 1,-1-1,1 0,0 0,0 0,0 0,-1 0,1 0,0 0,1 0,50 23,101-1,-122-21,0 1,0 2,-1 1,29 9,-55-14,-1 0,1 0,-1 0,1 0,-1 1,0-1,1 1,-1 0,0 0,0 0,0 0,0 1,-1-1,1 1,-1 0,1-1,-1 1,0 0,0 0,-1 1,1-1,0 0,-1 1,0-1,0 1,0-1,0 1,0-1,-1 1,0 0,0-1,0 1,0 0,0-1,-1 1,1 0,-1-1,0 1,-1 1,-8 10,-1-2,-1 1,0-1,0-1,-1 0,-1-1,0-1,-1 0,1 0,-2-2,1 0,-1-1,-9 3,3 0,0-1,-1-1,0-1,0-1,0-1,-1-2,1 0,-18 0,23-3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1:44.8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263 269,'-8'-2,"0"1,0 0,0 0,-1 1,1 0,0 0,0 1,0 0,-1 0,1 1,0 0,0 0,1 1,-1 0,1 1,-1-1,1 2,0-1,0 1,1 0,-1 0,1 0,1 1,-1 0,-4 7,2-3,0 1,1 1,1-1,0 1,0 0,1 0,1 1,0 0,0 0,1 0,1 0,1 0,0 0,0 1,1-1,1 0,0 1,1-1,2 6,-2-14,0 0,0-1,1 1,0-1,0 0,0 1,0-2,0 1,1 0,0-1,0 1,0-1,0 0,0 0,1-1,0 1,-1-1,1 0,0 0,0-1,0 1,0-1,0 0,0-1,1 1,5 0,0-1,0 0,-1 0,1-1,0-1,0 0,-1 0,1-1,-1 0,0-1,7-3,-5 0,1-1,-1 1,0-2,-1 0,0 0,-1-1,0-1,0 1,-1-2,0 1,-1-1,-1-1,0 1,0-1,-1 0,-1-1,1-3,1-7,-1-1,0 0,-2 0,-1 0,-1-1,-1 1,-1-1,-2 1,-1-11,1 23,0 0,-1 0,-1 0,0 0,0 0,-1 1,-1-1,0 1,-4-5,7 13,0-1,-1 1,1 0,-1 0,0 0,0 1,0-1,0 1,0 0,-1 0,0 0,1 1,-1 0,0 0,0 0,-1 0,1 1,0 0,0 0,-1 0,1 1,0 0,-1 0,-3 0,2 1,0 0,0 1,0 0,0 0,0 0,1 1,-1 0,1 0,0 0,0 1,0 0,0 0,1 1,0 0,0 0,0 0,0 0,1 1,0 0,0 0,0 0,1 0,0 0,0 1,0 0,1-1,0 1,1 0,0 0,0 0,0 0,0 0,1 0,1 0,-1 0,1 1,7 16,1 1,1-1,1 0,2-1,0-1,1 0,1 0,1-2,1 0,1 0,10 14,-16-18,27 30,-2 1,-2 2,-3 2,-2 1,23 52,-48-89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1:45.3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24 272,'-5'19,"0"0,1 0,1 1,1-1,1 1,0 0,2-1,0 1,1-1,1 1,1-1,1 0,0 0,2 0,6 15,-10-29,1 0,-1 0,1-1,0 1,0-1,0 0,1 0,-1 0,1-1,0 1,0-1,0 0,0-1,1 1,-1-1,1 0,-1 0,1-1,0 0,0 0,0 0,0-1,0 1,0-2,-1 1,1 0,0-1,0 0,0-1,-1 1,1-1,0 0,-1-1,0 1,1-1,2-2,4-3,-1 0,0-1,-1 0,1-1,-2 0,0-1,0 0,-1 0,0-1,-1 0,0 0,-1 0,0-1,-1 0,-1-1,0 1,0-1,-1-6,1-1,-1 0,-1 0,-2 0,0 0,-1 0,0 0,-2 0,-1 1,0-1,-2 1,0 0,-2 0,3 8,0 0,-2 0,1 1,-1 0,-1 0,0 1,-1 0,1 1,-2 0,-8-7,14 13,0 0,0 0,-1 0,1 1,-1-1,0 1,1 0,-1 1,0-1,0 1,0 0,-1 0,1 1,0-1,0 1,0 0,0 1,-1-1,1 1,0 0,0 0,0 1,0-1,0 1,1 0,-1 0,0 1,0 0,-7 6,2 0,-1 1,1 0,0 0,1 1,0 0,1 1,0 0,-5 11,-13 24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0.9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289 10,'-12'-3,"0"1,0 0,1 0,-1 1,0 1,0 0,0 1,0 0,0 1,0 0,0 1,1 0,-1 1,1 0,0 1,0 1,1-1,0 1,0 1,0 0,0 0,-2 4,10-10,0 1,0-1,1 0,-1 0,0 1,1-1,-1 1,1 0,-1-1,1 1,0 0,0 0,0-1,0 1,0 0,0 0,0 0,1 1,-1-1,1 0,-1 0,1 0,0 0,0 0,0 1,0-1,0 0,0 0,1 0,-1 0,1 0,0 1,-1-1,1 0,0 0,0-1,0 1,1 0,-1 0,0 0,1-1,-1 1,1 0,10 3,0 0,0 0,0-1,0-1,0 0,1-1,0 0,-1-1,1 0,4-1,20 2,-11 0,0 2,0 0,-1 2,0 0,1 2,-20-6,0 0,0 1,0 0,0 0,0 0,-1 1,0-1,1 1,-1 0,0 1,-1 0,1-1,-1 1,0 1,-1-1,1 0,-1 1,0 0,0 0,0 0,-1 0,1 4,-2-4,-1-1,1 1,-1-1,0 1,0-1,-1 1,0-1,0 0,0 1,-1-1,1 0,-1 1,0-1,-1 0,1-1,-1 1,0 0,0-1,-1 1,1-1,-1 0,0 0,0-1,-4 4,-4 2,-1 0,0-1,0 0,0-1,-1-1,0 0,0-1,-10 3,-93 13,60-15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1.4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8,'1'0,"-1"0,0 0,0 0,1-1,-1 1,0 0,1 0,-1 0,0 0,0 0,1 0,-1 0,0 0,0-1,0 1,1 0,-1 0,0 0,0 0,0-1,1 1,-1 0,0 0,0-1,0 1,0 0,0 0,1-1,-1 1,0 0,0 0,0-1,0 1,0 0,0 0,0-1,0 1,0 0,0-1,0 1,278 19,73-17,306 14,-631-14,248 16,3-12,-269-7,-8 2,-4 0,-4 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1.7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93 65,'-44'19,"60"-13,-13-6,0-1,0 0,-1 0,1 0,0 0,-1 0,1 0,-1-1,0 1,1-1,-1 0,0 0,0 0,0 0,0 0,0 0,0 0,-1-1,1 1,-1-1,0 1,1-1,-1 1,0-1,-1 0,1 1,0-1,-1 0,0 0,1 0,-1 1,0-1,0 0,-1-2,0 4,-1-1,0 1,1-1,-1 1,0 0,0 0,0 0,1 0,-1 0,0 0,0 1,-1-1,1 1,0-1,0 1,0 0,0 0,0-1,0 2,-1-1,1 0,0 0,0 1,0-1,0 1,0 0,0-1,0 1,0 0,0 0,0 0,1 1,-1-1,0 0,-1 2,-1 1,0-1,0 1,0 0,1 0,0 1,-1-1,1 1,1 0,-1 0,1 0,0 0,-1 2,-4 16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2.0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120 104,'11'0,"4"-4,-1-7,-4-3,-10-4,-8-1,-8 2,-6 5,-3 4,-2 8,1 8,5 8,6 5,6 4,11 0,14-4,18-6,4-6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0.0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130 349,'-2'-2,"1"1,-1-1,0 1,1 0,-1 0,0 0,0 0,0 0,0 0,0 1,0-1,0 1,0-1,0 1,0 0,0-1,0 1,0 0,0 0,0 1,0-1,0 0,0 1,0-1,0 1,0 0,0 0,0 0,0 0,0 0,1 0,-1 0,0 0,1 1,-1-1,1 0,-1 1,1 0,0-1,0 1,-2 2,-34 81,32-61,1-1,1 1,1-1,1 1,1 0,1 0,1 0,5 22,-5-35,0 0,1 1,1-2,0 1,0 0,1-1,0 0,1 0,0 0,0-1,1 0,1 0,-1 0,1-1,1 0,-1-1,2 0,-1 0,6 2,-10-6,-1-1,0 1,0-1,1 0,-1-1,1 1,-1-1,1 0,0 0,0 0,0-1,-1 0,1 0,0 0,0 0,0-1,-1 1,1-1,0-1,-1 1,1-1,-1 0,1 0,-1 0,0 0,0-1,0 1,0-1,0 0,-1-1,1 1,-1 0,0-1,0 0,0 0,2-4,5-16,-1 0,-1-1,-1 0,-1-1,-2 0,0 0,-2 0,-1 0,-1 0,-2-15,3 17,-2 0,-1 1,-1-1,-1 1,0-1,-2 1,-1 1,-1-1,-1 1,-1 0,0 1,-9-10,18 27,-1 1,0-1,0 1,-1 0,1 0,-1 0,1 0,-1 1,0-1,0 1,0-1,0 1,-1 0,1 0,-1 1,1-1,-1 1,1 0,-1-1,0 2,0-1,1 0,-1 1,0 0,0-1,0 2,0-1,0 0,1 1,-1 0,0 0,0 0,1 0,-1 0,0 1,1 0,0-1,-1 2,-6 8,1 0,0 1,1 1,0-1,1 1,0 0,1 1,1 0,0 0,1 0,1 0,0 1,0-1,2 1,-1 10,8 121,6-86</inkml:trace>
  <inkml:trace contextRef="#ctx0" brushRef="#br0" timeOffset="517.251">651 1,'-5'29,"1"-1,2 1,1 0,1 0,1 0,2 0,1 0,6 21,-7-30,50 308,-42-270,0-86,20-72,-30 97,1-1,-1 1,1 0,0 1,0-1,0 0,0 1,1-1,-1 1,1-1,0 1,-1 0,1 0,0 0,0 1,0-1,0 1,1-1,-1 1,0 0,1 1,-1-1,0 0,1 1,-1 0,1 0,-1 0,1 0,-1 0,1 1,1 1,-1-1,0 1,0-1,0 1,-1 0,1 1,0-1,-1 1,1-1,-1 1,0 0,0 1,0-1,0 0,-1 1,1-1,-1 1,0 0,0 0,1 3,21 91,-24-91,-1 0,1 0,-1 0,0 0,-1 0,0 0,0-1,-1 1,1 0,-1-1,-1 0,1 0,-1 0,0 0,0 0,-1-1,0 0,0 0,0 0,-1 0,1-1,-1 0,0 0,0-1,-1 1,1-1,-1-1,1 1,-1-1,0 0,0-1,0 0,0 0,0 0,0-1,0 0,0 0,-2-1,-20-8,25 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4.2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1,'20'7,"19"4,13 1,10-2,5-3,1 0,-4-2,-7-1,-8-1,-8 1,-9-1,-7 0,-9 1,-3 0,-5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4.7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402 173,'-12'-7,"1"0,-1 1,0 0,0 1,-1 1,1-1,-1 2,0 0,0 0,-1 2,1-1,0 2,-1 0,1 0,0 1,-1 1,1 0,0 1,0 0,0 1,1 0,-1 2,1-1,0 1,1 1,-1 0,-5 5,13-9,1 0,-1 0,1 1,0-1,0 1,0 0,0 0,1 0,-1 0,1 0,0 0,1 1,-1-1,1 1,-1-1,1 1,1 0,-1-1,1 1,0 0,0 0,0-1,0 1,1 0,0-1,0 1,0 0,1-1,-1 0,1 1,0-1,1 0,1 3,4 1,0-1,0 0,1-1,-1 0,2-1,-1 1,0-2,1 1,0-2,0 1,0-1,1-1,-1 1,1-2,-1 0,1 0,-1-1,1 0,1-1,-7 0,-1 0,1 0,-1 0,1-1,-1 0,1 0,-1 0,0-1,0 1,0-1,-1 0,1 0,-1 0,1-1,-1 1,0-1,0 1,0-1,-1 0,0-1,2-2,32-97,-35 99,14-65,-21 102,2-10,0 0,2 0,0 0,2 0,1 13,21 21,-6-39</inkml:trace>
  <inkml:trace contextRef="#ctx0" brushRef="#br0" timeOffset="327.752">683 39,'13'42,"2"-1,2-1,2 0,1-1,3-1,0-1,17 17,-40-52,1-1,0 1,0 0,0-1,0 1,0-1,0 1,0-1,0 0,0 1,1-1,-1 0,1 0,-1 0,1 0,-1 0,1 0,-1-1,1 1,0 0,0-1,-1 1,1-1,0 0,0 1,-1-1,1 0,0 0,0 0,0-1,-1 1,1 0,0-1,0 1,-1-1,1 1,1-2,1-7,0 0,-1-1,0 1,0-1,-1 0,0 0,-1 0,0 0,-1 0,0-2,1-4,5-157,7 126,-5 35</inkml:trace>
  <inkml:trace contextRef="#ctx0" brushRef="#br0" timeOffset="1215.879">1204 334,'20'-7,"-1"-1,0-1,0 0,-1-1,-1-2,1 0,-2 0,0-2,0 0,-1 0,-1-2,-1 0,0 0,-1-1,10-19,-20 34,0-1,0 0,-1 0,1 0,-1 0,0 0,0 0,0 0,0 0,-1 0,1 0,-1-1,1 1,-1 0,0 0,-1-1,1 1,0 0,-1 0,0-1,0 1,0 0,0 0,0 0,-1 0,1 0,-1 1,0-1,0 0,0 1,0-1,0 1,0 0,-3-3,1 4,0 0,0-1,0 1,0 1,0-1,0 1,0-1,0 1,-1 0,1 1,0-1,0 1,0-1,0 1,0 0,0 1,0-1,1 1,-1 0,0 0,1 0,-1 0,1 1,0-1,-1 1,-2 3,0-1,0 1,0 0,1 1,0-1,0 1,1 0,0 0,0 1,1-1,-1 1,1 2,1-3,0 1,1-1,0 1,0-1,1 1,0-1,0 1,1-1,0 1,0-1,1 0,0 1,0-1,1 0,-1 0,2 0,-1-1,1 1,0-1,0 0,1 0,0 0,0 0,0-1,0 0,1 0,0-1,0 1,1-1,-1-1,1 1,0-1,6 2,1 1,0-2,1 0,-1 0,1-2,0 1,0-2,0 0,0-1,0-1,9-1,-18 2,1-1,-1-1,0 1,1-1,-1 0,0 0,0-1,0 0,0 0,0 0,-1-1,0 0,1 0,-1 0,-1-1,1 1,-1-1,0 0,0-1,0 1,-1-1,1 1,-1-1,2-6,-1-1,-1-1,0 0,0 0,-2 0,0 0,0 0,-1 0,-1 0,0 0,-1 0,-10 41,8 100,4-122,1 0,0 0,0 0,0 0,1 0,0-1,-1 1,2 0,-1-1,1 1,-1-1,1 0,0 0,1 0,-1 0,1-1,-1 1,1-1,0 0,0 0,1 0,-1-1,5 3,0-3,0 0,1 0,-1-1,1 0,-1-1,1 0,0 0,-1-1,1 0,-1-1,1 0,-1 0,0-1,0-1,0 1,0-1,-1-1,0 0,1 0,-2 0,1-1,-1 0,1-1,-2 0,1 0,-1 0,0-1,-1 1,1-2,-2 1,1 0,-1-1,-1 0,2-4,-2 6,-1 0,0 0,0-1,-1 1,0 0,0 0,-1-1,0 1,0 0,-1-1,0 1,0 0,0-1,-1 1,1 7,0 0,1 0,-1 0,0 0,0 0,1 0,-1 0,0 0,1 0,-1 1,0-1,0 0,1 0,-1 1,1-1,-1 0,0 1,1-1,-1 1,1-1,-1 1,1-1,-1 1,1-1,-1 1,1-1,-1 1,1 0,0-1,-1 1,1 0,0-1,0 1,0 0,-1-1,1 1,0 0,0 0,0-1,0 1,0 0,0 0,0-1,1 1,-1 0,-3 7,1 0,0 0,1 1,0-1,0 0,1 0,0 1,0-1,1 0,0 1,0-1,1 0,0 0,1 0,-1 0,2 0,-1-1,1 1,0-1,1 0,-1 0,1-1,1 1,-1-1,1 0,0-1,1 1,-1-1,1 0,0-1,4 2,-4-3,1 0,-1-1,1 0,0-1,0 0,-1 0,1 0,0-1,0-1,0 1,0-1,0 0,-1-1,1 0,0 0,-1-1,0 1,1-2,-1 1,0-1,-1 0,1-1,-1 1,0-1,0 0,0-1,-1 0,0 0,0 0,0 0,-1-1,0 0,0 1,0-2,-1 1,1-4,-1 1,0 0,-1 0,0 0,-1 0,0-1,-1 1,0 0,0-1,-1 1,0 0,-1-1,-1-2,3 13,0 1,-1 0,1 0,0-1,0 1,-1 0,1 0,0-1,-1 1,1 0,-1-1,1 1,-1-1,1 1,-1-1,1 1,-1-1,0 1,1-1,-1 1,0-1,1 0,-1 1,0-1,1 0,-1 1,0-1,0 0,1 0,-1 0,0 0,0 0,0 0,1 0,-1 0,0 0,0 0,1 0,-1-1,0 1,0 0,1 0,-1-1,0 1,1-1,-1 1,0 0,1-1,-1 1,1-1,-1 0,1 1,-1-1,1 1,-1-1,1 0,-1 1,1-1,0 0,-1 1,1-2,-2 9,-1 1,2-1,-1 1,1 0,0-1,1 1,-1 0,2-1,-1 1,1 0,0-1,1 1,0-1,0 1,0-1,1 0,0 0,1 0,-1 0,1 0,1-1,-1 0,1 0,0 0,1 0,-1-1,1 0,5 4,7-1,0 0,0-1,0 0,1-2,0 0,0-1,0-1,1-1,18 0,44 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9.0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 0,'-7'3,"5"7,9 8,3 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9.3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3 305,'-3'-3,"7"0,16 1,23-1,26 2,25-3,14-1,5-2,-5 2,-17 1,-24 1</inkml:trace>
  <inkml:trace contextRef="#ctx0" brushRef="#br0" timeOffset="265.064">16 438,'22'5,"25"1,19 0,16-2,14-5,7-5,1-4,-9-2,-13-5,-21 2</inkml:trace>
  <inkml:trace contextRef="#ctx0" brushRef="#br0" timeOffset="509.646">671 24,'-127'-24,"94"31,32-6,1-1,0 1,-1 0,1-1,0 1,-1 0,1-1,0 1,0 0,0-1,-1 1,1 0,0-1,0 1,0 0,0 0,0-1,1 1,-1 0,0-1,0 1,0 0,0-1,1 1,-1 0,0-1,1 1,-1 0,1-1,-1 1,1-1,-1 1,1-1,-1 1,1-1,-1 1,1-1,-1 0,1 1,0-1,-1 0,1 1,0-1,-1 0,2 0,12 10,1-2,0 0,1-1,0 0,0-1,1-1,8 1,-3 0,130 35,-63-19,-2 4,20 11,-95-32,0 0,-1 0,0 1,-1 1,1 0,-1 0,7 7,-15-12,1 1,-1 0,1 0,-1 0,0 0,0 0,0 0,-1 0,1 1,-1-1,0 1,0-1,0 1,0-1,0 1,-1 0,0-1,0 1,0 0,0 0,0-1,-1 1,0-1,0 1,0 0,0-1,-1 3,-8 12,-1 0,0-1,-1 0,-1-1,0 0,-2-1,0 0,0-2,-1 1,-8 3,19-13,-302 215,261-188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7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93 57,'-2'25,"-1"22,0 19,3 14,4 9,3 8,3 3,0 3,-2 0,-3-2,-1-18</inkml:trace>
  <inkml:trace contextRef="#ctx0" brushRef="#br0" timeOffset="311.173">0 378,'1'-170,"-1"168,0 0,0 0,0 0,0 0,0 0,0 0,0 0,0 0,1 0,-1 0,1 0,0 0,0 1,-1-1,1 0,0 0,0 0,1 1,-1-1,0 0,1 1,-1 0,1-1,-1 1,1 0,-1-1,1 1,0 0,0 0,0 1,-1-1,1 0,0 0,0 1,0-1,0 1,1 0,7 3,-1 0,0 1,0 0,0 1,0 0,-1 0,0 1,0 0,0 0,-1 1,0 0,0 0,-1 1,3 4,-5-9,-1 0,0 0,0 0,0 0,0 0,-1 1,1-1,-1 1,0 0,0-1,0 1,0 0,-1 0,1 0,-1 1,0-1,-1 0,1 0,-1 1,0-1,0 0,0 1,0-1,-1 0,0 0,0 1,0-1,0 0,-1 0,1 0,-1 0,0 0,0-1,-3 4,-3-2,-1 1,1-2,-1 1,0-1,-1-1,1 1,-1-2,0 1,1-1,-1-1,0 0,-10 0,-9-3,29 2,-1 0,1 0,-1 0,1 0,-1 0,1 0,0 0,-1 0,1 0,-1-1,1 1,-1 0,1 0,0 0,-1 0,1-1,-1 1,1 0,0-1,-1 1,1 0,0-1,-1 1,1 0,0-1,0 1,-1 0,1-1,0 1,0-1,0 1,-1 0,1-1,0 1,0-1,0 1,0-1,0 1,0-1,0 1,0-1,0 1,0-1,0 1,0 0,0-1,1 1,-1-1,0 1,0-1,0 1,1 0,-1-1,0 1,1 0,-1-1,19-15,7 0</inkml:trace>
  <inkml:trace contextRef="#ctx0" brushRef="#br0" timeOffset="706.159">628 218,'-4'-6,"-1"1,1 1,-1-1,0 1,0-1,-1 2,1-1,-1 0,0 1,0 0,0 1,0-1,0 1,-1 0,1 1,-1-1,1 1,-1 0,1 1,-1 0,0 0,1 0,-1 1,0 0,1 0,-1 1,1 0,0 0,0 0,0 1,0 0,0 0,0 1,0-1,1 1,0 0,0 1,0-1,1 1,-1 0,1 0,0 1,0-1,1 1,0 0,0 0,-2 4,4-8,0 0,0 0,0 0,1 0,-1 0,1 1,-1-1,1 0,0 0,-1 0,1 1,0-1,0 0,1 0,-1 0,0 1,1-1,-1 0,1 0,0 0,0 0,0 0,0 0,0 0,0 0,0 0,1-1,-1 1,1 0,-1-1,1 1,0-1,0 0,-1 1,1-1,0 0,0 0,0 0,0 0,0-1,1 1,7 1,0 0,1-1,-1 0,0-1,0 0,0 0,1-1,-1-1,0 1,0-2,0 0,0 0,-1 0,1-1,-1-1,0 1,0-2,-1 1,1-1,-1 0,0-1,-1 0,0 0,0-1,0 0,3-6,-5 5,-17 33,10-19,0-1,1 1,0 0,-1 0,2 0,-1-1,0 1,1 0,0 0,0 0,1 0,-1 0,1 0,0 0,0-1,1 1,-1 0,1-1,0 1,0-1,1 0,-1 1,1-1,0 0,0-1,1 1,-1 0,1-1,-1 0,1 0,0 0,3 1,81 18,-42-19</inkml:trace>
  <inkml:trace contextRef="#ctx0" brushRef="#br0" timeOffset="1208.897">1230 3,'-20'-1,"0"0,0 1,0 0,0 2,1 1,-1 0,0 1,1 1,0 1,0 1,1 1,-1 0,16-7,0 0,0 0,0 0,1 0,-1 1,0-1,1 1,-1 0,1-1,-1 1,1 0,0 1,0-1,0 0,0 0,0 1,1-1,-1 1,1 0,-1-1,1 1,0 0,0 0,0 0,0 0,1 0,-1 0,1 0,0 0,0 0,0 0,0 0,1 0,-1 0,1 0,0 0,-1 0,1 0,1-1,-1 1,1 1,6 4,1 0,0 0,0-1,1 0,0-1,0 0,0 0,1-1,0-1,9 3,-8-2,214 85,-178-58,-47-31,0 0,0 0,0 0,1 0,-1 0,-1 0,1 1,0-1,0 0,0 0,-1 1,1-1,0 1,-1-1,0 1,1-1,-1 1,0-1,1 1,-1-1,0 1,0-1,-1 1,1-1,0 1,0-1,-1 1,1-1,-1 1,1-1,-1 0,1 1,-1-1,0 1,-5 3,0 0,-1 0,1-1,-1 0,0 0,0 0,0-1,-1 0,1-1,-1 1,1-1,-1-1,0 0,0 0,-6 0,12 0,0 0,-1 0,1 0,-1-1,1 1,-1-1,1 1,-1-1,1 0,-1 0,1 0,-1 0,0 0,1-1,-1 1,1-1,0 0,-1 0,1 0,-1 0,1 0,0 0,0-1,0 1,0-1,0 1,0-1,0 0,0 0,1 1,-1-2,1 1,-1 0,1 0,0 0,0-1,-1 1,5-7,-1 0,2 0,-1 1,1 0,0 0,0 0,1 0,1 0,-1 1,1 0,0 0,0 1,1-1,0 1,0 1,6-4,17-15,0 2,1 1,2 1,29-13,-60 31,-1 1,1 0,-1 0,1 0,0 0,-1 0,1 0,0 0,0 1,-1-1,1 1,0-1,0 1,0 0,0 0,0 0,0 0,-1 0,1 0,0 0,0 0,0 1,0-1,0 1,-1 0,1-1,0 1,0 0,-1 0,1 0,-1 0,1 0,-1 0,1 1,-1-1,0 0,1 1,-1-1,0 1,0 0,0-1,0 1,0 0,-1-1,1 1,22 81,18 41,-41-123,0 0,1 1,-1-1,1 0,0 0,-1 1,1-1,0 0,-1 0,1 0,0 0,0 0,0 0,0 0,0 0,0-1,0 1,0 0,1 0,-1-1,0 1,0-1,1 1,-1-1,0 0,0 1,1-1,-1 0,0 0,1 0,-1 0,0 0,1 0,-1 0,0-1,1 1,-1 0,0-1,1 1,-1-1,0 1,0-1,1 0,10-10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36.9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25 341,'-1'-323,"-1"305,-8 53,3 37,2-1,6 66,-1-125,1 0,0 1,0-1,2 0,-1 0,2-1,-1 1,2-1,3 8,5 1</inkml:trace>
  <inkml:trace contextRef="#ctx0" brushRef="#br0" timeOffset="331.94">306 168,'-6'11,"2"0,-1 1,2 0,-1 0,2 0,0 0,0 1,1-1,0 0,1 1,1-1,0 1,1 0,-1-6,0 0,1-1,0 1,0-1,1 1,0-1,0 0,0 0,1 0,0 0,0-1,0 1,1-1,-1 0,1-1,1 1,-1-1,1 0,-1 0,1-1,0 1,1-1,-1-1,0 1,-1-2,0 1,0-1,0 0,-1 0,1-1,0 0,0 0,0 0,0 0,0-1,0 1,0-1,-1 0,1-1,0 1,-1-1,1 0,-1 0,1-1,-1 1,0-1,0 0,0 0,-1 0,1-1,-1 1,1-1,-1 0,0 0,-1 0,1 0,-1-1,0 1,0 0,0-1,0 0,-1 1,1-5,1-4,0-1,0 0,-2 0,0 0,0 0,-1 0,-1 0,-1 0,0 0,0 0,-1 0,-4-10,4 15,0 0,-1 1,0-1,0 1,-1-1,0 1,0 0,-1 1,0 0,0 0,-1 0,0 0,0 1,0 0,-1 1,0 0,0 0,-1 0,-3 0,8 3,0 1,-1 0,1 0,0 0,-1 0,1 1,-1-1,1 1,-1 1,1-1,-1 0,1 1,-1 0,1 0,-1 1,1-1,0 1,0 0,0 0,0 0,0 0,0 1,1 0,-1 0,1 0,0 0,-1 0,1 1,1-1,-1 1,1 0,-1 0,-4 8,0 0,1 0,1 0,0 0,1 1,0 0,1 0,0 0,1 0,0 6,1 38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41.1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 77,'-5'13,"0"0,1 0,0 1,1 0,1 0,0-1,0 2,2 10,0-19,0 0,1 0,0 0,0 0,0-1,1 1,0 0,0-1,0 1,1-1,0 0,0 0,0 0,0 0,1 0,0-1,0 1,0-1,1 0,-1-1,5 4,-3-3,1-1,-1 1,1-1,0 0,0-1,0 0,0 0,0 0,1-1,-1 0,0-1,1 1,-1-2,0 1,1-1,-1 0,0 0,0-1,1 0,-1 0,0 0,-1-1,1-1,-1 1,1-1,-1 0,0 0,0-1,-1 1,1-1,-1-1,0 1,0-1,-1 0,0 0,0 0,0 0,0-2,-1 1,0 0,0 0,0 0,-1 0,0-1,0 1,-1 0,0-1,0 0,-1 1,0-1,0 1,-1-1,0 1,0-1,-1 1,0-1,0 1,-1 0,0 0,0 0,-1 0,1 1,-2-1,1 1,-1 0,1 0,-2 1,1-1,-1 1,1 1,-1-1,-1 1,1-1,-1 2,1-1,-1 1,0 0,0 1,-1-1,1 1,0 1,-8-1,7 1,1 2,-1-1,1 1,-1 1,1-1,-1 1,1 1,0-1,0 1,0 0,0 1,0 0,1 0,0 0,0 1,0 0,0 0,1 0,-1 1,2 0,-1 0,1 0,-1 0,2 1,-1 0,1 0,0 0,0 0,1 0,0 1,0-1,1 1,0-1,0 1,1-1,0 1,0 0,1-1,0 1,0-1,25 40,9-9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53.3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20,'14'4,"16"2,18 0,22-2,19-3,20-6,14-5,4-3,-19 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57.4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6057 938,'20'-8,"-1"-2,0 0,0-1,-1 0,0-2,-1 0,-1-1,0-1,-1 0,-1-1,0-1,-1 0,-1-1,-1 0,0-1,0-3,-7 16,-1-1,0 1,-1-1,1 0,-1 0,-1 1,1-2,-1 1,-1 0,1 0,-1-2,0 9,0-1,0 1,-1-1,1 1,0-1,0 1,-1-1,1 1,0-1,-1 1,1-1,0 1,-1 0,1-1,-1 1,1 0,-1-1,1 1,-1 0,1-1,-1 1,1 0,-1 0,1 0,-1-1,1 1,-1 0,1 0,-1 0,1 0,-1 0,0 0,1 0,-1 0,1 0,-1 1,1-1,-1 0,1 0,-1 0,1 1,-1-1,1 0,-1 0,1 1,-1-1,1 0,-1 1,1-1,0 1,-1-1,1 1,0-1,-1 0,1 1,0-1,0 1,-1 0,1-1,0 1,0-1,0 1,0-1,0 1,0-1,0 1,0 0,-5 7,1 1,0 0,1 0,0 1,0-1,1 1,1-1,-1 1,1 0,1-1,0 1,0 0,1 0,1-1,-1 1,1-1,3 7,-1-9,1 0,-1 0,1 0,1 0,0-1,0 0,0 0,0-1,1 0,0 0,0 0,0-1,1 0,-1 0,1-1,0 0,0 0,0-1,1 0,-1-1,0 0,1 0,-1 0,1-1,-1-1,1 1,-1-1,0-1,1 0,-1 0,0 0,0-1,0 0,0-1,-1 0,0 0,1-1,-1 1,0-2,4-6,-1 0,0 0,0-1,-1 0,-1-1,0 0,4-12,53-77,-65 101,1 1,0-1,0 1,0 0,0-1,0 1,1 0,-1 0,0 0,0 0,1 0,-1 0,1 0,-1 0,1 1,-1-1,1 0,-1 1,1-1,0 1,-1 0,1 0,0-1,-1 1,1 0,0 1,-1-1,1 0,-1 0,1 1,0-1,-1 1,1-1,-1 1,1-1,-1 1,1 0,-1 0,1 0,-1 0,0 0,0 0,1 0,-1 1,0-1,0 0,0 1,0-1,-1 0,1 1,0-1,0 1,3 12,0-1,-1 0,0 1,-1 0,-1-1,0 1,-1 0,0 0,-1 0,0 0,-2-1,-2 10,-24 50,29-73,0 0,0-1,0 1,0 0,0 0,0 0,0-1,0 1,0 0,-1 0,1 0,0-1,0 1,0 0,0 0,0 0,-1 0,1-1,0 1,0 0,0 0,0 0,-1 0,1 0,0 0,0-1,0 1,-1 0,1 0,0 0,0 0,0 0,-1 0,1 0,0 0,0 0,-1 0,1 0,0 0,0 0,0 0,-1 0,1 1,0-1,0 0,0 0,-1 0,1 0,0 0,0 0,0 0,-1 1,1-1,0 0,0 0,0 0,0 0,0 1,0-1,-1 0,1 0,3-20,10-8,0 1,2 0,1 0,1 2,8-9,-8 11,-15 20,23-30,-1 0,-1-2,-2 0,-2-2,-1 0,-2-1,-2-1,1-8,-6 3,-3-1,-1 0,-3 0,-2-27,-12-3,12 75,0-1,0 0,0 1,0-1,0 0,-1 1,1-1,0 1,0-1,-1 1,1-1,-1 0,1 1,0-1,-1 1,1 0,-1-1,1 1,-1-1,1 1,-1 0,1-1,-1 1,1 0,-1-1,0 1,1 0,-1 0,0 0,1 0,-1-1,1 1,-1 0,0 0,1 0,-1 0,0 0,1 1,-1-1,0 0,1 0,-1 0,1 1,-1-1,0 0,1 1,-19 26,7 7,2 1,1 1,2-1,1 1,2 1,1 27,0-29,2 0,1 0,1 0,2 0,2 0,1 0,1-1,2 0,2-1,1 0,1 0,2-1,1-1,10 13,-17-33,0 0,1-1,0 0,0-1,1 0,0 0,1-1,0-1,0 0,7 2,-13-6,0 0,1-1,-1 0,1 0,0-1,-1 1,1-2,0 1,0-1,0 0,0 0,-1-1,1 0,0 0,0 0,-1-1,1 0,-1-1,1 1,-1-1,0 0,1-2,3-2,-1-1,-1-1,1 0,-1 0,0 0,-1-1,-1 0,1-1,-1 1,-1-1,0 0,-1-1,0 1,0-1,-2 0,1 1,-1-2,-1 1,0 0,-1 0,0 0,-5-33,5 44,-1 0,1 0,0 0,-1 0,1 0,0 0,-1 0,1 0,-1 0,1 1,-1-1,0 0,1 0,-1 1,0-1,0 0,1 1,-1-1,0 1,0-1,0 1,0-1,0 1,0 0,1-1,-1 1,0 0,0 0,0 0,0-1,0 1,0 0,0 0,0 1,0-1,0 0,0 0,0 0,0 1,0-1,-1 1,-3 2,0 1,0 0,1 0,-1 1,1-1,0 1,0 0,0 0,1 0,0 1,0-1,0 1,1-1,0 1,0 0,0 0,1 0,0 0,0 1,0-1,1 0,0 0,0 1,0-1,1 0,0 0,1 2,0-2,0 0,1-1,-1 1,1-1,0 1,1-1,-1 0,1-1,0 1,0 0,1-1,-1 0,1 0,0 0,0-1,0 0,0 0,1 0,0-1,4 2,7 3,1-2,0 0,0-1,1-1,-1-1,4 0,35 0</inkml:trace>
  <inkml:trace contextRef="#ctx0" brushRef="#br0" timeOffset="250.85">6873 256,'27'-2,"32"-1,35 0,32 1,19-2,-15 0</inkml:trace>
  <inkml:trace contextRef="#ctx0" brushRef="#br0" timeOffset="-1515.77">4494 657,'-8'13,"0"1,1 0,1 0,0 0,1 1,1 0,0 0,1 0,1 1,0-1,1 1,1-1,0 1,1-1,1 1,0-1,1 0,1 0,0 0,1 0,2 2,-4-7,1-1,0 0,0 0,1 0,1-1,-1 1,2-1,-1-1,1 1,0-1,0 0,1-1,0 0,0 0,0 0,1-1,0 0,0-1,0 0,1-1,-1 0,1 0,0-1,0 0,0 0,-5-3,0 0,0 0,0 0,0-1,0 0,-1 1,1-2,0 1,-1 0,0-1,0 0,0 0,0 0,0-1,0 1,-1-1,0 0,0 0,0 0,0 0,-1-1,1 1,-1-1,0 1,0-1,0-4,3-6,-1 1,-1-1,-1 0,0-1,0 1,-2 0,0 0,-1-8,-1 7,-1 0,0 0,-1 0,-1 1,0-1,-1 1,0 0,-2 0,0 0,4 9,0-1,0 1,-1 0,1 0,-1 0,-1 1,1-1,-1 1,0 1,0-1,0 1,-1 0,0 0,0 1,0 0,0 0,0 1,0 0,-1 0,-1 0,3 2,0-1,0 2,0-1,0 0,0 1,0 0,1 1,-1-1,0 1,1 0,-1 1,1-1,-1 1,1 0,0 0,0 1,1-1,-1 1,1 0,0 1,0-1,0 1,0-1,1 1,-3 5,1-1,0 0,0 1,1 0,0 0,1 0,0 1,1-1,0 1,0 0,1-1,1 1,0 0,1 9,7 29</inkml:trace>
  <inkml:trace contextRef="#ctx0" brushRef="#br0" timeOffset="-1247.874">5042 430,'-14'2,"-13"10,-16 19,-19 27,-22 28,-21 30,-22 26,-20 21,-9 9,21-27</inkml:trace>
  <inkml:trace contextRef="#ctx0" brushRef="#br0" timeOffset="-3673">135 631,'3'18,"2"20,3 16,0 14,-1 8,-2 3,-2-1,1-9,0-16</inkml:trace>
  <inkml:trace contextRef="#ctx0" brushRef="#br0" timeOffset="-3412.581">2 604,'-1'-10,"1"1,0-1,1 1,0 0,0-1,1 1,0 0,0 0,1 0,1 0,-1 0,2 1,-1 0,1-1,0 2,1-1,-1 1,3-3,2 2,1 0,0 1,0 0,0 0,1 1,0 1,0 0,0 1,1 0,-1 0,1 2,0-1,0 2,0 0,0 0,0 1,0 1,0 0,0 1,0 0,0 1,-1 1,1 0,-1 0,1 2,-9-4,0 0,0 0,-1 0,1 1,-1-1,1 1,-1 0,0 0,0 0,0 0,-1 1,1-1,-1 1,0 0,0 0,0-1,0 1,-1 1,1-1,-1 0,0 0,-1 0,1 1,-1-1,1 0,-1 0,0 1,-1-1,1 0,-1 1,0-1,0 0,0 0,-1 0,0 0,1 0,-1 0,-12 15,0 0,-2-2,1 0,-2 0,-1-2,0 0,0-1,-2-1,1 0,-2-2,-18 8,21-9,-9 6</inkml:trace>
  <inkml:trace contextRef="#ctx0" brushRef="#br0" timeOffset="-2944.898">951 764,'-7'-8,"1"0,-2 1,1-1,-1 1,0 1,0-1,-1 2,0-1,0 1,0 0,0 1,-1 0,0 1,0 0,0 0,0 1,-1 0,1 1,0 0,-1 1,1 0,0 1,-1 0,1 0,0 1,-1 1,1-1,1 2,-1-1,-6 4,7-1,0 0,0 1,0 0,1 1,0 0,0 0,1 0,0 1,-5 9,9-15,0 1,1 0,0 0,0 0,0 1,0-1,1 0,0 1,0-1,0 1,0-1,1 1,-1-1,1 1,1 0,-1-1,0 1,1-1,0 1,0-1,1 1,-1-1,1 0,0 1,0-1,4 2,0-1,0 0,0 0,1-1,-1 0,1 0,0 0,0-1,1 0,-1 0,1-1,0 0,-1 0,1-1,0 0,0-1,0 1,0-1,0-1,0 0,-1 0,1 0,-1 0,-1 0,1 0,-1 0,0-1,1 0,-1 0,0 0,0-1,0 0,-1 0,1-1,-1 0,0 0,0 0,0 0,0-1,-1 0,0 0,0 0,0 0,0-1,-1 1,0-1,0 0,-1 0,1 0,-1-1,-1 1,1 0,-1-5,2-2,-1 3,-4 22,2-11,-2 5,0 1,1-1,0 1,0-1,0 1,1-1,0 1,0 0,1-1,0 1,0-1,0 1,1-1,0 0,0 1,1-1,0 0,0 0,0-1,1 1,-1-1,2 1,4 0,-1-1,1 0,0 0,1-1,-1 0,1-1,0 0,0-1,0 0,0 0,0-1,0-1,0 1,7-2,46 0</inkml:trace>
  <inkml:trace contextRef="#ctx0" brushRef="#br0" timeOffset="-2055.741">1539 604,'-27'-1,"10"0,0 1,0 1,0 0,0 1,1 1,-1 0,-11 5,27-8,-1 0,1 1,-1-1,1 1,-1-1,1 1,-1-1,1 1,0 0,-1 0,1 0,0 0,0 0,0 0,-1 0,1 0,0 0,1 0,-1 1,0-1,0 0,0 1,1-1,-1 1,1-1,-1 1,1-1,-1 1,1-1,0 1,0-1,0 1,0-1,0 1,0-1,0 1,1 0,-1-1,0 1,1-1,-1 1,1-1,0 0,-1 1,1-1,0 0,0 1,0-1,0 0,0 0,1 1,13 13,0-2,0 1,2-2,-1 0,2-1,9 4,6 5,-24-15,7 3,-1 1,0 1,0 0,-1 1,0 0,-1 1,0 1,-1 0,0 0,-1 1,-1 1,9 14,-18-25,0 0,0 0,0 0,-1 0,1 0,-1 0,0 0,0 1,0-1,-1 0,1 0,-1 0,0 0,0 0,-1-1,1 1,-1 0,0 0,0-1,0 1,0-1,-1 0,1 0,-1 0,0 0,0 0,0 0,0-1,0 1,-1-1,1 0,-2 1,-3 2,-1 0,0-1,0 0,-1 0,1-1,-1 0,1 0,-1-1,0-1,0 0,0 0,-8-1,14 0,0-1,0 1,0-1,0 0,0 0,0-1,0 1,1-1,-1 0,0 0,1 0,0-1,-1 1,1-1,0 0,0 0,0 0,1 0,-1 0,1-1,0 1,0-1,0 1,0-1,1 0,-1 0,1 0,0 0,0 0,0 0,1 0,-1 0,1 0,0 0,0 0,1 0,-1 0,1 0,0 0,0 0,0 0,1 0,-1 0,1 0,0 1,0-1,9-13,1 0,0 1,1 1,1 0,0 0,1 2,1 0,0 1,0 0,2 1,-1 1,1 1,0 0,1 2,5-2,-11 4,2 0,-1 1,1 0,-1 1,1 1,0 1,5-1,-16 2,1 0,0 1,-1-1,1 1,-1-1,1 1,-1 1,0-1,1 1,-1-1,0 1,0 1,0-1,0 0,0 1,-1 0,1 0,-1 0,0 0,0 1,0-1,0 1,0 0,-1-1,2 4,0 4,0 0,-1 0,0 0,-1 0,0 1,-1-1,0 11,13 61,-14-80,1-1,0 0,0 1,0-1,0 0,1 0,-1 0,0 0,1 0,0 0,-1 0,1 0,0-1,0 1,0-1,0 1,0-1,1 0,-1 0,0 0,0 0,1 0,-1 0,1-1,-1 1,1-1,-1 0,1 1,-1-1,1 0,-1-1,1 1,-1 0,1-1,-1 1,0-1,2 0,6-3,0 1,0-2,0 1,-1-1,0-1,0 1,0-2,2-2,3-4,0 0,-2-1,0 0,0-1,-1 0,-1-1,-1 0,0 0,-1-1,-1-1,3-10,-4 12,0 49,-6-25,-1 2,-1 0,2 0,0 0,0 1,0-1,1 0,1 0,0 0,0-1,1 1,0 0,1-1,0 0,1 1,0-2,0 1,0-1,1 1,1-1,-1-1,1 0,1 1,3-1,0-1,0 0,0-1,1 0,0-1,0-1,0 1,0-2,0 0,1 0,-1-1,1-1,-1 0,1 0,-1-1,1-1,-1 0,2-1,4-2,-1 0,1-1,-1 0,0-2,-1 0,0 0,0-2,-1 0,0-1,0 0,-2-1,3-3,-1-5,-1-1,0 0,-2-1,0-1,-2 0,0 0,-2-1,0 0,-2-1,0 0,-2 0,-1 0,-1 0,-1 0,-1-1,-3-10,4 15,-1 1,0 0,-2 0,-1 0,0 0,-2 0,0 1,-4-11,8 28,1 0,-1 0,1 0,-1 0,0 0,0 0,0 0,0 1,0-1,0 0,-1 0,1 1,0-1,-1 1,0-1,1 1,-1-1,0 1,1 0,-1 0,0 0,0 0,0 0,0 1,0-1,0 0,0 1,0 0,-1-1,1 1,0 0,0 0,0 0,0 0,0 1,-1-1,1 1,0-1,0 1,0 0,0-1,0 1,0 0,1 0,-1 1,-1-1,-9 10,1 0,0 1,0 0,1 1,1 0,0 0,1 1,0 0,1 0,-5 16,2-6,0 0,2 1,1 0,1 1,1-1,-1 24,5-37,0 0,2 0,-1 0,1 0,1 0,0 0,1 0,0-1,1 1,0-1,1 0,0 0,1 0,0-1,1 0,0 0,9 6,0 0,1-1,1-1,1-1,0 0,1-2,0 0,0-1,1-1,0-1,1-1,0-1,3 0,87 22</inkml:trace>
  <inkml:trace contextRef="#ctx0" brushRef="#br0" timeOffset="1195.859">8905 496,'0'21,"0"22,2 22,6 19,5 15,6 9,6 7,1-1,-2-4,-4-20</inkml:trace>
  <inkml:trace contextRef="#ctx0" brushRef="#br0" timeOffset="1536.407">8825 857,'0'-184,"11"129,-10 55,0-1,0 1,0-1,0 1,0 0,0 0,0-1,0 1,0 0,0 0,1 0,-1 0,0 0,0 0,0 1,0-1,0 0,0 0,0 1,0-1,0 1,0-1,0 1,0-1,0 1,0 0,0-1,0 1,0 0,-1 0,1 0,0 0,0 0,-1-1,17 14,-2 1,0 0,0 1,-2 1,0 0,-1 1,0 0,-2 1,1 2,-9-19,-1 1,1-1,-1 0,0 1,0-1,0 0,0 1,0 0,0-1,-1 1,1-1,-1 1,0 0,0-1,0 1,0 0,0 0,-1-1,1 1,-1-1,1 1,-1 0,0-1,0 1,0-1,-1 0,1 1,0-1,-1 0,0 0,1 0,-1 0,0 0,0 0,0 0,0-1,-1 1,1-1,0 1,-2-1,-4 2,-1-1,0 1,0-2,1 0,-1 0,0 0,0-1,0 0,0-1,0 0,0-1,0 0,1 0,-1 0,0-1,1-1,0 0,0 0,0 0,1-1,-1 0,-10-22,20 17</inkml:trace>
  <inkml:trace contextRef="#ctx0" brushRef="#br0" timeOffset="1898.37">9226 82,'0'-34,"0"28,0 24,8 117,6 0,6 0,6-2,34 100,-57-219,18 36,-16-48</inkml:trace>
  <inkml:trace contextRef="#ctx0" brushRef="#br0" timeOffset="2142.347">9038 230,'18'0,"23"2,23 1,25 2,15 5,6 5,-7 9,-21 1</inkml:trace>
  <inkml:trace contextRef="#ctx0" brushRef="#br0" timeOffset="2559.983">9720 925,'12'-257,"-11"219,1 12,-2 0,0 0,-2 0,-1 0,-1 0,4 25,1 0,-1 0,0 0,0 0,0 0,0 1,0-1,0 0,0 0,0 0,0 0,-1 0,1 0,0 0,0 0,-1 0,1 0,-1 0,1 0,-1 1,1-1,-1 0,0 0,1 0,-1 1,0-1,0 1,1-1,-1 0,0 1,0-1,0 1,0 0,0-1,1 1,-1 0,0-1,0 1,0 0,0 0,0 0,0 0,0 0,0 0,0 0,0 0,0 0,0 0,0 1,0-1,0 0,0 1,0-1,0 1,1-1,-1 1,0-1,0 1,0 0,1-1,-1 1,0 0,1-1,-1 1,1 0,-1 0,-1 1,1 0,-1 0,1 0,-1 0,1 1,0-1,0 0,0 1,0-1,0 0,1 1,-1-1,1 1,0-1,-1 1,1-1,0 1,1-1,-1 1,0-1,1 1,-1-1,1 1,0-1,0 0,0 1,0-1,0 0,0 0,1 1,-1-1,1 0,-1 0,1-1,0 1,0 0,0-1,0 1,0-1,0 1,0-1,0 0,1 0,-1 0,0 0,1 0,1 0,22 4,0-1,0-1,1-1,-1-2,10-1,-6 1,117 2,-145-2,1 0,-1 0,0 1,1-1,-1 1,0-1,0 1,1 0,-1 0,0 0,0 0,0 0,0 0,0 1,0-1,0 1,0-1,-1 1,1 0,-1 0,1 0,-1 0,0 0,1 0,-1 0,0 0,0 0,-1 0,1 1,0-1,-1 0,1 1,-1-1,0 0,0 1,0-1,0 1,0-1,-1 0,1 1,-1 0,-13 57,10-50,1-1,1 1,-1 0,2-1,-1 1,1 0,1 0,0 0,0 0,2 8,1-13,0 0,0 0,1-1,-1 1,1-1,0 1,1-1,-1-1,1 1,-1 0,1-1,0 0,0 0,1-1,-1 1,1-1,-1 0,1-1,0 1,-1-1,1 0,0-1,0 1,0-1,0 0,-1-1,1 0,1 0,151-14,-79 1</inkml:trace>
  <inkml:trace contextRef="#ctx0" brushRef="#br0" timeOffset="7875.087">3357 938,'16'0,"17"0,15-2,15-4,9-2,4-2,-4-3,-9 3,-14-1,-20 2,-23 5,-13 3</inkml:trace>
  <inkml:trace contextRef="#ctx0" brushRef="#br0" timeOffset="8543.14">3357 2101,'-14'2,"-6"1,-3 0,3 2,7-1,13 2,15 0,21-1,23-2,22-1,19-3,16-4,4-3,-5-2,-21 0</inkml:trace>
  <inkml:trace contextRef="#ctx0" brushRef="#br0" timeOffset="9751.091">4801 2194,'28'-20,"-1"-2,-1-1,-1-1,-1-2,-1 0,-1-1,-2-1,0-1,3-30,-22 58,-1 0,0-1,1 1,-1 0,0-1,0 1,1 0,-1-1,0 1,0-1,-1 1,1 0,0-1,0 1,-1 0,1-1,-1 1,1 0,-1-1,1 1,-1 0,0 0,0 0,1 0,-1 0,0 0,0 0,0 0,0 0,0 0,-1 0,1 0,0 1,0-1,0 0,-1 1,1-1,0 1,-1 0,1-1,-1 1,-3 1,1 0,0 0,0 1,0-1,0 1,0 0,0 0,0 1,0-1,1 1,-1-1,1 1,0 0,0 1,0-1,0 0,1 1,-1 0,1 0,0-1,0 1,0 0,1 1,-1-1,1 0,0 1,-2 2,0 1,1-1,-1 1,1 0,1 0,0-1,0 1,1 0,-1 0,2 0,-1 0,1 0,1 0,-1 0,1 0,0-1,1 1,0-1,0 1,1-1,0 0,0 0,0-1,1 1,0-1,1 0,-1 0,1-1,0 0,0 0,1 0,0-1,6 4,-2-4,1 0,0-1,0-1,0 0,0 0,0-1,0 0,1-2,-1 1,0-1,0-1,0 0,0-1,0 0,0-1,-1 0,1-1,-1 0,0-1,-1 0,1 0,-1-1,-1-1,1 0,-1 0,0-1,-1 0,0 0,-1-1,0 0,0-1,-1 1,-1-1,3-5,0-3,-7 14,0 1,1 0,0 0,0 0,0 0,0 0,1 0,-1 1,1-1,0 1,0 0,0 0,0 0,2-1,-2 4,0 0,0 0,0 0,0 1,0-1,0 1,0 0,0 0,0 0,-1 0,1 1,0-1,-1 1,1-1,-1 1,0 0,1 0,-1 0,0 0,0 1,0-1,-1 0,2 3,1-1,1 0,0 1,0 0,-1 0,0 0,1 1,-2-1,1 1,-1 0,0 0,0 0,0 1,-1-1,0 1,0-1,-1 1,0 0,0 0,0 0,-1-1,0 1,-1 0,1 0,-1 0,-1-1,1 1,-1 1,2-9,0 1,1-1,-1 1,0-1,0 0,1 1,-1-1,0 1,0-1,0 0,0 1,0-1,0 0,0 1,0-1,0 0,0 1,0-1,-1 1,1-1,0 0,0 1,-1-1,1 1,0-1,-1 1,1-1,0 1,-1-1,1 1,-1-1,1 1,-1-1,1 1,-1 0,1-1,-1 1,1 0,-1 0,0-1,1 1,-1 0,1 0,-1 0,0 0,1-1,-1 1,0 0,1 0,-1 0,1 0,-1 1,0-1,1 0,-1 0,0 0,1 0,-1 1,1-1,-1 0,1 1,-1-1,1 0,-1 1,1-1,-1 1,4-15,0 0,1 1,1-1,0 1,1 0,1 1,0-1,8-10,-4 5,28-48,-3-2,10-31,-37 78,0-2,-2 1,-1-1,-1 0,-1 0,-1-1,-1 1,-1-1,-1 0,-1-1,1 22,0-1,0 1,0-1,0 1,-1-1,0 1,1 0,-1-1,-1 1,1 0,0-1,-1 1,0 0,1 0,-1 0,0 0,-1 1,1-1,0 0,-1 1,1 0,-1-1,-2 0,4 3,0 0,0 0,0 0,0 0,-1 1,1-1,0 0,0 1,0-1,0 0,0 1,0-1,0 1,0 0,0-1,1 1,-1 0,0-1,0 1,0 0,1 0,-1 0,0 0,1 0,-1 0,1 0,-1 0,1 0,0 0,-1 0,1 0,0 0,0 0,-1 1,-3 19,0 1,1-1,1 1,1 0,1 0,1 0,1 0,1-1,4 16,0 4,1 0,2 0,2-1,2-1,2 0,1-1,2-1,1-1,11 13,-24-39,0-1,1 0,0 0,0-1,1 0,1-1,-1 1,4 1,-9-7,0 0,-1-1,1 1,0 0,0-1,0 0,0 0,0 0,0 0,0-1,0 0,0 0,0 0,0 0,0 0,0-1,0 0,0 0,0 0,0 0,0-1,0 1,0-1,-1 0,3-1,2-4,0 0,0-1,-1 0,0 0,0-1,-1 0,0 0,-1 0,1-1,-2 0,0 0,0 0,-1 0,0 0,0-1,-1 0,-1 1,0-1,0-9,-3-7,2 27,0-1,0 1,1 0,-1-1,0 1,0 0,0-1,0 1,0 0,0-1,0 1,0 0,0-1,0 1,0 0,0-1,-1 1,1 0,0-1,0 1,0 0,0-1,0 1,-1 0,1-1,0 1,0 0,-1 0,1-1,0 1,0 0,-1 0,1 0,0-1,-1 1,1 0,0 0,-1 0,1 0,0 0,-1 0,1-1,0 1,-1 0,1 0,0 0,-1 0,1 0,0 0,-1 1,1-1,0 0,-1 0,1 0,0 0,-1 0,1 0,0 1,-1-1,1 0,0 0,-1 0,1 1,-3 3,1 1,0 0,0 0,0 0,0 0,1 0,-1 1,1-1,1 0,-1 1,1-1,0 0,0 1,1-1,-1 1,1-1,0 0,1 0,-1 0,1 1,1-1,0 3,1 0,1-1,-1 1,1-1,0-1,1 1,0-1,0 1,0-2,1 1,-1-1,2 0,-1 0,0-1,1 0,0 0,0-1,0 0,1 0,28 8</inkml:trace>
  <inkml:trace contextRef="#ctx0" brushRef="#br0" timeOffset="10002.229">5456 1633,'27'0,"34"0,34 2,31 1,23 0,-14 0</inkml:trace>
  <inkml:trace contextRef="#ctx0" brushRef="#br0" timeOffset="10256.572">7340 1820,'0'23,"0"23,0 22,0 20,3 14,0 9,2 4,1-1,-2-7,0-22</inkml:trace>
  <inkml:trace contextRef="#ctx0" brushRef="#br0" timeOffset="10577.282">7301 2462,'-24'-133,"12"78,2-1,3 1,1-48,5 98,0-1,1 1,0 0,0 0,1-1,-1 1,1 0,0 0,1 0,-1 0,1 0,0 0,0 0,1 0,-1 1,1-1,0 1,0 0,1 0,-1 0,1 0,0 1,0-1,0 1,0 0,0 0,1 0,0 1,-1 0,1 0,0 0,0 0,3 0,5 1,1 1,-1 0,1 1,-1 1,0 0,0 1,1 0,-2 1,1 0,0 1,-1 0,0 1,0 1,-1 0,1 0,-2 1,1 1,-1 0,6 6,-13-12,0-1,0 0,0 1,-1 0,1 0,-1 0,1 0,-1 0,0 0,0 0,-1 1,1-1,-1 1,1 0,-1-1,0 1,0 0,-1-1,1 1,-1 0,0 0,0 0,0 0,-1-1,1 1,-1 0,0 0,0-1,0 1,0 0,-1-1,1 1,-1-1,0 0,0 1,-1-1,-1 2,-5 1,0 0,-1-1,0 0,0 0,0-1,0-1,0 0,-1 0,0-1,0 0,1-1,-1 0,0-1,0 0,0 0,0-1,0-1,1 0,-5-2,-28-17,43 21,-1-1,1 1,-1-1,0 0,1 1,-1-1,1 0,0 0,-1 0,1 1,0-1,-1 0,1 0,0 0,0 1,0-1,-1 0,1 0,0 0,0 0,0 0,1 0,-1 1,0-1,0 0,0 0,1 0,-1 0,0 1,1-1,-1 0,1 0,-1 1,1-1,-1 0,1 1,-1-1,1 0,0 1,-1-1,1 1,0-1,-1 1,1-1,0 1,0 0,0-1,-1 1,1 0,0 0,14-8,-1 2,1 0,0 1,0 0,1 1,13-2,-7 2,35-8</inkml:trace>
  <inkml:trace contextRef="#ctx0" brushRef="#br0" timeOffset="11212.207">7808 2007,'-1'-3,"-1"-1,0 1,0 0,-1 0,1 0,-1 0,1 0,-1 0,0 1,0-1,0 1,0 0,0 0,-1 0,1 0,-1 1,1-1,-1 1,0 0,1 0,-1 0,0 1,0-1,0 1,0 0,1 0,-1 0,0 1,0-1,0 1,1 0,-1 0,0 0,1 1,-1-1,1 1,-1 0,1 0,0 0,0 0,0 1,0-1,0 1,0 0,1 0,-1 0,1 0,0 0,0 0,0 1,0-1,1 0,-1 1,1 0,-1 2,2-3,0 0,0-1,0 1,0 0,0-1,0 1,1 0,-1-1,1 1,0 0,-1-1,1 1,1-1,-1 0,0 1,0-1,1 0,0 0,-1 1,1-1,0-1,0 1,0 0,0 0,0-1,0 1,1-1,-1 0,1 1,-1-1,81 20,-67-21,0 0,0-2,0 0,0-1,0 0,0-1,-1-1,0-1,0 0,0-1,-1 0,2-3,2 1,-16 8,-1 1,0-1,0 1,0-1,1 1,-1 0,0-1,1 1,-1 0,0 0,1 0,-1 0,0 0,0 0,1 0,-1 0,0 1,1-1,-1 1,0-1,0 1,1-1,-1 1,0-1,0 1,0 0,0 0,0 0,0-1,0 1,0 0,0 0,-1 0,1 1,0-1,0 0,-1 0,1 0,-1 0,1 1,-1-1,0 0,1 1,-1-1,0 0,0 0,0 1,1 0,-1 0,1 0,-1 0,1 0,0 0,0 0,0 0,0 0,0-1,0 1,0 0,1-1,-1 1,1-1,-1 0,1 1,0-1,-1 0,1 0,0 0,0 0,0 0,-1 0,1-1,1 1,-1-2,1 0,0 0,-1 0,1-1,-1 1,0-1,1 0,-1 1,0-1,0 0,0 0,0 0,-1-1,1 1,0 0,-1-1,0 1,1-1,-1 1,0-1,-1 0,1 1,0-3,6-14,-2-1,0 0,-1-1,-1 1,0-18,8-47,-12 83,1 0,1 0,-1 0,0 0,0 0,1 0,-1 0,1 0,-1 0,1 0,0 1,0-1,0 0,0 0,0 1,0-1,1 1,-1-1,0 1,1-1,-1 1,1 0,-1 0,1 0,0 0,0 0,-1 0,1 0,0 1,0-1,0 0,0 1,0 0,0-1,0 1,0 0,0 0,0 0,0 0,0 1,0-1,-1 0,1 1,0-1,0 1,0 0,0 0,0 0,0 0,11 8,-1 1,-1 0,0 1,-1 0,0 1,0-1,-1 2,-1 0,0 0,-1 0,0 1,-1 0,2 8,6 79,-13-73,1-25,-1 0,1 0,0-1,0 1,0-1,0 1,0-1,0 0,1 0,0 0,-1 0,1 0,0 0,0-1,-1 1,1-1,1 0,-1 0,0 0,0 0,0 0,0-1,1 0,-1 0,0 1,0-2,1 1,-1 0,0-1,0 1,0-1,2-1,-2 2,84-11,-44 2</inkml:trace>
  <inkml:trace contextRef="#ctx0" brushRef="#br0" timeOffset="12213.736">9025 1846,'-9'0,"-1"0,0 1,1 0,0 0,-1 1,1 0,0 1,0 0,0 1,0-1,1 2,-1-1,1 1,0 0,0 1,1 0,0 0,0 1,0 0,1 0,0 0,0 1,-3 6,7-11,-1 1,1-1,0 1,0 0,1 0,-1 0,1 0,0 0,0 0,0 0,0 0,1 0,0 1,0-1,0 0,0 0,0 0,1 1,0-1,0 0,0 0,1 0,-1 0,1 0,0-1,0 1,0 0,0-1,1 1,0-1,-1 0,1 0,0 0,1 0,-1-1,0 1,1-1,14 7,1-1,0-1,0-1,0-1,1 0,0-2,0 0,0-1,0-1,0-1,0-1,16-2,-16 2,0 0,1-1,-1-1,0-1,-1-1,1 0,-1-2,0 0,0-1,-1-1,0-1,0 0,-1-1,3-5,-16 13,0-1,-1 0,1 0,-1 0,0 0,-1-1,1 1,-1-1,0 0,0 0,0 0,-1 0,1 0,-1 0,0 0,-1 0,1 0,-1-1,0 1,-1 0,0-4,-11 30,10-16,0 1,0-1,1 1,-1 0,1-1,1 1,-1 0,1 0,0-1,0 1,1 0,0 0,0-1,0 1,1 0,-1-1,1 1,1-1,-1 0,1 0,0 0,0 0,0 0,1 0,-1-1,1 0,0 0,1 0,-1 0,1-1,0 1,7-1,-1 0,1-1,0 0,0-1,0 0,0-1,0-1,0 0,-1 0,1-1,0 0,-1-1,1-1,-1 0,0 0,0-1,0-1,-1 0,0 0,0-1,0 0,-1 0,0-1,-1-1,0 1,0-1,0-1,-1 0,-1 0,14-33,-22 49,-1 1,2-1,-1 1,1 0,0 0,0-1,1 1,0 0,0 0,1 0,-1-1,2 1,-1 0,1-1,0 1,0-1,1 1,-1-1,1 0,1 0,-1 0,1-1,0 1,1-1,-1 0,1 0,0 0,0-1,1 0,-1 0,1 0,0-1,0 1,0-1,6 1,-8-2,0 0,0-1,0 0,-1 0,1 0,1 0,-1 0,0-1,0 0,0 0,0 0,0 0,0-1,0 0,0 0,0 0,0 0,0 0,0-1,-1 0,1 0,0 0,-1 0,0 0,1-1,-1 1,0-1,0 0,0 0,0-1,3-11,0 0,-1 0,0 0,-1-1,-1 1,-1-1,0 0,-1 0,-1 0,0 0,-3-15,2-26,1 56,-1-1,1 0,0 1,0-1,0 0,0 1,0-1,0 1,0-1,0 0,1 1,-1-1,1 0,-1 1,1-1,0 1,-1-1,1 1,0 0,0-1,0 1,0 0,0-1,1 1,-1 0,0 0,0 0,1 0,-1 0,1 0,-1 1,1-1,-1 0,1 1,-1-1,2 1,14 0,0 2,0 0,-1 1,1 0,-1 2,0 0,13 6,-22-10,-1 1,1 0,-1 0,0 1,0 0,0 0,0 1,0-1,-1 1,1 0,-1 1,0-1,0 1,-1 0,0 0,1 1,-2-1,1 1,-1 0,0 0,0 0,0 0,-1 1,1 4,-7 92,-3-33,7-67,1-1,-1 0,1 0,-1 1,1-1,0 0,-1 0,1 0,0 0,0 0,1 0,-1 0,0 0,1-1,-1 1,1 0,-1-1,1 1,0-1,0 0,0 1,0-1,0 0,0 0,0 0,0-1,0 1,0 0,0-1,1 1,-1-1,0 0,0 0,1 0,-1 0,1 0,84-7,-46-2</inkml:trace>
  <inkml:trace contextRef="#ctx0" brushRef="#br0" timeOffset="12584.328">10843 1794,'-13'-2,"0"1,0 0,0 1,0 0,-1 1,1 1,0 0,1 1,-1 0,0 1,1 0,0 1,0 0,0 1,1 0,-1 1,-1 2,11-7,1-1,-1 0,0 1,1-1,-1 1,1-1,-1 1,1 0,0 0,0 0,0 0,0 0,0 0,0 0,0 0,1 0,-1 0,1 0,0 0,-1 0,1 0,0 1,0-1,0 0,1 0,-1 0,0 1,1-1,0 0,-1 0,1 0,0 0,0 0,0 0,0 0,0-1,1 1,-1 0,0-1,1 1,-1 0,1-1,0 0,0 1,0-1,12 8,1-1,1 0,-1-1,1-1,0-1,1 0,7 1,-7-2,0 0,-1 1,0 1,0 1,-1 0,0 1,9 6,-22-12,0-1,0 1,0-1,0 1,0 0,0 0,-1 0,1 0,-1 0,0 0,1 0,-1 1,0-1,0 0,0 1,-1-1,1 1,-1-1,1 1,-1-1,0 1,0-1,0 1,0-1,0 1,-1-1,1 1,-1-1,1 1,-1-1,0 0,0 1,0-1,0 0,-1 0,1 0,-1 1,1-2,-1 1,0 0,1 0,-1 0,0-1,0 1,0-1,-1 1,-7 4,-1 0,1 0,-1-1,0-1,0 0,0 0,-1-1,0 0,1-1,-1-1,0 0,0 0,0-1,0-1,1 0,-4-1,-3-1,4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2:42.8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2357 300,'-16'-12,"-14"-5,-9-1,-5 4,1 8,5 12,9 14,10 13,12 9,8-1</inkml:trace>
  <inkml:trace contextRef="#ctx0" brushRef="#br0" timeOffset="1773.445">6635 861,'20'-7,"19"-2,11 1,9 1,5 2,-1 2,-2 1,-7-1,-13 0</inkml:trace>
  <inkml:trace contextRef="#ctx0" brushRef="#br0" timeOffset="1961.98">6862 620,'-13'21,"-6"15,2 9,3 6,6 3,7-1,9-2,2-4,2-4,-1-11</inkml:trace>
  <inkml:trace contextRef="#ctx0" brushRef="#br0" timeOffset="2228.276">7423 781,'2'-6,"6"-24,1 0,2 1,1 0,11-19,-23 49,0-1,1 1,-1-1,0 1,0-1,1 1,-1-1,0 1,1-1,-1 1,1-1,-1 1,1-1,-1 0,0 1,1-1,-1 0,1 1,0-1,-1 0,1 0,-1 1,1-1,-1 0,1 0,0 0,-1 0,1 0,-1 0,1 0,0 0,-1 0,1 0,-1 0,1 0,0 0,-1-1,1 1,-1 0,1 0,-1-1,1 1,-1 0,1-1,-1 1,1 0,-1-1,1 1,-1-1,0 1,1-1,-1 1,0-1,1 1,-1-1,0 1,0-1,1 1,-1-1,0 1,0-1,0 0,0 1,0-1,0 1,0-1,0 0,0 0,23 174,17 96,-41-202,-4-46</inkml:trace>
  <inkml:trace contextRef="#ctx0" brushRef="#br0" timeOffset="2470.214">7450 1155,'21'2,"15"1,11 0,9-3,6-1,0-4,-11 1</inkml:trace>
  <inkml:trace contextRef="#ctx0" brushRef="#br0" timeOffset="7141.742">7450 620,'-4'7,"-7"7,-3 7,-4 6,-1 1,0 2,4-5</inkml:trace>
  <inkml:trace contextRef="#ctx0" brushRef="#br0" timeOffset="7599.646">7450 1115,'16'3,"19"0,17-1,16-2,-4-1</inkml:trace>
  <inkml:trace contextRef="#ctx0" brushRef="#br0" timeOffset="1167.365">5618 927,'0'-40,"2"-32,-5 0,-2 0,-9-37,14 108,1 0,-1 1,0-1,0 0,0 0,0 0,0 0,0 1,0-1,-1 0,1 0,0 0,0 1,-1-1,1 0,0 0,-1 1,1-1,-1 0,1 0,-1 1,1-1,-1 1,1-1,-1 0,0 1,1-1,-1 1,0-1,0 1,1 0,-1-1,0 1,0 0,0-1,-5 107,6-10,3 1,13 65,12-58,-11-71</inkml:trace>
  <inkml:trace contextRef="#ctx0" brushRef="#br0" timeOffset="1527.056">5993 687,'-5'7,"0"0,0 0,1 1,0-1,0 1,1 0,0 0,0 0,1 1,0-1,0 1,1-1,0 1,1-1,0 1,0 0,1-1,0 1,0-1,1 1,0-1,1 0,0 1,0-1,1-1,-1 1,2 0,-1-1,1 0,0 0,1 0,0-1,0 0,0 0,1 0,0-1,0 0,0 0,0-1,1 0,0 0,0-1,6 2,-8-3,1 0,-1 0,0-1,1 0,-1 0,1-1,0 0,-1 0,1-1,-1 1,1-1,-1-1,0 1,1-1,-1 0,0-1,0 1,0-1,0-1,-1 1,1-1,-1 0,0 0,0 0,0-1,-1 1,1-1,-1-1,-1 1,1 0,-1-1,1 0,-2 0,3-3,-1-2,0-1,0 1,-1-1,0 0,-1 0,0 0,-1 0,0 0,-1 0,0 0,-1 0,-1 0,0 0,0 0,-1 1,-1-1,-4-10,5 18,1 0,0 0,-1 0,0 1,0-1,0 1,0 0,-1 0,1 0,-1 0,0 0,1 1,-1 0,-1 0,1 0,0 0,0 1,-1-1,1 1,0 0,-1 1,1-1,-1 1,0 0,1 0,-1 0,1 0,-1 1,1 0,-2 0,-3 1,1 1,0-1,0 2,0-1,1 1,-1 0,1 0,0 1,0 0,0 0,1 1,0 0,0 0,0 0,-4 7,7-7,-1 0,1 0,0 0,0 1,1-1,0 1,0-1,0 1,1 0,0-1,0 4,2 25</inkml:trace>
  <inkml:trace contextRef="#ctx0" brushRef="#br0" timeOffset="5878.186">5539 500,'-3'-2,"-7"8,-8 12,-11 15,-12 13,-12 9,2-3</inkml:trace>
  <inkml:trace contextRef="#ctx0" brushRef="#br0" timeOffset="6421.618">5485 1115,'14'0,"18"0,21 0,23-2,12-6,-9-1</inkml:trace>
  <inkml:trace contextRef="#ctx0" brushRef="#br0" timeOffset="2983.005">9041 1008,'30'-23,"-1"-2,-1 0,-1-3,-1 0,-2-1,-1-1,-1-2,-1 0,-2-1,-2-1,0-3,-7 13,-2 0,-1 0,0-1,-2 0,-1-1,-1 1,-1-1,-1 1,-1-1,-2 1,0-1,-2 1,-4-16,7 36,-1 0,1 0,-1 0,1 0,-1 0,-1 1,1-1,-1 1,1 0,-1-1,0 1,-1 1,1-1,-1 0,0 1,0 0,0-1,0 2,0-1,-1 0,1 1,-1 0,0 0,1 0,-1 1,0 0,0 0,0 0,0 0,0 1,-1 0,1 0,0 0,0 0,0 1,0 0,0 0,0 1,0-1,1 1,-1 0,0 0,-1 1,-3 8,-1 0,2 0,-1 0,2 1,-1 0,2 1,0 0,0 0,1 0,1 0,0 1,1 0,0 0,1 0,1 0,0 0,1 0,1 11,-1 11,2 0,2-1,1 1,2-1,1 0,2-1,1 0,2 0,1-2,1 1,2-2,1 0,2-1,15 17,-30-39,0-1,1 1,0-1,0-1,1 1,0-1,0 0,0 0,1-1,0 0,0 0,0-1,0 0,1 0,0-1,-1 0,1-1,0 0,1 0,-1-1,0 0,0-1,1 0,7-1,18-13,-4-2</inkml:trace>
  <inkml:trace contextRef="#ctx0" brushRef="#br0" timeOffset="3292.192">9642 901,'0'5,"0"0,0 0,1 0,-1 0,1 0,0 0,0 0,1 0,0-1,0 1,0 0,0-1,0 1,1-1,0 0,0 0,0 0,1 0,-1-1,1 1,3 1,-1 0,-1-1,1-1,0 1,0-1,1 0,-1 0,1-1,-1 0,1 0,0-1,-1 1,1-2,0 1,0-1,0 0,0 0,0-1,0 0,0 0,-1 0,1-1,0 0,-1-1,1 1,-1-1,0 0,0-1,0 0,0 1,-1-2,0 1,0-1,0 0,0 0,-1 0,1-1,0-1,-2 1,0 0,-1-1,1 1,-1-1,0 1,-1-1,0 0,0 1,0-1,-1 0,0 0,0 0,-1 1,0-1,0 0,0 0,-1 1,0-1,-1 1,1 0,-1-1,0 1,-1 0,1 1,-1-1,0 1,-1-1,1 1,-1 0,0 1,0-1,-1 1,1 0,-1 1,0-1,0 1,-3-1,2 2,0 0,0 0,0 0,-1 1,1 1,0-1,-1 1,1 0,0 1,-1-1,1 1,0 1,0 0,0 0,0 0,0 1,0 0,1 0,-1 1,1-1,0 1,0 1,0-1,1 1,-1 0,1 1,0-1,-2 4,5-4,1-1,0 1,-1-1,1 1,1 0,-1 0,1-1,0 1,0 0,0 0,0 0,1-1,0 1,0 0,1-1,-1 1,1-1,0 1,0-1,0 0,0 0,1 0,0 0,0 0,0 0,0-1,1 0,-1 1,1-1,0-1,0 1,0 0,0-1,0 0,1 0,3 1,42 25</inkml:trace>
  <inkml:trace contextRef="#ctx0" brushRef="#br0" timeOffset="4510.966">10405 740,'-9'-3,"0"-1,0 1,-1 0,0 1,1 0,-1 1,0 0,0 1,0 0,0 0,1 1,-1 0,0 1,0 0,1 0,-1 1,1 0,0 1,0 0,0 1,0-1,1 2,0-1,0 1,0 1,-5 5,10-8,1-1,0 0,0 1,1-1,-1 1,1 0,0-1,-1 1,2 0,-1 0,0 0,1 0,0 0,0 0,0 0,0 0,1 0,-1-1,1 1,0 0,0 0,1 0,-1-1,1 1,-1-1,1 1,0-1,1 0,-1 1,1-1,-1-1,1 1,0 0,0 0,0-1,0 0,1 1,20 11,0-1,1 0,0-2,1-1,0-1,0-1,1-2,0 0,1-2,-1-1,1-1,7-2,0 4,0-3,0 0,0-3,0 0,-1-3,1-1,-1-1,0-2,-1-1,0-2,0-1,21-13,-46 22,-2 0,1 0,-1-1,1 0,-1 0,0-1,-1 0,0 0,0 0,0 0,0-1,-1 0,0 0,2-7,-5 13,-1 0,0 0,1-1,-1 1,0 0,0-1,0 1,0-1,0 1,0 0,0-1,0 1,0 0,-1-1,1 1,-1 0,1 0,-1-1,1 1,-1 0,0 0,1 0,-1 0,0 0,0 0,0 0,0 0,0 0,0 0,0 0,0 0,0 1,0-1,-1 0,1 1,0-1,0 1,-1 0,1-1,-55-4,45 5,0 1,0 0,0 1,0 0,0 1,1 0,-1 1,1 0,0 1,0 0,0 0,1 1,0 0,0 1,0 0,1 0,-7 8,14-13,-1 1,0-1,1 0,0 1,0-1,-1 1,1 0,1-1,-1 1,0 0,1-1,-1 1,1 0,0 0,0 0,0-1,0 1,0 0,1 0,-1-1,1 1,0 0,0-1,0 1,0 0,0-1,1 1,-1-1,2 2,2 1,-1 0,1 0,-1-1,1 0,1 0,-1 0,1-1,-1 1,1-1,0-1,0 1,3 0,4 1,1-1,-1 0,0-1,1 0,-1-1,1-1,-1 0,1 0,0-2,-1 0,0 0,1-1,-1-1,4-2,-11 4,1-1,-1 0,1 0,-1 0,0-1,0 0,-1 0,1-1,-1 0,0 1,0-2,-1 1,1-1,-1 1,0-1,-1 0,1-1,-1 1,-1 0,1-1,-1 0,0 0,0 1,-1-1,0 0,0 0,-1-1,0 1,0 6,1 0,-1-1,0 1,0-1,0 1,0-1,0 1,-1-1,1 1,0 0,-1-1,1 1,-1-1,1 1,-1 0,1 0,-1-1,0 1,0 0,0 0,0 0,0 0,0 0,0 0,0 0,0 0,0 0,-1 0,1 1,0-1,0 0,-1 1,1-1,-1 1,1 0,0-1,-1 1,1 0,-1 0,1 0,-1 0,1 0,0 0,-1 0,1 0,-1 1,1-1,0 1,-1-1,1 1,0-1,-1 1,1 0,0 0,0-1,-1 2,-2 2,1 1,0 0,1-1,-1 1,1 0,0 1,0-1,0 0,1 1,-1-1,1 1,1-1,-1 1,1-1,0 1,0-1,1 1,0 0,0-1,0 0,0 1,1-1,0 0,0 1,0-1,1 0,1 1,0 1,1-1,0 1,0-1,0 0,1-1,0 1,0-1,0-1,0 1,1-1,0 0,0 0,0-1,0 0,1 0,-1-1,1 0,0 0,0-1,-1 0,1 0,0 0,0-1,0-1,0 0,0 0,0 0,-1-1,1 0,0 0,-1-1,0 0,0 0,0-1,0 0,0 0,-1-1,1 1,-1-1,0-1,0 0,8-14,0 0,-1 0,-1-2,-1 1,-1-2,-1 1,-2-1,0 0,4-24,-4 23,30-123,-6-1,0-40,-30 177,3-11,-2 0,0 0,-1-1,-1 1,-1 0,-1 0,-3-10,5 30,0 0,0 0,0 0,0 0,0 1,-1-1,1 0,0 0,-1 0,0 1,1-1,-1 0,0 1,0-1,0 1,0-1,0 1,0-1,-1 1,1 0,0-1,-1 1,1 0,-1 0,1 0,-1 0,0 0,1 1,-1-1,0 0,1 1,-1-1,0 1,0 0,0-1,1 1,-1 0,0 0,0 0,0 0,0 1,1-1,-1 0,0 1,0-1,0 1,1 0,-1 0,0-1,1 1,-1 0,1 0,-1 1,1-1,0 0,-1 1,-6 10,0 1,2-1,-1 1,2 1,-1-1,2 1,0 0,1 0,0 0,1 1,0-1,1 1,1 1,-1 58,2 0,4 0,3 0,3-1,4 0,2-2,13 28,-28-93,39 95,-39-98,0 1,0-1,1 0,-1 0,1 0,0 0,0-1,0 1,1-1,-1 0,0 1,1-2,-1 1,1 0,0-1,0 1,0-1,-1 0,1-1,0 1,0-1,0 1,0-1,0 0,1-1,10-2,-1 0,0-1,0-1,-1-1,1 0,-1 0,0-1,-1-1,0 0,0-1,-1 0,0-1,0 0,-1-1,0-1,37-60,-52 89,0 0,1 0,1 1,0-1,2 1,0 0,1 0,1 12,0-26,0 1,0-1,1 0,-1 0,1 0,0 0,0 0,0 0,1-1,-1 1,1-1,0 1,0-1,0 0,0 0,1 0,-1-1,1 1,0-1,0 0,0 0,0 0,0-1,0 1,0-1,0 0,4 1,23 3</inkml:trace>
  <inkml:trace contextRef="#ctx0" brushRef="#br0" timeOffset="4777.008">12236 687,'-16'-7,"-9"-2,-4 1,4-1,4 1,3 1,0-1,-4-3,2 2</inkml:trace>
  <inkml:trace contextRef="#ctx0" brushRef="#br0" timeOffset="4985.138">11447 246,'23'-2,"23"-1,20 2,19 4,16 6,11 3,-14 1</inkml:trace>
  <inkml:trace contextRef="#ctx0" brushRef="#br0" timeOffset="5151.218">12370 714,'-5'18,"-3"13,-1 8,2 2,2-2,3-2,5-4,4-7,3-7,0-8</inkml:trace>
  <inkml:trace contextRef="#ctx0" brushRef="#br0" timeOffset="5301.865">12423 219,'-11'-16,"-6"-9,-3-2,3 8,3 10,3 12,2 5</inkml:trace>
  <inkml:trace contextRef="#ctx0" brushRef="#br0" timeOffset="21444.678">4135 2077,'10'-3,"-1"-1,1 1,0 1,0 0,1 0,-1 1,0 0,0 1,1 0,-1 1,0 0,0 1,1 0,-1 0,0 1,-1 0,1 1,-1 0,1 0,-1 1,0 1,-1-1,1 1,-1 1,-1 0,1 0,-1 0,0 1,-1 0,1 0,-2 1,1 0,-1 0,-1 0,0 0,1 2,1 18,-1 0,-1 1,-2-1,-1 1,-1-1,-1 1,-2-1,-1 1,-1-1,-5 9,0 26,3-25,3 0,1 1,2-1,3 27,0-50,0 1,1-1,0 0,2 0,0 0,1 0,0-1,1 0,1 0,0-1,1 0,4 4,-6-8,0-1,1-1,0 1,0-1,1 0,0-1,0 0,0-1,1 0,0 0,1-1,-1 0,1-1,0 0,4 0,-12-3,-1-1,1 0,0 0,0 0,0 0,0-1,-1 1,1-1,0 0,-1 0,1 1,0-2,-1 1,1 0,-1-1,1 1,-1-1,0 0,0 1,0-1,0 0,0 0,0-1,0 1,-1 0,1-1,-1 1,0-1,1 1,-1-1,0 1,-1-1,1-1,13-95,-17 65,0 0,-3 0,-1 0,-1 1,-2 0,-1 0,-1 1,-2 0,-1 2,-2-1,-1 2,-1 0,-2 2,0 0,-2 1,-1 1,-1 1,-9-5,-108-63,122 80,22 5,68 1,134 7,-82 2,0-6,65-11,-137-1,-50 14,0 0,0 0,0 1,0-1,0 0,0 0,0 1,0-1,-1 0,1 1,0-1,0 0,-1 1,1-1,0 0,-1 1,1-1,0 0,-1 1,1-1,-1 1,1-1,-1 1,0-1,1 1,-1 0,1-1,-1 1,0-1,1 1,-1 0,0 0,1-1,-1 1,0 0,0 0,1 0,-1 0,0 0,-19-7,-1 1,0 1,0 1,-1 1,1 1,-1 1,0 0,1 2,-15 2,34-4,1 1,-1 0,0 0,0-1,0 1,0 0,0 1,0-1,0 0,1 0,-1 1,0-1,0 1,0 0,1-1,-1 1,0 0,1 0,-1 0,0 0,1 1,0-1,-1 0,1 1,0-1,-1 0,1 1,0 0,0-1,0 1,0 0,1-1,-1 1,0 0,1 0,-1 0,1-1,0 1,0 0,-1 0,1 0,0 0,1 0,-1 0,0 0,0-1,1 1,-1 0,1 0,0 0,-1-1,2 2,7 4,0 1,0-2,1 0,0 0,0 0,0-1,1-1,0 0,0 0,0-1,0-1,4 1,134 21,-69 17,-68-37,0-1,-1 0,1-1,0 0,0-1,0 0,0-1,0 0,0-1,0 0,8-3,-14 3,0 0,0-1,-1 0,1 0,-1-1,1 0,-1 0,0 0,0 0,0-1,0 0,-1 0,1 0,-1-1,0 1,-1-1,1 0,-1 0,0 0,0-1,0 1,-1-1,2-4,-2 1,-1 0,0 0,0-1,-1 1,-1 0,1 0,-1 0,-1 0,1 0,-2 0,1 0,-1 1,-1-1,1 1,-1 0,-1 0,0 0,0 0,0 1,-4-3,-1-6,10 16,0-1,1 1,-1 0,0-1,0 1,0 0,0-1,0 1,0-1,1 1,-1 0,0-1,0 1,0 0,1-1,-1 1,0 0,0 0,1-1,-1 1,0 0,1 0,-1-1,0 1,1 0,-1 0,0 0,1 0,-1 0,1 0,-1-1,0 1,1 0,-1 0,1 0,-1 0,0 0,1 0,-1 0,0 1,1-1,-1 0,1 0,-1 0,0 0,1 0,-1 1,0-1,1 0,-1 0,0 0,1 1,-1-1,3 1,27 3,0 1,-1 2,0 1,0 1,0 2,-1 0,13 9,-36-16,1 0,0 0,-1 0,0 1,0-1,0 1,-1 1,1-1,-1 1,-1-1,1 1,-1 0,0 1,0-1,-1 0,1 1,-2 0,1-1,-1 1,0 0,0 0,-1 0,0 0,0-1,-1 7,1-4,-1-4,0 0,1 0,-1 0,1 0,0 0,0 0,1 0,0 0,-1 0,2 0,-1 0,1 0,-1-1,1 1,0-1,1 1,-1-1,1 0,0 0,0 0,0 0,1 0,-1-1,3 2,4-1,0 0,0-1,1-1,-1 0,1 0,-1-1,1 0,0-1,-1 0,1 0,0-2,-1 1,1-1,-1-1,0 1,1-2,-1 0,-1 0,1-1,2-1,-3 1,0 0,-1-1,1 1,-1-2,-1 1,1-2,-1 1,0 0,0-1,-1-1,0 1,-1-1,0 0,0 0,-1 0,0-1,0 0,-1 1,-1-1,0 0,0-1,-1 1,0 0,-1 0,0-1,-1-6,1 15,0-1,0 0,0 0,0 1,0-1,-1 0,0 1,1-1,-1 0,0 1,0-1,0 1,-1 0,1-1,-1 1,1 0,-1 0,0 0,-1-2,2 5,-1 0,0-1,1 1,-1 0,1 0,-1 0,1 0,0 0,-1 1,1-1,0 0,0 1,0-1,0 0,0 1,0-1,0 1,1 0,-1-1,0 1,1 0,-1-1,1 1,0 0,0 0,-1-1,1 1,0 0,1 0,-2 7,0 1,1-1,0 1,1 0,0-1,1 1,0-1,0 0,1 0,0 1,1-2,0 1,0 0,1-1,0 0,1 0,-1 0,2-1,2 4,8 7,1-1,1-1,0-1,1 0,0-1,1-2,3 1,67 30,-4-8</inkml:trace>
  <inkml:trace contextRef="#ctx0" brushRef="#br0" timeOffset="-261.923">231 714,'-5'-4,"-1"1,0-1,0 1,0 0,-1 1,1-1,-1 1,1 1,-1-1,0 1,0 0,1 1,-1-1,0 1,0 1,0-1,0 1,1 1,-1-1,0 1,1 0,-1 0,1 1,0 0,0 0,0 1,-3 1,4 1,0-1,1 1,0-1,0 1,0 0,1 1,0-1,0 1,0-1,1 1,0 0,0 0,1 0,0 0,0 0,1 0,0 0,0 0,0 0,1 1,0-1,1 0,-1 0,1-1,1 1,-1 0,1-1,0 1,1-1,0 0,0 0,0 0,0-1,5 4,4 1,0-1,0-1,1 0,1-1,-1 0,1-2,0 1,1-2,-1 0,1-1,0 0,0-1,0-1,0-1,0 0,0-1,0-1,-1 0,1-1,0-1,0-1,-5 3,1-1,-1 0,0-1,-1 0,1-1,-1 0,0-1,0 0,0 0,-1-1,0 0,0-1,-1 0,0 0,-1-1,1 0,-2-1,1 1,-1-1,-1 0,0-1,0 1,-1-1,-1 0,1 0,-2-1,1 1,-1-10,-5 16,-2 21,3-10,0 1,0 0,0 0,1 0,0 0,1 0,-1 0,1 0,1 0,-1 0,1 0,1 0,-1 0,1 0,0 0,1-1,-1 1,1-1,1 1,-1-1,1 0,0-1,1 1,-1 0,1-1,0 0,0-1,1 1,-1-1,1 0,4 2,2-2,0-1,0 0,0-1,1 0,-1-1,1-1,-1 0,1 0,-1-1,0-1,1 0,-1-1,0 0,0-1,0 0,-1-1,1 0,-1-1,0 0,-1-1,0 0,0-1,0 0,-1 0,0-1,0-1,-1 1,-1-1,0 0,0-1,-1 0,0 0,-1 0,0-1,0 0,-1-13,-12 34,6-3,0 1,0 0,1 0,0 0,0 0,0 0,1 0,0 0,1 0,-1 0,1 0,1 0,-1 0,1-1,0 1,1 0,0-1,0 0,0 1,1-1,0-1,0 1,0 0,1-1,-1 0,2 0,-1 0,0-1,1 0,0 0,0 0,0-1,0 1,5 0,0 1,0-1,1 0,-1 0,1-1,0-1,0 0,0-1,0 0,0-1,0 0,0-1,0-1,0 1,0-2,0 0,-1 0,1-1,-1 0,0-1,0-1,0 0,-1 0,0-1,0 0,-1 0,0-1,0-1,-1 1,0-2,0 1,-1-1,0 0,-1 0,0-1,-1 0,1-3,-1-3,-1 0,0 0,-1 0,-1-1,-1 1,0-1,-2-12,-2 10,3 20,0 0,0 0,0 0,0 1,0-1,0 0,0 0,-1 1,1-1,0 0,0 0,0 0,0 1,0-1,0 0,0 0,0 0,-1 0,1 1,0-1,0 0,0 0,0 0,-1 0,1 0,0 1,0-1,0 0,-1 0,1 0,0 0,0 0,-1 0,1 0,0 0,0 0,0 0,-1 0,1 0,0 0,0 0,-1 0,1 0,0 0,0 0,0 0,-1 0,1 0,0-1,0 1,0 0,-1 0,1 0,0 0,0 0,-6 25,-3 60,3 1,5 44,1-80,0 531,-5-524,0-73,-30-495,9 174,24 245,3 91,-1 0,0-1,0 1,0 0,1-1,-1 1,0 0,1-1,0 1,-1 0,1 0,-1 0,1 0,0 0,0 0,0 0,0 0,0 0,0 0,0 0,0 0,0 0,0 1,0-1,1 1,-1-1,0 1,0-1,1 1,-1-1,0 1,1 0,-1 0,0 0,1 0,-1 0,0 0,1 0,0 0,51 22,-13 1,-1 3,-1 1,-1 2,11 13,-16-6,-32-35,1-1,-1 1,1 0,-1 0,1 0,-1-1,0 1,1 0,-1 0,0 0,0 0,0 0,0 0,1 0,-1 0,0-1,-1 1,1 0,0 0,0 0,0 0,0 0,-1 0,1 0,0 0,-1-1,1 1,-1 0,1 0,-1 0,1-1,-1 1,0 0,1-1,-1 1,0-1,0 1,1 0,-1-1,0 0,0 1,0-1,1 1,-1-1,-1 0,-10 3,0 0,0-1,0 0,-1-1,1-1,0 0,0-1,-7-1,18 3,0-1,0 0,0 1,0-1,-1 0,1 0,0 0,0 0,0 0,0 0,0 0,0 0,0 0,0-1,-1 1,1 0,0-1,0 1,0-1,0 1,0-1,1 0,-1 1,0-1,0 0,0 0,0 1,1-1,-1 0,0 0,1 0,-1 0,1 0,-1 0,1 0,-1 0,1 0,0 0,-1-1,75-37,-58 33,13-5,0 2,1 0,0 3,20-3,-47 8,-1 1,0-1,1 1,-1 0,1 0,-1 0,0 0,1 0,-1 0,1 1,-1-1,0 1,1-1,-1 1,0 0,0 0,0 0,1 0,-1 1,0-1,-1 0,1 1,0 0,0-1,0 1,-1 0,1 0,-1 0,0 0,1 0,-1 0,0 2,1 1,0 0,-1 0,2 0,-1 0,1 0,-1 0,1-1,1 1,-1-1,1 0,-1 0,1 0,0 0,1-1,-1 1,0-1,1 0,0-1,2 2,1-1,1 0,0-1,1 0,-1 0,0-1,1 0,-1 0,1-1,-1-1,0 1,1-2,-1 1,0-1,0 0,1-2,-4 3,-1-1,0 0,0-1,0 1,0-1,0 0,-1-1,1 1,-1-1,0 0,0 0,0 0,-1 0,1-1,-1 1,0-1,0 0,-1 0,1 0,-1 0,0 0,-1-1,1 1,-1-1,0-4,0 6,-1 0,1-1,-1 1,-1-1,1 1,0 0,-1-1,0 1,0 0,0 0,-1 0,1 0,-1 0,0 0,0 0,-1 0,1 1,-1-1,1 1,-1 0,0-1,-1 1,1 1,0-1,-1 0,0 1,1 0,-1 0,0 0,0 0,0 0,0 1,0 0,-1 0,1 0,0 1,-1-1,1 1,0 0,-1 0,1 0,0 1,-1-1,1 1,-3 1,-1 1,0 1,-1-1,1 1,0 1,1 0,-1 0,1 0,0 1,0 0,1 1,0-1,0 1,0 0,1 1,0-1,1 1,-1 0,2 0,-4 9,6-14,0 0,1 0,-1 1,1-1,0 0,0 0,0 1,0-1,1 0,-1 0,1 1,0-1,0 0,0 0,0 0,0 0,1 0,-1 0,1 0,0-1,0 1,0 0,0-1,1 0,-1 1,1-1,-1 0,1 0,0-1,-1 1,1 0,0-1,0 0,0 1,1-1,-1-1,3 2,29 7</inkml:trace>
  <inkml:trace contextRef="#ctx0" brushRef="#br0" timeOffset="155.612">2463 874,'5'16,"1"10,0 2,1 0,2-6,3-6,5-6,4-5,3-8,1-7,5-10,-5-1</inkml:trace>
  <inkml:trace contextRef="#ctx0" brushRef="#br0" timeOffset="636.713">2772 727,'-6'12,"1"0,0 0,1 0,0 1,1-1,0 1,1 0,1 0,0 0,0 0,2 0,-1 0,4 12,-3-21,1-1,-1 1,1-1,0 0,0 0,1 0,-1 0,0 0,1-1,0 1,0-1,-1 1,2-1,-1 0,0 0,0-1,0 1,1-1,-1 1,1-1,0 0,-1 0,1-1,-1 1,1-1,0 0,0 0,3 0,2 0,-1-1,1 0,0 0,0-1,-1 0,1-1,-1 0,1 0,-1-1,0 0,5-3,-5 1,-1-1,1 0,-1-1,0 1,0-2,-1 1,0-1,-1 1,0-1,0-1,-1 1,0-1,-1 0,0 0,0 0,-1 0,-1 0,0-1,0-6,-1-2,-6 22,3 9,0 1,1 0,1 0,0 0,0 0,1 0,1 0,0 0,1 0,1-1,0 1,2 4,-3-12,0-1,0 1,1 0,0-1,0 0,0 0,0 0,0 0,1 0,0-1,0 1,0-1,0 0,1 0,-1-1,1 1,-1-1,1 0,0 0,0-1,0 1,0-1,0 0,0-1,0 1,0-1,1 0,-1 0,0-1,0 1,0-1,0 0,0-1,0 1,0-1,0 0,1-1,7-4,-1-1,0 0,-1-1,0 0,0-1,-1 0,-1 0,1-1,-1-1,-1 1,-1-1,1-1,-2 0,0 0,0 0,-1 0,-1-1,0 0,-1 0,0 0,-1 0,-1 0,-1-1,0-2,0 18,-1 0,1-1,-1 1,0-1,1 1,-1-1,0 1,0-1,1 1,-1-1,0 1,0-1,0 0,0 0,1 1,-1-1,0 0,0 0,0 0,0 0,0 0,0 0,1 0,-1 0,0 0,0-1,0 1,0 0,0 0,1-1,-1 1,0-1,0 1,0-1,1 1,-1-1,0 1,1-1,-1 1,1-1,-1 0,0 0,1 1,-1-1,1 0,0 0,-1 1,1-1,0 0,-1 0,1 0,0 0,0 0,0 0,0 1,0-1,0 0,0 0,0 0,0 0,0 0,0 0,1 1,-1-1,0 0,1 0,-1 0,0 0,1 1,-7 6,0 2,1-1,0 1,0-1,0 1,1 1,1-1,-1 1,1-1,1 1,-1 0,2 0,-1 0,1 0,0 0,1 0,0 1,1-1,0 0,0 0,1 0,0 0,1 0,0-1,2 5,4-2,1 0,1 0,0-1,0 0,1-1,0-1,1 0,0 0,0-1,1-1,-1 0,1-1,1-1,-1 0,1-1,-1 0,1-1,4 0,67 12</inkml:trace>
  <inkml:trace contextRef="#ctx0" brushRef="#br0" timeOffset="17501.453">191 2198,'0'20,"0"16,0 12,0 3,0 1,2-5,4-7,0-11</inkml:trace>
  <inkml:trace contextRef="#ctx0" brushRef="#br0" timeOffset="18125.275">57 1998,'31'2,"-1"1,-1 1,1 2,-1 1,0 2,18 7,-29-11,-1 1,1 1,-1 0,-1 1,0 1,0 1,0 0,-2 1,1 0,-1 1,-1 1,0 0,-1 1,0 1,-1 0,-1 0,0 1,-1 0,-1 0,-1 1,4 11,16 103,-25-129,-1 1,1-1,0 1,0-1,0 0,0 0,0 0,0 0,0 0,1 0,-1-1,1 1,-1-1,1 0,0 0,0 0,-1 0,1 0,0 0,0-1,0 0,0 1,0-1,0 0,0 0,0-1,0 1,0-1,81-23,-74 19,0-1,-1 0,0-1,0 0,-1 0,0-1,0 0,-1 0,0-1,0 0,-1 0,0 0,-1-1,0 0,0 0,-1-1,0 1,1-11,-6 29,0-1,0 1,0-1,1 1,1 0,-1-1,1 1,0 0,1-1,-1 1,2-1,-1 0,1 0,0 0,1 0,-1 0,1 0,1-1,-1 0,1 0,0 0,0-1,1 1,0-1,0 0,0-1,0 0,1 0,6 3,0-4,0 0,0-2,0 1,1-1,-1-1,0-1,1 0,-1 0,0-1,0-1,0-1,0 1,-1-2,1 0,-1 0,0-1,0-1,-1 0,0 0,0-1,-1-1,0 0,0 0,-1-1,-1 0,1 0,-2-1,1 0,4-11,10-39,-39 79,14-11,-1 0,1 0,0 0,1 0,-1 1,1-1,1 1,0-1,0 1,0 0,1-1,0 1,0 0,1 0,0-1,1 1,0-1,0 1,0-1,1 0,0 0,0 0,1 0,0 0,0-1,1 1,-1-1,1-1,1 1,-1-1,1 1,1-1,16 7</inkml:trace>
  <inkml:trace contextRef="#ctx0" brushRef="#br0" timeOffset="18373.729">1167 1970,'0'0</inkml:trace>
  <inkml:trace contextRef="#ctx0" brushRef="#br0" timeOffset="18762.002">1755 1676,'-4'33,"1"0,2 0,1 0,5 31,-3-32,-1 14,2 1,2-1,2 0,2 0,2-1,2 0,2-1,2 0,4 4,-17-39,-1-1,2-1,-1 1,1-1,1 1,-1-1,1-1,0 1,1-1,-1 0,1-1,1 1,-1-1,1-1,-1 0,2 0,-1 0,0-1,0 0,1 0,2-1,-5-4,0 0,0-1,0 0,-1 0,1 0,-1-1,0 0,0 0,-1 0,1-1,-1 1,0-1,0 0,0 0,-1-1,0 1,0-1,0 0,-1 0,1 1,0-7,1 4,72-148,-76 156,0-1,0 1,0 0,0-1,0 1,0 0,1-1,-1 1,0 0,0-1,0 1,0 0,1-1,-1 1,0 0,0 0,1-1,-1 1,0 0,0 0,1-1,-1 1,0 0,1 0,-1 0,0-1,1 1,-1 0,0 0,1 0,-1 0,0 0,1 0,-1 0,0 0,1 0,-1 0,1 0,-1 0,0 0,1 0,-1 0,0 0,1 0,-1 1,0-1,1 0,-1 0,0 0,1 0,-1 1,0-1,0 0,1 0,-1 1,0-1,0 0,1 1,-1-1,0 0,0 1,0-1,0 0,1 1,-1-1,0 0,0 1,0-1,0 1,4 27,-4 0,-1-22,0 0,1 0,-1 1,1-1,0 0,1 0,-1 1,1-1,1 0,-1 0,1 0,0 0,0 0,1-1,-1 1,1-1,1 1,-1-1,1 0,0 0,0 0,0-1,1 0,0 0,-1 0,1 0,1 0,1 0,25 5,-1-4</inkml:trace>
  <inkml:trace contextRef="#ctx0" brushRef="#br0" timeOffset="19013.905">2397 2105,'-18'-9,"-11"-8,0-1</inkml:trace>
  <inkml:trace contextRef="#ctx0" brushRef="#br0" timeOffset="19196.914">1542 1904,'23'-3,"25"-2,28-1,25 1,21 1,15 2,-16 0</inkml:trace>
  <inkml:trace contextRef="#ctx0" brushRef="#br0" timeOffset="19944.941">2946 2251,'-3'-7,"0"0,0 0,-1 1,1-1,-1 1,-1 0,1 0,-1 0,0 0,-1 1,1 0,-1 0,0 0,0 1,-1 0,1 0,-1 1,0-1,0 2,0-1,0 1,0 0,-1 0,1 1,-1 0,1 0,0 1,1 1,-1-1,1 1,-1 0,1 1,-1-1,1 1,0 1,0-1,0 1,0 0,1 1,-1-1,1 1,0 0,0 0,0 1,0-1,1 1,0 0,0 0,0 1,0-1,1 1,0 0,0 0,1 0,0 0,0 0,-1 7,4-10,1 1,-1 0,1-1,0 0,0 1,0-1,0 0,0 0,1 0,0 0,-1 0,1-1,0 1,0-1,1 0,-1 0,0 0,1 0,-1-1,1 1,0-1,-1 0,1 0,0 0,0 0,0-1,-1 0,1 0,0 0,0 0,3-1,4 3,1-1,-1-1,1 0,-1-1,1 0,-1-1,1 0,-1-1,0 0,0 0,0-1,-1-1,1 0,-1 0,0-1,-1-1,1 1,-1-1,0-1,-1 0,4-5,-10 12,-1-1,0 0,1 1,-1-1,0 0,0 0,0 0,0 0,-1 0,1 1,0-2,-1 1,0 0,1 0,-1 0,0 0,0 0,0 0,0 0,0 0,-1 0,1 0,-1 0,1 0,-1 0,0 0,0 0,0 0,0 0,0 0,0 1,0-1,-2-1,1 4,-1 0,0 0,1 0,-1 0,1 1,-1-1,1 1,-1 0,1-1,0 1,0 0,0 0,0 1,1-1,-1 0,0 1,1-1,-1 1,1-1,0 1,0-1,0 1,0 0,1 0,-1-1,1 1,-1 1,1 3,-1-1,1 1,1 0,-1-1,1 1,0-1,0 1,1-1,0 0,0 1,1-1,-1 0,1 0,0-1,1 1,0-1,0 1,0-1,0 0,1-1,0 1,0-1,0 0,0 0,1 0,-1-1,1 0,0 0,0-1,0 1,1-1,-1 0,0-1,1 0,-1 0,1 0,-1-1,1 0,2 0,4 1,-1-1,1 0,0-1,0-1,0 1,-1-2,1 0,-1-1,0 0,0-1,0 0,0 0,-1-2,0 1,-1-1,1-1,-1 0,0-1,-1 0,0 0,-1-1,0 0,6-9,3-14,-1 0,-2-1,-1-1,-2 0,-1-1,-2 0,-1 0,-3-1,0 0,-2 0,-2-9,2 26,-1 1,0-1,-2 1,0-1,-1 1,-1-1,0 1,-2 0,0 0,-1 1,-1-1,-1 1,-1 1,-1-1,8 15,0 0,-1 0,1 0,-1 0,0 0,0 1,0 0,0-1,0 1,-1 0,1 1,-1-1,1 0,-1 1,0 0,1 0,-1 0,0 1,0-1,0 1,0 0,0 0,1 0,-1 0,0 1,0-1,0 1,1 0,-1 0,0 1,1-1,-1 1,1 0,-2 0,-6 9,1 0,0 0,0 1,1 0,1 1,0 0,1 0,0 1,1 0,1 0,0 0,1 1,0-1,1 1,1 0,0 0,1 13,-2 2,1 1,2-1,1 0,2 1,1-1,1 0,1 0,2-1,1 0,1 0,1-1,2 0,1-1,1-1,1 0,1-1,2-1,0 0,2-2,0 0,13 9,-21-21,1 0,1 0,-1-2,1 0,1 0,-1-1,4-1,-14-4,0 0,0-1,1 1,-1-1,1-1,-1 1,1-1,-1 0,1 0,-1 0,0-1,1 0,-1 0,1 0,-1-1,0 0,0 0,0 0,0-1,0 1,-1-1,1 0,3-4,2-6,0 0,0-1,-2 0,1-1,-2 0,0 0,-1 0,0-1,-2 0,0-1,0 1,0-11,-10 51,3-15,0 0,0 0,1 0,0 0,1 0,0 1,0-1,1 1,1-1,-1 0,1 1,1-1,0 0,0 0,1 0,0 0,0 0,1 0,3 4,9 2</inkml:trace>
  <inkml:trace contextRef="#ctx0" brushRef="#br0" timeOffset="20213.24">3573 1743,'16'14,"5"4</inkml:trace>
  <inkml:trace contextRef="#ctx0" brushRef="#br0" timeOffset="30840.176">432 3682,'-17'-5,"0"0,0 1,0 0,-1 2,1 0,-1 1,0 1,1 0,-18 4,26-3,1 1,0 0,0 0,0 1,0 0,0 0,0 1,1 0,0 0,0 1,0 0,0 0,1 1,0-1,0 2,0-1,1 0,0 1,0 0,1 0,-3 6,5-10,0 1,0 0,0-1,1 1,-1 0,1 0,0 0,0 0,1 0,-1 0,1 1,0-1,0 0,0 0,1 0,-1 0,1 0,0 0,0 0,0 0,1 0,-1 0,1 0,0-1,0 1,1-1,-1 1,1-1,-1 0,1 0,0 0,0 0,0-1,1 1,1 1,2-1,0 0,1 0,-1-1,0 0,1 0,0-1,-1 1,1-2,0 1,-1-1,1 0,0-1,-1 0,1 0,0-1,-1 0,1 0,-1 0,0-1,0 0,0-1,0 0,5-3,0-1,0-1,-1 0,0 0,0-1,-1-1,0 0,-1 0,-1-1,1 0,-2 0,0-1,2-5,1-13,-1-1,-2-1,-1 1,-2-1,-1 0,-2 0,0 0,-3 0,-1-3,2-4,-4-95,-2 191,3 224,4-269,-1-1,2 1,0 0,0-1,1 1,0-1,1 0,0 0,1 0,0 0,0 0,1-1,0 0,1 0,0 0,0-1,1 0,0 0,1 0,-1-1,2 0,-1-1,1 0,-1 0,10 4,-5-8,1 0,-1-1,1 0,0-1,-1-1,1 0,-1-1,1 0,-1-1,0-1,1 0,-2-1,1 0,-1 0,1-2,-2 0,1 0,-1-1,10-9,-17 15,-3 1,-1 0,1 0,0 0,0 0,0 0,0 0,0 0,0 1,0-1,0 0,0 1,0-1,1 1,-1-1,0 1,0 0,0-1,1 1,-1 0,0 0,0 0,1 0,-1 0,0 0,0 0,1 0,-1 1,0-1,0 0,1 1,-1-1,0 1,1 0,40 62,-37-60,0-1,0 1,0-1,0 0,1-1,-1 1,1-1,-1 0,1-1,-1 1,1-1,-1 0,1-1,0 1,-1-1,1 0,-1 0,0-1,1 0,-1 0,0 0,0 0,0-1,0 0,0 0,-1 0,0-1,1 1,-1-1,0 0,-1 0,1-1,-1 1,0-1,0 0,0 1,0-1,-1 0,0-1,0 1,-1 0,1-1,-1 1,0-1,-1 1,1-1,-1 1,0-3,-1 5,1 0,-1 0,0 0,0 0,0 0,0 0,-1 0,1 0,-1 0,0 1,0-1,1 0,-2 1,1 0,0-1,0 1,-1 0,0 0,1 1,-1-1,0 0,0 1,0 0,1-1,-2 1,1 0,0 1,0-1,-6-1,0 0,0 0,-1 1,1 1,0-1,-1 1,1 1,0 0,-2 1,3-1,0 1,1 1,-1 0,1 0,-1 0,1 1,0 0,1 0,-1 1,-4 3,9-6,-1 0,1 0,0 1,0-1,-1 0,1 1,1 0,-1-1,0 1,1 0,-1 0,1 0,0 0,0 0,0 0,1 0,-1 1,1-1,-1 0,1 0,0 0,0 1,1-1,-1 0,1 0,-1 0,2 2,17 26,7-5</inkml:trace>
  <inkml:trace contextRef="#ctx0" brushRef="#br0" timeOffset="31506.568">1648 3708,'-14'-11,"0"1,0 0,-1 1,0 0,-1 2,0-1,0 2,-4-1,14 5,0 0,0 1,0-1,0 1,0 1,-1-1,1 1,0 0,0 1,0-1,-1 1,1 0,0 1,0-1,0 1,0 0,1 1,-1 0,0 0,1 0,0 0,0 1,0 0,0 0,2-1,0-1,0 1,0 0,1 0,-1 0,1 1,0-1,0 1,0-1,0 1,1-1,-1 1,1 0,0 0,0 0,1 0,-1 0,1 0,0 0,0 0,0 0,0 0,1 0,-1 0,1 0,0-1,0 1,1 0,-1 0,1-1,0 1,0-1,0 1,0-1,1 0,-1 0,1 0,5 2,-1-1,1 1,0-2,0 1,0-1,1-1,-1 1,1-1,-1-1,1 0,0 0,-1 0,1-1,0-1,0 1,-1-2,1 1,0-1,-1 0,1-1,-1 0,0 0,0-1,0 0,-1 0,1-1,5-4,-11 7,0 0,-1 1,1-1,0 0,0 0,-1 0,1-1,-1 1,0 0,0-1,0 1,0 0,0-1,0 1,-1-1,1 0,-1 1,1-3,-11 19,9-6,0-1,0 0,1 1,0-1,0 0,0 1,1-1,1 0,-1 0,1 0,0 0,0 0,1 0,0 0,1-1,-1 1,1-1,0 0,1 0,-1 0,1-1,0 0,1 0,-1 0,1 0,0-1,0 0,1 0,-1-1,1 0,4 2,-8-5,1 1,-1-1,1 0,-1 0,1 0,-1-1,1 1,-1-1,1 0,-1 0,0 0,1 0,-1 0,0-1,0 0,0 1,0-1,0 0,0-1,-1 1,1 0,-1-1,1 1,-1-1,0 0,0 0,0 0,-1 0,1 0,-1 0,1-1,28-107,-22-19,-6 127,-1 0,0 0,1 0,-1 0,1 0,0 1,0-1,0 1,0-1,1 1,-1 0,1-1,-1 1,1 0,0 1,0-1,0 1,0-1,0 1,0 0,0 0,0 0,1 0,-1 1,0-1,0 1,1 0,-1 0,0 0,1 0,-1 1,0-1,0 1,1 0,1 0,3 0,7-1,1 1,0 1,-1 0,0 2,1-1,-1 2,0 0,12 6,-21-8,-1 0,0 0,0 0,-1 0,1 1,-1-1,1 1,-1 0,0 1,-1-1,1 1,-1-1,0 1,0 0,0 1,-1-1,0 0,0 1,0-1,-1 1,1-1,-1 1,-1 0,1 0,-1 2,-24 113,24-119,1 0,0 1,1-1,-1 0,0 0,1 1,-1-1,1 0,0 0,0-1,-1 1,1 0,0-1,1 1,-1-1,0 1,0-1,1 0,-1 0,0 0,1 0,-1-1,1 1,-1-1,1 1,0-1,-1 0,1 0,-1 0,1 0,-1-1,1 1,0-1,1 0,-1 1,203-16,-193 14,67-9</inkml:trace>
  <inkml:trace contextRef="#ctx0" brushRef="#br0" timeOffset="32318.691">3680 3749,'49'-50,"-3"-2,-2-1,32-52,-61 82,-1-1,-1 0,-2 0,0-1,-1-1,-2 0,-1 0,-1 0,-1-1,-1 0,-1 0,-2-26,-19-18,17 69,0 0,0 0,0 0,0 0,-1 0,1 1,0-1,-1 0,1 1,-1-1,1 1,-1-1,0 1,0 0,0-1,0 1,0 0,0 0,0 1,0-1,0 0,0 1,0-1,0 1,-1 0,1 0,0-1,0 2,0-1,-2 0,-1 2,0 1,0 0,0 0,1 0,-1 0,1 1,0-1,0 1,0 0,1 0,-1 1,1-1,0 1,0 0,1 0,-1 0,1 0,0 0,1 0,-1 0,0 6,-5 18,1 1,1-1,2 1,1 0,1 0,1 0,2 0,2 0,0 0,2 0,1-1,1 0,2-1,0 0,2 0,15 23,-22-40,0 0,1 0,0-1,1 0,0 0,0 0,1-1,1 0,-1-1,1 0,1 0,0-1,0 0,0-1,1 0,0 0,0-2,0 1,0-1,1-1,0 0,1 0,7-5,-1-1,0-1,1 0,-2-2,1 0,-1-1,1-1,-2-1,0 0,0-1,0-1,-1-1,1-2,-5 7,0-2,0 0,0-1,-1 0,-1 0,0-1,0 0,-1-1,0 0,4-10,-13 20,0 0,0 0,0-1,-1 1,1 0,0 0,-1 0,0-1,1 1,-1 0,0 0,0 0,0 0,-1 0,1 1,0-1,-1 0,1 0,-1 1,1-1,-1 1,0 0,0-1,0 1,1 0,-1 0,-1 0,1 0,0 0,0 1,0-1,0 1,0-1,-1 1,1 0,0 0,0 0,-1 0,1 0,0 0,0 1,-2 0,-11-3,0 2,0-1,1 2,-1 0,0 1,1 0,-1 2,-5 1,15-3,-1-1,1 2,-1-1,1 0,0 1,0 0,0 0,0 1,1-1,-1 1,1 0,0 0,0 1,0-1,1 1,0 0,0 0,0 0,0 0,1 0,-1 1,0 3,3-6,-1 0,0 0,1 0,0 0,0 0,0 1,0-1,0 0,1 0,-1 0,1 0,0 1,0-1,0 0,0-1,0 1,1 0,-1 0,1 0,0-1,0 1,0-1,0 0,1 1,-1-1,0 0,1 0,-1 0,1-1,0 1,0-1,0 1,0-1,8 4,1-1,-1 0,1 0,0-1,0-1,1 0,11 0,63-8,-84 6,0-1,0 1,0-1,0 0,0 0,-1 0,1-1,0 1,-1 0,1-1,-1 0,1 0,-1 0,0 0,0 0,0 0,0 0,0-1,-1 1,1-1,-1 1,1-1,-1 0,0 0,0 1,0-1,0-3,-1 5,1-1,-1 1,0 0,0-1,0 1,0 0,0-1,0 1,0 0,-1-1,1 1,0 0,-1-1,1 1,-1 0,1 0,-1-1,0 1,0 0,1 0,-1 0,0 0,0 0,0 0,0 0,0 0,-1 0,1 2,0 0,0 0,1 0,-1 0,1 1,-1-1,1 0,-1 1,1-1,0 0,-1 1,1-1,0 0,0 1,0-1,0 0,0 1,1-1,-1 0,0 1,1-1,-1 0,0 0,1 1,0-1,-1 0,1 0,0 0,-1 0,1 0,0 1,0-1,5 7,0-1,1 1,-1-1,1 0,1-1,-1 0,1 0,0 0,1-1,-1-1,1 1,0-1,0-1,3 2,133 28,-63-23</inkml:trace>
  <inkml:trace contextRef="#ctx0" brushRef="#br0" timeOffset="34888.415">8065 3133,'5'19,"1"5</inkml:trace>
  <inkml:trace contextRef="#ctx0" brushRef="#br0" timeOffset="33068.752">5712 3481,'0'23,"0"21,3 16,2 15,3 12,1 8,0 3,-1 0,-2-1,-4-7,-8-12,-4-16,0-20</inkml:trace>
  <inkml:trace contextRef="#ctx0" brushRef="#br0" timeOffset="33359.994">5633 3722,'-29'-141,"28"139,1-1,-1 1,1 0,0-1,0 1,0 0,0-1,0 1,0-1,0 1,1 0,-1 0,1-1,0 1,0 0,-1 0,2 0,-1-1,0 1,0 0,1 1,-1-1,1 0,-1 0,1 1,0-1,-1 1,1-1,0 1,0 0,0-1,0 1,1 0,-1 1,0-1,2 0,16-3,0 2,1 1,-1 0,0 2,1 0,-1 1,0 1,0 1,0 1,8 3,-24-7,9 1,0 1,0 1,-1 0,1 1,-1 0,0 1,0 0,-1 1,0 0,6 5,-16-11,1 0,-1 1,0-1,0 1,1-1,-1 1,0-1,0 1,-1 0,1 0,0-1,0 1,-1 0,1 0,-1 0,0 0,0 0,1 0,-1 0,0 0,-1 0,1-1,0 1,0 0,-1 0,1 0,-1 0,0 0,0-1,1 1,-1 0,0-1,0 1,-1 0,1-1,0 1,0-1,-1 1,-63 43,41-33,-1-2,-1 0,0-2,0-1,0-1,-1-1,-23 1,49-6,1 0,-1 0,0 1,0-1,0 0,1 1,-1-1,0 0,0 0,0 0,0 0,0 0,0 0,1 0,-1 0,0 0,0 0,0 0,0-1,0 1,1 0,-1 0,0-1,0 1,0-1,1 1,-1-1,0 1,1-1,-1 1,0-1,1 0,-1 1,1-1,-1 0,1 0,-1 1,1-1,0 0,-1 0,1 0,0 0,10-12</inkml:trace>
  <inkml:trace contextRef="#ctx0" brushRef="#br0" timeOffset="33641.822">6087 3695,'7'5,"0"0,0-1,0 0,0 0,1-1,0 0,-1 0,1 0,0-1,1-1,-1 1,0-2,0 1,0-1,1 0,-1 0,0-1,0 0,0-1,1 0,-2 0,1-1,0 0,0 0,-1 0,0-1,0-1,0 1,0-1,0 0,-1-1,0 1,0-1,-1 0,0-1,0 1,1-4,-3 7,-1 0,0-1,0 0,0 0,-1 1,0-1,1 0,-1 0,0 0,-1 0,1-1,-1 1,0 0,0 0,0 0,-1 0,1 0,-1 0,0-1,0 1,0 1,-1-1,1 0,-1 0,0 0,0 1,-1-1,1 1,0 0,-1 0,0 0,0 0,0 0,0 0,-1 1,1-1,-1 1,1 0,-1 0,0 1,0-1,1 1,-1 0,0 0,0 0,-1 0,1 0,0 1,0 0,0 0,-1 0,1 2,-1-1,1 1,0 0,-1 1,1-1,0 1,1-1,-1 1,0 0,1 0,-1 1,1-1,0 1,1 0,-1 0,0 0,1 0,0 0,0 0,0 1,1-1,-1 1,1-1,0 1,0-1,1 1,-1 0,1-1,0 1,1 0,-1 0,1 1,4 26</inkml:trace>
  <inkml:trace contextRef="#ctx0" brushRef="#br0" timeOffset="34062.754">6502 3788,'12'-27,"-1"-1,-1-1,-1 1,-2-2,-1 1,-1-1,-2 0,0 0,-2 0,-3-16,3 42,-1-1,0 0,0 0,-1 1,1-1,-1 1,0-1,0 1,-1-1,1 1,-1-1,0 1,0 0,-1 0,1 0,-1 0,0 0,0 1,0-1,0 1,0 0,-1 0,0 0,0 0,0 1,0 0,-1-1,4 3,1-1,-1 1,0 0,0 0,0 0,1 0,-1-1,0 1,0 0,0 0,0 1,1-1,-1 0,0 0,0 0,0 1,1-1,-1 0,0 1,0-1,1 0,-1 1,0-1,1 1,-1-1,0 1,1-1,-1 1,1 0,-1-1,1 1,-1 0,1 0,0-1,-1 1,1 0,0 0,-1-1,1 1,0 0,0 0,0 0,0-1,0 1,0 0,0 0,0 0,0 0,0-1,0 1,1 0,-1 0,0 0,1-1,-1 1,0 0,1 0,-1-1,1 1,-1 0,1-1,-1 1,1 0,8 6,1 0,0 0,0-1,0 0,1-1,-1 0,1-1,0 0,1-1,-1 0,1-1,7 1,191 29,-207-32,0 0,0 0,0 0,0 1,0-1,0 1,0 0,0 0,-1 0,1 0,0 0,-1 0,1 1,-1 0,1-1,-1 1,0 0,1 0,-1 0,0 0,0 1,-1-1,1 1,0-1,-1 1,0-1,1 1,-1 0,0 0,-1-1,1 1,0 3,-16 63,12-63,0-1,1 0,-1 1,1 0,1-1,-1 1,1 0,0 0,0 0,1 0,0 0,0 0,0 0,0 0,1-1,0 1,1 0,-1 0,1 0,0-1,1 1,-1-1,1 0,0 0,0 0,1 0,1 2,5-2,-1 0,1 0,1-1,-1 0,1-1,-1 0,1-1,0 0,0-1,0 0,0 0,0-1,0-1,8-1,24-3</inkml:trace>
  <inkml:trace contextRef="#ctx0" brushRef="#br0" timeOffset="34619.361">7290 3481,'-4'10,"1"1,0-1,1 1,0 0,1 0,0 0,1 0,0-1,0 1,1 0,1 0,0 0,0-1,1 1,3 5,-4-10,1 0,-1 0,1 0,1 0,-1-1,1 1,0-1,0 0,1 0,-1-1,1 1,0-1,0 0,1 0,-1-1,1 1,0-1,0 0,0-1,0 0,0 0,1 0,-1 0,0-1,1 0,0-1,2 0,-1 0,1 0,-1-1,1-1,-1 1,1-1,-1-1,0 0,0 0,0 0,-1-1,1 0,-1-1,0 1,0-2,0 1,-1-1,1 0,-1 0,-1 0,1-1,-1 0,-1 0,1 0,-1-1,0 0,-1 0,0 0,0 0,-1 0,0 0,0-1,0-4,1-64,-5 110,3-26,0-1,1 0,0 0,1 0,-1 0,1 0,0 0,0 0,1-1,0 0,0 0,0 0,0 0,1-1,0 1,0-1,0 0,0-1,1 1,-1-1,1 0,0 0,0-1,0 0,0 0,1 0,3 0,0 0,-1 0,1-1,0 0,0-1,0 0,0 0,0-1,-1 0,1 0,0-2,0 1,-1-1,0 0,1-1,-1 0,-1-1,1 1,0-2,-3 1,0 0,0-1,-1 1,1-1,-1 0,-1-1,1 1,-1-1,0 0,-1 0,1 0,-1 0,-1-1,0 1,0-1,0 0,-1 0,0 1,0-8,3 94,-3-72,1-1,0 1,0-1,0 0,1 0,0 0,0 0,1 0,0-1,0 1,0-1,0 0,1 0,0-1,0 1,0-1,5 2,12 5</inkml:trace>
  <inkml:trace contextRef="#ctx0" brushRef="#br0" timeOffset="35397.024">8333 3722,'11'-20,"0"0,-1 0,-1-1,0 0,-2-1,-1 0,0 0,-2 0,-1 0,0-1,-2 0,0 1,-2-1,-1-6,2 30,1-1,-1 0,0 1,1-1,-1 1,1-1,-1 0,1 1,-1-1,1 0,-1 1,1-1,-1 0,1 0,-1 1,1-1,-1 0,1 0,-1 0,1 0,0 0,-1 0,1 0,-1 0,1 0,-1 0,1 0,0 0,-1 0,1-1,-1 1,1 0,-1 0,1-1,-1 1,1 0,-1-1,1 1,-1 0,0-1,1 1,-1 0,1-1,-1 1,0-1,1 1,-1-1,0 1,0-1,1 1,-1-1,0 0,0 1,0-1,0 1,0-1,0 1,0-1,0 0,0 1,0-1,39 24,-23-15,-1 2,0-1,0 2,-1 0,0 0,4 7,-14-12,-1 0,0 0,0 0,0 1,-1-1,0 1,0 0,0 0,-1 0,0 0,-1 0,0 0,0 0,-1 6,3 28,-2-35,1-1,-1 0,1 0,0 0,0 0,0 0,1 0,0 0,0 0,0 0,1-1,-1 1,1-1,0 0,0 0,1 0,-1 0,1 0,0-1,0 1,0-1,0 0,1-1,-1 1,1-1,0 0,-1 0,1 0,0 0,5 0,3-2,1-1,0 0,-1-1,0-1,1 0,-1 0,0-2,0 1,-1-2,0 0,1 0,-2-1,1-1,-1 1,0-2,-1 0,1-2,0 3,0-1,-1 0,-1-1,0 0,0 0,0-1,-2 0,1-1,-2 0,1 0,-2 0,1-1,-2 0,0 0,0 0,-1 0,1-14,-4 24,0 1,0-1,0 1,-1-1,1 1,-1-1,1 1,-1 0,0-1,0 1,0 0,0-1,0 1,0 0,-1 0,1 0,-1 0,1 0,-1 0,0 1,0-1,0 0,0 1,0 0,0-1,0 1,-1 0,1 0,0 0,-1 0,1 1,-1-1,1 1,0-1,-1 1,1 0,-1 0,1 0,-1 0,1 0,-1 1,1-1,-1 1,1 0,-1-1,1 1,0 0,0 0,-1 1,-1 0,0 0,0 0,1 1,-1 0,1 0,-1 0,1 0,0 0,0 1,0-1,1 1,-1 0,1 0,0 0,0 0,0 0,0 0,1 1,0-1,0 0,0 1,0-1,1 1,0-1,0 1,0 0,0-1,1 1,-1-1,1 1,1-1,-1 0,0 1,1-1,0 0,0 0,0 0,1 0,1 2,9 7,0 0,1-2,1 1,0-2,0 0,1 0,0-2,0 0,1-1,0 0,1-2,5 2,85 25,-3-5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19.8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152 176,'0'18,"-2"18,-1 15,0 12,1 6,0 2,1-4,1-6,-1-12,1-13</inkml:trace>
  <inkml:trace contextRef="#ctx0" brushRef="#br0" timeOffset="296.199">19 163,'-2'-4,"0"1,0-1,0 1,0-1,1 1,-1-1,1 0,0 0,0 1,0-1,0 0,1 0,-1 0,1 0,0 0,1 0,-1 0,0 0,1 0,0 0,0 0,0 0,1 0,-1 1,1-1,0 1,0-1,0 1,1 0,-1-1,1 1,-1 0,1 1,3-3,14-3,-1 2,2 0,-1 2,0 0,1 1,0 1,-1 1,1 1,0 1,12 2,-17-3,-1 1,0 0,0 1,0 0,0 2,0 0,-1 0,1 1,-1 1,-1 0,1 1,-1 1,0 0,8 7,-19-12,1-1,-1 1,0 0,0 0,0 1,0-1,0 0,-1 1,0-1,1 0,-1 1,0 0,-1-1,1 1,-1 0,1-1,-1 1,0 0,-1-1,1 1,-1 0,1-1,-1 1,0-1,0 1,-1-1,1 1,-1-1,0 0,0 1,0-1,0 0,0-1,-1 1,1 0,-1-1,-1 2,-12 10,-1 0,0-1,0-1,-2-1,1 0,-16 5,-2 2,13-5</inkml:trace>
  <inkml:trace contextRef="#ctx0" brushRef="#br0" timeOffset="1212.908">713 510,'-6'-3,"-1"0,1 0,-1 1,1 0,-1 0,0 1,1-1,-1 1,0 1,0-1,0 1,0 1,0-1,0 1,0 0,0 1,1 0,-1 0,1 0,-1 1,1 0,0 0,0 0,0 1,0 0,1 0,-1 1,1-1,0 1,0 0,1 1,0-1,-3 5,5-7,0 0,0 0,1 1,0-1,-1 0,1 0,0 1,1-1,-1 1,0-1,1 1,0-1,0 1,0-1,0 0,1 1,-1-1,1 1,0-1,0 1,0-1,0 0,1 0,-1 0,1 0,0 0,0 0,0 0,0 0,1-1,-1 1,1-1,-1 0,1 1,0-1,0-1,0 1,0 0,1 0,0-3,-1 0,0 0,1 0,-1 0,0-1,1 1,-1-1,0 0,0 0,0 0,-1 0,1 0,0-1,-1 1,1-1,-1 0,0 0,0 0,0 0,-1 0,1 0,0 0,-1 0,5-6,61-100,-56 97,-7 18,-7 30,1-25,0 14,-1-1,1 0,1 0,1 0,1 1,1-1,3 12,-4-34,-1 1,1 0,0-1,1 1,-1-1,0 1,1-1,-1 0,1 0,0 0,0 1,0-1,0-1,0 1,0 0,0-1,1 1,-1-1,1 1,-1-1,1 0,-1 0,1 0,0-1,-1 1,1-1,0 1,0-1,0 0,-1 0,1 0,0 0,0-1,-1 1,3-1,96-31,-63 15</inkml:trace>
  <inkml:trace contextRef="#ctx0" brushRef="#br0" timeOffset="1805.701">1234 390,'-13'-1,"-1"0,0 0,0 2,0 0,1 0,-1 1,0 1,1 1,0-1,0 2,0 0,0 1,1 0,0 0,0 2,-3 2,12-8,0 0,0 0,0 1,1-1,-1 1,1 0,0 0,-1 0,1 0,1 0,-1 0,0 1,1-1,-1 0,1 1,0 0,0-1,1 1,-1-1,1 1,0 0,0-1,0 1,0 0,1-1,-1 1,1 0,0-1,0 1,0-1,0 1,1-1,0 0,-1 0,1 1,1-1,7 7,1-1,0 0,1 0,0-1,1-1,0 0,0 0,0-1,1-1,-1 0,3-1,35 15,-51-18,44 24,-43-25,0 1,0-1,0 1,-1 0,1-1,0 1,-1 0,1 0,-1 0,1-1,-1 1,1 0,-1 0,1 0,-1 0,0 0,0 0,1 0,-1 0,0 0,0 0,0 0,0 0,0 0,0 0,0 0,-1 0,1 0,0 0,0 0,-1 0,1 0,-1-1,1 1,-1 0,1 0,-1 0,1 0,-1-1,0 1,1 0,-1-1,0 1,0 0,0-1,1 1,-2-1,-10 7,0 0,0-1,0-1,-1 0,0-1,0-1,0 1,-1-2,-10 1,7 0,-33 5,38-7</inkml:trace>
  <inkml:trace contextRef="#ctx0" brushRef="#br0" timeOffset="2164.34">1528 564,'-1'8,"0"0,0 0,0 0,1 0,0 0,1 0,0 0,0 0,1 0,0 0,0 0,0-1,1 1,1-1,-1 0,1 0,0 0,1 0,0-1,0 1,0-1,1 0,0-1,0 0,0 0,1 0,-1 0,1-1,0 0,1-1,-1 1,0-2,1 1,0-1,0 0,0 0,0-1,0 0,0-1,0 0,0 0,0 0,0-1,0-1,0 1,0-1,-1 0,1-1,0 0,-1 0,0-1,0 0,0 0,0 0,-1-1,0 0,-1 0,1 0,-1 0,0-1,0 0,0 0,-1 0,0-1,-1 0,1 0,-1 1,0-2,-1 1,0 0,0 0,-1-1,1 1,-2-1,1 0,-1 1,0-1,-1 1,1-1,-2 0,1 1,-1 0,0-1,-1 1,1 0,-1 0,-1 0,1 1,-1-1,-1 1,1 0,-1 0,0 0,0 0,-1 1,0 0,-2 1,1 0,-1 1,0 0,0 1,0-1,0 2,0-1,0 1,-1 0,1 1,-1 0,1 0,0 1,-1 0,1 0,0 1,0 0,0 1,0 0,0 0,1 0,-1 1,1 0,0 1,0 0,-2 2,-33 22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4.6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0 293,'34'-46,"-3"0,-1-2,-2-2,16-42,-38 82,-9 25,2-6,-16 117,5 0,5 102,7-220,-6 61,5-67,1 0,-1 0,0 0,1-1,-1 1,0 0,0-1,0 1,0-1,0 1,0-1,-1 1,1-1,0 0,-1 1,1-1,-1 0,0 0,1 0,-1 0,0-1,1 1,-1 0,0-1,0 1,0-1,0 1,1-1,-1 0,0 0,0 0,0 0,0 0,0-1,-32-15,34 15,-1 1,0 0,1-1,-1 1,1 0,-1-1,1 1,-1-1,1 1,0-1,-1 1,1-1,-1 1,1-1,0 1,0-1,-1 1,1-1,0 0,0 1,0-1,-1 0,1 1,0-1,0 1,0-1,0 0,0 1,0-1,0 0,1 1,-1-1,0 0,0 1,0-1,1 1,-1-1,0 1,1-1,-1 1,0-1,1 1,-1-1,1 1,-1-1,1 1,-1-1,1 1,-1 0,1-1,-1 1,1 0,-1-1,1 1,0 0,86-13,-66 13,173-1,-132 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6.4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30,'27'-7,"-9"2,0 0,1 1,-1 0,1 2,0 0,0 1,0 1,0 1,6 1,-22-2,0 1,0-1,0 1,0 0,0 0,0 0,-1 0,1 0,0 1,-1-1,1 1,-1 0,1 0,-1 0,0 0,0 0,0 0,0 0,0 1,0-1,-1 1,1 0,-1-1,0 1,0 0,0 0,0-1,0 1,-1 0,1 0,-1 0,1 0,-1 0,0 0,-1 0,1 0,0 0,-1 0,0 0,1 0,-2 2,-6 12,-1 0,0-1,-1-1,-1 0,0 0,-1-1,0 0,-9 6,-5 7,9-8,8-12,1 1,1 0,-1 1,2-1,-1 1,1 1,0-1,1 1,0 0,1 0,-1 2,5-10,0-1,0 0,0 1,0-1,0 0,0 1,1-1,-1 0,0 1,1-1,-1 0,1 0,-1 0,1 1,-1-1,1 0,0 0,0 0,0 0,0 0,-1 0,1 0,0 0,1 0,-1-1,0 1,0 0,0-1,0 1,1-1,-1 1,0-1,0 1,1-1,-1 0,0 0,1 0,54 5,-53-5,193-25,-130 13,71-9,-83 14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6.6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1,'0'16,"0"7,0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6.92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1,'-2'13,"-1"6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7.1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85 0,'-2'16,"-1"10,0 0</inkml:trace>
  <inkml:trace contextRef="#ctx0" brushRef="#br0" timeOffset="1">5 642,'-2'16,"-1"5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9.4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1 355,'17'-29,"-2"-1,-1 0,-1-1,-2-1,-1 0,-1 0,-2-1,-1 0,-1-10,-5 13,0 31,0-1,0 0,0 0,-1 1,1-1,0 0,0 0,0 0,-1 1,1-1,0 0,-1 0,1 0,0 0,0 1,-1-1,1 0,0 0,-1 0,1 0,0 0,-1 0,1 0,0 0,-1 0,1 0,0 0,0 0,-1 0,1 0,0 0,-1-1,1 1,0 0,-1 0,1 0,0 0,0 0,-1-1,1 1,0 0,0 0,-1-1,1 1,0 0,0 0,0-1,-9 28,2-1,1 1,2 0,0 0,1 18,1-32,2-10,-3 15,1 0,1 1,1-1,0 1,1-1,1 1,1-1,0 0,2 0,3 10,-6-24,0 0,1 0,-1 0,1 0,0 0,0-1,0 1,1-1,-1 0,1 0,0 0,0 0,0-1,0 0,23 10</inkml:trace>
  <inkml:trace contextRef="#ctx0" brushRef="#br0" timeOffset="310.758">442 235,'-1'5,"0"-1,1 1,-1 0,1 0,0-1,0 1,0 0,0 0,1-1,0 1,0 0,1-1,-1 1,1-1,0 1,0-1,0 0,1 0,-1 0,1 0,0 0,0 0,0-1,1 0,0 1,-1-1,1-1,0 1,0 0,0-1,4 1,1 1,1-1,0-1,0 1,0-2,0 0,0 0,0 0,1-1,-1-1,0 0,0 0,0-1,0 0,0-1,0 0,-1-1,1 0,-1 0,0-1,0 0,0-1,-1 0,0 0,0-1,-1 0,0 0,0-1,0 1,-1-2,0 1,-1-1,1 0,-5 4,1 1,-1-1,0 1,0-1,-1 0,1 1,-1-1,0 0,0 1,-1-1,1 0,-1 1,0-1,0 0,-1 1,1 0,-1-1,0 1,0 0,-1 0,1 0,-1 0,0 0,0 1,0-1,0 1,-1 0,1 0,-1 0,0 0,-1 0,-3-2,-1-1,0 2,0-1,0 2,0-1,-1 1,0 0,1 1,-1 0,0 1,0 0,0 0,0 1,-4 1,4 1,0 0,0 0,1 2,-1-1,1 1,-1 0,1 1,0 0,1 1,-1 0,1 0,1 0,-1 1,1 1,0-1,0 1,1 0,0 1,1-1,0 1,0 0,1 0,0 1,0 2,-10 28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7.6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147 346,'-2'18,"-1"18,0 16,1 10,0 7,1 2,1 1,0-3,0-6,-3-7,-2-11,-1-13</inkml:trace>
  <inkml:trace contextRef="#ctx0" brushRef="#br0" timeOffset="276.05">1 133,'3'-7,"0"-1,1 1,0 0,0 1,0-1,1 1,0 0,0 0,1 0,0 1,0-1,0 2,1-1,-1 1,1 0,0 0,0 0,1 1,-1 1,2-1,8-3,0 2,0 0,0 1,1 0,-1 2,1 0,-1 1,11 1,-15 1,0 0,0 0,0 1,0 1,-1 0,1 1,10 6,-19-9,-1-1,1 1,-1 0,0 0,0 0,0 1,0-1,0 1,0-1,-1 1,1 0,-1 0,0 0,0 1,0-1,0 0,-1 1,1-1,-1 1,0-1,0 1,0 0,-1 0,1-1,-1 1,0 0,0 0,0 0,-1 1,-4 6,0 0,-1-1,0 1,-1-1,-1-1,1 1,-1-1,-1-1,0 0,0 0,0 0,-1-1,0-1,-1 0,0 0,1-1,-2 0,-167 83,161-77,8-2</inkml:trace>
  <inkml:trace contextRef="#ctx0" brushRef="#br0" timeOffset="742.88">735 560,'-16'-8,"0"1,-1 0,0 1,0 1,0 0,-1 1,0 1,0 1,0 1,0 0,0 1,0 1,0 1,0 1,-9 2,18-2,-1 0,1 0,0 1,0 0,0 1,1 0,-1 1,1-1,0 2,1-1,-1 1,2 0,-1 0,-2 5,5-7,1-1,0 1,0 0,1 0,0 0,0 0,0 0,0 0,1 1,0-1,0 1,0-1,1 1,0-1,0 1,0-1,1 1,-1-1,1 1,1-1,-1 1,1-1,0 0,0 0,1 0,1 2,-2-2,1-1,0 1,0-1,0 0,1 0,-1-1,1 1,0-1,0 0,1 0,-1 0,0 0,1-1,0 1,0-1,-1-1,1 1,0-1,0 0,1 0,-1 0,0 0,0-1,0 0,1 0,-1-1,0 1,0-1,0 0,0-1,0 1,0-1,0 0,0 0,-1 0,1-1,-1 0,4-2,2-6,1-1,-2 0,1-1,-2 0,0 0,0-1,-1 1,-1-2,4-13,3-2,-5 17,-3 19,-3 24,-2-28,0 25,-2-20,1-1,0 1,0 0,1 0,0 0,0 0,1 0,-1 0,2 0,-1-1,1 1,0 0,0-1,1 1,0-1,0 0,0 0,1 0,0 0,0-1,0 1,1-1,0 0,0-1,0 1,1-1,-1 0,4 1,-1-2,1-1,0 0,-1 0,1-1,0 0,0 0,0-1,0-1,0 1,0-1,-1-1,1 0,0 0,-1-1,1 0,-1 0,1-1,24-13</inkml:trace>
  <inkml:trace contextRef="#ctx0" brushRef="#br0" timeOffset="1452.889">950 533,'2'2,"1"-1,0 1,-1 0,1 0,-1 0,0 0,0 1,0-1,0 0,0 1,0 0,-1-1,1 1,-1 0,0 0,0 0,0 0,0 0,0 0,-1 0,1 0,-1 0,0 0,0 1,0-1,0 0,0-1,3 16,-1 1,-1 0,0 0,-2 1,0-1,-1 0,-1-1,-1 2,-17 13,20-34,0 0,1 0,-1 0,0 0,1-1,-1 1,1 0,-1 0,1 0,-1-1,1 1,0 0,0-1,0 1,0 0,0-1,0 1,0 0,0-1,0 1,0 0,1 0,-1-1,1 1,-1 0,1-1,71-166,-7 12,-49 132,3 39,112 203,-82-129,-50-87,1 0,-1 0,0 0,0-1,0 1,0 0,0-1,0 1,0-1,-1 1,1-1,0 1,-1-1,1 0,-1 0,0 0,1 0,-1 0,0 0,1 0,-1 0,0-1,0 1,0-1,0 1,0-1,0 0,0 0,0 0,0 0,1 0,-1 0,0-1,0 1,0 0,0-1,0 0,0 1,0-2,-5 2,-22-2,21 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5.3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140 259,'-8'16,"0"0,1 1,1 0,1 0,0 0,1 1,1 0,1 0,0 0,1 0,1 0,1 0,2 8,-3-22,26 402,-34-323,8-84,0 0,0 1,0-1,-1 0,1 1,0-1,0 1,-1-1,1 0,0 1,-1-1,1 1,0-1,-1 1,1-1,-1 1,1 0,-1-1,1 1,-1-1,1 1,-1 0,0-1,1 1,-1 0,1 0,-1 0,0-1,1 1,-1 0,0 0,1 0,-1 0,0 0,1 0,-1 0,0 0,1 1,-1-1,1 0,-1 0,0 0,1 1,-1-1,1 0,-1 1,1-1,-1 0,1 1,-1-1,1 1,-1-1,1 1,-1-1,1 1,0-1,-1 1,1-1,0 1,-1 0,1-1,-6-24,0-1,2 0,1 0,1-1,1 1,1-4,0 4,-9-158,-21-109,10 88,19 199,1 0,0 1,0-1,1 0,0 1,-1-1,1 1,1-1,-1 1,1-1,0 1,0 0,0 0,0 0,1 0,0 0,0 0,0 1,0-1,0 1,1 0,-1 0,1 0,0 1,0-1,1 0,8 0,0 0,0 1,-1 1,1 0,0 0,0 1,0 1,0 0,0 1,0 1,-1 0,1 0,-1 1,0 1,0 0,0 0,0 2,-1-1,0 1,3 4,61 56,-73-65,0 1,0-1,-1 1,1 0,-1-1,0 1,0 0,0 0,0 0,0 0,-1 0,1 0,-1 0,0 0,0 0,0 0,0 0,0 0,-1 0,0 0,1 0,-1 0,0 0,0 0,0 0,-1-1,1 1,-1 0,0-1,1 1,-2 0,-10 9,-1 0,0-1,0 0,-1-1,-1-1,1 0,-2-1,1-1,-15 4,-37 19,32-10,9-3</inkml:trace>
  <inkml:trace contextRef="#ctx0" brushRef="#br0" timeOffset="668.425">689 606,'-7'-8,"0"1,0 0,0 0,-1 0,0 1,-1 0,1 0,-1 1,0 1,0-1,-1 1,1 1,-1 0,0 0,0 1,0 0,0 0,0 2,0-1,0 1,-1 0,1 1,0 1,0-1,0 1,0 1,1 0,-1 0,1 1,-1 1,1-1,0 1,1 1,-1 0,1 0,0 0,1 1,0 0,0 1,0 0,1 0,0 0,-3 7,7-10,0 1,0-1,1 1,0 0,0-1,0 1,1 0,0-1,0 1,0 0,1 0,0-1,0 1,0-1,1 1,0-1,0 1,0-1,1 0,-1 0,1 0,0 0,1-1,-1 1,1-1,0 0,0 0,1 0,-1 0,1-1,0 0,0 0,0 0,0 0,5 1,-4 0,0-1,0 0,0 0,1-1,-1 1,1-1,-1-1,1 1,0-1,0 0,-1-1,1 0,0 0,0 0,0-1,0 0,-1 0,1 0,0-1,-1 0,0-1,1 0,-1 0,0 0,0 0,0-1,-1 0,1 0,-1-1,0 1,0-1,-1 0,0-1,1 1,2-7,-4 4,0 0,-1-1,0 0,-1 0,1 0,-2 1,1-1,-1 0,-1-2,-3 72,4-51,-1 1,2-1,0 0,0 0,0-1,2 1,-1 0,1 0,0-1,1 0,0 0,1 0,0 0,1 0,-4-7,1-1,0 1,0-1,0 0,0 0,0 0,0 0,0-1,0 1,0-1,0 0,1 0,-1 0,0 0,0-1,0 1,0-1,0 0,0 0,0 0,0 0,0 0,0-1,0 1,-1-1,1 0,-1 1,1-1,-1-1,0 1,1 0,-1-1,0 1,-1-1,2-1,23-23,-2 0,-1-2,-1 0,-2-2,0 0,-1-5,20-28,-36 58,-3 5,0 0,0-1,0 1,1 0,-1 0,0-1,1 1,-1 0,1 0,-1 0,1-1,0 1,-1 0,1 0,0 0,0 0,0 0,0 0,-1 1,2-1,-1 0,0 0,0 1,0-1,0 0,0 1,0-1,1 1,-1 0,0-1,0 1,1 0,-1 0,0 0,1 0,-1 0,0 0,0 0,1 0,-1 0,0 0,0 1,1-1,-1 1,0-1,0 1,0-1,1 1,-1 0,0 0,0-1,0 1,0 1,78 125,6 8,-84-134,-1 1,1 0,0 0,-1 0,1 0,-1 0,1 0,-1 0,0 0,0 1,0-1,0 0,0 0,-1 0,1 0,-1 0,1 0,-1 0,0 0,1 0,-1-1,0 1,0 0,-1 0,1-1,0 1,-1 0,1-1,0 0,-1 1,0-1,1 0,-1 0,0 0,0 0,0 0,1 0,-1 0,0 0,0-1,0 1,0-1,-1 0,-3 2,0 0,0-1,0 0,0 0,-1-1,1 0,0 0,0 0,0-1,-1 0,1 0,0 0,0-1,0 0,0 0,1 0,-4-3,-8-6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3:22.6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30 207,'-7'16,"-2"19,0 19,4 14,6 12,6 5,7 3,4-3,0-7,-2-9,-5-13,-3-15</inkml:trace>
  <inkml:trace contextRef="#ctx0" brushRef="#br0" timeOffset="282.122">56 194,'-2'-13,"-1"-92,3 101,1 1,-1-1,1 0,0 1,0 0,1-1,-1 1,1 0,0-1,0 1,0 0,0 0,0 1,0-1,1 0,0 1,-1-1,1 1,0 0,0 0,0 0,1 0,-1 1,0-1,1 1,2-1,5 1,1 0,0 1,-1 0,1 1,0 0,-1 1,1 0,-1 1,0 0,1 1,-2 0,1 1,0 0,-1 1,0 0,8 7,77 66,-92-76,0 1,0-1,0 1,-1 0,1 0,-1 0,0 0,0 0,0 1,-1-1,1 1,-1-1,0 1,-1-1,1 1,-1 0,0-1,0 1,0 0,-1-1,1 1,-1-1,0 1,-1-1,0 2,-7 7,0-1,-1 0,-1 0,0-1,-1-1,0 1,-1-2,1 0,-2-1,1 0,-1-1,-1 0,1-1,-7 1,19-6,-157 62,128-51</inkml:trace>
  <inkml:trace contextRef="#ctx0" brushRef="#br0" timeOffset="1179.033">497 621,'-8'1,"-1"0,1 1,0 0,-1 0,1 1,0 0,0 0,1 1,-1 0,1 1,0-1,0 1,0 1,0-1,1 1,0 0,0 1,1-1,0 1,0 0,-3 7,7-13,1 0,0 0,-1 0,1-1,0 1,0 0,-1 0,1 0,0 0,0-1,0 1,0 0,0 0,1 0,-1 0,0 0,0-1,0 1,1 0,-1 0,0 0,1-1,-1 1,1 0,-1-1,1 1,-1 0,1-1,0 1,-1-1,1 1,0 0,-1-1,1 0,0 1,0-1,-1 1,1-1,0 0,0 0,0 1,-1-1,1 0,0 0,0 0,0 0,0 0,43-3,-31-1,0-1,0 0,0 0,0-1,-1-1,0 0,0-1,-1 0,0-1,0 0,-1 0,-1-1,1-1,-2 0,1 0,-1 0,-1-1,2-4,-6 8,3-3,-7 17,-3 2,1 0,0 1,0 0,1-1,0 1,1 0,0 0,0 0,1 0,0 0,1 0,0 0,0 0,1 0,0 0,0-1,1 1,0-1,1 1,0-1,0 0,1-1,0 1,0-1,1 0,-1 0,2 0,-1-1,8 5,23 6,-1-7</inkml:trace>
  <inkml:trace contextRef="#ctx0" brushRef="#br0" timeOffset="1544.12">1113 501,'-9'-1,"1"-1,0 1,-1 1,1 0,-1 0,1 0,-1 1,1 1,0-1,-1 1,1 1,0 0,0 0,1 0,-1 1,1 0,-1 0,1 1,1 0,-1 0,1 1,-1 0,2 0,-1 0,1 1,-4 6,8-11,0 1,0-1,0 1,1 0,-1-1,1 1,0-1,-1 1,1 0,0-1,1 1,-1 0,0-1,1 1,0-1,-1 1,1-1,0 1,0-1,1 1,-1-1,0 0,1 0,-1 0,1 1,0-1,0-1,0 1,0 0,0 0,0-1,0 1,1-1,-1 0,0 0,92 38,-88-37,155 49,-160-51,0 0,1 0,-1 0,0 1,1-1,-1 0,0 1,0-1,1 1,-1-1,0 1,0-1,0 1,1 0,-1 0,0 0,0-1,0 1,-1 0,1 0,0 0,0 1,0-1,-1 0,1 0,-1 0,1 1,-1-1,1 0,-1 0,0 1,1-1,-1 0,0 1,0-1,0 0,0 1,0-1,0 0,-1 1,1-1,0 0,-1 1,1-1,-1 0,1 0,-1 0,1 1,-1-1,0 0,0 0,0 0,-10 6,-1-1,0 0,-1 0,1-2,-1 1,0-2,0 1,0-2,-3 0,3 1,-99 10,91-17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07.721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0,'0'258,"13"-105,-5-55,6 8,-1 42,6 13,-6 39,1-71,-6 90,2 17,5-151,6 78,5 35,-18-45,10 65,10 47,-29 29,42 25,-34-73,13-40,-8-41,-4 10,12 28,-2-14,3 92,-13-80,11 89,-6-125,-5 132,3-98,-2 48,3-100,15 238,-27-128,14-127,-14 169,14-165,-2-64,28 144,-12-31,20 35,-30-117,5 0,17 43,-16-57,-13-46,1 0,1 0,3-1,11 20,12 18,-23-44,2 0,1-1,2-1,8 10,118 141,-133-165,0-2,2 0,-1-1,2 0,0-1,1-1,0-1,2 0,4 5,83 73,-90-77,-9-6,1 0,0 0,0-1,1 0,-1-1,1 0,0-1,1 0,2 1,1-2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09.42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1 373,'85'144,"-40"-84,3-2,3-2,2-2,2-3,2-2,54 34,-97-74,-1 0,1-2,1 1,0-2,0 0,0 0,7 0,-16-5,-1 0,0 0,1 0,-1-1,1 0,-1 0,1-1,-1 1,1-1,-1 0,1-1,-1 1,0-1,0 0,0 0,0-1,0 0,0 1,-1-2,1 1,-1 0,0-1,1-1,16-21,-2 0,-1-2,0 0,-3-1,0 0,-2-1,3-12,-1 7,55-132,8 5,40-57,-70 145,-11 20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16.615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494 7285,'1'1,"1"0,-1 1,0-1,1 0,-1 0,0 0,1 0,-1-1,1 1,0 0,-1-1,1 1,0-1,-1 1,1-1,0 0,-1 0,1 0,0 0,0 0,-1 0,2 0,-1 0,83 13,43 14,-4-13,-81-16,0-2,0-2,40-11,68-43,-99 36,167-106,-190 113,0-2,-1 0,-1-2,8-9,10-8,158-137,-196 171,10-7,-1-1,0-1,-1 0,0-1,-1 0,7-11,95-113,-95 118,-6 7,0-1,-2 0,1-1,-2-1,0 0,-1-1,4-7,89-192,28-19,41-265,-139 404,-3-1,-5-1,5-48,-19-63,-8 61,18-206,-18 262,3 1,8-23,10-119,-25 144,-3 0,-10-47,11 77,2-1,2 0,4 1,8-39,8-87,-6-230,-10 364,-3-1,-2 1,-3-1,-1 0,-3 1,-10-36,10 57,0 0,2-1,1 0,2 0,0 0,3 0,0 1,4-16,0 20,-2 1,-1-1,-1 0,-1 1,-2-1,0 0,-2 0,0 1,-3-5,-46-190,51 206,-2-1,1 1,-2 0,0 0,0 0,-1 0,-1 0,-1 1,1 0,-2 1,0-1,-2 0,-18-20,18 22,1 0,0 0,0-1,1 0,1-1,0 1,-4-11,-7-34,16 44,-1 0,-1 1,0-1,-1 1,0 0,-1 1,0-1,0 1,-2 0,1 1,-1 0,-1 0,0 0,0 1,-4-2,-155-107,112 80,44 32,1-1,0-1,0 0,1 0,0-1,1 0,-4-5,-3-3,-1-1,-1 2,0 1,-1 0,-1 1,-14-7,-42-31,-85-97,95 113,-1 3,-2 3,-62-18,105 39,-99-42,1 19,-44 26,101 7,-26-9,64 6,0 0,0 2,0 2,0 0,1 2,-1 1,1 1,-16 7,24-9,-74 14,72-14,0 1,0 1,0 1,1 1,0 1,0 1,-14 9,26-13,-1 1,2 0,-1 1,1-1,0 2,1-1,-1 1,2 0,-1 1,2-1,-1 1,1 0,-3 11,1-7,-62 94,-14 24,45-50,4 37,21 2,5 23,6-119,0 0,2 0,0 0,2 0,3 15,-3-22,17 120,20 68,-8 3,16 50,-32-33,-15 481,-15-398,20-199,5 0,5-1,12 34,-7-31,19 346,-33-416,21 221,13 100,-18-197,-10-99,16 56,-19-100,-1 0,-1 0,-1 1,-1 0,-1 0,-1 0,-1 16,-1-25,0-1,0 0,2 0,0 0,0 0,1 0,1-1,0 1,1-1,2 2,100 212,-103-216,0-1,0 1,1-1,0 0,1-1,0 1,0-1,1-1,0 1,1-1,0-1,0 0,0 0,7 3,-3-2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18.003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428 223,'-351'528,"281"-424,64-104,9-13,85-191,215-428,-303 632,1 1,-1 0,0-1,0 1,1-1,-1 1,0-1,1 1,-1 0,1-1,-1 0,1 1,-1-1,1 1,-1-1,1 0,-1 1,1-1,0 0,-1 1,1-1,-1 0,1 0,0 0,-1 0,1 0,0 0,-1 1,1-1,0-1,-1 1,1 0,0 0,-1 0,1 0,-1 0,1-1,0 1,-1 0,1 0,-1-1,1 1,-1 0,1-1,-1 1,1-1,-1 1,1-1,-1 1,1-1,-1 1,0-1,1 1,-1-1,0 0,0 1,1-1,-1 1,0-1,0 0,0 1,0-1,0 0,0 1,0-2,168 290,-112-199,3-2,5-3,55 56,-117-139,18 26,-20-26,0-1,0 1,0 0,1-1,-1 1,0-1,0 1,0-1,0 1,0 0,-1-1,1 1,0-1,0 1,0-1,0 1,-1 0,1-1,0 1,0-1,-1 1,1-1,0 0,-1 1,1-1,-1 1,1-1,0 0,-1 1,1-1,-1 0,1 1,-1-1,1 0,-1 0,0 1,1-1,-1 0,1 0,-1 0,1 0,-1 0,0 0,1 0,-1 0,1 0,-1 0,1 0,-1 0,0 0,0-1,-180-14,138 11,-1 3,1 1,0 2,-1 2,1 2,1 2,-1 2,-21 9,-64 25,103-37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19.125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0 226,'22'46,"-2"-10,1-1,1 0,2-2,1-1,2-1,0-1,3-1,0-2,30 21,-56-45,0 0,0 0,0 0,0 0,0-1,1 0,-1 0,1 0,0-1,-1 1,1-1,0 0,0-1,0 1,0-1,-1 0,1 0,0 0,0-1,0 1,0-1,-1 0,1-1,0 1,-1-1,1 0,-1 0,1-1,-1 1,0-1,0 0,2-2,11-16,-1-1,0 0,-2-1,-1-1,-1 0,8-20,-7 14,137-303,-121 268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20.505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17,'3'0,"2"0,3 0,0-2,-1-4,1 1,-2 2,-1 4,-2 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31.054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6029,'8'18,"0"0,2-1,0 0,1-1,0 0,1-1,1 0,2 0,10 14,32 39,2-3,3-2,3-3,2-3,31 17,-45-38,2-3,1-2,1-2,1-3,2-3,0-2,2-3,0-3,0-2,2-3,4-3,29-1,0-4,0-5,0-4,0-4,-1-5,4-5,263-67,-294 74,-1-2,0-3,-2-3,37-19,244-150,-306 167,-1-1,-2-2,0-2,-2-1,-1-2,27-33,-36 40,-1-1,-1-1,-1-1,-2-1,-1-1,-1-1,-2 0,-1-2,-1 0,-2 0,-1-1,2-15,4-73,28-116,-29 183,-2-1,-3 0,-2-1,1-52,-10 94,4-116,17-87,-2 66,-1-111,6-203,1 101,3-114,-38-175,-12 140,8 401,-4 0,-5 1,-5 1,-5 2,-4 1,-17-26,-10-2,-6 3,-68-95,29 112,50 60,10 3,35 36,-1 1,-1 1,0 0,-1 1,-1 0,0 1,-14-7,-142-45,49 22,106 35,0 1,0 1,-1 0,0 1,1 1,-2 1,-17-1,-40 4,34 1,0-2,-1-2,-23-5,43 3,0 1,0 2,0 0,0 2,-1 0,1 2,0 0,0 2,-8 2,-313 61,304-58,0 1,1 3,1 0,0 3,1 1,1 2,0 2,2 1,-21 17,11-1,1 2,1 3,3 1,2 1,-26 41,19-27,24-30,1 0,2 1,1 1,1 1,2 0,1 1,1 0,-31 87,23-67,1 0,3 1,3 1,-5 38,-21 401,27-378,6 0,5 1,6 23,4 567,22-424,-6-99,-13 165,-7-270,4-1,8 29,11 100,-9 470,22-96,-22-435,15 183,-32-287,2-1,2 0,1-1,3 1,1-1,15 36,96 338,-87-319,5-2,3-2,5-2,32 44,-52-95,1-2,2-2,2 0,1-2,1-2,2-1,9 3,77 48,83 36,-200-112,35 17,0-2,1-2,1-1,0-3,1-1,1-2,-1-2,31 0,50 0,0-6,46-8,-97-5,-1-3,0-4,-2-2,0-4,-2-3,0-3,18-13,-53 27,19-8,45-18,-1-5,-2-4,-2-4,60-49,-84 46,-3-3,-3-4,-2-2,-3-2,-4-3,-2-2,29-60,-34 46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32.014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276 89,'-128'316,"6"-73,103-214,19-30,0 1,0 0,0 0,0-1,0 1,-1 0,1 0,0-1,0 1,0 0,0 0,-1 0,1-1,0 1,0 0,0 0,-1 0,1 0,0 0,0 0,-1-1,1 1,0 0,-1 0,1 0,0 0,0 0,-1 0,1 0,134-275,-82 161,-6-1,6-32,-46 127,-2 35,-3 4,1 1,0-1,1 0,1 0,1 0,1 0,1-1,0 0,1 0,1-1,11 16,9 4,1-2,1-1,2-2,2-1,17 12,-6-6,-2 2,37 44,-79-82,-1 1,1-1,-1 0,1 0,-1 0,1 1,-1-1,0 1,0-1,0 1,0 0,0-1,0 1,0 0,0 0,-1-1,1 1,-1 0,1 0,-1 0,0 0,1 0,-1 0,0 0,-1 0,1 0,0 0,0-1,-1 1,1 0,-1 0,0 0,1 0,-1-1,0 1,0 0,0-1,0 1,-1 0,-86 28,-420 75,406-79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36.584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0,'11'18,"9"13,5 6,5 3,2 2,1-2,0 0,-2-4,-2-2,-4-5,-6-6,-6-3,-6-6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36.937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248 4,'5'-3,"1"3,-3 4,-3 8,-5 7,-6 10,-5 12,-7 10,-7 9,-4 7,-4 0,2-3,6-9,7-11,8-14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37.39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1,'0'9,"2"17,4 24,2 27,2 27,0 25,-4 21,-3-15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47.7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120 0,'-9'2,"0"1,1 0,-1 0,1 1,-1 0,1 1,0 0,1 0,-1 1,1-1,0 2,1-1,-1 1,-2 4,9-9,-1 0,1-1,0 1,1-1,-1 1,0 0,0-1,1 1,-1-1,1 1,-1-1,1 1,0-1,-1 1,1-1,0 0,0 1,0-1,0 0,0 0,1 0,-1 0,0 0,0 0,1 0,-1 0,0 0,1 0,-1-1,1 1,-1-1,1 1,0-1,-1 0,1 1,-1-1,1 0,0 0,-1 0,1 0,-1 0,1-1,0 1,0-1,38 4,-1-2,1-1,0-2,16-5,25 0,18 1,0 5,0 4,38 8,-103-6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56.8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9,'13'-4,"10"0,5 6,2 11,1 13,-5 13,-7 14,-11 11,-19 11,-25 7,-27 2,-3-13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5:01.5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38 465,'-10'-34,"1"-2,2 1,2-1,1 0,2 0,1 0,3-20,-1 53,-1 0,0 0,1 0,-1 0,1-1,0 1,0 0,0 1,1-1,-1 0,0 0,1 0,0 1,0-1,0 1,0-1,0 1,0 0,1 0,-1 0,1 0,0 0,-1 1,1-1,0 1,0-1,0 1,0 0,0 0,0 1,0-1,0 1,0-1,3 1,7 3,0 0,0 0,0 2,0-1,-1 2,1 0,-1 0,-1 1,1 0,-1 1,0 1,3 3,1-2,1 1,-2 0,0 1,0 1,-2 0,1 1,-1 0,-1 1,-1 0,0 1,-1 0,7 16,-16-29,1 0,0 0,-1-1,0 1,0 0,0 0,0 0,0-1,0 1,-1 0,1 0,-1-1,0 1,0 0,0-1,0 1,0-1,0 1,-1-1,0 1,1-1,-1 0,0 0,0 0,0 0,0 0,0 0,0-1,-1 1,1-1,-2 1,-2 1,-1 0,0 0,0 0,-1-1,1 0,-1-1,1 1,-1-1,1-1,-1 0,0 0,6 1,1-1,-1 0,1 0,-1 0,0 0,1 0,-1 0,0 0,1 0,-1-1,1 1,-1-1,1 1,-1-1,1 1,-1-1,1 0,-1 0,1 0,0 0,-1 0,1 0,0 0,0 0,0-1,0 1,0 0,0-1,0 1,1 0,-1-1,0 1,1-1,-1 1,1-1,-1 0,1 1,0-1,0 1,0-1,0 0,0 1,0-1,0 0,0 1,1-1,-1 1,1-2,6-4,1 0,0 0,0 1,0 0,1 0,0 1,0 0,0 1,1 0,0 0,-1 1,1 0,0 1,9-1,68-17,-48 13,0-1,0-3,-2-1,1-1,-2-3,0 0,5-6,-35 19,1-1,0-1,-1 0,0 1,0-2,0 1,-1-1,0 0,0 0,0 0,-1-1,0 1,0-1,-1 0,0-1,0 1,0 0,-1-1,0 0,-1 1,0-1,0 0,0-3,-2 8,0 1,0-1,0 0,0 0,0 1,0-1,-1 1,1-1,-1 1,0 0,0-1,0 1,0 0,0 0,0 0,-1 1,1-1,0 0,-1 1,1-1,-1 1,0 0,0 0,1 0,-1 1,0-1,0 0,0 1,-2 0,-3-1,0 1,0-1,0 2,0-1,0 1,0 1,0-1,0 1,0 1,-1 0,2-1,-1 1,1 0,-1 1,1-1,0 2,1-1,-1 1,1-1,-1 2,2-1,-1 1,0 0,1 0,0 0,1 1,0 0,0 0,0 0,0 0,1 1,1-1,-1 1,1 0,1 0,-1 0,1 0,1 0,-1 0,1 0,1 0,0 7,3-6,0 0,0-1,1 1,0-1,1 1,0-2,0 1,0-1,1 0,0 0,1 0,-1-1,1 0,1-1,0 1,16 8,0-1,0-1,1-2,21 6,23 3,1-3,1-3,1-3,44-1,-46-6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59.8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662 32,'-63'14,"1"3,1 2,1 3,-13 9,58-24,-39 14,2 2,0 3,2 2,-28 21,42-14,35-35,1 1,-1 0,0 0,1 0,-1 1,1-1,0 0,-1 0,1 0,0 0,-1 0,1 0,0 1,0-1,0 0,0 0,0 0,0 1,1-1,-1 0,0 0,1 0,-1 0,0 0,1 0,0 0,-1 0,1 0,-1 0,1 0,0 0,0 0,0 0,-1 0,1-1,0 1,0 0,0 0,1 0,8 4,0-1,0 0,1 0,0 0,-1-2,1 1,0-1,7 0,-15-2,149 19,-89-13,0 2,-1 3,0 3,59 21,-114-34,0 1,-1 0,1 1,-1 0,1 0,-1 0,0 0,0 1,-1 0,1 0,-1 1,0 0,0 0,0 0,0 0,-1 1,0-1,0 1,-1 0,0 1,0-1,0 0,-1 1,0 0,0-1,0 1,-1 0,0 0,-1 0,0 0,0 0,0 3,-3-1,0 1,-1 0,0-1,0 0,-1 0,0 0,-1-1,0 0,0 0,-1 0,0-1,0 1,-1-2,0 1,0-1,-1-1,1 1,-1-1,-1 0,-12 6,-1-2,0 0,-1-1,1-1,-2-1,1-1,-10-1,-12 2,0-3,0-2,-1-1,1-3,-16-4,31 0,31 7,0 0,0-1,0 1,1 0,-1 0,0-1,0 1,0 0,0 0,0-1,0 1,0 0,0-1,0 1,0 0,0 0,0-1,0 1,0 0,0-1,0 1,0 0,0 0,0-1,0 1,-1 0,1 0,0-1,0 1,0 0,0 0,-1-1,1 1,0 0,0 0,0 0,-1-1,1 1,0 0,0 0,-1 0,1 0,0 0,28-3,9 0</inkml:trace>
  <inkml:trace contextRef="#ctx0" brushRef="#br0" timeOffset="562.006">1423 393,'-2'-5,"0"0,-1 1,0-1,0 0,0 1,0 0,-1 0,0 0,0 0,0 1,0-1,-1 1,1 0,-1 0,0 1,0 0,0-1,0 2,0-1,0 0,0 1,-1 0,1 0,0 1,-1 0,1-1,-1 2,1-1,0 1,-1 0,1 0,0 0,-1 1,1-1,0 1,0 1,1-1,-1 1,-2 1,-8 10,0 0,1 1,1 0,0 1,1 1,1 0,1 1,0 0,1 0,1 1,1 0,1 0,0 1,1 0,2 0,0 0,1 0,0 2,1-12,1 1,0-1,0 0,1 1,1-1,-1 0,1 0,1 0,3 7,-5-13,1-1,0 0,0 1,0-1,0 0,0 0,1 0,-1 0,1 0,0 0,0-1,0 1,0-1,0 0,1 0,-1 0,0-1,1 1,0-1,-1 0,1 0,0 0,0 0,0 0,-1-1,5 0,8-2,0-2,0 0,-1 0,1-1,-1-1,0-1,-1 0,0-1,0 0,0-1,-1-1,-1 0,1-1,-2 0,0-1,0 0,6-11,8-8,-2-1,-1-1,-2-1,-2-1,0 0,-3-2,-1 0,-2 0,-1-1,-2-1,-1 1,-3-1,1-22,-18-43,11 100,-1 1,1-1,-1 1,1-1,-1 1,0 0,0 0,-1 0,1 0,0 0,-1 0,0 1,0-1,0 1,0 0,0 0,0 0,-1 0,1 0,-1 1,1-1,-1 1,1 0,-1 0,-3 0,-4 2,0-1,1 2,-1-1,0 1,1 1,-1 0,1 1,0 0,0 0,0 1,1 0,-1 1,1 0,1 1,-7 5,3-4,0 0,0 1,1 0,0 1,1 1,0-1,1 2,0-1,0 1,1 1,1-1,0 1,1 1,1-1,0 1,0 0,2 0,-1 0,2 1,0-1,1 1,0 2,9 14,1 0,1 0,2-1,1 0,1-1,1-1,2 0,1-1,1-1,1 0,21 18,-41-43,240 286,-183-190,-49-77</inkml:trace>
  <inkml:trace contextRef="#ctx0" brushRef="#br0" timeOffset="958.289">2158 648,'-6'5,"-1"0,1 0,1 1,-1-1,1 2,0-1,0 0,1 1,-1 0,2 0,-1 1,1-1,0 1,1-1,-1 1,2 0,-1 0,1 0,0 0,1 0,-1 0,2 0,-1 0,1 0,1 0,-1 0,1 0,0-1,1 1,0 0,0-1,1 0,0 0,0 0,1 0,0-1,0 0,0 0,1 0,0 0,0-1,0 0,1 0,-1-1,1 0,2 1,-1-2,-1 0,1-1,0 0,0 0,0-1,0 0,0 0,0-1,0 0,0 0,0-1,0 0,0 0,0-1,-1 0,1-1,0 0,-1 0,0 0,0-1,0 0,0 0,0-1,-1 0,2-2,5-4,-1-2,0 1,-1-1,0-1,-1 0,-1-1,0 0,-1 0,-1 0,0-1,2-9,-1 1,-1 0,-2 0,0-1,-1 1,-2-1,0 0,-2 0,0 0,-2 0,-1 0,-1 0,-1 1,-1 0,-8-21,11 38,1 1,-2-1,1 1,-1 0,0 0,0 0,0 1,-1-1,0 1,0 0,-1 0,1 1,-1 0,0 0,0 0,0 1,-1-1,1 2,-1-1,0 1,1 0,-1 0,0 1,0-1,-1 2,1-1,0 1,0 0,0 1,0-1,0 1,0 1,-3 0,-6 5,1-1,0 2,1 0,0 1,0 0,1 1,0 1,0 0,2 1,-1 0,1 1,1 0,0 0,1 1,1 1,0-1,1 1,0 1,1-1,1 1,1 0,0 1,1-1,1 0,0 1,1 0,1 0,5 47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4:53.8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11083 874,'12'6,"-1"0,1 1,-1 0,-1 1,0 0,0 0,0 1,-1 1,0-1,-1 1,0 1,-1 0,0 0,-1 0,0 1,0 0,-2 0,1 0,-2 1,1-1,-2 1,1 7,6 31,-9-50,1-1,-1 1,0-1,0 1,0-1,1 1,-1-1,0 1,1-1,-1 0,0 1,1-1,-1 1,0-1,1 0,-1 1,1-1,-1 0,1 0,-1 1,1-1,-1 0,1 0,-1 0,1 1,-1-1,1 0,-1 0,1 0,-1 0,1 0,0 0,-1 0,1 0,-1-1,1 1,-1 0,1 0,-1 0,1 0,-1-1,1 1,-1 0,1 0,-1-1,0 1,1-1,-1 1,1 0,-1-1,0 1,1-1,-1 1,0 0,0-1,1 1,-1-1,0 1,0-1,0 1,0-1,1 0,-1 1,0-1,0 1,0-1,0 1,0-1,0 1,0-1,191-297,-176 279,-16 19,1 1,0-1,0 0,0 0,0 1,0-1,0 0,0 0,0 0,0 1,0-1,0 0,0 0,0 1,0-1,0 0,0 0,0 1,0-1,0 0,0 0,1 0,-1 1,0-1,0 0,0 0,0 0,0 1,1-1,-1 0,0 0,0 0,0 0,0 0,1 1,-1-1,0 0,0 0,1 0,-1 0,0 0,0 0,0 0,1 0,-1 0,0 0,0 0,1 0,-1 0,0 0,0 0,1 0,-1 0,0 0,0 0,0 0,1 0,-1 0,-5 24,-3 6,3-17,0 1,2 1,0-1,0 0,1 1,1 0,1-1,0 1,0 0,2 4,0-15,-1 1,1-1,0 0,0 0,1 0,-1 0,1 0,0-1,0 1,0-1,0 0,0 0,1 0,0 0,-1 0,1-1,0 0,0 0,1 0,-1 0,0-1,0 1,1-1,-1 0,1 0,0-1,10 2,-1 0,1-1,-1-1,1 0,0-1,-1-1,11-3,-12 3,1-1,-1-1,-1-1,1 0,-1 0,1-1,-2-1,1 0,-1 0,0-1,0-1,-1 0,6-6,-13 11,-3 4,0 0,1 1,-1-1,0 0,0 1,0-1,1 0,-1 1,0-1,0 0,1 0,-1 1,0-1,1 0,-1 0,0 0,1 1,-1-1,0 0,1 0,-1 0,0 0,1 0,-1 0,1 0,-1 0,0 0,1 0,-1 0,0 0,1 0,-1 0,1 0,-1 0,0 0,1 0,-1 0,0-1,1 1,-1 0,0 0,1 0,-1-1,0 1,0 0,1 0,-1-1,0 1,0 0,1-1,-1 5,0-1,1 0,0 1,0-1,0 0,0 0,0 0,0 0,1 0,0 0,-1 0,1 0,0-1,0 1,1-1,-1 1,1-1,-1 0,1 0,-1 0,1 0,0 0,0-1,0 1,0-1,2 1,88 16,-88-18,0 0,0 1,0-2,0 1,-1 0,1-1,0 0,0 0,-1-1,1 1,0-1,-1 0,0 0,1-1,-1 1,0-1,0 0,0 0,-1 0,1 0,-1-1,0 0,0 1,0-1,0 0,-1-1,1 1,-1 0,0-1,0 1,-1-1,1 0,-1 1,0-1,-1 0,1 0,-1-1,-1-1,0 0,0 1,-1-1,0 0,0 0,-1 1,0-1,0 1,0 0,-1 0,0 0,0 0,-1 1,1 0,-1 0,0 0,-1 0,1 1,-1 0,0 0,0 0,0 1,-1 0,1 0,-1 0,1 1,-1 0,0 1,0-1,0 1,0 1,0-1,0 1,0 0,0 1,0 0,0 0,0 0,0 1,-3 1,8-2,-1 0,1 1,-1-1,1 1,-1-1,1 1,0 0,0 0,0 0,0 0,0 0,0 1,1-1,-1 0,1 1,-1-1,1 1,0 0,0-1,0 1,1 0,-1 0,1-1,-1 1,1 0,0 0,0 0,0 0,0 0,1-1,-1 1,1 0,0 0,-1-1,1 1,0 0,1-1,-1 1,1-1,12 26</inkml:trace>
  <inkml:trace contextRef="#ctx0" brushRef="#br0" timeOffset="970.471">12259 1141,'16'-107,"-6"50,-3-1,-3 1,-1-1,-5-26,-16 25,18 58,-1 0,1-1,-1 1,0 0,0 0,0 0,1 0,-1 0,0 1,0-1,0 0,0 0,0 1,-1-1,1 0,0 1,0-1,0 1,-1 0,1-1,0 1,0 0,-1 0,1 0,0 0,0 0,-1 0,1 0,0 0,-1 0,1 1,0-1,0 0,0 1,-1-1,1 1,0-1,0 1,0 0,0 0,0-1,0 1,0 0,0 0,-1 1,1 0,0-1,0 1,0 0,0 0,0 0,0 0,1 0,-1 0,0 0,1 0,0 0,-1 0,1 0,0 0,0 0,0 0,1 0,-1 0,0 0,1 1,-1-1,1 0,0-1,-1 1,1 0,0 0,0 0,1 0,-1-1,0 1,0 0,1-1,-1 1,1-1,0 0,-1 1,1-1,0 0,0 0,-1 0,1 0,0 0,0-1,0 1,0-1,0 1,0-1,1 0,-1 1,1-1,29 8,0 0,1-2,0-1,26-1,-27-2,-1 1,1 2,-1 1,1 1,7 4,-34-9,-1 0,1 0,0 0,-1 0,0 1,1-1,-1 1,0 0,0 1,-1-1,1 1,-1-1,1 1,-1 0,0 0,-1 1,1-1,-1 1,0-1,0 1,0 0,0-1,-1 1,0 0,0 0,-1 0,1 0,-1 5,0 16,-1-22,0-1,0 1,1 0,-1 0,1-1,0 1,0 0,1 0,-1-1,1 1,-1 0,1-1,0 1,1-1,-1 1,1-1,-1 1,1-1,0 0,0 0,1 0,-1 0,0 0,1-1,0 1,0-1,0 1,0-1,0 0,0 0,4 1,1 0,0-1,1 0,-1 0,1-1,-1 0,1 0,0-1,-1 0,1-1,-1 1,1-2,0 1,-1-1,0-1,0 0,1 0,-2 0,1-1,0 0,-1-1,0 0,0 0,0 0,0-1,-1 0,0 0,0 0,-1-1,0 0,0 0,0-1,-1 1,0-1,-1 0,1-2,10-89,16 222,-28-117,0 0,1-1,-1 1,1-1,0 0,1 0,-1 0,1 0,0-1,0 1,1-1,-1 0,1 0,0-1,0 0,0 1,0-2,1 1,4 1,-7-3,0-1,0 1,0-1,0 0,1 0,-1-1,0 1,0 0,0-1,-1 0,1 0,0 0,0 0,0 0,-1-1,1 1,0-1,-1 1,1-1,-1 0,0 0,0 0,0-1,0 1,0-1,42-65,10-55,-70 166,3 50,13-90,0 1,0-1,1 0,-1 1,1-1,0 0,0 1,0-1,0 0,1 0,-1 0,1 0,0 0,0 0,0 0,0 0,0-1,0 1,1-1,0 0,-1 0,1 0,0 0,0 0,2 1,2-1,-1 1,1-1,0-1,0 1,0-1,0 0,0-1,0 0,0 0,0 0,0-1,-1 0,1 0,0-1,0 0,0 0,-1 0,1-1,-1 0,0-1,0 1,0-1,3-3,3-2,-2 0,1 0,-1-1,-1-1,0 0,0 0,-1 0,0-1,-1-1,-1 1,2-5,17-69,-30 79,-2 22,6-10,-1 1,1 0,0-1,0 1,1 0,-1 0,1 0,1 0,-1-1,1 1,0 0,0 0,1-1,0 1,0-1,0 1,0-1,1 0,0 0,0 0,1 0,-1-1,1 1,0-1,0 0,0 0,4 2,11 6,0-2,0 0,1-1,0-1,0-1,1-1,0-1,0-1,1 0,10-1,29 4</inkml:trace>
  <inkml:trace contextRef="#ctx0" brushRef="#br0" timeOffset="1881.601">14238 981,'0'-7,"1"-1,-2 1,1 0,-1 0,0 0,-1 0,1 1,-2-1,1 0,0 1,-1-1,-1 1,1 0,-1 0,0 0,0 0,-1 1,1-1,-1 1,0 0,-1 1,1-1,-1 1,0 0,0 1,0 0,-1-1,1 2,-1-1,0 1,1 0,-1 1,-3-1,6 1,-1 0,1 0,0 0,-1 1,1 0,-1 0,1 0,-1 0,1 1,0 0,-1 0,1 0,0 0,-1 1,1 0,0-1,0 1,1 1,-1-1,0 1,1-1,-1 1,1 0,0 0,0 1,0-1,0 1,1-1,-1 1,1 0,0 0,0 0,0 0,1 0,0 0,0 1,0-1,0 0,0 1,1-1,1 0,0 0,-1 0,1-1,0 1,1 0,-1-1,1 1,-1-1,1 0,0 1,0-1,1 0,-1 0,1 0,-1-1,1 1,0 0,0-1,0 0,0 0,1 0,-1 0,0 0,1-1,2 1,99 22,-98-23,0 0,-1 0,1-1,0 0,0 0,0 0,0-1,0 0,-1 0,1-1,0 0,-1 0,1-1,-1 0,0 0,5-3,-11 6,-1 0,1 0,-1 0,0 0,1 0,-1 0,1 0,-1 0,0 0,1 0,-1 0,1-1,-1 1,1 0,-1 0,0-1,1 1,-1 0,1-1,-1 1,1 0,0-1,-1 1,1-1,-1 1,1-1,0 1,-1-1,1 1,0-1,-1 1,1-1,0 1,0-1,0 1,-1-1,1 0,0 1,0-1,0 1,0-1,0 0,0 1,0-1,0 1,1-1,-1 0,0 1,0-1,0 1,1-1,-1 1,0-1,-1 3,-1 0,1 0,0 1,0-1,0 0,0 1,0-1,0 1,1 0,-1-1,1 1,-1-1,1 1,0 0,0-1,1 1,-1-1,0 1,1 0,-1-1,1 1,0-1,0 1,0-1,0 0,1 1,-1-1,0 0,1 0,0 0,-1 0,1 0,0 0,0-1,0 1,0 0,1-1,-1 0,0 1,1-1,-1 0,0 0,1 0,-1-1,2 1,11 3,0-1,1 0,-1-1,0-1,1 0,-1-1,1-1,-1-1,0 0,1-1,-1 0,0-1,-1-1,1 0,-1-1,0-1,0 0,-1-1,0 0,0-1,-1-1,0 0,-1 0,0-1,8-11,-3-6,-1-1,-1 0,-2-1,0 0,-3-1,0 0,-2-1,-1 0,-2 0,-1 0,-2 0,-1-24,1 21,-2 0,-1 0,-1 1,-2-1,-2 1,-1 0,-1 0,-2 1,-2 1,0 0,-8-10,19 37,0-1,-1 0,0 1,0 0,-1 0,1 0,-1 0,0 0,0 1,-1 0,0 0,1 0,-1 0,-1 1,1 0,0 0,-1 0,1 0,-1 1,0 0,0 1,0-1,0 1,0 0,0 0,0 1,0 0,-1 0,1 0,-1 1,-3 5,0 0,1 1,-1 0,1 0,1 1,-1 0,2 1,-1-1,1 2,0-1,1 1,0 0,0 0,1 1,1-1,-1 1,2 0,-2 9,-5 10,1 0,2 0,1 1,2 0,1 0,1 0,1 0,2 0,2 1,0-1,2-1,2 1,0-1,2 0,1 0,2-1,1-1,1 0,1-1,1 0,2-1,1-1,0-1,2-1,21 19,-36-36,-1-1,1 0,0 0,0 0,0-1,0 1,1-2,0 1,0-1,0 0,0 0,1-1,-1 0,1 0,-1-1,1 0,-1 0,1-1,0 0,0 0,-1-1,1 0,0 0,-1-1,0 0,1 0,-1 0,0-1,0-1,0 1,4-4,66-76,-76 83,-1 1,1-1,0 0,-1 0,1 1,-1-1,1 1,0-1,-1 1,1-1,-1 1,0-1,1 1,-1-1,1 1,-1-1,0 1,1 0,-1-1,0 1,0-1,0 1,1 0,-1-1,0 1,0 0,0-1,0 1,0 0,0-1,0 1,0 0,0 0,-1-1,1 1,0-1,0 1,-1 0,1-1,-1 1,1 1,-1 3,1 0,-1 0,1 0,0 0,0 0,0 0,0-1,1 1,0 0,0 0,1 0,-1 0,1-1,0 1,0-1,1 1,-1-1,1 0,0 0,0 0,0 0,1 0,-1-1,1 0,0 0,0 0,0 0,0 0,1-1,-1 0,5 2,-4-3,0 0,0 0,0 0,0-1,0 0,0 0,0 0,0-1,0 1,0-1,0 0,0-1,0 1,-1-1,1 0,0 0,-1-1,0 1,1-1,-1 0,0 0,0 0,-1-1,1 1,-1-1,0 0,1 0,-2 0,1-1,0 1,-1-1,0 1,0-1,0 0,-1 0,0 0,0 1,0-1,0-1,-1-3,2 3,-1-1,0 1,-1 0,1 0,-1 0,0-1,-1 1,0 0,0 0,0-1,-1 1,1 0,-2 1,1-1,0 0,-1 0,0 1,-1 0,1 0,-1 0,0 0,0 0,-1 1,1-1,-1 1,0 0,0 1,0-1,-1 1,1 0,-1 0,0 1,1 0,-1 0,0 0,0 1,-1 0,-5-1,8 2,-1 0,1 0,-1 0,1 1,0-1,-1 1,1 0,0 1,-1-1,1 1,0 0,0 0,0 0,0 0,1 1,-1-1,0 1,1 0,0 0,0 0,0 1,0-1,0 1,1 0,0-1,-1 1,1 0,1 0,-1 1,1-1,-1 0,1 1,0-1,1 0,-1 1,1-1,0 1,0-1,0 1,1-1,0 1,-1-1,2 0,-1 1,0-1,1 0,0 0,0 0,0 1,6 3,-1-1,1 0,0 0,1-1,0 0,0-1,0 1,1-2,-1 1,1-1,0-1,0 0,1 0,-1-1,1-1,-1 1,34 2</inkml:trace>
  <inkml:trace contextRef="#ctx0" brushRef="#br0" timeOffset="2150.169">15254 285,'-19'-6,"-14"-3,-9 0,-4 5,2 9,5 10,10 10,9 10,13 8,13 6,11 3,3-7</inkml:trace>
  <inkml:trace contextRef="#ctx0" brushRef="#br0" timeOffset="2418.779">15147 847,'2'18,"1"14,0 4,1 2,6-2,6-4,11-7,12-9,10-7,9-7,3-8,-2-8,-10-2</inkml:trace>
  <inkml:trace contextRef="#ctx0" brushRef="#br0" timeOffset="-5674.292">214 1034,'2'18,"4"13,2 11,0 4,1 2,-1-1,-2-4,-2-7,-1-9</inkml:trace>
  <inkml:trace contextRef="#ctx0" brushRef="#br0" timeOffset="-5212.107">1 781,'24'-1,"219"13,-222-9,1 0,-1 2,0 1,0 0,0 2,-1 0,-1 2,1 0,16 12,-25-13,0 1,-1 0,0 1,-1 0,0 0,0 1,-1 0,-1 0,0 1,-1 0,-1 1,0-1,0 1,-1 0,-1 0,0 0,-2 1,1-1,-1 1,-1-1,-1 1,0-1,-1 0,-3 12,-40 188,44-213,1 0,-1-1,1 1,0 0,-1 0,1 0,0 0,0-1,0 1,0 0,-1 0,1 0,0 0,1 0,-1-1,0 1,0 0,0 0,0 0,1 0,-1-1,0 1,1 0,-1 0,1 0,-1-1,1 1,-1 0,1-1,-1 1,1 0,0-1,-1 1,1-1,0 1,-1-1,1 0,0 1,0-1,0 1,-1-1,1 0,0 0,0 0,0 1,0-1,-1 0,1 0,0 0,0 0,0 0,0-1,0 1,-1 0,1 0,0 0,0-1,0 1,0-1,-1 1,1 0,0-1,-1 1,1-1,0 0,13-9,1-1,-2-1,0 0,-1-1,0 0,0-1,-2 0,0-1,0 0,-1 0,-1-1,-1-1,2-7,-2 7,-1 0,-1 0,0 0,-1-1,-1 1,-1-1,-1 0,0-14,-1 32,-1 1,1-1,-1 0,1 0,0 0,-1 1,1-1,-1 0,1 0,0 0,-1 0,1 0,-1 0,1 0,-1 0,1 0,0 0,-1 0,1 0,-1 0,1 0,-1 0,1 0,0 0,-1-1,1 1,-1 0,1 0,0-1,-1 1,1 0,0 0,-1-1,1 1,0 0,-1-1,1 1,0 0,0-1,0 1,-1-1,1 1,0 0,0-1,-4 13,1-1,0 1,1 0,1 1,0-1,0 0,2 0,-1 0,1 1,1-1,0 0,1 0,0 0,1-1,0 1,2 1,1-4,1-1,1 0,-1-1,1 1,1-2,-1 1,1-1,0-1,1 0,-1 0,1-1,0 0,0-1,0 0,0-1,1 0,-1-1,1-1,-1 1,1-2,10-1,73-2,-4-6</inkml:trace>
  <inkml:trace contextRef="#ctx0" brushRef="#br0" timeOffset="-4531.047">2634 914,'10'5,"0"-1,0 0,0-1,0 0,1 0,-1-1,1-1,-1 0,1 0,0-1,0 0,-1-1,1 0,0-1,3-1,12-3,0-2,0-1,-1-1,0-1,10-7,-18 11,-1-1,1-1,-1-1,-1 0,0-1,0-1,-1 0,-1-1,0 0,-1-1,0-1,-1 0,-1 0,0-1,-1 0,-1-1,4-12,-11 25,0 0,0 0,0 0,0 0,-1 0,0 0,0 0,0-1,-1 1,1 0,-1 0,0 0,0 0,0 0,-1 0,1 0,-1 1,0-1,0 0,0 1,-1-1,1 1,-1 0,0 0,0 0,0 0,0 0,0 1,-1 0,1-1,-1 1,0 0,0 1,1-1,-1 1,0-1,0 1,0 1,-1-1,1 0,0 1,0 0,0 0,-1 0,0 2,0-1,0 1,1 0,-1 0,1 1,-1 0,1-1,0 1,0 1,0-1,0 1,1-1,-1 1,1 0,0 0,0 1,0-1,1 0,0 1,0 0,-1 2,-27 110,25-44,4 1,4 0,2 0,3-1,4 0,11 32,-11-40,-10-55,25 127,-6 1,-6 0,-4 52,-28-45,3-101</inkml:trace>
  <inkml:trace contextRef="#ctx0" brushRef="#br0" timeOffset="-4061.587">2808 1235,'15'-12,"0"0,1 0,1 2,0 0,0 1,0 1,1 0,1 1,2 1,33-11,1 2,0 3,0 2,2 2,55 0,-108 7,-1 0,0 0,1 1,-1-1,1 1,-1-1,1 1,-1 0,1 1,-1-1,1 1,-1-1,0 1,1 0,-1 0,0 0,0 1,1-1,-1 1,0 0,0 0,-1 0,1 0,0 0,-1 0,1 1,-1 0,0-1,0 1,0 0,0 0,0 0,-1 0,1 0,0 2,-31 132,28-136,1 0,-1 1,1-1,0 1,0-1,0 1,0-1,0 1,0-1,0 0,0 1,1-1,-1 1,0-1,1 0,-1 1,1-1,0 0,-1 1,1-1,0 0,0 0,0 0,0 0,0 0,0 0,0 0,0 0,0 0,0 0,1 0,-1-1,0 1,1 0,-1-1,0 1,1-1,-1 0,1 1,-1-1,1 0,62-9,-52 4,0 0,-1-1,0-1,0 0,0-1,0 0,-1 0,-1-1,0 0,0-1,0 0,-1 0,-1-1,0 0,0-1,-1 1,-1-1,0 0,0-1,2-10,-9 143,2-113,2 0,-1-1,1 1,0 0,0-1,1 0,0 0,0 0,0 0,1 0,0 0,0-1,1 0,-1 0,1 0,0 0,1-1,-1 0,1 0,-1 0,4 1,11 1</inkml:trace>
  <inkml:trace contextRef="#ctx0" brushRef="#br0" timeOffset="-3672.414">3984 1021,'-3'14,"1"-1,0 1,1 0,1 0,0 0,1 0,0-1,1 1,0 0,2-1,-1 1,2-1,-1 0,2 0,0-1,0 0,1 0,1 0,0-1,4 4,-11-13,0 0,1 0,-1 0,1 0,0-1,-1 1,1 0,0-1,0 0,0 1,0-1,0 0,0 0,0 0,0 0,1 0,-1-1,0 1,1-1,-1 1,0-1,1 0,-1 0,0 0,1 0,-1-1,0 1,1 0,-1-1,0 0,0 0,1 1,-1-1,0 0,0-1,0 1,0 0,0-1,0 1,-1-1,1 1,0-1,-1 0,1 0,0 0,4-11,-1 1,0-2,-1 1,0 0,-1-1,0 1,-1-6,2-5,21-110,-17 161,-8 0,-1-18,0 0,1 0,0 0,0 0,1 0,0 0,1 0,0 0,0-1,1 1,0 0,1-1,-1 0,2 0,-1 0,1 0,0-1,1 0,-1 0,2 0,1 1,3-2,0-1,0 0,0-1,1 0,0-1,0-1,0 1,0-2,0 0,0 0,11-1,33-1</inkml:trace>
  <inkml:trace contextRef="#ctx0" brushRef="#br0" timeOffset="-2992.184">4866 1075,'-6'-1,"-1"1,0 0,0 0,0 1,0 0,0 0,1 1,-1 0,0 0,1 0,0 1,-1 0,1 0,0 1,0-1,1 1,-1 1,1-1,0 1,0 0,1 0,-1 0,1 1,0-1,1 1,-1 0,1 0,0 1,1-1,-1 1,1-3,1-1,-1 1,1 0,0 1,0-1,0 0,0 0,1 0,0 0,0 1,0-1,0 0,0 0,1 1,0-1,0 0,0 0,1 0,-1 0,1 0,0-1,0 1,0 0,0-1,1 1,0-1,1 2,5-1,0-1,0 0,0 0,0-1,0 0,0-1,1 0,-1 0,0-1,1 0,-1-1,1 0,-1 0,0-1,0 0,0-1,6-2,5-2,0-1,0-1,-1-1,0-1,-1 0,0-1,-1-1,0 0,-1-2,-1 0,0 0,-1-2,-1 0,-1 0,0-1,-1 0,-1-1,0-1,-2 1,0-2,2-11,7-51,-3 0,-3-1,-5-1,-3 1,-5-34,2 92,-5-114,-6 98,11 41,-1 0,1 1,0-1,-1 0,1 1,0-1,-1 1,1-1,-1 1,1-1,-1 1,0-1,1 1,-1-1,1 1,-1 0,0-1,1 1,-1 0,0 0,1-1,-1 1,0 0,1 0,-1 0,0 0,0 0,1 0,-1 0,0 0,1 0,-1 0,0 0,1 1,-1-1,0 0,1 0,-1 1,0-1,1 1,-1-1,0 0,1 1,-1-1,1 1,-1-1,1 1,-1-1,1 1,0 0,-1-1,1 1,0 0,-1-1,1 1,-9 12,1 1,0-1,1 2,1-1,0 1,1 0,1 0,0 1,1-1,-1 10,4-22,-11 55,3 0,3 0,2 1,3-1,2 1,3-1,2 1,3-2,2 1,3-2,22 55,-32-96,0 0,2 0,0-1,1 0,0 0,1 0,0-1,1-1,1 1,0-2,5 5,-14-15,1 0,-1 0,0 1,1-1,-1-1,1 1,-1 0,1-1,0 1,-1-1,1 0,-1 0,1 0,0 0,-1 0,1 0,-1-1,1 1,0-1,-1 0,1 0,-1 0,0 0,1 0,-1-1,0 1,0-1,0 1,0-1,0 0,0 0,0 1,1-3,52-75,-53 75,96-175,-98 180,0-1,0 1,1 0,-1-1,0 0,0 1,0-1,1 1,-1-1,0 1,1-1,-1 1,0-1,1 0,-1 1,0-1,1 0,-1 1,1-1,-1 0,1 1,-1-1,0 0,1 0,-1 0,1 0,-1 1,1-1,-1 0,1 0,0 0,-1 0,1 0,-1 0,1 0,-1 0,1 0,-1-1,1 1,-1 0,1 0,-1 0,1-1,-1 1,0 0,1 0,-1-1,1 1,-1 0,1-1,-1 1,0 0,1-1,-1 1,0-1,0 1,1-1,-1 1,0-1,0 1,0-1,1 1,-1-1,0 1,0-1,0 1,0-1,2 47,-2-38,-1 30,6 57,-2-91,0 0,1 1,-1-1,1-1,0 1,0-1,0 1,1-1,-1 0,1-1,0 1,0-1,0 0,0 0,0 0,0-1,0 0,1 0,-1 0,0-1,1 1,-1-1,0-1,1 1,-1-1,0 0,1 0,-1 0,1-1,39-6,-4-2</inkml:trace>
  <inkml:trace contextRef="#ctx0" brushRef="#br0" timeOffset="-2739.768">5843 874,'-14'-6,"-7"-8,1-1</inkml:trace>
  <inkml:trace contextRef="#ctx0" brushRef="#br0" timeOffset="-2579.478">4974 607,'-14'0,"0"0,12 0,19-3,28 0,29-2,29-2,24-1,16 2,6 3,-23 3</inkml:trace>
  <inkml:trace contextRef="#ctx0" brushRef="#br0" timeOffset="-1139.2">6070 1075,'0'7,"1"1,0-1,0 1,1-1,0 1,0-1,1 0,-1 0,2 0,-1 0,1 0,0-1,0 0,1 1,0-2,0 1,0-1,1 1,0-1,0-1,0 1,0-1,6 2,-1 0,0-1,0 0,0-1,0 0,1-1,0 0,-1 0,1-2,0 0,0 0,0-1,0 0,0-1,10-2,-18 3,-1-1,1 1,-1-1,1 0,-1 0,1 0,-1-1,0 1,0-1,1 0,-1 0,0 0,-1 0,1 0,0-1,-1 1,1-1,-1 0,0 0,0 0,0 0,0 0,0 0,-1-1,1 1,-1 0,0-1,0 1,0-1,-1 1,1-1,-1 0,0 1,0-1,0 1,0-1,-1 0,1 1,-1-1,-1-1,-4-6,-1-1,0 1,-1 0,-1 1,1-1,-2 2,1-1,-1 2,-1-1,0 1,0 1,0 0,-1 0,0 1,0 1,-1 0,1 0,-1 2,0-1,-3 1,-58-7,62 11,17 4,22 2,45 1,1-4,-1-2,24-6,-37 3,157-1,-213 2,1-1,0 1,0 0,-1 0,1 1,0-1,-1 1,1 0,0 0,-1 0,1 0,-1 1,1-1,-1 1,0 0,0 0,0 0,0 1,0-1,0 1,0-1,-1 1,1 0,-1 0,0 0,0 0,0 0,0 1,-1-1,0 1,1 1,0 37,-3-39,0 0,1 0,-1 0,1 0,0 1,0-1,0 0,0 0,0 0,1 0,-1 0,1 0,0 0,0 0,0 0,0 0,1-1,-1 1,1 0,-1-1,1 1,0-1,0 0,0 1,1-1,-1 0,0 0,1 0,-1-1,1 1,0-1,0 1,-1-1,3 1,9-1,-1 0,1 0,0-1,-1-1,1 0,0-1,-1-1,0 0,0-1,0 0,0-1,0 0,11-7,-10 5,-1 0,0 0,0-1,-1-1,0 0,0-1,-1 0,0-1,-1 0,0-1,-1 0,-1 0,1-1,-2 0,0-1,0 1,-2-1,1-1,-9 23,1 1,0 0,1-1,0 1,0 0,1 0,0-1,1 1,0 0,0-1,1 1,0 0,0-1,1 0,0 1,1-1,0-1,0 1,0 0,1-1,0 0,3 3,8 1,1-1,0-1,0-1,0 0,1-1,0-1,1 0,-1-2,1 0,0-1,0-1,19-1,19 5,1-3,0-3,0-2,-1-2,1-3,28-9,-75 14,0 0,-1-1,1 0,-1-1,0 0,0 0,0-1,0-1,-1 0,0 0,0 0,-1-1,2-2,-9 7,0 1,0-1,0 1,0-1,0 0,0 1,0-1,0 0,-1 0,1 0,-1 1,1-1,-1 0,0 0,0 0,0 0,0 0,0 0,0 0,0 0,-1 0,1 1,-1-1,1 0,-1 0,0 0,0 1,0-1,0 0,0 1,0-1,0 1,-1-2,-55-35,43 33,-1 0,-1 1,1 1,-1 0,1 1,-1 1,0 0,0 1,1 1,-6 1,16-2,-1 1,0-1,1 2,-1-1,1 1,-1-1,1 1,0 1,0-1,0 1,0 0,0 0,0 1,1-1,0 1,-1 0,2 0,-1 0,0 1,1-1,0 1,0 0,0 0,0 0,1 0,0 1,0-1,1 0,-2 5,3-6,-1 0,1 0,0 0,0 0,0 0,1 0,0 0,-1 0,1 0,0 0,1-1,-1 1,1 0,0-1,0 1,0-1,0 1,0-1,1 0,0 0,-1 0,1 0,0 0,0-1,1 0,-1 1,1-1,0 0,6 3,-1 0,1-1,0 0,1-1,-1 0,1 0,-1-1,1-1,0 0,1 0,-3 0,0 0,0-1,-1 0,1 0,0-1,0 0,0 0,-1-1,1-1,0 1,-1-1,0-1,0 1,0-2,0 1,-1-1,1 0,-1 0,0-1,-1 0,0 0,0-1,0 0,0 0,-1 0,-1-1,3-2,-2 0,-5 23,-1 3,2-10,-1 1,1-1,0 1,0-1,0 0,1 1,0-1,1 0,-1 0,1 0,0-1,1 1,-1-1,1 1,0-1,1 0,-1-1,1 1,0-1,4 3,-7-6,0 0,0 0,1-1,-1 1,0-1,0 0,0 0,1 0,-1 0,0 0,0 0,0-1,1 1,-1-1,0 1,0-1,0 0,0 0,0 0,0 0,0 0,0 0,0 0,-1-1,1 1,0-1,-1 1,0-1,1 0,-1 0,1-1,30-65,-27 45,-2-1,-1 1,-1-1,-1 0,-1 0,-1 0,-1 1,-1-1,-1 1,-2-1,7 23,-1 0,0 0,1 0,-1 0,1 0,-1 0,1 0,0 0,-1 0,1 0,0-1,0 1,-1 0,1 0,0 0,0 0,0-1,1 1,-1 0,0 0,0 0,1 0,-1 0,1 0,-1 0,1-1,-1 1,1 0,-1 1,1-1,0 0,0 0,-1 0,1 0,0 0,0 1,0-1,0 0,0 1,0-1,0 1,0-1,0 1,0-1,0 1,1 0,0 0,17 0,1 2,0 0,-1 1,0 1,0 1,0 1,0 0,4 4,-1-3,11 3,-2 1,1 1,-1 1,-1 2,-1 2,0 0,-1 2,-1 1,0 2,-22-17,0 0,-1 0,1 1,-1-1,-1 1,1 0,-1 1,0-1,0 0,-1 1,0 0,0-1,-1 1,1 0,-2 0,1 0,-1 0,0 0,0 0,-1 0,0 0,0 2,-2 0,3-8,-1 0,0 0,1 0,-1 0,1 0,0 0,-1 0,1 0,0 1,-1-1,1 0,0 0,0 0,0 0,0 0,0 0,0 1,0-1,0 0,1 0,-1 0,0 0,1 0,-1 0,1 0,-1 0,1 0,-1 0,1 0,0 0,0 0,-1 0,1-1,0 1,0 0,0 0,0-1,0 1,0-1,0 1,0-1,0 1,0-1,0 0,1 1,17 0,0-1,0 0,0-1,0-1,0-1,-1-1,1-1,10-4,-1 3,0-1,0-2,0 0,-1-2,-1-1,0-2,-1 0,0-1,-1-2,-1-1,0 0,-2-2,9-10,6-41,-36 69,1-1,-1 1,1-1,-1 1,0-1,0 1,0-1,0 1,0-1,-1 1,1-1,-1 1,0 0,1-1,-1 1,0 0,-1-1,1 1,0 0,-1 0,1 0,-1 0,1 0,-1 0,0 1,0-1,0 0,0 1,-1-1,-3-1,0 1,0 0,0 0,0 0,0 1,-1 0,1 0,0 1,-1 0,1 0,-1 0,1 1,0 0,0 0,-1 0,1 1,0 0,0 1,0-1,1 1,-5 2,6-3,1 0,-1 0,1 0,-1 0,1 0,0 1,0-1,0 1,0 0,1 0,-1 0,1 1,-1-1,1 0,0 1,1 0,-1-1,1 1,-1 0,1 0,0 0,0 0,1 0,-1 0,1 0,0 0,0 0,0 0,1 0,-1 0,1 0,0 0,0 0,2 2,2 3,1-1,1 0,-1 0,2-1,-1 0,1 0,0 0,0-1,0 0,1-1,0 0,0 0,1-1,-1 0,1-1,0 0,0-1,10 2,37 9,1-2,56 2,3-4</inkml:trace>
  <inkml:trace contextRef="#ctx0" brushRef="#br0" timeOffset="8950.715">469 2438,'-3'18,"0"13,0 10,0 8,2 2,2-1,4-5,3-7,2-10,0-10</inkml:trace>
  <inkml:trace contextRef="#ctx0" brushRef="#br0" timeOffset="9671.091">308 2197,'111'-26,"-87"20,-1 1,1 1,0 1,0 1,0 2,0 0,0 1,0 1,-1 2,1 0,0 1,-1 2,13 5,-28-7,-1 0,0 1,0-1,-1 1,1 1,-1-1,-1 1,1 0,-1 0,-1 1,1 0,-1 0,0 0,-1 0,0 0,0 1,-1-1,0 1,0 4,2 22,-1 1,-1-1,-2 1,-3 8,2-18,1-17,-1-7,0 1,0-1,1 0,-1 1,1-1,0 1,-1-1,1 1,0-1,1 1,-1-1,0 1,1-1,-1 0,1 1,0-1,0 0,0 1,0-1,0 0,0 0,0 0,1 0,-1 0,1 0,0 0,0 0,-1-1,1 1,0-1,0 1,0-1,1 0,0 1,7-4,-1-1,0 0,0-1,0 0,0 0,0 0,-1-1,0-1,0 0,0 0,-1 0,0-1,0 0,1-2,-5 6,18-18,-1-1,0-1,-2-1,11-19,-26 39,-3 2,1 1,-1-1,1 1,-1 0,1-1,0 1,-1 0,1 0,0 0,0-1,0 1,0 0,0 0,0 0,0 0,0 1,1-1,-1 0,0 0,0 1,1-1,-1 0,0 1,1 0,-1-1,1 1,-1 0,0 0,1-1,-1 1,1 0,-1 1,1-1,0 0,50 64,-43-53,0-1,1 1,0-1,1-1,0 0,1-1,-1 0,1 0,1-1,0-1,3 1,-10-4,0-1,0 0,1 0,0-1,-1 0,1 0,0 0,-1-1,1 0,0 0,-1-1,1 0,0 0,-1 0,1-1,-1 0,0 0,1-1,-1 0,0 0,0 0,-1-1,1 0,3-3,1-5,-1-1,0 0,0-1,-2 0,1 0,-2-1,0 0,-1 0,0-1,-1 1,-1-1,0 0,-2 0,1 0,-2-14,1 16,48-529,-43 514,2 49,10 289,-16-283,2 57,3-1,4 0,4 0,11 30,-23-100,0-1,1 0,0 0,1 0,0-1,1 1,0-1,1-1,0 1,0-1,1 0,0-1,1 0,0 0,5 3,9 0</inkml:trace>
  <inkml:trace contextRef="#ctx0" brushRef="#br0" timeOffset="9933.955">1351 2051,'-14'4,"-9"4,4 3,15 0,23-2,29-8,30-8,25-5,22-1,8 2,2 8,-24 4</inkml:trace>
  <inkml:trace contextRef="#ctx0" brushRef="#br0" timeOffset="10193.567">2326 2665,'-2'4,"1"0,0 1,0-1,0 0,0 1,1-1,0 0,0 1,0-1,0 1,1-1,-1 0,1 1,0-1,1 0,-1 0,1 0,0 0,0 0,0 0,0 0,1 0,-1-1,1 1,0-1,0 0,0 0,1 0,-1 0,1-1,-1 1,3 0,-2-2,0 0,1 0,-1-1,0 1,1-1,-1 0,1 0,-1 0,1-1,-1 0,1 0,-1 0,0 0,0 0,1-1,-1 0,0 0,0 0,-1-1,1 1,0-1,-1 0,0 0,1 0,-1 0,2-3,3-3,-1 0,0-1,-1 1,0-1,0-1,-1 1,0-1,-1 0,3-9,-6 12,1 0,-1 1,-1-1,1 0,-1 1,-1-1,1 0,-1 1,-1-1,0 0,0 1,0 0,0-1,-1 1,-1 0,1 0,-1 1,0-1,-1 1,1 0,-1 0,-1 0,1 1,-1 0,0 0,0 0,0 0,-1 1,1 0,-1 1,0 0,0 0,-1 0,1 1,0 0,-1 0,0 1,1 0,-1 0,0 1,1 0,-1 0,0 1,1 0,-4 1,2 0,1 2,-1-1,1 1,0 0,0 0,0 1,1 0,0 1,0-1,0 1,0 1,1-1,0 1,1 1,0-1,0 0,-1 2,4-4,-1-1,1 1,0 0,0 0,0 0,0 0,1 1,0-1,0 0,0 0,1 1,0-1,0 0,0 1,1-1,0 0,0 1,0-1,0 0,1 0,0 0,0 0,1 0,-1 0,1-1,0 1,0-1,4 4,23 20</inkml:trace>
  <inkml:trace contextRef="#ctx0" brushRef="#br0" timeOffset="10933.987">3249 2598,'-41'-22,"0"1,-1 3,-1 1,-40-11,78 27,1-1,-1 1,1 0,-1 0,0 0,1 1,-1-1,0 1,1 0,-1 0,0 1,1 0,-1-1,0 2,1-1,-1 0,1 1,0 0,-1 0,1 0,0 1,0-1,0 1,1 0,-1 0,1 0,-1 1,1-1,0 1,1 0,-1 0,0 0,-1 3,2-2,0-1,-1 1,1 0,1 0,-1 0,1 0,0 0,0 1,0-1,1 0,0 0,0 1,0-1,0 0,1 0,0 1,0-1,1 0,-1 0,1 0,0 0,1 0,-1-1,1 1,0-1,0 0,0 1,0-1,1-1,0 1,0 0,0-1,0 0,0 0,1 0,0 0,-1-1,1 0,0 0,4 1,2-3,1-1,-1 0,0-1,0 0,0-1,0 0,-1-1,1 0,-1 0,0-1,0-1,-1 0,1 0,-1-1,-1 0,1 0,-1-1,0 0,-1-1,2-2,-7 8,-2 3,0-1,0 1,0-1,0 1,1 0,-1-1,0 1,0-1,0 1,0-1,1 1,-1-1,0 1,1 0,-1-1,0 1,1 0,-1-1,0 1,1 0,-1-1,0 1,1 0,-1 0,1-1,-1 1,1 0,-1 0,1 0,-1 0,1-1,-1 1,1 0,-1 0,1 0,-1 0,1 0,-1 0,1 0,-1 1,0-1,1 0,-1 0,1 0,-1 0,1 1,-1-1,1 0,-1 0,0 1,1-1,-1 0,0 1,1-1,-1 0,0 1,1-1,-1 1,7 26,-6-20,-1 0,1 0,1 0,-1 0,1 0,1 0,-1-1,1 1,0-1,0 0,1 1,0-1,0-1,1 1,-1-1,1 0,0 0,1 0,-1 0,1-1,0 0,0 0,0-1,0 0,3 1,-4-4,1-1,0 0,-1 0,1-1,-1 1,1-1,-1 0,0-1,1 1,-1-1,-1 0,1 0,0-1,-1 1,0-1,1 0,-2 0,1-1,0 1,-1-1,0 0,0 0,0 0,-1 0,1 0,-1-1,-1 1,1-1,0-1,3-12,0 1,0-1,-2 0,-1-1,0 1,-1 0,-1-1,-3-18,3 37,-1 0,1 0,-1-1,1 1,0 0,0 0,-1 0,1 0,0 0,0 0,0 0,0 0,0-1,1 1,-1 0,0 0,0 0,1 0,-1 0,1 0,-1 0,1 0,-1 0,1 0,-1 0,1 0,0 0,0 1,-1-1,1 0,0 0,0 1,0-1,0 1,0-1,0 0,0 1,0 0,0-1,0 1,0 0,0-1,0 1,1 0,-1 0,0 0,0 0,0 0,0 0,0 0,0 1,0-1,1 0,214 15,-92 5,-119-18,0 0,0 0,0 1,-1-1,1 1,-1 0,1 0,-1 1,0-1,-1 1,1 0,0 0,-1 0,0 0,0 1,0-1,-1 1,1 0,-1 0,-1 0,1 0,0 2,0 7,0 0,-1 1,-1-1,0 1,-1-1,-1 1,0-1,-3 9,-3 28,7-48,1-1,-1 1,1-1,-1 1,1-1,0 1,0-1,0 1,0-1,1 1,-1-1,1 1,-1-1,1 1,0-1,0 0,0 1,0-1,0 0,1 0,-1 0,1 0,-1 0,1 0,0 0,0 0,0-1,0 1,0-1,0 1,0-1,1 0,-1 0,0 0,1 0,1 0,10 0,1-2,0 1,-1-2,1 0,-1-1,1 0,-1-1,0-1,-1 0,5-3,-6 4,36-15</inkml:trace>
  <inkml:trace contextRef="#ctx0" brushRef="#br0" timeOffset="11554.454">4599 2491,'-22'4,"0"0,0 1,1 1,0 1,0 1,1 1,0 1,0 1,1 0,-7 8,17-13,1 1,1 0,-1 0,1 1,0 0,1 0,0 1,-5 9,9-15,0 1,1-1,-1 1,1 0,0 0,0-1,0 1,0 0,1 0,-1 0,1 0,0 0,0 0,1 0,-1 0,1 0,0 0,0 0,0-1,1 1,-1 0,1-1,0 1,1 2,7 3,-1 0,2-1,-1-1,1 1,0-2,0 1,1-2,0 1,0-2,1 0,-1 0,1-1,-1 0,1-1,0-1,0 0,1-1,19 3,-1-2,1-1,-1-2,0-1,1-1,-2-2,1-1,-1-1,0-2,0-2,-1 0,-1-2,0-1,-1-2,-1 0,0-2,4-5,-20 14,-1-1,0 1,0-2,-1 1,-1-1,0 0,0-2,-6 11,0 1,-1-1,1 0,-1-1,0 1,1 0,-1 0,-1 0,1-1,0 1,-1 0,0-1,0 1,0-1,0 1,0 0,-1-1,1 1,-1 0,0-1,0 1,0 0,-1 0,1 0,-1 0,1 0,-1 0,0 0,0 0,-1 1,1-1,-2 0,2 0,-1 1,0 0,0 0,0 1,-1-1,1 0,0 1,-1 0,1 0,0 0,-1 0,1 1,-1-1,0 1,1 0,-1 0,1 0,-1 0,1 1,-1 0,1-1,-1 1,1 1,-1-1,1 0,0 1,0-1,-2 2,-2 2,0 0,0 0,1 0,0 1,0 0,0 0,1 1,0-1,0 1,0 0,-2 7,3-8,0 1,1-1,0 1,0 0,1 0,0 1,0-1,0 0,1 1,0-1,1 1,0-1,0 1,0-1,1 0,0 1,1-1,0 1,0-1,0 0,1 0,0 0,0-1,1 1,0-1,0 1,0-1,1 0,0-1,0 1,1-1,-1 0,1 0,0-1,0 0,6 3,10 0,2-1,-1 0,1-2,0-1,0-1,0-1,0 0,0-2,0-1,0-2,-1 0,17-5,21-4</inkml:trace>
  <inkml:trace contextRef="#ctx0" brushRef="#br0" timeOffset="12329.221">6684 2452,'0'16,"0"16,3 12,0 8,2 2,0-2,2-5,0-6,-2-7,-2-10</inkml:trace>
  <inkml:trace contextRef="#ctx0" brushRef="#br0" timeOffset="12802.086">6484 2331,'1'-4,"0"1,0-1,0 1,0-1,1 1,0 0,-1-1,1 1,0 0,1 0,-1 0,0 1,1-1,-1 0,1 1,0 0,0 0,0 0,0 0,1 0,-1 0,3 0,18-10,0 2,1 0,0 2,0 0,1 2,0 1,0 1,1 1,-1 2,1 0,-1 2,1 1,-1 1,0 1,5 2,-18-3,0 0,-1 1,1 0,-1 1,0 1,0-1,0 2,-1 0,0 0,0 1,-1 1,0-1,-1 2,0-1,0 1,-1 1,0-1,-1 2,0-1,-1 1,0-1,1 4,-3 7,0-1,-1 1,0 0,-2 0,-1 0,-1 0,-1 0,0 0,-2 0,-1-1,0 0,-5 11,5-14,5-17,-1 0,0-1,1 1,-1 0,1 0,0-1,-1 1,1 0,0 0,-1 0,1-1,0 1,0 0,0 0,0 0,0 0,0 0,0 0,0-1,0 1,0 0,0 0,0 0,1 0,-1 0,0-1,1 1,-1 0,0 0,1-1,-1 1,1 0,0 0,-1-1,1 1,-1-1,1 1,0 0,0-1,-1 0,1 1,0-1,0 1,-1-1,1 0,0 1,0-1,0 0,0 0,0 0,-1 0,1 0,0 0,0 0,0 0,0 0,0 0,0 0,13-6,-1-1,1 0,-1-1,0 0,-1-1,0 0,-1-1,1-1,-2 0,1-1,5-4,0 0,-2-1,0-1,-1 0,-1-1,10-20,-18 30,-7 14,-8 18,8-17,0 1,0 0,1-1,0 1,0 0,1 0,0 0,0 0,1 1,0-1,0 0,0 0,1 0,0 0,0 0,1 0,0 0,1 0,-1-1,1 1,0-1,1 1,-1-1,1 0,1-1,-1 1,1-1,4 4,11 2,1-1,0-1,0-1,1 0,0-2,0-1,1-1,-1 0,1-2,0-1,0 0,17-3,-38 2,105 0,-10-2</inkml:trace>
  <inkml:trace contextRef="#ctx0" brushRef="#br0" timeOffset="16309.054">9519 2291,'-2'16,"-1"17,0 13,1 12,0 6,1 1,0 0,-1-3,-4-8,-2-7,-5-13,-2-11,2-11</inkml:trace>
  <inkml:trace contextRef="#ctx0" brushRef="#br0" timeOffset="16598.432">9345 2278,'-71'-179,"70"177,0 1,0 0,0-1,0 1,1 0,-1-1,1 1,-1-1,1 1,-1-1,1 1,0-1,0 0,0 1,0-1,0 1,0-1,0 0,1 1,-1-1,0 1,1-1,-1 1,1-1,0 1,-1 0,1-1,0 1,0 0,0-1,0 1,0 0,0 0,0 0,1 0,-1 0,0 0,0 0,1 0,-1 1,1-1,-1 0,1 1,-1-1,1 1,-1 0,1-1,0 1,17 0,0 0,0 1,0 1,0 1,0 0,13 6,6-1,53 11,-2 4,49 20,-130-40,0 0,-1 0,1 0,-1 1,1 0,-1 1,-1 0,1 0,3 3,-9-6,-1 0,1 0,-1 0,1 0,-1 0,0 0,0 0,0 0,0 0,0 1,0-1,-1 0,1 0,-1 0,1 0,-1 0,0-1,0 1,0 0,0 0,0 0,0-1,0 1,-1 0,1-1,0 0,-1 1,1-1,-1 0,0 1,0-1,1 0,-1 0,0 0,0-1,0 1,0 0,0-1,0 1,-2-1,-33 18,-2-1,0-3,-32 8,-19 7,34 0,47-18</inkml:trace>
  <inkml:trace contextRef="#ctx0" brushRef="#br0" timeOffset="17289.877">10187 2706,'1'-6,"-1"-1,1 1,-1 0,0 0,-1 0,1 0,-1 0,-1 0,1 0,-1 0,0 0,0 1,0-1,-1 1,0-1,0 1,-1 0,1 0,-1 0,0 1,0-1,-1 1,1 0,-1 0,0 1,0-1,0 1,-5-2,-1 1,0 0,-1 1,0 0,1 1,-1 1,0-1,0 2,0 0,0 0,0 1,0 0,0 1,0 1,1 0,-1 0,1 1,0 0,0 1,0 1,1 0,-1 0,2 1,-1 0,1 1,0 0,0 0,1 1,0 0,0 2,5-8,1 0,0 1,0-1,0 1,0 0,1 0,0 0,-1 0,1 0,1 0,-1 0,1 0,-1 0,1 0,0 0,1 0,-1 0,1 0,0 0,0 0,0 0,0 0,1 0,-1 0,1-1,0 1,0-1,0 1,1-1,-1 0,1 0,0 0,0 0,1 0,4 3,0-2,1 1,-1-1,1 0,0-1,0 0,1-1,-1 1,0-2,1 1,-1-2,1 1,0-1,-1 0,1-1,-1 0,1-1,-1 0,0 0,1-1,-1-1,0 1,-1-1,1-1,-1 1,0-1,0-1,0 0,-1 0,0 0,0-1,4-5,20-60,-15 122,-11-35,-1 0,2 0,0-1,1 0,0 0,1-1,1 0,6 7,-12-16,1 1,0-1,0 0,0 0,1-1,-1 0,1 1,0-2,0 1,0 0,0-1,0 0,1 0,-1-1,0 1,1-1,0 0,-1-1,1 1,0-1,-1 0,1-1,0 1,-1-1,2-1,7-3,-1-2,-1 1,1-2,-1 0,0 0,-1-1,0 0,-1-1,0-1,0 1,-1-2,0 1,-1-1,0 0,0-3,37-60,-34 53,2 0,0 1,2 1,0 0,1 1,5-4,-19 21,0 0,0-1,0 1,1 1,-1-1,1 0,-1 0,1 1,-1 0,1-1,0 1,0 0,-1 0,1 0,0 1,0-1,0 1,0 0,0 0,0 0,0 0,0 0,0 0,0 1,0 0,0-1,0 1,-1 0,1 0,0 1,0-1,-1 1,1-1,-1 1,2 1,9 10,-2 1,1 0,-2 1,0 0,-1 0,0 1,-1 1,-1-1,-1 1,0 0,1 10,-4-20,0 0,-1 0,0 0,-1 0,1 1,-1-1,-1 0,1 1,-1-1,0 0,-1 1,0-1,0 0,-1 0,0 1,0-1,0-1,-1 1,0 0,-1 0,1-1,-1 0,-1 0,1 0,-1 0,0-1,0 0,0 0,-1 0,0 0,0-1,0 0,-2 0,-1-1,1 0,-1-1,1 0,-1 0,0 0,0-1,0-1,0 0,-7 0,12 0,1 0,-1-1,0 1,0-1,1 0,-1 0,0 0,1 0,-1-1,1 1,0-1,-1 0,1 0,0 0,0-1,0 1,0-1,1 1,-1-1,1 0,0 0,-1 0,1 0,1-1,-1 1,0-2,-2-8</inkml:trace>
  <inkml:trace contextRef="#ctx0" brushRef="#br0" timeOffset="17949.561">11778 2772,'37'-44,"-3"-2,-2-1,-2-2,-2-1,-3-1,-1-1,5-23,-7 16,-12 54,-5 22,-4-14,56 205,16 78,-71-283,-1 0,1 1,-1 0,0-1,-1 1,1 0,-1-1,1 1,-1 0,0 0,0-1,-1 1,1 0,-1 0,0-1,0 1,0-1,0 1,-1-1,1 1,-1-1,0 0,0 0,0 0,-1 0,1 0,-1 0,1 0,-1-1,0 0,0 1,0-1,-2 1,-4-2,0 0,0-1,0 0,1 0,-1-1,0-1,0 1,1-1,-1 0,1-1,0 0,0-1,0 1,0-2,0 1,1-1,0 0,0 0,-1-2,2 3,6 4,1 0,-1 0,0 0,0-1,1 1,-1 0,0 0,0-1,0 1,1 0,-1 0,0-1,0 1,0 0,0-1,0 1,0 0,1 0,-1-1,0 1,0 0,0-1,0 1,0 0,0-1,0 1,0 0,0-1,0 1,-1 0,1 0,0-1,0 1,0 0,0-1,0 1,-1 0,1 0,0-1,0 1,0 0,-1 0,1 0,0-1,0 1,-1 0,1 0,0 0,0 0,-1-1,1 1,0 0,-1 0,1 0,0 0,0 0,-1 0,1 0,0 0,-1 0,1 0,0 0,-1 0,1 0,0 0,-1 0,1 0,0 0,27 1,-20 0,417 11,-371-12</inkml:trace>
  <inkml:trace contextRef="#ctx0" brushRef="#br0" timeOffset="18213.609">12955 2906,'-3'0,"-4"-3,-2 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27:13.9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28298 674,'0'16,"0"13,0 4,2 5,1-2,0-5,-1-8</inkml:trace>
  <inkml:trace contextRef="#ctx0" brushRef="#br0" timeOffset="457.464">28204 395,'22'-4,"1"1,0 1,0 2,0 0,-1 1,1 2,22 4,-36-5,0 0,0 0,-1 1,1 1,0-1,-1 1,0 1,0-1,-1 1,1 1,-1-1,0 1,0 1,-1-1,0 1,0 0,-1 1,1-1,-2 1,5 8,-3 4,0 0,-2 0,0 1,-2-1,0 1,-1 0,-1 0,-1-1,-2 11,1 29,1-59,1 1,0 0,0-1,-1 1,1-1,0 1,0 0,0-1,1 1,-1 0,0-1,1 1,-1-1,1 1,-1-1,1 1,0-1,-1 1,1-1,0 1,0-1,0 0,0 0,1 0,-1 1,0-1,0 0,1 0,-1 0,0-1,1 1,-1 0,1-1,-1 1,1 0,-1-1,1 0,0 1,-1-1,1 0,-1 0,1 0,1 0,5-2,-1-1,1 0,-1-1,1 0,-1 0,0 0,0-1,-1 0,0 0,1-1,-2 0,1 0,-1 0,0-1,0 0,-1 1,1-2,-2 1,2-3,1-2,0 0,-1 0,-1-1,0 1,0-1,-1 0,-1 0,0 0,-1 0,-1-6,0 20,0-1,0 0,0 0,-1 0,1 0,0 0,0 0,-1 0,1 0,0 0,0 0,0 0,-1 0,1 0,0 0,0 0,-1 0,1 0,0 0,0 0,0 0,-1 0,1-1,0 1,0 0,0 0,-1 0,1 0,0 0,0-1,0 1,0 0,-1 0,1 0,0 0,0-1,0 1,0 0,0 0,0 0,0-1,0 1,0 0,0 0,-1-1,1 1,0 0,0 0,0-1,1 1,-1 0,0 0,0 0,0-1,0 1,-8 20,8-13,0 1,0 0,0-1,1 1,0 0,0-1,1 1,0-1,1 1,-1-1,1 0,1 0,-1 0,1 0,0-1,1 1,0-1,0 0,0-1,0 1,1-1,0 0,0-1,1 1,-1-1,1 0,0-1,0 0,0 0,1 0,4 0,33 13</inkml:trace>
  <inkml:trace contextRef="#ctx0" brushRef="#br0" timeOffset="892.475">29367 541,'-7'-1,"0"0,0 0,0 0,0 1,0 0,0 1,0-1,0 1,0 1,0-1,0 1,0 1,1-1,-1 1,1 0,0 1,0-1,0 1,0 0,0 1,1-1,0 1,0 0,0 1,1-1,0 1,0 0,-3 5,5-8,0 1,-1 0,1 1,1-1,-1 0,1 1,-1-1,1 1,0-1,1 1,-1-1,1 1,0-1,0 1,0 0,1-1,0 1,0-1,0 1,0-1,1 1,-1-1,1 0,0 0,1 0,-1 0,1 0,0 0,-1-1,2 1,-1-1,0 0,1 0,-1 0,1 0,3 1,8 3,1-1,0 0,0-1,1-1,0 0,-1-1,1-1,0-1,0 0,0-1,0-1,0-1,0 0,6-3,-14 4,0 0,0-1,0-1,0 1,-1-2,1 1,-1-1,0 0,0-1,0 0,-1 0,0 0,1-1,-2 0,1-1,-1 1,0-1,-1-1,1 1,-1-1,-1 0,0 0,0 0,0-1,-1 1,0-1,-1 0,0 0,0 0,-1 0,0 0,-1-7,0 15,0-1,0 1,0 0,0-1,-1 1,1 0,0 0,-1-1,1 1,-1 0,1 0,-1 0,1 0,-1 0,0 0,0 0,1 0,-1 0,0 0,0 0,0 0,0 0,0 1,0-1,-1 0,1 1,0-1,0 1,0-1,-1 1,1 0,0-1,0 1,-1 0,1 0,0 0,0 0,-1 0,1 0,0 0,-1 0,1 1,0-1,0 1,-1-1,1 0,0 1,0 0,0-1,0 1,0 0,0 0,0-1,-1 2,-3 1,1 1,-1 0,1 0,-1 0,1 0,0 1,0 0,1 0,0 0,0 0,0 0,0 1,1-1,0 1,0 0,0 0,1 0,0 0,0 0,0 0,1 0,0 0,0 0,1 0,0 0,0 0,0 0,0-1,1 1,0 0,0 0,1-1,0 0,0 1,0-1,0 0,1 0,0-1,1 2,7 2,1 0,-1-1,1 0,0-1,1-1,0 0,-1 0,1-2,1 0,-1 0,0-2,1 1,-1-2,8 0,31-2</inkml:trace>
  <inkml:trace contextRef="#ctx0" brushRef="#br0" timeOffset="1984.753">30062 501,'-12'11,"0"1,1 0,0 1,1 0,1 1,0 0,0 0,2 1,0 0,1 1,0 0,1-1,1 2,0-1,2 0,-1 1,2 3,-4 49,2 0,4 0,3 1,3-2,3 1,16 56,-18-82,4 51,-12-94,0 0,0-1,0 1,0 0,0-1,0 1,0 0,0 0,0-1,0 1,0 0,0 0,0-1,-1 1,1 0,0 0,0 0,0-1,0 1,-1 0,1 0,0 0,0 0,-1-1,1 1,0 0,0 0,-1 0,1 0,0 0,0 0,-1 0,1 0,0 0,0-1,-1 1,1 0,0 0,0 1,-1-1,1 0,0 0,-1 0,1 0,0 0,0 0,-1 0,1 0,0 0,0 1,0-1,-1 0,1 0,0 0,0 0,0 1,-1-1,1 0,0 0,0 0,0 1,0-1,0 0,-1 0,-4-14,0-1,1 0,1-1,0 1,1-1,0 1,1-1,2-9,-2 2,-1-95,6 1,4-1,10-26,-16 126,-1 3,1 1,0-1,1 1,1-1,0 1,1 0,0 0,2 1,-1-1,5-5,-10 18,0-1,0 1,-1 0,1 0,0 0,0 0,0 0,0 0,1 0,-1 1,0-1,0 0,0 1,1-1,-1 1,0-1,1 1,-1-1,0 1,1 0,-1 0,1 0,-1 0,0 0,1 0,-1 0,1 0,-1 0,0 1,1-1,-1 0,0 1,1 0,-1-1,0 1,0 0,1-1,-1 1,0 0,0 0,0 0,0 0,34 51,-30-42,0 1,-1 0,0 0,-1 1,-1-1,1 1,-2 0,0-1,0 1,-1 0,0 0,-1-1,0 1,-1 0,-2 4,4-14,-1 1,0 0,0-1,-1 1,1 0,0-1,-1 0,0 1,1-1,-1 0,0 0,0 0,0 0,-1 0,1 0,0-1,-1 1,1-1,-1 1,1-1,-1 0,0 0,1 0,-1-1,0 1,0 0,0-1,1 0,-1 0,0 0,0 0,0 0,0-1,1 1,-1-1,0 0,0 1,1-1,-1-1,0 1,1 0,-1-1,1 1,-2-2,3 0,-1-1,1 0,0 0,0 1,0-1,1 0,0 0,-1 0,1 0,0 0,1 0,-1 0,1 0,0 1,0-1,0 0,0 0,1 1,-1-1,1 1,0-1,0 1,0 0,1 0,-1-1,1 2,0-1,0 0,12-16,1 2,1 0,0 1,2 0,0 2,0 0,1 1,1 1,0 1,1 1,0 0,-21 9,1 0,-1 1,0-1,1 0,-1 0,0 1,1-1,-1 1,1-1,-1 1,1 0,-1 0,1 0,0-1,-1 1,1 1,-1-1,1 0,-1 0,1 1,-1-1,1 0,-1 1,1 0,-1-1,0 1,1 0,-1 0,0-1,1 1,-1 0,0 0,0 1,0-1,0 0,0 0,0 0,0 1,0-1,-1 0,1 1,-1-1,1 1,-1-1,1 1,-1 1,0 51,2 23,-2-75,1 1,0-1,0 1,0-1,0 1,0-1,1 0,-1 1,1-1,-1 0,1 0,0 0,0 0,0-1,0 1,0 0,0-1,0 1,1-1,-1 0,0 0,1 0,-1 0,1 0,0 0,0-1,2 1,0 0,0-1,0 0,1 0,-1 0,0 0,0-1,1 0,-1 0,0-1,0 1,0-1,-1 0,1 0,0-1,-1 1,1-1,-1 0,0-1,0 1,0-1,1 0,69-94,-38 23,-38 123,2-42,0 117,0-119,1-1,-1 1,1 0,0-1,1 1,-1-1,1 1,-1-1,1 0,0 1,0-1,0 0,1 0,-1-1,1 1,0 0,-1-1,1 1,0-1,0 0,1 0,-1 0,0-1,1 1,-1-1,1 0,0 0,-1 0,1 0,3 0,-2-1,0 0,0-1,-1 1,1-1,0 0,-1 0,1-1,0 1,-1-1,0 0,1 0,-1-1,0 1,0-1,0 0,-1 0,1 0,-1 0,1-1,-1 0,0 1,-1-1,1 0,1-3,49-107,-18 1,-5-1,-5-2,4-66,-18 61,-11 122,0-1,-1 1,1-1,-1 0,1 1,-1-1,1 0,-1 0,1 1,-1-1,1 0,-1 0,0 0,1 0,-1 0,1 0,-1 0,1 0,-1 0,0 0,1 0,-1 0,1 0,-1 0,1 0,-1-1,1 1,-1 0,1 0,-1-1,1 1,-1 0,1-1,-1 1,1 0,-1-1,1 1,0-1,-1 1,1-1,0 1,-1 0,1-1,0 0,0 1,-1-1,1 1,0-1,0 1,0-1,0 1,0-1,0 0,0 1,0-1,0 1,0-1,0 1,0-1,0 0,1 1,-1-1,0 1,0-1,0 1,1-1,-1 1,1-1,-46 86,33-49,1 0,1 1,3 0,1 0,1 1,3 0,0 0,3 0,1-1,2 1,1 0,3-1,0 0,3-1,1 0,1 0,2-2,16 28,28 18,-36-58</inkml:trace>
  <inkml:trace contextRef="#ctx0" brushRef="#br0" timeOffset="2261.205">30811 301,'13'-5,"19"1,19 4,20 3,18 4,9 1,-11-1</inkml:trace>
  <inkml:trace contextRef="#ctx0" brushRef="#br0" timeOffset="6621.717">28565 1464,'-37'2,"1"2,-1 2,1 2,0 1,1 1,0 2,1 2,-31 16,61-28,-5 1,1 0,-1 1,1 0,0 1,1 0,-1 0,1 0,0 1,0 0,0 0,1 1,0 0,1 0,-5 7,10-12,-1-1,1 1,0 0,-1 0,1 0,0 0,0-1,0 1,1 0,-1 0,0 0,1 0,-1-1,1 1,0 0,-1-1,1 1,0 0,0-1,0 1,0-1,0 1,1-1,-1 1,0-1,1 0,-1 0,1 0,-1 0,1 0,-1 0,1 0,1 0,61 25,-61-25,136 32,-103-27,0 2,0 1,-1 2,-1 1,0 2,12 8,-42-21,0 0,0 1,0 0,-1 0,1 0,-1 0,0 0,1 1,-1 0,0-1,0 1,-1 0,1 0,-1 1,1-1,-1 0,0 1,0 0,0-1,-1 1,0 0,1 0,-1 0,0 0,-1 0,1 0,-1 0,0 0,0 0,0 0,0 0,-1 0,0 0,0 2,-5 1,0-1,-1 0,1 0,-1-1,0 0,-1 0,1-1,-1 1,0-2,0 1,0-1,0 0,-1-1,1 0,-1 0,-27 7,1-2,-2-1,1-2,-1-1,1-2,-1-2,-9-1,-9-13,54 15,1-1,0 1,-1-1,1 0,0 1,0-1,0 1,0-1,-1 0,1 1,0-1,0 0,0 1,0-1,1 0,-1 1,0-1,0 0,0 1,0-1,1 1,-1-1,0 1,1-1,-1 0,0 1,1-1,-1 1,1-1,-1 1,0-1,1 1,0 0,-1-1,1 1,-1 0,1-1,-1 1,1 0,0 0,-1-1,1 1,-1 0,1 0,0 0,-1 0,21-11</inkml:trace>
  <inkml:trace contextRef="#ctx0" brushRef="#br0" timeOffset="7132.392">29167 1678,'-9'-5,"-1"0,1 0,-1 1,0 0,0 1,0 0,0 1,-1 0,1 0,-1 1,1 0,-1 1,1 1,-1-1,1 2,-1-1,1 2,0-1,0 1,0 1,0 0,0 0,1 1,0 0,0 0,0 1,0 1,1-1,0 1,1 1,-5 5,3-3,0 1,0 0,2 0,-1 1,2 0,-1 0,2 1,-1 0,2 0,0 0,0 0,1 1,1-1,0 1,1 0,1-1,0 1,1 0,1 10,0-19,0 0,-1 0,2-1,-1 1,0-1,1 1,0-1,0 0,0 0,0 0,1-1,0 1,0-1,0 0,0 0,0 0,0 0,1-1,-1 0,1 0,0 0,0 0,0-1,0 0,0 0,1 0,6 1,0-1,0-1,0 0,1-1,-1 0,0-1,-1 0,1 0,0-2,7-2,-2-3,0 0,-1-1,0-1,0 0,-1-1,-1-1,0 0,-1-1,0-1,-1 0,-1 0,0-1,-1 0,-1-1,-1-1,0 1,-1-1,-1 0,-1-1,0 1,-2-1,0 0,-1 0,0 0,-2-1,-1 1,0 0,-1 0,-1 0,-1 0,0 1,-2-1,-1-1,6 15,0-1,-1 1,0 0,0 1,0-1,-1 0,0 0,0 1,0 0,0-1,0 1,-1 0,0 1,0-1,0 1,0 0,-1 0,1 0,-1 0,1 1,-1-1,0 1,0 1,0-1,-1 1,1 0,0 0,0 0,-1 1,1 0,0 0,-1 0,1 0,0 1,0 0,-2 1,0 1,1 0,0 1,0 0,1 1,-1-1,1 1,0 0,0 0,0 0,1 1,0 0,0 0,0 0,1 0,0 1,0-1,0 1,1 0,0 1,-2 7,1-1,0 1,1 0,1 0,0 0,1 0,1-1,2 14,6 5,2-1,1 0,1 0,2-1,1-1,1-1,2 0,1-1,1-1,1-1,24 21,-7-3,2-2,43 34,-81-73,-1-1,1 0,0 1,0-1,-1 0,1 0,1-1,-1 1,0-1,0 1,1-1,-1 0,0 0,1-1,-1 1,1-1,-1 1,1-1,0 0,1-1,11-5</inkml:trace>
  <inkml:trace contextRef="#ctx0" brushRef="#br0" timeOffset="7484.673">29714 1824,'-10'22,"1"0,1 1,1 0,1 0,1 0,0 11,4-25,1-1,-1 1,2 0,-1 0,1 0,1-1,-1 1,1 0,1-1,0 0,0 1,1-1,0 0,0-1,0 1,1-1,1 0,4 5,-4-6,1 0,0 0,0-1,1 0,0 0,-1-1,2 0,-1-1,0 0,1 0,-1 0,1-1,0-1,0 1,0-1,0-1,0 0,0 0,0-1,0 0,0 0,-1-1,1 0,0-1,-1 0,1 0,-1-1,0 0,0 0,-1-1,1 0,-1 0,0-1,0 0,5-6,-1-2,0 1,0-1,-1-1,-1 0,-1 0,0-1,-1 0,0-1,-2 1,0-1,0 0,-2-1,0 1,-1 0,-1-1,-1 0,0 1,-2-8,2 20,1 1,-1-1,-1 1,1-1,-1 1,0-1,0 1,0 0,0-1,-1 1,0 0,0 0,0 0,0 0,-1 0,1 0,-1 1,0-1,0 1,0 0,-1 0,1 0,-1 0,0 1,1-1,-1 1,0 0,-1 0,1 1,0-1,0 1,-1 0,1 0,-1 0,1 1,-4-1,-8 5,0 2,1-1,-1 2,1 0,1 1,0 0,0 1,0 0,1 2,1-1,0 2,0-1,1 2,0-1,-7 13,-33 41,7-4</inkml:trace>
  <inkml:trace contextRef="#ctx0" brushRef="#br0" timeOffset="25259.553">28952 4552,'-23'-3,"-1"0,-1 2,1 1,0 1,-17 3,31-3,1 1,0 0,0 0,1 1,-1 0,0 1,1 0,0 0,0 0,0 1,0 1,1-1,0 1,0 1,1-1,-2 3,6-7,0-1,1 1,-1-1,1 1,0 0,-1 0,1 0,0 0,0 0,0 0,1 0,-1 0,0 0,1 1,-1-1,1 0,0 0,0 1,0-1,0 0,0 0,0 1,0-1,1 0,-1 0,1 0,0 1,0-1,-1 0,1 0,1 0,-1 0,0-1,0 1,1 0,0 1,6 1,-1-1,0 0,1 0,-1-1,1 0,0 0,0-1,0 0,0-1,0 1,0-1,0-1,0 1,0-2,0 1,-1-1,1 0,0 0,-1-1,1 0,4-4,6-1,-1-1,0-1,0-1,-1-1,-1 0,0 0,-1-2,0 0,-1 0,0-2,-2 1,1-1,-2-1,0 0,-2-1,1 0,-2 0,-1 0,0-1,-1 0,-1 0,1-10,-2 8,0 0,-1-1,-1 1,-1 0,-1-1,-2-3,4 24,-1-1,0 1,0-1,0 1,0-1,0 1,0-1,-1 1,1-1,0 1,-1-1,1 1,-1-1,0 1,1 0,-1-1,0 1,0 0,0 0,0 0,0-1,0 1,0 0,0 0,0 0,0 1,-1-1,1 0,0 0,-1 1,1-1,0 1,-1-1,1 1,-1-1,1 1,-1 0,1 0,-1 0,1 0,-1 0,1 0,-1 0,1 0,-1 1,1-1,-1 1,-6 5,0 0,0 1,1 0,-1 0,2 1,-1 0,1 0,0 1,1 0,0 0,0 0,0 4,-6 7,1 0,1 1,1 0,1 0,1 1,0 0,2 0,1 1,1-1,0 1,2-1,1 1,0-1,2 2,-1-17,0 1,1 0,0 0,0-1,1 0,0 1,0-1,1-1,0 1,0-1,0 0,1 0,0 0,0-1,1 0,-1 0,1 0,0-1,0 0,1-1,-1 0,1 0,-1 0,1-1,0 0,0 0,0-1,0 0,1-1,-1 0,0 0,0 0,0-1,0-1,0 1,3-2,3-1,0 0,-1 0,1-2,-1 1,0-2,-1 0,1 0,-1-1,-1-1,0 0,0 0,0-1,-2-1,1 0,-1 0,-1-1,0 0,0 0,-1 0,-1-1,0-1,-1 1,-1-1,1-1,-4 14,-1-1,1 0,0 1,-1-1,1 0,-1 0,0 1,0-1,1 0,-1 0,0 1,-1-1,1 0,0 0,0 0,-1 1,1-1,-1 0,1 1,-1-1,0 0,0 1,0-1,0 1,0-1,0 1,0 0,0-1,-1 1,1 0,0 0,-1 0,1 0,-1 0,1 0,-1 0,1 0,-1 1,0-1,0 1,1-1,-1 1,0 0,0-1,1 1,-1 0,0 0,0 0,1 0,-1 1,0-1,0 0,-1 1,-4 3,0 0,0 1,0 0,1 0,0 0,0 1,0 0,0 0,1 0,0 1,1-1,-1 1,1 1,0-1,1 0,0 1,0 0,1 0,0 0,0 0,1 0,0 0,0 0,1 0,0 0,0 1,1-1,0 0,1 1,0-3,1 0,0 0,0 0,0-1,1 1,0-1,0 0,0 0,0-1,1 1,0-1,0 0,0 0,1 0,-1-1,1 0,0 0,0 0,5 1,7 2,1 0,-1-2,1 0,0-1,0 0,2-2,35 1</inkml:trace>
  <inkml:trace contextRef="#ctx0" brushRef="#br0" timeOffset="26090.042">29742 4418,'-14'32,"2"0,2 1,1 1,1 0,0 9,6-30,-22 154,8 0,7 1,12 161,-2-321,1-19,-1 5,24-258,-12-2,-12-55,4 222,-5 98,0 0,0 1,0-1,0 0,0 0,0 0,0 1,0-1,1 0,-1 1,0-1,1 0,-1 0,0 1,1-1,-1 0,1 1,-1-1,1 1,-1-1,1 1,-1-1,1 1,0-1,-1 1,1-1,-1 1,1 0,0-1,0 1,-1 0,1 0,0 0,0-1,-1 1,1 0,0 0,0 0,-1 0,1 0,0 0,0 0,-1 1,1-1,0 0,0 0,-1 1,1-1,0 0,-1 1,1-1,0 1,0-1,35 33,-30-27,12 12,-1 1,-1 1,0 0,-1 1,-2 1,7 13,-19-34,0 1,0-1,0 1,-1-1,1 0,0 1,-1-1,1 1,-1 0,1-1,-1 1,0-1,0 1,0 0,0-1,0 1,0 0,0-1,-1 1,1-1,0 1,-1-1,1 1,-1 0,0-1,1 0,-1 1,0-1,0 1,0-1,0 0,0 0,0 0,-1 1,1-1,0 0,0-1,-1 1,1 0,-1 0,1 0,-1-1,1 1,-1-1,-1 1,-1 1,0-1,0 0,0 1,-1-2,1 1,0 0,-1-1,1 0,-1 0,1 0,-1 0,1-1,0 0,-1 0,1 0,0 0,0-1,0 0,0 1,0-2,0 1,0 0,1-1,-3-1,6 0,0 0,0 0,0 0,1 0,0 0,-1 0,1 0,1 0,-1 0,0 0,1 0,0 1,0-1,0 0,0 1,1 0,-1 0,1 0,0 0,0 0,0 0,0 0,0 1,1 0,-1 0,1 0,-2 0,26-22,0 2,2 2,0 0,1 2,1 1,29-10,-61 27,0 0,0 1,0-1,0 0,-1 1,1-1,0 0,0 1,0-1,0 0,0 1,0-1,0 1,0-1,1 0,-1 1,0-1,0 0,0 1,0-1,0 0,0 1,1-1,-1 0,0 0,0 1,1-1,-1 0,0 1,0-1,1 0,-1 0,0 0,0 1,1-1,-1 0,0 0,1 0,-1 0,0 0,1 0,-1 1,1-1,-1 0,0 0,1 0,-1 0,0 0,1 0,-1-1,0 1,1 0,-1 0,0 0,1 0,-1 0,0 0,1-1,-1 1,0 0,1 0,-1 0,0-1,0 1,1 0,-1 0,0-1,0 1,1 0,-1-1,-16 29,12-22,-2 5,0 0,1 1,0-1,0 1,1 0,1 0,0 0,0 7,2-15,1-1,0 1,-1 0,2-1,-1 1,0-1,1 1,-1 0,1-1,0 1,0-1,1 1,-1-1,1 0,-1 0,1 0,0 1,0-2,1 1,-1 0,1 0,-1-1,1 1,0-1,0 0,0 0,0 0,0 0,0-1,0 1,1-1,3 2,-1-1,1 0,0-1,0 0,0 0,-1 0,1-1,0 0,0 0,0-1,0 0,0 0,-1 0,1-1,0 0,-1 0,1-1,-1 0,0 0,0-1,0 1,-1-1,1 0,-1-1,0 0,0 1,0-2,-1 1,1 0,-1-1,-1 0,1 0,-1 0,0 0,-1-1,1 1,0-5,12-72,-15 83,0 0,0 1,0-1,0 0,0 0,0 0,-1 0,1 0,0 0,0 0,0 0,0 0,0 1,0-1,-1 0,1 0,0 0,0 0,0 0,0 0,-1 0,1 0,0 0,0 0,0 0,0 0,-1 0,1 0,0 0,0 0,0 0,0 0,0-1,-1 1,1 0,-6 20,3-11,0 0,0 0,1 0,0 0,1 1,0-1,1 1,0-1,0 1,1-1,0 0,0 1,1-1,1 0,0 0,0 0,0 0,1-1,0 1,1-1,0 0,3 4,9 0</inkml:trace>
  <inkml:trace contextRef="#ctx0" brushRef="#br0" timeOffset="26506.011">30463 4458,'-8'16,"0"1,1 0,1 0,1 0,0 1,1-1,1 1,1 0,0 1,2-1,0 0,1 4,15 29,-15-50,0 0,-1 0,1 0,0 0,-1 0,1 0,0 0,0 0,0-1,0 1,0 0,0-1,0 1,0 0,0-1,0 1,0-1,0 0,0 1,1-1,-1 0,0 0,0 0,0 0,1 0,-1 0,0 0,0 0,0 0,0 0,1-1,-1 1,0 0,0-1,0 1,0-1,0 0,0 1,0-1,0 0,0 1,0-1,0 0,10-11,-1 0,0 0,-1-1,-1-1,0 1,0-1,-2-1,0 1,0-1,-1 0,-1 0,1-9,6-24,-10 96,-5-7,0-18,2 0,0-1,2 1,0 0,2 0,3 17,-5-37,0-1,1 0,-1-1,1 1,0 0,0 0,-1 0,1 0,0 0,1-1,-1 1,0 0,0-1,1 1,-1-1,1 0,-1 1,1-1,0 0,-1 0,1 0,0 0,0 0,0 0,-1 0,1-1,0 1,1-1,14 1</inkml:trace>
  <inkml:trace contextRef="#ctx0" brushRef="#br0" timeOffset="26814.95">30757 4632,'125'-21,"-120"20,1 1,-1-1,0 0,1-1,-1 1,0-1,0 0,0 0,0-1,-1 1,1-1,-1 0,1-1,-1 1,0-1,0 1,0-1,-1-1,1 1,-1 0,0-1,-1 1,1-1,-1 0,0 0,0 0,0 0,0-1,-1 1,0 0,0-1,-1-3,0 7,0-1,-1 0,0 1,1-1,-1 1,0-1,0 1,0-1,-1 1,1 0,0 0,-1-1,0 1,1 0,-1 0,0 1,0-1,0 0,0 1,-1-1,1 1,0-1,-1 1,1 0,0 0,-1 0,0 0,1 1,-1-1,1 1,-1 0,0-1,1 1,-1 0,0 1,1-1,-1 0,0 1,1-1,-1 1,1 0,-1 0,1 0,-1 0,1 0,0 1,0-1,-1 1,1-1,0 1,0 1,-7 5,1 0,0 0,0 1,1 1,0-1,1 1,0 0,1 1,0-1,0 1,1 0,1 0,0 0,0 1,1-1,0 1,1 0,1 3,0-9,0 1,1-1,0 0,1 0,-1 0,1 0,0 0,1 0,-1-1,1 1,0-1,1 0,-1 0,1 0,0 0,0 0,1-1,-1 0,1 0,0 0,0 0,0-1,1 0,-1 0,1 0,0-1,0 0,0 0,0 0,0-1,1 0,9 3,1-1,0 0,0-1,0-1,0-1,0-1,0 0,0-1,-1 0,9-4,26-8</inkml:trace>
  <inkml:trace contextRef="#ctx0" brushRef="#br0" timeOffset="42971.282">76 8415,'5'23,"3"21,1 16,-1 15,-3 8,-1 0,-2-3,-3-10,-2-11,-2-17,-1-14</inkml:trace>
  <inkml:trace contextRef="#ctx0" brushRef="#br0" timeOffset="43601.9">50 8255,'183'282,"-153"-238,-1 1,-3 1,-2 1,-2 1,-2 1,10 40,-28-81,1-1,-1 1,-1 0,1-1,-1 1,-1 0,0 0,0 0,0 0,-1 0,0 0,0 0,-1-1,0 1,-1-1,0 1,0-1,0 0,-1 0,0 0,0 0,-1-1,0 0,0 0,0 0,-1 0,0-1,-1 1,-6 0,1-1,-1-1,0 0,0-1,0 0,0-1,-1 0,1-1,-1-1,1 0,0-1,-1 0,1-1,0-1,0 0,0-1,0 0,0-1,1 0,0-1,0 0,0-1,-9-8,18 14,1 0,0 0,0 0,0 0,0-1,0 1,0-1,1 1,-1-1,0 1,1-1,-1 0,1 0,0 0,-1 0,1 0,0 0,0 0,0 0,1 0,-1-1,0 1,1 0,-1-1,1 1,0 0,0-1,0 1,0 0,0-1,1 1,-1-1,5 0,1-1,-1 1,1 0,-1 0,1 0,0 1,0 0,0 0,0 1,0-1,1 1,0 1,9-3,141-30,2 2,-2-7,87-36,-172 40,-72 34,1-1,-1 1,1 0,0 0,-1-1,1 1,0 0,-1-1,1 1,-1-1,1 1,-1-1,1 1,-1-1,0 1,1-1,-1 0,1 1,-1-1,0 1,0-1,1 0,-1 1,0-1,0 0,0 1,0-1,0 0,0 1,0-1,0 0,0 0,0 1,0-1,0 0,0 1,-1-1,1 0,0 1,0-1,-1 1,1-1,0 0,-1 1,1-1,-1 1,1-1,-1 1,-31-18,30 18,-17-7,0 0,-1 2,0 0,-1 1,1 1,0 1,-10 0,27 2,0 1,1-1,-1 0,0 1,1-1,-1 1,0 0,1 0,-1 0,1 0,0 0,-1 0,1 1,0-1,-1 1,1 0,0-1,0 1,1 0,-1 0,0 1,1-1,-1 0,1 0,0 1,-1-1,1 1,0-1,1 1,-1-1,0 1,1 0,-1-1,1 1,0 0,0 0,0 0,0 9,0 0,1-1,0 0,1 1,0-1,1 0,0 1,0-2,2 1,-1 0,1-1,1 0,0 0,0 0,1-1,0 0,1 0,0-1,0 0,0 0,1-1,1 0,-1 0,1-1,0-1,1 0,-1 0,1-1,0 0,0-1,0 0,0-1,1 0,1 0,45 1,-4-5</inkml:trace>
  <inkml:trace contextRef="#ctx0" brushRef="#br0" timeOffset="44229.897">1360 8509,'-9'4,"1"0,0 0,0 0,0 1,1 0,-1 1,1 0,0 0,1 1,0-1,0 1,0 0,1 1,0 0,0 0,1 0,0 0,1 0,-1 1,2 0,-1 0,1 0,1 0,-1 0,5-2,0 0,0-1,1 1,-1-1,1 1,1-1,-1 0,1-1,0 1,0-1,1 0,0 0,0-1,0 0,0 0,0 0,1-1,0 1,0-2,0 1,0-1,0 0,0 0,3-1,24 12,80 51,-110-61,0 1,0-1,0 1,-1-1,1 1,-1 0,0 1,0-1,-1 0,1 1,-1 0,0-1,0 1,0 0,-1 0,0 0,0 0,0 1,0-1,-1 0,0 0,0 0,-1 4,0-5,0 0,0 0,-1 0,1-1,-1 1,0 0,0-1,-1 0,1 1,0-1,-1 0,0 0,0-1,0 1,0 0,0-1,-1 0,1 0,-1 0,2-1,0 0,0 0,0 0,0 0,0 0,0-1,0 1,0-1,0 0,0 1,0-1,0 0,0 0,-1 0,1-1,0 1,0 0,0-1,0 0,0 1,0-1,0 0,0 0,0 0,1 0,-1 0,0 0,0-1,1 1,-1-1,1 1,-1-1,1 0,0 1,0-1,-1 0,-1-7,1 0,0 0,0 0,1 0,0 0,1 0,0 0,0-1,1 1,0 0,0 0,1 0,1 0,-1 1,1-1,1 1,1-3,93-231,-64 166,-2 0,-5-3,3-19,-18 47,-3-1,-2 0,-1-15,-21 572,15-468,1 1,2-1,2 0,1 0,9 28,-12-55,0 0,1 0,0 0,1-1,0 1,0-1,1-1,0 1,0-1,1 0,0 0,1-1,0 0,0 0,0 0,1-2,0 1,0-1,0 0,1-1,0 0,7 2,-5-3,1 0,-1-1,1 0,0-1,0 0,0-1,0-1,-1 0,1 0,9-4,14-5</inkml:trace>
  <inkml:trace contextRef="#ctx0" brushRef="#br0" timeOffset="44496.272">1507 8349,'-13'-3,"-10"0,-3 1,6-1,12 4,22 3,26 1,30 0,29-1,28-1,22-1,-14-2</inkml:trace>
  <inkml:trace contextRef="#ctx0" brushRef="#br0" timeOffset="45772.022">2898 8629,'-3'12,"3"1,0-4,0-6,1-5,0-5,-3-4,-3 1,-3 6,-3 8,1 11,3 2</inkml:trace>
  <inkml:trace contextRef="#ctx0" brushRef="#br0" timeOffset="46021.556">2937 9057,'7'-7,"2"-4,0-3,-2-1,-4-1,-6 3,-3 4,-4 2,-2 4,-2 6,3 5,2 6,5 2,10 2,13-3,13-4,0-4</inkml:trace>
  <inkml:trace contextRef="#ctx0" brushRef="#br0" timeOffset="49950.314">11052 8750,'-33'-5,"8"0,1 2,-1 1,0 0,0 2,-4 1,23 0,0 0,0 0,0 0,0 0,1 1,-1 0,0 1,1-1,-1 1,1 0,0 0,0 1,0-1,0 1,1 0,-1 0,1 1,0 0,1-1,-1 1,1 0,0 1,-1 0,3-3,0 1,0-1,0 0,0 1,0-1,1 1,-1-1,1 1,0-1,0 1,0-1,1 1,-1-1,1 1,0-1,0 1,0-1,0 0,1 0,-1 0,1 1,0-1,0-1,0 1,0 0,0 0,1-1,-1 1,1-1,0 0,-1 0,1 0,0 0,1 0,-1-1,0 1,0-1,1 0,-1 0,0 0,1-1,-1 1,1-1,-1 1,2-1,3 0,0 1,1-1,-1-1,0 1,0-1,0-1,1 0,-1 0,-1 0,1-1,0 0,-1-1,1 0,-1 0,0 0,0-1,-1 0,1 0,-1-1,0 0,0-1,4-4,0-1,-1-1,-1 1,0-2,0 1,-2-1,1 0,-2 0,0 0,-1-1,0-3,3-18,-2 0,-2 0,-2-1,-1 1,-1-1,-2 1,-5-17,-13-19,20 71,0 1,0-1,0 0,0 1,0-1,1 1,-1-1,0 1,0-1,0 1,0 0,0-1,-1 1,1 0,0 0,0 0,0 0,0 0,0 0,0 0,0 0,0 0,0 1,0-1,0 0,0 1,0-1,0 1,0-1,0 1,0-1,0 1,0 0,1-1,-1 1,0 0,0 0,1-1,-1 1,1 0,-1 0,0 0,1 0,0 0,-1 0,1 0,0 0,-1 0,1 0,0 0,0 0,0 0,0 0,0 0,0 0,0 0,0 1,0-1,-9 30,0 1,2 0,2 1,1-1,1 1,2 23,0-35,2 1,0-1,1 1,1-1,1 0,1 0,1 0,4 6,-7-17,2-1,-1 0,1 0,1 0,-1-1,1 0,1 0,0 0,0-1,0 0,1 0,0 0,1-1,-1-1,1 0,0 0,0 0,5 0,-5-1,0 0,1-1,0-1,0 0,0 0,0-1,0 0,0-1,0 0,1 0,-1-1,0-1,0 1,0-2,-1 1,1-2,0 1,-1-1,0 0,0-1,0 0,-1-1,1 0,-1 0,-1 0,1-1,-1-1,0 1,-1-1,0 0,1-2,-2 2,-1 0,0-1,-1 1,1-1,-2 0,1 0,-1 0,0-1,-1 1,0 0,-1-1,0 1,0 0,-1-1,0 1,-1 0,0-1,-1 1,1 0,-2 1,1-1,-2 0,4 7,0 0,0 1,-1-1,1 1,-1 0,1-1,-1 1,0 0,1 0,-1 0,0 0,0 0,0 0,0 1,1-1,-1 0,0 1,0 0,0-1,-1 1,1 0,0 0,0 0,0 1,0-1,0 0,0 1,0-1,0 1,1 0,-1-1,0 1,0 0,0 0,1 0,-1 0,0 1,1-1,-1 0,1 1,0-1,-1 1,1 0,0-1,0 1,0 0,0 0,0-1,0 1,1 0,-1 1,-3 4,1-1,-1 1,1 1,1-1,0 0,0 1,0-1,1 1,0-1,0 1,1 0,0-1,1 1,-1 0,1-1,1 1,0-1,0 1,0-1,1 0,0 0,0 0,1 0,0-1,0 1,0-1,1 0,0 0,1 1,10 3,1 0,-1 0,2-2,-1 0,1-1,1-1,-1 0,1-2,0 0,0-1,0-1,1-1,-1 0,4-2,55 2</inkml:trace>
  <inkml:trace contextRef="#ctx0" brushRef="#br0" timeOffset="52957.064">17483 8656,'-8'-2,"0"0,0 1,0 0,0 1,0-1,0 2,0-1,0 1,0 0,0 1,0 0,0 0,0 1,1 0,-1 0,1 0,0 1,0 1,0-1,1 1,-1 0,1 0,1 1,-1 0,1 0,0 0,0 1,0-1,1 1,-2 4,4-7,-1-1,1 1,0 0,0 0,0 0,1 0,-1 0,1 0,0 1,0-1,0 0,1 1,0-1,-1 0,2 1,-1-1,0 0,1 1,0-1,0 0,0 1,0-1,1 0,0 0,0 0,0 0,0-1,1 1,-1 0,1-1,0 0,1 2,4-1,0 0,1 0,-1-1,1 0,0 0,0-1,0 0,0 0,0-1,0-1,1 1,-1-2,0 1,0-1,0 0,0-1,0 0,0-1,0 0,0 0,-1-1,0 0,1 0,-2-1,1 0,0 0,-1-1,0 0,0-1,2-3,0 0,-1-1,0 0,-1-1,0 0,-1 0,-1 0,1-1,-2 0,0 0,0 0,-2 0,1-1,-1-12,1-11,-3 0,-1 0,-1 0,-6-20,0 2,-2 1,-3 1,-18-48,6 60,23 41,1 1,0 0,0 0,-1 0,1 0,0 0,0 0,0 0,0 0,0 0,0 1,0-1,1 0,-1 1,0-1,1 1,-1-1,1 1,-1-1,1 1,0-1,-1 1,1-1,0 1,-1 2,-10 48,2 1,2 0,2 1,3-1,3 16,-1-41,1 1,2 0,1-1,1 0,1 1,7 17,-10-37,0-1,1 1,-1-1,2 1,0-1,0 0,0-1,1 1,0-1,0 0,1 0,0-1,0 0,0 0,1-1,0 0,0 0,0-1,1 0,-1 0,1-1,2 0,-1-2,0 0,0 0,0-1,0-1,0 1,0-2,0 1,0-2,0 1,-1-1,1-1,-1 1,0-2,0 1,0-1,-1-1,1 1,-1-2,0 1,-1-1,0 0,0 0,0-1,-1 0,0 0,-1-1,0 1,0-1,-1-1,0 1,-1 0,0-1,2-9,0 4,-1-1,-1 0,0 1,-2-1,1 0,-2-1,-1-14,1 29,0 0,1 1,-1-1,0 1,-1-1,1 1,0-1,0 1,0-1,-1 1,1-1,-1 1,0-1,1 1,-1 0,0-1,0 1,1 0,-1 0,0 0,0-1,0 1,-1 0,1 0,0 0,0 1,-1-1,1 0,0 0,-1 1,1-1,-1 1,1-1,-1 1,1-1,-1 1,1 0,-1 0,1 0,-1 0,1 0,-1 0,1 0,-1 0,1 1,-1-1,1 1,-1-1,1 1,0 0,-1-1,1 1,0 0,-1 0,1 0,0 0,0 0,0 0,0 0,0 0,0 0,0 1,-4 4,-1 1,2-1,-1 1,1 1,0-1,0 1,1-1,0 1,1 0,-1 0,2 0,-1 0,1 1,0-1,1 0,0 1,0-1,1 0,0 0,0 1,1-1,0 0,0 0,1 0,0-1,1 1,0-1,0 1,0-1,1-1,4 6,4-1,0 0,1-1,1-1,-1 0,1-1,1 0,0-2,0 0,0 0,0-1,1-2,0 1,0-2,17 1,36 4</inkml:trace>
  <inkml:trace contextRef="#ctx0" brushRef="#br0" timeOffset="53252.686">19114 8629,'-5'23,"-3"14,-1 10,1 2,3-4,1-4,4-9,2-13,3-14,0-7</inkml:trace>
  <inkml:trace contextRef="#ctx0" brushRef="#br0" timeOffset="53502.045">19033 8134,'-4'19,"4"12,13 8,12 4,2-5</inkml:trace>
  <inkml:trace contextRef="#ctx0" brushRef="#br0" timeOffset="53748.571">19421 8789,'19'-15,"-1"0,0-2,-1 0,-1-1,-1-1,-1 0,0-1,-1 0,-2-1,0 0,-1-1,1-6,-10 26,1 0,-1-1,0 1,0 0,0-1,-1 1,1-1,0 1,-1-1,0 1,1-1,-1 0,0 1,-1-1,1 1,0-1,-1 0,1 1,-1-1,0 1,0 0,0-1,0 1,0-1,0 1,-1 0,1 0,-1 0,0 0,1 0,-1 0,0 0,0 1,0-1,0 1,-1-1,1 1,0 0,-1 0,1 0,0 0,-1 0,1 1,-1-1,-2 0,-5 4,0-1,0 1,0 0,0 1,0 0,1 1,-1 0,1 1,1-1,-1 2,1-1,0 1,0 1,1-1,0 1,0 0,-1 3,0 1,0 0,0 0,2 0,-1 1,1 0,1 1,0-1,1 1,-1 10,4-19,0 1,0 0,0 0,1 0,0 0,0 0,1 0,-1 0,1 0,1 0,-1 0,1 0,0-1,0 1,1-1,0 1,0-1,0 0,0 0,1 0,0-1,0 1,5 3,5 0,0 0,0-2,1 1,1-2,-1 0,1-1,-1 0,1-1,0-1,0-1,0 0,1-1,-1-1,0 0,0-1,0-1,10-3,31-7</inkml:trace>
  <inkml:trace contextRef="#ctx0" brushRef="#br0" timeOffset="54253.56">20089 8375,'-16'1,"1"0,-1 2,1 0,-1 0,1 2,0 0,1 0,-1 2,-9 5,22-11,0 0,0 1,0-1,0 1,1 0,-1-1,0 1,1 0,-1 0,1 0,-1 0,1 0,0 0,0 1,0-1,0 0,1 1,-1-1,0 0,1 1,0-1,0 1,0-1,0 1,0-1,0 0,0 1,1-1,-1 1,1-1,0 0,0 1,0 1,51 67,68 36,24 25,-120-93,-24-38,1 0,-1 0,0 0,0 0,0 0,0 0,0 0,0 0,0 0,0-1,0 1,0 0,0 0,-1 0,1 0,0 0,-1 0,1 0,-1 0,1-1,-1 1,1 0,-1 0,1-1,-1 1,0 0,0-1,1 1,-1-1,0 1,0-1,1 1,-1-1,0 1,0-1,0 0,0 1,0-1,0 0,0 0,0 0,0 0,0 0,-8 2,0 0,0-1,0 0,0-1,0 0,0 0,0-1,0 0,0-1,1 0,-1 0,0-1,1 0,-1-1,-4-2,12 5,-1-1,0 1,1-1,-1 1,1-1,-1 0,1 0,0 1,-1-1,1 0,0 0,1 0,-1 0,0-1,0 1,1 0,-1 0,1 0,0 0,0-1,0 1,0 0,0 0,0 0,1-1,-1 1,1 0,-1 0,1 0,0 0,0 0,0 0,0 0,1-1,47-64,-17 35,1 2,2 0,0 3,2 1,1 2,25-12,-62 35,0 0,0 0,0-1,0 1,1 0,-1 0,0 0,1 0,-1 0,1 1,-1-1,1 0,-1 1,1-1,0 1,-1 0,1-1,0 1,-1 0,1 0,0 0,-1 0,1 0,0 0,-1 1,1-1,-1 0,1 1,0 0,-1-1,1 1,-1 0,1 0,-1-1,0 1,1 0,-1 1,0-1,0 0,1 0,-1 0,0 1,0-1,-1 1,1-1,0 1,0-1,-1 1,1 0,17 153,-15-135,-1-1,1 0,1-1,0 1,2-1,0 0,7 14,-13-31,0-1,1 1,-1 0,0 0,1 0,-1-1,1 1,-1 0,1-1,-1 1,1 0,0-1,-1 1,1-1,0 1,-1-1,1 1,0-1,0 1,0-1,-1 0,1 0,0 1,0-1,0 0,0 0,0 0,-1 0,1 0,0 0,0 0,0 0,0 0,0 0,-1 0,1-1,0 1,0 0,0-1,-1 1,1-1,0 1,0-1,-1 1,1-1,0 1,12-12</inkml:trace>
  <inkml:trace contextRef="#ctx0" brushRef="#br0" timeOffset="54435.109">20531 8081,'-10'20,"1"17,5 10,10 9,9 3,2-7</inkml:trace>
  <inkml:trace contextRef="#ctx0" brushRef="#br0" timeOffset="55022.59">20745 8789,'11'-17,"0"0,0-2,-2 1,-1-1,0 0,-1-1,-1 1,-1-1,-1-1,0 1,-2-1,0 1,-2-1,0 0,-1 1,-4-20,-12-59,18 98,-1 0,0 0,1 0,-1 0,0 1,1-1,-1 0,1 0,-1 1,1-1,0 0,-1 1,1-1,0 1,-1-1,1 1,0-1,-1 1,1-1,0 1,0 0,0-1,-1 1,1 0,0 0,0 0,0-1,0 1,0 0,0 0,-1 0,1 0,0 1,0-1,0 0,0 0,0 0,-1 1,1-1,0 0,0 1,0-1,-1 1,1-1,0 1,-1-1,1 1,0 0,-1-1,1 2,1-2,179 92,-176-90,-1 0,1 1,-1-1,0 1,1 0,-2 0,1 0,0 1,-1-1,1 1,-1 0,0 0,0 0,0 0,-1 1,0-1,0 1,0-1,0 1,-1 0,1 0,-1 0,-1-1,1 1,-1 0,1 0,-1 0,-1 3,-21 50,-8 33,30-87,-1-1,1 1,0 0,1-1,-1 1,1-1,-1 1,1-1,0 0,0 1,1-1,-1 0,1 1,-1-1,1 0,0 0,0 0,1-1,-1 1,0-1,1 1,0-1,0 0,-1 1,2-1,8 4,0 0,1-1,-1-1,1 0,0-1,0 0,0-1,0 0,0-1,1-1,-1 0,0 0,1-2,-1 0,0 0,0-1,0 0,0-2,3-1,-4 1,0 0,-1-1,0 0,0-1,-1 0,0-1,0 0,0 0,-1-1,0-1,-1 1,0-1,-1-1,0 0,-1 0,0 0,0 0,-1-1,-1 0,0 0,0 0,-2-1,1 1,-2-1,1-4,-1 15,0-1,-1 0,1 1,-1-1,1 0,-1 1,0-1,0 0,0 1,-1-1,1 0,0 1,-1-1,0 0,0 1,0-1,0 1,0-1,0 1,0 0,-1-1,0 1,1 0,-1 0,0 0,0 0,0 0,0 1,0-1,0 0,-1 1,1 0,0-1,-1 1,1 0,-1 0,0 0,-4 4,0 0,1 0,0 1,0-1,0 1,0 1,0-1,1 1,0 0,0 0,0 0,1 1,0 0,0 0,0 0,1 0,0 1,0-1,0 1,0 2,-1-1,1 0,0 0,0 0,0 0,1 1,0-1,1 1,0-1,0 1,1 0,0-1,1 1,0 0,0-1,1 1,0-1,0 0,1 0,0 1,0-1,1-1,0 1,1-1,3 6,6-1,1 1,0-2,1 0,0-1,1 0,0-1,1-1,-1-1,1-1,1 0,-1-1,1-1,17 1,61 12,1-4,7-5,44 1</inkml:trace>
  <inkml:trace contextRef="#ctx0" brushRef="#br0" timeOffset="50749.478">12857 8576,'2'-1,"0"1,1-1,-1 1,1-1,-1 1,1 0,-1 0,1 0,-1 1,1-1,-1 1,1-1,-1 1,0 0,1-1,-1 1,0 1,0-1,1 0,-1 0,0 1,0-1,0 1,-1 0,1 0,0-1,-1 1,1 0,-1 0,0 1,1-1,-1 0,0 0,0 1,0-1,-1 0,1 1,-1-1,1 1,-1 1,65 241,-65-243,1 0,0-1,-1 1,1 0,0 0,0 0,0-1,1 1,-1 0,0-1,0 1,1-1,-1 1,1-1,0 0,-1 0,1 0,0 0,0 0,-1 0,1 0,0 0,0-1,0 1,0-1,0 1,0-1,0 0,0 0,0 0,0 0,0 0,0-1,0 1,0 0,0-1,0 0,0 1,0-1,0 0,0 0,-1 0,2-1,4-3,-1-1,0 0,0 0,0 0,-1-1,0 0,0 0,-1 0,0 0,0-1,-1 0,0 0,0 0,-1 0,2-8,9-127,-18 92,1 61,5 11,2-1,0 0,1 0,1 0,1 0,0-1,2 0,0 0,1-1,1 0,1-1,12 16,-21-30,0 0,0-1,0 1,1-1,-1 1,1-1,0 0,-1 0,1 0,0 0,0 0,0-1,0 1,1-1,-1 0,0 0,1 0,-1 0,0-1,1 1,-1-1,1 0,-1 0,1 0,-1 0,1-1,-1 0,2 0,6-6,-1 0,0-1,0-1,0 0,-1 0,-1-1,0 0,0 0,-1-1,0 0,-1 0,0 0,4-13,37-113,-50 151,1-1,0 1,1 0,0 0,1 0,1 0,0 0,1 0,0 0,1-1,1 1,0-1,1 0,0 0,7 11,-5-15,0-1,1 0,0 0,1-1,0 0,0 0,0-1,1 0,0-1,0 0,0-1,0 0,1 0,0-1,0-1,0 1,0-2,0 0,0 0,1-1,-1 0,0-1,0-1,0 1,0-2,0 1,0-2,-1 1,1-1,-1-1,0 0,0-1,2-1,3-3</inkml:trace>
  <inkml:trace contextRef="#ctx0" brushRef="#br0" timeOffset="51264.759">14194 8683,'-86'-12,"83"12,0 0,0 1,0 0,0 0,0-1,0 2,0-1,1 0,-1 0,0 1,1 0,-1-1,1 1,-1 0,1 0,0 1,0-1,0 0,0 1,0-1,1 1,-1-1,1 1,-1 0,1 0,-1 2,1 0,-1 1,1 0,0 0,0 0,1 0,-1 0,1 0,1 0,-1 0,1 0,0-1,0 1,1 0,0 0,0-1,0 1,1-1,-1 0,1 1,1-1,-1-1,1 1,-1 0,2-1,-1 0,0 0,1 0,4 4,1 0,0-1,0 0,1 0,0-1,0-1,0 0,1-1,-1 0,1 0,0-1,8 0,-14-1,0-1,-1 0,1 0,0-1,0 1,-1-1,1 0,0-1,0 0,-1 0,1 0,-1 0,1-1,-1 0,1 0,-1-1,0 1,0-1,0 0,0-1,-1 1,1-1,-1 0,0 0,0 0,0 0,-1-1,1 0,-1 1,0-1,-1-1,1 1,-1 0,0-1,0 1,-1-1,1 0,-3-3,1 1,-1-1,-1 1,0-1,0 1,-1 0,1-1,-2 1,1 1,-1-1,-1 1,1-1,-1 1,0 0,-1 1,0-1,0 1,0 0,-1 1,1 0,-2 0,-4-3,3 2,0 1,0 0,0 0,-1 1,0 0,1 1,-1 0,0 1,-1 0,1 0,0 1,0 1,-1 0,1 0,0 1,-1 0,1 0,-8 4,15-5,0 1,0-1,0 1,1 0,-1 0,0 0,1 1,-1-1,1 1,-1-1,1 1,0 0,0 0,0 0,0 0,0 0,0 0,0 1,1-1,-1 1,1-1,-1 1,1 0,0-1,0 1,1 0,-1 0,0 0,1-1,0 1,-1 0,1 0,0 0,1 0,-1 0,1 0,-1 0,1-1,0 1,0 2,3 1,1-1,0 1,-1-1,1 0,1-1,-1 1,1-1,0 0,0 0,5 2,30 16</inkml:trace>
  <inkml:trace contextRef="#ctx0" brushRef="#br0" timeOffset="52313.064">14782 8643,'-6'-3,"-1"0,1 0,0 1,-1 0,1 0,-1 1,0 0,1 0,-1 0,0 1,0 0,0 0,1 1,-1 0,0 0,1 1,-1-1,1 2,-1-1,1 1,0-1,0 2,0-1,0 1,1 0,-1 0,1 0,0 1,-1 1,1 2,0 0,0 0,1 0,0 1,1-1,0 1,0 0,1 0,0 0,0 0,1 0,0 0,1 5,0-9,0 0,0-1,1 1,0 0,0 0,0-1,0 1,1-1,-1 1,1-1,0 0,1 0,-1 0,1 0,-1 0,1 0,1 0,-1-1,0 0,1 0,0 0,-1 0,1 0,0-1,1 1,3 0,2 0,1-1,0-1,0 1,0-2,-1 0,1 0,0-1,0 0,0-1,0 0,-1-1,1 0,-1 0,0-1,0-1,0 0,0 0,-1-1,0 0,0 0,-1-1,0-1,0 1,0-1,-1 0,0-1,-1 0,0 0,0 0,-1-1,0 0,1-6,4-16,-2 0,-2-1,-1 0,-1 0,-2 0,-1 0,-2-1,-1 1,-6-27,5 27,-1 0,-2 0,-2 1,-7-21,-5 24,20 29,-1 0,0 0,0 0,0 0,0 0,0 0,0 0,1 1,-1-1,0 0,0 0,0 1,0-1,1 0,-1 1,0-1,1 1,-1-1,0 1,0-1,1 1,-1 0,1-1,-1 1,1 0,-1 0,1-1,-1 1,1 0,0 0,-1-1,1 1,0 0,0 0,0 0,-1 0,1 0,-6 20,1-1,0 2,2-1,0 0,1 1,2-1,0 1,1-1,4 21,-3-15,2 0,1 0,1-1,1 1,2-2,0 1,2-1,0-1,2 0,1 0,1-1,0-1,2-1,17 18,-29-34,-1 0,1-1,-1 0,1 0,1 0,-1 0,0-1,1 1,0-1,0-1,0 1,0-1,0 0,0-1,1 1,-1-1,0-1,1 1,-1-1,1 0,-1 0,1-1,-1 0,0 0,1-1,-1 1,0-1,0-1,0 1,0-1,0 0,-1 0,0-1,3-1,3-9,0-1,-1 0,-1 0,0-1,-1 0,-1 0,0-1,-1 0,0-3,25-61,-31 81,0 0,0 0,0 0,0 1,0-1,0 0,0 0,0 0,0 1,0-1,0 0,0 0,1 0,-1 0,0 1,0-1,0 0,0 0,0 0,0 0,1 1,-1-1,0 0,0 0,0 0,0 0,1 0,-1 0,0 0,0 0,0 0,0 1,1-1,-1 0,0 0,0 0,0 0,1 0,-1 0,0 0,0 0,0 0,1 0,-1-1,0 1,0 0,1 0,-2 24,-7 34,5-44,1 0,0-1,1 1,0 0,1 0,1-1,0 1,2 8,-2-19,0 1,0-1,1 0,0 1,-1-1,1 0,0 0,1 0,-1 0,0 0,1-1,0 1,-1-1,1 0,0 1,0-1,0 0,1-1,-1 1,0-1,1 1,-1-1,1 0,-1 0,1-1,0 1,2-1,4 1,0-1,-1 0,1 0,0-1,-1-1,1 0,-1 0,1-1,-1 0,1 0,1-3,1-1,-1 0,-1 0,1-1,-1 0,-1-1,1 0,-2-1,1 0,-1 0,-1-1,0 1,0-2,-1 1,0-1,-1 0,-1 0,0-1,0 1,-1-1,-1 0,1-11,-2 141,-1-109,0-1,1 1,0-1,1 0,-1 1,1-1,1 0,-1 0,1 0,1-1,-1 1,1-1,0 1,0-1,1 0,0-1,0 1,0-1,1 0,0-1,0 1,0-1,0 0,1 0,0-1,-1 0,1 0,1-1,6 1,-1-1,1-1,-1-1,1 0,0 0,-1-1,1-1,-1-1,0 0,0 0,0-1,0-1,0 0,-1-1,0 0,0-1,-1 0,1-1,-2 0,1-1,-1 0,-1-1,1 0,-2 0,1-1,-1 0,-1-1,2-3,4-15,-2-1,0 0,-2-1,-2 0,-1 0,-1-1,-2 1,-1-1,-1 0,-5-32,5 53,0 1,-2-1,1 1,-2-1,1 1,-2-1,1 1,-2 0,1 0,-1 0,-1 0,0 1,-1 0,0 0,0 0,-1 1,0 0,-7-7,11 14,0 1,0 0,0 0,0 0,0 0,0 0,0 0,0 1,0-1,0 1,0 0,-1 0,1 0,0 1,0-1,0 1,0 0,0-1,0 1,0 1,0-1,0 0,1 1,-1-1,0 1,1 0,-3 2,-56 67,52-53,1 1,0-1,1 2,1-1,1 0,1 1,1 0,0 0,1 0,2 1,0-1,1 0,1 0,0 0,2 0,0 0,2-1,0 1,1-1,1-1,1 1,0-1,1-1,1 0,1 0,0-1,1-1,2 1,10 8,1-2,1 0,1-2,1 0,1-3,0 0,1-2,1-1,0-1,26 5,28 5</inkml:trace>
  <inkml:trace contextRef="#ctx0" brushRef="#br0" timeOffset="97426.077">26386 7787,'16'18,"16"22,15 29,12 31,6 31,-4 29,-12 22,-22 15,-30 8,-43 2,-54-6,-10-37</inkml:trace>
  <inkml:trace contextRef="#ctx0" brushRef="#br0" timeOffset="57141.056">23606 8027,'0'14,"0"13,0 14,0 13,0 12,0 7,0 4,2-1,3-2,3-4,2-7,0-10,-2-14</inkml:trace>
  <inkml:trace contextRef="#ctx0" brushRef="#br0" timeOffset="57405.388">23525 8803,'11'-4,"13"-5,12-2,8-2,7 2,-2 0,-4 1,-8 4,-10 4,-11 3,-10 1</inkml:trace>
  <inkml:trace contextRef="#ctx0" brushRef="#br0" timeOffset="57660.784">23512 8027,'-3'-2,"5"-1,8 0,9 1,13-2,11 0,6-2,4-1,-7-1</inkml:trace>
  <inkml:trace contextRef="#ctx0" brushRef="#br0" timeOffset="58160.683">24353 8321,'-7'30,"7"-29,0-1,0 0,0 1,0-1,0 1,0-1,0 1,1-1,-1 1,0-1,0 0,0 1,0-1,1 1,-1-1,0 1,0-1,1 0,-1 1,0-1,0 0,1 1,-1-1,0 0,1 0,-1 1,1-1,-1 0,0 0,1 0,-1 1,1-1,-1 0,1 0,-1 0,1 0,-1 0,0 0,1 0,-1 0,1 0,-1 0,1 0,-1 0,1 0,-1 0,0 0,1-1,-1 1,1 0,-1 0,0 0,1-1,-1 1,1 0,-1-1,0 1,1 0,-1-1,0 1,0 0,1-1,-1 1,1-1,0-1,1 1,-1 0,0-1,0 1,0-1,0 1,0-1,0 1,-1-1,1 0,0 0,-1 1,1-1,-1 0,0 0,0 1,0-1,0 0,0 0,0 0,0 1,0-1,-1 0,1 0,-1 1,1-1,-1 0,0 0,1 1,-1-1,0 1,0-1,0 1,-1-1,1 1,0 0,0-1,-1 1,1 0,-1 0,1 0,-1 0,1 0,-1 1,0-1,1 0,-1 1,0-1,1 1,-1-1,0 1,0 0,0 0,1 0,-1 0,0 0,-1-1,0 0,0 0,0 0,0 0,0 1,0-1,0 1,0 0,0 0,0 0,0 0,-1 1,1-1,0 1,0 0,0-1,1 2,-1-1,0 0,0 0,0 1,1 0,-1-1,1 1,-1 0,1 0,0 1,-5 9</inkml:trace>
  <inkml:trace contextRef="#ctx0" brushRef="#br0" timeOffset="58447.528">24353 8763,'3'-1,"-1"-1,0 1,1-1,-1 0,0 0,0 0,-1 0,1 0,0 0,-1 0,1 0,-1-1,1 1,-1-1,0 1,0-1,0 1,-1-1,1 0,-1 1,1-4,0 4,0-1,0 1,0-1,0 1,-1-1,1 1,-1-1,0 0,0 1,0-1,0 1,0-1,0 0,-1 1,1-1,-1 0,0 1,0-1,0 1,0 0,0-1,0 1,-1 0,1 0,-1-1,1 1,-1 0,0 0,0 1,0-1,0 0,0 1,0-1,-1 1,-1-1,1 2,1 1,-1 0,1 0,-1 0,1 0,-1 1,1-1,0 0,-1 1,1 0,0-1,0 1,0 0,1 0,-1 0,0 1,1-1,-1 0,1 1,0-1,0 0,0 1,0 0,0-1,0 1,1-1,-1 1,1 0,0 0,0 1,-1 1,2-1,-1 0,0 0,1 1,0-1,0 0,0 0,0 0,1 0,-1 0,1 0,0 0,0 0,1-1,-1 1,1-1,0 0,0 1,0-1,0-1,0 1,1 0,-1-1,1 0,0 0,0 0,0 0,0 0,0-1,0 0,0 0,0 0,1 0,29 7</inkml:trace>
  <inkml:trace contextRef="#ctx0" brushRef="#br0" timeOffset="59130.736">24875 8402,'-6'-1,"0"-1,0 0,0-1,1 1,-1-1,1 0,0-1,-1 1,1-1,1 0,-1 0,1 0,-1-1,1 0,1 0,-1 0,1 0,0 0,0-1,0 1,1-1,-1 0,2 0,-1 0,1 0,-1 0,2 0,-1 0,1-1,0 0,0 4,1 0,-1-1,1 1,0 0,0 0,0 0,1 0,-1 1,1-1,0 0,-1 0,1 1,0-1,1 1,-1 0,0 0,1 0,-1 0,1 0,0 0,-1 0,1 1,0 0,0-1,0 1,2 0,84-17,-71 17,0 1,0 0,-1 2,1 0,0 1,-1 0,0 2,0 0,0 1,12 7,-22-10,0 0,-1 0,1 1,-1 0,0 1,0-1,-1 1,1 0,-1 1,0-1,0 1,-1 0,0 0,0 1,0-1,-1 1,0 0,0 0,-1 0,1 0,-2 0,1 0,-1 1,0-1,-1 1,1 5,-6 6,0 1,-1 0,-1-1,-1-1,-1 1,0-1,-2 0,0-1,0-1,-2 1,0-2,-1 0,0 0,-1-2,-1 1,-173 153,168-149,20-18,1 0,0 0,-1 0,1 0,0 0,0 1,-1-1,1 0,0 0,0 0,-1 1,1-1,0 0,0 0,0 0,0 1,-1-1,1 0,0 1,0-1,0 0,0 0,0 1,0-1,0 0,0 1,0-1,0 0,0 0,0 1,0-1,0 0,0 1,0-1,0 0,0 1,0-1,0 0,0 0,0 1,1-1,-1 0,0 0,0 1,0-1,1 0,-1 0,0 1,0-1,0 0,1 0,-1 0,0 0,0 0,1 1,-1-1,0 0,1 0,-1 0,0 0,1 0,-1 0,0 0,0 0,1 0,-1 0,26 1,-23-1,305-9,105-32,-408 41,-11 0</inkml:trace>
  <inkml:trace contextRef="#ctx0" brushRef="#br0" timeOffset="63097.486">23538 7760,'-2'3,"-1"-3,0-2,1-4,0-3,-1 2,-1 5,1 5,1 4,3 4,3-1,1-2</inkml:trace>
  <inkml:trace contextRef="#ctx0" brushRef="#br0" timeOffset="97025.085">22977 7600,'-16'20,"-12"28,-8 30,-3 32,4 28,7 24,15 15,24 7,28 0,30-9,31-11,27-16,27-16,21-20,-19-29</inkml:trace>
  <inkml:trace contextRef="#ctx0" brushRef="#br0" timeOffset="89122.915">4301 11437,'-2'2,"1"1,8 2,12 0,13 0,18-4,17-4,12-2,8 1,7 0,-1 1,-3 1,-11 4,-12 0,-15 3,-15 1,-14-2,-13 0</inkml:trace>
  <inkml:trace contextRef="#ctx0" brushRef="#br0" timeOffset="90128.898">5049 11182,'6'5,"1"-1,-1 0,1 0,-1-1,1 0,0 0,0 0,1-1,6 2,1 0,52 15,-45-15,-1 1,0 1,0 1,0 1,-1 1,0 1,-1 0,0 2,0 0,8 8,-23-15,1-1,-1 1,0 0,-1 0,1 1,-1-1,0 1,-1-1,1 1,-1 0,0 0,0 0,-1 1,0-1,0 0,0 0,-1 1,0-1,0 0,-1 1,0-1,0 0,0 0,-1 0,1 0,-2 0,1 0,-1 0,1-1,-3 3,-7 12,-2 0,-1-1,0 0,-2-1,0 0,0-2,-2 0,0-1,-1-1,0-1,-16 8,5-6,10-7</inkml:trace>
  <inkml:trace contextRef="#ctx0" brushRef="#br0" timeOffset="93550.594">11961 11276,'0'21,"0"13,0 7,0 5,0-2,0-6,0-9</inkml:trace>
  <inkml:trace contextRef="#ctx0" brushRef="#br0" timeOffset="94294.638">11801 10956,'29'-7,"1"2,0 1,0 1,0 1,4 2,-30 0,33 0,-1 0,0 3,0 1,-1 1,1 2,28 10,-51-13,0 1,-1 0,0 0,1 2,-2-1,1 1,-1 1,0 0,-1 1,0 0,0 0,-1 1,0 1,0-1,-2 1,1 1,-1-1,-1 1,4 10,-3 4,0 1,-2-1,-2 1,0 0,-1 0,-2 1,-1-1,-2 7,3-14,-1-19,1 1,-1-1,1 0,-1 0,1 1,0-1,0 0,-1 1,1-1,0 0,0 1,1-1,-1 0,0 1,0-1,1 0,-1 0,0 1,1-1,-1 0,1 0,0 0,-1 1,1-1,0 0,0 0,0 0,0 0,0 0,0-1,0 1,0 0,0 0,0-1,0 1,0 0,1-1,-1 1,0-1,0 0,1 1,-1-1,0 0,1 0,-1 0,0 0,1 0,-1 0,0 0,1 0,-1 0,0-1,0 1,1-1,-1 1,0-1,0 1,0-1,1 0,-1 1,18-14,0 0,-1-1,0-1,-2-1,0 0,-1-1,0-1,6-11,22-31,-43 62,0 0,0-1,0 1,1-1,-1 1,0 0,0-1,0 1,0-1,1 1,-1-1,0 1,1 0,-1-1,0 1,1-1,-1 0,0 1,1-1,-1 1,1-1,-1 0,1 1,-1-1,1 0,-1 1,1-1,0 0,-1 0,1 0,-1 1,1-1,0 0,-1 0,1 0,-1 0,1 0,0 0,-1 0,1 0,-1 0,1-1,0 1,-1 0,1 0,-1 0,1-1,-1 1,1 0,-1-1,1 1,-1 0,1-1,-1 1,1-1,-1 1,0-1,1 1,-1-1,0 1,1-1,-1 1,0-1,5 52,19 89,-22-133,1-1,-1 0,1 0,1 0,-1 0,1 0,0-1,0 0,0 1,1-2,0 1,0 0,0-1,1 0,0 0,-1-1,1 1,0-1,5 1,-4-1,-1-1,1 0,0-1,0 0,0 0,0 0,0-1,0 0,0 0,0 0,0-1,0 0,0-1,0 0,0 0,-1 0,1-1,-1 0,1 0,-1-1,0 1,0-1,2-3,2-1,-1-1,0 0,0-1,0 0,-1-1,-1 1,0-2,-1 1,0-1,0 0,-1 0,1-5,6-36,-2-1,-2 0,-2-1,-3 0,-2 0,-4-16,3 35,-6-266,3 266,0 23,0 25,-2 234,6-138,5 0,5-1,4 0,8 16,17-2,-37-115,-1-1,2 1,-1 0,0-1,1 1,0-1,1 0,-1-1,1 1,0-1,0 0,0 0,0 0,1-1,-1 1,1-1,0-1,1 1,-4-2,1-1,-1 1,1 0,-1-1,1 0,-1 0,1 0,-1-1,0 1,1-1,-1 1,1-1,-1 0,0-1,1 1,2-2,18-12</inkml:trace>
  <inkml:trace contextRef="#ctx0" brushRef="#br0" timeOffset="94556.123">12843 10862,'-18'0,"-10"0,-4 0,12 0,22 0,27 0,31-2,32-6,29-3,20 0,-13 1</inkml:trace>
  <inkml:trace contextRef="#ctx0" brushRef="#br0" timeOffset="95196.495">13539 11650,'36'-46,"30"-37,-4-3,32-60,-61 75,-33 70,1 0,-1 0,1 0,-1 1,0-1,0 0,1 0,-1 0,0 0,0 0,0 0,0 0,0 0,0 0,0 0,0 0,0 0,-1 0,1 0,0 0,-1 0,1 0,-1 0,1 0,-1 0,1 1,-1-1,1 0,-1 0,0 1,1-1,-1 0,0 1,0-1,0 1,0-1,1 1,-1-1,0 1,0-1,0 1,0 0,-42 9,33-3,2-1,-1 2,1-1,0 1,0 0,1 1,0 0,0 0,1 0,0 1,0 0,1 0,0 1,1 0,0-1,0 1,1 0,1 1,0-1,0 1,1-1,0 9,2-13,0 0,0-1,1 1,0-1,0 1,1-1,-1 0,1 0,0 0,1 0,-1 0,1-1,0 0,0 0,0 0,1 0,-1 0,1-1,0 0,0 0,0 0,0-1,1 1,131 38,-116-36,-1-1,1-1,0-1,0-1,0-1,0-1,2-1,-20 1,0 1,0-1,0-1,-1 1,1 0,0-1,0 1,-1-1,1 0,-1 0,0 0,1 0,-1 0,0 0,0-1,0 1,0-1,-1 1,1-1,-1 0,0 0,1 0,-1 0,-1 0,2-1,7-83,-8 69,9-240,23 285,-15-20,1 0,0-2,1 0,-1-1,1-1,-1-1,3-1,48 7,-64-7,0-1,0 1,0 0,0 0,0 0,-1 1,1 0,0 0,-1 1,0-1,1 1,-1 0,0 1,-1-1,1 1,-1 0,1 0,-1 1,0-1,-1 1,1 0,-1-1,0 2,0-1,0 1,-1 8,0-1,0 1,-1 0,-1 0,0 0,-1 0,-1 0,0 0,-1-1,0 1,-3 5,-12 94,18-109,1-1,-1 0,0 0,1 0,-1 0,1 0,0 0,0 0,0 0,1 0,-1-1,1 1,-1 0,1-1,0 1,0-1,0 0,0 1,1-1,-1 0,1-1,-1 1,1 0,-1-1,1 1,0-1,0 0,0 0,0 0,0 0,0 0,0-1,0 1,0-1,0 0,0 0,0 0,0 0,1-1,-1 1,0-1,0 0,2-1,74-34,-43 11</inkml:trace>
  <inkml:trace contextRef="#ctx0" brushRef="#br0" timeOffset="95587.225">14822 11236,'-5'18,"0"0,1 1,1-1,1 1,1 0,0 0,1 0,1 0,1-1,1 1,1 0,2 5,-4-19,0 0,0-1,1 1,0-1,0 0,0 0,0 0,1 0,-1 0,1-1,0 1,0-1,0 0,1-1,-1 1,1-1,0 1,-1-1,1-1,0 1,0-1,0 0,0 0,0 0,1-1,-1 1,0-1,0-1,0 1,0-1,0 0,1 0,-1 0,-1-1,1 0,5-2,-1 0,0-1,0 0,-1-1,0 0,0 0,0-1,0 0,-1 0,-1-1,1 0,-1 0,0 0,-1-1,0 0,0 0,-1 0,0-2,3-8,-1 0,0 0,-2-1,0 1,-1-1,-1 0,-1 0,-1-5,-9 52,9-21,-4 8,2-1,0 1,0 0,1 0,1 0,0 0,1 0,1 0,0 0,1-1,0 1,1-1,6 13,-4-21,0 0,0 0,0 0,1-1,-1 0,1 0,0-1,0 0,1 0,-1-1,1 0,-1 0,1 0,0-1,-1-1,1 1,0-1,0 0,0-1,-1 0,1 0,0-1,3-1,87-24,-57 10</inkml:trace>
  <inkml:trace contextRef="#ctx0" brushRef="#br0" timeOffset="95918.959">15558 11396,'0'6,"0"-1,1 1,0-1,0 1,0-1,0 0,1 0,0 0,0 0,1 0,-1 0,1 0,0-1,1 1,-1-1,1 0,-1 0,1 0,0-1,1 1,-1-1,1 0,-1 0,1 0,0-1,0 0,0 0,3 1,4 1,1-1,-1 0,1 0,-1-2,1 1,0-2,-1 0,1 0,0-1,0-1,10-2,-19 3,0 1,-1-1,1 0,0 0,-1 0,1-1,-1 1,0-1,1 0,-1 0,0 0,0 0,0-1,0 1,0-1,-1 1,1-1,-1 0,0 0,0-1,0 1,0 0,0 0,-1-1,0 1,1-1,-1 0,-1 1,1-1,0 0,-1 0,0 1,0-4,-2-4,-1 1,-1 0,0-1,0 1,-1 1,0-1,0 1,-1 0,-1 0,0 1,0-1,0 2,-1-1,0 1,-1 0,1 1,-3-2,6 6,1-1,0 1,-1 0,0 1,0-1,1 1,-1 0,0 0,0 0,0 1,0 0,0 0,0 0,0 0,0 1,0 0,0 0,0 0,1 1,-1-1,0 1,1 0,-1 1,1-1,0 1,0 0,0 0,0 0,0 0,1 1,-3 3,-2 1,1 0,1 0,-1 1,1 0,1 0,0 1,0 0,1 0,0 0,1 0,0 0,1 1,0-1,0 7,2-12,0 0,0 0,1 0,0 0,0 0,1-1,-1 1,1 0,0 0,0-1,0 1,1-1,0 0,0 0,0 0,0 0,0 0,1-1,0 1,0-1,0 0,0 0,0-1,1 1,-1-1,1 0,-1 0,1 0,0-1,0 0,0 1,0-2,0 1,0-1,0 0,0 0,2 0,38-3,-3-4</inkml:trace>
  <inkml:trace contextRef="#ctx0" brushRef="#br0" timeOffset="96169.035">15838 10821,'-18'-2,"-15"1,-9 6,-4 6,1 9,6 9,10 7,10 4,10 0,13 0,14-3,9 0,1-7</inkml:trace>
  <inkml:trace contextRef="#ctx0" brushRef="#br0" timeOffset="96360.162">15811 11410,'0'15,"3"14,2 4,3 3,5-1,9-4,12-7,14-9,15-5,15-8,12-6,-9-2</inkml:trace>
  <inkml:trace contextRef="#ctx0" brushRef="#br0" timeOffset="90722.653">6614 11356,'-5'-6,"0"1,0 0,0 0,-1 0,0 1,0-1,0 1,0 1,0-1,-1 1,0 0,0 1,0-1,0 1,0 1,0-1,0 1,0 1,-1-1,1 1,0 1,0-1,-1 1,1 0,0 1,0 0,0 0,0 0,0 1,1 0,-1 0,1 1,0 0,0 0,0 0,-4 5,4-2,1 0,0 0,0 1,0 0,1 0,1 0,-1 0,1 1,1-1,-1 1,1 0,1 0,0 0,0 6,1-10,0 0,0 0,0 0,1 0,0 0,0 0,0 0,1 0,0 0,0 0,0 0,0-1,1 1,-1-1,1 0,0 0,1 0,-1 0,1 0,0-1,0 1,0-1,0 0,0 0,5 1,-2-1,0 0,1-1,-1 0,0 0,1-1,-1 0,1 0,0-1,-1 0,1 0,-1-1,1 0,-1 0,1-1,-1 0,0 0,1-1,-1 1,0-2,-1 1,2-2,3-1,-1 0,0-1,0-1,-1 1,0-1,-1-1,1 0,-2 0,1-1,-1 1,-1-2,0 1,1-2,-3 5,-1 0,0 0,0 0,0-1,-1 1,0 0,-1-1,1 1,-1-1,-1 0,0 0,0 1,0-1,-1 0,0 1,0-1,-1 1,0-1,-1 1,1 0,-1 0,-1 0,1 0,-2-1,5 7,-1 1,1-1,0 1,0 0,-1-1,1 1,0-1,-1 1,1-1,0 1,-1 0,1-1,-1 1,1 0,-1 0,1-1,-1 1,1 0,-1 0,1 0,-1-1,1 1,-1 0,1 0,-1 0,1 0,-1 0,1 0,-1 0,1 0,-1 0,1 0,-1 0,1 1,-1-1,1 0,-1 0,1 0,-1 1,1-1,-1 0,1 1,-1-1,1 0,0 1,-1-1,1 0,0 1,-1-1,1 1,0-1,0 1,-1-1,1 1,0-1,0 1,0-1,-3 34,5-23,0 0,1-1,1 1,0-1,0 0,1 0,0-1,0 1,1-1,0 0,1-1,0 1,1-1,0-1,0 1,0-1,1-1,0 0,0 0,1 0,-1-1,1-1,0 0,1 0,-1-1,1 0,10 1,51 8,-3-6</inkml:trace>
  <inkml:trace contextRef="#ctx0" brushRef="#br0" timeOffset="91727.03">7523 11250,'-7'-4,"1"0,-1 0,0 1,0 0,-1 0,1 1,0 0,-1 0,0 1,1-1,-1 2,0-1,0 1,1 1,-1-1,0 1,1 1,-1-1,0 1,1 0,0 1,0 0,-1 0,2 1,-3 1,4 1,0 0,0 0,1 0,0 1,0 0,0 0,1 0,0 0,1 0,-1 1,2-1,-1 1,1-1,0 1,0 0,1 4,0-8,0 1,0-1,1 0,-1 0,1 0,0 1,0-1,0 0,1 0,-1 0,1-1,0 1,0 0,0-1,1 1,-1-1,1 0,0 0,0 0,0 0,0 0,1 0,-1-1,1 0,0 0,-1 0,1 0,0 0,0-1,3 1,-2-1,0 0,1 0,-1-1,0 0,1 0,-1 0,1-1,-1 0,0 0,0 0,1-1,-1 1,0-1,0 0,0-1,-1 1,1-1,-1 0,1 0,-1-1,0 1,2-3,4-4,-1 0,0-1,0 0,-1-1,0 0,-1 0,-1 0,1-2,9-33,-3-1,-1-1,-3 1,-1-2,-3 1,-2-1,-2 0,-5-36,4 47,-2-128,1 156,0 26,0 110,4 0,7 1,20 96,10-77,-37-136,1 0,0-1,1 1,-1-1,2 0,-1 0,1-1,0 1,1-2,0 1,0 0,0-1,1-1,4 3,-10-6,0-1,1 1,-1-1,1 0,0 0,-1 0,1 0,0-1,-1 1,1-1,0 1,0-1,0 0,-1 0,1 0,0-1,0 1,-1-1,1 1,0-1,-1 0,1 0,0 0,-1-1,1 1,-1 0,0-1,1 0,-1 1,0-1,0 0,0 0,0 0,-1-1,1 1,-1 0,1-1,-1 1,0-1,1 1,-1-1,8-24,-1 0,-1 0,-1 0,-2-1,-1 0,-1 1,-1-1,-2-12,2 19,1-91,-1 111,-1 0,0 0,1 0,-1 1,0-1,1 0,-1 0,1 0,-1 0,1 1,0-1,-1 0,1 0,0 1,-1-1,1 1,0-1,0 0,0 1,0 0,-1-1,1 1,0-1,0 1,0 0,0 0,0 0,0-1,0 1,0 0,0 0,0 0,0 0,0 1,0-1,0 0,0 0,0 0,0 1,0-1,-1 1,1-1,0 1,0-1,0 1,0-1,-1 1,1 0,0-1,-1 1,1 0,0 0,-1-1,1 1,-1 0,1 0,-1 0,0 0,1 0,-1 0,12 8,3-1,1 0,0-2,1 1,0-2,0 0,0-1,16 1,35 10,-63-13,-1 0,1 0,-1 0,0 0,0 1,1 0,-2 0,1 0,0 0,-1 1,1-1,-1 1,0 0,-1 0,1 0,0 1,-1-1,0 0,0 1,-1-1,1 1,-1 0,0 0,0-1,0 1,-1 0,0 0,0 0,0 0,-1 1,3 34,-2-17,2 1,0-1,1 1,2-1,2 7,-6-24,1-1,0 0,0 1,1-1,0 0,-1 0,2-1,-1 1,0-1,1 1,0-1,0 0,0-1,1 1,-1-1,1 1,0-1,0-1,0 1,0-1,0 0,0 0,1 0,2 0,0-1,1 0,0 0,0-1,0 0,-1 0,1-1,0-1,0 1,-1-1,1-1,-1 1,1-1,-1-1,0 0,-1 0,1 0,0-1,-1 0,0-1,-1 1,1-2,-1 1,9-10,0 0,-1-1,-1-1,-1 0,0-1,-2 0,0-1,2-7,-7 17,0 0,-1 0,0 0,-1-1,0 0,-1 1,0-1,0 0,-1 0,-1 0,0 0,0 0,-1 0,-1-4,1 13,1 0,-1 1,0-1,0 0,0 0,0 1,0-1,-1 1,1-1,0 1,-1 0,1-1,-1 1,0 0,1 0,-1 0,0 0,1 0,-1 0,0 1,0-1,0 0,0 1,0 0,0-1,0 1,0 0,0 0,0 0,0 0,1 0,-1 1,0-1,0 1,0-1,0 1,0 0,0-1,0 2,-67 43,59-35,2 1,-1 0,1 0,1 1,0 0,1 0,0 0,1 1,0 0,1 0,0 1,1 0,1-8,1 1,0 0,0 0,1 0,0 1,0-1,0 0,1 0,0 0,1 0,-1 0,1-1,1 1,-1 0,1-1,0 0,1 1,-1-1,1 0,1-1,-1 1,1-1,0 0,0 1,11 3,1 0,-1-2,1 0,0 0,1-2,0 0,0-1,0 0,0-2,1 0,-1-1,0-1,4-1,-14 1,65 2</inkml:trace>
  <inkml:trace contextRef="#ctx0" brushRef="#br0" timeOffset="92463.752">9301 11130,'-11'-1,"0"0,0 1,1 0,-1 1,0 0,1 1,-1 0,1 1,0 0,0 0,0 1,0 1,0 0,1 0,0 0,0 2,0-1,1 1,0 0,0 0,1 1,0 0,0 1,-3 6,8-11,0 1,0-1,0 1,0-1,1 1,0 0,0 0,0 0,1 0,0 0,0 0,0 0,0 0,1 0,0-1,0 1,0 0,0 0,1 0,0-1,0 1,0-1,1 0,-1 1,1-1,0 0,0-1,0 1,1 0,0-1,-1 0,1 0,4 3,107 60,-94-57,1 2,-2 1,1 1,-2 0,17 16,-33-28,-1 1,0-1,0 1,0 0,0 0,0 0,0 0,0 0,-1 0,1 0,-1 1,0-1,1 1,-1-1,0 1,0-1,-1 1,1 0,-1-1,1 1,-1 0,0-1,0 1,0 0,0 0,0-1,-1 1,1 0,-1-1,0 1,0 0,0-1,0 1,0-1,0 0,-1 1,1-1,-1 0,0 0,-1 1,-10 7,0-2,-1 1,0-2,-1 0,1-1,-1 0,-1-1,1-1,-1 0,0-1,0-1,0 0,-15-1,24-1,1 1,-1-1,0 0,1 0,-1-1,0 1,1-2,-1 1,1-1,0 0,-1 0,1-1,0 0,0 0,-2-1,8 2,-1 1,0-1,1 1,-1-1,1 1,-1-1,1 0,0 1,-1-1,1 1,0-1,0 0,0 1,1-1,-1 0,0 1,0-1,1 1,-1-1,1 0,0 1,-1-1,1 1,0 0,0-1,0 1,0 0,0-1,0 1,0 0,1 0,-1 0,0 0,1 0,-1 0,0 0,1 1,-1-1,1 0,-1 1,1-1,0 1,1-1,28-12,0 0,1 2,1 2,0 1,0 1,1 2,29-1,-43 2,0 2,-1 0,1 1,0 1,0 0,0 2,0 1,-1 0,1 1,-1 1,3 2,-19-5,0 0,0 0,1 0,-2 0,1 1,0-1,0 1,-1-1,0 1,1 0,-1 0,0 0,-1 1,1-1,0 0,-1 1,0-1,1 4,6 12,-7-17,1 1,0-1,-1 1,1-1,0 0,0 1,0-1,1 0,-1 0,0-1,1 1,-1 0,1-1,0 1,-1-1,1 0,0 0,0 0,0-1,0 1,-1 0,1-1,0 0,0 0,0 0,0 0,0 0,1-1,80-25,-78 23,0-1,0 1,0-1,-1 0,0-1,0 1,0-1,0 0,-1 0,0-1,0 1,0-1,-1 0,0 0,0 0,0 0,-1-1,0 1,0-1,0 1,-1-1,0 0,-1 1,1-1,-1 0,-1 0,1 0,-1 1,0-1,-1 0,1 1,-1-1,-1 1,1 0,-1 0,0 0,-1 0,1 0,-1 0,0 1,-1 0,0-1,0 2,0 0,0 1,-1-1,0 1,1 1,-1-1,0 1,0 0,-1 0,1 0,0 1,-1 0,1 1,0-1,-1 1,1 0,-1 1,1 0,-1 0,1 0,0 0,0 1,0 0,0 1,0-1,0 1,0 0,1 1,0-1,-1 1,1 0,1 1,-1-1,0 1,1 0,0 0,0 0,1 0,0 1,0-1,-2 5,2-5,0 0,0 0,0 0,0 1,1-1,0 1,0 0,1 0,-1-1,1 1,0 0,1 0,0 0,0 0,0 0,0 0,1 0,0 0,1 0,-1 0,1 0,0-1,0 1,1-1,0 1,0-1,0 0,1 0,-1 0,1-1,0 1,0-1,1 0,0 0,-1 0,5 1,-3-2,1-1,-1 0,1-1,0 1,0-2,0 1,0 0,0-1,0-1,-1 1,1-1,0 0,0-1,0 1,-1-1,1-1,30-10</inkml:trace>
  <inkml:trace contextRef="#ctx0" brushRef="#br0" timeOffset="92773.991">9956 11008,'-7'0,"-1"0,1 0,-1 0,1 1,0 0,-1 0,1 1,0 0,0 0,0 1,0 0,0 0,0 1,1-1,0 2,0-1,0 1,0-1,1 2,0-1,0 0,0 1,0 1,-4 4,1 1,0 0,1 1,0-1,1 1,1 1,0-1,0 1,2 0,0 0,-1 8,4-10,1 1,0-1,1 0,1 0,0 0,0-1,1 1,1-1,0 0,0 0,1 0,0-1,1 0,0 0,1 0,0-1,1 0,-1-1,5 3,50 64,-22-2,-37-62,1 1,1-1,0-1,0 1,1-1,0 0,1-1,0 0,1 0,0-1,0 0,0 0,6 2,5-3,1-1,-1-2,1 0,0-1,0-1,0-1,0-1,1-1,-1 0,0-2,0 0,-1-2,1 0,-1-1,0-2,62-14,-10 1</inkml:trace>
  <inkml:trace contextRef="#ctx0" brushRef="#br0" timeOffset="101815.669">17844 10782,'-17'5,"0"0,0 1,1 1,0 0,1 1,0 1,0 0,0 2,2-1,-1 2,1-1,1 2,0 0,1 0,0 1,1 1,1 0,0 0,1 0,0 1,2 0,0 1,-4 16,-5 25,2 1,2 0,4 0,1 1,4 0,2 0,5 30,-2-44,3 0,1 0,2-1,3 0,1-1,8 16,-11-36,2 0,0 0,1-1,1-1,2 0,0-1,1-1,1 0,0-1,2-1,14 10,28 13</inkml:trace>
  <inkml:trace contextRef="#ctx0" brushRef="#br0" timeOffset="105517.849">22549 10514,'20'7,"19"14,16 16,14 21,10 25,2 23,-6 24,-12 19,-21 14,-25 3,-35 0,-36-6,-44-13,-43-17,-44-19,10-29</inkml:trace>
  <inkml:trace contextRef="#ctx0" brushRef="#br0" timeOffset="102574.325">18404 11250,'-2'98,"4"292,-4-366,2-25,0 1,0 0,0 0,0 0,0-1,0 1,-1 0,1 0,0-1,0 1,0 0,0 0,0 0,-1 0,1-1,0 1,0 0,0 0,-1 0,1 0,0 0,0 0,0-1,-1 1,1 0,0 0,0 0,-1 0,1 0,0 0,0 0,-1 0,1 0,0 0,0 0,-1 0,1 0,0 0,0 1,0-1,-1 0,-30-193,17 72,5 0,5-71,3 189,1 1,-1-1,1 0,-1 0,1 0,0 1,0-1,0 0,1 0,-1 0,1 1,-1-1,1 0,0 1,0-1,0 0,0 1,1-1,-1 1,1 0,-1-1,1 1,0 0,0 0,0 0,0 0,0 0,1 1,-1-1,0 1,1-1,-1 1,1 0,0 0,1-1,5 3,-1 0,0 1,1-1,-1 2,0-1,0 1,0 0,0 1,-1 0,0 0,1 1,-1-1,-1 2,1-1,-1 1,0 0,0 0,-1 1,3 3,-4-4,0 0,-1 1,0-1,0 0,-1 1,0 0,0-1,0 1,-1 0,0 0,0 0,-1 0,0 0,0 0,-1 0,0 0,0 0,0 0,-1-1,0 1,-1 0,1-1,-1 1,0-1,-1 0,0 0,0 0,0-1,0 1,-1-1,-1 1,-12 12,-1 0,-1-1,0-1,-1-1,-1 0,-9 2,32-16,-1-1,0 0,0 0,0 0,1 1,-1-1,0 0,0 0,0 1,1-1,-1 0,0 1,0-1,0 0,0 0,0 1,0-1,1 0,-1 1,0-1,0 0,0 1,0-1,0 0,0 1,0-1,-1 0,1 0,0 1,0-1,0 0,0 1,0-1,0 0,0 0,-1 1,1-1,0 0,0 0,0 1,-1-1,1 0,0 0,0 1,-1-1,1 0,0 0,0 0,-1 0,1 0,0 1,-1-1,1 0,0 0,-1 0,1 0,0 0,-1 0,1 0,0 0,0 0,-1 0,1 0,27 0,26-5,-34 1,0 1,0 1,0 1,0 1,0 0,1 2,-1 0,0 1,-1 1,1 1,-1 0,1 2,2 1,-16-5,0 1,0-1,0 1,-1 0,1 0,-1 0,0 1,-1 0,1 0,-1-1,0 2,0-1,0 0,-1 1,0-1,0 1,0 0,-1 0,0-1,0 1,0 0,-1 0,0 0,0 0,0 0,-1 0,0 0,0 0,0 0,-1 0,0-1,0 1,-1-1,1 1,-3 3,-6 6,0-1,-1 1,-1-2,0 0,-1 0,0-1,-1-1,0-1,-1 0,0-1,-1 0,1-1,-2-1,1-1,-1 0,0-2,0 0,0-1,-18 1,-15-4,50 0,-1 0,1 0,0 0,0 0,0-1,-1 1,1 0,0-1,0 1,0-1,0 1,0-1,0 0,0 1,0-1,0 0,0 0,0 0,0 0,1 0,-1 0,0 0,1 0,-1 0,1 0,-1 0,1 0,-1 0,1 0,0 0,-1-1,1 1,0 0,0 0,0-1,0 1,0 0,0-1,8-21,6-2</inkml:trace>
  <inkml:trace contextRef="#ctx0" brushRef="#br0" timeOffset="103104.489">18886 11169,'24'-6,"0"1,0 2,1 0,-1 1,1 2,-1 0,0 2,1 1,-1 0,0 2,0 1,-1 1,4 2,-22-8,0 1,0-1,0 1,0 0,0 1,-1-1,1 1,-1 0,1 0,-1 1,0-1,0 1,-1 0,1 0,-1 0,0 0,0 1,0-1,0 1,-1 0,0 0,0 0,0 0,-1 0,0 0,1 0,-2 1,1-1,-1 0,0 1,0-1,0 0,-1 1,0-1,-1 4,-6 3,-2-1,0 0,0 0,-1-1,0 0,0-1,-1 0,-1-1,1 0,-2-1,1-1,0 0,-1 0,0-2,-2 1,8-2,-1 6,29-6,-13-2,14 2,1 1,-1 1,0 1,-1 0,0 2,0 0,0 2,1 1,-13-7,1 2,-1-1,0 1,0 0,-1 1,0-1,0 2,0-1,-1 1,0 0,-1 0,1 0,-2 1,1 0,-1 0,-1 0,1 1,0 7,-3-11,0 0,-1 0,0 0,0 0,0 1,-1-1,0 0,0 0,0 0,-1 0,0-1,0 1,-1 0,1-1,-1 1,-1-1,1 0,-1 0,1 0,-2-1,1 1,0-1,-1 0,0 0,0 0,-3 1,-8 6,-2-2,1 1,-1-2,0-1,-1 0,0-1,-13 2,28-7,-7 3,0-1,0-1,-1 0,1 0,-1-1,1-1,-1 0,1 0,-1-1,1 0,-10-3,20 3,0 1,1-1,-1 1,0-1,0 1,0-1,1 1,-1-1,0 0,0 1,1-1,-1 0,1 0,-1 0,1 1,-1-1,1 0,-1 0,1 0,0 0,-1 0,1 0,0 0,0 0,0 0,0 0,0 0,0 0,0 0,0 0,0 1,0-1,1-1,4-14</inkml:trace>
  <inkml:trace contextRef="#ctx0" brushRef="#br0" timeOffset="103667.92">19795 11263,'-1'0,"0"0,0 0,0 1,0-1,0 0,0 0,0 1,0-1,0 1,1-1,-1 1,0-1,0 1,0 0,1-1,-1 1,0 0,1-1,-1 1,0 0,1 0,-1 0,1 0,0-1,-1 1,1 0,0 0,-1 0,1 0,0 0,0 0,0 0,0 0,0 0,16-18,-15 14,1 0,-1 1,1-1,-1 0,0 0,0 0,0 1,0-1,-1 0,1 0,-1 0,0 0,0-1,0 1,0 0,0 0,-1 0,0 0,1 0,-1 0,0 1,0-1,0 0,-1 0,0 0,1 3,-1 0,0 0,1 0,-1 0,0 1,0-1,1 0,-1 1,1-1,-1 1,0 0,1-1,-1 1,1 0,-1 0,1 0,0 0,-1 0,1 0,0 1,0-1,0 0,0 1,0-1,0 1,0-1,0 1,1-1,-1 1,0-1,1 1,-1 0,1-1,0 1,0 0,0 1,-6 21,3-1</inkml:trace>
  <inkml:trace contextRef="#ctx0" brushRef="#br0" timeOffset="104040.018">19862 11784,'2'-3,"0"0,-1-1,1 1,-1-1,1 0,-1 1,0-1,0 0,-1 0,1 0,-1 0,0 1,0-1,0 0,0 0,-1 0,0 0,0-2,-1 4,0 0,0 0,0 0,0 1,-1-1,1 1,0-1,-1 1,1 0,-1 0,1 0,-1 0,0 0,1 0,-1 1,0 0,0-1,1 1,-1 0,0 0,0 0,1 1,-1-1,0 1,1 0,-3 0,-1 0,1 0,-1 1,1-1,0 1,0 0,0 0,0 1,0-1,0 1,1 0,-1 1,1-1,0 1,0 0,0 0,0 0,1 0,0 1,0-1,0 1,-2 4,6-7,-1 0,1 0,0 0,0 0,0 0,0 0,0 0,0 0,1 0,-1-1,1 1,-1-1,1 1,-1-1,1 1,0-1,0 0,0 0,0 0,0 0,0 0,0 0,0-1,0 1,0 0,0-1,0 0,0 0,1 1,-1-1,0-1,0 1,1 0,-2 0,48 6,2-2</inkml:trace>
  <inkml:trace contextRef="#ctx0" brushRef="#br0" timeOffset="106366.363">19808 11250,'32'11,"-28"-11,1-1,-1 1,0-1,0 0,0-1,0 1,0-1,-1 1,1-1,0 0,-1-1,1 1,-1-1,0 1,0-1,0 0,0 0,0-1,-1 1,1 0,-1-1,0 1,0-1,0 0,-1 0,1 0,-1 0,0 0,0 0,0 0,-1 0,1 0,-1-1,0 1,0 0,-1-1,1 3,-1 0,1 0,-1 0,0 0,0 1,1-1,-1 0,0 1,-1-1,1 0,0 1,0-1,-1 1,1 0,-1-1,1 1,-1 0,1 0,-1 0,0 0,0 0,1 1,-1-1,0 0,0 1,0-1,0 1,0 0,0 0,0-1,0 1,0 1,0-1,1 0,-1 0,0 1,0-1,0 1,0-1,0 1,1 0,-1 0,0 0,0 0,1 0,-1 0,1 0,-1 1,1-1,0 1,-1-1,0 2,2 0,-1 0,1 0,0 0,0-1,0 1,1 0,-1 0,1 0,-1 0,1 0,0-1,0 1,0 0,1-1,-1 1,1-1,-1 1,1-1,0 0,0 0,0 1,1 0,16 17</inkml:trace>
  <inkml:trace contextRef="#ctx0" brushRef="#br0" timeOffset="104550.364">20851 11317,'1'-7,"0"1,-1-1,1 1,-1-1,-1 1,1-1,-1 1,-1-1,1 1,-1-1,0 1,0 0,-1 0,1 0,-1 0,-1 1,1-1,-1 1,0 0,0 0,-1 0,0 1,1-1,-1 1,-1 0,1 0,-1 1,1 0,-1 0,-1 0,-4 0,-1 2,0-1,0 1,1 1,-1 1,0-1,0 2,1-1,-1 2,1 0,-1 0,1 1,0 0,1 1,-1 0,1 1,0 0,0 0,0 1,1 1,-2 2,8-8,1 0,0 0,0 0,0 0,0 1,0-1,1 1,-1-1,1 1,-1 0,1 0,0-1,0 1,0 0,1 0,-1 0,1 0,-1 0,1 0,0 0,0 0,1 0,-1 0,1 0,-1 0,1 0,0 0,0 0,0-1,0 1,1 0,-1-1,1 1,-1-1,1 1,0-1,0 0,0 1,0-1,1 0,-1-1,0 1,1 0,0-1,-1 1,2-1,12 5,1 0,0-2,0 0,1-1,-1-1,1 0,-1-2,1 0,0-1,14-2,158-47,-187 49,0 0,1 1,-1 0,1-1,-1 1,0 1,1-1,-1 0,1 1,-1 0,0 0,0 0,1 0,-1 0,0 1,0-1,0 1,0 0,-1 0,1 0,0 0,-1 0,1 1,-1-1,0 1,0-1,0 1,0 0,0 0,-1 0,1 0,-1 0,1 2,3 6,0 0,-1 0,0 1,-1-1,0 1,0-1,-2 1,1 0,-1 0,-1 0,0 0,-1 0,-1 0,1 0,-2 0,1-1,-2 1,0-1,0 0,-1 0,0 0,-1-1,0 1,-1-1,0-1,0 1,-1-1,0-1,-1 1,-3 1,-1-1,0-1,0 0,-1-1,-1 0,1-1,-1-1,0 0,0-1,-1-1,1 0,-1-1,0 0,-12-2,7-6,11-2</inkml:trace>
  <inkml:trace contextRef="#ctx0" brushRef="#br0" timeOffset="105111.718">21666 11396,'2'-11,"0"6,0-1,-1 1,0 0,0 0,0-1,0 1,-1-1,0 1,0-1,-1 1,1-1,-1 1,0 0,-1-1,1 1,-1 0,0 0,-1 0,1 0,-1 1,0-1,0 0,0 1,-1 0,-3-4,-2 5,0-1,0 2,0-1,0 1,-1 1,1-1,-1 2,0-1,1 1,-1 1,1 0,-1 0,1 1,-1 0,1 0,0 1,0 1,0-1,1 1,-1 1,1 0,0 0,0 0,0 1,1 0,0 1,-2 2,5-6,0 0,0 0,0 1,1 0,-1-1,1 2,0-1,0 0,0 0,1 1,-1 0,1-1,0 1,0 0,1 0,0 0,0 0,0 0,0 1,1-1,0 0,0 0,0 0,1 1,-1-1,1 0,0 0,1 0,-1 0,1 0,0-1,1 1,-1 0,1-1,2 4,5-2,0 1,0-1,1-1,0 0,0-1,1 0,-1 0,1-1,0-1,0 0,0 0,0-1,0-1,0 0,0-1,0 0,0-1,5-1,-6 1,0-1,-1 0,1 0,-1-1,1 0,-1-1,0 0,-1-1,1 0,-1 0,0-1,-1 0,1-1,-2 0,1 0,-1-1,0 0,-1 0,0 0,0-1,2-7,-8 15,0 1,0 0,1 0,-1 0,0 0,0 0,1 0,-1 0,0 0,1 0,-1 0,1 0,-1 0,1 0,0 0,-1 1,1-1,0 0,0 0,0 1,-1-1,1 0,0 1,0-1,0 1,0-1,0 1,0-1,0 1,0 0,0 0,0-1,1 1,-1 0,0 0,0 0,0 0,0 0,0 0,0 1,0-1,0 0,0 0,0 1,0-1,0 1,0-1,0 1,0-1,0 1,0 0,0 0,11 15,0 2,-1-1,-1 1,-1 1,0 0,-1 0,-2 1,1 2,-3-13,-1 0,0 0,0 0,-1 1,0-1,0 1,-1-1,-1 1,1 0,-2-1,1 1,-1 0,-1-1,0 1,0-1,-1 0,0 0,0 1,-1-2,0 1,-1-1,0 1,-4 4,-8 1,-1-1,0 0,-1-2,0 0,-1-1,0-1,-1-1,0-1,0-1,0 0,-1-2,1 0,-19 0,-53-1,65-8</inkml:trace>
  <inkml:trace contextRef="#ctx0" brushRef="#br1" timeOffset="131955.818">10116 13081,'-6'-6,"-1"0,1 0,-1 1,0 0,-1 1,1-1,-1 1,0 1,0-1,0 1,0 1,-1 0,1 0,-1 0,1 1,-1 0,0 1,1 0,-1 1,0-1,1 1,-1 1,1 0,-1 0,1 1,-3 1,4 1,0 0,1 0,-1 1,1-1,0 2,1-1,0 0,0 1,0 0,1 0,0 1,0-1,1 1,0 0,0 0,1 0,0 0,1 0,-1 1,2-1,-1 0,1 1,1 6,-1-11,1 0,0 0,0-1,1 1,-1 0,1-1,0 1,0-1,0 0,0 0,0 1,1-1,-1-1,1 1,0 0,0-1,0 1,0-1,1 0,-1 0,1 0,-1 0,1-1,-1 0,1 1,0-1,0 0,1-1,3 2,0-1,0 0,0-1,0 0,0 0,0-1,1 0,-1-1,0 1,0-1,-1-1,1 0,1-1,-2 1,0-1,0 0,-1 0,1 0,-1-1,0 0,0-1,-1 1,0-1,0 0,0-1,-1 1,1-1,-2 0,1 0,-1 0,0 0,0 0,-1-1,0 1,0-1,-1 0,0 0,-1 1,1-1,-1 0,-1 0,0 0,0 0,0 1,-1-1,0 1,-1-1,1 1,-2-1,5 8,-1-1,0 1,0 0,0-1,0 1,0-1,0 1,-1 0,1-1,0 1,0-1,0 1,0-1,0 1,-1 0,1-1,0 1,0 0,0-1,-1 1,1 0,0-1,-1 1,1 0,0-1,-1 1,1 0,0 0,-1 0,1-1,-1 1,1 0,0 0,-1 0,1 0,-1 0,1 0,0 0,-1 0,1 0,-1 0,1 0,-1 0,1 0,0 0,-1 0,1 0,-1 0,1 0,0 1,-1-1,1 0,-1 0,1 0,0 1,-1-1,1 0,0 1,-1-1,1 0,0 1,-6 28,6-22,0 0,1-1,0 1,0 0,0 0,1 0,0-1,1 1,-1-1,1 1,1-1,-1 0,1-1,0 1,0 0,1-1,-1 0,1 0,1 0,-1-1,0 0,3 1,5 4,1-2,0 1,1-2,0 0,0-1,0 0,0-1,1-1,5 0,43 4,-7-4</inkml:trace>
  <inkml:trace contextRef="#ctx0" brushRef="#br1" timeOffset="132547.595">10731 13014,'-12'-3,"-1"0,0 1,0 1,0 0,0 0,0 1,0 1,0 0,-6 2,13-2,0 1,1-1,-1 1,1 1,-1-1,1 1,0 0,0 0,0 0,0 0,1 1,0 0,-1 0,1 1,0-1,1 1,-1-1,1 1,0 0,0 1,1-1,-1 0,2-1,0 0,-1-1,1 1,1 0,-1 0,0 0,1-1,0 1,0 0,0 0,0 0,1 0,0 0,-1 0,1-1,1 1,-1 0,0-1,1 1,0-1,0 1,0-1,0 0,0 0,1 0,0 0,-1 0,1 0,0-1,0 0,3 2,5 4,1-1,0 0,0-1,1 0,0-1,0-1,0 0,8 1,6 0,1 0,-1-2,1-1,0-2,0 0,0-2,-1-1,1-1,-1-2,0 0,0-2,1-2,-18 5,0 0,0-1,-1-1,0 1,0-2,0 1,-1-1,0 0,0-1,-1 0,-1 0,1 0,-1-1,-1 0,0-1,0 1,-1-1,0 1,-1-1,0-1,-1 1,0 0,-1-6,0 15,-1 1,0 0,0-1,1 1,-1 0,0-1,0 1,0 0,-1-1,1 1,0 0,0-1,-1 1,1 0,-1 0,1-1,-1 1,1 0,-1 0,0 0,1 0,-1 0,0 0,0 0,0 0,0 0,0 0,0 0,0 0,0 1,-1-1,1 0,0 1,0-1,-1 1,1 0,0-1,0 1,-1 0,1 0,0-1,-1 1,1 0,0 0,-1 1,1-1,0 0,-1 0,1 1,0-1,-1 1,1-1,0 1,0-1,0 1,0 0,0 0,-1-1,1 1,0 0,1 0,-2 1,-1 3,1 0,-1 0,1 1,0-1,1 1,-1-1,1 1,0 0,1 0,-1-1,1 1,0 0,1 0,-1-1,2 6,-1 2,-2-5,1 1,0-1,0 0,1 1,0-1,0 0,1 1,0-1,1 0,0 0,0 0,0-1,1 1,0-1,1 0,0 0,0 0,0-1,1 0,0 0,0 0,0 0,1-1,0-1,0 1,0-1,1 0,1 0,11 1,0-2,0 0,0-1,0-1,1-1,-1-1,0-1,0 0,0-2,13-3,5-3</inkml:trace>
  <inkml:trace contextRef="#ctx0" brushRef="#br1" timeOffset="133317.746">12055 12987,'-39'-1,"0"2,0 2,-1 1,2 3,-1 0,-9 6,47-14,0 1,-1 0,1 0,0 0,-1 0,1 1,0-1,-1 0,1 1,0-1,-1 0,1 1,0 0,0-1,0 1,-1 0,1-1,0 1,0 0,0 0,0 0,0 0,0 0,1 0,-1 0,0 0,0 0,1 1,-1-1,1 0,-1 0,1 1,0-1,-1 0,1 1,0-1,0 0,0 1,0-1,0 0,0 1,0-1,0 0,1 1,-1-1,0 0,1 1,-1-1,1 0,0 0,-1 1,1-1,0 0,0 0,-1 0,1 0,0 0,0 0,1 0,15 10,0-1,1-1,1 0,-1-2,1 0,2 0,28 11,-28-10,2 0,0 1,-1 1,0 1,-1 1,0 1,6 6,-25-18,-1 0,1-1,0 1,-1 0,1 0,-1 0,0 1,1-1,-1 0,0 0,0 1,0-1,0 1,0-1,0 1,0-1,0 1,-1-1,1 1,0 0,-1-1,0 1,1 0,-1 0,0-1,0 1,0 0,0 0,0-1,0 1,-1 0,1 0,0-1,-1 1,0 0,1-1,-1 1,0 0,0-1,0 1,0-1,0 1,0-1,0 0,-1 1,-4 2,-1-1,1 0,0 0,-1-1,1 0,-1 0,0-1,0 0,1 0,-1 0,0-1,0 0,0 0,0-1,0 0,0 0,-4-2,9 3,1-1,-1 0,1 1,0-1,-1 0,1 0,-1 0,1 0,0 0,0 0,0 0,0 0,0-1,0 1,0 0,0-1,0 1,0-1,1 1,-1-1,1 1,-1-1,1 1,-1-1,1 0,0 1,0-1,0 0,0 1,0-1,0 1,0-1,1 0,-1 1,0-1,1 1,0-1,-1 1,1-1,0 1,0-1,40-62,-38 59,81-97,-33 42,-3-2,19-37,-48 68,-2-1,-1 0,-2-2,-1 0,-1 0,-3-1,0 0,-2-1,-2 1,-2-1,0-9,-14-7,10 51,0 1,1 0,-1-1,0 1,0 0,1-1,-1 1,0 0,0 0,1 0,-1-1,0 1,0 0,0 0,1 0,-1 0,0 0,0 1,1-1,-1 0,0 0,0 0,1 1,-1-1,0 0,0 1,1-1,-1 1,1-1,-1 1,0-1,1 1,-1-1,1 1,-1 0,1-1,-1 1,1 0,0-1,-1 1,1 0,0-1,-1 2,-6 11,0 1,0 0,2 0,0 1,0-1,1 1,1 0,-1 16,2-23,-8 47,2 0,2 1,3 0,2 0,2 0,3 0,3-1,2 1,12 39,29 20,-47-110,0 0,0 0,1 0,-1-1,1 1,0-1,1 0,-1 0,1-1,0 1,-1-1,2 0,-1 0,0-1,0 1,1-1,0-1,-1 1,1-1,0 0,-3 0,0-1,0 0,-1-1,1 1,0 0,0-1,0 1,-1-1,1 0,0 0,-1 0,1 0,-1-1,1 1,-1-1,1 1,-1-1,0 0,0 0,0 0,0 0,0 0,0-1,-1 1,1 0,10-20</inkml:trace>
  <inkml:trace contextRef="#ctx0" brushRef="#br1" timeOffset="133503.245">12175 12867,'-13'-7,"-17"-4,-14-3,-6-1,3 2,7 0,12 4,21 2,27 3,28 2,32 1,28 1,29 1,24-1,18 1,-23-1</inkml:trace>
  <inkml:trace contextRef="#ctx0" brushRef="#br1" timeOffset="130219.303">6641 12452,'0'16,"0"15,2 12,1 14,2 10,0 8,0 6,-2 2,-3-3,-4-5,-1-9,-2-14,0-12,1-14</inkml:trace>
  <inkml:trace contextRef="#ctx0" brushRef="#br1" timeOffset="130533.021">6587 12667,'-105'-238,"103"236,1-1,-1 0,1 0,0 0,0 0,0 0,1 0,-1 0,0 0,1 0,0 0,0 0,0 0,0 0,1-1,-1 1,1 0,0 0,0 0,0 0,0 0,0 1,0-1,1 0,0 0,0 0,6-3,0 1,1 0,0 0,-1 1,2 0,-1 1,0 0,1 0,-1 1,1 0,0 1,7-1,-10 1,13-2,1 0,-1 1,1 1,0 1,-1 0,1 2,-1 1,1 0,-1 2,0 0,0 1,-1 1,0 1,0 0,-1 2,4 2,-17-9,-1 1,0 0,0-1,0 1,0 0,-1 1,1-1,-1 1,-1 0,1-1,0 1,-1 0,0 1,0-1,-1 0,1 1,-1-1,-1 0,1 1,-1-1,1 1,-2 0,1-1,0 1,-1-1,0 1,-1-1,1 0,-6 11,-1-1,0 0,-1-1,-1 0,0 0,-1-1,0 0,-1-1,-1 0,1-1,-2-1,0 0,0-1,-1 0,0-1,0-1,-3 1,-52 13,69-21,0 0,0 0,0 0,0-1,0 1,0 0,0 0,0 0,0-1,0 1,0-1,1 1,-1-1,0 1,0-1,0 1,1-1,-1 1,0-1,1 0,-1 0,0 1,1-1,-1 0,1 0,-1 0,1 0,0 0,-1 1,1-1,0 0,-1 0,1 0,0 0,0 0,0 0,0 0,0 0,0 0,0 0,0 0,1 0,-1 0,0 0,1 0,-1 0,0 1,1-1,-1 0,1 0,-1 0,1 0,0 1,-1-1,1 0,0 1,-1-1,1 0,0 1,0-1,0 1,18-24</inkml:trace>
  <inkml:trace contextRef="#ctx0" brushRef="#br1" timeOffset="130783.059">7322 12292,'-14'9,"-6"12,0 14,3 15,5 12,6 12,5 6,4 4,2 2,0-2,0-5,-2-6,-1-12,-1-12,-1-11,0-13</inkml:trace>
  <inkml:trace contextRef="#ctx0" brushRef="#br1" timeOffset="131060.83">6935 12827,'-16'-2,"-10"-1,-2 0,2-2,12 0,18-1,26-2,27-6,25-6,21-2,11 2,2 3,-7 11,-22 8</inkml:trace>
  <inkml:trace contextRef="#ctx0" brushRef="#br1" timeOffset="131403.468">7684 13242,'15'-16,"-1"-1,0 0,-2 0,0-2,0 1,-2-1,0-1,-2 0,0 0,-1-1,-1 0,-1 0,-1-1,0-8,-3 25,0 1,0-1,-1 0,0 0,0 0,0 0,0 0,-1 0,0 0,0 0,0 0,-1 1,0-1,1 1,-2-1,1 1,0-1,-1 1,0 0,0 0,-4-3,6 7,1 0,-1-1,-1 1,1 0,0 0,0 0,0 0,0 1,0-1,0 0,0 0,1 0,-1 1,0-1,0 1,0-1,0 1,0-1,0 1,0-1,1 1,-1 0,0-1,1 1,-1 0,0 0,1 0,-1-1,1 1,-1 0,1 0,-1 0,1 0,0 0,-1 0,1 0,0 0,0 0,0 0,0 0,0 0,0 0,0 0,0 0,0 0,0 0,1 0,-1 0,1 1,1 2,1-1,0 1,0 0,0-1,1 0,-1 0,1 0,0 0,0 0,0-1,0 1,0-1,1 0,-1-1,0 1,1-1,0 0,-1 0,1 0,11 4,-6-2,0-1,0 2,0-1,-1 1,1 1,-1 0,0 0,-1 1,1 0,-1 0,0 1,0 0,-1 0,0 1,-1 0,1 0,-2 1,1 0,-1 0,0 0,-1 1,2 5,-4-1,0 1,-1-1,-1 1,0 0,-1-1,-1 1,0-1,-3 10,-2 19,6-41,0-1,1 1,-1-1,1 1,0 0,0-1,-1 1,1-1,0 1,0-1,0 1,1 0,-1-1,0 1,1-1,-1 1,1-1,-1 1,1-1,-1 1,1-1,0 0,0 1,0-1,0 0,0 0,0 1,0-1,0 0,1 0,-1 0,0-1,1 1,-1 0,1 0,-1-1,0 1,1-1,-1 1,1-1,0 0,0 1,12-1,0-1,1 0,-1-1,0 0,0-1,0-1,0 0,0-1,8-4,4-1,170-62,-100 35</inkml:trace>
  <inkml:trace contextRef="#ctx0" brushRef="#br1" timeOffset="134688.993">13993 12974,'0'-6,"0"0,0-1,0 1,1 0,0 0,0 0,0 0,1 0,0 0,0 1,1-1,1-2,-4 7,1 0,-1 1,1-1,-1 0,1 1,-1-1,1 1,0-1,-1 1,1-1,0 1,-1-1,1 1,0 0,0-1,0 1,-1 0,1 0,0 0,0-1,0 1,0 0,-1 0,1 0,0 0,0 0,0 1,0-1,-1 0,1 0,0 0,0 1,-1-1,1 0,0 1,0-1,-1 1,1-1,0 1,-1-1,1 1,0 0,-1-1,1 1,-1-1,1 1,-1 0,0 0,1-1,-1 1,0 0,22 42,31 207,-53-248,0-1,1 1,-1 0,0 0,1-1,-1 1,1-1,0 1,0 0,-1-1,1 1,0-1,0 0,1 1,-1-1,0 0,0 0,1 1,-1-1,0 0,1 0,-1-1,1 1,-1 0,1 0,0-1,-1 1,1-1,0 1,-1-1,1 0,0 0,0 1,-1-1,1-1,0 1,-1 0,1 0,0-1,0 1,-1 0,2-2,5-4,0-2,0 1,-1-1,0 0,0 0,-1-1,0 0,-1 0,0 0,0-1,-1 0,0 0,-1 0,0 0,1-9,0 3,0-1,-1 1,-1-1,-1 1,0-1,-1 0,-1 1,-2-14,-3 25,1 21,3 1,-1 0,2 1,1-1,0 1,1 0,0-1,2 0,0 1,1-1,5 12,-7-25,1 1,-1-1,1 0,1 0,-1 0,0 0,1-1,0 1,0-1,0 0,0 0,0 0,0-1,1 0,0 1,-1-1,1-1,0 1,0-1,0 0,0 0,0 0,0-1,0 0,0 0,0 0,0 0,0-1,0 0,0 0,0-1,0 1,0-1,-1 0,1 0,-1 0,1-1,-1 0,0 0,0 0,0 0,0 0,0-1,0-1,6-7,-1 0,0-1,-1 0,0 0,-1-1,0 0,-1 0,-1-1,2-8,5-12,-12 106,-2-66,1 0,0 0,1 0,-1 0,1 0,0 0,0 0,0 0,1 0,0 0,0 0,0 0,1 0,-1 0,1 0,0-1,1 1,-1-1,1 0,0 1,0-1,0-1,1 1,-1 0,1-1,0 1,0-1,0 0,0-1,1 1,1 0,6 1,1-1,0 0,0-1,0-1,0 0,0 0,0-2,0 1,0-2,0 0,-1 0,1-1,0-1,-1 0,-3 2,-1-1,0-1,0 1,-1-2,1 1,-1-1,1 0,-2 0,1-1,0 0,-1 0,0 0,-1-1,0 0,0 0,0 0,-1-1,1 0,-2 0,0 0,1-2,-4 16,0 0,0-1,1 1,0-1,0 1,0-1,1 1,-1-1,1 0,1 1,-1-1,1 0,0-1,0 1,0 0,1-1,-1 0,1 0,0 0,1 0,-1 0,0-1,1 0,2 1,15 5,0-2,1 0,0-1,1-2,-1 0,1-1,-1-2,1 0,0-2,11-1,-22 1,-10 2,1-1,-1 1,1-1,-1 0,1 0,-1-1,1 1,-1-1,1 1,-1-1,0 0,1-1,-1 1,0 0,0-1,0 0,0 0,0 0,0 0,0 0,-1 0,1-1,-1 1,0-1,0 0,0 0,0 0,0 0,0 0,-1 0,2-3,11-77,-14 80,0 0,0 0,-1 0,1 0,-1 0,1-1,-1 1,0 0,0 0,-1 1,1-1,0 0,-1 0,0 1,0-1,1 0,-2 1,1 0,0 0,0-1,-1 1,1 1,-1-1,0 0,0 0,-5-1,-1 1,0-1,0 1,0 1,0 0,-1 0,1 0,0 2,0-1,-1 1,1 0,0 1,0 0,0 0,0 1,1 0,-1 1,1 0,-1 0,1 1,1 0,-1 1,6-5,0 0,0 0,0 0,1 0,-1 1,0-1,1 1,-1-1,1 1,0-1,-1 1,1 0,0 0,0 0,0-1,0 1,1 0,-1 0,0 0,1 0,0 1,-1-1,1 0,0 0,0 0,0 0,0 0,0 0,1 0,-1 1,1-1,-1 0,1 0,0 0,0 1,4 1,-1 0,1 0,0-1,0 0,0 0,0 0,0-1,1 0,-1 0,1 0,4 1,33 8</inkml:trace>
  <inkml:trace contextRef="#ctx0" brushRef="#br1" timeOffset="135139.565">16132 13041,'-44'-20,"20"9,-1 0,0 1,-1 2,1 1,-25-4,43 12,0 0,1 0,-1 1,0-1,0 2,1-1,0 1,-1 0,1 0,0 1,0-1,1 2,-1-1,1 0,0 1,0 0,0 0,1 1,0-1,0 1,0 0,1 0,0 0,0 0,0 1,1 0,0-1,0 1,1 0,-1 4,1-8,0 0,0 1,0-1,1 0,-1 0,1 0,0 1,0-1,0 0,1 0,-1 1,1-1,0 0,-1 0,1 0,1 0,-1 0,0 0,1 0,0 0,-1 0,1-1,0 1,0-1,1 1,-1-1,0 0,1 0,0 0,-1 0,1 0,0-1,0 1,0-1,0 0,0 1,1-1,13 3,0-1,0-1,0 0,0-1,0-1,0-1,0 0,0-1,0-1,0 0,0-2,-1 0,0 0,0-2,0 0,9-6,-13 5,-1-1,0 0,0 0,-1-1,0-1,-1 0,0 0,-1-1,0 0,-1 0,0 0,-1-1,0-1,-1 1,-1-1,0 1,-1-1,0 0,-1 0,-1-1,0 1,-1-11,0-92,-4 0,-6 1,-6-6,16 121,-18-105,8 95,2 30,-10 53,3 1,3 0,2 28,9-93,-12 225,14-214,0 0,1 0,1-1,1 1,1-1,0 0,1 0,1 0,1-1,0 0,3 3,-4-10,1 0,0-1,0 1,1-2,0 1,1-1,0-1,0 1,0-2,2 1,41 18</inkml:trace>
  <inkml:trace contextRef="#ctx0" brushRef="#br1" timeOffset="136213.505">17990 13027,'-5'-6,"0"0,-1 0,0 0,0 1,0-1,-1 2,1-1,-1 1,0 0,-1 0,1 0,-1 1,0 1,1-1,-1 1,0 1,0-1,0 1,-1 1,1-1,0 2,0-1,0 1,0 0,0 0,0 1,0 0,0 1,0 0,1 0,-1 1,1 0,0 0,0 0,1 1,-6 4,6-3,0 0,1 0,0 0,0 1,0 0,1 0,0 0,1 0,-1 1,1 0,2-5,0-1,0 1,0 0,1-1,-1 1,1 0,0 0,-1 0,1-1,1 1,-1 0,0 0,1-1,-1 1,1 0,0 0,0-1,0 1,0-1,0 1,1-1,-1 1,1-1,-1 0,1 0,0 0,0 0,0 0,0 0,2 1,4 0,0 0,0 0,0-1,0-1,0 1,1-1,-1 0,0-1,0 0,1-1,-1 1,0-2,0 1,1-1,-1 0,-1-1,1 0,0 0,-1 0,1-1,-1 0,0-1,0 0,-1 0,1 0,2-5,4-1,-2-1,0-1,0 0,-1-1,-1 0,0 0,-1-1,0 0,-2 0,1-1,-2 0,0 0,-1 0,1-16,3-27,-3-1,-2 0,-4-28,-4-16,-7 75,12 28,-1 1,0 0,0 0,1 0,-1 0,0 0,0 0,1 0,-1 0,0 1,0-1,1 0,-1 0,0 1,1-1,-1 0,0 1,1-1,-1 1,0-1,1 0,-1 1,1-1,-1 1,1 0,-1-1,1 1,0-1,-1 1,1 0,-1-1,1 1,0 0,0 0,0-1,-1 1,1 0,0 0,0 0,-14 32,1 1,2 0,1 1,2 1,1-1,1 12,0-11,2 0,2 1,1-1,1 1,6 32,-5-57,1-1,0 0,1 0,0 0,1 0,0 0,1-1,0 0,1 0,0 0,0 0,1-1,0 0,1-1,0 0,0 0,1 0,0-1,0 0,9 3,-8-4,0-2,1 1,0-1,0-1,0 0,0-1,0 0,1 0,-1-2,0 1,1-1,5-1,-12 0,0 1,0-1,0 0,0 0,0-1,-1 0,1 1,0-1,-1-1,0 1,1-1,-1 0,0 0,0 0,-1 0,1-1,-1 1,1-1,-1 0,0 0,-1 0,1-1,-1 1,0-1,0 1,0-1,0 0,-1 0,1-1,-1-3,0 0,-1 0,0 0,0 1,-1-1,0 0,-1 0,0 1,0-1,-1 1,0 0,0-1,-1 1,0 1,0-1,-1 1,0-1,0 1,-4-3,8 9,0 0,1 0,-1 0,0 0,1 1,-1-1,0 0,0 0,0 1,0-1,0 0,0 1,0-1,0 1,0-1,0 1,0 0,0-1,0 1,0 0,0 0,0 0,0 0,-1 0,1 0,0 0,0 0,0 0,0 0,0 1,0-1,0 0,0 1,0-1,0 1,0-1,0 1,0-1,0 1,0 0,0 0,0-1,1 1,-1 0,0 0,1 0,-1 0,0 0,1 0,-1 0,1 0,0 0,-1 0,1 0,0 0,-1 0,1 0,0 1,0-1,0 0,0 0,0 0,0 0,1 0,-1 1,0 4,0 0,0 0,1 0,-1 0,1 0,1-1,-1 1,1 0,0-1,0 1,1-1,0 0,-1 0,2 0,-1 0,1 0,-1-1,1 1,1-1,-1 0,4 2,5 4,0-1,0-1,1 0,0-1,1 0,-1-1,12 3,182 33,-101-30</inkml:trace>
  <inkml:trace contextRef="#ctx0" brushRef="#br1" timeOffset="138312.265">23752 13121,'5'16,"3"17,3 13,0 14,-3 7,-4 3,-10 0,-15-1,-21-6,-18-6,1-13</inkml:trace>
  <inkml:trace contextRef="#ctx0" brushRef="#br1" timeOffset="139664.936">24488 12720,'-9'83,"4"-1,3 1,4 0,3 0,4-1,5 6,-2 3,-8-57,1 80,-5-115,0 0,-1 1,1-1,-1 1,1-1,0 0,-1 1,1-1,-1 1,0-1,1 1,-1 0,1-1,-1 1,1 0,-1-1,0 1,1 0,-1 0,0-1,1 1,-1 0,0 0,0 0,1 0,-1 0,0 0,1 0,-1 0,0 0,1 0,-1 0,0 1,0-1,1 0,-1 0,1 1,-1-1,0 1,1-1,-1 0,1 1,-1-1,1 1,-1-1,1 1,-1-1,1 1,-1 0,1-1,0 1,0-1,-1 1,1 0,0-1,0 1,-1 0,1 0,0-1,0 1,0 0,0-1,0 1,0 0,0-1,0 1,1 0,-1 0,0-1,-5-10,1 0,0-1,1 1,0-1,0 0,1 0,1 0,0 0,0-9,0 5,-43-531,39 455,6 90,-1-1,1 0,-1 1,1-1,-1 1,1-1,0 1,0-1,0 1,0-1,0 1,0 0,0 0,0-1,1 1,-1 0,0 0,1 0,-1 0,1 1,-1-1,1 0,-1 1,1-1,-1 1,1-1,0 1,-1 0,1-1,0 1,-1 0,1 0,0 0,-1 1,1-1,0 0,-1 1,1-1,1 1,67 23,-70-24,31 14,-1 2,-1 0,-1 2,0 1,-1 1,-2 1,0 2,8 10,-31-32,0 0,0 0,0 1,-1-1,1 1,0-1,-1 1,1 0,-1 0,0-1,0 1,0 0,0 0,0 0,0 1,0-1,0 0,-1 0,1 0,-1 0,0 1,0-1,0 0,0 0,0 1,0-1,0 0,-1 0,1 0,-1 1,0-1,1 0,-1 0,0 0,-1 1,-6 1,0-2,0 1,1-1,-2 0,1-1,0 0,0 0,0-1,0 0,-1 0,1-1,-4-1,7 2,-5 0,0 0,0-1,0 0,0 0,0-1,0-1,0 1,0-2,1 1,0-1,-1-1,2 0,-1 0,0-1,0-1,8 5,0 0,0-1,1 1,-1 0,1-1,-1 1,1-1,0 1,0-1,0 1,0-1,0 1,1-1,-1 1,1-1,0 1,-1-1,1 1,0 0,1-1,-1 1,0 0,1 0,-1 0,1 0,-1 0,1 0,0 1,0-1,0 0,0 1,0 0,0-1,0 1,1 0,1-1,23-13,1 2,0 0,1 2,0 1,1 1,0 2,0 1,1 1,-1 2,1 1,13 1,-34 1,50 2,-59-1,1-1,-1 0,0 1,0-1,1 1,-1-1,0 1,0 0,0-1,0 1,0 0,0 0,0 0,0 0,0 0,0 0,0 0,-1 0,1 0,0 0,-1 1,1-1,-1 0,1 0,-1 0,0 1,1-1,-1 0,0 1,0-1,0 0,0 1,0-1,0 0,-1 1,1-1,0 0,0 0,-1 1,0 0,-11 35,9-33,1 0,-1 1,1-1,0 1,1-1,-1 1,1 0,-1 0,2 0,-1-1,0 1,1 0,0 0,0 0,1 0,-1 0,1 0,0 0,0 0,1-1,-1 1,1 0,0-1,0 0,1 1,-1-1,1 0,0 0,0 0,0 0,2 1,1-2,-1 1,0-1,1 0,0 0,0-1,0 1,0-1,0-1,0 1,0-1,0 0,1 0,-1-1,0 0,1 0,-1-1,0 1,1-1,-1-1,0 1,0-1,0 0,0-1,0 1,0-1,2-2,2-1,0 0,-1-1,0 0,0-1,-1 0,0 0,0-1,-1 0,0 0,0-1,-1 0,-1 0,0 0,1-4,1-4,-2 0,0-1,-1 1,-1-1,-1 0,0-17,3 188,-4-145,0-1,1 0,-1 1,1-1,1 0,-1 0,1 0,0 0,1-1,-1 1,1-1,0 0,0 0,1 0,-1 0,1-1,0 0,0 0,1 0,-1-1,1 1,0-1,0-1,0 1,0-1,0 0,1-1,-1 1,1-1,-1 0,1-1,-1 0,1 0,-1 0,1-1,1 0,2-2,1 0,-1-1,0 0,0 0,0-1,-1-1,1 0,-1 0,0-1,-1 0,0 0,0-1,-1 0,0 0,4-7,5-8,-1-1,0 0,-2-1,-1-1,4-15,7-31,-2 0,-4-1,-3-1,-4-1,-2 1,-3-65,-17 4,-6 94,17 41,1-1,-1 1,0-1,0 1,1-1,-1 1,0-1,0 1,0 0,0-1,1 1,-1 0,0 0,0 0,0-1,0 1,0 0,0 0,0 0,0 1,0-1,1 0,-1 0,0 0,0 1,0-1,0 0,0 1,1-1,-1 1,0-1,0 1,1-1,-1 1,0 0,1-1,-1 1,0 0,1-1,-1 1,1 0,-1 0,1 0,-1 0,-7 13,0 0,0 0,2 1,0 0,0 0,1 1,1-1,1 1,0 0,0 15,3-27,-6 40,2 1,2-1,2 1,3 0,1-1,2 1,2-1,1-1,3 1,2-2,1 0,2 0,3-2,0 0,15 18,-34-57,2 6,1 0,0 0,0 0,1 0,0-1,0 0,0 0,1 0,0-1,0 0,1 0,-1 0,1-1,0 0,0 0,1-1,-1 0,1 0,0-1,-3-3,0-1,0-1,0 1,0-1,-1 0,1 0,-1 0,1 0,-1-1,0 0,-1 0,1 0,-1 0,1 0,-1-1,-1 0,1 1,-1-1,1 0,-1 0,-1-1,1 1,-1 0,0-2,9-21,-1 0,-2-1,-1 0,-1 0,-2-1,0-7,-3 37,0 0,-1 0,1 0,0 0,0 0,0 0,-1 0,1 0,0 0,0 0,-1 0,1 0,0 0,0 0,0-1,0 1,-1 0,1 0,0 0,0 0,0 0,0-1,-1 1,1 0,0 0,0 0,0-1,0 1,0 0,0 0,0 0,0-1,0 1,0 0,-8 24,4-5,1 0,1 1,1 0,0-1,1 1,2 0,2 13,-3-26,0 1,1-1,0 0,0 0,1 0,0-1,0 1,1-1,-1 1,1-1,1 0,-1-1,1 1,0-1,0 0,1 0,0 0,0-1,0 0,0 0,0 0,2 0,-5-3,-1 0,1 0,0 0,-1 0,1-1,0 1,0-1,-1 1,1-1,0 0,0 0,-1-1,1 1,0 0,0-1,-1 0,4 0,11-9</inkml:trace>
  <inkml:trace contextRef="#ctx0" brushRef="#br1" timeOffset="140315.002">25757 12546,'-171'-124,"168"122,-26-26,28 28,1-1,-1 1,1-1,0 0,-1 1,1-1,0 0,0 1,0-1,-1 0,1 1,0-1,0 0,0 1,0-1,0 0,0 0,0 1,0-1,0 0,1 1,-1-1,0 0,0 1,1-1,-1 0,0 1,1-1,-1 1,1-1,-1 1,0-1,1 1,-1-1,1 1,0-1,-1 1,1-1,-1 1,1 0,0-1,-1 1,1 0,0 0,-1-1,1 1,0 0,-1 0,1 0,0 0,-1 0,2 0,127-8,-14 14,0 5,-2 6,1 4,-2 5,4 6,-81-22,0 1,-1 1,-1 2,0 1,-1 2,0 1,-2 2,4 3,-29-19,0 0,0 0,0 1,-1-1,1 1,-1 0,0 1,-1-1,1 1,-1 0,0-1,0 1,-1 1,0-1,0 0,0 1,-1-1,0 0,0 1,-1 0,0-1,0 1,0-1,-1 1,0-1,0 1,-1-1,1 1,-3 3,-14 31,15-36,-1 1,1 0,0 0,0 1,1-1,-1 0,2 1,-1 0,1-1,0 1,0 0,1 0,-1 0,2 0,-1-1,1 1,0 0,2 6,0-9,1 0,0 0,1 0,-1-1,0 1,1-1,0 0,0-1,0 1,0-1,0 0,1 0,-1-1,0 1,1-1,0 0,-1-1,1 1,-1-1,1 0,0-1,-1 1,1-1,-1 0,6-2,-5 1,-1 0,1-1,-1 0,0 0,0 0,0-1,0 0,-1 0,1 0,-1 0,0-1,0 1,-1-1,1 0,-1 0,0 0,-1-1,1 0,34-104,-18 27,-17 113,-5-2,1-15,0 1,0-1,2 0,0 1,0-1,1 0,1 0,0 1,1-1,0 0,1-1,2 5,-4-14,1 1,-1-1,1 0,0 0,0-1,0 1,0 0,0-1,0 0,1 0,-1 0,1 0,0 0,-1-1,1 0,0 0,0 0,0 0,0 0,0-1,0 0,0 0,0 0,0 0,0 0,0-1,5 0,1-1,-1 0,0 0,0-1,0 0,-1 0,1-1,-1 0,0-1,6-3,-5 0,-1 1,0-2,-1 1,0-1,0 0,0 0,-1-1,-1 1,0-2,0 1,-1 0,0-1,-1 0,0 0,-1 0,0 0,-1 0,0 0,0-6,-4-5,3 22,0 0,0 0,0 0,0 0,-1 1,1-1,0 0,0 0,0 0,-1 0,1 0,0 0,0 0,-1 0,1 0,0 1,0-1,0 0,-1 0,1 0,0 0,0-1,-1 1,1 0,0 0,0 0,-1 0,1 0,0 0,0 0,0 0,-1 0,1 0,0-1,0 1,0 0,0 0,-1 0,1 0,0-1,0 1,0 0,0 0,0 0,-1-1,1 1,0 0,0 0,0 0,0-1,0 1,0 0,0 0,0-1,0 1,0 0,0 0,0-1,0 1,0 0,0 0,0 0,0-1,0 1,-2 6,0 1,1-1,0 1,0-1,0 1,0-1,1 1,0-1,1 1,0 0,0-1,0 1,0-1,1 0,0 1,1-1,-1 0,1 0,1 0,6 9,2-1,0 0,0-1,1 0,0-1,2-1,-1 0,1-1,0 0,1-1,1-1,-1-1,1 0,0-1,8 1,180 47,-112-38</inkml:trace>
  <inkml:trace contextRef="#ctx0" brushRef="#br1" timeOffset="137081.436">19769 13094,'48'-32,"-2"-2,-1-3,26-27,-53 48,-1-1,-1-1,0 0,-1-2,-1 0,-1 0,-1-1,-1 0,0-1,-2-1,-1 0,0 0,-2 0,0-1,-2 0,-1 0,0-11,-2 31,-1 0,1 0,-1 0,0 0,0 0,0 0,-1 0,1 0,-1 0,0 0,0 0,0 0,-1 0,1 0,-1 1,0-1,0 1,-1-1,1 1,0 0,-1 0,0 0,0 0,0 0,0 1,0-1,-1 1,1 0,-1 0,1 0,-1 0,0 1,0 0,0-1,0 2,0-1,0 0,0 1,0-1,-1 1,-5 5,0-1,1 1,-1 1,1 0,1 0,-1 1,1 0,0 1,1-1,0 2,0-1,0 1,1 0,1 0,-1 0,2 1,-1 0,1 0,1 0,-3 9,-3 6,1-1,1 1,1 1,1-1,2 1,0 0,2 0,1 0,0 0,2-1,1 1,2 0,0-1,1 0,2 0,1 0,0-1,2 0,1 0,-6-15,1 0,0 0,0-1,1 0,0 0,0-1,1 0,0 0,0-1,0 0,1-1,6 3,-11-6,0 0,1 0,-1-1,1 1,0-1,-1-1,1 1,0-1,0 0,0 0,-1 0,1-1,0 0,0 0,-1-1,1 1,-1-1,0 0,1-1,-1 0,0 1,0-1,0-1,2-2,5-6,-1-1,-1 0,0-1,-1 0,0-1,-1 0,-1 0,0 0,-1-1,-1 0,0-1,-2 1,1-1,-2 1,0-1,-1-13,-6 67,2-27,0 1,1 0,1 0,0 0,0 0,1 0,1 0,-1 1,2-1,0 0,0-1,1 1,0 0,1-1,4 10,-5-17,0 0,-1-1,1 1,0-1,0 1,1-1,-1 0,0 0,1-1,-1 1,1-1,-1 0,1 1,0-1,0-1,-1 1,1-1,0 1,0-1,0 0,0-1,0 1,-1-1,1 1,0-1,0 0,2-2,5 0,0-2,-1 1,1-1,-1-1,0 0,0-1,-1 0,7-6,-4 1,0-1,0 0,-1-1,-1 0,0-1,-1 0,-1 0,0-1,-1 0,-1-1,0 1,-2-1,0 0,0-1,-2 1,1-14,-3 31,0 0,-1 0,1 0,0 0,0 0,-1 0,1 0,0 0,0 0,0 0,-1 0,1 0,0 0,0 0,-1 0,1 0,0 0,0 0,0 0,-1 0,1 0,0 0,0 0,0-1,0 1,-1 0,1 0,0 0,0 0,0 0,0-1,-1 1,1 0,0 0,0 0,0-1,0 1,0 0,0 0,0 0,0-1,0 1,0 0,0 0,0-1,0 1,0 0,-10 21,6-14,1 1,0-1,0 1,1 0,0 0,0 0,1 0,0 0,0 0,1 1,0-1,1 0,0 0,0 0,1 0,0 0,0 0,0 0,1 0,1-1,-1 1,1-1,0 0,1 0,0 0,0-1,0 0,5 4,31 12,2-8</inkml:trace>
  <inkml:trace contextRef="#ctx0" brushRef="#br1" timeOffset="138005.979">21239 12881,'-1'-2,"0"1,0 0,0-1,0 1,0 0,0 0,0 0,0 0,-1 0,1 0,0 0,-1 0,1 0,-1 1,1-1,-1 0,1 1,-1-1,1 1,-1 0,0 0,1-1,-1 1,0 0,1 0,-1 1,1-1,-1 0,0 0,1 1,-1-1,1 1,-1-1,1 1,-1 0,1 0,0 0,-1 0,1 0,0 0,-1 0,1 0,0 0,0 0,0 1,0-1,0 0,0 1,1-1,-1 1,0-1,-3 5,1 0,-1 0,1 1,1-1,-1 1,1-1,0 1,0 0,1 0,0 0,0 0,1 0,0 0,0 0,0-1,1 1,0 0,1 0,-1 0,1 0,1-1,-1 1,1-1,0 0,1 1,-1-1,1-1,0 1,1-1,-1 1,1-1,0 0,1-1,-1 0,1 1,0-2,0 1,0-1,2 1,0 0,0 0,1-1,-1 0,1-1,0 0,-1 0,1-1,0 0,0-1,0 1,0-2,0 1,0-1,-1-1,1 0,0 0,-1-1,1 0,-1 0,0-1,0 0,0 0,0-1,-1 0,0 0,0-1,0 0,-1 0,0 0,0-1,0 0,-1 0,0-1,-1 0,1-1,2-6,-1 0,-1 0,0 0,-1-1,-1 1,0-1,-1 0,-1 0,0 0,-1 0,-1 0,0 0,-2 0,1 1,-2-1,0 1,-2-2,5 13,0 0,0 0,-1 1,0-1,1 1,-1-1,-1 1,1 0,0 0,-1 0,0 0,1 0,-1 0,0 1,0-1,-1 1,-1-1,4 3,0 0,1 0,-1 0,0 0,0 1,1-1,-1 0,0 1,0-1,1 0,-1 1,0-1,1 1,-1-1,1 1,-1-1,0 1,1-1,-1 1,1-1,-1 1,1 0,0-1,-1 1,1 0,0 0,-1-1,1 1,0 0,0 0,0-1,0 1,0 0,0 0,0 0,0-1,0 1,0 0,0 0,0-1,0 1,1 0,-1 0,0-1,1 1,-1 0,0-1,1 1,-1 0,1-1,-1 1,1 0,-1-1,1 1,0-1,-1 1,1-1,0 0,-1 1,1-1,0 0,-1 1,1-1,0 0,9 7,1-2,0 1,0-1,0-1,1 0,0-1,-1 0,1-1,0 0,0-1,5 0,1 1,44 4,66 14,-124-18,0 0,-1 0,1 1,0-1,-1 1,1 0,-1 0,0 0,0 0,0 0,-1 1,1-1,-1 1,0 0,1 0,-2 0,1 0,0 0,-1 0,0 1,0-1,0 0,-1 1,1-1,-1 0,0 1,0-1,-1 0,1 1,-1 0,0 0,1 0,-1 1,1-1,1 0,-1 0,1 0,0 0,0 0,0 0,0 0,1 0,0 0,0-1,1 1,-1-1,1 1,0-1,0 0,0 0,1 0,0 0,-1-1,2 1,4 0,1-1,-1 0,1 0,0-1,0-1,0 1,0-1,0-1,0 0,0-1,0 0,0 0,0-1,0 0,0-1,-1 0,1 0,-1-1,0 0,0-1,0 0,0-1,-1 0,5-4,-4 1,0 0,0-1,-1 0,0-1,-1 1,0-2,-1 1,0-1,0 0,-2 0,1 0,-2-1,1 1,-1-4,-8 36,-13 94,18-110,0 1,0-1,0 0,1 0,-1 0,1 0,0 0,0 0,1 0,-1 0,1 0,0 0,0 0,0-1,1 1,-1-1,1 0,0 0,0 0,0 0,0 0,0 0,1-1,-1 0,1 0,-1 0,1 0,0 0,6 1,-1 0,1 0,0-1,0 0,0-1,0 0,0 0,0-1,0-1,0 0,0 0,0-1,0 0,-1-1,1 0,-1 0,1-1,-1 0,0-1,0 0,-1 0,0-1,0 0,0-1,-1 1,0-1,0-1,0 0,-1 0,0 0,-1 0,0-1,0 0,0-3,-2 5,0 0,-1 0,1-1,-2 1,1-1,-1 0,0 0,-1 1,0-1,0 0,0 0,-1 0,0 1,-1-1,0 1,0-1,-1 1,-1-5,2 11,1 0,0 1,-1-1,1 1,-1-1,1 1,-1 0,1 0,-1-1,1 1,-1 0,1 0,-1 1,1-1,0 0,-1 0,1 1,-1-1,1 1,-1-1,1 1,0-1,-1 1,1 0,0 0,0 0,0 0,-1 0,1 0,0 0,0 0,1 0,-1 0,0 0,0 1,0-1,1 0,-1 1,1-1,-1 1,1-1,-1 0,1 1,0-1,0 1,0-1,0 2,-2 6,0-1,1 1,0-1,0 1,1 0,0-1,1 1,0-1,0 1,1-1,0 1,0-1,1 0,0 0,1 0,0 0,0-1,0 1,1-1,0 0,1 0,0-1,0 0,0 0,0 0,1-1,0 0,0 0,1 0,-1-1,1 0,0-1,0 0,22 11,0-2,0-1,1-1,0-2,17 2,19 1</inkml:trace>
  <inkml:trace contextRef="#ctx0" brushRef="#br1" timeOffset="141932.395">6506 14779,'28'-53,"-3"-1,-2-2,2-14,-17 46,0-1,-1 1,-2-1,0-1,-2 1,-1-1,-1 1,-1-1,-1 1,-1-1,-2 1,0-1,-2 1,0 1,-2-1,-1 1,-1 0,-11-19,20 41,-1-2,1 1,-1 0,0 0,1 0,-1 0,-1 0,1 0,0 1,-1-1,1 1,-1-1,0 1,1 0,-1 0,0 0,-1 1,1-1,0 1,-2-1,5 2,-1 0,0 0,0 1,1-1,-1 0,0 0,1 1,-1-1,0 0,1 1,-1-1,0 1,1-1,-1 1,1-1,-1 1,1-1,-1 1,1-1,0 1,-1 0,1-1,0 1,-1 0,1-1,0 1,0 0,0 0,-1-1,1 1,0 0,0-1,0 1,0 0,0 0,0-1,1 1,-1 0,0 0,0-1,0 1,1 0,-1-1,1 1,13 33,-5-26,0 0,0-1,1 0,0-1,0 0,1 0,0-1,0-1,0 0,0 0,1-1,0-1,-1 1,1-2,11 1,-10 0,14 2,105 26,-126-28,1 1,-1 0,1 1,-1-1,0 1,0 0,-1 1,1-1,-1 1,0 0,0 1,0-1,-1 1,0 0,0 0,-1 0,2 4,0 5,-1 1,0-1,-1 1,-1 0,-1 0,0 0,-1 0,0 0,-2 0,0 0,-4 14,-1 33,6-60,1-1,0 1,0 0,-1 0,1-1,1 1,-1 0,0 0,1-1,0 1,-1 0,1-1,0 1,0-1,0 1,1-1,-1 1,1-1,-1 0,1 0,0 0,0 0,0 0,0 0,0 0,0-1,0 1,1-1,-1 1,1-1,-1 0,1 0,-1 0,1 0,0-1,-1 1,1-1,1 1,12-1,1 0,-1 0,0-2,0 0,0-1,0 0,-1-2,1 0,-1 0,0-1,0-1,-1-1,0 0,0-1,-1 0,0-1,5-6,-10 11,-1-1,1-1,-1 1,-1-1,1 0,-1-1,0 0,-1 0,0 0,0 0,-1-1,0 0,0 0,-1 0,0 0,-1-1,0 1,0-1,-1 1,-1-1,1 1,-1-1,-1 0,0 1,0-1,-1 1,0-1,-4-7,6 15,0 1,-1 0,1 0,0 0,-1 0,1-1,-1 1,1 0,-1 0,0 0,1 0,-1 0,0 0,0 0,0 1,0-1,1 0,-1 0,0 1,-1-1,1 0,0 1,0-1,0 1,0 0,0-1,0 1,-1 0,1-1,0 1,0 0,-1 0,1 0,0 0,0 0,0 1,-1-1,1 0,0 0,0 1,0-1,0 1,0-1,-1 1,1 0,0-1,0 1,0 0,0-1,1 1,-1 0,0 0,0 0,0 0,1 0,-1 0,-5 13,1 0,1 0,0 1,1-1,0 1,1 0,1 0,0 0,1-1,2 13,-2-18,0-1,1 1,0-1,0 1,1-1,0 0,1 0,0 1,0-2,1 1,-1 0,2-1,-1 0,1 0,0 0,1 0,-1-1,1 0,1 0,-1 0,1-1,0 0,0-1,5 3,2-1,1-2,0 1,-1-2,2 0,-1 0,0-2,14 0,41-1</inkml:trace>
  <inkml:trace contextRef="#ctx0" brushRef="#br1" timeOffset="142718.513">8165 14270,'-40'0,"25"-2,0 0,1 2,-1 0,1 0,-1 1,1 1,-1 1,1 0,0 0,0 2,0 0,0 0,1 1,0 1,0 0,-6 6,15-10,1 0,0 0,0 1,0-1,0 1,1-1,-1 1,1 0,0 0,0 0,1 0,-1 0,1 1,0-1,0 0,0 1,1-1,-1 1,1-1,0 0,0 1,1-1,0 1,-1-1,1 1,1-1,-1 0,1 0,-1 0,1 0,0 0,1 0,-1 0,1 0,-1-1,1 0,0 1,1-1,-1 0,0 0,1-1,0 1,-1-1,1 0,0 0,1 0,0 0,0 0,1 0,0-1,-1 0,1 0,0-1,0 1,0-1,-1-1,1 1,0-1,0 0,-1 0,1 0,-1-1,1 0,-1 0,1-1,-1 1,0-1,0 0,1-2,9-5,-1-1,-1-1,0 0,-1-1,0 0,8-12,14-31,-30 79,-5-15,1 1,0-1,1 0,-1 1,2-1,-1 1,1-1,1 0,0 0,0 0,0 0,1-1,0 1,0-1,1 0,0 0,0-1,1 1,0-1,0 0,0-1,1 1,0-1,0-1,1 1,2-1,1 0,0 0,-1-2,1 1,0-1,0-1,0 0,1 0,-1-1,0-1,0 0,0 0,0-1,0-1,0 0,-1 0,9-4,0-1,0-1,0-1,-1-1,-1 0,0-1,0-1,-1 0,-1-1,2-4,0-2,-2-1,0-1,-1-1,-2 0,0-1,-1 0,-2-1,0 0,-2 0,-1-1,-1 1,-1-2,-1 1,-1 0,-1-1,-2 1,-1 0,-1 0,-1-1,-5-17,7 34,1-1,-2 1,0-1,0 1,0 0,-1 0,-1 0,0 1,0 0,-1 0,0 0,-1 0,-4-4,9 12,-1 0,1 0,0 0,-1 1,1-1,-1 1,1 0,0-1,-1 1,1 0,-1 0,1 1,0-1,-1 0,1 1,-1 0,1-1,0 1,0 0,-1 0,1 0,0 1,0-1,0 0,0 1,0-1,1 1,-1 0,0 0,1 0,-1-1,1 1,-1 1,1-1,0 0,0 0,0 0,0 1,1-1,-1 0,1 1,-1-1,-9 26,1 0,1 1,2 0,0 0,2 0,2 1,0 0,2-1,2 9,-1-8,1 0,1 0,2 0,1 0,1-1,2 0,1 0,9 18,-12-34,-1 0,2 0,0 0,0-1,1-1,1 1,0-2,0 1,1-1,0-1,1 0,0 0,1-1,-1-1,1 0,1-1,-1 0,10 2,-14-5,1-1,-1 1,0-2,1 1,-1-1,1-1,0 1,-1-2,1 1,-1-1,1-1,-1 0,1 0,-1-1,0 0,0-1,0 1,-1-2,1 1,-1-1,0-1,-1 1,1-2,-1 1,0-1,0 0,-1 0,0 0,0-1,-1 0,0 0,-1-1,2-2,-1-4,-1 1,0-1,-1 0,-1 0,0 0,-1 0,-1 0,0-3,-5 73,5-39,0 0,2 0,0 0,1 0,0 0,5 11,-7-23,0 0,1 0,-1 0,1-1,0 1,0 0,1-1,-1 1,1-1,-1 0,1 0,0 0,1 0,-1 0,0-1,1 1,-1-1,1 0,0 0,0 0,-1-1,1 0,0 1,1-1,-1 0,0-1,4 1,18-2</inkml:trace>
  <inkml:trace contextRef="#ctx0" brushRef="#br1" timeOffset="142953.202">9274 13923,'0'13,"0"6</inkml:trace>
  <inkml:trace contextRef="#ctx0" brushRef="#br1" timeOffset="143767.61">9648 14270,'1'-6,"-1"-1,1 1,1-1,-1 1,1-1,0 1,1 0,0 0,-1 0,2 0,-1 0,1 1,0-1,0 1,0 0,1 0,0 1,0-1,0 1,1 0,-1 0,1 1,0 0,0 0,0 0,0 1,0 0,1 0,-1 0,1 1,-1 0,1 0,0 1,-1 0,1 0,-1 0,8 2,-10-1,1 1,-1-1,1 1,-1 0,1 0,-1 0,0 1,0-1,0 1,0 0,-1 0,1 1,-1-1,0 1,1 0,-2 0,1 0,0 0,-1 0,0 0,0 1,0-1,-1 1,1-1,-1 3,16 123,-32 102,7-170,4 1,1-1,4 0,3 2,-3-50,0 0,1 0,1-1,0 1,1-1,1 0,0 0,0 0,2-1,-1 1,1-2,1 1,0-1,1 0,0-1,1 0,0 0,0-1,1 0,1-1,-1 0,1-1,0 0,1-1,-1-1,1 0,1 0,2 0,-12-5,-1 0,0 1,1-1,-1 0,0-1,1 1,-1 0,0-1,1 0,-1 0,0 0,0 0,0 0,0-1,0 1,0-1,0 0,-1 0,1 0,0 0,-1-1,0 1,1 0,-1-1,0 0,-1 1,1-1,0 0,-1 0,1 0,-1 0,0-1,0 1,0 0,-1 0,1-1,-1 1,2-19,-1 1,-1-1,0 0,-2 1,-1-1,0 1,-2-1,-1 1,0 1,-1-1,-2 1,0 0,0 1,-2 0,-12-16,3 6,-1 0,-2 2,0 0,-2 2,-1 0,0 2,-2 1,-1 1,0 2,-2 0,0 2,-1 2,-15-5,16 7,31 12,0 1,1 0,-1 0,0 0,1 0,-1 0,0-1,1 1,-1 0,0 0,1-1,-1 1,0 0,0 0,1-1,-1 1,0 0,0-1,0 1,1 0,-1-1,0 1,0 0,0-1,0 1,0-1,0 1,0 0,0-1,0 1,0 0,0-1,0 1,0-1,0 1,0 0,0-1,0 1,0 0,-1-1,1 1,0 0,0-1,0 1,-1 0,1-1,0 1,0 0,-1 0,1-1,190-14,469-23,-621 34,-38 4,-1-1,1 1,0 0,0 0,0-1,-1 1,1 0,0-1,0 1,0 0,0-1,0 1,0 0,0-1,0 1,0 0,0 0,0-1,0 1,0 0,0-1,0 1,0 0,0-1,0 1,0 0,0-1,0 1,0 0,1-1,-1 1,0 0,0 0,0-1,1 1,-1 0,0 0,0 0,1-1,-1 1,0 0,0 0,1 0,-1 0,0-1,1 1,-1 0,0 0,1 0,-1 0,0 0,1 0,-1 0,0 0,1 0,-1 0,0 0,1 0,-29-10,6 4,0 1,-1 0,1 2,-1 1,1 0,-1 2,0 1,0 0,-2 2,21-2,1 0,-1-1,1 1,-1 0,1 1,0-1,-1 1,1-1,0 1,0 0,0 0,1 0,-1 1,0-1,1 1,-1-1,1 1,0 0,0 0,0 0,0 0,1 0,-1 0,1 1,0-1,0 0,0 1,0-1,0 1,1-1,0 1,0-1,0 1,0-1,0 1,1 0,-1-1,1 1,0-1,0 0,0 1,1 0,3 3,0 0,0-1,0 0,1 0,0 0,0-1,1 0,-1 0,1 0,0-1,0 0,1 0,-1-1,1 0,0 0,0-1,0 0,0-1,0 1,0-1,0-1,0 0,1 0,-1-1,0 1,0-2,0 1,0-1,0-1,0 1,-1-1,1-1,-1 1,0-1,0 0,0-1,0 0,-1 0,0 0,5-6,-6 4,0-1,-1 1,0-1,0 0,-1 0,0 0,-1 0,0 0,0-1,-1 1,1-1,-2 1,0-1,0 0,0 1,-2-7,2 54,1-29,1 0,1 0,0 0,0-1,0 1,2-1,-1 0,1 0,0 0,1-1,0 0,0 0,1 0,0-1,0 0,1 0,0-1,0 0,0 0,1-1,0 0,0-1,0 0,9 3,18 3,0-1,1-2,1-1,-1-2,1-2,-1-1,2-2,68-1</inkml:trace>
  <inkml:trace contextRef="#ctx0" brushRef="#br1" timeOffset="146786.016">12643 14204,'0'13,"0"19,0 22,0 17,0 15,3 12,2 6,3 2,0 1,-1-1,-2-6,-4-11,-3-20</inkml:trace>
  <inkml:trace contextRef="#ctx0" brushRef="#br1" timeOffset="147145.295">12536 14498,'-101'-171,"100"170,0 0,0 0,0-1,0 1,0 0,0 0,0 0,1 0,-1-1,1 1,-1 0,1-1,-1 1,1 0,0-1,0 1,-1-1,1 1,0-1,0 1,1 0,-1-1,0 1,0-1,1 1,-1 0,0-1,1 1,0 0,-1-1,1 1,0 0,0 0,-1 0,1 0,0 0,0 0,0 0,0 0,0 0,1 0,-1 0,0 0,0 1,1-1,-1 1,0-1,1 1,-1-1,1 1,17-2,0 1,0 0,0 2,0 0,0 1,0 1,0 1,0 0,-1 2,10 4,-11-6,1 1,-1 1,0 0,-1 1,1 1,-1 1,-1 0,0 1,0 1,5 5,-18-15,-1 1,1-1,-1 0,0 1,0-1,0 1,0-1,0 1,0 0,0-1,-1 1,1 0,0 0,-1-1,0 1,1 0,-1 0,0 0,0 0,0 0,0-1,0 1,0 0,-1 0,1 0,-1 0,1-1,-1 1,0 0,1 0,-1-1,0 1,0-1,0 1,0-1,-1 1,1-1,0 1,-1-1,1 0,-1 0,1 0,-2 1,-75 36,42-27,0-2,-1-1,0-2,-25 1,9-11,53 4,0 0,1 0,-1 0,0 0,1 0,-1 0,0 0,1 0,-1 0,0 0,0 0,1-1,-1 1,0 0,1 0,-1 0,0 0,0-1,0 1,1 0,-1 0,0 0,0-1,1 1,-1 0,0 0,0-1,0 1,0 0,0-1,0 1,1 0,-1 0,0-1,0 1,0 0,0-1,0 1,0 0,0-1,0 1,0 0,0-1,0 1,-1 0,1 0,0-1,0 1,0 0,0-1,0 1,-1 0,1 0,0-1,0 1,0 0,-1 0,1 0,0-1,0 1,0 0,-1 0,1 0,0 0,-1 0,1-1,0 1,0 0,-1 0,1 0,16-8</inkml:trace>
  <inkml:trace contextRef="#ctx0" brushRef="#br1" timeOffset="147457.843">12910 14485,'-1'24,"0"-19,0-1,0 1,1-1,0 1,-1-1,1 1,1-1,-1 1,1-1,-1 0,1 1,1-1,-1 1,1-1,-1 0,1 0,0 0,1 0,-1 0,1-1,-1 1,1-1,0 1,1-1,-1 0,1 1,6-2,-1 1,1-1,-1-1,1 0,0 0,0-1,-1 0,1 0,0-1,-1-1,1 0,-1 0,1-1,-1 0,0 0,0-1,0 0,-1-1,1 0,3-4,-7 6,0-1,-1 0,1 0,-1 0,0 0,0-1,-1 0,1 0,-1 0,0 0,0 0,-1-1,1 1,-1-1,-1 0,1 1,-1-1,0 0,0 0,-1 0,1 0,-1 0,-1 0,1 0,-1 0,0 0,0 0,-1 0,0 1,0-1,0 1,-1-1,0 1,0 0,0 0,0 0,-1 0,0 0,0 1,0 0,-1 0,1 0,-1 0,0 1,0 0,0 0,-1 0,-4-1,5 2,-1 2,1-1,-1 0,1 1,-1 0,1 1,-1-1,1 1,-1 0,1 0,-1 1,1 0,0 0,0 0,0 0,0 1,0 0,0 0,1 0,0 0,-1 1,1 0,1 0,-1 0,0 0,1 1,0-1,0 1,-2 3,0-1,1 1,0 0,0 1,1-1,0 1,0-1,1 1,0 0,1 0,0 0,0 0,1 0,0 0,1 0,1 8,8 17</inkml:trace>
  <inkml:trace contextRef="#ctx0" brushRef="#br1" timeOffset="148080.405">13405 14699,'8'-86,"-7"57,1 0,2 1,0-1,3 1,0 0,2-3,-7 27,0 0,0 1,0-1,0 1,0 0,0-1,1 1,0 0,0 1,0-1,0 0,0 1,0-1,1 1,-1 0,1 0,-1 1,1-1,0 1,0 0,-1-1,1 2,0-1,0 0,0 1,0 0,0 0,0 0,0 0,0 1,0 0,0-1,0 1,0 1,0-1,0 1,-1-1,14 7,-1 0,-1 2,1-1,-2 2,1 0,-1 0,-1 2,0 0,-1 0,0 1,-1 0,-1 1,8 15,6 29,-24-57,1 0,-1 0,1 0,-1 0,0 0,0 0,0-1,0 1,0 0,0 0,0 0,-1 0,1 0,-1 0,1 0,-1 0,0-1,0 1,0 0,0-1,0 1,0 0,0-1,0 1,-1-1,1 0,0 1,-1-1,0 0,-1 1,1 0,-1-1,0 0,0 0,-1 0,1 0,0 0,0 0,0-1,-1 0,1 1,0-1,0 0,-1-1,1 1,0-1,0 1,0-1,-1 0,1 0,0 0,0-1,0 1,1-1,-1 1,0-1,0 0,1 0,0 0,-1-1,1 1,0-1,0 1,0-1,0 0,0 1,1-1,-1 0,1 0,0 0,0 0,0 0,0-1,1 1,-1 0,1 0,0-1,0 1,0 0,0 0,1-1,1-12,2-1,0 1,1 0,1 0,0 0,1 1,1 0,0 0,1 1,9-12,-4 5,-11 17,40-60,-3-2,-3-2,-3-1,-3-2,15-52,-38 99,-2-1,0 0,-1 0,-2 0,-1 0,-1 0,0-1,-4-19,3 43,0 0,1 0,-1 0,0 1,-1-1,1 0,0 0,0 0,-1 1,1-1,-1 0,0 0,1 1,-1-1,0 0,0 1,0-1,0 1,0 0,-1-1,1 1,0 0,-1-1,1 1,-1 0,1 0,-1 0,1 0,-1 1,0-1,1 0,-1 1,0-1,0 1,1-1,-1 1,0 0,0 0,0 0,1 0,-1 0,0 0,0 1,0-1,1 0,-1 1,0-1,0 1,1 0,-1 0,0 0,0 0,-4 7,0-1,0 1,1 0,1 0,-1 0,1 1,1 0,-1-1,2 1,-1 1,1-1,0 0,1 0,0 9,1-17,-8 71,4-1,2 1,4-1,3 1,2-1,4 0,7 16,-13-61,0 0,1 0,2-1,1 0,0 0,2-1,1 0,1-1,1-1,1 0,1-1,16 17,-28-33,2-1,-1 0,0 0,1 0,0 0,-1-1,2 0,-1 0,0-1,0 0,1 0,-1 0,1-1,5 1,11-3</inkml:trace>
  <inkml:trace contextRef="#ctx0" brushRef="#br1" timeOffset="148329.255">13672 14030,'-18'0,"-13"0,-3 0,4 2,11 3,17 2,21-2,28-1,30-1,27-4,25-4,19-1,10 1,-22 1</inkml:trace>
  <inkml:trace contextRef="#ctx0" brushRef="#br1" timeOffset="149261.057">14742 14298,'-4'15,"-3"20,2 19,0 19,1 15,5 13,0 10,4 4,1-1,-1-7,-2-10,-3-14,-3-18,-7-19,-4-18,1-13</inkml:trace>
  <inkml:trace contextRef="#ctx0" brushRef="#br1" timeOffset="153515.67">14274 14444,'-13'3,"-8"0,5 0,10-1,15 0,14-1,14 0,6-1,-4 0</inkml:trace>
  <inkml:trace contextRef="#ctx0" brushRef="#br1" timeOffset="154346.335">14728 14311,'54'-1,"-31"-1,0 1,1 1,-1 1,1 2,-1 0,0 1,0 1,0 1,18 9,-37-14,-1 0,1 1,-1-1,0 1,1 0,-1 0,0 0,0 0,-1 1,1-1,0 1,-1 0,1 0,-1 0,0 0,0 0,0 0,-1 1,1-1,-1 1,1-1,-1 1,0-1,-1 1,1 0,-1-1,1 1,-1 0,0 0,-1-1,1 1,0 0,-1 0,0-1,0 1,0-1,-1 3,-9 8,0-1,-1 0,0 0,-1-2,-1 1,0-1,0-1,-1-1,0 0,0-1,-1 0,0-2,-1 1,-16 2,18-3,14-5,-25 10,26-11,-1 0,1 0,0 0,-1 0,1 0,0 0,-1 0,1 0,0 0,-1 0,1 0,0 0,0 0,-1 1,1-1,0 0,0 0,-1 0,1 0,0 0,-1 1,1-1,0 0,0 0,0 1,-1-1,1 0,0 0,0 0,0 1,0-1,-1 0,1 1,0-1,0 0,0 0,0 1,0-1,0 0,0 1,0-1,0 0,0 1,0-1,0 0,0 1,0-1,0 0,0 0,0 1,1-1,-1 0,0 0,0 1,0-1,0 0,1 1,-1-1,0 0,0 0,0 0,1 1,-1-1,0 0,0 0,1 0,-1 0,14 3</inkml:trace>
  <inkml:trace contextRef="#ctx0" brushRef="#br1" timeOffset="155115.913">15264 14645,'33'-38,"-1"-2,-2-2,-2-1,1-6,-19 31,0-1,-2-1,-1 1,0-1,-1-1,-1 1,-1-1,-1 0,-1 0,-1 0,-1-6,1 25,-1 0,0-1,0 1,0-1,0 1,0-1,0 1,-1-1,1 1,-1 0,1-1,-1 1,0 0,0 0,0-1,-1 1,1 0,0 0,-1 0,1 0,-1 1,0-1,1 0,-1 1,0-1,0 1,0-1,0 1,-1 0,1 0,0 0,0 0,-1 0,1 1,0-1,-1 1,1-1,-1 1,0 0,-1 1,0 0,0 0,0 1,0-1,0 1,0 0,0 0,0 0,1 1,-1-1,1 1,0 0,-1 0,2 0,-1 0,0 1,1-2,1-1,-1 1,1 0,0 0,0-1,0 1,0 0,0 0,0 0,0 1,1-1,-1 0,1 0,-1 0,1 0,0 1,0-1,0 0,0 0,0 0,0 1,1-1,-1 0,1 0,0 0,-1 0,1 0,0 0,0 0,0 0,1 0,-1 0,7 4,0-1,0 0,0 0,1-1,-1 0,1 0,0-1,0 0,0-1,1 0,-1 0,1-1,-1 0,6-1,11 3,5 1,-8-2,0 2,0 0,-1 1,1 1,-1 1,17 8,-35-13,0 1,0-1,0 1,0 0,-1-1,1 1,-1 1,0-1,0 1,0-1,0 1,-1 0,0 0,1 0,-1 0,-1 0,1 0,-1 1,1-1,-1 1,0 1,-5 96,1-71,2-28,0 0,1 0,-1-1,1 1,0 0,0 0,0 0,0-1,1 1,-1 0,1 0,-1 0,1-1,0 1,0 0,0-1,0 1,1-1,-1 0,1 1,0-1,-1 0,1 0,0 0,0 0,0 0,1 0,-1 0,0-1,1 1,-1-1,1 0,-1 0,2 1,14 1,0 0,0 0,1-2,-1 0,1-2,-1 0,1-1,-1 0,0-2,3 0,-19 3,1 0,-1 1,1-1,-1 1,1 0,-1 0,1 0,-1 0,1 0,-1 0,1 1,-1-1,1 1,-1 0,1 0,-1 0,0 0,0 0,1 0,-1 0,0 1,0-1,0 1,0 0,1 1,6 4,0-1,0-1,1 0,0 0,0-1,0 0,1-1,-1 0,1 0,-1-2,1 1,0-1,0 0,0-1,0-1,0 0,0 0,4-2,-9 2,-1 0,1 0,-1-1,1 0,-1 0,0 0,1-1,-1 1,0-1,-1 0,1-1,-1 1,1-1,-1 0,0 0,0-1,-1 1,1-1,-1 0,0 1,0-2,-1 1,0 0,0 0,0-1,0 1,-1-1,0 1,0-1,0 0,-1 0,0 1,0-3,1 1,0-1,0 1,-1 0,1-1,-2 1,1 0,-1 0,0-1,-1 1,0 0,0 0,0 0,-1 1,0-1,0 0,-1 1,0 0,0 0,0 0,-1 0,0 1,0 0,0 0,-1 0,0 1,0-1,0 1,0 1,-1-1,1 1,-1 0,0 1,0 0,0 0,0 0,-6 0,0 3,0 0,1 2,-1-1,1 2,0 0,0 0,0 1,0 0,1 1,0 1,0-1,1 2,0 0,0 0,1 0,0 1,0 1,1 0,0 0,-5 10,10-16,0 0,0 1,1-1,0 1,0-1,0 1,1 0,0 0,0 0,0 0,0 0,1 0,-1 0,1 0,1 0,-1 0,1 0,0 0,0 0,0 0,1 0,0 1,13 19</inkml:trace>
  <inkml:trace contextRef="#ctx0" brushRef="#br1" timeOffset="155599.262">16760 14444,'-8'-1,"0"1,0-1,0 2,0-1,0 1,0 0,0 1,0 0,0 0,1 0,-1 1,1 0,-1 1,1 0,0 0,1 1,-1-1,1 1,0 1,0-1,0 1,1 0,0 0,0 1,0 0,1-1,0 2,0-1,1 0,0 1,1-1,-1 1,1 0,0 4,2-6,0-1,1 1,-1-1,1 1,0-1,1 0,-1 1,1-1,0 0,0 0,1 0,0-1,0 1,0 0,0-1,0 0,1 0,0 0,0 0,0-1,1 1,-1-1,1 0,-1 0,1-1,0 1,2-1,10 6,2-1,-1-1,1 0,-1-1,1-2,1 0,2 0,4-1,0-2,0 0,0-1,0-2,-1-1,1-1,-1-1,0-1,-1-1,0-1,0-1,-1-1,0-2,-1 0,3-3,-17 10,0-1,-1 0,0 0,0 0,-1-1,0 0,0-1,-1 1,0-1,1-3,-4 8,-1 1,0 0,1-1,-1 1,-1-1,1 1,0-1,-1 1,0-1,0 0,0 1,0-1,0 0,-1 1,1-1,-1 1,0-1,0 1,-1-1,1 1,-1 0,0 0,1-1,-1 1,-1 0,1 1,0-1,-1 0,-1 0,2 0,-1 1,0 0,0 0,0 0,-1 0,1 0,0 1,-1 0,1-1,-1 1,1 1,-1-1,1 0,-1 1,0 0,1 0,-1 0,0 0,1 0,-1 1,1 0,-1-1,1 1,-1 1,1-1,-1 0,1 1,0 0,-3 1,1 1,-1 0,1 0,0 0,0 0,1 1,0 0,-1 0,1 0,1 0,-1 0,1 1,0 0,0 0,1 0,0 0,-1 4,2-3,0-1,1 1,0 0,0-1,1 1,0 0,0-1,1 1,0-1,0 1,0-1,1 0,-1 0,2 0,-1 0,1-1,-1 1,2-1,-1 0,0 0,1 0,0-1,0 0,1 0,-1 0,1 0,0-1,0 0,0 0,0-1,0 1,0-1,1-1,-1 1,1-1,1 0,45 7,-4-5</inkml:trace>
  <inkml:trace contextRef="#ctx0" brushRef="#br1" timeOffset="156312.502">17897 14311,'-3'-1,"-26"-3,-1 0,1 2,-1 1,-22 3,50-2,0 0,0 0,0 0,0 1,0-1,0 1,0 0,0 0,0-1,0 1,0 0,1 1,-1-1,0 0,1 0,-1 1,0-1,1 1,0-1,-1 1,1 0,0-1,0 1,0 0,0 0,0 0,1 0,-1 0,0 0,1 0,0 0,-1 0,1 0,0 0,0 0,0 0,0 0,0 0,1 1,-1-1,1 0,0 1,4 9,1 1,0-2,1 1,0-1,1 1,0-2,0 1,1-2,1 1,0-1,0 0,1-1,2 1,-10-6,178 148,-180-151,0 1,0 0,0-1,0 1,0-1,0 1,0 0,0 0,0-1,-1 1,1 0,0 0,0 0,-1 0,1 0,-1 0,1 0,-1 0,1 0,-1 1,0-1,1 0,-1 0,0 0,0 0,0 0,0 1,0-1,0 0,0 0,0 0,-1 0,1 1,0-1,-1 0,1 0,0 0,-1 0,0 0,1 0,-1 0,0 0,0 0,-6 1,0 0,-1-1,1 0,0 0,-1-1,1 0,-1 0,1-1,-1 0,1 0,0-1,-1 0,1 0,0-1,0 0,1 0,-1 0,-3-3,7 5,0-1,0 1,1 0,-1-1,0 0,0 0,1 0,-1 0,1 0,0 0,0-1,0 1,0-1,0 0,0 1,0-1,1 0,0 0,-1 0,1 0,0 0,1 0,-1-1,0 1,1 0,0 0,0 0,0-1,0 1,0 0,1 0,-1 0,1-1,0-1,6-3,1-1,-1 1,1 1,0 0,1 0,0 0,0 1,0 0,1 1,-1 0,2 0,-1 1,0 1,1 0,2 0,5-4,0 1,1 0,0 2,0 0,1 1,-1 1,8 1,-26 1,1 1,0 0,-1-1,1 1,0 0,-1 0,1 0,-1 0,1 0,-1 0,0 1,1-1,-1 0,0 1,0-1,0 1,0-1,0 1,0 0,0-1,-1 1,1 0,0-1,-1 1,0 0,1 0,-1 0,0-1,0 1,0 0,0 0,0 0,-1 0,1-1,0 1,-1 0,1 0,-1-1,0 1,0 0,0 18,1-15,0-1,1 1,-1 0,1 0,0 0,1-1,-1 1,1-1,0 1,0-1,0 1,1-1,-1 0,1 0,0 0,0-1,1 1,-1-1,1 1,-1-1,1 0,0-1,0 1,1-1,-1 1,0-1,1-1,3 2,2 1,-1-1,1-1,0 0,0 0,0-1,0 0,0-1,0 0,0 0,0-1,0-1,0 1,8-4,-12 3,-1 0,0 0,0 0,0-1,0 0,0 0,-1 0,1-1,-1 1,0-1,0 0,0 0,0-1,-1 1,0-1,0 0,0 1,0-1,-1-1,0 1,0 0,0-1,-1 1,1-1,-1-1,0 1,0 0,0 0,-1 0,0 0,0 0,-1-1,1 1,-1 0,0 0,-1 0,0 0,0 1,0-1,0 0,-1 1,0-1,0 1,-1 0,1 0,-1 0,0 1,-1-1,1 1,-1 0,0 0,0 1,0-1,0 1,0 0,-1 1,1-1,-1 1,0 0,0 0,0 1,0 0,0 0,0 0,0 1,0 0,0 0,-1 0,1 1,-2 0,1 2,1-1,-1 1,1 0,0 1,0 0,0 0,1 0,-1 0,1 1,0 0,0 0,1 0,0 1,0-1,0 1,0 0,1 1,0-1,0 0,1 1,0-1,0 1,0 0,1 0,0 0,1 0,-1 0,1 0,0 0,1 0,0-1,0 1,1 0,-1 0,1 0,1-1,-1 1,4 4,11 12</inkml:trace>
  <inkml:trace contextRef="#ctx0" brushRef="#br1" timeOffset="156572.925">18445 14030,'-16'-2,"-10"-1,-2 2,3 6,6 9,8 9,11 10,12 8,4-3</inkml:trace>
  <inkml:trace contextRef="#ctx0" brushRef="#br1" timeOffset="157164.744">18606 14645,'-1'5,"1"0,1-1,-1 1,1 0,0-1,0 1,0 0,1-1,-1 0,1 1,0-1,1 0,-1 0,1 0,-1 0,1 0,0-1,1 1,-1-1,1 0,-1 0,1 0,0-1,0 1,0-1,0 0,1 0,-1 0,1-1,-1 1,1-1,-1 0,1 0,1-1,3-1,-1 0,1-1,-1 0,0 0,1-1,-1 0,0-1,-1 1,1-2,-1 1,0-1,0 0,0 0,0-1,-1 0,0 0,-1-1,1 1,3-7,-1 1,-1 0,0 0,-1-1,0 0,-1 0,-1 0,0 0,-1-1,0 0,-1 1,1-14,-2 18,0 1,-1-1,0 1,0-1,-1 1,0-1,-1 1,0 0,0-1,0 1,-1 0,0 0,-1 1,0-1,0 1,-1 0,0 0,0 0,0 0,-1 1,0 0,0 0,-1 1,0 0,0 0,0 0,0 1,-1 0,0 0,1 1,-1 0,0 1,-1 0,-6-2,14 4,0 0,0-1,0 1,1 0,-1 0,0 0,0-1,0 1,0 0,0 0,0 0,0 1,0-1,0 0,0 0,0 0,0 1,0-1,0 0,1 1,-1-1,0 1,0-1,0 1,1 0,-1-1,0 1,1 0,-1-1,0 1,1 0,-1 0,1-1,-1 1,1 0,-1 0,1 0,0 0,0 0,-1 0,1 0,0 0,0 0,0-1,0 1,0 0,0 0,0 0,0 0,0 0,1 0,-1 0,0 0,0 0,1 0,-1 0,1-1,-1 1,1 0,-1 0,1 0,0 0,7 6,1-1,0 1,0-1,1-1,0 0,0 0,0-1,0 0,1-1,-1 0,1-1,0 0,2 0,234 34,-245-36,0 1,0-1,1 1,-1-1,0 1,0 0,-1 0,1 0,0 0,0 0,0 0,0 0,-1 0,1 1,-1-1,1 1,-1-1,1 1,-1 0,0 0,0-1,0 1,0 0,0 0,0 0,-1 0,1 0,-1 0,1 0,-1 0,0 0,1 1,-1-1,0 0,-1 0,1 0,0 0,-1 0,1 0,-1 0,-12 33,11-33,0 1,0 0,0 0,0 0,0 0,1 0,-1 0,1 1,0-1,0 0,0 1,1-1,-1 1,1-1,0 1,0-1,0 1,0-1,1 1,-1-1,1 0,0 1,0-1,0 0,0 1,1-1,0 0,-1 0,1 0,0 0,0 0,0-1,2 2,5 0,1-1,-1 0,1 0,0-1,0 0,0-1,1 0,-1 0,0-1,0-1,0 0,0 0,0-1,0 0,0-1,9-3,-9 3,-1-1,0 0,0 0,0-1,-1 0,1-1,-1 0,0 0,-1-1,1 0,-2 0,1-1,-1 0,0 0,0 0,-1-1,0 1,-1-1,0-1,0 1,-1-1,0 1,0-3,-4 3,-4 21,3-3,-1 0,2 0,-1-1,1 1,0 0,1 0,0 0,1 0,0 0,0 0,1 0,0 0,0-1,1 1,0-1,1 1,0-1,0 0,0-1,1 1,1-1,-1 0,1 0,0 0,1-1,-1 0,1 0,1-1,-1 0,5 3,48 9,-35-14</inkml:trace>
  <inkml:trace contextRef="#ctx0" brushRef="#br1" timeOffset="157416.209">19475 14017,'-16'-3,"-8"5,1 6,6 8,11 6,10 2,6-3</inkml:trace>
  <inkml:trace contextRef="#ctx0" brushRef="#br1" timeOffset="159367.985">20651 14498,'37'-32,"-1"-1,-1-1,-2-2,-2-2,-1-1,-2-1,-2-1,-1-2,15-37,-34 64,-1 0,-1 1,0-1,-1-1,-1 1,-1 0,0-1,-1-4,0 16,0-1,-1 1,1-1,-1 1,0-1,-1 1,1 0,-1-1,0 1,-1 0,1 0,-1 1,0-1,0 0,-1 1,1 0,-1 0,0 0,0 0,0 0,-1 1,1 0,-1 0,0 0,-3-1,4 2,0 1,0 0,0 0,0 0,0 1,0-1,0 1,0 0,0 0,0 0,0 1,0-1,1 1,-1 0,0 0,0 1,0-1,1 1,-1 0,0-1,1 2,0-1,0 0,-1 1,1-1,1 1,-1 0,-1 2,-5 5,1 0,0 1,1 0,0 0,1 1,0 0,1 0,-1 2,-3 15,2 0,0 0,2 1,1 0,2 0,1 0,1 0,1 0,2 0,1 0,1-1,6 16,-9-34,1 0,0-1,0 1,1 0,1-1,0 0,0 0,1 0,0-1,1 0,0 0,0 0,1-1,0 0,1-1,-1 0,1 0,1-1,-1 0,1 0,0-1,1-1,-1 0,1 0,0-1,1 0,10-1,-1-1,1 0,-1-2,1-1,-1-1,1 0,-1-2,0 0,-1-2,4-1,26-10</inkml:trace>
  <inkml:trace contextRef="#ctx0" brushRef="#br1" timeOffset="159741.729">21387 14431,'0'-9,"-1"-1,0 1,0 0,-1 0,0 0,0 0,-1 0,0 0,-1 0,0 0,2 6,1 0,-1 0,0 0,0 0,0 1,-1-1,1 1,-1-1,1 1,-1 0,0 0,0 0,0 0,0 1,0-1,0 1,0 0,-1 0,1 0,0 0,-1 0,1 1,-1-1,1 1,-1 0,1 0,-1 1,-1-1,-5 3,-1 1,1 0,-1 0,1 1,0 1,1-1,-1 2,1-1,1 1,-1 1,1-1,0 1,1 1,0-1,0 1,1 1,0-1,1 1,-4 7,8-15,-1 0,1 0,-1 0,1 0,0 0,0 1,0-1,0 0,0 1,1-1,-1 0,1 1,-1-1,1 1,0-1,0 1,0-1,0 1,0-1,1 1,-1-1,1 0,0 1,-1-1,1 0,0 1,0-1,1 0,-1 0,0 0,1 0,-1 0,1 0,0 0,0-1,-1 1,1-1,2 2,5-2,0-1,1 1,-1-2,0 1,1-1,-1-1,0 1,0-2,0 1,0-1,0-1,-1 1,1-2,-1 1,0-1,0 0,-1-1,0 1,0-2,1 0,37-37,-38 72,-7-24,0-1,1 0,0 0,-1 0,1 0,1 0,-1 0,0-1,1 1,-1 0,1 0,0-1,0 1,0-1,0 0,0 0,1 0,-1 0,1 0,-1 0,1 0,0-1,-1 1,1-1,0 0,0 0,1 0,88 13,63-25,-80 0</inkml:trace>
  <inkml:trace contextRef="#ctx0" brushRef="#br1" timeOffset="160490.4">22535 14191,'19'42,"-3"1,-1 1,4 27,11 31,-29-98,0-1,-1 0,0 0,1 0,0 0,-1 0,1 0,0 0,1 0,-1 0,0-1,1 1,0 0,-1-1,1 1,0-1,0 0,1 0,-1 0,0 0,1 0,-1 0,1 0,0-1,-1 0,1 1,0-1,0 0,0 0,0 0,2-1,2-2,-1-1,1 0,0 0,-1-1,1 0,-1 0,0-1,0 0,-1 0,0 0,1-1,1-2,-3 3,11-11,-1-1,0-1,-1 0,-1-1,-1 0,-1-1,-1 0,0-1,-1 0,-2 0,0 0,2-21,-18 85,8-37,0 0,1 1,0 0,1-1,-1 1,1-1,0 1,1 0,-1-1,2 1,-1-1,1 1,-1-1,2 1,-1-1,1 0,0 0,0 0,1-1,-1 1,1-1,0 0,1 0,0 0,-1 0,1-1,4 2,3-1,1 0,0-2,0 1,1-2,-1 0,1 0,-1-1,1-1,-1 0,1-1,0-1,-1 0,0 0,1-2,11-4,-18 7,1-2,-1 1,0-1,0 0,0-1,0 1,-1-1,0-1,0 1,0-1,0 0,-1-1,1 1,-1-1,-1 0,1 0,-1-1,0 1,0-1,-1 0,0 0,0 0,-1 0,1-3,-5 24,2 0,0 1,0-1,1 0,1 0,1 0,0 0,0-1,2 1,-1-1,2 0,3 6,-6-14,-1 0,1 0,1 0,-1 0,1-1,0 1,0-1,0 0,0 0,1-1,-1 1,5 1,8 3</inkml:trace>
  <inkml:trace contextRef="#ctx0" brushRef="#br1" timeOffset="160739.327">23244 14030,'-2'11,"6"4,2 0</inkml:trace>
  <inkml:trace contextRef="#ctx0" brushRef="#br1" timeOffset="160933.432">23606 14377,'0'10,"2"0,-1 0,1 0,1-1,0 1,0-1,1 1,0-1,0 0,1-1,0 1,1-1,0 0,0 0,1-1,0 0,0 0,1-1,-1 1,2-2,-1 1,0-1,1 0,0-1,0 0,1-1,4 2,-9-4,-1 0,1 0,0 0,0 0,0-1,0 0,0 0,0-1,-1 1,1-1,0 0,0 0,-1 0,1-1,0 0,-1 0,0 0,1 0,-1-1,0 0,0 0,0 0,-1 0,1 0,-1-1,0 1,1-1,-2 0,1 0,0-1,-1 1,0 0,1-4,2-7,-1-1,-1 1,0-1,-1 1,-1-1,0 0,-1 0,-1 0,0 0,-3-11,1 0,2 26,1 0,0 0,-1 0,1 1,0-1,-1 0,1 0,0 0,0 0,0 0,0 0,0 0,0 0,0 0,0 0,0 0,1 0,-1 1,0-1,1 0,-1 0,0 0,1 0,-1 0,1 1,-1-1,1 0,0 0,-1 1,1-1,0 0,-1 1,1-1,0 1,0-1,0 1,-1-1,1 1,0 0,0-1,0 1,0 0,0 0,0 0,0-1,0 1,0 0,-1 0,1 0,0 1,0-1,0 0,0 0,0 0,0 1,0-1,0 0,0 1,-1-1,1 1,0-1,0 1,-1-1,1 1,0 0,17 10</inkml:trace>
  <inkml:trace contextRef="#ctx0" brushRef="#br1" timeOffset="162012.887">24166 14525,'21'-6,"-1"-1,0-1,0-1,-1-1,0 0,-1-1,0-1,-1-1,0-1,-1 0,-1-1,0-1,6-9,-15 18,0-1,-1 0,1 0,-2 0,1-1,-1 0,-1 0,0 0,0 0,0-1,0-6,-3 14,0 1,0-1,0 0,0 1,0-1,0 1,-1-1,1 1,-1-1,1 1,-1-1,0 1,1-1,-1 1,0-1,0 1,0 0,0 0,0-1,0 1,0 0,0 0,-1 0,1 0,0 0,-1 1,1-1,-1 0,1 0,-1 1,1-1,-1 1,1 0,-1-1,1 1,-1 0,0 0,1 0,-1 0,1 0,-1 0,0 1,1-1,-1 0,1 1,-1-1,1 1,-1 0,1-1,0 1,-1 0,1 0,0 0,-1 0,1 0,-1 1,-6 4,0 0,0 1,1 0,0 1,0 0,0 0,1 0,1 1,-1-1,1 1,1 1,0-1,0 1,1 0,0-1,0 1,1 1,1-1,0 0,0 0,1 1,0-1,1 0,0 1,2 6,-1-11,1 0,-1 1,1-1,1 0,-1 0,1 0,0-1,1 1,-1-1,1 0,0-1,0 1,1-1,-1 0,1 0,0 0,0-1,0 0,0 0,1-1,-1 1,2-1,8 2,-1 0,0-1,1-1,0-1,-1 0,1 0,0-2,-1 0,6-2,-2-1,0-2,0 0,-1-1,0 0,0-2,-1 0,0-1,-1-1,0-1,0 0,-1-1,-1 0,-1-1,0-1,0 0,-1-1,-1 0,-1-1,-1 0,0 0,-1-1,0 0,-2-1,0 0,0-7,7-27,-2 0,-3-1,-2 0,-2-1,-3 0,-3-15,2 50,-1 0,-2 0,0 0,-1 0,0 1,-6-12,10 29,-1-1,1 1,-1 0,0-1,0 1,0 0,0-1,0 1,-1 0,1 0,-1 0,1 0,-1 0,0 0,1 0,-1 1,0-1,0 1,-1-1,1 1,0 0,0 0,-1 0,1 0,-1 0,1 0,0 1,-1-1,1 1,-1 0,0 0,1 0,-1 0,1 0,-1 0,1 1,-1-1,1 1,-1-1,1 1,0 0,-1 0,1 0,0 1,0-1,0 0,0 1,0 0,0-1,-1 2,-9 10,0 1,0 0,1 1,1 0,0 1,1 0,1 1,1 0,0 0,1 0,-3 17,-3-1,2 1,1 0,2 1,1-1,2 1,1 1,2-1,2 0,1 0,1 0,2 0,7 25,-7-46,1-1,0-1,0 1,2-1,-1 0,1-1,1 1,0-2,1 1,0-1,0-1,1 0,1 0,-1-1,1-1,0 0,1 0,0-2,0 1,0-2,1 1,0-2,-1 0,1 0,0-2,0 0,1 0,-1-1,0-1,0 0,0-1,0-1,0 0,-1-1,12-4,-16 3,-1-1,0 1,0-1,0-1,-1 1,0-1,-1-1,1 1,-1-1,-1 0,1 0,-2-1,1 0,-1 0,0 0,-1 0,0 0,0-1,-1 1,-1-1,1 0,-1 0,-1 0,0 1,-1-1,0-5,-10 36,9-16,0 1,1 0,0-1,0 1,0-1,1 1,0 0,0 0,0-1,1 1,0 0,0-1,0 1,1-1,-1 1,1-1,1 1,-1-1,1 0,0 0,0-1,0 1,1 0,0-1,0 0,0 0,0 0,0-1,1 1,0-1,0 0,0 0,0-1,2 2,2-2,-1-1,1 0,-1 0,1-1,-1 0,1 0,0-1,-1 0,1-1,-1 1,0-2,1 1,-1-1,0-1,-1 1,1-1,0-1,-1 1,0-1,0 0,5-7,0 2,-2-1,1 0,-1-1,-1 0,0 0,-1-1,-1 0,0-1,0 0,-1 0,3-14,-4 11,6 46,-11-28,0 7,1 0,-1 0,1-1,1 1,0-1,0 1,0-1,1 1,0-1,0 0,1 0,0-1,0 1,0-1,1 0,0 0,0 0,1-1,0 1,0-1,0-1,1 1,2-1,1-1,0 0,0 0,0-1,0-1,0 0,1 0,-1-1,0 0,1-1,-1 0,0 0,0-1,0-1,0 0,0 0,6-3,-1-1,1 0,-1-1,-1 0,0-1,0-1,0-1,-2 1,1-2,-1 0,5-7,-3 0,-2 0,0-1,-1 0,0-1,-2 0,-1 0,0-1,-2 0,3-18,1-22,-2-1,0-60,-6 51,-2-1,-9-55,8 118,0 1,0 0,-1 0,0 0,-1 0,0 0,0 1,-1-1,0 1,-3-4,5 10,1 0,0 1,-1-1,1 1,-1-1,1 1,-1 0,0 0,0-1,0 1,1 0,-1 1,0-1,0 0,0 0,0 1,0-1,-1 1,1 0,0 0,0 0,0 0,0 0,0 0,0 0,0 1,0-1,0 1,0-1,0 1,0 0,0 0,0 0,0 0,0 0,1 0,-1 1,-1 0,-58 65,44-36,0 1,2 1,2 0,0 1,3 0,1 1,1 0,2 1,0 16,3-35,1 1,0 0,2 0,0 0,1 0,0 0,2-1,0 1,1-1,1 1,0-1,1-1,1 1,1-1,0 0,1-1,1 1,0-2,1 0,3 3,5-2,1 0,1-1,0-1,1-1,0 0,1-2,0-1,1-1,0-1,0-1,20 3,61 9</inkml:trace>
  <inkml:trace contextRef="#ctx0" brushRef="#br1" timeOffset="164055.357">27415 14030,'0'2,"-1"-1,0 1,1 0,-1 0,1 0,0 0,0 0,-1 0,1 0,0 0,1 0,-1 0,0-1,1 1,-1 0,1 0,-1 0,1 0,0 0,0-1,0 1,0 0,0-1,0 1,0-1,0 1,1-1,0 1,-1-2,-1-1,1 0,0 1,-1-1,1 1,-1-1,1 0,-1 0,1 1,-1-1,1 0,-1 0,0 1,1-1,-1 0,0 0,0 0,0 0,1 0,-1 1,0-1,0 0,0 0,0 0,-1 0,1 0,0 1,0-1,0 0,-1 0,1 0,0 0,-1 1,1-1,-1 0,1 0,-1 1,1-1,-1 0,0 1,1-1,-1 1,0-1,1 1,-1-1,-5-4,-1 1,1 0,0 0,-1 1,0 0,0 0,0 0,0 1,-1 0,1 0,0 1,-1 0,0 0,1 1,-1 0,1 0,-1 1,1 0,-1 0,1 1,0 0,-1 0,1 1,0 0,0 0,1 0,-1 1,1 0,0 1,0-1,0 1,0 0,-4 6,7-8,-1 1,1 0,0 1,0-1,0 1,1-1,-1 1,1 0,0 0,1 0,-1 0,1 0,0 0,0 0,1 0,-1 0,1 1,0-1,1 0,-1 0,1 1,0-1,0 0,1 0,-1 0,1 0,1-1,-1 1,0 0,1-1,0 1,0-1,0 0,1 0,-1 0,1-1,0 1,0-1,1 0,-1 0,5 2,13 4,1-1,0-1,0-1,0-1,1-2,0 0,0-1,0-1,0-1,0-2,0 0,6-3,-4 3,-1-2,0-1,0-1,-1-1,0-1,0-1,14-8,-35 16,0-1,0 1,0-1,0 0,0 0,0 0,-1-1,1 1,-1-1,1 1,-1-1,0 0,0 1,0-1,-1 0,1-2,-10 22,7-15,0 1,0-1,1 1,-1-1,1 1,0 0,0-1,0 1,0 0,0-1,1 1,-1 0,1-1,-1 1,1-1,0 1,0-1,0 1,1-1,-1 0,1 1,-1-1,1 0,-1 0,1 0,0 0,0 0,0-1,0 1,1-1,-1 1,0-1,1 0,-1 0,1 0,-1 0,1 0,-1 0,1-1,0 1,1-1,5 2,0-1,-1 0,1 0,0-1,0-1,0 1,-1-1,1 0,-1-1,1 0,1-1,-7 2,1-1,-1 1,0 0,0-1,0 0,-1 1,1-1,0 0,-1-1,1 1,-1 0,0-1,0 1,0-1,0 0,0 1,0-1,-1 0,1 0,-1 0,0-1,0 1,0 0,0 0,-1-1,1 1,-1 0,0-1,0 1,0-3,-3-3,0 1,-1 0,1 1,-2-1,1 1,-1-1,0 1,0 1,-1-1,0 1,0 0,-1 0,0 1,0 0,0 0,0 0,-1 1,1 0,-1 1,-8-3,-119-41,169 43,35 3,0 4,-1 3,1 2,8 6,-71-14,1 1,-1 1,0-1,0 1,0 0,-1 0,1 0,0 1,-1 0,0 0,1 1,-1-1,0 1,-1 0,1 0,-1 1,0-1,0 1,0 0,-1 0,1 1,-1-1,-1 1,1-1,-1 1,0 0,0 0,0 3,-11 93,10-99,1-1,-1 1,1 0,0 0,0-1,0 1,0-1,0 0,0 0,1 1,-1-1,1-1,-1 1,1 0,0-1,0 1,0-1,0 0,0 0,0 0,0 0,0-1,0 1,0-1,1 0,-1 1,0-2,0 1,0 0,0-1,1 1,-1-1,0 0,0 0,4 1,0-1,-1 0,1 0,0 0,-1-1,1 0,-1 0,0-1,0 0,0 0,0 0,0-1,-1 1,1-2,-1 1,0 0,0-1,-1 0,0 0,1 0,-2-1,1 0,0 1,-1-1,0 0,-1-1,2-5,-1 5,-1 0,-1 0,1-1,-1 1,-1-1,1 1,-1 0,0-1,-1 1,0-1,0 1,-2-7,2 14,0 0,1 0,-1 0,0 0,1 0,-1 0,0 0,1 0,-1 0,0 0,1 0,-1 1,1-1,-1 0,0 0,1 1,-1-1,1 0,-1 1,1-1,-1 1,1-1,-1 1,1-1,-1 1,1-1,0 1,-1-1,1 1,0-1,-1 1,1 0,0-1,0 1,0-1,0 1,-1 0,1-1,0 1,0 0,0-1,0 1,0 0,1-1,-1 1,0 0,-2 5,1 0,-1 0,1 0,0 0,1 0,-1 0,1 0,1 0,-1 0,1 0,0 0,0 0,1 0,-1 0,1-1,1 1,-1 0,1-1,0 0,0 0,1 0,-1 0,1 0,0-1,0 1,1-1,0 0,-1 0,1-1,0 0,1 0,-1 0,0 0,1-1,0 0,5 2,-3-5,-1 0,1 0,-1-1,1 0,-1-1,0 1,0-1,0-1,0 1,-1-1,1 0,-1-1,0 1,0-1,0-1,-1 1,0-1,0 0,0 0,-1 0,0 0,0-1,-1 0,0 0,0 0,0 0,-1-1,0 1,0-1,-1 1,0-1,0-1,-10 44,8-31,-1-1,2 1,-1-1,0 1,1 0,-1-1,1 1,0 0,0-1,1 1,-1 0,1-1,0 1,0 0,0-1,0 1,1-1,-1 0,1 1,0-1,0 0,0 0,0 0,1 0,-1-1,1 1,0-1,-1 1,1-1,0 0,1 0,-1 0,0-1,0 1,2 0,2 0,0 1,0-1,1 0,-1-1,1 0,-1 0,1-1,-1 0,1 0,-1 0,1-1,-1 0,1-1,-1 0,0 0,0 0,0-1,0 0,0-1,0 1,-1-1,0-1,0 1,0-1,0 0,-1 0,1-1,-2 1,1-1,0 0,-1-1,0 1,2-6,2-45,-16 76,6-11,1 0,0 1,0-1,1 1,0-1,0 1,1-1,0 1,0-1,1 0,0 0,1 1,0-1,0-1,0 1,1 0,0-1,1 0,0 0,0 0,1 0,13 9</inkml:trace>
  <inkml:trace contextRef="#ctx0" brushRef="#br1" timeOffset="164647.766">29233 14030,'5'-3,"-1"-1,1 1,0 1,-1-1,1 1,0 0,1 0,-1 0,0 1,1-1,-1 1,0 1,1-1,-1 1,1 0,-1 0,1 1,-1-1,1 1,-1 0,0 1,1 0,-1-1,0 1,0 1,0-1,0 1,-1 0,1 0,-1 1,0-1,0 1,0 0,0 0,0 0,-1 0,0 1,2 2,4 17,-1 0,-1 1,-1 0,-1 0,-2 0,0 1,-1-1,-2 1,-1 0,-1-1,0 1,-6 16,8-41,-8 57,4-36,0 0,2-1,0 1,1 0,2 0,0 0,1 0,1 0,1 0,1-1,1 2,-2-16,0 0,0 0,0-1,1 0,0 1,0-2,1 1,-1-1,1 1,1-1,4 2,-8-4,0-2,0 1,0 0,0 0,0-1,0 0,1 1,-1-1,0-1,1 1,-1 0,1-1,-1 0,1 0,-1 0,1 0,-1 0,1-1,-1 1,1-1,-1 0,0 0,1 0,-1-1,0 1,3-3,-1-1,-1-1,0 0,0-1,0 1,-1-1,0 1,0-1,-1 0,1 0,-2 0,1 0,-1-1,0 1,0 0,-1-1,0 1,0-1,-1 1,-1-6,-1-15,-1-1,-1 1,-1 0,-2 1,0 0,-2 0,-1 1,-1 0,-2 1,0 0,-1 1,-2 1,0 0,-12-10,-44-29,73 61,0 0,1 0,-1 1,1-1,-1 0,1 0,-1 1,1-1,-1 0,1 1,0-1,-1 1,1-1,0 1,0-1,-1 1,1 0,0-1,0 1,0 0,0-1,-1 1,1 0,0 0,0 0,0 0,0 0,0 0,0 0,-1 0,1 0,0 0,0 0,0 1,0-1,-1 0,1 1,0-1,0 1,0-1,3 0,250-16,-249 16,-3-1,1 1,-1-1,1 0,0 1,-1 0,1 0,0 0,0 0,-1 0,1 0,0 1,-1-1,1 1,0 0,-1-1,1 1,-1 1,0-1,1 0,-1 1,0-1,1 1,-1-1,0 1,0 0,-1 0,1 0,0 0,0 0,-1 1,1 0,3 76,-6-74,0 0,0 0,1 0,0 1,-1-1,2 0,-1 0,1 0,-1 0,1 1,1-1,-1 0,1-1,0 1,0 0,0 0,1-1,0 1,-1-1,2 0,-1 0,0 0,1 0,0-1,0 1,0-1,1 1,42 9,-24-13</inkml:trace>
  <inkml:trace contextRef="#ctx0" brushRef="#br1" timeOffset="164915.1">29795 13856,'-7'16,"3"12,1 2</inkml:trace>
  <inkml:trace contextRef="#ctx0" brushRef="#br1" timeOffset="165746.474">30116 14057,'20'-59,"-2"-1,-3-1,-2-1,-3 1,-3-2,-1-38,-4 71,-2-132,-14 124,13 38,0-1,1 1,-1-1,0 1,0-1,0 1,1-1,-1 1,0 0,0 0,0-1,0 1,0 0,0 0,0 0,0 0,1 0,-1 0,0 0,0 0,0 1,0-1,0 0,0 0,0 1,0-1,1 0,-1 1,0-1,0 1,1-1,-1 1,0 0,0-1,1 1,-1 0,1-1,-1 1,1 0,-1 0,-12 14,1 1,1 0,0 1,1 1,1-1,0 1,1 1,-1 7,8-23,-17 42,3 2,1-1,3 2,1-1,3 1,2 1,2-1,3 39,0-71,0 0,2 0,-1 0,2-1,0 1,1-1,1 0,0 0,1 0,1-1,0 0,1 0,0-1,1 0,1 0,0-1,1 0,0-1,0 0,1-1,1 0,0-1,4 2,-13-9,0 0,0 0,0-1,0 1,0-1,0 0,0 0,1-1,-1 1,0-1,0 0,1 0,-1-1,0 1,0-1,0 0,1 0,-1 0,0 0,0-1,0 0,-1 0,1 0,0 0,-1-1,1 1,-1-1,0 0,0 0,0 0,0-1,6-8,-1-2,-1 1,0-1,-1 0,0 0,-1-1,-1 1,0-1,0-9,4 117,-7-90,0 0,0 0,0 0,0 0,0 0,1 0,-1 0,1-1,0 1,0-1,0 1,0-1,0 0,0 1,1-1,-1 0,1-1,0 1,-1 0,1-1,0 1,0-1,0 0,0 0,0 0,0-1,0 1,0-1,0 1,1-1,-1 0,0 0,0-1,0 1,0 0,0-1,0 0,0 0,0 0,0 0,0 0,0-1,0 1,-1-1,1 0,0 0,0-1,3-5,-1 0,0 0,0 0,-1-1,0 1,0-1,-1 0,0-1,-1 1,0 0,-1-1,0 1,0-1,-1 1,0-1,0 0,-1 1,-1-1,0 1,0 0,0-1,-1 1,-1 0,0 0,-35-40,37 48,1 0,-1 0,1 1,-1-1,1 0,-1 1,0 0,1-1,-1 1,0 0,1 0,-1 0,0 0,1 0,-1 0,0 0,1 0,-1 1,0-1,1 1,-1-1,1 1,-1 0,1 0,-1 0,1-1,0 1,-1 0,1 1,0-1,0 0,-1 0,1 0,0 1,0-1,0 1,-2 3,0 0,0 0,0 1,0-1,1 1,0 0,0 0,1 0,-1-1,1 2,1-1,-1 0,1 0,0 0,0 0,1 0,0 0,0 0,0 0,1 0,0 0,0 0,2 5,1 1,0-1,1 0,0 0,1-1,0 1,1-2,0 1,0-1,5 4,53 28,-64-40,0 0,0-1,0 1,0-1,0 1,0-1,0 0,0 0,1 0,-1 0,0 0,0 0,0-1,0 1,0-1,0 1,0-1,0 0,0 0,0 0,0 0,0 0,0 0,-1-1,1 1,0 0,-1-1,1 1,-1-1,0 0,1 0,-1 1,0-1,0 0,6-17,0 0,-1 0,-1-1,-1 1,0-1,-2 0,0 0,-2-8,1 15,5-159,-6 171,-1 0,1 0,0-1,0 1,-1 0,1 0,0 0,0 0,0 0,0 0,1 0,-1 0,0 0,0 0,1-1,-1 1,0 0,1 0,-1 0,1 1,0-1,-1 0,1 0,0 0,-1 0,1 0,0 1,0-1,0 0,0 1,-1-1,1 1,0-1,0 1,0-1,0 1,0-1,1 1,-1 0,0 0,0 0,0 0,0 0,0 0,0 0,0 0,0 0,0 0,1 0,-1 1,0-1,0 0,0 1,0-1,0 1,0-1,-1 1,1-1,0 1,0 0,0 0,19 8,0 0,-1 1,-1 2,1-1,-2 2,0 1,0 0,8 10,-22-19,0 1,0 0,-1 0,1 0,-1 0,0 0,-1 1,0-1,0 0,0 1,-1-1,1 1,-2-1,1 0,-1 1,0-1,0 1,-1-1,1 0,-2 0,1 0,-1 0,1 0,-2-1,1 1,0-1,-4 4,-24 66,30-73,0 0,1 0,0 0,-1 0,1 0,0 0,0 0,0 0,0 0,0 0,1 1,-1-1,1 0,-1 0,1 0,0 0,0 0,0-1,0 1,0 0,0 0,0-1,1 1,-1 0,1-1,-1 1,1-1,-1 0,1 0,1 1,65 20,-32-19,1-1,0-1,-1-2,1-2,31-6,20-6</inkml:trace>
  <inkml:trace contextRef="#ctx0" brushRef="#br1" timeOffset="170139.05">10985 10193,'0'-36,"2"0,2 1,1-1,1 1,2 0,8-21,-15 52,-1 0,1 0,0 0,0 0,1 0,-1 1,1-1,0 0,0 1,0-1,0 1,1-1,-1 1,1 0,0 0,0 0,0 1,0-1,0 1,1 0,-1-1,1 2,0-1,-1 0,1 1,0-1,0 1,0 0,0 0,0 1,3-1,6 6,-1 0,0 0,0 2,0-1,-1 1,1 1,-2 0,1 1,-1 0,-1 0,1 1,4 8,5 2,-1 1,-1 0,-1 1,-1 1,9 19,-23-41,0 0,0 0,-1 0,1 0,0 0,0 0,-1 0,1 0,-1 1,1-1,-1 0,0 0,1 1,-1-1,0 0,0 0,0 1,0-1,0 0,0 1,0-1,0 0,0 1,-1-1,1 0,0 0,-1 1,1-1,-1 0,0 0,1 0,-1 0,0 0,0 0,0 0,1 0,-1 0,0 0,0 0,0 0,-1-1,1 1,0 0,0-1,0 1,0-1,-1 1,1-1,0 0,0 0,-1 1,1-1,0 0,-1 0,0 0,-6 0,1 0,-1-1,0 0,1 0,-1-1,0 0,1 0,0-1,0 0,0 0,0-1,0 1,0-2,1 1,-5-5,10 9,0-1,1 1,-1-1,0 1,0-1,1 0,-1 1,0-1,1 0,-1 0,1 1,-1-1,1 0,-1 0,1 0,0 0,-1 0,1 0,0 0,0 1,-1-1,1 0,0 0,0 0,0 0,0 0,1 0,-1 0,0 0,0 0,0 0,1 0,-1 0,0 0,1 1,-1-1,1 0,-1 0,1 0,0 1,-1-1,1 0,0 1,-1-1,1 0,0 1,0-1,0 0,49-18,-44 17,58-15,-44 13,0 0,0-1,-1-1,1-1,-2-1,1 0,-1-2,0 0,-1-1,0 0,-1-2,2-2,-15 12,0-1,0 1,-1-1,1 0,-1 0,0 0,0 0,0 0,-1-1,1 1,-1 0,0-1,0-2,-1 5,0 0,0 0,0 1,-1-1,1 0,0 1,-1-1,1 1,-1-1,1 0,-1 1,0-1,0 1,0 0,0-1,0 1,0 0,0-1,0 1,0 0,-1 0,1 0,0 0,-1 0,1 0,-1 0,1 1,-1-1,1 0,-1 1,0-1,1 1,-1 0,0 0,1-1,-1 1,-1 0,-3 1,0-1,0 1,0 0,0 0,0 1,0-1,1 1,-1 1,0-1,1 1,0 0,0 0,-1 1,2-1,-1 1,0 0,1 1,0-1,0 1,0-1,1 1,-1 0,1 1,0-1,1 1,-1-1,1 1,0 0,0 0,1 0,0 0,0 0,1 0,-1 0,1 0,0 0,1 0,0 0,0 0,0 0,0 0,1 0,0 0,0-1,3 5,2-3,1-1,0 0,1 0,-1 0,1-1,0-1,0 0,0 0,1 0,0-1,-1-1,1 0,0 0,0-1,1 0,52 8</inkml:trace>
  <inkml:trace contextRef="#ctx0" brushRef="#br0" timeOffset="46429.78">4234 8803,'20'0,"21"3,17 0,14-1,12 1,6-2,0-2,-2-1,-6-1,-12 1,-14 0,-15 1,-16 2,-13 2</inkml:trace>
  <inkml:trace contextRef="#ctx0" brushRef="#br0" timeOffset="46769.536">4755 8549,'33'16,"1"-2,0-1,0-1,18 2,45 16,-79-25,0 1,0 0,-1 1,1 1,-2 1,0 1,0 0,0 0,-1 2,-1 0,0 1,-1 0,0 1,0 2,-11-13,0 0,-1 0,0 0,0 0,0 0,0 0,0 0,0 0,-1 0,0 1,0-1,1 0,-2 0,1 1,0-1,-1 0,1 0,-1 0,0 1,0-1,-1 0,1 0,0 0,-1-1,0 1,0 0,1-1,-2 1,1-1,-1 1,-81 57,-96 13,160-66</inkml:trace>
  <inkml:trace contextRef="#ctx0" brushRef="#br0" timeOffset="47247.689">5999 8722,'-14'-5,"0"-1,0 2,0 0,-1 0,1 1,-1 1,-8 0,18 2,-1 0,1 0,-1 1,1 0,-1 0,1 0,-1 0,1 1,0 0,0 0,0 0,0 1,0 0,0 0,1 0,-1 0,1 1,0 0,0 0,0 0,-1 2,1 1,0-1,0 0,0 1,1 0,0 0,1 0,-1 0,1 1,1-1,-1 0,1 1,1 0,-1-1,1 1,1 0,-1-4,0 0,1 0,0 0,0-1,0 1,0 0,0-1,1 1,-1-1,1 1,0-1,0 0,0 0,1 0,-1 0,1 0,0 0,0-1,0 1,0-1,0 0,0 0,0 0,1 0,-1 0,1-1,0 0,-1 1,1-2,0 1,6-1,-1 0,0-1,1 0,-1 0,0-1,0-1,0 1,0-1,-1-1,1 0,-1 0,0-1,0 0,0 0,-1 0,0-1,0-1,0 1,-1-1,0 0,0 0,-1-1,0 0,0 0,-1 0,0 0,0-1,2-9,-3 12,-1-1,0 1,0-1,0 0,-1 0,0 1,-1-1,1 0,-1 0,-1 0,1 0,-1 0,0 0,-1 0,0-2,1 8,0 0,0 1,0-1,0 0,0 1,0-1,0 0,0 1,0-1,0 1,0 0,0-1,0 1,-1 0,1 0,0 0,0 0,0 0,0 0,0 0,-1 0,1 0,0 0,0 1,0-1,0 0,0 1,0-1,0 1,0-1,0 1,0 0,0-1,0 1,0 0,0 0,0-1,0 1,1 0,-1 0,0 0,1 0,-1 0,1 0,-1 0,1 0,0 1,-1-1,1 0,0 0,0 0,-1 0,1 0,0 1,0-1,1 0,-1 1,-2 2,0 1,1 0,-1-1,1 1,0 0,1 0,-1 0,1 0,0 0,0 0,0 0,1 0,0 0,0 0,0-1,0 1,1 0,0-1,0 1,0-1,1 1,-1-1,1 0,0 0,0 0,1 0,-1-1,1 0,0 1,-1-1,1 0,1-1,-1 1,0-1,1 0,-1 0,2 0,14 4,1-1,-1 0,1-2,0-1,0 0,0-2,0 0,0-1,12-3,46-6</inkml:trace>
  <inkml:trace contextRef="#ctx0" brushRef="#br0" timeOffset="48199.454">6641 8643,'-7'-1,"0"0,-1 1,1 0,0 0,0 1,0 0,0 0,0 1,0 0,0 0,0 1,1-1,-1 2,1-1,0 1,0-1,0 2,0-1,1 1,0 0,0 0,0 0,0 1,1-1,0 1,0 0,1 0,0 1,-3 6,5-9,-1 1,2 0,-1 0,0-1,1 1,0 0,0 0,0 0,1 0,0-1,0 1,0 0,0-1,1 1,-1-1,1 1,0-1,1 0,-1 0,1 1,0-2,0 1,0 0,0-1,1 1,0-1,-1 0,1 0,0-1,1 1,2 1,-1 0,1-1,0 0,0 0,1-1,-1 0,0 0,1-1,-1 0,1 0,-1-1,1 0,-1 0,1-1,-1 1,1-2,-1 1,0-1,2-1,1-1,-1 0,0-1,0 0,-1 0,0-1,0-1,0 1,0-1,-1 0,0-1,-1 0,0 0,0 0,-1-1,1 0,-2 0,0 0,0 0,2-8,2-10,-1-1,-1-1,-2 1,0-1,-2 1,-2-14,-20-258,4 199,9 87,2 17,-1 26,5 32,2 1,3-1,3 0,3-1,2 0,12 33,-20-71,1 0,1-1,1 0,1 0,1 0,1-1,0 0,2-1,0 0,1-1,5 4,-16-19,1 0,0 0,0-1,0 1,1-1,-1 1,1-1,-1 0,1-1,0 1,-1 0,1-1,0 0,0 0,0 0,0-1,0 1,0-1,1 0,-1 0,0 0,0-1,0 1,0-1,0 0,0 0,0-1,-1 1,1-1,0 0,-1 0,1 0,-1 0,1 0,-1-1,7-10,-1-1,-1 1,0-2,-1 1,0-1,-1 0,-1 0,0-1,-1 0,-1 0,-1 0,0 0,-1-5,3-12,-1 0,-2 0,-2 0,0 0,-6-22,3 43,7 22,2-3,0 0,1 0,0-1,0 0,1 0,-1-1,1 0,0 0,1-1,-1 1,1-2,0 1,0-1,0 0,1-1,-1 0,0 0,1-1,0 0,-1 0,1-1,4 0,46 9,-56-9,-1 1,1-1,0 1,0 0,-1 0,1 0,0 0,-1 0,1 0,-1 1,0 0,1-1,-1 1,0 0,0 0,0 0,0 0,0 0,-1 1,1-1,-1 0,1 1,-1 0,0-1,0 1,0 0,0-1,0 1,-1 0,1 0,-1 0,0 72,-2-68,0 1,1-1,0 1,1-1,0 1,0-1,0 1,1-1,0 1,1-1,-1 1,1-1,1 0,0 0,0 0,0 0,0 0,1-1,0 0,1 0,0 0,0 0,0 0,0-1,2 1,1-2,1 0,0-1,0 0,0 0,0-1,0 0,0 0,1-1,-1-1,0 0,1 0,-1 0,1-1,-1-1,0 1,0-2,0 1,0-1,0-1,6-2,-3 0,0 0,-1 0,0-1,0 0,-1-1,1 0,-2-1,1 0,-1-1,-1 1,0-2,0 1,-1-1,5-9,-9 14,1-1,-1 0,0 1,-1-1,1-1,-1 1,-1 0,1 0,-1-1,-1 1,1-1,-1 1,-1-1,1 1,-1 0,0-1,-1 1,0 0,0 0,-1 0,1 0,-2 0,1 0,-1 1,0-1,0 1,0 0,-3-2,6 7,-1 0,1 0,-1 0,1 1,0-1,-1 0,1 0,-1 1,0-1,1 1,-1-1,1 1,-1 0,0 0,1 0,-1 0,0 0,1 0,-1 0,0 0,1 1,-1-1,0 0,1 1,-1 0,1-1,-1 1,1 0,-1 0,1 0,0 0,-1 0,1 0,0 0,0 0,0 1,0-1,0 0,0 1,0-1,0 1,-25 66,23-58,1 0,1 0,0 0,0 0,1 0,0 0,1 0,0 0,1 0,0 0,0 0,1 0,0-1,1 1,0-1,0 0,1 0,1-1,-1 1,1-1,1 0,-1-1,1 1,2 0,6 2,1 0,0-2,0 0,1-1,-1 0,2-1,-1-1,1-1,-1-1,1 0,0-1,0-1,18-1,30-2</inkml:trace>
  <inkml:trace contextRef="#ctx0" brushRef="#br0" timeOffset="48605.357">8405 8442,'-12'3,"1"1,-1 1,1 0,-1 1,2 0,-1 0,1 1,0 1,0-1,1 2,0-1,0 1,1 1,0 0,1 0,0 0,1 1,0 0,0 2,4-9,1 0,0 0,0 0,0 0,1 0,0 0,-1 0,1 0,0 0,1 0,-1 1,1-1,0 0,0 0,0 0,1 0,-1-1,1 1,0 0,0 0,0-1,0 0,1 1,0-1,-1 0,1 0,0 0,2 0,6 7,2-1,-1-1,1 0,0-1,1 0,0-1,3 1,56 18,-47-18,0 2,0 1,-1 2,-1 0,1 1,-24-12,1 0,0-1,0 1,-1 0,1 0,0 0,-1 1,1-1,-1 0,1 1,-1-1,0 0,0 1,1 0,-1-1,0 1,0 0,-1-1,1 1,0 0,-1 0,1 0,-1 0,1 0,-1 0,0 0,0-1,0 1,0 0,0 0,0 0,0 0,-1 0,1 0,-1 0,0 0,1-1,-1 1,0 0,0 0,0-1,0 1,0 0,-1-1,1 0,0 1,-12 8,-1-1,0 0,0-1,0 0,-1-1,-1-1,1-1,-1 0,1-1,-4 0,17-3,-16 4,1 0,-1-1,1-1,-1-1,0-1,0 0,0-1,-14-2,31 2,0 0,1 0,-1-1,0 1,0 0,0-1,0 1,1-1,-1 1,0 0,0-1,1 0,-1 1,0-1,1 1,-1-1,0 0,1 0,-1 1,1-1,-1 0,1 0,0 0,-1 1,1-1,0 0,0 0,-1 0,1 0,0 0,0 0,0 1,0-1,0 0,0 0,0 0,1 0,-1 0,0 0,0 0,1 1,-1-1,0 0,1 0,-1 0,1 1,-1-1,1 0,-1 1,1-1,0 0,-1 1,1-1,0 1,0-1,-1 1,1-1,0 1,0-1,0 1,0 0,-1-1,1 1,0 0,0 0,0 0,27-18,1 2,1 1,0 1,0 2,26-7,-2 1</inkml:trace>
  <inkml:trace contextRef="#ctx0" brushRef="#br0" timeOffset="48915.668">8686 8870,'3'7,"1"-1,0 1,0-1,0 0,1 0,0 0,0-1,0 1,1-1,0-1,0 1,0-1,0 0,1 0,-1-1,1 0,0 0,0 0,0-1,1 0,-1-1,0 1,1-2,-1 1,1-1,-1 0,1 0,2-1,-3-1,0-1,0 1,-1-1,1-1,-1 1,0-1,0 0,-1 0,1-1,-1 1,0-1,0 0,0-1,-1 0,1 1,-2-1,2-2,-3 4,0 1,0-1,-1 1,1-1,-1 0,0 0,0 0,-1 0,1 0,-1 0,0 0,0 0,0 1,0-1,-1 0,1 0,-1 0,0 0,0 0,-1 0,1 1,-1-1,0 0,0 1,0 0,0-1,0 1,-1 0,0 0,0 0,0 0,-2-1,0 0,0 1,0-1,0 1,-1 1,1-1,-1 1,0-1,1 2,-1-1,0 1,0 0,0 0,0 0,-1 1,1 0,0 0,0 1,0-1,0 1,0 1,0-1,0 1,0 0,1 1,-1-1,1 1,0 0,-3 2,-1 0,1 1,0 0,0 0,0 0,1 1,0 0,0 1,1-1,0 1,0 1,1-1,0 1,1 0,0 0,0 0,1 1,-2 8,4-14,0-1,1 0,0 1,0-1,0 0,0 1,1-1,-1 0,1 1,0-1,0 0,0 0,0 0,0 0,1 0,-1 0,1 0,0 0,0-1,0 1,0 0,1-1,-1 0,1 0,-1 0,1 0,0 0,0 0,0 0,0-1,0 0,1 1,7 2,-1-1,1 0,0-1,-1 0,1 0,1-1,-1-1,0 0,2 0,32-4</inkml:trace>
  <inkml:trace contextRef="#ctx0" brushRef="#br0" timeOffset="49208.214">9006 8482,'-15'-9,"-11"-1,-2 8,0 12,6 10,7 9,5 9,7 6,6 6,3-6</inkml:trace>
  <inkml:trace contextRef="#ctx0" brushRef="#br0" timeOffset="49477.959">9047 8990,'20'7,"21"2,19 0,20-4,19-8,17-5,17-6,-14-1</inkml:trace>
  <inkml:trace contextRef="#ctx0" brushRef="#br1" timeOffset="168467.379">7697 9164,'0'21,"0"17,0 17,0 12,-2 8,-6 3,-1 0,1-5,1-10,3-11,1-12,4-10,4-11,6-9,3-7,-1-5</inkml:trace>
  <inkml:trace contextRef="#ctx0" brushRef="#br1" timeOffset="168733.515">7750 10167,'7'9,"4"3,6-14,-2-12,-2-12,-6-4,-6 1,-8 6,-7 5,-7 12,-1 11,-1 9,3 7,4 4,9 2,38-3,14-5</inkml:trace>
  <inkml:trace contextRef="#ctx0" brushRef="#br1" timeOffset="168734.515">9114 9499,'-3'18,"0"17,1 15,-3 11,-2 8,-2 3,-2 0,-2-4,0-13,2-14</inkml:trace>
  <inkml:trace contextRef="#ctx0" brushRef="#br1" timeOffset="169023.686">9034 9592,'9'18,"7"13,9 10,8 8,8 1,9-2,1-8,0-8,-4-9,-8-9,-11-7</inkml:trace>
  <inkml:trace contextRef="#ctx0" brushRef="#br1" timeOffset="169283.286">9448 9458,'0'2,"0"10,0 12,0 16,-2 14,-4 12,-2 11,0 5,1 1,2-5,6-11,10-13,8-12,0-15</inkml:trace>
  <inkml:trace contextRef="#ctx0" brushRef="#br1" timeOffset="169563.06">9715 9886,'-3'3,"0"1,0 0,0 0,0 0,1 0,0 0,0 1,0-1,1 1,-1-1,1 1,0 0,0-1,1 1,-1 3,0-3,0 97,2-99,-1 0,1 0,0 0,-1-1,1 1,1 0,-1-1,0 1,1 0,-1-1,1 1,0-1,-1 0,1 0,0 0,1 0,-1 0,0 0,1 0,-1-1,1 1,-1-1,1 1,-1-1,1 0,0 0,0-1,0 1,0 0,0-1,-1 0,1 0,1 0,5-1,0-2,0 1,-1-1,0 0,1-1,-1 0,0 0,-1-1,1 0,-1 0,0-1,0 0,-1 0,0-1,0 0,0 0,-1 0,0 0,2-6,6-6,-2 0,0-1,-1-1,-1 0,-1 0,-1-1,0 1,-2-2,-1 1,0-5,-6 22,-2 12,-5 16,4-8,1 1,0 0,2 0,0 0,0 0,2 0,0 10,1-19,-1-1,1 1,1-1,-1 0,1 0,0 1,0-1,1-1,0 1,0 0,0-1,1 1,0-1,0 0,0 0,0 0,1-1,0 0,0 0,4 3,45 19,2-8</inkml:trace>
  <inkml:trace contextRef="#ctx0" brushRef="#br1" timeOffset="171456.979">12643 9778,'9'-7,"0"0,0 1,1 0,-1 0,1 1,0 0,1 1,-1 0,1 1,6-2,-12 4,0 0,1 1,-1-1,0 1,0 0,0 0,1 1,-1 0,0-1,0 2,0-1,0 1,0-1,0 1,-1 1,1-1,0 1,-1-1,0 1,0 1,0-1,0 0,2 3,2 6,0 1,0 0,-1 0,-1 1,-1-1,1 1,-2 1,0-1,-1 1,0-1,-2 1,1 0,-2 0,0 9,11 76,-11-98,0-1,0 0,0 1,0-1,0 0,0 1,1-1,-1 0,1 0,-1 1,1-1,-1 0,1 0,-1 0,1 1,0-1,0 0,0 0,0 0,-1 0,1-1,1 1,-1 0,0 0,0 0,0-1,0 1,0-1,1 1,-1-1,0 1,0-1,1 0,-1 0,0 1,1-1,-1 0,0 0,1 0,-1 0,0-1,1 1,-1 0,0-1,1 1,-1 0,0-1,0 0,0 1,1-1,-1 0,0 1,0-1,0 0,0 0,0 0,0 0,0 0,9-9,0 0,0-1,-1 0,0-1,-1 0,-1 0,1-1,-2 0,0 0,-1 0,0-1,-1 0,0 0,-1 0,-1 0,0-1,-1 1,-1-1,0 0,-5-6,-3 36,6-2,1-1,0 1,1-1,0 1,1 0,0-1,1 1,3 9,-4-18,1 0,-1 1,1-1,-1 0,1 0,0 0,1 0,-1 0,1-1,0 1,0-1,0 0,0 1,0-1,1-1,0 1,-1 0,1-1,0 0,0 0,0 0,0 0,1-1,-1 0,0 1,1-1,-2-1,0 0,-1 0,1 0,0 0,0 0,-1 0,1-1,0 1,-1-1,1 0,0 1,-1-1,1-1,-1 1,0 0,1-1,-1 1,0-1,0 1,0-1,0 0,0 0,0 0,0 0,-1-1,1 1,-1 0,0-1,1 1,-1-1,24-80,-25 82,14-93,-16 81,-5 33,5-15,0 0,1 0,-1 0,1 0,1 1,-1-1,1 0,-1 1,1-1,1 1,-1-1,1 0,0 0,0 1,1-1,0 0,-1 0,2 0,-1 0,1-1,-1 1,1 0,0-1,1 0,-1 0,1 0,0 0,0-1,3 3,12 2,-1-1,2-1,-1-1,1-1,-1 0,1-1,0-2,0 0,1-1,-1-1,0 0,16-5,-5 4,0-3,0 0,0-2,-1-2,1 0,-2-2,8-5,-32 14,1-1,-2 0,1 0,0 0,-1 0,1-1,-1 0,0 0,0 0,0 0,-1-1,0 1,1-1,-2 0,1 0,0 0,-1 0,0-1,0 1,-1-1,0 1,0-1,0 1,0-1,-1 0,0-3,0 7,-1-1,1 1,-1 0,0 0,1-1,-1 1,0 0,0 0,-1 0,1 0,0 0,-1 1,1-1,-1 0,1 0,-1 1,0-1,0 1,0 0,0-1,0 1,0 0,0 0,0 0,0 1,0-1,-1 0,1 1,0-1,0 1,-1 0,1 0,-1 0,-77 11,72-8,1 0,-1 1,0 0,1 0,0 1,0 0,0 0,1 0,0 1,0 0,0 0,1 1,0 0,0 0,0 0,1 0,0 1,1 0,-1-1,2 1,-1 0,0 7,3-12,0 1,0-1,0 0,1 1,-1-1,1 0,0 1,0-1,1 0,-1 0,1 0,-1 0,1 0,0 0,0 0,0-1,0 1,1-1,-1 1,1-1,-1 0,1 0,0 0,0-1,0 1,0 0,0-1,90 22,-84-22,-1 0,0 0,1-1,-1 0,0 0,1-1,-1 0,0-1,0 1,0-2,0 1,0-1,0 0,0-1,-1 0,0 0,0-1,0 1,0-2,-1 1,0-1,0 0,0 0,-1 0,0-1,0 0,3-6,-5 4,-1 1,0 0,0-1,-1 1,0-1,-1 0,0 1,0-1,-1 0,0 1,-1-6,2 15,0-1,-1 0,1 0,0 0,0 0,-1 0,1 0,0 0,-1 1,1-1,0 0,0 0,-1 0,1 0,0 0,-1 0,1 0,0 0,0-1,-1 1,1 0,0 0,-1 0,1 0,0 0,0 0,-1 0,1-1,0 1,0 0,0 0,-1 0,1-1,0 1,0 0,0 0,-1 0,1-1,0 1,0 0,0 0,0-1,0 1,0 0,0-1,0 1,0 0,-1 0,1-1,0 1,0 0,0-1,1 1,-1 0,0 0,0-1,0 1,0 0,-5 25,5-19,0 1,0 0,1-1,0 1,0-1,1 1,0-1,0 1,0-1,1 0,0 0,0 0,0 0,1-1,0 1,0-1,0 0,1 0,0 0,0-1,0 0,0 0,1 0,-1-1,1 1,0-1,0-1,1 1,-1-1,0 0,1 0,-1-1,1 0,0 0,-1-1,4 1,1-2,0-1,1 1,-1-2,0 1,0-2,-1 1,1-1,-1-1,1 0,-2-1,1 0,0 0,-1-1,0 0,-1 0,0-1,0-1,0 1,-1-1,-1 0,1-1,-2 1,1-1,-1-1,-1 1,0-1,0 1,-1-1,0 0,-1-1,1-9,-26 165,23-138,-1 0,1 0,0 0,0 0,1 0,0-1,0 1,0 0,1 0,0-1,0 1,0-1,0 0,1 0,0 1,0-2,1 1,-1 0,1-1,0 1,0-1,1 0,-1-1,1 1,0-1,0 0,2 1,21 2,-1-5</inkml:trace>
  <inkml:trace contextRef="#ctx0" brushRef="#br1" timeOffset="171696.522">14421 9499,'7'9,"18"7,23 8,3 1</inkml:trace>
  <inkml:trace contextRef="#ctx0" brushRef="#br1" timeOffset="172379.031">15651 9806,'18'256,"-15"-210,3 15,-4 0,-2 1,-2-1,-4 0,-8 40,12-91,1-5,0 0,0 0,0 0,0 0,-1-1,0 1,0 0,0-1,0 0,-1 1,0-1,0 0,0 0,0-1,0 1,2-4,0 1,0-1,0 0,0 0,0 0,0 0,0 0,0 0,1 0,-1 0,0-1,0 1,0 0,0 0,0-1,0 1,1-1,-1 1,0 0,0-1,1 0,-1 1,0-1,1 1,-1-1,0 0,1 1,-1-1,1 0,-1 0,1 0,0 1,-1-1,1 0,0 0,-12-21,1 0,2-1,0 0,1-1,2 0,-2-11,2 10,-12-44,3 0,4-1,2 0,2-55,6 118,0-1,1 1,-1-1,2 1,-1 0,1-1,0 1,1 0,-1-1,1 1,1 0,0 0,0 0,0 1,0-1,1 1,0 0,1 0,0 0,-1 0,2 1,-1 0,1 0,-1 0,1 1,1 0,3 2,0 1,0 0,1 1,-1 0,0 0,0 1,1 1,-1 0,0 0,-1 1,1 0,0 1,-1 0,0 0,0 1,0 0,0 1,-1 0,0 0,0 1,-1 0,1 0,-2 1,1 0,-1 0,5 9,23 60,-34-74,1 0,0 0,-1 0,0 0,0 0,0 0,0 0,0 0,-1 0,1 0,-1 0,0 0,0-1,0 1,0 0,0 0,-1-1,1 1,-1-1,0 1,0-1,0 0,0 1,0-1,0 0,-2 1,-1 0,-1 0,1 0,-1-1,1 0,-1 0,0 0,0 0,0-1,0 0,0 0,0-1,0 0,-1 0,1 0,0-1,-4 0,9 0,-1 1,1 0,0-1,-1 1,1-1,0 0,-1 1,1-1,0 0,0 0,-1 0,1 0,0 0,0 0,0 0,0 0,0 0,1 0,-1-1,0 1,0 0,1-1,-1 1,1 0,-1-1,1 1,0-1,-1 1,1-1,0 1,0-1,0 1,0 0,0-1,1 1,-1-1,0 1,1-1,-1 1,1 0,-1-1,2 0,34-54,-27 48,1 1,-1 0,1 0,1 1,-1 0,1 1,0 0,0 1,9-3,-16 6,0-1,0 1,0 0,-1 1,1-1,0 1,0 0,0 0,0 0,0 0,0 1,0-1,0 1,0 0,0 1,0-1,-1 0,1 1,0 0,-1 0,0 0,1 0,-1 1,0-1,0 1,0 0,0 0,-1 0,1 0,0 3,17 47,8 17,-26-68,-1 0,1 0,0 0,0 0,0 0,0 0,0-1,0 1,0-1,0 1,1-1,-1 0,0 0,1 0,-1 0,1 0,0-1,-1 1,1-1,-1 0,1 1,0-1,-1 0,1-1,0 1,0 0,3-1,0 0,1-1,-1 1,0-1,0 0,0-1,0 1,0-1,0 0,-1-1,1 1,-1-1,0 0,0-1,-1 1,1-1,-1 0,0 0,0 0,-1-1,0 1,1-1,-2 0,1 0,-1 0,0 0,0 0,-1 0,1-1,-1 1,-1-1,1 1,-1-1,-1 1,1 0,-1-1,0 1,0-1,-1 1,0 0,-2-5,0 4,-1 0,-1 0,1 1,-1 0,0 0,-1 0,1 1,-1 0,0 0,-1 1,1 0,-1 0,0 1,0 0,0 0,0 0,0 1,0 1,-1-1,1 2,-1-1,1 1,-1 0,1 1,-1 0,1 0,-1 0,1 1,-5 3,10-4,0 0,1 0,-1 1,1-1,0 1,-1 0,1 0,0 0,0 0,0 0,1 0,-1 0,0 1,1-1,-1 0,1 1,0 0,0-1,0 1,0 0,0-1,1 1,-1 0,1 0,0 0,0-1,0 1,0 0,0 0,1 0,-1 0,1-1,0 1,0 0,0-1,0 1,0 0,0-1,1 1,-1-1,1 0,0 0,-1 1,1-1,0 0,1 0,85 58,-38-36</inkml:trace>
  <inkml:trace contextRef="#ctx0" brushRef="#br1" timeOffset="172941.732">16320 10087,'38'-29,"-5"7,-2-1,0-1,-2-1,0-2,-2-1,-1-1,-2-1,0-2,-2 0,5-14,-20 28,-1-1,-1 0,-1 0,0-1,-2 1,0-1,-1-16,-1 21,1 7,-2 1,1-1,-1 1,0-1,-1 1,1-1,-1 1,-1 0,0 0,0 0,0 0,-1 1,1-1,-2 1,1 0,-1 0,-1-1,-14-32,19 40,0-1,0 1,0-1,0 1,0 0,0 0,0-1,0 1,0 0,0 0,0 0,1 0,-1 0,0 0,1 0,-1 0,1 0,-1 0,1 1,0-1,-1 0,1 0,0 0,0 1,0-1,0 0,0 2,-17 48,3 0,2 2,2-1,3 2,1-1,4 1,2 30,1-68,1 0,1 0,0-1,1 1,1-1,0 0,1 0,1-1,0 0,2 3,-5-11,0 0,0-1,1 1,0-1,-1 0,2 0,-1 0,0-1,1 0,0 0,0 0,0-1,1 0,-1 0,1-1,0 0,-1 0,1 0,0-1,0 0,0 0,0-1,6 0,21-5,-7-5</inkml:trace>
  <inkml:trace contextRef="#ctx0" brushRef="#br1" timeOffset="173205.843">16440 9619,'-16'-7,"-10"-4,0-4,2 2,7 3,13 3,21 2,27 3,27 1,30 4,26 1,22 1,-14 1</inkml:trace>
  <inkml:trace contextRef="#ctx0" brushRef="#br1" timeOffset="173622.34">18178 9793,'22'-1,"-1"-1,1-1,-1 0,1-2,-1-1,-1 0,1-1,-1-2,0 0,-1-1,0 0,-1-2,0 0,-1-1,12-12,-20 16,0-1,-1-1,0 1,0-1,-1 0,-1-1,0 0,0 0,-2 0,1-1,-1 0,-3 8,1 0,-1-1,0 1,0-1,-1 1,0-1,0 1,0-1,0 0,-1 1,0-1,0 1,-1 0,1-1,-1 1,0 0,-1 0,1 0,-1 0,0 0,0 1,-1-1,1 1,-1 0,0 0,-4-3,5 5,1 0,-1 0,0 1,1-1,-1 1,0 0,0 0,0 0,0 0,0 0,0 1,0-1,0 1,0 0,-1 0,1 0,0 0,0 0,0 1,0 0,0-1,0 1,0 0,0 1,0-1,0 0,1 1,-1 0,0-1,1 1,-1 0,1 0,0 1,0-1,0 0,0 1,0-1,0 1,1 0,-1 1,-13 24,3 0,0 2,1-1,2 1,2 1,0 0,2 0,-1 29,4-47,-15 170,6 100,-1 26,11-287,1-12,0 1,0-1,-1 1,0-1,-1 0,0 1,-1-1,0 0,0 0,-1 0,0-1,-1 1,0-1,-1 0,0 0,-11 3</inkml:trace>
  <inkml:trace contextRef="#ctx0" brushRef="#br1" timeOffset="174157.507">17910 10180,'1'-4,"-1"0,1 1,0-1,0 0,0 1,0-1,1 1,-1-1,1 1,0 0,0 0,0 0,0 0,1 0,-1 0,1 1,0-1,0 1,0 0,0-1,0 2,0-1,3-1,87-33,-88 34,134-32,1 5,23 4,-49 7,70-14,-184 32,0 0,0 0,0 0,0 0,0-1,0 1,0 0,0 0,0 0,-1 0,1 0,0-1,0 1,0 0,0 0,0 0,0 0,0-1,0 1,0 0,0 0,0 0,1 0,-1 0,0-1,0 1,0 0,0 0,0 0,0 0,0 0,0-1,0 1,0 0,1 0,-1 0,0 0,0 0,0 0,0 0,0 0,0-1,-18 0,18 1,-17 0,0 1,0 0,0 1,0 1,0 1,0 0,1 1,-2 2,10-4,0 0,1 0,0 1,0 0,0 0,0 1,1-1,0 2,0-1,0 1,1 0,-1 0,1 0,1 1,-1 0,1 0,0 0,0 3,3-8,0 0,0 1,1-1,-1 0,1 0,0 0,-1 1,1-1,0 0,0 1,1-1,-1 0,0 0,1 0,-1 1,1-1,0 0,0 0,0 0,0 0,0 0,0 0,1 0,-1 0,0-1,1 1,0 0,-1-1,1 1,0-1,0 0,0 0,0 0,0 1,0-1,5 2,0-1,-1 1,1-1,0 0,0-1,0 0,0 0,1 0,-1-1,6 0,-6-1,0 0,0 0,0 0,0-1,0 0,-1-1,1 1,-1-1,1-1,-1 1,0-1,-1 0,1 0,0-1,-1 0,0 0,0 0,-1 0,1-1,-1 0,-1 0,1 0,-1 0,0-1,0 1,-1-1,1 1,-2-1,1-2,14-75,-16 89,-9 126,9-125,0 1,1-1,0 0,0 0,1 0,0 0,0 0,0 0,0 0,1 0,0-1,1 1,-1-1,1 0,0 0,0-1,0 1,1-1,3 3,0-2,1 0,0-1,1 0,-1-1,1 1,-1-2,1 1,8 0,34 4</inkml:trace>
  <inkml:trace contextRef="#ctx0" brushRef="#br1" timeOffset="174573.697">19327 9939,'-103'-26,"99"26,0-1,0 1,0 1,0-1,0 0,0 1,-1 0,1 0,0 0,1 1,-1-1,0 1,0 0,1 0,-1 0,1 0,-1 1,1-1,0 1,0 0,0 0,1 0,-1 1,1-1,0 0,0 0,1 0,0 0,-1 0,1 0,0 0,1 0,-1 0,0 1,1-1,0 0,0 0,0 1,0-1,0 0,1 0,0 1,-1-1,1 0,0 0,1 0,-1 0,0 0,1 0,0 0,-1-1,1 1,0 0,1 0,4 5,0-1,1 0,0 0,0-1,0 0,1 0,0-1,8 4,8 1,1 0,1-2,0-1,0-1,0-2,0 0,1-2,0-1,-1-1,7-2,-26 2,0 0,0 0,-1 0,1-1,0-1,0 1,-1-1,1 0,-1-1,1 0,-1 0,0 0,0-1,-1 0,1-1,-1 1,0-1,0 0,0-1,-1 1,0-1,0 0,0-1,-1 1,0-1,0 0,0 0,0-4,-2 6,0 1,-1-1,1 0,-1 1,0-1,-1 0,1 0,-1 0,0 0,0 0,0 0,-1 0,0 1,0-1,0 0,0 0,-1 1,0-1,0 1,0-1,0 1,-1 0,0 0,0 0,0 0,0 0,1 3,0 1,0-1,0 1,0 0,0-1,0 1,0 0,0 0,0 0,0 1,0-1,0 0,0 1,0-1,0 1,1 0,-1-1,0 1,0 0,1 0,-1 0,0 0,1 1,-1-1,1 0,-1 1,1-1,0 1,0-1,-1 1,1 0,0 0,-27 59,27-56,0 0,1 0,-1 0,1 0,0 0,1 0,-1 0,1 0,0 0,0 0,0 0,1-1,0 1,0 0,0-1,0 1,1-1,0 0,0 0,0 0,0 0,1-1,-1 1,1-1,0 0,0 0,0 0,0 0,1-1,-1 0,1 0,1 1,26 9,1-1,0-1,0-2,1-1,0-2,0-1,31-1,6 0</inkml:trace>
  <inkml:trace contextRef="#ctx0" brushRef="#br1" timeOffset="175080.417">21306 9899,'0'18,"0"20,0 17,0 15,0 12,0 5,0 1,-3-4,0-11,-2-12,-2-17,-1-21,2-13</inkml:trace>
  <inkml:trace contextRef="#ctx0" brushRef="#br1" timeOffset="175350.776">21279 10327,'-19'-431,"18"417,0 11,0 0,0 0,0 0,0 0,0 0,1 0,-1 0,1-1,0 1,0 0,0 0,1 0,-1 0,1 0,0 0,-1 0,1 0,1 0,-1 0,0 0,1 0,-1 1,1-1,0 0,0 1,0 0,0-1,0 1,1 0,-1 0,1 0,-1 0,1 1,0-1,-1 1,2-1,11 2,-1 0,1 1,-1 0,1 1,-1 1,1 1,-1 0,0 0,-1 1,1 1,-1 1,10 5,-11-6,1 0,-1 1,0 0,0 1,-1 1,0 0,0 0,-1 1,0 0,-1 0,0 1,6 11,-14-20,-1 0,1-1,-1 1,1 0,-1 0,0-1,0 1,1 0,-1 0,0-1,-1 1,1 0,0 0,0-1,-1 1,1 0,-1-1,0 1,1 0,-1-1,0 1,0-1,0 1,0-1,0 1,0-1,-1 0,1 0,0 0,-1 1,1-1,-1 0,1-1,-1 1,1 0,-1 0,-63 21,51-18,1-1,0 0,-1-2,1 1,-1-2,0 1,1-2,-1 0,0-1,1 0,-9-3,21 5,0-1,0 1,1-1,-1 1,0-1,0 1,0-1,1 0,-1 1,0-1,1 0,-1 0,0 0,1 1,-1-1,1 0,-1 0,1 0,0 0,-1 0,1 0,0 0,0 0,0 0,0 0,0 0,0 0,0 0,0 0,0 0,0 0,0 0,0 0,1 0,-1 0,1 0,-1 0,0 1,1-1,-1 0,1 0,0 0,-1 0,1 1,0-1,-1 0,1 1,0-1,0 0,0 1,0-1,-1 1,1 0,0-1,0 1,0 0,0-1,0 1,0 0,0 0,0 0,0 0,28-16</inkml:trace>
  <inkml:trace contextRef="#ctx0" brushRef="#br1" timeOffset="175624.692">21801 9980,'-6'29,"0"60,7-87,0 1,0-1,0 1,0-1,0 0,1 0,-1 0,1 0,0 0,-1 0,1 0,0 0,0-1,0 1,0-1,0 1,1-1,-1 0,0 0,1 0,-1 0,1 0,-1-1,1 1,-1-1,1 1,-1-1,2 0,73-5,-67 2,0 1,-1-2,1 1,-1-1,0 0,0-1,0 0,0-1,-1 0,0 0,3-4,-8 8,0-1,-1 0,1 0,-1 0,0 0,0 0,0-1,0 1,0-1,-1 1,1-1,-1 0,0 1,0-1,-1 0,1 0,-1 0,0 1,0-1,0 0,0 0,-1 0,0 0,1 1,-1-1,-1 0,1 1,0-1,-1 1,0-1,0 0,0 1,0 0,0 0,0 0,0 0,0 0,-1 0,1 1,-1-1,0 1,0 0,0 0,0 0,0 0,0 0,-1 1,1 0,0-1,-1 1,1 0,-1 1,0-1,1 1,-1-1,0 1,1 0,-1 0,1 1,-1-1,0 1,1 0,-1 0,1 0,-1 0,1 0,0 1,-1 0,1 0,0 0,0 0,0 0,1 0,-1 1,0-1,1 1,0 0,-1 0,1 0,0 0,1 0,-1 0,0 1,1-1,0 1,0-1,0 1,0 2,0 1,2 0,-1 0,1 0,0-1,0 1,1 0,0 0,0-1,0 1,1-1,0 0,1 0,-1 0,1 0,0 0,3 2,19 26</inkml:trace>
  <inkml:trace contextRef="#ctx0" brushRef="#br1" timeOffset="176208.845">22134 10233,'28'-31,"-2"-2,-1-1,-2-1,-1-1,-2 0,11-28,-19 39,-10 21,-1 2,-1 0,0 1,1-1,-1 0,1 1,-1-1,1 1,0-1,-1 1,1-1,0 1,0 0,0-1,0 1,0 0,1 0,-1 0,0-1,1 2,-1-1,0 0,1 0,-1 0,1 1,-1-1,1 0,0 1,-1 0,1-1,0 1,-1 0,1 0,0 0,-1 0,1 0,1 0,73 76,85 93,-160-169,0 1,1 0,-1 0,0 0,0-1,1 1,-1 1,0-1,0 0,0 0,0 0,-1 1,1-1,0 0,0 1,-1-1,1 0,-1 1,1-1,-1 1,0-1,1 1,-1-1,0 1,0 0,0-1,0 1,0-1,-1 1,1-1,0 1,-1-1,1 1,-1-1,1 0,-1 1,0-1,1 1,-1-1,0 0,0 0,0 0,0 1,0-1,-1 0,-1 0,0 0,1 0,-1 0,0 0,0-1,0 1,0-1,0 0,0 0,0 0,0 0,0 0,0-1,0 0,0 1,0-1,0 0,1 0,-1-1,0 1,0 0,1-1,-1 0,1 1,0-1,-1 0,1 0,0-1,0 1,0 0,1-1,-1 1,1-1,-1 1,1-1,0 0,0 0,0 0,0 1,0-1,0-2,3-10,0 1,1 0,0 0,1 0,0 1,1-1,1 1,0 0,1 1,7-11,2-5,17-29,-2-2,-3-1,-3-1,-2-1,-3-1,-2-1,-4 0,-1-10,-17 4,4 71,0 0,0-1,0 1,0 0,0-1,0 1,-1 0,1-1,0 1,0 0,-1-1,1 1,0 0,-1-1,1 1,0-1,-1 1,1-1,-1 1,1-1,-1 1,1-1,-1 1,1-1,-1 0,0 1,1-1,-1 0,0 0,1 1,-1-1,0 0,1 0,-1 0,0 0,1 0,-1 0,0 0,1 0,-1 0,0 0,1 0,-1 0,0 0,1-1,-1 1,0 0,1-1,-1 1,1 0,-1-1,0 1,1 0,-1-1,1 1,-1-1,1 1,0-1,-1 0,1 1,-1-1,1 1,0-1,0 0,-1 1,1-1,0 0,-6 25,0-1,2 1,1 0,1 0,1 0,2 15,-2-7,-2 53,4 1,4-1,3 1,9 26,-17-105,1 0,0 0,0 0,1 0,0-1,0 1,1 0,-1-1,1 1,1-1,-1 0,1 0,1 0,-1-1,1 0,-1 1,2-1,-1-1,0 1,1-1,0 0,0 0,0-1,0 0,4 1,-7-3,-1-1,0 0,1-1,-1 1,0 0,1-1,-1 1,0-1,1 0,-1 0,0 0,0 0,0 0,0 0,0 0,0-1,0 1,0-1,-1 0,1 1,0-1,-1 0,0 0,1 0,-1 0,0 0,0 0,1-2,8-20</inkml:trace>
  <inkml:trace contextRef="#ctx0" brushRef="#br1" timeOffset="176471.677">22670 9645,'-21'-9,"-15"-8,-5 0,4 2,9 4,16 3,25 9,27 5,28 7,23 3,12 4,-12-2</inkml:trace>
  <inkml:trace contextRef="#ctx0" brushRef="#br1" timeOffset="176677.167">23258 10033,'16'-2,"16"-3,17-4,13-1,8 0,1 2,-11 2</inkml:trace>
  <inkml:trace contextRef="#ctx0" brushRef="#br1" timeOffset="177075.103">24340 9832,'-17'106,"5"1,4 0,6 82,0-48,-14 94,-3-135,9-86,7-40,30-325,-28-104,7 356,-6 97,0 1,1 0,-1 0,1-1,-1 1,1 0,-1 0,1-1,0 1,0 0,-1 0,1 0,0 0,0 0,0 0,0 0,0 0,0 1,0-1,1 0,-1 1,0-1,0 1,1-1,-1 1,0-1,0 1,1 0,-1 0,0 0,1-1,-1 1,1 1,-1-1,0 0,1 0,-1 0,0 1,0-1,1 1,-1-1,0 1,1 0,57 33,-53-30,28 19,0 1,-2 2,-1 1,-1 1,14 19,-43-46,0 0,1 0,-1 0,0 0,0 0,0 0,1 1,-1-1,-1 0,1 1,0-1,0 1,0-1,-1 1,1 0,-1-1,1 1,-1-1,0 1,0 0,0-1,1 1,-1 0,-1 0,1-1,0 1,0-1,-1 1,1 0,-1-1,1 1,-1-1,0 1,0-1,1 1,-1-1,0 1,0-1,-1 0,1 0,0 1,-1-1,-12 5,-1 0,0-2,0 0,0 0,-1-2,1 0,-1 0,0-1,1-1,-5-1,8 1,-12 0</inkml:trace>
  <inkml:trace contextRef="#ctx0" brushRef="#br1" timeOffset="177744.004">24728 10233,'38'-345,"-37"338,-2 4,1 1,0 0,0-1,0 1,0 0,0 0,0-1,1 1,-1 0,1-1,0 1,0 0,0 0,0 0,0 0,0 0,0 0,1 0,-1 0,1 0,-1 1,1-1,0 0,-1 1,2-1,64 24,-47-12,27 10,-26-12,-1 0,0 2,0 0,-1 1,0 1,-1 1,8 7,-22-16,-1 1,0-1,0 1,0 0,0 0,-1 0,0 0,0 1,-1-1,1 0,-1 1,0-1,0 1,-1-1,0 1,0 0,0-1,-1 1,0-1,0 1,0-1,0 1,-1-1,0 0,0 0,-1 0,-2 5,3-5,1-2,0-1,-1 0,1 0,0 1,0-1,0 1,0-1,1 1,-1-1,1 1,-1-1,1 1,0 0,0-1,0 1,0 0,1-1,-1 1,1-1,-1 1,1-1,0 1,0-1,0 1,0-1,0 0,1 0,-1 1,1-1,0 0,0 1,8 0,-1 1,0-1,1-1,0 0,0 0,0-1,0 0,0 0,0-1,0-1,0 0,-1 0,1-1,0 0,6-3,88-37,-103 42,1 0,-1 0,0 0,0 0,1 0,-1 0,0 0,0 1,0-1,0 1,1-1,-1 0,0 1,0 0,0-1,0 1,0 0,0-1,0 1,0 0,0 0,0 0,-1 0,1 0,0 0,-1 0,1 0,0 0,8 10,-3-7,0 1,1-1,0-1,0 1,0-1,0 0,0-1,1 0,-1 0,1 0,-1-1,1 0,0-1,-1 0,1 0,0 0,0-1,-1 0,1-1,-1 0,1 0,-1 0,6-3,-10 1,1 1,-1-1,1 0,-1 0,0-1,-1 1,1-1,-1 1,0-1,0 0,0 0,0 0,-1 0,0 0,0 0,-1 0,1 0,-1 0,0 0,0-1,-1 1,0 0,0 0,0 0,0 0,-1 0,0 0,0 0,0 1,0-1,-1 1,0-1,0 1,0 0,-1 0,1 0,-1 1,-3-3,3 3,-1 0,0 0,0 0,-1 1,1 0,0 0,-1 0,1 1,-1 0,1 0,-1 0,0 1,0 0,1 0,-1 0,0 1,-4 1,7-2,0 1,0-1,0 1,0 0,0 0,0 0,0 0,1 1,-1-1,0 1,1 0,-1-1,1 1,0 0,-1 1,1-1,0 0,0 1,1-1,-1 1,0-1,1 1,0 0,-1 0,1 0,0-1,1 1,-1 0,0 0,1 0,0 1,-1-1,1 1,1 0,0 0,-1 0,1 0,1 0,-1 0,0-1,1 1,0 0,0-1,0 1,0-1,1 0,-1 0,2 1,18 19</inkml:trace>
  <inkml:trace contextRef="#ctx0" brushRef="#br1" timeOffset="178138.167">26051 10046,'-7'-2,"1"-1,-1 1,0 1,0-1,0 1,0 0,0 1,-1 0,1 0,0 0,0 1,0 0,0 1,0-1,0 1,0 0,1 1,-1 0,1 0,-1 0,1 1,0 0,1 0,-1 1,1 0,-1-1,2 2,-1-1,0 1,1-1,-1 3,4-5,0 1,1-1,-1 1,1-1,0 1,0-1,0 1,0-1,1 1,-1-1,1 1,0-1,0 0,0 1,1-1,-1 0,1 0,0 0,-1 0,1 0,1 0,-1-1,0 1,1-1,-1 1,1-1,0 0,1 1,88 48,-74-45,0 0,1-1,0-1,0-1,0 0,0-2,0 0,1-1,-1-1,6-1,-17 1,0 0,-1-1,1 0,-1 0,1 0,-1-1,0 0,0 0,0-1,0 0,-1 0,0-1,1 0,-1 0,-1 0,1-1,-1 0,0 0,-1 0,1 0,-1-1,0 0,-1 0,0 0,0 0,1-5,-4-53,0 64,0 0,-1-1,1 1,-1 0,1-1,-1 1,0 0,0 0,1 0,-1 0,0 0,0 0,0 0,0 0,0 0,-1 0,1 0,0 0,0 1,0-1,-1 1,1-1,0 1,-1-1,1 1,0 0,-1-1,1 1,-1 0,1 0,0 0,-1 0,1 0,-1 1,1-1,0 0,-1 1,1-1,0 1,-1-1,1 1,0-1,-1 2,-2 0,0 0,0 0,1 0,-1 1,1 0,0 0,0 0,0 0,0 0,0 0,0 1,1-1,0 1,0 0,0 0,0 0,1 0,-1 0,1 0,0 0,0 0,1 1,-1-1,1 0,0 1,0-1,0 0,1 1,-1-1,1 0,0 0,0 0,1 0,-1 0,1 0,0 0,0 0,0 0,1-1,0 1,6 6,0 0,0-1,1-1,1 0,-1 0,1-1,1 0,-1-1,1 0,0-1,0-1,1 0,-1 0,3-1,32 8</inkml:trace>
  <inkml:trace contextRef="#ctx0" brushRef="#br1" timeOffset="179519.03">26680 9966,'13'-38,"-12"38,0 0,-1 0,1 0,-1 1,1-1,0 0,-1 0,1 1,-1-1,1 1,0-1,-1 0,1 1,-1-1,0 1,1-1,-1 1,1 0,-1-1,0 1,1-1,-1 1,0 0,0-1,1 1,-1 0,0-1,0 1,0 0,0-1,0 1,0 0,0-1,0 1,0 0,0-1,0 1,-1 0,1 0,0 19,0 0,-2 0,0-1,-1 1,-1 0,-1-1,-1 0,0 0,-1 0,-2-1,0 0,0-1,-2 0,-9 12,17-25,1-2,1 1,-1-1,0 1,0-1,0 0,-1 0,1 0,0 0,-1-1,1 1,-1 0,0-1,1 0,-1 0,0 1,0-1,2-2,1 0,-1 1,1-1,0 0,-1 1,1-1,0 0,0 1,-1-1,1 0,0 0,0 1,0-1,0 0,0 0,0 1,0-1,0 0,1 0,-1 1,0-1,0 0,1 0,-1 1,0-1,1 0,-1 1,0-1,1 1,-1-1,1 0,-1 1,1-1,-1 1,1-1,35-46,20-40,-48 64,-2-1,-1 0,0 0,-2-1,-1 1,0-1,-3-11,3-12,-2 48,1 0,-1 0,1 0,-1-1,1 1,-1 0,1 0,-1 0,0 0,1 0,-1 0,1 0,-1 0,1 0,-1 0,1 0,-1 0,1 0,-1 1,1-1,-1 0,1 0,-1 0,0 1,1-1,-1 0,1 0,-1 1,0-1,1 0,-1 1,0-1,1 1,-1-1,0 0,0 1,1-1,-1 1,0-1,0 1,0-1,0 1,0-1,1 1,-1-1,0 1,0-1,0 0,0 1,0-1,0 1,-1-1,1 1,3 4,153 175,-89-109,-65-69,-2-2,1 0,0 0,0 0,-1 1,1-1,0 0,-1 1,1-1,-1 0,1 1,0-1,-1 1,1-1,-1 1,1-1,-1 1,1-1,-1 1,0 0,1-1,-1 1,0 0,1-1,-1 1,0 0,0-1,0 1,1 0,-1 0,0-1,0 1,0 0,0-1,0 1,-1 0,1 0,0-1,0 1,0 0,-1-1,1 1,0 0,-1-1,1 1,0 0,-1-1,1 1,-1-1,1 1,-1-1,1 1,-1-1,1 1,-1-1,0 1,1-1,-1 0,0 1,-52-4,52 3,0 0,0 0,0 0,0-1,0 1,0 0,0-1,0 1,0 0,0-1,1 1,-1-1,0 1,0-1,0 0,1 1,-1-1,0 0,1 1,-1-1,0 0,1 0,-1 0,1 0,-1 1,1-1,0 0,-1 0,1 0,0 0,0 0,0 0,0 0,-1 0,1 0,0 0,1 0,-1 0,0 0,0 0,0 0,1 0,-1 0,0 0,1 0,-1 0,1 1,-1-1,1 0,-1 0,1 0,6-6,0 1,0 0,1 1,-1-1,1 1,1 1,-1-1,0 1,1 1,0 0,0 0,0 1,0 0,2 0,166-26,-176 29,-1 0,1 0,-1 0,0 0,1 0,-1 1,0-1,0 0,0 0,0 1,1-1,-2 0,1 0,0 0,0 1,0-1,-1 0,1 0,0 0,-1 1,1-1,-1 0,0 0,1 0,-1 0,0 0,1 0,-1 0,0 0,0-1,-1 2,-1 4,2-4,0-1,0 1,0 0,0 0,1 0,-1 0,1 0,-1 0,1 0,0 0,0 0,0 0,0 0,0 0,0 0,0 1,1-1,-1 0,1 0,-1-1,1 1,0 0,0 0,0 0,0 0,0-1,0 1,1 0,-1-1,0 1,1-1,0 1,-1-1,1 0,0 0,-1 0,1 0,0 0,0 0,5 2,0 0,1 0,-1-1,0 0,1 0,-1-1,1 0,-1 0,1-1,0 0,-1 0,3-1,-7 1,1-1,-1 1,0-1,1 0,-1 0,0-1,1 1,-1 0,0-1,0 0,0 0,0 0,-1 0,1 0,0-1,-1 1,0-1,1 0,-1 1,0-1,0 0,-1 0,1 0,-1-1,1 1,-1 0,0-2,1-2,-1 0,0 0,-1 0,0 0,0-1,0 1,-1 0,0 0,0 0,-1 0,0 0,0 1,-1-1,0 0,0 1,0 0,-1-1,0 1,0 1,0-1,-1 1,0-1,0 2,0-1,-1 0,0 1,1 0,-2 0,1 1,0 0,-1 0,1 0,-1 1,0 0,0 0,0 0,0 1,0 0,0 1,0 0,-7 0,9 2,1 0,-1 0,1 0,0 1,-1-1,1 1,1 0,-1 1,0-1,1 0,0 1,-1 0,2 0,-1 0,0 0,1 0,0 1,0-1,0 1,0-1,1 1,-1 0,1 0,1-1,-1 1,1 0,-1 0,2 0,-1 0,0 0,1 0,0 0,0-1,0 1,1 0,0-1,-1 1,2-1,-1 1,0-1,1 0,0 0,0 0,0 0,2 1,2 1,1 0,-1 0,1 0,0-1,0 0,0-1,1 0,0 0,0-1,0 0,5 1,22 4</inkml:trace>
  <inkml:trace contextRef="#ctx0" brushRef="#br1" timeOffset="180294.614">27469 9712,'-1'-10,"0"0,0 0,-1 0,0 0,-1 0,0 0,0 1,-1 0,-1-1,1 1,-1 1,-1-1,0 1,0 0,-1 0,-2-2,8 9,0 0,0 0,0 0,-1 1,1-1,0 0,-1 0,1 1,0-1,-1 1,1-1,0 1,-1 0,1-1,-1 1,1 0,-1 0,1 0,-1 0,1 0,-1 1,1-1,-1 0,1 0,0 1,-1-1,1 1,-1 0,1-1,0 1,0 0,-1 0,1 0,0 0,0 0,0 0,0 0,0 0,0 1,-18 56,21-30,1 0,2 0,0 0,2-1,2 0,0 0,1-1,12 20,-7-11,71 180,-85-213,-1 1,1-1,-1 0,1 0,0 1,0-1,0 0,0 0,0 0,0 0,0 0,1 0,-1 0,1-1,0 1,-1-1,1 1,0-1,0 1,0-1,0 0,0 0,0 0,0 0,0 0,1 0,-1-1,0 1,0-1,1 1,-1-1,0 0,1 0,-1 0,0 0,1-1,-1 1,0-1,1 1,1-2,11-4,-1-2,0 0,0 0,-1-1,0-1,-1 0,0-1,0 0,-1-1,-1 0,0-1,-1 0,0-1,6-13,-6 8,-1-1,0-1,-2 1,0-1,-2-1,0 1,-1 0,-2-1,0 0,-1-3,0 24,0-2,0-1,0 1,0 0,0 0,0 0,-1 0,1 0,-1 0,0 0,0 0,0 0,0 0,-1 0,1 0,-1 0,1 1,-3-3,3 5,1 1,-1-1,0 0,1 1,-1-1,1 1,-1-1,1 1,-1-1,1 1,0-1,-1 1,1 0,0-1,-1 1,1 0,0-1,0 1,-1 0,1-1,0 1,0 0,0-1,0 1,0 0,0-1,0 1,0 0,0 0,1-1,-1 1,0 0,0-1,1 1,-1-1,0 1,1 0,-1-1,0 1,1-1,-1 1,1 0,6 12,1 0,1-1,0 0,0 0,1-1,1 0,0-1,0 0,1-1,7 9,-10-10,-1-3,-1 1,1 0,-1 0,-1 1,1 0,-1 0,-1 0,1 1,-1 0,0 0,-1 0,0 1,0 0,-1-1,0 1,-1 0,0 1,1 7,-3 4,-1-16,0 0,1 0,0 0,0 0,0 0,0 0,1-1,0 1,0 0,0 0,0 0,1 0,0-1,0 1,0-1,1 0,-1 1,1-1,0 0,0 0,1-1,-1 1,1-1,0 1,3 1,0-1,1 0,0-1,-1 0,2 0,-1-1,0 0,0 0,1-1,-1 0,1-1,-1 1,1-2,-1 1,1-1,-1-1,0 1,0-1,1-1,-1 0,0 0,-1 0,1-1,-1 0,1 0,-1-1,-1 0,1-1,-1 1,0-1,0 0,3-4,-2-2,-1 1,1-1,-2-1,0 1,0-1,-1 0,-1 0,0 0,-1 0,-1 0,1-11,-2 24,0 0,0 0,-1 1,1-1,0 0,0 0,0 0,0 0,-1 0,1 0,0 0,0 0,0 0,0 0,-1 0,1 0,0 0,0 0,0 0,0 0,0 0,-1 0,1 0,0 0,0 0,0 0,0 0,-1 0,1-1,0 1,0 0,0 0,0 0,0 0,0 0,-1 0,1 0,0-1,0 1,0 0,0 0,0 0,0 0,0 0,0-1,0 1,0 0,0 0,-8 16,5-12,1 1,0 0,0 0,0 0,1 1,0-1,0 0,0 0,0 1,1-1,0 1,0-1,1 0,-1 1,1-1,0 0,1 0,-1 1,1-1,0 0,0-1,1 1,-1 0,1-1,0 1,1-1,-1 0,2 2,61 14,-30-16</inkml:trace>
  <inkml:trace contextRef="#ctx0" brushRef="#br1" timeOffset="180574.808">28485 9512,'20'2,"21"-6,3-2</inkml:trace>
  <inkml:trace contextRef="#ctx0" brushRef="#br0" timeOffset="28752.411">21894 5902,'-9'-3,"1"1,-1 0,0 0,1 1,-1 0,0 0,0 1,0 0,0 1,1 0,-1 0,0 1,0 0,1 1,-1-1,1 2,0-1,0 1,0 0,1 1,-1 0,1 0,0 1,1 0,-1 0,1 0,0 1,1 0,0 0,0 1,0-1,1 1,0 0,-2 6,5-12,0-1,1 1,-1 0,1 0,-1-1,1 1,0 0,-1 0,1-1,0 1,0 0,0 0,1 0,-1-1,0 1,1 0,-1 0,1-1,-1 1,1 0,0-1,0 1,0-1,0 1,0-1,0 1,0-1,0 0,1 1,-1-1,0 0,1 0,-1 0,1 0,-1 0,1 0,0-1,-1 1,1 0,0-1,0 1,-1-1,1 0,0 0,0 1,-1-1,1 0,0-1,0 1,0 0,-1 0,2-1,9-3,0-1,0 0,0-1,-1-1,0 0,0 0,-1-1,0 0,0-1,-1 0,0 0,0-1,4-8,5-5,-1-2,-2 0,0-2,-2 1,-1-1,-1-1,-1 0,-1-1,-2 0,-1 0,-1 0,-2-1,-1 0,-1-15,-1 39,1 2,0-1,-1 1,0 0,0 0,0 0,0 0,-1 0,0 0,0 0,0 0,0 0,0 0,-1 0,0 0,0 1,0-1,0 1,-2-3,3 6,-1 0,1-1,0 1,0 0,-1 0,1 1,0-1,0 0,-1 0,1 0,0 1,0-1,0 1,0-1,-1 1,1-1,0 1,0 0,0-1,0 1,0 0,0 0,1 0,-1 0,0 0,0 0,1 0,-1 0,0 0,1 0,-1 1,-10 18,0 0,2 0,0 1,2 1,0-1,1 1,2 0,0 0,-1 23,2-21,1 0,1 1,2-1,0 0,1 0,2 0,0 0,4 8,-5-21,1-1,0 1,0-1,1 0,0 0,1 0,1-1,-1 0,1 0,1-1,-1 1,1-2,1 1,0-1,0 0,0-1,1 0,0-1,0 0,7 2,1-1,0-1,0 0,0-2,1 0,-1-1,1-1,0-1,-1 0,1-1,0-1,-1-1,0-1,1 0,-1-2,-1 0,1-1,-1 0,-1-2,1 0,-1 0,-1-2,0 0,0-1,11-12,-19 16,0 0,-1 0,0 0,0-1,-1 0,0 0,-1-1,0 1,1-6,-4 12,0 0,0 0,0 0,-1 0,1 0,-1 0,0-1,0 1,0 0,0 0,0-1,-1 1,1 0,-1 0,0 0,0 0,0 0,-1 0,1 0,-1 0,1 0,-1 1,0-1,0 1,0-1,0 1,-1 0,1-1,-1 1,1 1,-2-2,-2 0,0 0,0 1,0 0,-1 0,1 1,0-1,-1 1,1 1,-1-1,1 1,-1 0,1 1,0-1,-1 1,1 1,0-1,-1 1,1 0,0 1,-5 2,-1 0,1 1,0 1,0 0,1 0,0 1,0 0,1 1,0 0,0 0,-1 4,4-5,1 1,-1 0,2-1,0 2,0-1,0 0,1 1,0-1,0 5,3-11,-1-1,1 1,-1-1,1 1,0-1,0 1,0-1,0 1,1-1,-1 1,1-1,-1 0,1 1,0-1,0 0,0 1,0-1,0 0,1 0,-1 0,1 0,-1 0,1 0,0 0,0 0,-1-1,1 1,0-1,1 0,-1 1,0-1,0 0,1 0,-1 0,0 0,1-1,-1 1,1-1,0 1,10-2,-1 1,0-1,0-1,0-1,0 1,-1-2,1 0,-1 0,1-1,-1 0,-1-1,1 0,-1-1,0 0,-1 0,1-1,1-3,78-97,-89 108,0 1,0-1,0 0,0 0,0 0,0 0,0 1,0-1,0 0,0 0,0 0,1 1,-1-1,0 0,0 0,0 0,0 0,0 0,1 0,-1 1,0-1,0 0,0 0,0 0,1 0,-1 0,0 0,0 0,0 0,1 0,-1 0,0 0,0 0,0 0,1 0,-1 0,0 0,0 0,0 0,0 0,1 0,-1 0,0 0,0 0,0 0,1 0,-1 0,0-1,0 1,0 0,0 0,0 0,1 0,-1 0,0-1,0 1,0 0,0 0,0 0,0 0,0-1,0 1,1 0,-1 20,0-17,0 7,9 108,-8-113,1-1,-1 1,1-1,0 0,0 0,0 0,1 0,0 0,-1 0,1-1,1 1,-1-1,0 0,1 0,-1 0,1 0,0-1,0 1,0-1,1 0,-1 0,0-1,1 1,2-1,0 1,0-1,1-1,-1 1,1-1,-1-1,1 1,-1-1,1 0,-1-1,0 0,0 0,0-1,0 0,0 0,0 0,-1-1,1 0,-1 0,0-1,0 0,10-9,0 0,-2-1,0 0,0-1,-1-1,7-13,1-9,-2-2,-1 0,-2-1,-2-1,-2 0,-1 0,-3-1,-1-1,-3 1,-1-39,-2 74,0 2,0-1,-1 1,0 0,0-1,0 1,-1-1,0 1,-1 0,0 0,0 0,0 0,-1 0,0 0,0 0,-3-3,4 9,0 1,0-1,0 0,0 1,0 0,0-1,0 1,0 0,0 0,0 0,0 0,0 0,0 1,0-1,0 0,0 1,0 0,0-1,0 1,0 0,0 0,1 0,-1 0,0 1,1-1,-1 0,1 1,-1-1,1 1,0-1,-1 1,1 0,0 0,0-1,0 1,0 0,1 0,-1 0,0 0,1 1,-15 25,2 1,2 1,0 0,2 0,1 1,2 0,1 0,1 1,1 29,1-26,2 1,1 0,2-1,1 0,7 22,-8-41,2 1,0-1,1 0,0 0,2-1,0 0,0 0,1-1,1 0,0-1,1 0,10 9,-18-19,-1 0,1-1,0 1,0 0,1-1,-1 0,0 0,1 0,-1 0,1 0,0-1,0 1,-1-1,1 0,0-1,0 1,0 0,0-1,0 0,0 0,0 0,0-1,0 1,0-1,0 0,0 0,0 0,-1-1,1 1,0-1,-1 0,1 0,1-2,6-8,0-1,-2-1,1 0,-2 0,0-1,0 0,-1 0,-1-1,-1 0,0 0,-1 0,-1-1,-1 1,0-1,-1-5,1 10,1-10,-11 121,8-87,1 0,0 0,1 0,1 0,0 0,0 0,1 0,1-1,3 6,-6-13,-1 0,1-1,0 1,1-1,-1 0,1 0,-1 0,1 0,0 0,0-1,0 1,1-1,-1 0,0 0,1 0,0 0,-1 0,1-1,0 0,0 0,0 0,0 0,0 0,0-1,0 0,0 0,0 0,0 0,0-1,2 0,17-6</inkml:trace>
  <inkml:trace contextRef="#ctx0" brushRef="#br0" timeOffset="29001.459">22790 5621,'14'2,"20"1,27-2,26-6,21-5,12-2,-14 0</inkml:trace>
  <inkml:trace contextRef="#ctx0" brushRef="#br0" timeOffset="29756.923">23685 5902,'22'-17,"-1"-1,0 0,-2-2,-1 0,0-1,-1-1,-1-1,-2 0,0-1,-1 0,-2-1,0-1,-2 1,-1-2,-1 1,-1-1,-1 0,0-21,-18-25,12 71,0 0,0 0,0-1,0 1,0 1,-1-1,1 0,-1 0,1 0,-1 1,1-1,-1 1,0-1,0 1,0 0,0-1,0 1,0 0,0 0,0 1,0-1,-1 0,1 1,0-1,0 1,-1 0,1 0,0 0,0 0,-1 0,-5 2,0 1,0 0,1 1,0 0,0 0,0 0,0 1,1 0,-1 0,1 1,1-1,-1 2,1-1,0 0,0 1,1 0,-1 2,-12 18,2 0,1 1,1 1,1 0,2 1,1 0,2 0,0 1,2 0,2 0,0 0,3 1,2 25,-3-46,2 0,0 0,0 0,1 0,0 0,1-1,0 1,0-1,1 0,1 0,0 0,0-1,1 1,0-1,1 0,0-1,0 0,1 0,0 0,0-1,0 0,1-1,1 0,-1-1,1 1,-1-2,2 1,6 1,-5-4,-1-1,1-1,0 0,-1-1,1 0,-1 0,1-1,-1-1,0 0,0-1,0 0,0 0,-1-1,0-1,0 1,0-2,0 1,-1-2,0 1,-1-1,0 0,0-1,-1 0,0 0,0 0,-1-2,-1 4,0 0,0 0,1 1,0 0,0 0,0 0,1 1,0 0,0 0,7-3,-10 6,0 0,-1 0,1-1,0 1,-1-1,0 0,1 1,-1-2,0 1,-1 0,1-1,0 1,-1-1,0 1,0-1,0 0,0 0,-1 0,0-1,1 1,-1 0,-1 0,1-1,-1 1,0 0,0-1,0 1,0 0,-1-1,1 1,-1 0,-1-3,0 5,1 0,0 0,-1 0,1 0,-1 1,0-1,0 0,1 1,-1 0,0-1,0 1,-1 0,1 0,0 0,0 0,0 0,-1 1,1-1,0 1,-1-1,1 1,0 0,-1 0,1 0,-1 0,1 0,0 1,-1-1,1 1,0 0,-1-1,-66 37,63-32,1 0,-1 1,1-1,0 1,0 1,1-1,0 1,0-1,0 1,1 0,0 1,1-1,-1 0,1 1,1 0,-1-1,1 1,1 0,-1 0,1-1,1 1,0 0,0 0,0-1,1 1,0-1,0 1,1-1,0 0,0 0,1 0,0 0,0-1,1 1,-1-1,1 0,1 0,-1-1,4 3,8 1,0-1,1-1,0-1,0 0,0-1,1-1,-1-1,1-1,0 0,0-2,0 0,0-1,0 0,-1-2,1 0,-1-1,9-4,36-9</inkml:trace>
  <inkml:trace contextRef="#ctx0" brushRef="#br0" timeOffset="-320.648">26239 795,'-10'-5,"0"0,-1 1,0 0,1 1,-1 1,0-1,-1 2,1 0,0 0,0 1,-1 0,1 1,0 0,0 1,0 0,0 0,0 2,0-1,1 1,-1 1,1 0,0 0,1 1,-1 0,1 1,0 0,1 1,0-1,0 2,1-1,-1 1,-1 4,7-11,0 1,0-1,0 0,0 1,1-1,-1 1,1-1,0 1,-1 0,1 0,1-1,-1 1,0 0,1 0,-1 0,1 0,0 0,0 0,0 0,0 0,1 0,-1 0,1 0,0 0,-1 0,1-1,1 1,-1 0,0-1,1 1,-1 0,1-1,0 0,0 1,0-1,0 0,0 0,0 0,1 0,-1-1,1 1,1 0,8 1,0-1,0 0,1-1,-1-1,0 0,1 0,-1-2,0 1,0-1,0-1,0 0,0-1,-1 0,1-1,-1 0,0-1,1-1,10-4,0 0,0-2,-2 0,0-1,0-1,-1-1,-1-1,-1 0,0-2,-1 0,-1 0,-1-1,-1-1,-1-1,-1 0,0 0,-2-1,0 0,3-19,-5 11,-2-1,-1 0,-1 0,-2 0,-1 0,-2-2,3 33,-1-1,1 1,-1-1,0 0,1 1,-1-1,0 1,0-1,0 1,-1-1,1 0,0 1,0-1,-1 1,1-1,-1 1,0-1,1 1,-1-1,0 1,0 0,0-1,0 1,0 0,0 0,0 0,0 0,0 0,-1 0,1 0,0 0,-1 0,1 0,-1 1,1-1,-1 1,1-1,-1 1,1-1,-1 1,0 0,1 0,-1 0,1 0,-1 0,0 0,1 0,-1 1,1-1,-1 0,1 1,-1 0,0 0,-9 9,0 2,1-1,1 1,0 1,0 0,1 0,1 0,0 1,1 0,1 1,-2 6,-1 3,0-1,2 1,0 1,2-1,1 1,1-1,1 1,1 0,2 11,-2-26,1 0,1 0,0 0,1 0,-1 0,2 0,0-1,0 1,0-1,1 0,1 0,-1-1,1 1,1-1,0-1,0 1,0-1,1 0,0-1,0 0,1 0,0-1,8 4,-7-5,0 0,0 0,0-2,0 1,1-1,-1 0,1-1,0-1,-1 1,1-2,0 1,-1-2,1 1,-1-1,1-1,-1 0,0 0,0-1,0-1,-1 1,0-1,1-1,-2 0,1 0,-1-1,0 0,0 0,-1-1,0 0,0-1,-1 1,0-1,0 0,-1-1,-1 1,4-9,-6 11,1 0,-1-1,-1 1,1-1,-1 1,-1-1,1 0,-1 1,-1-1,0-5,1 13,0 0,0-1,0 1,0-1,0 1,1-1,-1 1,0 0,-1-1,1 1,0-1,0 1,0-1,0 1,0 0,0-1,0 1,-1-1,1 1,0 0,0-1,-1 1,1 0,0-1,0 1,-1 0,1-1,0 1,-1 0,1-1,0 1,-1 0,1 0,-1 0,1 0,0-1,-1 1,1 0,-1 0,1 0,-1 0,1 0,0 0,-1 0,1 0,-1 0,1 0,-1 0,1 0,0 0,-1 1,1-1,-1 0,1 0,0 0,-1 0,1 1,-1-1,1 0,0 1,-1-1,1 0,0 0,0 1,-1-1,1 1,0-1,0 0,-15 29,14-23,0-1,1 1,0 0,0-1,0 1,1-1,-1 1,1 0,1-1,-1 0,1 1,0-1,0 0,1 0,-1 0,1 0,0 0,0-1,1 1,0-1,-1 0,4 3,6 5,1-1,0 0,0-1,1-1,0 0,15 6,60 21,1-8</inkml:trace>
  <inkml:trace contextRef="#ctx0" brushRef="#br0" timeOffset="5170.009">25143 1758,'-4'24,"0"1,3 0,0-1,1 1,1 0,1 0,2-1,0 1,7 19,-10-42,-1 0,0 0,1 0,0 0,-1 0,1 0,0 0,0 0,0 0,0-1,0 1,0 0,0-1,1 1,-1-1,1 1,-1-1,1 0,0 0,-1 1,1-1,0 0,0 0,0-1,-1 1,1 0,0-1,0 1,0-1,0 0,0 1,0-1,0 0,0 0,1 0,-1-1,0 1,0 0,0-1,0 0,-1 1,1-1,1 0,5-7,0 0,-1 0,0-1,0 0,-1-1,0 1,-1-1,5-10,-2 4,77-188,-90 221,1 0,1 1,0-1,1 1,1 0,1-1,0 1,3 15,-2-30,0-1,0 1,0 0,0 0,0-1,1 1,-1-1,1 1,0-1,-1 0,1 1,0-1,0 0,1 0,-1 0,0-1,1 1,-1 0,1-1,-1 0,1 0,0 1,0-1,-1-1,1 1,0 0,0-1,0 0,0 1,0-1,0 0,0 0,1-1,3 0,0 0,0 0,0 0,-1-1,1 0,0-1,-1 1,0-1,1-1,-1 1,0-1,-1 0,5-3,-4-1,1 0,-1 0,0-1,-1 0,0 0,0 0,-1-1,0 1,-1-1,0 0,0 0,-1 0,0 0,-1-1,0-8,-9 34,5 108,3-118,1 0,0 0,0 0,1-1,0 1,-1 0,1-1,1 1,-1-1,1 0,0 0,0 0,0 0,0 0,1-1,-1 1,1-1,0 0,0 0,0 0,0-1,1 0,3 2,3-1,0 0,0-1,1-1,-1 0,0 0,1-1,-1-1,1 0,-1 0,0-1,0 0,1-1,-2-1,1 1,0-2,-1 0,0 0,0 0,0-2,-1 1,1-1,-2 0,1-1,-1 0,0 0,-1-1,0 0,0 0,-1-1,0 0,-1 0,0 0,-1-1,0 0,0 0,-1 0,-2 6,-1 0,1 0,-1 0,0 0,0 0,-1 0,0 0,0 0,0 0,0 0,-1 1,1-1,-2 0,2 3,1 1,-1 0,0-1,0 1,0 0,0-1,0 1,-1 0,1 0,0 0,0 0,-1 0,1 1,-1-1,1 0,-1 0,1 1,-1-1,1 1,-1 0,1-1,-1 1,0 0,1 0,-1 0,1 0,-1 0,0 0,1 1,-1-1,1 0,-1 1,1-1,-1 1,1 0,-1-1,1 1,-1 0,1 0,-1 1,-4 2,1 0,0 1,0-1,0 1,1 1,0-1,0 0,0 1,1 0,0 0,0 0,0 0,1 0,0 1,0-1,0 1,1 0,0-1,0 1,1 0,0-1,0 1,1 0,-1 0,1-1,1 1,0 0,-1-1,2 0,-1 1,1-1,0 0,0 0,1 0,0-1,1 3,5-1,1 1,-1-2,1 1,1-1,-1-1,1 0,0-1,0 0,0 0,0-2,1 1,-1-2,1 1,0-2,-1 0,1 0,0-1,-1-1,1 0,-1-1,9-3,21-6</inkml:trace>
  <inkml:trace contextRef="#ctx0" brushRef="#br0" timeOffset="5731.518">26293 1851,'-8'-80,"8"81,0-1,0 0,0 1,-1-1,1 0,0 1,0-1,0 0,0 1,0-1,0 0,-1 1,1-1,0 0,0 1,-1-1,1 0,0 0,0 1,-1-1,1 0,0 0,-1 0,1 1,0-1,-1 0,1 0,0 0,-1 0,1 0,0 0,-1 0,1 0,0 1,-1-1,1-1,-1 1,1 0,0 0,-1 0,1 0,0 0,-1 0,1 0,0 0,-1-1,1 1,0 0,-1 0,1 0,0-1,0 1,-1 0,1 0,0-1,0 1,-1 0,1 0,0-1,0 1,0 0,0-1,-1 1,1 0,0-1,-9 32,7-25,1-1,-1 1,1 0,1 0,-1 0,1 0,0 0,0 0,1 0,0 0,0 0,0 0,1 0,0 0,0-1,0 1,1-1,0 1,0-1,0 0,0 0,1 0,0-1,0 1,0-1,1 0,0 0,-1-1,1 1,1-1,-1 0,0 0,1-1,-1 0,1 0,0 0,0 0,-1-1,2 0,0-1,0-1,0 0,-1 0,1 0,0-1,-1 0,1 0,-1-1,0 0,1 0,-2 0,1-1,0 0,-1 0,1 0,-1-1,0 0,-1 0,1 0,1-3,2-3,0 0,-1 0,-1-1,0 0,0 0,-1 0,-1-1,0 0,0 0,-1-2,-2-1,-13 31,10-10,0 0,0 0,0 0,1 0,0 1,0-1,0 0,1 1,0-1,0 0,0 1,1-1,-1 0,1 1,1-1,-1 0,1 0,0 0,0 0,0 0,1-1,-1 1,1-1,0 1,1-1,-1 0,1 0,0 0,0-1,0 1,1-1,-1 0,1-1,0-1,0 1,0-1,0 0,0 0,0 0,0-1,1 1,-1-1,0-1,0 1,0-1,0 0,0 0,0 0,0-1,0 0,0 1,0-2,-1 1,1-1,-1 1,0-1,1-1,-1 1,-1 0,1-1,0 0,-1 0,0 0,0 0,0-1,7-12,0-1,-1 1,-1-1,-1-1,-1 1,0-1,1-15,-3 13,-4 21,-1 0,1 1,0-1,0 0,0 0,0 0,0 0,-1 0,1 0,0 0,0 1,0-1,0 0,-1 0,1 0,0 0,0 0,0 0,0 0,-1 0,1 0,0 0,0 0,0 0,-1 0,1 0,0 0,0 0,0 0,0 0,-1 0,1 0,0 0,0-1,0 1,0 0,-1 0,1 0,0 0,0 0,0 0,0-1,0 1,0 0,-1 0,1 0,0 0,0 0,0-1,0 1,-10 18,7-13,0 1,1-1,-1 1,1 0,1 0,-1 0,1 0,0 0,0 0,1 0,0 0,0 0,0 1,1-1,0 0,0 0,0 0,1 0,0-1,0 1,1 0,-1-1,1 1,0-1,1 0,-1 0,1 0,0 0,0-1,1 0,-1 0,4 3,11 2,-1 0,2 0,-1-2,1 0,0-2,0 0,1-1,-1-1,1-1,9 0,30 2</inkml:trace>
  <inkml:trace contextRef="#ctx0" brushRef="#br0" timeOffset="2843.193">22924 1838,'0'13,"2"19,1 17,2 14,0 12,0 10,-2 3,-1-1,-5-7,-7-10,-2-17</inkml:trace>
  <inkml:trace contextRef="#ctx0" brushRef="#br0" timeOffset="3373.125">22843 2198,'0'-51,"2"-1,2 0,2 1,3 0,2 0,4-5,15-7,-29 61,0 0,0 1,1-1,-1 0,0 1,1-1,-1 1,1 0,0-1,-1 1,1 0,0 0,0 0,0 0,0 0,-1 1,1-1,1 0,-1 1,0 0,0-1,0 1,0 0,0 0,0 0,0 0,0 1,0-1,0 0,2 1,4 5,0 0,0 0,-1 0,1 1,-1 0,-1 0,1 1,-1 0,-1 0,0 1,0-1,0 1,-1 0,0 0,2 10,-1-9,0 0,-1 0,0 1,0 0,-1-1,-1 1,0 0,0 0,-1 1,-1-1,0 0,0 0,-1 0,0 0,-1 1,-2 6,3-16,-1 0,1 0,0 0,-1 0,1 0,-1 0,1 0,-1-1,0 1,1 0,-1-1,0 0,0 1,0-1,-1 0,1 0,0 0,0-1,0 1,-1 0,1-1,0 1,-1-1,1 0,-1 0,1 0,0 0,-1 0,1-1,0 1,-1-1,1 1,0-1,0 0,-1 0,1 0,0 0,0 0,0 0,0-1,0 1,0-1,1 1,-1-1,0 0,1 0,0 0,-1 0,1 0,0 0,0 0,0 0,0 0,0 0,0-1,1 1,-1 0,1-1,0 1,-1 0,1-1,0 1,1-2,1-6,0-1,1 1,0 0,1 0,0 0,1 0,0 0,0 1,1 0,0 0,1 1,0 0,0 0,1 0,7-5,-1-2,6-4,-2-1,0-1,-1 0,-1-1,-2-1,0 0,-1-1,-1-1,-2 0,0 0,-2-1,3-12,-7 16,-1 1,0-1,-2 0,0 0,-2 0,0 0,-1-1,2 22,0 1,0-1,0 0,1 0,-1 0,0 1,0-1,0 0,0 0,0 0,-1 0,1 1,0-1,0 0,0 0,-1 1,1-1,0 0,-1 0,1 1,-1-1,1 0,-1 1,1-1,-1 0,1 1,-1-1,1 1,-1-1,0 1,1 0,-1-1,0 1,0-1,1 1,-1 0,0 0,0-1,0 1,1 0,-1 0,0 0,0 0,0 0,1 0,-1 0,0 0,0 0,0 1,1-1,-1 0,0 0,0 1,1-1,-1 0,0 1,0-1,1 1,-1-1,0 1,-5 8,-1 0,1 0,1 0,0 1,0 0,1 0,0 0,1 0,0 1,0 5,-10 33,3 1,2 1,3-1,1 1,3 0,3 30,0-56,1 0,2-1,0 1,1-1,4 8,-7-24,-1-1,1 0,0 0,1 0,0-1,0 1,0-1,1 0,0 0,0 0,1-1,-1 0,1 0,0 0,1-1,-1 0,1 0,-1 0,4 0,-8-3,1 0,-1 0,0-1,1 1,-1-1,1 0,-1 1,1-1,-1 0,1 0,-1-1,1 1,-1-1,1 1,-1-1,1 0,-1 1,0-1,1 0,-1-1,0 1,0 0,0-1,0 1,0-1,0 0,0 1,0-1,-1 0,1 0,0-2,12-21</inkml:trace>
  <inkml:trace contextRef="#ctx0" brushRef="#br0" timeOffset="3617.445">23017 1530,'0'7,"15"5,27-1,28-1,28-3,19-2,-10-2</inkml:trace>
  <inkml:trace contextRef="#ctx0" brushRef="#br0" timeOffset="4221.956">23525 2185,'11'-15,"0"-1,0-1,-2 1,0-2,-1 1,-1-1,-1 0,0-1,-1 1,-1-1,-1 0,-1 0,0-1,-2 1,0 0,-2-17,2 34,0 1,0 0,0-1,0 1,0 0,0-1,0 1,-1 0,1-1,-1 1,1 0,0-1,-1 1,0 0,1 0,-1 0,0 0,0-1,1 1,-1 0,0 0,0 1,0-1,0 0,-1 0,1 0,0 1,0-1,0 0,-1 1,1-1,0 1,0 0,-1-1,1 1,0 0,-1 0,1 1,1 0,0 1,-1-1,1 0,0 0,-1 1,1-1,0 1,0-1,0 0,0 1,0-1,1 0,-1 1,0-1,1 0,-1 1,1-1,-1 0,1 0,-1 1,1-1,0 0,0 0,-1 0,1 0,0 0,0 0,0 0,0 0,1 0,-1-1,0 1,0 0,0-1,1 1,-1-1,0 1,0-1,1 1,-1-1,0 0,1 0,-1 0,1 0,-1 0,0 0,2 0,163 10,-101-10,-63-1,-1 1,1 0,0-1,-1 1,1 0,0 0,-1 0,1 0,0 0,0 0,-1 1,1-1,-1 1,1-1,0 1,-1-1,1 1,-1 0,1 0,-1 0,1 0,-1 0,0 0,0 0,1 0,-1 0,0 1,0-1,0 0,0 1,0-1,-1 1,1-1,0 1,-1 0,1-1,-1 1,0-1,1 1,-1 0,0 0,0-1,0 1,-10 57,8-55,-1 1,1 0,1 0,-1 0,1 0,0 0,0 0,1 1,-1-1,1 0,0 0,0 1,1-1,0 0,0 0,0 0,0 0,1 0,0 0,0 0,0-1,1 1,0 0,-1-1,2 0,-1 0,0 0,2 1,6 0,-1 0,1-1,1 0,-1-1,0 0,1-1,0 0,-1-1,1 0,0-1,0 0,7-2,58-3,-4-3</inkml:trace>
  <inkml:trace contextRef="#ctx0" brushRef="#br0" timeOffset="-2174.645">22910 795,'-14'-6,"0"0,0 1,-1 1,0 0,0 1,-13-1,25 4,-1 0,0 0,0 0,1 0,-1 1,0-1,1 1,-1 0,1 0,-1 0,1 0,-1 1,1 0,0-1,0 1,-1 0,1 1,1-1,-1 0,0 1,1 0,-1 0,1-1,0 1,0 1,0-1,0 0,0 0,1 1,-1 1,0 2,-1 0,2 1,-1-1,1 1,0-1,1 1,-1-1,1 1,1-1,0 1,0 0,1 2,-2-8,1 1,0-1,0 0,0 1,0-1,0 0,0 0,0 1,1-1,-1 0,1 0,-1-1,1 1,0 0,0 0,0-1,0 1,0-1,0 0,0 0,1 0,-1 0,0 0,1 0,-1 0,0-1,1 1,-1-1,1 0,-1 1,1-1,-1 0,1-1,-1 1,1 0,-1-1,1 1,0-2,10-3,-1-1,-1-1,1 0,-1-1,0 0,-1-1,0 0,0 0,-1-1,0 0,-1-1,0 0,0-1,-2 1,1-1,0-4,27-49,-34 86,-2-15,1-1,-1 0,1 1,0-1,1 1,-1-1,1 1,0-1,0 1,1-1,0 0,0 1,0-1,1 1,-1-1,1 0,1 0,-1 0,1 0,-1-1,1 1,1 0,-1-1,1 0,-1 0,1 0,0-1,1 1,84 28,-41-23</inkml:trace>
  <inkml:trace contextRef="#ctx0" brushRef="#br0" timeOffset="-1362.821">23512 782,'-5'-4,"0"0,0 0,0 1,0-1,-1 1,1 1,-1-1,0 1,1 0,-1 0,0 1,0 0,0 0,-1 0,1 1,0 0,0 0,0 0,0 1,0 0,0 0,0 1,0-1,0 1,0 1,0-1,1 1,-1 0,1 0,0 0,-1 2,3-2,0 0,1 1,-1-1,1 1,0-1,0 1,0 0,0 0,1 0,-1 0,1 0,0 0,0 0,1 0,-1 1,1-1,0 0,0 1,0-1,1 0,-1 0,1 0,0 1,0-1,1 0,-1 0,1 0,0-1,0 1,0 0,1-1,-1 1,1-1,0 0,0 0,0 0,0 0,0 0,1-1,-1 1,3 0,2 0,0-1,0 1,0-1,0-1,1 0,-1 0,0 0,1-1,-1 0,0-1,1 0,-1 0,0-1,0 0,0 0,0-1,0 0,-1-1,1 1,1-2,4-3,1 0,-1-1,0-1,-1 0,0 0,-1-1,0 0,-1-1,0-1,3-5,-2-5,-1 0,-1-1,0 0,-2-1,-1 0,-1 0,-1 0,-2-1,0 1,-1-1,-2 1,-1-1,-1-2,-19-116,23 143,-1 0,0 0,0 1,0-1,1 0,-1 0,0 0,0 0,0 1,0-1,-1 0,1 0,0 0,0 0,0 1,-1-1,1 0,0 0,-1 1,1-1,-1 0,1 0,-1 1,1-1,-1 0,1 1,-1-1,1 1,-1-1,0 1,0-1,1 1,-1 0,0-1,0 1,1 0,-1-1,0 1,0 0,0 0,1 0,-1 0,0 0,0 0,0 0,0 0,0 0,1 0,-1 0,0 0,0 1,0-1,1 0,-1 0,0 1,0-1,1 1,-1-1,0 1,1-1,-1 1,0 0,-4 14,0 1,0-1,1 1,2 1,-1-1,2 0,0 1,1-1,1 9,2 24,3 1,2-1,1-1,3 0,2 0,3-1,17 35,2-12,-35-69,0-1,-1 1,1 0,0-1,0 1,0 0,-1-1,1 1,0-1,0 1,0-1,0 0,0 1,0-1,0 0,0 0,0 0,0 1,0-1,0 0,0 0,0-1,0 1,0 0,0 0,0 0,0-1,0 1,0-1,0 1,0 0,0-1,0 0,0 1,0-1,-1 1,1-1,0 0,0 0,-1 0,1 1,-1-1,1-1,26-39,-5-5,-3-1,-2-1,-2-1,3-22,-9 31,-8 40,0-1,0 0,0 1,0-1,0 1,1-1,-1 1,0 0,0 0,1-1,-1 1,0 0,0 0,1 0,-1 0,0 0,0 1,1-1,-1 0,0 0,0 1,1-1,-1 1,0-1,0 1,0 0,0-1,0 1,0 0,0 0,0-1,0 2,6 1,72 21,-60-20,-1 1,-1 1,1 1,-1 0,0 1,2 2,-15-6,0 1,0-1,-1 1,0 0,0 0,0 0,-1 0,1 1,-1-1,-1 0,1 1,-1 0,0-1,0 1,0 0,-1 0,0-1,0 1,0 0,-1 0,0-1,0 1,-1 0,1-1,-1 1,0-1,-1 0,0 2,-5 27,7-31,1-1,-1 0,1 0,0 0,-1 0,1 1,0-1,1 0,-1 0,0 0,1 1,-1-1,1 0,0 0,-1 0,1 0,0 0,0 0,1 0,-1 0,0-1,1 1,-1 0,1-1,-1 1,1-1,0 1,-1-1,1 0,0 0,0 0,0 0,0 0,0 0,0 0,2 0,74 8,-36-10</inkml:trace>
  <inkml:trace contextRef="#ctx0" brushRef="#br0" timeOffset="-1118.476">24662 889,'4'0,"7"0,7-3,6-2,-1-1</inkml:trace>
  <inkml:trace contextRef="#ctx0" brushRef="#br0" timeOffset="-4951.634">15076 1544,'303'-37,"682"-70,331-40,-656 63,248 18,118 48,-224-43,-798 61,1 0,-1 0,0-1,0 1,0-1,0 0,0 0,0 0,0 0,0-1,0 0,0 0,-1 0,1 0,-1 0,0-1,1 0,-1 1,0-1,0 0,-1 0,2-3,2-5</inkml:trace>
  <inkml:trace contextRef="#ctx0" brushRef="#br0" timeOffset="-3796.522">15771 1249,'-19'17,"-2"-1,0-1,0-1,-1-1,-20 8,11-4,-281 137,219-102,93-51,0 0,0 0,0 0,0-1,0 1,0 0,0 0,0 0,1-1,-1 1,0 0,1 0,-1-1,0 1,1 0,-1 0,1-1,-1 1,1-1,-1 1,1 0,0-1,-1 1,1-1,0 1,-1-1,1 0,0 1,0-1,-1 0,1 1,0-1,0 0,0 0,-1 0,1 0,0 0,0 0,0 0,-1 0,1 0,0 0,0 0,0 0,-1-1,1 1,0 0,0-1,-1 1,1 0,0-1,0 1,1 0,173 6,-1 8,81 20,-244-31,-9-2,-1 0,0 0,1-1,-1 1,1 0,0-1,-1 1,1-1,-1 0,1 1,0-1,-1 0,1 0,0 0,-1 0,1 0,0 0,-1-1,1 1,0 0,-1-1,1 0,-1 1,1-1,-1 0,1 0,-1 1,0-1,1 0,-1-1,0 1,0 0,1 0,-1 0,0-1,0 1,-1 0,1-1,0 1,0-1,-1 1,1-1,-1 0,0-10,-1 0,0 1,-1-1,0 0,-1 1,0-1,-1 1,0 0,-1 0,0 0,-1 1,0 0,-4-5,-3-8,-44-82,53 101,3 4</inkml:trace>
  <inkml:trace contextRef="#ctx0" brushRef="#br0" timeOffset="-2766.749">20985 1076,'0'-3,"3"0,2 1,5-1,8-1,12 0,15-1,15-3,14-2,12-1,8-2,1 0,-7 1,-10 2,-18 1,-15 3,-14 2,-12 2</inkml:trace>
  <inkml:trace contextRef="#ctx0" brushRef="#br0" timeOffset="11905.73">17870 3255,'-5'325,"2"-302,-2-51,5-425,5 408,9 77,-6 1,-7-24,0 1,1 0,0 0,1-1,0 1,1-1,-1 0,2 0,0 0,0 0,0-1,1 0,0 0,1 0,6 6,-10-13,-1 0,0 1,1-1,-1 0,1 0,0 0,-1 0,1-1,0 1,0-1,-1 0,1 1,0-1,0-1,0 1,-1 0,1-1,0 1,-1-1,1 0,0 0,-1 0,1 0,-1 0,1-1,-1 1,0-1,1 1,-1-1,0 0,1-1,51-71,-44 50,-1 1,-1-1,-2 0,0-1,-1 0,-1-10,-8 74,-8 65,5 1,5 49,2-140,0 0,2-1,-1 1,2 0,0 0,1-1,0 0,1 0,0 0,1 0,0-1,1 0,1 0,0-1,5 6,16 10</inkml:trace>
  <inkml:trace contextRef="#ctx0" brushRef="#br0" timeOffset="12322.704">18606 3429,'-3'-5,"0"1,-1-1,1 1,-1-1,1 1,-1 0,0 1,-1-1,1 1,-1 0,1 0,-1 0,0 0,0 1,-1 0,1 0,0 0,-1 1,1 0,0 0,-1 0,0 1,1-1,-1 1,1 1,-1-1,1 1,-1 0,1 0,-1 1,1-1,0 1,0 0,-1 1,2-1,-1 1,0 0,0 0,1 1,-1 0,-1 4,1 0,0 1,0-1,1 1,0 0,0 1,1-1,0 1,1-1,0 1,0 0,1 0,1 0,-1-1,2 1,-1 0,1 0,1 1,-1-8,0 1,0 0,0-1,1 0,0 1,-1-1,1 0,0 0,0 0,1 0,-1 0,1 0,-1-1,1 1,0-1,0 0,0 1,0-2,0 1,1 0,-1-1,1 1,-1-1,1 0,-1 0,1 0,0-1,-1 1,1-1,0 0,-1 0,1 0,0 0,-1-1,1 0,0 1,-1-1,1-1,-1 1,1 0,-1-1,0 0,1 0,-1 0,0 0,8-7,-1 1,0-1,0-1,-1 0,-1-1,1 1,-2-2,1 1,-2-1,0 0,0 0,-1-1,0 0,-1 0,-1 0,2-13,-6 37,-1 1,1-1,1 0,0 1,1-1,0 0,1 0,0 0,0 0,1 0,1 0,0 0,1-1,-1 0,2 0,0 0,0-1,0 1,1-2,7 8,16 3,-1-5</inkml:trace>
  <inkml:trace contextRef="#ctx0" brushRef="#br0" timeOffset="12715.544">19140 3308,'-22'1,"0"1,-1 1,2 1,-1 1,0 1,1 0,0 2,0 1,1 0,-15 11,34-20,0 0,0 0,0 0,0 0,0 1,0-1,0 0,0 1,0-1,0 0,0 1,1-1,-1 1,0 0,0-1,1 1,-1 0,0-1,1 1,-1 0,0 0,1 0,-1-1,1 1,-1 0,1 0,0 0,-1 0,1 0,0 0,0 0,0 0,0 0,0 0,0 0,0 0,0 0,0 0,0 0,0 0,0 0,1 0,-1 0,1-1,-1 1,0 0,1 0,-1 0,1 0,0-1,-1 1,1 0,0 0,-1-1,1 1,0 0,0-1,0 1,-1-1,1 1,0-1,0 0,1 1,173 62,-166-59,-1 0,1 0,-1 1,0 0,0 0,-1 1,1 0,-1 0,-1 1,1 0,-1 0,0 0,-1 1,0 0,0 0,0 1,-5-7,1 0,-1 0,1 0,-1 0,0-1,0 1,0 0,0 0,0 0,-1 0,1 0,0 0,-1 0,0 0,1 0,-1-1,0 1,0 0,0-1,0 1,0 0,0-1,0 1,-1-1,1 0,-1 1,1-1,-1 0,1 0,-1 0,0 0,1 0,-1 0,-1 0,-64 18,59-17,1-1,-1 0,1-1,-1 1,1-2,-1 1,1-1,-1 0,1 0,-1-1,-4-2,6-2,7 0</inkml:trace>
  <inkml:trace contextRef="#ctx0" brushRef="#br0" timeOffset="13941.567">19568 3389,'-9'-2,"0"1,1 0,-1 1,0-1,1 2,-1-1,0 1,1 1,-1 0,1 0,-1 0,1 1,0 0,0 1,0 0,1 0,-1 1,1 0,0 0,0 0,1 1,-1 0,2 0,-1 1,0 0,1 0,1 0,-1 1,1-1,0 1,1 0,-2 4,5-8,-1 0,1 0,0 1,0-1,0 0,1 0,0 0,-1 0,1 0,0-1,1 1,-1 0,1 0,0-1,0 1,0-1,0 1,1-1,-1 0,1 0,0 0,0 0,0-1,0 1,0-1,1 1,-1-1,1 0,-1-1,3 2,9 3,0 0,0-1,0-1,1-1,-1 0,1-1,5 0,-1 0,1 0,-1-2,1 0,-1-2,0 0,1-1,-1-2,-1 1,1-2,-1-1,1 0,-2-2,1 0,-2-1,6-4,23-45,-19 71,3 47,-24-53,0-1,0-1,0 1,1-1,-1 0,1-1,0 1,0-1,0-1,1 1,-1-1,1-1,-1 1,1-1,0-1,-1 1,1-1,0-1,-1 1,1-1,0-1,-1 1,1-1,-1-1,0 1,0-1,6-3,-6 3,-1 1,1-1,-1 0,0-1,0 0,0 1,-1-2,1 1,-1-1,0 0,0 0,-1 0,1-1,-1 1,0-1,-1 0,1-1,-1 1,-1 0,1-1,-1 0,0 1,-1-1,1 0,-1 0,-1 0,1 0,-1 0,0 0,-1 0,0 0,0 0,0 0,-2-4,0 4,-1 1,1-1,-1 1,0 0,0 0,-1 0,0 0,0 1,0 0,-1 0,0 0,1 1,-2 0,1 0,0 0,-1 1,0 0,0 0,0 1,0 0,0 0,0 1,0 0,-1 0,1 0,-1 1,1 0,0 1,-1-1,1 1,0 1,0 0,0 0,0 0,0 1,0 0,0 0,1 0,-3 3,0 3,1 0,0 1,0 0,1 0,0 1,1 0,0 0,1 0,0 1,1 0,0 0,1 0,0 0,1 1,1-1,0 1,0-1,1 1,0-9,0 1,0-1,0 0,0 0,1 1,-1-1,1 0,0 0,0 0,1 0,-1 0,1 0,0 0,0-1,0 1,1-1,-1 1,1-1,0 0,0 0,0 0,0 0,0-1,1 1,-1-1,1 0,0 0,0 0,-1 0,1-1,0 1,1-1,-1 0,34-1,-1-6</inkml:trace>
  <inkml:trace contextRef="#ctx0" brushRef="#br0" timeOffset="14191.901">20196 2974,'-16'-2,"-7"-1,-3 0,2 6,4 3,6 4,10 5,10 1,13 3,10 3,0-2</inkml:trace>
  <inkml:trace contextRef="#ctx0" brushRef="#br0" timeOffset="14463.478">20410 3496,'3'13,"6"12,8 6,11 0,15-5,16-8,14-6,13-10,5-7,-1-6,-14-2,-20 0</inkml:trace>
  <inkml:trace contextRef="#ctx0" brushRef="#br0" timeOffset="9102.929">15036 2627,'18'18,"1"-1,0-1,1-1,0 0,1-2,1 0,20 8,-32-16,199 95,129 39,-290-120,626 232,-593-221,322 106,-363-126,-40-11,0 1,0 0,0 0,0 0,-1 0,1 0,0 0,0 0,0-1,0 1,0 0,-1 0,1 0,0 0,0 0,0-1,0 1,0 0,0 0,0 0,0-1,0 1,0 0,0 0,0 0,0-1,0 1,0 0,0 0,0 0,0-1,0 1,0 0,0 0,0 0,0 0,0-1,0 1,0 0,1 0,-1 0,0 0,0-1,0 1,0 0,0 0,0 0,1 0,-1 0,0 0,0 0,0-1,0 1,1 0,-1 0,0 0,0 0,0 0,1 0,-2-1,-5-5</inkml:trace>
  <inkml:trace contextRef="#ctx0" brushRef="#br0" timeOffset="10923.954">15063 2627,'14'27,"225"355,-232-369,-10-18,-11-16,-226-308,240 329,-1-1,0 1,1 0,-1 0,1-1,-1 1,1 0,-1-1,1 1,-1-1,1 1,-1-1,1 1,-1-1,1 1,0-1,-1 1,1-1,0 1,0-1,-1 0,1 1,0-1,0 1,0-1,0 0,0 1,0-1,0 0,0 1,0-1,0 0,0 1,0-1,0 1,0-1,1 0,-1 1,0-1,0 1,1-1,-1 0,0 1,1-1,-1 1,1-1,-1 1,1 0,-1-1,1 1,-1-1,1 1,-1 0,1-1,-1 1,1 0,0 0,-1-1,1 1,-1 0,1 0,0 0,233-37,-134 15,-98 23,0-1,0 1,-1 0,1-1,0 1,-1 0,1 0,-1 0,1 0,-1 1,1-1,-1 0,0 0,0 1,1-1,-1 1,0-1,0 1,-1 0,1-1,0 1,0 0,-1-1,1 1,-1 0,0 0,1 0,-1-1,0 1,0 0,0 0,0 0,0 0,-1-1,1 1,-1 0,1 0,-1 0,1-1,-1 1,0 0,0-1,0 1,-1 0,1 5,-83 402,93-516,38-41,-35 127,-12 21,1-1,-1 1,0 0,0 0,0-1,1 1,-1 0,0 0,0 0,0-1,1 1,-1 0,0 0,1 0,-1 0,0 0,0 0,1-1,-1 1,0 0,0 0,1 0,-1 0,0 0,1 0,-1 0,0 0,1 0,-1 1,0-1,0 0,1 0,-1 0,0 0,0 0,1 0,-1 0,0 1,0-1,1 0,-1 0,0 0,0 1,0-1,1 0,-1 0,0 1,0-1,0 0,0 0,0 1,1-1,-1 0,0 1,0-1,0 0,0 0,0 1,0-1,0 0,0 1,0-1,0 0,0 0,0 1,0-1,0 0,-1 1,1-1,0 0,2 13</inkml:trace>
  <inkml:trace contextRef="#ctx0" brushRef="#br0" timeOffset="15585.615">14970 3563,'9'7,"1"0,0 0,0 0,1-2,-1 1,1-1,1-1,8 3,0 0,747 269,318 37,-603-183,-82-7,20 28,-374-133,5 3,1-2,1-3,0-1,1-3,20 0,-73-11,1-1,-1 1,1 0,-1-1,1 0,-1 1,1-1,-1 0,1 0,-1 0,1 0,-1 0,1 0,-1-1,1 1,-1 0,1-1,-1 1,1-1,-1 1,0-1,1 0,-1 0,0 0,0 0,1 0,-1 0,0 0,0 0,0 0,0 0,0 0,0-1,-1 1,1 0,0-1,-46-30,8 17</inkml:trace>
  <inkml:trace contextRef="#ctx0" brushRef="#br0" timeOffset="19465.308">14970 3535,'17'8,"1"0,-1 0,-1 2,1 0,-2 1,0 1,0 0,-1 1,7 8,-15-16,62 65,-2 3,-4 3,-1 5,-39-57,-22-35,-105-191,81 156,-2 0,-2 2,-21-24,5 31,44 38,0-1,1 0,-1 0,0 0,0 0,1 0,-1 0,0 0,0 0,1 0,-1 1,0-1,0 0,0 0,1 0,-1 0,0 1,0-1,0 0,0 0,1 1,-1-1,0 0,0 0,0 1,0-1,0 0,0 0,0 1,0-1,0 0,0 0,0 1,0-1,0 0,0 0,0 1,0-1,0 0,0 0,0 1,0-1,0 0,0 0,0 1,-1-1,1 0,0 0,0 1,0-1,0 0,-1 0,1 0,0 1,0-1,0 0,-1 0,1 0,0 0,0 0,-1 0,1 1,0-1,0 0,-1 0,85 13,-68-13,292-12,-265 21,-72 17,26-22,-1 0,2 0,-1 1,0-1,1 1,0-1,0 1,0 0,1 0,-1 0,1 0,0 0,1 0,-1 0,1 3,-3 16,-103 363,124-466,11-116,-37 228,-6-45,-10-33,16 27,-1 1,-1 0,0 0,-2 1,1 1,-12-11,22 25,0-1,0 1,0 0,-1 0,1-1,-1 1,1 0,-1 0,1 0,-1 1,1-1,-1 0,0 1,0-1,1 1,-1-1,0 1,0 0,0 0,1-1,-1 1,0 1,0-1,0 0,1 1,1 0,0 0,-1 0,1-1,0 1,0 0,0 0,0 0,0 0,0 0,0 0,0 0,0 0,0 0,0-1,0 1,1 0,-1 0,0 0,1 0,-1 0,1-1,-1 1,1 0,-1 0,1-1,-1 1,1 0,0-1,-1 1,1-1,0 1,0-1,-1 1,1-1,0 1,1-1,9 8,1-1,1-1,-1 0,1 0,0-2,1 0,0 0,84 38,-99-42,0 0,0 0,1 0,-1 0,0 0,0 0,1 0,-1 0,0 1,0-1,1 0,-1 0,0 1,1-1,-1 0,0 1,1-1,-1 1,1-1,-1 1,1-1,-1 1,1 0,-1-1,1 1,-1-1,1 1,0 0,-1-1,1 1,0 0,0 0,0-1,-1 1,1 0,0 0,0-1,0 1,0 0,0 0,0-1,0 1,1 0,-1 0,0-1,0 1,1 0,-1-1,0 1,1 0,-1-1,0 1,1 0,-1-1,1 1,-1-1,1 1,-1-1,1 1,0-1,-1 1,1-1,0 0,-1 1,1-1,0 0,-1 0,1 1,0-1,0 0,-11-2,1 0,-1-1,1 0,-1 0,1-1,1 0,-1-1,0 0,1 0,0-1,0 0,1 0,0-1,0 0,0 0,-2-5,-57-58,65 70,1 0,-1 0,0 0,1 0,-1 0,0 0,1 0,-1 0,1 1,-1-1,0 0,1 0,-1 1,1-1,-1 0,1 1,-1-1,0 1,1-1,0 0,-1 1,1-1,-1 1,1 0,0-1,-1 1,1-1,0 1,-1-1,1 1,0 0,0-1,0 1,0 0,-1-1,1 1,0 0,0-1,0 1,0 0,1-1,-1 1,0-1,0 1,0 0,0-1,1 1,-1 0,0-1,1 1,-1-1,0 1,1-1,-1 1,1-1,-1 1,1-1,-1 1,1-1,-1 0,1 1,0-1,68 24,85 85,-116-93,1-1,0-3,1-1,7 0,-8-2,9 2,172 54,-175-50,1-1,1-2,-1-3,8 0,-7-2,-1 2,0 2,0 3,9 5,2 4,1-2,1-3,26 4,-21-9,165 45,-129-27,2-4,25 0,-108-23,235 78,78 21,-281-86,104 45,-124-45,0-1,2-2,-1-1,20 4,45 23,36 11,-36-9,-11 4,-80-43,-1-3</inkml:trace>
  <inkml:trace contextRef="#ctx0" brushRef="#br0" timeOffset="20973.573">18846 4833,'445'-12,"-169"1,212 22,-295 9,141 7,-165-40,-169 13,-1 0,1 0,0 1,0-1,0 0,0 0,0 1,0-1,0 0,0 1,0-1,0 0,0 1,0-1,0 0,0 0,0 1,0-1,0 0,0 1,0-1,0 0,0 0,0 1,0-1,1 0,-1 0,0 1,0-1,0 0,0 0,1 1,-1-1,0 0,0 0,1 0,-1 0,0 1,0-1,1 0,-1 0,0 0,1 0,-1 0,0 0,-25 19,11-12</inkml:trace>
  <inkml:trace contextRef="#ctx0" brushRef="#br0" timeOffset="22043.898">21466 4926,'164'-249,"-147"226,-2-2,0 0,-2 0,0-1,-2-1,-1 0,-1-1,-2 0,0 0,-2 0,-1-1,-4 22,0 0,-1 0,1 0,-1 0,-1 0,1 0,-1 0,-1 0,1 1,-1-1,-2-1,4 5,0 1,0 0,-1 0,0 0,1 0,-1 1,0-1,0 0,0 1,0-1,0 1,0 0,0 0,0 0,-1 0,1 0,0 0,-1 0,1 1,0-1,-1 1,1 0,-1 0,1 0,-1 0,1 0,-1 0,1 1,-1-1,1 1,0-1,-1 1,0 1,-3 0,0 1,1 1,-1-1,1 1,-1 0,1 0,0 0,1 1,-1-1,1 1,0 0,0 1,1-1,-1 1,1-1,0 1,1 0,-2 5,-25 117,25-101,2 0,1 0,1 0,1 1,1-1,2 0,1 0,1-1,1 1,1-1,2-1,0 0,2 0,9 15,-16-32,-1-1,1-1,0 1,0-1,1 0,0 0,0 0,0-1,1 0,-1 0,1 0,0-1,1 0,-1-1,1 0,0 0,0 0,0-1,0 0,0-1,0 0,0 0,1-1,-1 0,0 0,0-1,1 0,-1 0,0-1,0 0,0-1,0 1,5-4,-2-1,-1-1,0 0,-1-1,1 0,-1 0,-1-1,0 0,0 0,-1-1,-1 0,0 0,0-1,-1 0,0 0,-1 0,0-4,1 97,-5-77,0 1,1-1,-1 1,1-1,0 0,0 1,1-1,-1 0,1 0,0 1,0-2,1 1,-1 0,1 0,0-1,0 1,0-1,0 0,1 0,-1 0,1 0,-1-1,1 1,0-1,0 0,1 0,-1-1,0 1,0-1,1 0,-1 0,1 0,-1-1,1 1,-1-1,1 0,-1-1,1 1,-1-1,1 0,-1 0,0 0,1 0,3-3,-2 0,1-2,0 1,-1-1,0 1,-1-2,1 1,-1-1,0 1,-1-1,0-1,0 1,0-1,-1 1,0-1,-1 0,1 0,-1 0,-1-1,0 1,0 0,-1-1,0 1,0 0,-1-1,0 1,0 0,-1 0,0-1,-2-2,2 7,0 0,0 0,-1 1,0-1,1 0,-2 1,1 0,0-1,0 1,-1 1,0-1,1 0,-1 1,0 0,0 0,-1 0,1 0,0 1,-1 0,1-1,-1 2,1-1,-1 0,1 1,-1 0,1 0,-1 0,0 1,-3 0,0 0,0 1,0 0,0 1,0-1,0 2,1-1,-1 1,1 0,0 0,0 1,1 0,-1 0,1 1,0 0,1-1,0 0,1 0,0 0,0 1,0-1,1 1,0 0,0 0,0 1,1-1,0 0,0 1,0 0,1-1,0 1,0 0,1-1,0 1,0 0,1 0,0 0,0-1,0 1,2 2,12 22</inkml:trace>
  <inkml:trace contextRef="#ctx0" brushRef="#br0" timeOffset="22879.848">22670 4645,'-12'-1,"-1"1,1 0,-1 1,1 0,0 1,0 0,0 1,0 0,0 1,0 0,1 1,0 1,0 0,0 0,1 1,0 0,0 1,1 0,-7 7,13-12,0-1,0 1,0-1,1 1,-1 0,1 0,-1 0,1 0,0 1,1-1,-1 1,0-1,1 1,0 0,0-1,0 1,0 0,1 0,-1-1,1 1,0 0,0 0,1 0,-1 0,1 0,-1-1,1 1,1 0,-1-1,0 1,1-1,0 1,0-1,0 1,0-1,1 1,6 2,1 0,0 0,0-1,0 0,1 0,0-1,0-1,0 0,0 0,0-2,1 1,-1-1,8 0,-17-1,29 3,1-1,0-1,-1-2,1-2,0 0,-1-2,0-1,0-2,-1-1,21-10,-43 17,-1-2,1 1,-1-1,0 0,-1 0,1-1,-1 0,1 0,-2-1,1 1,0-1,-1 0,0-1,-1 1,0-1,0 0,0-1,0 1,-1 0,-1-1,1 0,-1 1,-1-1,1 0,-1 0,-1 0,1-3,-5-23,-6 50,6 0,0 0,0 0,2 0,0 0,0 1,2-1,0 1,1-1,2 9,-3-22,1 0,0 0,0 0,0-1,0 1,0 0,1-1,-1 1,1-1,-1 1,1-1,0 0,0 1,0-1,0 0,1 0,-1-1,0 1,1 0,0-1,-1 1,1-1,0 0,-1 0,1 0,0-1,0 1,0 0,0-1,0 0,0 0,0 0,0 0,8-1,-1 0,0-1,1 0,-1 0,0-1,-1-1,1 0,8-4,-2 0,-1 0,0-1,-1-1,0 0,0-1,-1 0,-1-1,0-1,0 0,-2-1,1 0,-2 0,0-1,7-15,-7-6,-22 43,11-3,0 1,-1 0,2-1,-1 1,1 0,-1 0,1 0,1 0,-1 0,1 0,-1 0,2 0,-1 0,0 1,1-1,0 0,0 0,1-1,-1 1,1 0,0 0,1-1,-1 1,1-1,-1 0,1 1,1-1,-1-1,1 1,-1 0,1-1,0 0,0 0,0 0,1 0,3 1,9 2,-1-1,1-1,-1-1,1 0,0-1,0-1,0 0,0-2,0 0,0 0,0-2,0 0,0-1,-1-1,0 0,0-1,0-1,7-5,-4 1,0 0,0-2,-1 0,-1-2,0 0,-1 0,-1-1,-1-1,0-1,-1 0,-1-1,0 0,-2-1,0 0,-1-1,-1 0,-2 0,1 0,-2-1,-1 0,0-14,1 11,-2-1,0 0,-2 0,-1 0,-1 0,-1 1,-1-1,-3-9,5 32,0-1,0 1,0 0,-1 0,1 0,-1 0,1 0,-1 1,0-1,0 0,0 1,0-1,-1 1,1 0,-1 0,1 0,-1 0,0 0,0 1,0-1,0 1,0-1,0 1,0 0,0 1,0-1,-1 0,1 1,0 0,-1 0,1 0,0 0,0 0,-1 1,1-1,0 1,0 0,-1 0,1 0,0 0,0 1,0-1,1 1,-2 1,-11 7,0 2,2 0,-1 0,2 2,-1-1,2 2,0-1,1 2,0-1,1 1,1 1,1-1,0 1,-3 14,4-16,0 0,1 0,1 1,0 0,2-1,-1 1,2 1,0-1,1 0,1 0,0 0,1 0,1 0,0 0,1-1,1 1,1-1,0 0,1 0,0-1,1 0,1 0,0-1,11 12,3-6,1 0,1-2,1-1,1-1,0-1,1-1,0-2,0-1,2-1,-1-1,1-2,0-1,25 1,63 8</inkml:trace>
  <inkml:trace contextRef="#ctx0" brushRef="#br0" timeOffset="23397.676">25276 4471,'1'26,"1"1,1-1,2 0,0 0,2-1,0 1,5 5,-8-21,0 0,1 0,0-1,1 0,0 0,0 0,1-1,0 0,1 0,0-1,-5-4,-1-1,1 0,0 0,0 0,0 0,1 0,-1-1,0 1,1-1,-1 0,0 0,1 0,0 0,-1-1,1 0,-1 1,1-1,0-1,-1 1,1 0,-1-1,1 0,-1 0,1 0,-1 0,1 0,-1-1,0 1,0-1,0 0,1 0,7-9,-1-1,0 0,0 0,-1-1,-1-1,0 1,-1-1,0 0,-1-1,-1 0,0 0,-1 0,-1 0,1-10,19-75,-23 144,-3-35,2 0,-1-1,2 1,-1 0,1 0,0 0,1 0,0 0,0 0,1 0,0-1,1 1,0-1,0 1,1-1,0 0,0 0,1-1,0 1,0-1,1 0,0 0,0-1,0 0,4 2,22 8,-2-7</inkml:trace>
  <inkml:trace contextRef="#ctx0" brushRef="#br0" timeOffset="23764.194">25918 4485,'-2'11,"-2"11,1 1,1 0,1 0,0 0,2 0,1 0,1 0,1-1,4 16,-7-35,0 0,-1 0,2 1,-1-1,0 0,1 0,-1 0,1 0,0-1,0 1,0 0,0-1,0 1,1-1,-1 0,1 0,0 0,-1 0,1 0,0-1,0 1,0-1,0 0,1 1,-1-2,0 1,0 0,1-1,-1 1,0-1,1 0,-1 0,0 0,1-1,-1 1,0-1,2 0,7-7,0-2,0 1,-1-2,0 1,-1-1,0-1,-1 0,0 0,-1-1,0 0,-1-1,-1 1,3-8,12-58,-21 79,0 0,0 0,0 0,-1 0,1 0,0 0,0 0,0 0,-1 0,1 0,0 0,0 0,0 0,0 0,-1 0,1 0,0 0,0 0,0 0,0 0,-1 0,1-1,0 1,0 0,0 0,0 0,-1 0,1 0,0 0,0 0,0-1,0 1,0 0,0 0,0 0,0 0,-1-1,1 1,0 0,0 0,0 0,0 0,0-1,0 1,0 0,0 0,0 0,0-1,0 1,0 0,-9 17,6-11,0 0,1 0,-1 0,1 1,1-1,-1 1,1 0,1-1,-1 1,1 0,0-1,0 1,1 0,0-1,0 1,1-1,0 1,0-1,0 1,1-1,0 0,0 0,0-1,1 1,0-1,0 1,0-1,1 0,0-1,0 1,0-1,4 3,5 0,0-1,0 0,1-1,0 0,0-1,0-1,0 0,0-2,1 1,0-2,38 2</inkml:trace>
  <inkml:trace contextRef="#ctx0" brushRef="#br0" timeOffset="24350.949">26693 4619,'-6'-3,"0"2,0-1,0 0,-1 1,1 0,0 1,-1 0,1 0,0 0,0 0,-1 1,1 0,0 1,0-1,0 1,0 0,0 1,0-1,0 1,1 0,0 1,-1-1,1 1,1 0,-1 0,0 1,1-1,0 1,0 0,0 0,1 1,0-1,0 1,0 0,1-1,0 1,0 0,0 1,0 1,2-5,0 0,0 0,0 1,0-1,0 0,1 0,-1 0,1 0,0 0,0 0,0 0,1 0,-1-1,1 1,-1 0,1-1,0 1,0-1,0 0,0 1,0-1,1 0,-1 0,1 0,-1-1,1 1,0-1,-1 1,1-1,0 0,0 0,0 0,1 0,4 1,1 0,0-1,0 0,0 0,-1-1,1 0,0 0,0-1,0 0,0-1,1 0,0-2,0 1,0-1,0-1,-1 0,0 0,0-1,0 0,-1-1,0 0,0 0,-1 0,1-1,-2-1,1 1,-1-1,-1 0,1 0,-2-1,1 1,2-10,4-13,-2 0,-1 0,-2-1,-1 0,-2 0,0-4,1-22,-3 0,-2 1,-8-51,-11 41,19 68,1-1,-1 0,0 1,1-1,-1 1,0-1,1 1,-1-1,0 1,0 0,0-1,1 1,-1 0,0 0,0-1,0 1,0 0,1 0,-1 0,0 0,0 0,0 0,0 0,0 0,1 1,-1-1,0 0,0 0,0 1,1-1,-1 1,0-1,0 1,1-1,-1 1,0-1,1 1,-1-1,1 1,-1 0,1-1,-1 1,1 0,-1 0,1-1,-1 2,-7 10,1 1,-1 0,2 1,0-1,1 1,0 1,1-1,1 0,0 4,2-13,-8 33,2 0,1 1,3 0,0 0,3 0,2 2,-2-26,2 0,0-1,0 1,2-1,0 1,0-1,1 0,1-1,1 1,-1-1,2-1,0 1,1-1,0-1,0 1,1-1,6 4,-10-10,0 0,0 0,0-1,0 0,1 0,0-1,-1 1,1-1,1-1,-1 1,0-1,1-1,-1 1,1-1,-1-1,1 1,0-1,-1-1,1 1,-1-1,1 0,-1-1,1 0,-1 0,0-1,0 0,0 0,0 0,-1-1,1 0,-1-1,0 1,0-1,1-2,4-5,-1 0,-1-1,0 0,-1-1,0 0,-1 0,-1-1,0 0,-1 0,-1 0,0-1,-1 1,1-10,-4-22,0 46,0 0,0 0,0 0,0 1,0-1,0 0,0 0,0 0,0 0,-1 1,1-1,0 0,0 0,-1 1,1-1,0 0,-1 0,1 1,-1-1,1 0,-1 1,1-1,-1 1,0-1,1 1,-1-1,1 1,-1-1,0 1,0-1,1 1,-1 0,0 0,0-1,0 1,1 0,-1 0,0 0,0 0,0 0,1 0,-1 0,0 0,0 0,0 0,1 0,-1 0,0 1,0-1,0 0,1 1,-6 4,1 0,0 1,0 0,1-1,-1 2,1-1,1 0,-1 1,1 0,0 0,1 0,0 0,0 0,0 1,1-1,0 0,0 7,0-7,1-1,0 1,0 0,1 0,0 0,0-1,0 1,1 0,0-1,0 1,1-1,0 0,0 0,0 0,1 0,-1 0,2-1,-1 1,1-1,-1 0,1-1,0 1,1-1,-1 0,1 0,0-1,0 0,0 0,5 1,13 6,1-2,0 0,0-2,1-1,9 0,50 5</inkml:trace>
  <inkml:trace contextRef="#ctx0" brushRef="#br0" timeOffset="-3129.074">13138 2947,'-6'-6,"0"0,0 0,0 0,-1 1,0 0,0 0,0 1,-1-1,1 2,-1-1,0 1,0 0,0 1,0 0,-1 0,1 1,0 0,-1 0,1 1,-1 0,1 1,-1 0,1 0,-1 1,1 0,-1 0,-44 11,0 2,0 3,2 2,0 2,-15 11,53-28,1 0,0 1,0 1,0 0,1 0,0 1,1 1,0 0,0 0,1 1,0 0,0 1,1 0,1 0,0 0,0 1,1 0,1 1,0 1,-18 240,18-68,6-177,0-1,0 0,1 0,1 0,-1 0,1 0,1-1,-1 1,1-1,1 0,-1 0,1 0,0-1,1 0,0 0,0 0,0 0,0-1,1 0,0-1,0 1,0-1,1-1,-1 1,2-1,35 18,2-1,1-2,0-3,1-1,33 4,162 3,-11 4,389-19,-35 4,-381-11,44 0,-239 0,0 0,0-1,-1 0,1-1,-1 0,0-1,0 0,0 0,0-1,-1 0,1-1,-2 0,1 0,0 0,-1-1,0 0,-1-1,0 1,0-1,0-1,-1 1,-1-1,1 0,-1 0,-1 0,3-9,4-40,-3-1,-2 1,-3-1,-4-38,1 35,1 48,0 0,-1 1,-1-1,-1 0,0 1,0 0,-1-1,-1 2,0-1,-1 0,0 1,-1 0,-1 1,0-1,0 1,-1 1,0 0,-11-9,3 2,-1 2,-1 0,-1 1,0 1,-1 1,0 1,0 0,-1 2,-1 0,0 2,-7-1,-58-9,0 4,0 4,-83 3,-114-7,-197 40,-121-19,404-3,183-21,11 1,-20-24,-10-6</inkml:trace>
  <inkml:trace contextRef="#ctx0" brushRef="#br2" timeOffset="62251.198">12576 4110,'-13'11,"1"1,1 0,0 1,0 0,1 1,1 0,1 0,0 1,0 0,2 1,0-1,0 2,-4 29,2 1,3 0,1 1,2-1,3 13,-1-52,1 0,1 0,-1 0,1 0,1-1,-1 1,1-1,1 0,-1 1,1-1,0-1,1 1,0-1,0 0,0 0,1 0,0-1,0 1,0-1,7 3,13 8,2-1,-1-2,2 0,24 6,-10-3,16 6,0-4,1-1,1-4,38 3,230 28,170 32,-373-65,209 9,33-12,-327-3,1-2,-1-1,1-2,-1-3,1 0,-1-3,0-2,-1-1,0-2,0-2,-1-1,33-18,-62 25,-1 1,0-2,0 1,-1-1,0-1,0 1,-1-1,0-1,0 1,-1-1,-1 0,0-1,0 1,-1-1,0 0,0 0,-2 0,2-6,2-27,-1 0,-3-1,-1 1,-3-12,1-2,1 42,-1-1,-1 1,0 0,-1-1,-1 1,0 1,-1-1,-1 1,-1-1,0 2,-1-1,0 1,-1 0,-1 1,0 0,-11-10,-11-5,-2 2,-1 2,-2 1,0 1,-1 2,0 2,-2 2,0 1,-1-2,14 6,-1 2,0 1,0 2,-21-3,-108-22,85 15,-2 3,-67-3,-149-23,-8 37,-10 10,62 20,175-16,0 3,1 3,1 3,1 3,1 2,2 4,0 3,-13 11,-108 81,178-122,11-8</inkml:trace>
  <inkml:trace contextRef="#ctx0" brushRef="#br2" timeOffset="64680.789">3860 4605,'16'0,"0"-2,0 0,-1-1,1 0,0-2,-1 0,6-3,264-84,29 36,-146 30,574-118,-350 103,-253 30,902-33,-281 18,764 27,-829 30,-636-27,52 3,135 10,43 17,-45 6,172 22,-309-52,-1 4,24 10,67 1,-142-17,-59-12,-7-1</inkml:trace>
  <inkml:trace contextRef="#ctx0" brushRef="#br2" timeOffset="65079.953">10905 3897,'88'57,"272"122,-272-122,-85-54,-1-1,1 1,-1 0,1 0,-1 0,0 0,0 0,0 0,0 0,-1 1,1-1,-1 1,0 0,0-1,0 1,-1 0,1-1,-1 1,0 0,0 0,0-1,0 1,-1 0,1-1,-1 1,-1 1,-4 7,0-1,-1 0,0-1,-1 0,0 0,-1-1,0 1,0-2,-1 0,0 0,0 0,-1-1,0-1,-6 2,-76 42,-3-5,-2-5,-2-3,-43 7,119-36,-169 52,12-5</inkml:trace>
  <inkml:trace contextRef="#ctx0" brushRef="#br2" timeOffset="66473.459">1426 3376,'3'20,"2"21,4 16,-1 13,-1 6,-2 1,-2-1,-1-7,-2-8,1-15</inkml:trace>
  <inkml:trace contextRef="#ctx0" brushRef="#br2" timeOffset="67080.274">1280 3269,'0'-6,"1"0,-1 0,1 0,1 0,-1 1,1-1,0 1,0-1,1 1,-1 0,1 0,0 0,1 0,-1 0,1 1,0-1,0 1,0 0,1 0,-1 1,1-1,0 1,0 0,0 0,1 1,-1 0,1 0,-1 0,1 0,9-2,0 0,1 1,-1 0,1 1,-1 1,1 0,0 2,-1-1,1 2,7 1,-16-2,0 1,1 0,-1 0,0 0,0 1,0 0,0 0,-1 1,1 0,-1 0,0 0,0 1,0 0,-1 0,0 1,0-1,0 1,-1 0,1 0,-1 1,-1-1,1 1,-1 0,-1 0,1 0,-1 0,1 6,-2-1,-1 1,0-1,-1 0,0 0,-1 0,-1 0,1 0,-2-1,0 1,0-1,-1 0,0 0,-7 10,-4 4,0-1,-2 0,-1-1,-1-2,-4 5,9-12,1 0,-2-1,0 0,0-2,-1 0,-1 0,-17 6,3-10,31-6,0-1,1 0,-1 0,1 0,-1 0,1 0,-1 0,1-1,-1 1,0 0,1 0,-1 0,1 0,-1-1,1 1,-1 0,1 0,-1-1,1 1,-1 0,1-1,0 1,-1-1,1 1,0 0,-1-1,1 1,0-1,-1 1,1-1,0 1,0-1,0 1,-1-1,1 0,0 1,0-1,0 1,0-1,0 1,0-1,0 1,0-1,0 0,0 1,0-1,1 1,-1-1,0 1,0-1,0 1,1-1,-1 0,4-4,0 0,0-1,0 1,0 1,1-1,0 1,-1 0,2 0,-1 0,0 0,1 1,0 0,0 0,0 1,0 0,0 0,0 0,1 1,-1 0,1 0,0 0,8 2,0 0,0 2,-1-1,1 2,-1 0,0 0,0 2,0 0,-1 0,0 1,0 1,-1 0,0 1,0 0,-1 0,6 8,65 42,-72-52,1-2,-1 1,1-1,0-1,0 0,0-1,1 0,-1 0,1-1,-1-1,1 0,0-1,0 0,-1 0,1-2,0 1,-1-1,1-1,-1 0,0-1,0 0,0-1,0 0,3-3,-1 1,-1-2,0 1,0-2,-1 1,0-2,-1 1,0-1,-1-1,0 0,-1 0,0-1,-1 0,-1 0,0-1,0 1,-1-1,-1-1,-1 1,0-1,0-1,-3 12,1 1,-1-1,1 0,-1 0,0 0,-1 0,1 0,-1 1,1-1,-1 0,0 0,0 1,-1-1,1 0,-1 1,0 0,0-1,0 1,0 0,-1 0,1 0,-1 0,0 0,0 1,0-1,0 1,0 0,0 0,-1 0,1 0,-1 1,1-1,-1 1,0 0,0 0,1 0,-1 1,0-1,0 1,0 0,-2 1,-1 1,1 0,0 0,0 1,0-1,0 1,1 1,-1-1,1 1,0 0,0 0,0 0,0 1,1 0,-1 0,1 0,1 0,-1 1,1-1,0 1,0 0,1 0,-1 0,1 1,1-1,-1 0,1 1,0-1,1 1,-1-1,1 1,1-1,-1 1,1-1,0 1,0-1,1 0,0 0,0 1,1-1,-1 0,1-1,1 1,-1 0,1-1,0 0,0 0,4 4,7-3,0 1,0-2,1 0,-1-1,1 0,0-1,1-1,-1-1,0 0,0-1,1-1,-1 0,0-1,0-1,0-1,1 0,61-13</inkml:trace>
  <inkml:trace contextRef="#ctx0" brushRef="#br2" timeOffset="67619.511">2791 3335,'-20'-2,"0"0,0 1,0 1,0 0,0 2,-16 4,30-5,0 0,0 1,0 0,1 0,-1 0,1 1,-1 0,1 0,0 0,0 1,1-1,-1 1,1 1,0-1,0 0,0 1,0 0,1 0,0 0,0 0,0 1,1-1,-1 1,0 3,2-7,1 0,-1 0,0 0,1 1,-1-1,1 0,0 1,0-1,0 0,0 1,0-1,0 0,1 1,-1-1,1 0,0 0,-1 1,1-1,0 0,0 0,1 0,-1 0,0 0,1 0,-1 0,1-1,-1 1,1 0,0-1,0 0,0 1,0-1,0 0,0 0,0 0,0 0,0 0,2 0,4 1,-1 0,1-1,0 0,-1 0,1 0,0-1,-1-1,1 1,0-1,-1-1,5 0,6-3,0-1,0-1,-1 0,0-1,0-1,0-1,-2 0,1-1,-1-1,-1 0,0-1,-1-1,0 0,-1 0,2-5,-12 17,0-1,0 1,-1-1,1 1,-1-1,1 1,-1-1,0 0,0 0,0 0,0 0,-1 0,1 0,-1 0,0 0,0 0,0 0,0 0,0 0,-1 0,1 0,-1 0,0 0,0 0,0 1,0-1,-1 0,1 0,-1 1,1-1,-2-1,2 4,-1-1,1 0,0 1,0-1,-1 1,1 0,0-1,-1 1,1 0,0 0,-1 0,1 0,-1 0,1 0,0 0,-1 0,1 0,0 1,-1-1,1 1,0-1,-1 1,1-1,0 1,0 0,0-1,0 1,-1 0,1 0,0 0,1 0,-1 0,0 0,0 0,0 1,-26 45,18-13,1 1,1 0,3 0,0 0,3 0,1 1,3 28,9 49,5 0,5-2,22 65,-37-149,2 0,-2 0,-1 1,-1 0,-2 0,0 0,-2 1,-2 23,1-49,-1 1,1 0,0-1,-1 0,0 1,0-1,0 1,0-1,-1 0,1 0,-1 0,0 0,0 0,0 0,0 0,0 0,-1-1,1 1,-1-1,0 0,1 0,-1 0,0 0,0 0,-1 0,1-1,0 0,0 0,-1 0,1 0,-1 0,1 0,-1-1,1 0,-1 0,1 0,-1 0,1 0,-3-1,-7-5,1 1,-1-2,1 0,1 0,-1-1,1-1,0 0,1 0,0-1,1 0,0-1,0 0,1 0,1-1,0 0,-1-3,-14-21,1-2,1 0,2-1,2-1,2-1,2 0,1-1,0-13,9 46,0 1,1-1,0 0,0 0,1 0,1 0,-1 1,1-1,1 0,-1 0,2 1,-1-1,1 1,0 0,1 0,0 0,0 0,1 0,0 1,0 0,2-1,9-6,1 0,1 1,0 1,1 1,1 1,12-5,-25 11,47-22</inkml:trace>
  <inkml:trace contextRef="#ctx0" brushRef="#br2" timeOffset="67787.126">3312 3496,'-16'4,"2"2,9-4,16-8,5-3</inkml:trace>
  <inkml:trace contextRef="#ctx0" brushRef="#br2" timeOffset="68497.839">4248 2974,'-9'-2,"1"0,-1 0,0 1,0 0,0 0,0 1,0 0,0 1,0 0,1 1,-1-1,0 1,1 1,-1 0,1 0,0 1,0 0,0 0,-4 4,-1 1,0 0,1 1,0 0,1 1,0 0,1 1,0 0,1 0,1 1,-7 13,-1 30,16-55,0 1,1-1,-1 1,0-1,1 1,-1-1,1 1,0-1,-1 0,1 1,0-1,0 0,0 1,0-1,0 0,0 0,0 0,0 0,0 0,0 0,1 0,-1 0,0-1,1 1,-1 0,1-1,-1 1,1-1,-1 1,1-1,-1 0,1 0,-1 0,1 0,0 0,13-1,-1-1,1-1,-1-1,0 0,0 0,0-1,0-1,-1-1,0 0,-1 0,1-1,-1-1,-1 0,0-1,0 0,7-9,-5 6,-2-1,1 0,-2-1,0 0,-1 0,0-1,-1-1,-1 1,-1-1,0 0,-1-1,-1 1,2-19,-1-12,-2 0,-2-1,-2 1,-5-29,-14-55,19 132,1 0,-1 0,1-1,0 1,-1 0,1 0,-1 0,1 0,-1 0,1-1,-1 1,1 0,0 0,-1 0,1 0,-1 0,1 0,-1 1,1-1,-1 0,1 0,-1 0,1 0,0 0,-1 1,1-1,-1 0,1 0,0 1,-1-1,1 0,0 1,-1-1,1 0,0 1,-1-1,1 0,0 1,0-1,-1 1,1-1,0 1,0-1,0 0,0 1,0-1,0 1,0-1,0 1,0-1,0 1,0-1,0 1,0-1,0 1,0-1,0 1,0-1,1 0,-1 1,0-1,0 1,1-1,-17 73,3 0,-1 43,13-111,0 3,-3 21,0 1,2 0,1 0,2 0,0 0,2 0,2 0,4 14,-7-37,1-1,-1 1,1-1,1 0,-1 0,1-1,0 1,1-1,-1 1,1-2,0 1,1 0,-1-1,1 0,-1 0,1-1,0 1,1-1,-1-1,0 1,1-1,0 0,-1-1,1 1,0-1,0-1,0 1,0-1,11 0,-1-1,1 0,-1-1,0-1,1 0,-1-2,-1 0,1-1,-1 0,10-6,-13 6,0-1,-1 0,1-1,-1 0,-1 0,0-2,0 1,0-2,-2 1,1-1,-1-1,-1 0,0 0,-1 0,0-1,-1 0,0-1,-1 1,0-1,-2 0,1 0,-2 0,0-1,0 1,-1-8,-2 16,0 0,0 0,-1 0,0 1,0-1,0 0,0 1,-1 0,0 0,0 0,-1 0,1 0,-1 0,0 1,2 2,0 0,0 0,0 1,0-1,0 1,0-1,0 1,-1 0,1 0,0 0,-1 0,1 0,-1 1,1-1,-1 1,1 0,-1 0,1-1,-1 2,0-1,1 0,-1 0,1 1,-1-1,1 1,-1 0,1 0,0 0,-1 0,1 0,0 1,0-1,-1 1,-2 3,0-1,0 1,1 1,0-1,0 0,0 1,0 0,1 0,0 0,1 0,-1 1,1-1,0 1,1-1,-1 1,1 0,1 0,-1-1,1 1,0 0,1 0,-1 0,2-1,-1 1,1 0,0-1,0 1,0-1,1 0,0 0,0 0,1 0,0 0,0-1,0 1,1-1,2 2,8 5,1 0,0-2,0 0,1 0,0-2,1 0,0-1,0-1,0 0,1-2,0 0,0-1,0-1,1 0,49 5</inkml:trace>
  <inkml:trace contextRef="#ctx0" brushRef="#br2" timeOffset="70044.511">1373 5020,'-11'0,"-1"2,1-1,0 1,0 1,0 0,1 1,-1 0,1 0,0 1,0 0,0 1,1 0,-1 1,2 0,-1 0,1 1,0 0,1 1,-1-1,2 1,-1 1,1-1,1 1,0 0,0 1,1-1,1 1,-1 0,2 0,-2 5,4-11,-1-1,1 1,0 0,1-1,-1 1,1-1,0 1,0-1,0 1,1-1,-1 1,1-1,0 0,1 0,-1 0,1 0,-1-1,1 1,0 0,0-1,1 0,-1 0,1 0,0 0,-1-1,1 1,0-1,1 0,-1 0,0 0,1-1,-1 0,0 0,1 0,13 1,0-1,0-1,0-1,0-1,0 0,0-1,-1-1,1-1,-1 0,0-1,-1-1,1-1,-1 0,-1-1,0-1,0 0,3-4,10-6,0-1,-1-2,-2 0,0-2,-2-1,-1-1,-1 0,5-10,-26 37,-1 0,1 0,0 1,0-1,0 0,0 0,0 0,0 1,0-1,0 0,0 0,0 0,1 1,-1-1,0 0,0 0,0 0,0 1,0-1,0 0,0 0,0 0,1 1,-1-1,0 0,0 0,0 0,0 0,0 0,1 0,-1 1,0-1,0 0,0 0,1 0,-1 0,0 0,0 0,0 0,1 0,-1 0,0 0,0 0,1 0,-1 0,0 0,0 0,-5 37,2-18,2-16,1 1,-1-1,1 0,0 0,0 1,0-1,0 0,0 1,1-1,-1 0,1 1,0-1,0 0,0 0,1 0,-1 0,1 0,-1 0,1 0,0-1,0 1,1-1,-1 1,0-1,1 0,-1 0,1 0,0 0,0 0,0 0,7 0,1 1,-1-2,1 1,-1-1,1-1,0 0,-1 0,1-1,0-1,-1 0,1 0,-1-1,0 0,0-1,0 0,0 0,-1-1,0 0,8-7,-13 10,0 0,-1 0,1 0,-1 0,0-1,0 0,0 1,0-1,0 0,0 0,-1-1,0 1,1-1,-1 1,0-1,-1 0,1 1,-1-1,0 0,0 0,0 0,0 0,-1 0,1 0,-1-1,0 1,0 0,-1 0,1 0,-1 0,0 0,0 0,0 0,-1 0,0 1,1-1,-1 0,0 1,-1-1,1 1,0 0,-4-3,-8-3,-1 1,0 0,-1 1,0 1,0 0,0 1,0 1,-1 1,0 0,0 1,0 1,0 0,0 1,0 1,-5 2,12-3,-60 16,70-12,56-13,143-62,-139 46,1 3,1 3,19-2,-77 19,0 0,0 1,0 0,0 0,0 0,0 0,0 1,0-1,0 1,1 0,-1 0,0 1,0-1,0 1,0 0,0 0,0 1,0-1,0 1,0-1,0 1,-1 1,1-1,-1 0,0 1,1 0,-1 0,0 0,-1 0,1 0,0 0,-1 1,26 164,-28-166,1 0,-1 0,1 0,0 0,0 0,0 0,0-1,0 1,0 0,0 0,1-1,-1 1,0-1,1 1,0-1,-1 0,1 1,0-1,0 0,-1 0,1 0,0 0,0-1,0 1,0 0,0-1,0 0,1 1,-1-1,0 0,0 0,0 0,0 0,0-1,0 1,0 0,0-1,0 0,0 1,0-1,0 0,0 0,13-9,0-1,-1 0,-1-1,0 0,0-1,-2-1,1 0,-2-1,0 0,6-12,-13 22,67-130,-70 136,0-1,0 1,0 0,0-1,1 1,-1 0,0-1,0 1,1 0,-1-1,0 1,1-1,-1 1,0 0,1-1,-1 1,1-1,-1 1,1-1,-1 0,1 1,-1-1,1 1,0-1,-1 0,1 0,-1 1,1-1,0 0,-1 0,1 0,0 0,-1 0,1 1,0-1,0 0,-1-1,1 1,0 0,-1 0,1 0,0 0,-1 0,1-1,-1 1,1 0,0-1,-1 1,1 0,-1-1,1 1,-1-1,1 1,-1-1,1 1,-1-1,1 1,-1-1,0 1,1-1,-1 0,0 1,1-2,3 11,0 0,1-1,0 0,1 0,0 0,0-1,1 0,-1 0,2 0,-1-1,1 0,0-1,0 0,0 0,1-1,-1 0,1 0,0-1,1 0,-1 0,0-1,1-1,0 1,-1-1,1-1,-1 0,1-1,5 0,-4-2,0-1,0 1,0-2,0 0,-1 0,0-1,0 0,0-1,-1 0,0-1,0 1,-1-2,0 1,0-1,-1 0,0-2,5-6,-1-1,0-1,-1 0,-2 0,0-1,0 0,-2-1,1-9,4-40,-4 0,-3-1,-3 1,-3-2,1 21,1-6,2 25,-3 0,0 0,-2 0,-6-22,10 54,-1-1,0 1,0 0,0-1,0 1,0 0,1-1,-1 1,0-1,0 1,0 0,0-1,0 1,0 0,0-1,0 1,0-1,-1 1,1 0,0-1,0 1,0 0,0-1,0 1,-1 0,1-1,0 1,0 0,-1-1,1 1,0 0,0 0,-1-1,1 1,0 0,-1 0,1 0,0 0,-1-1,1 1,0 0,-1 0,1 0,0 0,-1 0,1 0,-1 0,1 0,0 0,-1 0,1 0,-1 0,1 0,0 0,-1 0,1 0,0 0,-1 1,1-1,0 0,-1 0,1 0,0 1,-1-1,-10 24,2 15,1 1,2 0,2-1,1 2,3-1,1 0,4 24,-2-41,1 0,0-1,2 0,1 0,0-1,2 0,0 0,2-1,0 0,9 11,-11-19,-1-1,2 0,-1-1,2 0,-1 0,1-1,1 0,-1-1,1-1,1 0,0 0,0-1,0-1,0 0,1-1,0-1,5 1,16 0</inkml:trace>
  <inkml:trace contextRef="#ctx0" brushRef="#br2" timeOffset="70306.891">2884 4338,'7'-19,"15"-11,23-14,27-7,20-3,14 4,-12 10</inkml:trace>
  <inkml:trace contextRef="#ctx0" brushRef="#br2" timeOffset="71458.333">3619 4591,'11'-23,"-1"-1,-1 0,-1 0,-1-1,-1 0,-2 0,0-1,-2 1,-1-1,0 0,-2 1,-1-1,-2 1,0-1,-1 1,-2 0,0 1,-3-3,4 13,5 13,0 0,0-1,0 1,0 0,0-1,1 0,-1 1,0-1,1 1,-1-1,1 0,-1 1,1-1,0 0,0 1,0-1,0 0,0 0,0 1,0-1,0 0,1 1,-1-1,1 0,-1 1,1-1,0 0,0 1,0-1,0 1,0 0,0-1,0 1,0 0,0-1,0 1,1 0,0 0,12-5,1 1,0 0,0 2,1-1,-1 2,12-1,-8 1,-3 0,-11 0,0 0,0 0,0 1,0 0,0 0,1 0,-1 1,0-1,1 1,-1 1,0-1,1 1,-1 0,0 0,0 0,0 1,0 0,0 0,0 0,0 1,-1-1,1 1,-1 0,1 0,-1 1,0-1,-1 1,1 0,-1 0,3 4,10 77,8 16,-23-99,1 0,-1 1,1-1,0 0,-1 1,1-1,0 0,0-1,1 1,-1 0,0 0,0-1,1 0,-1 1,1-1,0 0,-1 0,1 0,0-1,-1 1,1-1,0 1,0-1,0 0,-1 0,1 0,0 0,0-1,0 1,-1-1,1 0,0 1,1-2,83-48,-78 43,-1-1,0-1,0 0,0 0,-1 0,0-1,-1 0,0 0,-1-1,0 1,-1-1,0 0,0-1,-1 1,-1-1,0 1,0-1,-2-1,0 32,-2-13,1-1,1 1,-1-1,1 1,0-1,0 1,0-1,1 1,0-1,0 1,0-1,1 0,-1 1,1-1,1 0,-1 0,1 0,0-1,0 1,0-1,1 1,-1-1,1 0,0 0,0-1,1 1,1 0,1-1,1-1,0 1,0-2,0 1,0-1,0 0,0-1,0 1,1-2,-1 1,0-1,0-1,0 1,0-1,0-1,-1 1,1-1,-1-1,1 1,-1-1,0-1,-1 1,1-1,-1 0,0-1,0 0,0 1,-1-2,0 1,0-1,0 0,-1 0,0 0,-1 0,0-1,0 1,1-6,-2 8,-1-1,0 1,-1-1,1 1,-1-1,0 0,0 0,-1 1,0-1,0 1,0-1,-1 1,1-1,-1 1,0 0,-1 0,0 0,1 0,-2 0,1 0,0 1,-1-1,0 1,0 0,0 1,-1-1,1 0,-1 1,0 0,0 0,0 1,0 0,-1-1,-6-1,-1 1,-1 0,1 1,0 0,-1 1,1 1,0 0,-1 1,1 0,-1 1,1 0,0 1,0 1,0 0,1 1,-1 0,1 1,-22 20,35-25,0 0,0 0,0 0,0 0,1 0,-1 0,0 0,0-1,1 1,-1 0,0-1,1 1,-1-1,0 0,1 1,-1-1,1 0,-1 0,0 0,1 0,-1 0,1 0,-1 0,1-1,-1 1,0 0,1-1,-1 1,0-1,1 1,-1-1,0 0,1 0,32-9,1-2,-1-2,-1-1,-1-1,0-2,-1-2,-1 0,2-4,7-13,-1-1,-2-1,-2-2,-2-2,-2-1,-1-1,-3-1,11-27,-33 65,-2 6,0 0,0-1,0 0,0 1,0-1,0 0,-1 0,1 0,-1 0,0 0,0 0,0-1,-1 1,1 0,-1 0,0-1,1 1,-1 0,-1-1,1 1,0 0,-1 0,0-1,0 1,0 0,0 0,0 0,-1 0,1 0,-1 0,0 0,0 0,-9-2,-1 1,1 0,-1 1,1 1,-1 0,0 0,0 1,0 0,0 1,0 1,-7 1,15-2,-1-1,0 1,0-1,-1 1,1 1,0-1,0 1,0-1,-1 2,1-1,0 0,0 1,1 0,-1 0,0 1,0-1,1 1,0 0,0 0,-1 1,2-1,-1 1,0 0,1 0,0 0,0 0,0 1,0-1,-1 3,2 8,1 0,0 0,1 0,1 0,0 0,1 0,1-1,0 1,1-1,0 1,1-1,1 0,1 1,14 32,2 0,2-1,2-2,2-1,2-1,2-1,1-2,2-1,2-2,31 22,-68-56,0 0,1 0,0 0,-1-1,1 1,0-1,0 1,0-1,0 0,0 0,0 0,1 0,-1 0,0 0,0-1,1 1,-1-1,0 1,1-1,-1 0,0 0,1 0,-1 0,1-1,-1 1,0 0,0-1,1 0,-1 1,0-1,2-1,26-22,0-2,-2-1,0-1,2-6,-17 20,15-18,-5 4</inkml:trace>
  <inkml:trace contextRef="#ctx0" brushRef="#br2" timeOffset="109589.307">15344 5273,'-78'-56,"35"22,-1 3,-1 2,-2 2,-7-2,28 19,-1 1,1 1,-1 2,-1 0,1 2,-1 1,1 1,-1 1,0 2,-1 1,-28 4,0 2,0 3,0 2,-15 8,35-11,1 2,0 2,1 1,1 1,1 2,0 2,1 1,1 1,-7 9,29-22,1 0,0 0,1 1,-1 0,2 1,0 0,0 0,1 0,0 0,1 1,0 0,1 0,0 0,1 0,1 0,-1 1,2-1,0 1,1-1,0 0,0 1,1-1,1 0,0 0,1 0,0-1,1 1,0-1,5 8,7 3,1 0,1-1,0-1,2-1,0-1,1 0,1-2,0-1,1 0,1-2,0-1,1-1,0-1,1-1,0-2,11 2,27 7,0-3,1-2,1-4,0-2,0-4,-1-2,28-6,-69 5,0 0,-1-2,0-1,0-1,0-1,-1-1,0 0,-1-2,1-1,-2-1,0-1,0-1,-1 0,-1-2,-1 0,0-1,-1-1,1-2,-6 4,-1 0,-1-1,-1 0,0 0,-1-1,-1 0,0-1,-2 0,0 0,-1 0,-1 0,-1-1,0 1,-2-1,0 1,-1-1,-1 1,-1-1,-1 1,0 0,-2 0,0 1,-1 0,-1 0,0 0,-2 1,0 0,-1 1,0 0,-1 1,-10-10,2 9,0 1,-1 0,-1 2,0 0,0 1,-2 2,1 0,-1 2,-1 0,1 2,-1 0,0 2,-1 1,1 1,-1 1,1 1,0 2,-1 0,1 1,0 2,0 1,0 1,-3 2,18-6,1 1,0 0,0 1,0 0,0 0,1 1,0 0,0 1,1-1,-1 1,2 1,-3 2,-14 29</inkml:trace>
  <inkml:trace contextRef="#ctx0" brushRef="#br2" timeOffset="110033.439">15758 5554,'13'3,"19"2,22 1,19-1,17-1,10 1,4 2,-1 2,-10 1,-14 3,-19-3</inkml:trace>
  <inkml:trace contextRef="#ctx0" brushRef="#br2" timeOffset="110698.581">16185 5381,'-156'59,"90"-32,-2-2,-53 11,120-37,0 1,1 0,-1 0,1-1,-1 1,1 0,-1 0,0 0,1 0,-1 0,1 0,-1 0,0 0,1 0,-1 0,1 0,-1 0,0 1,1-1,-1 0,1 0,-1 1,1-1,-1 0,1 1,-1-1,1 0,-1 1,1-1,-1 1,1-1,0 1,-1-1,1 1,0-1,-1 1,1-1,0 1,0-1,-1 1,1-1,0 1,0 0,0-1,0 1,0 0,39 5,89 25,-116-25,0 1,-1 0,0 1,-1 1,1 0,-2 0,1 1,-1 0,-1 0,0 1,0 1,-1-1,-1 1,0 0,0 0,1 8,-5-16,38 66,-39-68,0-1,0 1,1-1,-1 1,0-1,1 1,-1-1,1 0,-1 0,1 0,0 0,0 0,-1 0,1 0,0-1,0 1,0-1,0 1,0-1,0 0,0 0,0 1,0-2,0 1,0 0,-1 0,1 0,0-1,0 1,0-1,0 0,0 1,0-1,-1 0,1 0,0 0,-1 0,1-1,4-5,-1-1,0 0,0 0,-1 0,1 0,-2-1,0 0,0 0,0 0,-1 0,0 0,-1 0,0 0,0-1,-1 1,-1 0,1-1,-2 1,1 0,-3-9,-47-177,51 195,0 0,1 0,-1 0,0 0,0 0,0 0,1 0,-1 0,0 0,0-1,0 1,1 0,-1 0,0 0,0 0,0 0,1 0,-1-1,0 1,0 0,0 0,0 0,0 0,0-1,1 1,-1 0,0 0,0 0,0-1,0 1,0 0,0 0,0 0,0-1,0 1,0 0,0 0,0-1,0 1,0 0,0 0,0 0,0-1,0 1,0 0,0 0,-1-1,11 10</inkml:trace>
  <inkml:trace contextRef="#ctx0" brushRef="#br2" timeOffset="111056.348">17228 5488,'0'25,"0"24,0 22,0 17,0 12,0 7,0 1,0-6,0-12,0-21</inkml:trace>
  <inkml:trace contextRef="#ctx0" brushRef="#br2" timeOffset="111520.618">17215 6222,'14'0,"11"0,12-2,12-3,9-3,8-2,4 0,2 0,-5 1,-13 3</inkml:trace>
  <inkml:trace contextRef="#ctx0" brushRef="#br2" timeOffset="111794.211">17576 5956,'-7'20,"-2"21,1 21,3 19,5 13,5 9,4 5,3 3,1-2,3-6,-1-9,-3-20</inkml:trace>
  <inkml:trace contextRef="#ctx0" brushRef="#br2" timeOffset="112124.541">18378 5982,'-2'23,"-1"21,0 19,1 14,0 13,1 7,5 0,4-4,1-8,1-10,-2-19</inkml:trace>
  <inkml:trace contextRef="#ctx0" brushRef="#br2" timeOffset="112444.68">18284 6035,'12'-8,"1"0,0 1,0 1,0-1,1 2,0 0,0 1,1 0,-1 1,1 1,5 0,-1-2,1 1,0 1,0 1,-1 1,1 1,0 0,0 2,-1 0,0 1,1 1,-1 1,9 4,-25-9,0 0,0 0,0 1,0-1,0 1,-1-1,1 1,-1 0,1 0,-1 0,0 0,0 0,1 1,-2-1,1 1,0-1,0 1,-1 0,1 0,-1 0,0-1,0 1,0 0,-1 0,1 1,0-1,-1 0,0 0,0 0,0 0,0 0,-1 0,1 2,-5 1,1 0,-1 0,0-1,0 1,-1-1,0-1,0 1,0-1,0 0,-1 0,1 0,-1-1,0 0,0-1,0 0,-1 0,1 0,-3 0,-12 4,-1 0,0-1,0-1,0-1,0-2,-1 0,1-1,-15-3,37 3,0 0,-1 0,1 0,-1 0,1 0,0 0,-1 0,1 0,0-1,0 1,-1-1,1 1,0-1,0 1,-1-1,1 0,0 1,0-1,0 0,0 0,0 0,0 0,0 0,0 0,1 0,-1 0,0 0,0-1,1 1,4-10</inkml:trace>
  <inkml:trace contextRef="#ctx0" brushRef="#br2" timeOffset="112866.951">19087 6009,'-189'-60,"182"58,5 0,0 1,-1 0,1-1,-1 1,1 0,-1 0,0 1,0-1,1 1,-1-1,0 1,0 0,1 0,-1 0,0 0,0 0,1 1,-1-1,0 1,0 0,1 0,-1 0,1 0,-1 0,1 0,-1 1,1-1,0 1,0 0,0 0,0 0,0 0,0 0,0 0,-1 8,2 0,-1-1,1 1,1 0,-1 0,2 0,-1 0,2 0,-1-1,1 1,1 0,-1-1,2 0,-1 1,1-1,1-1,0 1,-4-6,1-1,0 1,0-1,0 0,0 1,1-1,-1 0,0 0,1-1,0 1,-1 0,1-1,0 0,0 1,0-1,0 0,0 0,0-1,0 1,0-1,0 0,0 1,0-1,0-1,1 1,-1 0,0-1,0 1,0-1,0 0,0 0,0 0,0-1,89-58,-76 47,-1-1,-1 0,0-1,0 0,-2-1,0-1,0-1,-41 60,25-37,-1 1,2-1,-1 1,1 0,0 0,0 0,0 0,1 0,0 1,0-1,1 1,0-1,0 1,0 0,1-1,0 1,0 0,1 0,0-1,0 1,0-1,1 1,0-1,0 1,1-1,0 0,2 4,3-4,-1-1,1 1,0-2,0 1,0-1,1-1,0 1,-1-2,1 1,0-1,0 0,1-1,-1 0,0-1,5 0,42 3</inkml:trace>
  <inkml:trace contextRef="#ctx0" brushRef="#br2" timeOffset="113367.82">19702 5808,'-21'0,"1"0,-1 2,1 0,-1 2,-14 4,29-7,0 1,1 0,-1 0,1 1,0 0,-1 0,1 0,0 0,1 1,-1 0,1 0,-1 0,1 0,1 1,-1 0,0 0,1 0,0 0,0 0,1 1,-2 4,3-6,0-1,1 1,-1-1,1 1,0-1,0 1,0-1,1 1,-1 0,1-1,0 1,0-1,0 1,0-1,0 0,1 0,0 1,-1-1,1 0,1 0,-1-1,0 1,2 1,67 56,-57-49,36 23,52 47,-101-80,0-1,0 1,0 0,0 0,0 0,-1 0,1 0,0 0,-1 0,1 0,0 0,-1 0,1 0,-1 1,0-1,1 0,-1 0,0 0,0 1,0-1,0 0,0 0,0 1,0-1,0 0,0 0,-1 0,1 1,0-1,-1 0,1 0,-1 0,1 0,-1 0,0 0,1 0,-1 0,0 0,0 0,0 0,0 0,0 0,1-1,-2 1,1 0,0-1,0 1,0-1,0 1,0-1,0 1,-1-1,1 0,-1 0,-8 4,0 0,0-1,0-1,0 0,-1 0,1-1,-1-1,1 1,-7-2,16 1,0 0,0 0,0 0,0 0,0 0,0 0,0 0,1 0,-1 0,0-1,0 1,0 0,0-1,1 1,-1 0,0-1,0 1,1-1,-1 0,0 1,1-1,-1 1,0-1,1 0,-1 1,1-1,-1 0,1 0,-1 0,1 1,0-1,-1 0,1 0,0 0,0 0,0 0,0 0,0 1,0-1,0 0,0 0,0 0,0 0,0 0,0 0,0 0,1 0,24-39,13 1,2 2,2 2,1 1,5 0,-39 28,61-37,-68 43,-1 0,1 0,0 0,0 0,-1 0,1 0,0 0,0 1,-1-1,1 1,0-1,-1 1,1 0,-1 0,1 0,-1 0,1 0,-1 0,1 0,-1 0,0 0,0 1,0-1,0 0,0 1,0-1,0 1,0-1,0 1,-1 0,1-1,0 1,-1 0,0 0,1-1,-1 1,0 0,0 0,0-1,0 1,0 0,0 0,-1-1,1 1,-1 0,1 0,1 7,0 8,2-1,0 0,1 1,0-2,1 1,1 0,1-1,0 0,1-1,0 1,2-2,-1 1,5 3,6 3</inkml:trace>
  <inkml:trace contextRef="#ctx0" brushRef="#br2" timeOffset="113649.424">19969 5340,'-14'-4,"-6"2,0 9,3 10,5 3</inkml:trace>
  <inkml:trace contextRef="#ctx0" brushRef="#br2" timeOffset="121809.124">17576 5741,'0'-4,"0"2,0 12,0 12,0 14,0 15,-5 17,-1-4</inkml:trace>
  <inkml:trace contextRef="#ctx0" brushRef="#br3" timeOffset="136288.313">14127 6690,'0'18,"-1"-6,0 0,1 0,0 1,1-1,0 0,1 0,0-1,1 1,1 0,0-1,0 1,1-1,1-1,-1 1,3 1,3 0,0 0,1-1,0-1,1 0,0-1,0 0,1-1,0 0,1-1,0-1,0-1,3 1,22 6,0-3,0-1,1-2,8-1,20 1,0-4,-1-2,29-5,-70 2,0-1,0-1,-1-1,1-1,-1-1,-1-2,0-1,0 0,-1-2,2-3,-12 6,0-1,0-1,-1 0,-1-1,0 0,-1-1,0 0,-1-1,-1 0,0 0,-1-1,-1 0,0-1,-2 0,0 0,0 0,-2 0,0-1,-1 1,0-1,-2 0,0 0,-1 1,-1-1,0 0,-2 1,0 0,-1 0,0 0,-2 0,0 1,0 0,-2 0,0 1,-1 0,-7-9,-19-10,0 2,-2 1,-1 2,-2 2,-36-19,55 34,-29-20,-2 3,-1 2,-1 2,-1 3,-1 3,-1 2,-22-3,56 15,-2 1,1 2,0 0,-1 2,1 0,0 2,-1 1,1 0,0 2,1 1,-1 2,1 0,1 1,-1 1,1 1,1 2,0 0,1 1,1 1,0 1,0 2,-1 5,1 0,2 2,0 0,2 1,0 0,2 2,1 0,2 0,0 1,2 0,1 1,2 0,1 0,0 3,4-27,0 0,1 0,-1 0,1 0,0 0,1 0,-1 0,1 0,1 0,-1 0,1 0,0-1,0 1,0 0,1-1,0 0,0 0,1 1,-1-2,1 1,0 0,2 1,16 8</inkml:trace>
  <inkml:trace contextRef="#ctx0" brushRef="#br3" timeOffset="137561.128">11199 6156,'5'20,"1"19,-1 13,2 10,0 6,-2-1,1-3,-1-7,-1-11,-2-12</inkml:trace>
  <inkml:trace contextRef="#ctx0" brushRef="#br3" timeOffset="137873.293">11159 5982,'-56'-78,"56"76,-1 0,2-1,-1 1,0 0,0 0,1 0,-1 1,1-1,-1 0,1 0,0 0,0 0,0 0,0 1,0-1,0 0,1 1,-1-1,0 1,1-1,-1 1,1 0,0 0,-1 0,1 0,0 0,0 0,0 0,-1 0,1 1,0-1,0 1,0-1,0 1,0 0,0 0,2 0,33-9,0 1,1 2,0 2,1 2,-1 1,0 2,34 5,12 13,-81-18,-1 0,1 0,-1 0,1 0,-1 0,0 0,0 0,0 1,0-1,0 1,0 0,0 0,0-1,-1 1,1 0,0 1,-1-1,0 0,0 0,0 1,0-1,0 0,0 1,0-1,-1 1,1-1,-1 1,0-1,1 1,-1-1,-1 1,-1 6,-2-1,1 0,-1 0,0-1,-1 1,0-1,0 0,0 0,-1-1,0 1,-1-1,1 0,-1-1,-4 3,5-3,-168 134,139-91,30-29</inkml:trace>
  <inkml:trace contextRef="#ctx0" brushRef="#br3" timeOffset="138294.28">11734 6357,'-10'-4,"0"2,1-1,-1 1,-1 0,1 1,0 0,0 1,0 0,0 1,-1 0,1 0,0 1,0 1,0-1,1 2,-1-1,1 1,0 1,0 0,0 0,0 1,1 0,0 0,0 1,1 0,-3 3,-45 75,53-83,1 1,0 0,0 0,0-1,0 1,0 0,1 0,-1 0,1 0,0 0,0 0,0 0,0 0,0 0,1 0,-1 0,1 0,0-1,0 1,0 0,0 0,1-1,-1 1,1-1,-1 1,1-1,0 1,0-1,0 0,0 0,1 0,0 0,1 1,0-1,0 0,0-1,0 1,1-1,-1 0,1 0,-1 0,1-1,-1 1,1-1,0 0,-1 0,1-1,-1 1,1-1,-1 0,1-1,-1 1,0-1,0 1,4-3,2-1,-1 0,1-1,-1 0,0-1,-1 0,0 0,0-1,0 0,0-2,0 0,0-1,-1-1,-1 1,1-1,-2 0,0-1,0 1,-1-1,-1 0,0 0,-1 0,0-8,-3 44,-1-12,1 0,0 0,1 0,0 0,1 0,0 0,1-1,0 1,1 0,0-1,0 1,2 0,-4-8,1-1,1 1,-1-1,0 1,1-1,-1 0,1 0,-1 0,1-1,0 1,0 0,0-1,0 0,0 0,0 0,0 0,0 0,1-1,-1 1,0-1,1 0,18 1</inkml:trace>
  <inkml:trace contextRef="#ctx0" brushRef="#br3" timeOffset="139232.305">11988 6170,'-2'-1,"0"0,0 0,0 1,1-1,-1 0,0 1,0 0,0-1,0 1,0 0,0 0,0 0,0 0,0 1,0-1,0 0,0 1,1-1,-1 1,0 0,0 0,0 0,1-1,-1 2,0-1,1 0,-1 0,1 0,-1 1,1-1,0 1,0-1,0 1,-1-1,1 3,-2 0,1 1,1 0,-1 0,1 0,0 0,0 0,0 0,0 0,1 0,0 0,0 0,1 0,0 3,2 5,2 0,0-1,0 0,1 0,0 0,1-1,1 0,-1 0,2-1,-1 0,2-1,-1 1,1-2,5 4,46 49,-60-60,-1-1,1 1,0-1,0 1,0 0,0-1,0 1,0 0,-1 0,1 0,0 0,-1-1,1 1,-1 0,1 0,-1 0,1 0,-1 1,0-1,1 0,-1 0,0 0,0 0,0 0,0 0,0 0,0 0,0 1,0-1,0 0,-1 0,1 0,0 0,-1 0,1 0,-1 0,1 0,-1 0,1 0,-1 0,0 0,1 0,-1-1,0 1,0 0,0 0,0-1,0 1,1-1,-1 1,0-1,0 1,-1-1,1 1,0-1,-7 2,1 0,-1 0,0-1,0 0,0-1,0 0,1 0,-1-1,-7-1,13 2,0 0,0 0,0 0,0-1,0 1,1-1,-1 1,0-1,0 0,0 0,1 0,-1 0,0 0,1 0,-1 0,1-1,-1 1,1-1,0 1,-1-1,1 1,0-1,0 0,0 1,0-1,0 0,1 0,-1 0,1 0,-1 1,1-1,-1 0,1 0,0 0,0 0,0 0,0 0,1 0,-1 0,1-2,4-7,0 1,1-1,0 1,1 0,0 1,1-1,0 1,0 1,1 0,0 0,0 0,1 1,6-3,-6 3,206-151,-211 153,15-9,-14 29,-8-10,0 0,0 0,1 0,0 0,0 1,0-1,1 0,0 1,0-1,0 0,0 1,1-1,0 0,0 1,0-1,1 0,0 0,0 0,0 0,1 0,-1-1,1 1,0-1,1 1,-1-1,1 0,0 0,0-1,0 0,0-1,1 0,0 0,0 0,-1-1,1 0,0 0,0 0,0 0,0-1,0 0,0 0,0 0,0 0,0-1,0 0,0 0,0 0,0-1,0 0,-1 0,1 0,-1 0,1-1,-1 0,0 0,0 0,0 0,-1 0,1-1,-1 0,1 0,-1 0,-1 0,1 0,1-2,89-208,-92 214,-1 1,0-1,0 0,0 0,1 1,-1-1,0 0,0 0,0 1,1-1,-1 0,0 0,0 0,1 1,-1-1,0 0,1 0,-1 0,0 0,1 0,-1 0,0 0,1 0,-1 0,0 0,0 0,1 0,-1 0,0 0,1 0,-1 0,0 0,1 0,-1 0,0 0,1-1,-1 1,0 0,0 0,1 0,-1 0,0-1,0 1,1 0,-1 0,0-1,0 1,0 0,1 0,-1-1,0 1,0 0,0-1,0 1,0 0,0 0,0-1,0 1,0 0,0-1,0 1,0-1,3 30,-2-29,-2 54,10 66,-9-118,1 1,0 0,0 0,0-1,0 1,1-1,-1 1,1-1,-1 0,1 0,0 1,0-1,0 0,0-1,0 1,1 0,-1 0,1-1,-1 0,1 1,-1-1,1 0,-1 0,1 0,0-1,0 1,0-1,-1 0,1 1,0-1,0 0,0 0,0-1,-1 1,1-1,0 1,0-1,-1 0,1 0,0 0,-1-1,1 1,1-1,8-9,0 1,0-1,-1-1,0 0,-1 0,0-1,-1-1,-1 0,0 0,-1 0,-1-1,0 0,0 0,-2-1,0 1,-1-1,0 0,-1-6,6-24,-2-1,-2 0,-3 0,-1 0,-2 0,-3 0,-1 0,-8-24,-7 16,20 55,0-1,0 1,0-1,0 1,0 0,0-1,-1 1,1 0,0 0,0 0,0 0,0 0,0 0,-1 0,1 0,0 0,0 1,0-1,0 0,0 1,0-1,0 1,0-1,0 1,0-1,0 1,0 0,0 0,0-1,0 1,1 0,-1 0,0 0,1 0,-1 0,0 0,1 0,-1 0,1 0,0 0,-1 0,1 0,0 0,0 1,-1-1,1 0,0 1,0-1,-12 24,2 0,0 1,2 0,0 1,2-1,2 1,0 1,1-1,2 0,2 27,1-36,2-1,0 0,0 1,2-1,0-1,1 1,1-1,0 0,1-1,1 0,0-1,1 1,1-2,0 0,0 0,2-1,-1-1,7 4,22 15</inkml:trace>
  <inkml:trace contextRef="#ctx0" brushRef="#br3" timeOffset="140736.258">11266 7252,'-8'2,"1"0,0 0,-1 0,1 1,0 0,0 1,1-1,-1 1,1 1,-1-1,1 1,1 0,-1 1,1-1,0 1,0 0,1 0,-1 1,1-1,1 1,-1 0,1 0,1 0,-1 1,1-1,0 0,1 1,0 0,0-1,0 1,1 0,0-1,1 2,0-5,0 1,1-1,-1 1,1-1,0 0,0 0,1 0,-1 0,1 0,0 0,0-1,0 1,0-1,1 0,-1 0,1 0,0 0,0-1,0 1,0-1,0 0,0-1,1 1,-1-1,1 1,-1-1,1-1,-1 1,1-1,0 1,-1-1,1-1,0 1,-1-1,1 1,0-2,-1 1,0 0,1-1,-1 0,0 0,0 0,2-1,10-7,-1-1,0 0,-1-1,-1-1,0 0,0-1,-2 0,1-1,-2 0,0-1,-1 0,-1 0,0-1,-1 0,-1-1,0 1,-2-1,2-7,5 60,16 64,-26-96,0-1,0 1,0-1,1 0,-1 1,0-1,1 0,0 0,-1 0,1 0,0 0,0 0,0-1,0 1,0-1,1 1,-1-1,0 0,1 0,-1 0,1 0,-1 0,1-1,-1 1,1-1,-1 1,1-1,0 0,-1 0,1 0,-1-1,1 1,0-1,-1 1,1-1,-1 0,1 0,6-5,-1 0,-1 0,1 0,-1-1,0-1,-1 1,0-1,0 0,0 0,-1-1,0 1,-1-1,0 0,2-8,12-62,-9 96,-5 2,-1-5,0 1,1-1,0 0,1 0,1 0,0-1,1 0,0 0,1 0,1 0,-8-12,0 0,0 0,0 1,0-1,0 0,0 0,0 0,1 0,-1 0,0 0,0 0,1-1,-1 1,0 0,1-1,-1 1,1-1,-1 0,1 1,-1-1,1 0,-1 0,1 0,-1 0,1 0,-1 0,1 0,0 0,-1-1,0 1,1-1,-1 1,1-1,-1 0,0 1,1-1,-1 0,0 0,1 0,-1 0,0 0,0 0,0 0,0 0,0-1,0 1,-1 0,1 0,0-1,0 1,7-17,-1-1,0 1,-1-1,-1 0,-1 0,-1-1,0 1,-2-1,0 0,-1-6,-7-53,8 77,-1 0,0 1,1-1,-1 1,1-1,0 1,-1 0,1-1,0 1,0-1,0 1,0 0,0 0,0 0,0 0,0 0,1 0,-1 0,0 0,1 0,-1 0,1 1,-1-1,1 0,-1 1,1-1,-1 1,1 0,-1 0,1-1,-1 1,1 0,0 0,-1 1,1-1,-1 0,1 0,-1 1,1-1,-1 1,1-1,-1 1,1 0,-1-1,2 2,7-1,123 17,-130-18,0 0,1 0,-1 1,0-1,0 1,0-1,0 1,0 0,0 1,0-1,0 0,0 1,0 0,0-1,-1 1,1 0,-1 0,1 1,-1-1,0 1,0-1,0 1,0-1,-1 1,1 0,-1 0,1 0,-1 0,0 0,0 0,0 0,-1 0,1 1,-1 0,0 44,6 28,-5-74,0 0,0 0,0 0,1-1,-1 1,0 0,1-1,-1 1,1-1,0 1,-1-1,1 0,0 0,0 1,0-1,0-1,0 1,0 0,0 0,0-1,0 1,1-1,-1 0,0 0,0 0,0 0,0 0,1 0,-1 0,0-1,0 1,66-23,-57 15,-1 0,0 0,0-1,-1 0,0 0,0-1,-1-1,0 1,-1-1,0 0,-1-1,0 0,-1 0,0 0,-1 0,-1-1,0 0,0 0,-1 0,-1 0,0 0,-1 0,-1 0,0-1,-5-19,6 32,0 1,-1-1,1 1,0-1,0 1,0-1,0 1,-1-1,1 1,0-1,-1 1,1 0,0-1,-1 1,1-1,0 1,-1 0,1-1,-1 1,1 0,-1 0,1-1,0 1,-1 0,1 0,-1 0,0-1,1 1,-1 0,1 0,-1 0,1 0,-1 0,1 0,-1 0,1 0,-1 0,1 0,-1 1,1-1,-1 0,1 0,-1 0,1 1,-1-1,1 0,-1 0,1 1,0-1,-1 1,1-1,-1 0,1 1,0-1,-1 1,-3 5,0 0,0 0,1 0,0 1,0 0,1 0,-1-1,1 1,1 1,-1-1,1 0,1 0,-1 0,1 6,1-7,-1 1,1-1,0 1,0-1,1 1,0-1,0 0,0 1,1-1,0 0,0-1,1 1,0-1,0 1,0-1,0 0,1 0,0-1,0 0,0 1,0-2,1 1,-1-1,1 1,0-2,0 1,1-1,-1 1,0-2,1 1,-1-1,1 0,6 0,25 1</inkml:trace>
  <inkml:trace contextRef="#ctx0" brushRef="#br3" timeOffset="141366.791">12723 6932,'-2'5,"0"0,0 0,0 1,1-1,-1 1,1-1,1 1,-1-1,1 1,0 0,0-1,1 1,0-1,0 1,0-1,0 1,1-1,0 0,0 1,0-1,1 0,0 0,0-1,0 1,0-1,1 1,0-1,0 0,0-1,0 1,1-1,-1 1,1-1,0 0,2 0,-4-2,0 0,0 0,1-1,-1 0,0 1,0-1,0 0,1 0,-1-1,0 1,0-1,0 0,0 1,0-1,0-1,0 1,0 0,0-1,0 1,0-1,-1 0,1 0,-1 0,0 0,1-1,-1 1,0-1,0 1,0-1,1-2,41-90,-43 92,20-58,-21 61,0 0,0 1,0-1,0 0,0 0,0 0,0 1,0-1,1 0,-1 0,0 0,0 1,0-1,0 0,1 0,-1 0,0 0,0 0,0 1,0-1,1 0,-1 0,0 0,0 0,1 0,-1 0,0 0,0 0,0 0,1 0,-1 0,0 0,0 0,1 0,-1 0,0 0,0 0,0 0,1 0,-1 0,0 0,0 0,0-1,1 1,-1 0,0 0,0 0,0 0,1 0,-1-1,0 1,0 0,0 0,0 0,0 0,0-1,1 1,-1 0,3 25,-3-22,1 5,-2-3,1 0,0 0,-1 0,2 0,-1 1,1-1,-1 0,1 0,1 0,-1 0,1 0,0-1,0 1,0 0,1-1,-1 1,1-1,0 0,1 0,-1 0,1-1,-1 1,1-1,0 1,1-1,-1-1,0 1,1-1,-1 1,4 0,-3-3,1 1,0-1,-1 0,1-1,0 0,-1 1,1-2,-1 1,1-1,-1 1,1-1,-1-1,0 1,0-1,0 0,0 0,-1-1,1 1,-1-1,0 0,0 0,0 0,2-5,2-2,0 0,-1 0,0 0,-1-1,0 0,-1-1,-1 1,0-1,2-12,-2-4,-2 0,-2 0,0 0,-2-1,-1 1,-1 0,-2 1,-1-1,-1 1,-1 0,-9-16,7 22,11 22,0 0,-1 0,1-1,-1 1,1 0,0 0,-1 0,1 0,-1 0,1 0,0 0,-1 0,1 0,-1 0,1 0,0 0,-1 0,1 0,0 0,-1 0,1 1,-1-1,1 0,0 0,-1 0,1 0,0 1,-1-1,1 0,0 1,0-1,-1 0,1 0,0 1,0-1,-1 0,1 1,0-1,0 0,0 1,0-1,0 1,-1-1,1 0,0 1,0-1,0 1,0-1,0 0,0 1,0-1,0 1,0-1,1 0,-1 1,0-1,0 0,0 1,0-1,0 1,1-1,-1 0,0 1,0-1,0 0,-1 29,1 1,1 0,2-1,0 0,2 0,2 0,3 10,-7-24,1 1,1 0,0-1,1 0,1 0,1 0,0-1,0 0,1-1,1 1,0-2,1 0,11 10,7-12,-20-14</inkml:trace>
  <inkml:trace contextRef="#ctx0" brushRef="#br3" timeOffset="141632.471">13097 6704,'-16'-9,"-12"-5,-3-1,1 3,8 1,17 2,20 1,24-4,26-5,22-6,15-5,-11 3</inkml:trace>
  <inkml:trace contextRef="#ctx0" brushRef="#br3" timeOffset="142198.743">13913 6544,'4'16,"9"14,11 14,13 10,11 5,5 0,-7-11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31:50.6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11,'0'-4,"0"-2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3T05:32:31.4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28555 4052,'-2'-1,"-8"-5,0 0,-1 0,1 1,-1 0,0 1,-1 0,1 1,-1 0,0 1,1 0,-1 1,0 0,0 1,0 0,0 1,-9 2,17 0,-1 0,1 0,-1 0,1 1,0-1,1 1,-1 0,1 0,-1 1,1-1,1 1,-1-1,1 1,-1 0,1 0,1 0,-1 0,1 1,0-1,0 0,0 1,1-1,0 0,0 1,0-1,1 1,-1-1,1 0,1 0,-1 1,1-1,0 0,0 0,0 0,1-1,2 5,2 1,0-1,0 0,1 0,0-1,1 0,0 0,0-1,1 0,0-1,0 0,0 0,1-1,-1-1,1 0,1 0,1 0,10 2,1-1,0-1,0-1,0-1,0-2,0 0,11-2,-16 1,0-1,0-1,0-1,0 0,-1-2,1 0,-1-1,-1 0,1-2,-1 0,-1-1,0-1,5-4,-18 12,1 0,-1-1,0 0,0 0,0 0,0 0,-1 0,0-1,0 1,0-1,0 0,-1 1,0-1,0 0,0 0,0 0,-1 1,0-1,0 0,0 0,-1 0,1 0,-2-4,1 7,0 1,0-1,0 1,0 0,0-1,0 1,-1 0,1 0,0 0,-1 0,1 0,-1 0,1 0,-1 0,1 1,-1-1,0 0,1 1,-1 0,0-1,1 1,-1 0,0 0,1 0,-1 0,0 0,0 0,1 0,-1 1,0-1,1 1,-1-1,0 1,-54 24,53-24,0 1,0-1,1 1,-1 0,0 0,1 0,-1 0,1 1,0-1,0 1,0-1,0 1,0 0,0-1,1 1,-1 0,1 0,0 0,0 1,0-1,1 0,-1 0,0 0,1 1,0-1,0 0,0 0,0 1,1-1,-1 0,1 0,0 0,0 1,0-1,0 0,1 0,-1 0,1-1,0 2,2 1,0-1,0 0,0 0,1 0,-1-1,1 0,0 1,0-2,0 1,0 0,0-1,0 0,1-1,-1 1,1-1,0 0,-1 0,1-1,2 1,-5-3,0 0,0 0,-1-1,1 1,-1-1,0 1,0-1,0 0,0 0,0 0,-1 0,1 0,-1 0,0 0,1 0,-2-1,1 1,0 0,-1-1,1 1,-1-1,0 1,0 0,-1-1,1 1,-1-1,0-1,1-1,-1-23,0 24,1 19,1-7,0 1,0-1,1 0,0 0,0 1,1-1,0-1,0 1,0 0,1-1,0 0,0 0,1 0,0 0,0-1,0 1,1-1,-1-1,1 1,0-1,1 0,-1 0,1-1,4 2,11 4,1 0,0-2,0 0,1-2,-1 0,25 1,-4-3</inkml:trace>
  <inkml:trace contextRef="#ctx0" brushRef="#br1" timeOffset="-115781.819">26 1164,'-4'6,"1"1,0-1,0 0,0 1,1 0,0 0,0-1,1 1,0 0,0 0,0 1,1-1,0 0,1 0,-2 6,2 89,5-1,4 1,18 74,-3-9,12 191,41 441,-63-419,-1-3,-9 111,2-195,-15 45,7-321,-2 970,-6-415,2 218,9-490,-2-275,-1 169,10 0,11 36,86 304,-26-159,-67-303</inkml:trace>
  <inkml:trace contextRef="#ctx0" brushRef="#br1" timeOffset="-110073.045">107 1205,'1'-4,"0"0,1 1,0-1,0 1,0-1,0 1,0 0,0 0,1 0,0 0,-1 1,1-1,0 1,0-1,1 1,-1 0,0 0,1 0,-1 1,1-1,0 1,0 0,-1 0,1 0,0 1,0-1,0 1,0 0,0 0,-1 0,1 0,1 1,23-5,60-12,1 3,0 5,35 2,659 21,337-16,-708-29,-331 24,0 4,0 3,12 5,161 10,-122-14,-99-3,0 1,1 1,-1 2,0 1,-1 2,13 4,-42-8,1-1,-1 1,1 1,-1-1,0 0,0 1,0 0,0-1,0 1,-1 0,1 1,-1-1,0 0,0 1,0-1,0 1,-1-1,0 1,1 0,-1 0,0 3,7 16,26 70,-5 2,-4 0,-3 5,13 84,-8 1,-7 1,-7 142,8 196,-2-139,-19 83,-1-195,-17 499,8 2,11-498,-9 473,3 69,-10-415,2 158,-12-184,-3 159,36-69,-5-417,6 114,30 159,-23-225,-5 0,-4 1,-5 44,-2-125</inkml:trace>
  <inkml:trace contextRef="#ctx0" brushRef="#br1" timeOffset="-108532.999">334 9199,'-8'67,"8"-51,20 505,18 353,-20-577,-17-284,-2-9,1 1,0-1,0 1,0-1,1 1,-1-1,1 1,0-1,1 1,-1-1,1 0,0 0,0 0,0 0,2 2,-2-5,1 0,0 0,-1 0,1 0,0-1,-1 1,1-1,0 1,-1-1,1 0,0-1,0 1,-1 0,1-1,0 1,-1-1,1 0,0 0,-1 0,1 0,6-2,50-8,0 2,0 3,0 3,1 2,-1 3,4 3,304 7,317-33,-571 12,0 4,0 5,45 9,-30 5,0-6,125-8,-239-1,50-4,-1 2,0 3,1 2,-1 4,0 2,21 7,48 4,-113-13,0-2,0 0,1-1,-1-1,1-1,-1 0,1-2,17-2,26-8,-52 9</inkml:trace>
  <inkml:trace contextRef="#ctx0" brushRef="#br1" timeOffset="-107375.547">94 3958,'711'-8,"301"-57,-773 40,993-81,-180 54,-780 40,-266 8,-15-2</inkml:trace>
  <inkml:trace contextRef="#ctx0" brushRef="#br1" timeOffset="-106594.191">1604 2033,'-17'0,"0"0,0 1,0 1,0 1,0 0,0 1,0 1,1 0,0 2,0-1,1 2,0 0,0 1,1 1,0 0,0 1,1 0,-4 6,11-13,1 0,0 0,0 1,0 0,0 0,1 1,0-1,0 1,1 0,-1 0,1 0,0 0,1 1,0-1,0 1,0 0,1-1,-1 1,2 0,-1 0,1 0,0 0,1 0,-1-1,1 1,1 1,6 5,0-1,0 0,2-1,-1 0,1-1,1 0,0 0,0-1,1-1,0 0,1 0,0-1,3 0,6 6,42 24,-27-17,-2 1,0 2,29 26,-57-43,-1 0,0 1,0 0,0 0,-1 0,0 1,-1 0,1 0,-2 0,1 0,-1 1,1 2,-3-8,-1 1,1 0,0 0,-1 0,0-1,0 1,0 0,-1 0,1 0,-1 0,0-1,0 1,0 0,0-1,-1 1,1 0,-1-1,0 0,0 1,0-1,-1 0,1 0,-1 0,1-1,-1 1,0-1,0 1,0-1,-2 1,-18 8,0-1,-1-1,0-1,-1-1,1-1,-1-1,-1-1,1-2,0 0,-1-2,-17-2,13 3,-7 2,47 1,6-3</inkml:trace>
  <inkml:trace contextRef="#ctx0" brushRef="#br1" timeOffset="-106019.856">2313 2220,'-18'2,"1"0,0 1,0 0,0 1,0 2,1-1,-1 2,2 0,-1 1,1 0,0 2,1 0,0 0,-12 12,12-9,0 0,2 1,0 1,0 0,1 0,1 1,1 0,0 1,1 0,1 1,0-1,2 1,0 1,1-1,0 1,2-1,0 1,2 0,0 19,1-33,-1 1,1 0,0 0,1 0,-1-1,1 1,0 0,1-1,-1 0,1 1,0-1,0 0,1-1,-1 1,1 0,0-1,1 0,-1 0,1 0,-1-1,1 0,0 1,1-2,-1 1,0 0,1-1,-1 0,1-1,0 1,0-1,-1 0,1 0,0-1,0 0,0 0,0 0,2-1,10-4,-2-1,1 0,-1-1,0 0,0-2,-1 0,0-1,0 0,-1-1,-1 0,0-2,0 1,-1-1,-1-1,0 0,-1-1,-1 0,6-8,-1-1,-1 0,-2 0,0-1,-2-1,0 0,-2 0,-1-1,-1 1,-1-1,-1-1,-2 1,-1 0,-1 0,-1 0,-1 0,-2 0,-3-12,6 31,0 0,-1 1,0-1,0 1,0-1,-1 1,0 0,-1 0,1 1,-1-1,-1 1,1 0,-1 1,0-1,0 1,-1 0,1 0,-1 1,0 0,0 1,-1-1,1 1,-1 0,0 1,0 0,-6-1,3 4,0 0,0 1,0 0,0 1,0 0,1 1,0 0,0 1,0 0,0 0,1 1,-1 0,2 1,-1 0,1 0,0 1,0 0,1 0,0 1,1 0,0 0,0 1,1 0,0 0,1 0,0 0,0 1,1-1,1 1,0 0,0 0,1 0,0 0,1 0,1 2,1-2,0 0,2 1,-1-1,1 0,1 0,0-1,1 1,-1-1,2 0,0-1,0 0,1 0,1 1,121 103,-76-70,-32-27,-1 2,-1 0,-1 1,-1 1,0 1,-2 1,0 0,-2 1,0 0,-2 1,0 1,-2 0,-1 0,1 6,8 143,-16-159</inkml:trace>
  <inkml:trace contextRef="#ctx0" brushRef="#br1" timeOffset="-105691.672">2794 2501,'-9'11,"1"1,0-1,1 1,1 1,0-1,0 1,1 0,1 1,0-1,1 1,-2 13,4-20,1-1,-1 1,1 0,1 0,-1-1,1 1,0 0,0 0,1-1,0 1,0-1,1 0,0 0,0 1,0-2,1 1,0 0,0-1,0 0,1 1,-1-2,1 1,1-1,-1 1,1-1,4 2,0 0,1 0,0-1,0-1,0 1,1-2,-1 0,1 0,-1-1,1-1,0 0,0 0,0-1,0-1,0 0,0 0,-1-1,1-1,0 0,-1-1,0 0,0 0,0-1,0-1,-1 0,0 0,0-1,-1 0,0-1,0 0,0 0,-1-1,-1 0,1-1,1-3,-1-2,-1-1,0 0,-1-1,-1 1,-1-1,0 0,-1-1,-1 1,0 0,-1-1,-1 1,-1-1,-1 1,0-1,-1 1,-1 0,-1 0,0 1,-1-1,-1 1,0 0,-1 1,-1 0,0 0,-1 1,-3-3,9 12,-1 0,1 0,-1 1,-1-1,1 1,-1 0,1 0,-1 1,0 0,0 0,0 0,-1 1,1 0,-1 0,0 0,1 1,-1 0,0 1,1-1,-1 1,0 0,0 1,0 0,-5 1,-5 5,-1 2,1-1,1 2,0 0,1 1,-1 1,2 0,0 1,1 1,0 0,-9 13,-40 47,10-5</inkml:trace>
  <inkml:trace contextRef="#ctx0" brushRef="#br1" timeOffset="-104678.191">922 149,'3'16,"-1"14,4 11,-1 10,-1 8,0 3,-2 0,-1-6,-1-11,1-12</inkml:trace>
  <inkml:trace contextRef="#ctx0" brushRef="#br1" timeOffset="-104249.13">841 149,'-30'-107,"30"105,0 0,1 0,-1 1,1-1,-1 0,1 0,0 1,0-1,0 0,0 1,0-1,0 1,0-1,0 1,1-1,-1 1,0 0,1 0,-1 0,1 0,0 0,-1 0,1 0,0 0,-1 0,1 1,0-1,0 1,0 0,0-1,1 1,62-2,-58 1,-1 1,1 0,-1 1,1 0,-1 0,1 0,-1 1,0 0,0 0,0 0,0 1,0 0,0 0,-1 1,1-1,-1 1,0 0,0 1,-1-1,1 1,-1 0,0 0,0 1,0-1,-1 1,0 0,0-1,-1 1,1 1,-1-1,-1 0,1 0,-1 1,0 4,-3 3,0-1,-1 1,-1-1,0 0,-1 0,-1 0,0-1,0 0,-2 0,1-1,-1 1,-1-2,0 1,0-1,-1-1,-7 6,12-9,3 5,21-14,-12 2,12-3,1 2,0 0,0 1,0 1,0 1,12 2,-24-2,-1 0,0 1,1 0,-1 1,0-1,0 1,-1 0,1 1,0 0,-1 0,0 0,0 1,0 0,-1 0,0 1,0-1,0 1,0 0,-1 1,1 1,-1 0,-1-1,1 2,-1-1,-1 0,1 0,-1 1,-1-1,0 1,0 0,-1-1,0 1,0 0,-1 0,0-1,0 1,-1-1,-1 1,1-1,-1 0,-1 0,1 0,-1 0,-1-1,1 1,-1-1,-1 0,1-1,-1 1,0-1,-1 0,1-1,-1 1,0-1,-1-1,1 1,-3 0,7-4,0 1,0-1,1 0,-1 0,0 0,0 0,0 0,-1-1,1 1,0-1,0 0,0 0,0 0,0 0,0 0,-1-1,1 0,0 0,0 1,0-2,0 1,1 0,-1-1,0 1,0-1,1 0,-1 1,1-1,0-1,-1 1,1 0,0-1,0 1,0-2,-11-20</inkml:trace>
  <inkml:trace contextRef="#ctx0" brushRef="#br1" timeOffset="-103693.182">1377 42,'14'-5,"1"1,-1 1,1 1,0 0,0 0,0 2,10 0,-19 0,-1 1,1-1,-1 1,1 0,-1 1,1-1,-1 1,0 0,1 0,-1 1,0 0,0 0,-1 0,1 0,-1 1,0-1,1 1,-1 0,-1 1,1-1,1 3,-3-3,0 0,-1 0,1 1,-1-1,0 0,0 1,0-1,-1 1,1-1,-1 1,0-1,0 1,-1-1,0 1,1-1,-1 0,-1 1,1-1,-1 0,1 0,-1 0,-1 2,-59 81,2-26,60-61,-1 0,1 1,0-1,-1 0,1 0,0 1,-1-1,1 0,0 0,-1 1,1-1,0 1,0-1,-1 0,1 1,0-1,0 0,0 1,0-1,-1 1,1-1,0 1,0-1,0 0,0 1,0-1,0 1,0-1,0 1,0-1,0 0,1 1,-1-1,0 1,0-1,0 0,0 1,1-1,-1 1,0-1,0 0,1 1,-1-1,0 0,0 1,1-1,-1 0,0 0,1 1,-1-1,1 0,-1 0,0 0,1 1,-1-1,1 0,-1 0,1 0,30 3,-27-3,22 0,2 0,0 0,0 2,0 2,-1 0,5 2,-25-4,0 1,1-1,-1 1,0 0,0 1,-1 0,1 0,-1 0,0 1,0 0,0 0,-1 0,1 1,-1 0,-1 0,1 0,-1 1,0-1,0 1,-1 0,0 1,0-3,-1 1,0 0,0 0,0 0,-1 0,0 0,0 0,-1 1,1-1,-1 0,-1 0,1 0,-1 1,0-1,0 0,-1 0,0 0,0 0,0-1,-1 1,0 0,0-1,0 0,-1 0,0 0,0 0,0 0,0-1,-1 0,0 0,0 0,-5 3,-2-1,0 0,-1-1,0-1,0 0,-1-1,1 0,-1-1,-9 0,5 0</inkml:trace>
  <inkml:trace contextRef="#ctx0" brushRef="#br1" timeOffset="-100081.261">388 10322,'-1'-1,"1"1,-1 0,1-1,-1 1,1-1,0 1,-1-1,1 1,-1-1,1 1,0-1,0 1,-1-1,1 1,0-1,0 1,0-1,-1 0,1 1,0-1,0 0,0 1,0-1,0 1,0-1,1 0,-1 1,0-1,0 1,0-1,0 0,1 1,-1-1,0 1,1-1,-1 1,0-1,1 1,-1-1,1 1,-1-1,0 1,1 0,-1-1,1 1,-1 0,1-1,0 1,-1 0,1 0,-1-1,1 1,33-11,44 1,-1 4,2 3,-1 3,42 8,41-1,352-21,-384 11,-1 7,124 18,-107-11,1-6,60-9,236-13,-252 6,32 5,-57-7,49 0,97 13,-318 0</inkml:trace>
  <inkml:trace contextRef="#ctx0" brushRef="#br1" timeOffset="-99471.241">3408 11044,'524'0,"-406"-13,-118 13,0 0,0 0,0 0,-1 0,1-1,0 1,0 0,0 0,0 0,-1 0,1 0,0-1,0 1,0 0,0 0,0 0,0 0,0-1,0 1,0 0,0 0,-1 0,1 0,0-1,0 1,0 0,0 0,0 0,0-1,0 1,0 0,1 0,-1 0,0-1,0 1,0 0,0 0,0 0,0 0,0-1,0 1,0 0,1 0,-1 0,0 0,0-1,0 1,0 0,0 0,1 0,-1 0,0 0,0 0,0 0,1 0,-13-3</inkml:trace>
  <inkml:trace contextRef="#ctx0" brushRef="#br1" timeOffset="-98884.443">1551 10523,'-3'9,"0"8,0 7,1 7,0 5,1 3,0-1,1-2,0-5,0-7</inkml:trace>
  <inkml:trace contextRef="#ctx0" brushRef="#br1" timeOffset="-98567.455">1390 10469,'29'6,"0"1,-1 2,0 0,-1 2,0 1,0 1,-2 2,0 0,0 2,9 8,-24-16,0 1,-1 0,0 0,-1 1,0 0,-1 1,5 8,-10-16,0 0,0 1,0-1,0 0,-1 1,0-1,0 1,0 0,0-1,-1 1,0 0,0-1,0 1,0 0,-1-1,0 1,0-1,0 1,0-1,-1 1,1-1,-1 0,-2 4,-3-2,-1-1,1 1,-1-1,0 0,0-1,-1 0,1 0,-1-1,0 0,0-1,0 0,0 0,0-1,0 0,-1 0,1-1,0 0,0-1,-1 0,0-1,1 2,-64-4,68 3,6 1</inkml:trace>
  <inkml:trace contextRef="#ctx0" brushRef="#br1" timeOffset="-98273.519">2019 10496,'-19'107,"19"-106,-3 8,1-1,0 0,0 1,1-1,0 1,0 0,1-1,1 1,-1 0,1-1,1 1,-1-1,2 1,-1-1,1 0,0 0,1 0,0 0,0-1,0 1,1-1,0 0,1-1,5 6,-2-6,1-2,-1 1,1-1,0-1,0 0,0 0,1-1,-1 0,1-1,-1 0,1-1,-1 0,1-1,0 0,-1 0,0-1,1-1,-1 1,0-2,0 0,0 0,-1 0,0-1,6-5,6-9,-8 1</inkml:trace>
  <inkml:trace contextRef="#ctx0" brushRef="#br1" timeOffset="-98028.111">1978 10643,'7'9,"9"1,11-6,9-8,7-8,2-7,-2-2,-9 3</inkml:trace>
  <inkml:trace contextRef="#ctx0" brushRef="#br1" timeOffset="-97859.244">1938 10523,'20'-2,"17"-6,14-5,11-6,-5 1</inkml:trace>
  <inkml:trace contextRef="#ctx0" brushRef="#br1" timeOffset="-97473.952">2740 10442,'-15'0,"1"0,-1 1,0 1,0 0,1 1,-1 0,1 1,0 1,0 0,0 1,1 1,0 0,0 1,-9 7,-22 25,43-39,0 0,0 0,1 0,-1 0,0 0,0 0,0 1,1-1,-1 0,1 0,-1 0,1 1,-1-1,1 0,0 1,-1-1,1 0,0 1,0-1,0 1,0-1,0 0,1 1,-1-1,0 0,1 1,-1-1,0 0,1 0,0 1,-1-1,1 0,0 0,0 0,-1 0,1 0,0 0,0 0,0 0,0 0,1 0,7 3,-1-1,2 1,-1-2,0 0,0 0,1 0,-1-1,1-1,-1 1,1-2,3 1,14 0,-11 0,-1 0,0 0,0 0,0 1,0 1,0 1,-1 0,1 1,-1 0,0 1,0 1,7 4,-18-8,-1 0,0-1,0 1,0 0,0 0,-1 0,1 1,0-1,-1 0,1 1,-1-1,0 1,0-1,0 1,0-1,0 1,-1 0,1-1,-1 1,0 0,0 0,0-1,0 1,0 0,0 0,-1-1,0 1,1 0,-1-1,0 1,0-1,0 1,-1-1,1 1,0-1,-2 2,-4 6,0-1,0 0,0 0,-1-1,0 0,-1-1,0 0,-4 3,4-4,-1 0,0-1,0 1,0-2,0 0,-1 0,0-1,0 0,0-1,0 0,0 0,0-2,-2 1,12-1,0 0,0 0,0 0,1 0,-1 0,0-1,0 1,0 0,1 0,-1-1,0 1,0 0,1-1,-1 1,0-1,0 1,1-1,-1 1,1-1,-1 1,1-1,-1 0,0 1,1-1,0 0,-1 1,1-1,0 0,-1 0,1 1,0-1,0 0,-1 0,1 0,0 0,0 1,0-1,0 0,0 0,0 0,0 1,1-1,-1 0,0 0,0 0,1 1,-1-1,0 0,1 0,-1 1,1-1,-1 0,1 1,-1-1,1 0,11-17</inkml:trace>
  <inkml:trace contextRef="#ctx0" brushRef="#br1" timeOffset="-97192.564">3114 10536,'9'16,"3"10,-5 7,-5 5,-7 0,-1 1,-3-4,1-3,1-6,2-8,3-9</inkml:trace>
  <inkml:trace contextRef="#ctx0" brushRef="#br1" timeOffset="-96935.25">2901 10456,'9'2,"12"1,14-4,13-8,8-6,7-5,2-1,-4 2,-11 6</inkml:trace>
  <inkml:trace contextRef="#ctx0" brushRef="#br1" timeOffset="-96682.21">3543 10643,'0'-11,"0"-4</inkml:trace>
  <inkml:trace contextRef="#ctx0" brushRef="#br1" timeOffset="-83408.244">4612 10456,'-59'-23,"93"18,425-7,-447 12,0 0,0 0,0 2,-1-1,1 2,0-1,-1 2,1-1,-1 2,9 4,-18-8,0 0,-1 0,0 0,1 0,-1 0,0 0,1 1,-1-1,0 0,0 1,0-1,0 1,0-1,0 1,-1-1,1 1,0 0,-1-1,1 1,-1 0,0 0,0-1,1 1,-1 0,0 0,-1 0,1-1,0 1,0 0,-1 0,1-1,-1 1,1 0,-1-1,0 1,0-1,0 1,0-1,0 1,0-1,0 1,0-1,-1 0,1 0,0 0,-1 1,1-1,-1-1,1 1,-1 0,1 0,-1 0,0-1,-1 1,-201 96,-37 32,199-99,42-30,-1 1,1-1,0 0,0 0,-1 1,1-1,0 0,0 1,0-1,-1 0,1 1,0-1,0 0,0 1,0-1,0 1,0-1,0 0,0 1,0-1,0 0,0 1,0-1,0 1,0-1,0 0,0 1,0-1,0 0,0 1,1-1,-1 0,0 1,0-1,0 0,1 1,-1-1,0 0,0 0,1 1,-1-1,0 0,1 0,-1 1,0-1,1 0,-1 0,0 0,1 0,-1 0,0 1,1-1,-1 0,0 0,1 0,-1 0,1 0,-1 0,0 0,1 0,-1 0,0-1,1 1,-1 0,1 0,-1 0,30-1,205-65,-41 23,1 10,1 7,79 5,-106 13,137-15,-301 22,-2 1,-1 0,1 0,-1 0,1-1,-1 1,1-1,0 1,-1-1,0 0,1 0,-1 0,0-1,1 1,-1 0,0-1,0 0,0 1,0-1,0 0,-1 0,2-2,-1-8</inkml:trace>
  <inkml:trace contextRef="#ctx0" brushRef="#br1" timeOffset="-82506.686">4599 10349,'732'-26,"181"25,-777-5,-123 7</inkml:trace>
  <inkml:trace contextRef="#ctx0" brushRef="#br1" timeOffset="-82120.369">6163 9921,'7'14,"0"1,1-1,0 0,1-1,1 0,0-1,1 1,0-2,1 0,0 0,1-1,0-1,1 0,-1-1,2 0,-1-1,2 0,97 53,-63-36,-2 2,-1 2,-1 2,-1 2,31 30,-69-56,0 0,0 1,-1 0,0 0,0 0,-1 1,0 0,0 0,-1 0,0 1,-1-1,0 1,0 0,0 0,-1 0,-1 0,0 0,0 1,-1-1,0 0,0 1,-2 8,-5-2,0 1,-1-2,-1 1,0-1,-1-1,-1 0,0 0,-1-1,0 0,-1-1,-10 7,19-15,-206 167,128-109,3 4,2 5,52-45</inkml:trace>
  <inkml:trace contextRef="#ctx0" brushRef="#br1" timeOffset="-80847.297">7018 9654,'110'624,"-49"-316,-11 20,-28-9,-15 1,-27 249,15-485,-5 103,13 151,-2-331,-1 7,0 0,2 1,0-2,0 1,1 0,1 0,0-1,1 0,2 3,-6-15,1 0,-1 0,1 0,0 0,-1 0,1 0,0 0,0-1,-1 1,1-1,0 1,0-1,0 0,0 0,-1 1,1-1,0-1,0 1,0 0,0 0,0-1,-1 1,1-1,0 1,0-1,-1 0,1 0,0 0,-1 0,1 0,-1 0,2-1,10-4,39-8,1 2,0 2,1 2,0 3,0 2,47 4,-85-1,1058 28,-208-1,96-26,-734 6,-191-8,-36 1,-1 0,1 0,-1 0,1 0,-1 0,1 0,-1-1,1 1,-1 0,1 0,-1 0,1-1,-1 1,1 0,-1-1,1 1,-1 0,0-1,1 1,-1-1,0 1,1 0,-1-1,0 1,1-1,-1 1,0-1,0 1,0-1,0 1,1-1,-1 1,0-1,0 0,0 1,0-1,0 1,0-1,0 1,0-1,-1 1,1-1,0 1,0-1,0 1,-1-1,1 1,0-1,0 1,-1-1,1 1,0-1,-1 1,1 0,-1-1,1 1,0 0,-1-1,1 1,-1 0,1 0,-1-1,1 1,-1 0,1 0,-1 0,1-1,-1 1,-22-19</inkml:trace>
  <inkml:trace contextRef="#ctx0" brushRef="#br1" timeOffset="-79699.111">7099 9613,'110'4,"0"-6,0-4,0-5,6-6,-35 6,-51 7,431-52,19 20,295 42,-419 4,354-35,-552 8,278-20,-353 43,-80-5,-2 1,1 0,0-1,0 1,0 0,-1 0,1 1,-1-1,0 0,0 0,1 1,-1-1,-1 1,1-1,0 1,-1-1,1 1,-1-1,0 1,0-1,0 1,0 0,0-1,2 14,9 78,-3 1,-5 1,-5 30,1-19,-3 976,-42-414,7-190,34-395,-8 155,11 72,5-283,-3-28,0-1,0 1,1 0,-1 0,0 0,0 0,0 0,1 0,-1 0,0 0,0 0,0 0,1 0,-1 0,0 0,0 0,1 0,-1 0,-1-20</inkml:trace>
  <inkml:trace contextRef="#ctx0" brushRef="#br1" timeOffset="-71792.157">7807 10202,'2'16,"1"14,0 16,-1 11,0 10,-1 5,0-3,-1-7,0-11,0-15</inkml:trace>
  <inkml:trace contextRef="#ctx0" brushRef="#br1" timeOffset="-71481.656">7807 10148,'-81'-159,"80"158,0-1,0 1,1 0,-1-1,1 1,-1 0,1-1,0 1,-1-1,1 1,0-1,0 1,0 0,0-1,0 1,1-1,-1 1,0-1,1 1,-1-1,1 1,-1 0,1-1,-1 1,1 0,0 0,0-1,0 1,0 0,0 0,0 0,0 0,0 0,0 0,0 0,1 1,-1-1,0 0,1 1,-1-1,0 1,1-1,-1 1,1 0,-1-1,0 1,1 0,-1 0,1 0,-1 0,2 0,26 0,0 1,0 1,1 2,-1 1,-1 1,17 6,-21-6,10 2,0 1,0 2,-1 1,7 5,-38-16,0-1,1 1,-1 0,1 0,-1 0,0 0,0 0,0 0,1 1,-1-1,0 1,-1 0,1-1,0 1,0 0,-1 0,1 0,-1 0,0 1,0-1,1 0,-1 0,-1 1,1-1,0 1,0-1,-1 0,0 1,1-1,-1 1,0-1,0 1,-1 0,1 1,-5 2,1 0,-1-1,-1 0,1 0,-1 0,1-1,-1 1,-1-1,1-1,-1 1,1-1,-1 0,0-1,-6 2,5-1,-193 58,168-52</inkml:trace>
  <inkml:trace contextRef="#ctx0" brushRef="#br1" timeOffset="-71164.977">8155 10549,'16'7,"0"-1,0 0,1-1,0-1,0-1,0 0,1-1,-1-1,0-1,1-1,15-2,-29 3,1-2,-1 1,0 0,0-1,0 0,-1 0,1 0,0 0,-1-1,1 1,-1-1,0 0,0 0,0 0,0 0,0-1,-1 1,0-1,0 0,0 0,0 1,0-1,-1 0,1-1,-1 1,0 0,-1 0,1 0,-1-1,1 1,-1 0,-1-1,1 1,-1 0,1 0,-1-1,0 1,0-1,0 0,0 0,-1 0,1 0,-1 0,0 1,0-1,-1 1,0-1,1 1,-1 0,-1 0,1 0,0 0,-1 1,0-1,0 1,0 0,0 0,-1 0,1 1,-1 0,1 0,-1 0,0 0,0 1,0-1,0 1,0 1,0-1,0 1,0 0,-1 0,1 0,0 0,0 1,-2 1,1 1,0 0,0 0,0 1,1 0,-1 0,1 0,0 1,0 0,1 0,0 0,-1 0,2 1,-1 0,1 0,-1 0,2 0,-1 0,1 1,0-1,0 1,0-1,1 1,0 0,1 1,1 18</inkml:trace>
  <inkml:trace contextRef="#ctx0" brushRef="#br1" timeOffset="-70569.334">8863 10215,'-8'-1,"0"1,0 0,0 1,0 0,0 0,0 1,0 0,0 0,1 1,-1 0,1 0,0 1,0 0,0 0,0 1,1-1,-1 2,1-1,0 1,1-1,-3 5,7-7,0-1,0 0,0 1,1-1,-1 0,1 1,-1-1,1 1,0-1,0 0,0 1,1-1,-1 1,1-1,-1 0,1 1,0-1,-1 0,1 1,0-1,1 0,-1 0,0 0,1 0,-1 0,1 0,-1 0,1-1,0 1,0-1,63 43,-61-41,30 14,-23-13,0 1,0 0,-1 0,0 1,1 1,-2-1,1 2,-1-1,0 1,-1 1,0 0,0 0,-1 0,0 1,-1 0,0 0,1 4,-6-10,-1 0,1 0,-1 0,0 0,-1 0,1 0,-1 0,0 0,1 0,-2 0,1 0,0-1,-1 1,0 0,0-1,0 1,0-1,0 0,-1 0,1 0,-1 0,0 0,0 0,0-1,0 1,-1-1,1 0,-1 0,1 0,-1-1,0 1,1-1,-1 0,0 0,0 0,0 0,0-1,0 0,0 0,0 0,0 0,0 0,0-1,0 0,-3 0,4-1,1 1,-1-1,1 0,0 0,-1 0,1 0,0 0,0 0,0-1,1 1,-1 0,0-1,1 0,0 1,0-1,-1 0,2 0,-1 1,0-1,0 0,1 0,0 0,0 0,-1 0,2 0,-1 0,0-1,21-80,77-82,-56 102,-11 17,-2-3,-2 0,-2-1,-3-2,-2 0,9-41,-28 86,-5 21,-20 70,4 2,4-1,-5 75,19-135,1 0,1 0,1 1,1-1,1 0,5 19,-6-35,0 0,0 0,1 0,1 0,-1-1,1 1,1-1,-1 0,1 0,0-1,1 1,-1-1,2 0,-1 0,0-1,1 0,0 0,0-1,0 0,1 0,0 0,1-1,-1 0,0-1,1 0,-1-1,1 1,0-2,-1 1,1-1,0 0,-1-1,1 0,0-1,-1 1,1-2,-1 1,0-1,0 0,0-1,0 0,1-2,23-16</inkml:trace>
  <inkml:trace contextRef="#ctx0" brushRef="#br1" timeOffset="-70311.925">9117 10122,'-23'-5,"-18"-1,-10 0,0 4,6 2,11 3,13 3,22 1,24 0,28-3,30-3,29-7,20-4,12-3,-17 1</inkml:trace>
  <inkml:trace contextRef="#ctx0" brushRef="#br1" timeOffset="-69816.89">7927 11272,'0'18,"3"20,2 16,1 14,1 10,0 9,-1 4,-2 4,-2-1,0-6,-2-17</inkml:trace>
  <inkml:trace contextRef="#ctx0" brushRef="#br1" timeOffset="-69524.46">7847 11566,'-2'-11,"-3"-11,0-1,2-1,0 1,2 0,0-1,3-18,-2 39,1-1,0 0,0 1,0-1,0 1,1-1,-1 1,1-1,0 1,0 0,0 0,0 0,1 0,-1 1,1-1,0 0,0 1,0 0,0 0,0 0,0 0,1 0,-1 0,0 1,1 0,-1 0,1 0,0 0,3 0,2 0,1 0,0 1,0 0,-1 1,1 0,0 0,-1 1,1 1,-1-1,0 1,1 1,-1-1,-1 0,0 1,0 0,0 0,0 1,0 0,-1 0,0 1,0 0,-1 0,0 1,0 0,0 0,-1 0,0 1,0-1,0 1,-2 0,1 1,-1-1,0 1,1 3,-6-6,1 1,-2-1,1 0,0 1,-1-1,0 0,-1-1,1 1,-1 0,0-1,0 0,-1 0,0 0,0-1,0 0,0 1,-1-2,1 1,-1-1,0 0,0 0,0 0,0-1,-1 0,1 0,-1-1,-5 1,-24 7</inkml:trace>
  <inkml:trace contextRef="#ctx0" brushRef="#br1" timeOffset="-68825.711">8235 11646,'7'-23,"0"0,-1 0,-1 0,-1 0,-1-1,-2 0,0 1,-1-1,-2 0,0 0,-1 1,-2 0,0-1,-2 2,0-1,-3-4,-17-10,22 38,14 11,5-4,1-1,-1-1,1 0,0-1,1-1,-1 0,1-1,-1-1,1 0,0-1,11-1,-17 1,134 5,-141-6,-1 0,1 0,-1 1,1-1,-1 0,0 1,1 0,-1-1,1 1,-1 0,0 0,0 0,0 1,1-1,-1 1,0-1,0 1,-1-1,1 1,0 0,-1 0,1 0,-1 0,1 0,-1 0,0 0,0 1,0-1,0 0,0 1,-1-1,1 1,-1-1,1 1,-1-1,0 1,0-1,0 1,-1-1,1 2,-65 210,64-211,1-1,0 1,0-1,0 1,0-1,1 0,-1 1,1-1,-1 1,1-1,0 0,0 0,0 1,0-1,0 0,0 0,1 0,-1 0,1 0,-1 0,1-1,0 1,0 0,0-1,0 1,0-1,0 0,0 0,0 0,0 0,1 0,-1 0,0 0,1-1,-1 1,1-1,-1 0,0 0,1 0,-1 0,1 0,-1 0,1-1,-1 1,1-1,5 0,0 0,-1 0,1 0,-1-1,0-1,1 1,-1-1,0 0,0-1,-1 0,1 0,-1 0,0-1,0 1,5-6,-11 10,0 0,0 1,0-1,0 0,0 1,1-1,-1 0,0 1,0-1,0 0,0 1,1-1,-1 0,0 0,0 1,1-1,-1 0,0 0,1 1,-1-1,0 0,0 0,1 0,-1 0,0 0,1 1,-1-1,1 0,-1 0,0 0,1 0,-1 0,0 0,1 0,-1 0,0 0,1 0,-1 0,0 0,1-1,-1 1,0 0,1 0,-1 0,0 0,1-1,-1 1,0 3,0 1,0-1,1 0,-1 1,1-1,-1 0,1 0,0 1,0-1,1 0,-1 0,0 0,1 0,0 0,0-1,0 1,0 0,0-1,1 0,-1 1,1-1,-1 0,1 0,0 0,0-1,0 1,0-1,0 1,0-1,0 0,0 0,0-1,1 1,-1-1,0 1,1-1,-1 0,0 0,1 0,-1-1,0 1,0-1,3-1,1 0,0-1,0 0,0 0,-1-1,1 0,-1-1,0 1,0-1,0 0,-1 0,1-1,-1 0,-1 0,1 0,-1 0,0-1,0 0,-1 1,0-1,0-1,-1 1,0 0,0-2,0 3,-1 1,1-1,-1 0,-1 1,1-1,-1 1,0-1,0 0,-1 1,0-1,0 0,0 1,-1-1,1 1,-1 0,0-1,-1 1,0 0,1 0,-2 0,1 1,0-1,-1 1,0 0,0 0,0 0,0 0,-1 1,0 0,1 0,-2-1,0 3,1-1,-1 1,1 0,-1 0,1 1,-1-1,1 1,-1 0,1 1,-1-1,0 1,1 0,0 1,-1-1,1 1,0 0,0 1,0-1,0 1,0 0,1 0,-1 0,1 1,0 0,0 0,0 0,0 0,1 0,0 1,-1-1,2 1,-1 0,1 0,-1 0,1 1,1-1,-1 0,1 1,0-1,0 1,0 4,-1 16</inkml:trace>
  <inkml:trace contextRef="#ctx0" brushRef="#br1" timeOffset="-68421.866">9237 11325,'-5'0,"-1"-1,1 1,-1 0,1 1,-1-1,1 1,0 0,-1 1,1-1,0 1,0 0,0 0,0 0,0 1,0 0,1 0,0 0,-1 1,1-1,0 1,0 0,-1 2,0 0,1 1,-1-1,1 1,1 0,-1 0,1 0,1 1,-1-1,1 0,0 1,1 0,0 0,0-1,1 1,-1 0,2 0,-1 0,1-1,1 1,-1 0,1-1,0 1,1-1,0 0,0 0,1 0,-1 0,2 0,-1-1,1 1,0-1,0-1,1 1,2 1,2-1,-1 0,1 0,0-1,0-1,0 0,0 0,1-1,0 0,0 0,0-2,0 1,0-1,0-1,0 0,0-1,0 0,0 0,0-1,0-1,0 0,-1 0,1-1,-1 0,0-1,0 0,-1-1,1 0,-1 0,3-4,-2 3,0 0,-1-1,1 0,-1-1,-1 0,0 0,0-1,-1 0,0 0,-1-1,0 0,0 0,-1 0,-1-1,0 0,-1 1,0-2,0 0,-3 11,1 0,-1 0,0-1,0 1,1 0,-1 0,-1 0,1 0,0 0,0 0,-1 0,0 0,1 0,-1 0,0 0,0 0,0 0,0 0,0 1,0-1,0 0,-1 1,1-1,-1 1,1-1,-1 1,0 0,1-1,-1 1,0 0,0 0,0 0,0 1,0-1,0 0,0 1,0-1,0 1,0 0,0 0,0 0,0 0,-2 0,-3 4,0 0,1 1,-1-1,1 1,0 1,0 0,0-1,1 2,0-1,0 1,0-1,1 1,0 0,1 1,-1-1,1 1,1 0,-1-1,2 1,-1 0,0 6,1-9,0 0,0 0,1 0,0 0,0 0,0 0,1 0,-1 0,1 1,0-1,1-1,-1 1,1 0,0 0,0 0,0-1,1 1,0-1,0 0,0 0,0 0,1 0,-1-1,1 1,0-1,0 0,0 0,1 0,-1-1,2 1,93 23,-48-22</inkml:trace>
  <inkml:trace contextRef="#ctx0" brushRef="#br1" timeOffset="-68087.636">9959 11231,'-5'1,"-1"-1,0 1,0 0,1 0,-1 0,0 1,1 0,-1 0,1 0,0 1,0 0,0 0,0 0,0 1,1-1,0 1,-1 0,1 0,1 1,-1-1,1 1,-1 0,1 0,1 0,-1 0,1 1,0-1,0 1,0-1,1 1,0 0,0 0,1-1,-1 1,1 2,4 5,1 0,0-1,1 0,0 0,0 0,2-1,-1 0,1 0,1-1,0 0,1-1,3 3,28 34,-35-39,0 1,-1 0,0 0,0 0,-1 0,0 1,0 0,-1 0,1 6,-3-11,0-1,-1 0,1 0,-1 1,0-1,0 0,-1 1,1-1,-1 0,1 1,-1-1,0 0,0 0,0 0,-1 0,1 0,-1 0,0 0,0 0,0-1,0 1,0-1,0 1,-1-1,1 0,-1 0,0 0,-1 1,0 0,0-1,-1 0,1 0,-1 0,0-1,1 0,-1 1,0-2,0 1,0 0,1-1,-1 0,0 0,-4-1,7 1,0-1,0 1,-1-1,1 1,0-1,0 0,0 1,1-1,-1 0,0-1,0 1,0 0,1 0,-1-1,0 1,1-1,0 1,-1-1,1 0,0 0,0 1,0-1,0 0,0 0,0 0,0 0,1 0,-1 0,1 0,0 0,-1-1,1 1,0 0,0-1,4-20,3 0</inkml:trace>
  <inkml:trace contextRef="#ctx0" brushRef="#br1" timeOffset="-67160.762">10240 11418,'0'-1,"0"-1,-1 1,1 0,-1-1,1 1,-1 0,0-1,1 1,-1 0,0 0,0 0,0-1,0 1,0 0,0 0,0 1,0-1,0 0,-1 0,1 0,0 1,-1-1,1 1,0-1,-1 1,1-1,-1 1,1 0,0 0,-1 0,1 0,-1 0,1 0,-1 0,1 0,-1 0,1 1,0-1,-1 1,1-1,-54 29,45-22,1 0,1 1,-1 1,1-1,1 1,-1 1,2-1,-1 1,1 0,1 1,0-1,0 1,1 0,1 0,0 1,-1 4,4-13,0 0,0 0,0 0,0 0,0 0,1-1,0 1,-1 0,1 0,0 0,0 0,1-1,-1 1,1-1,-1 1,1-1,0 1,0-1,0 0,0 0,0 0,0 0,1 0,-1 0,0-1,1 1,0-1,-1 0,1 1,0-1,0-1,0 1,-1 0,2-1,3 2,0-1,1 0,-1-1,0 1,1-1,-1-1,0 0,0 0,1 0,-1-1,0 0,0 0,3-2,-5 1,1 0,-1-1,1 1,-1-1,0-1,-1 1,1-1,-1 1,0-1,0-1,0 1,-1 0,1-1,-1 0,-1 0,1 0,0-3,-6 18,0 1,1 0,0 0,0 0,1 0,1 0,0 0,0 0,1 0,0 0,2 6,-2-14,0 0,1 1,-1-1,1 0,-1 0,1 0,0 0,0 0,0-1,0 1,0-1,1 1,-1-1,0 0,1 1,-1-1,1 0,-1-1,1 1,-1 0,1-1,-1 0,1 1,0-1,-1 0,1 0,0-1,-1 1,1 0,0-1,-1 0,1 1,-1-1,1 0,-1 0,0-1,1 1,-1 0,0-1,0 1,0-1,0 0,0 0,0 0,0 0,-1 0,1 0,0-2,5-8,0 1,-1-1,-1 0,0 0,-1 0,0-1,-1 0,0 1,-1-1,0 0,-1 0,-1-1,0 1,-1 0,-1-5,3-62,0 78,-1 0,0 0,1 0,-1 0,1 0,0 0,0 0,-1 0,2 0,-1 0,0 1,0-1,0 0,1 1,-1-1,1 1,-1-1,1 1,0 0,-1-1,1 1,0 0,0 0,0 0,0 1,0-1,0 0,0 1,2-1,65-3,-54 4,62 11,-75-10,0 0,1 0,-1 0,0 0,0 1,0-1,0 1,0-1,-1 1,1-1,0 1,-1 0,1 0,-1 0,0 0,1 0,-1 0,0 0,0 0,-1 1,1-1,0 0,-1 1,1-1,-1 0,0 1,0-1,0 1,0-1,0 0,0 1,-44 156,43-153,-2 4,1 0,0 0,0 1,1-1,1 1,0-1,0 1,1 2,-1-11,1 0,0 0,0 0,0 0,0-1,0 1,0 0,0 0,0-1,1 1,-1-1,0 1,1-1,0 0,-1 1,1-1,0 0,0 0,-1 0,1 0,0 0,0-1,0 1,0-1,0 1,0-1,0 0,0 0,0 1,1-2,-1 1,1 0,67-14,-60 9,0 0,-1 0,0-1,0 0,0-1,-1 0,0-1,-1 1,1-1,-1-1,-1 0,0 1,0-2,0 1,-1-1,-1 0,0 0,0 0,-1 0,0-1,-1 0,0 1,-1-1,0 0,-1 0,0 0,0 0,0 9,1-5,-1 1,0 0,0-1,0 1,0 0,-1-1,0 1,-1 0,0 0,1 0,-2 0,1 0,-1 0,-3-5,5 11,0 0,0-1,-1 1,1 0,0 0,0 0,-1 0,1 0,0 0,0 0,-1 0,1 0,0 1,0-1,-1 0,1 1,0-1,0 1,0-1,0 1,0 0,0 0,0-1,0 1,0 0,0 0,0 0,0 0,1 0,-1 0,0 0,1 0,-1 0,0 0,1 1,0-1,-1 0,1 0,-7 10,2 0,-1 0,1 0,0 0,1 1,1 0,0 0,-1 10,3-17,0 0,1 0,-1 0,1 1,1-1,-1 0,1 0,-1 0,1 0,1 0,-1 0,1 0,0 0,0 0,0 0,1-1,0 1,0-1,0 0,0 0,1 0,-1 0,7 2,-1 0,1-1,0-1,0 1,0-1,1-1,0 0,-1-1,1 0,0 0,0-1,0-1,0 0,0 0,5-1,56-4</inkml:trace>
  <inkml:trace contextRef="#ctx0" brushRef="#br1" timeOffset="-66083.923">11123 10562,'77'9,"-20"-4,0 2,0 3,-1 2,40 15,-9 19,-84-44,-1 0,1 0,-1 0,1 1,-1-1,0 1,0-1,0 1,0 0,-1-1,1 1,-1 0,1 0,-1 1,0-1,0 0,-1 0,1 0,-1 1,1-1,-1 0,0 0,0 1,-1-1,1 0,0 1,-2 2,-3 3,0 0,-1 0,0-1,0 1,-1-1,0-1,0 1,-1-1,0 0,0-1,-1 0,0-1,0 1,-9 3,-49 26,-1-4,-38 12,83-35,22-7,-25 11,26-12,-1 0,1 0,0 0,-1 0,1 0,0 1,-1-1,1 0,0 0,-1 0,1 0,0 1,-1-1,1 0,0 0,-1 1,1-1,0 0,0 0,-1 1,1-1,0 0,0 1,0-1,-1 0,1 1,0-1,0 1,0-1,0 0,0 1,0-1,0 0,0 1,0-1,0 1,0-1,0 0,0 1,0-1,0 0,0 1,0-1,1 0,-1 1,0-1,0 1,0-1,1 0,-1 0,0 1,0-1,1 0,-1 1,0-1,1 0,-1 0,0 0,1 1,9 2,0 1,0-1,1-1,-1 0,1 0,-1-1,1-1,9 0,-5 1,96-2,0-4,14-7,-23 2,657-26,661 48,-7-23,-1371 11,-26-2,-26-4,-21-1,-9-2</inkml:trace>
  <inkml:trace contextRef="#ctx0" brushRef="#br1" timeOffset="-65029.284">11269 10442,'47'10,"1"-2,0-2,17-2,-47-3,650 13,-484-15,2344 41,-2339-46,-187 6,-1 0,0 0,1 0,-1 0,1 0,-1-1,1 1,-1 0,0-1,1 1,-1-1,0 0,1 1,-1-1,0 0,0 0,0 0,0 1,0-1,0-1,0 1,0 0,0 0,0 0,0 0,-1-1,1 1,0 0,-1-1,1 1,-1 0,0-1,1 1,-1-1,0 1,0-1,0-8</inkml:trace>
  <inkml:trace contextRef="#ctx0" brushRef="#br1" timeOffset="-64691.137">14759 10109,'-3'-2,"1"0,-1 1,1 0,-1-1,1 1,-1 0,0 0,1 0,-1 1,0-1,0 1,0-1,0 1,1 0,-1 0,0 0,0 1,0-1,0 1,1-1,-1 1,0 0,1 0,-1 0,0 1,1-1,-1 1,1-1,0 1,0 0,-1 0,1-1,0 2,1-1,-1 0,0 0,0 1,1-1,0 1,-2 1,4 4,1-1,-1 0,1 1,0-1,1 0,0 0,0-1,0 1,1 0,0-1,0 0,1 0,-1 0,1-1,1 1,-1-1,1 0,0-1,0 1,0-1,0-1,1 1,0-1,0 0,62 34,2-3,1-3,35 8,-3 0,-35-13,-1 3,-2 3,-1 3,35 26,-89-55,0 1,0 0,-1 1,0 0,-1 0,1 1,-2 0,1 1,-1 0,-1 1,0-1,0 1,-1 0,-1 1,0 0,0 0,-1 0,-1 0,0 0,-1 1,0-1,0 1,-2 0,-3 2,0-1,-2 1,0-1,0 0,-1-1,-1 1,0-1,-1 0,0-1,-1 0,-1 0,0-1,0 0,-1-1,-1 0,-124 100,13-32,-4-6,-3-5,-108 37,31-19</inkml:trace>
  <inkml:trace contextRef="#ctx0" brushRef="#br1" timeOffset="-63238.157">15788 9240,'65'492,"30"565,-39 405,-47-692,-12-714,-2-54</inkml:trace>
  <inkml:trace contextRef="#ctx0" brushRef="#br1" timeOffset="-62450.57">15788 9159,'1'-4,"1"0,-1 0,0 1,1-1,0 1,0-1,0 1,0 0,1 0,-1 0,1 0,0 0,0 1,0-1,0 1,0-1,1 1,-1 0,1 1,-1-1,1 1,0-1,-1 1,1 0,0 0,0 1,0-1,0 1,0 0,2 0,-5 0,150-27,134-5,-243 28,450-34,0 23,467 46,-713-8,-220-23,-15-3</inkml:trace>
  <inkml:trace contextRef="#ctx0" brushRef="#br1" timeOffset="-59600.542">16617 11338,'48'2,"1"-2,-1-3,0-2,0-1,0-3,-1-2,-1-2,0-2,0-2,23-14,-39 21,-1-2,0-1,-1-1,0-2,-1 0,-1-2,-1-1,-1-1,0-1,-2-1,6-8,-24 26,0-1,-1 0,1 0,-1 0,-1 0,1 0,-1 0,0-1,0 1,0-1,-1 0,1 0,-2 1,1-1,-1 0,1 0,-2 0,1 0,-1 0,1 1,-2-1,1 0,-1 1,0-1,0 1,0-1,-1 1,1 0,-2 0,1 0,0 0,-1 1,0-1,0 1,0 0,-1 0,1 0,-1 1,0 0,0-1,-5-1,5 3,0 1,-1-1,1 1,-1 0,0 1,1-1,-1 1,0 0,1 1,-1-1,0 1,1 0,-1 0,1 1,-1 0,1 0,0 0,0 1,0-1,0 1,0 0,0 1,1-1,0 1,-2 2,-4 3,2 1,-1 0,1 1,1 0,0 0,1 0,0 1,0 0,1 0,-2 9,-6 43,3 0,3 1,2-1,4 1,2 0,3 0,3 0,4 12,-2 3,-6-57,7 65,-4 1,-4-1,-4 23,-5-49</inkml:trace>
  <inkml:trace contextRef="#ctx0" brushRef="#br1" timeOffset="-59275.19">16937 11539,'83'-5,"0"-3,-1-4,0-4,-1-3,-1-3,-1-4,24-15,60-32,-146 71,-24 21,2-5,2-7,1 0,0 1,0-1,1 1,0-1,0 1,1-1,0 1,0-1,0 1,1-1,1 1,-1-1,1 0,0 1,1-1,0 0,0 0,0-1,1 1,0-1,1 0,-1 0,1 0,0 0,0-1,1 0,0 0,3 2,11 5</inkml:trace>
  <inkml:trace contextRef="#ctx0" brushRef="#br1" timeOffset="-58971.709">17820 10950,'12'10,"12"6,2 2</inkml:trace>
  <inkml:trace contextRef="#ctx0" brushRef="#br1" timeOffset="-58489.69">18087 11244,'8'-5,"0"0,0 1,1 0,0 0,-1 0,1 1,0 1,1 0,-1 0,0 0,1 1,-1 1,0 0,1 0,-1 0,1 1,-1 1,0 0,0 0,0 1,0 0,0 0,0 1,-1 0,1 1,-1 0,-1 0,1 1,-1 0,1 0,-1 1,1 5,-1 1,0 0,-1 0,0 0,-1 0,0 1,-2 0,1 0,-2 0,0 1,0-1,-1 11,-1 17,-2 1,-2-1,-6 30,-65 291,73-355,0-1,0 1,1 0,0 0,0 0,1 0,0 0,0 0,1 0,0 0,0-1,1 1,0 0,1-1,-1 1,2-1,-1 0,1 1,0-2,0 1,1 0,0-1,0 0,5 5,-2-7,-1 1,1-1,0-1,0 0,0 0,1 0,-1-1,0 0,1-1,0 0,-1 0,1-1,0 0,-1-1,1 1,1-2,-4 1,-1 0,0 0,0 0,0-1,0 0,0 0,0-1,0 1,0-1,-1 0,0 0,1 0,-1-1,0 1,-1-1,1 0,-1-1,0 1,0 0,0-1,0 0,-1 1,0-1,0 0,0 0,0-3,0-11,-2 0,0-1,-2 1,0 0,-1 0,-1 0,0 0,-2 1,0-1,-1 1,-1 1,0-1,-1 2,-1-1,-1 1,-8-9,-3-6,-3 0,0 1,-2 1,-1 2,-1 0,-2 3,0 0,-11-5,-31-21,72 49,0 1,0-1,0 1,0-1,0 0,0 0,1 0,-1 0,0 1,0-1,1 0,-1 0,0 0,1 0,-1-1,1 1,0 0,-1 0,1 0,0 0,0 0,-1-1,1 1,0 0,0 0,0 0,0-1,1 1,-1 0,0 0,0 0,1 0,-1 0,1 0,-1-1,1 1,-1 0,1 0,0 0,-1 0,1 1,0-1,0 0,1-1,49-26,3 10,0 3,1 2,1 2,0 3,40-1,-89 8,10-1,-1 1,0 0,1 1,-1 0,0 2,1 0,-1 1,0 0,0 1,6 3,-16-2,-1 1,1-1,-1 1,0 0,0 0,-1 0,1 1,-1-1,-1 1,1 0,-1 1,-1-1,1 0,-1 1,-1-1,1 1,-1 0,-1-1,1 1,-1 2,5 25,-2-22,-2-7,-1 1,2-1,-1 1,1-1,0 0,0 0,1 0,0 0,0 0,0 0,2 1,5-1,0-4</inkml:trace>
  <inkml:trace contextRef="#ctx0" brushRef="#br1" timeOffset="-58243.313">18890 11044,'-14'-2,"-7"1,1 4,3 7,9 7,16 5,17 4,14 1,-1-3</inkml:trace>
  <inkml:trace contextRef="#ctx0" brushRef="#br1" timeOffset="-57979.612">19624 11405,'-18'-11,"-15"-4,-11 0,-5 8,-3 12,2 11,8 11,11 6,15 6,22 2,26-1,26-5,25-9,21-8,17-8,9-5,-17-3</inkml:trace>
  <inkml:trace contextRef="#ctx0" brushRef="#br1" timeOffset="-57238.86">17686 12835,'-4'-9,"0"0,0 1,-1-1,0 1,-1 0,0 0,0 1,0-1,-1 2,0-1,-1 1,1 0,-1 0,-1 1,1 0,-1 0,1 1,-1 0,0 1,-1 0,1 0,-1 1,1 1,-1-1,0 1,1 1,-1 0,0 0,1 1,-8 1,10 1,0-1,0 1,0-1,1 2,-1-1,1 1,0 0,0 0,0 1,1 0,0 0,0 0,0 0,0 1,1 0,0 0,0 0,0 2,2-5,0 1,1 0,-1 0,1 0,0 0,0 0,0 0,0 0,1 0,0 0,-1 0,2 0,-1 0,0 1,1-1,0 0,0 0,0 0,0 0,1-1,-1 1,1 0,0 0,0-1,1 1,-1-1,1 0,-1 0,1 0,0 0,0 0,2 0,0 1,1 0,-1-1,1 0,0 0,0 0,0-1,0 0,1 0,-1-1,1 0,-1 0,1 0,-1-1,1 0,0 0,-1 0,1-1,-1 0,1 0,-1-1,0 0,4-2,3 0,-1-1,0-1,0-1,0 1,-1-2,0 0,0 0,-1-1,0 0,6-7,-7 3,0-1,-1 1,0-2,-1 1,0-1,-2 0,1 0,-2 0,0-1,-1 0,-1 0,0 0,-1 0,0 0,-2 0,0 0,-1 0,0 0,-1 1,-1-1,-4-10,7 21,-3-16,-1 1,-1 0,-1 1,0-1,-1 1,-1 1,-9-13,18 31,0-1,0 1,0 0,0-1,0 1,0 0,-1-1,1 1,0 0,0 0,0-1,-1 1,1 0,0 0,0-1,-1 1,1 0,0 0,-1-1,1 1,0 0,-1 0,1 0,0 0,-1 0,1 0,0 0,-1-1,1 1,0 0,-1 0,1 0,0 0,-1 0,1 1,0-1,-1 0,1 0,-1 0,1 0,0 0,-1 0,1 1,0-1,0 0,-1 0,1 0,0 1,-1-1,1 0,0 0,0 1,0-1,-1 0,1 1,0-1,0 0,0 1,0-1,-1 0,1 1,0-1,0 0,0 1,0-1,0 0,0 1,0-1,-4 30,4-29,-5 317,3-115,1-198,1 0,0 0,1 0,-1-1,1 1,0 0,0 0,0-1,1 1,0-1,0 1,0-1,0 0,1 0,-1 0,1 0,0 0,0 0,1-1,-1 0,1 1,0-1,-1-1,1 1,1 0,-1-1,0 0,1 0,-1 0,1-1,-1 1,1-1,0 0,0 0,9-3,0 0,-1-1,0 0,1-1,-1 0,-1-1,1 0,-1-1,0-1,0 0,0 0,-1-1,-1-1,1 0,-1 0,-1-1,0-1,0 1,-1-1,2-4,-4 6,0 0,0-1,-1 0,0-1,0 1,-2-1,1 0,-1 0,-1 0,0 0,0 0,-1-1,-1 1,0 0,0-2,0 12,0-1,0 1,0 0,0-1,0 1,0 0,-1 0,1-1,0 1,-1 0,1 0,-1-1,0 1,1 0,-1 0,0 0,1 0,-1 0,0 0,0 0,0 0,0 0,0 0,0 1,0-1,0 0,-1 1,1-1,0 1,0-1,0 1,-1-1,1 1,0 0,-1 0,1 0,0 0,0 0,-1 0,1 0,0 0,-1 0,1 0,0 1,0-1,-1 0,1 1,0 0,0-1,0 1,0-1,-1 1,1 0,0 0,0 0,0 0,1 0,-1 0,0 0,0 0,0 0,0 1,-1 2,0 0,0 0,0 0,0 1,1-1,0 0,0 1,0-1,0 1,1 0,0-1,0 1,0-1,0 1,1 0,-1-1,1 1,1-1,-1 0,0 1,1-1,0 0,0 0,0 0,3 3,1 3,1-1,0 0,1 0,0-1,0 0,1 0,0-1,0 0,11 6,59 25,4-8</inkml:trace>
  <inkml:trace contextRef="#ctx0" brushRef="#br1" timeOffset="-56995.51">19197 12661,'-7'16,"-2"17,2 14,4 10,1 4,1 2,1-6,-2-8,-3-12,0-17,0-12</inkml:trace>
  <inkml:trace contextRef="#ctx0" brushRef="#br1" timeOffset="-56747.172">19143 12300,'-11'-18,"-9"-10,-2-4,-1 5,2 9,4 11,8 15,9 14,12 11,13 9,11 6,0-5</inkml:trace>
  <inkml:trace contextRef="#ctx0" brushRef="#br1" timeOffset="-56541.07">19437 12849,'16'-4,"-1"-2,0 1,-1-2,0 0,0-1,0 0,-1-1,0-1,0 0,-1 0,-1-1,0-1,0 0,-2-1,1 1,-1-2,-1 0,0 0,-1 0,0-4,2-39,-9 56,0 0,0-1,0 1,0 0,0-1,-1 1,1 0,0-1,-1 1,1 0,-1-1,1 1,-1 0,0 0,0 0,1 0,-1 0,0 0,0 0,0 0,0 0,0 0,0 0,0 0,-1 1,1-1,0 0,0 1,-1-1,1 1,0-1,-1 1,1 0,0 0,-1 0,1-1,0 1,-1 0,1 1,-7 0,1 2,-1-1,1 1,0 0,0 0,0 1,0 0,1 1,0-1,-1 1,2 0,-1 1,1-1,-1 1,1 0,0 2,-7 6,2 0,0 0,0 1,1 1,1-1,1 1,0 1,-2 8,7-19,0 1,1-1,-1 0,1 1,0-1,1 1,0-1,0 1,0-1,1 1,0-1,0 1,0-1,1 1,0-1,0 0,1 0,0 0,0 0,0-1,0 1,1-1,0 0,2 2,6 1,0 0,1 0,-1-1,2-1,-1 0,1-1,0 0,0-1,0-1,0 0,1-1,-1-1,1 0,0-1,-1 0,1-2,1 0,54-4</inkml:trace>
  <inkml:trace contextRef="#ctx0" brushRef="#br1" timeOffset="-56088.797">20106 12555,'-9'-1,"0"1,0-1,0 2,0-1,0 1,0 1,0 0,1 0,-1 0,0 1,1 1,-6 2,10-4,1 0,-1 0,1 0,0 0,-1 0,1 1,1-1,-1 1,0 0,1 0,-1 0,1 0,0 0,0 0,0 1,0-1,1 1,-1 0,1-1,0 1,0 0,0 0,1-1,-1 1,1 0,0 0,0 0,1 0,-1 0,1 1,3 5,0 1,1-1,1 0,0 0,0-1,0 0,1 0,1 0,0-1,0 0,0-1,1 1,3 0,6 8,-2-1,-7-9,-1 1,0-1,0 2,-1-1,0 1,-1 0,1 1,-2-1,1 1,-1 1,0-1,2 8,-7-14,0 0,0 0,0 0,0 0,0 0,0 0,-1 0,1 1,-1-1,0 0,0 0,0-1,-1 1,1 0,-1 0,1-1,-1 1,0 0,0-1,0 0,0 1,-1-1,1 0,-1 0,1-1,-1 1,0 0,1-1,-2 1,-5 2,1 0,-1 0,1-1,-1 0,0 0,0-1,0 0,-1-1,-3 0,11-1,1 1,0-1,-1 0,1 0,-1 0,1 0,-1 0,1 0,-1-1,1 1,0 0,-1-1,1 1,-1-1,1 0,0 1,0-1,-1 0,1 0,0 1,0-1,0 0,0 0,0-1,0 1,0 0,0 0,0 0,1 0,-1-1,0 1,1 0,-1-1,1 1,0-1,-1 1,1-1,15-54,12 15,3 0,1 3,1 0,35-30,85-73,-145 136,37-18,-43 24,0-1,0 1,0 0,0 0,-1 0,1 0,0 0,-1 0,1 0,0 0,-1 0,1 0,-1 1,0-1,1 0,-1 0,0 0,0 1,0-1,0 0,0 0,0 0,0 1,0-1,0 0,-1 0,1 0,0 1,-1-1,1 3,-10 65,6-53,0 0,1 0,1 0,1 1,0-1,1 0,1 0,1 1,0-1,1 0,0 0,2-1,0 1,1 2,-4-15,0 0,-1 0,1 0,0 0,0 0,1-1,-1 1,1-1,-1 0,1 1,0-1,-1 0,1-1,0 1,0 0,1-1,-1 0,0 1,0-1,1-1,-1 1,1 0,-1-1,0 0,2 0,21-3</inkml:trace>
  <inkml:trace contextRef="#ctx0" brushRef="#br1" timeOffset="-55845.135">20480 11953,'-13'14,"-5"15,3 15,11 11,10 7,5-6</inkml:trace>
  <inkml:trace contextRef="#ctx0" brushRef="#br1" timeOffset="-55313.964">20641 12983,'14'-23,"-1"0,-1 0,-1-1,-1-1,-1 0,-1 0,-1 0,-2-1,0 0,-2-1,6-19,-3-1,-1 1,-2-1,-3-14,-13 10,13 51,-1 0,0-1,1 1,-1 0,0 0,0 0,1-1,-1 1,0 0,1 0,-1 0,0 0,0 0,1 0,-1 1,0-1,0 0,1 0,-1 0,0 1,1-1,-1 0,0 1,1-1,-1 1,1-1,-1 0,1 1,-1-1,1 1,-1 0,1-1,-1 1,1-1,-1 1,1 0,0-1,-1 1,1 0,0-1,0 1,0 0,0-1,-1 1,1 0,0 0,0-1,0 1,0 0,1 0,-1-1,0 1,0 0,0-1,0 1,1 0,-1-1,1 1,1 4,0-1,0 0,1-1,-1 1,1 0,0-1,0 0,0 1,1-1,-1-1,1 1,0 0,-1-1,1 0,0 0,1 0,-1 0,0 0,1-1,-1 0,0 0,1 0,1-1,146 26,-119-23,0 2,0 1,0 2,0 1,10 5,-39-13,0 1,-1 0,1-1,0 1,-1 0,0 0,1 1,-1-1,0 1,0 0,-1 0,1 0,0 0,-1 0,0 0,0 1,0-1,0 1,0-1,-1 1,0 0,1 0,-1 0,-1 0,1 0,-1 0,1 0,-1 0,0 0,-1 0,1 0,-1 0,1 0,-1-1,0 1,-1 0,0 1,-72 148,73-151,1 0,-1-1,0 1,0 0,1 0,-1 0,1 0,-1 0,1-1,0 1,-1 0,1 0,1 0,-1 0,0 0,0 0,1 0,-1 0,1 0,-1 0,1 0,0-1,0 1,0 0,0 0,0-1,0 1,0-1,0 1,1-1,-1 1,1-1,-1 0,1 0,-1 0,1 0,0 0,10 3,0-1,-1-1,1 0,0 0,0-2,1 1,-1-1,0-1,0 0,0-1,0 0,10-4,-9 3,0 0,0-1,-1 0,1-1,-1 0,-1-1,1 0,-1-1,0 0,0-1,-1 0,0 0,0-2,-1 1,-1-1,1 0,-1-1,-1 0,0 0,-1 0,0-1,-1 0,0 0,-1-1,0 1,-1-1,0 0,-1 0,0 0,-1-8,-15-43,13 63,1-1,-1 1,1-1,-1 0,0 1,0-1,0 1,0 0,0-1,0 1,0 0,0-1,-1 1,1 0,0 0,-1 0,1 0,-1 0,1 1,-1-1,1 0,-1 1,1-1,-1 1,0-1,1 1,-1 0,0 0,0 0,1 0,-1 0,0 0,1 0,-1 0,0 1,-4 2,0 1,1 1,0-1,-1 0,2 1,-1 0,0 1,1-1,0 1,1-1,-1 1,1 0,0 0,0 1,1-1,0 1,0-1,0 2,-2 3,0-1,0 0,1 1,0 0,1 0,0 0,1 0,0 0,1 0,0 0,1 0,0 0,1 0,0 0,1 0,0 0,0-1,1 1,1-1,0 0,0-1,6 10,-1-10,0 0,0 0,1-1,-1-1,2 0,-1 0,1-1,0 0,1-1,-1 0,1-2,0 1,0-1,3 0,25 3,0-2,0-1,38-4,37-5</inkml:trace>
  <inkml:trace contextRef="#ctx0" brushRef="#br1" timeOffset="-61190.793">16778 9894,'11'307,"-9"-78,0-483,14-29,-8 185,-10 123,5 63,-2-85,0 0,0 0,0 0,0 1,1-2,-1 1,1 0,0 0,0 0,0-1,0 1,0-1,1 0,-1 1,1-1,-1 0,1 0,0-1,0 1,0-1,0 1,0-1,0 0,0 0,2 0,7 0,-1-1,1-1,0 1,-1-2,1 0,-1 0,1-1,-1 0,0-1,0-1,0 1,-1-2,0 1,0-2,0 1,-1-1,0-1,0 1,-1-2,0 1,0-1,31-38,-38 47,-1 0,0 0,0-1,0 1,1 0,-1 0,0 0,0-1,1 1,-1 0,0 0,0 0,1 0,-1-1,0 1,0 0,1 0,-1 0,0 0,1 0,-1 0,0 0,1 0,-1 0,0 0,1 0,-1 0,0 0,0 0,1 0,-1 0,0 0,1 1,-1-1,0 0,0 0,1 0,-1 0,0 1,0-1,1 0,-1 0,0 0,0 1,0-1,1 0,-1 0,0 1,0-1,0 0,0 1,0-1,0 0,1 0,-1 1,0-1,0 0,0 1,0-1,0 0,0 1,0-1,0 0,0 1,-1-1,1 0,0 1,2 27,-2-25,-1 38,2 0,1 0,3 0,1-1,2 1,2-1,2-1,7 16,24 13,-42-67,1 1,-1-1,0 0,1 1,-1-1,1 0,0 0,-1 0,1 0,0 0,0 0,-1-1,1 1,0 0,0-1,0 0,0 1,0-1,0 0,0 0,0 0,0 0,0 0,0-1,0 1,-1-1,1 1,0-1,0 1,0-1,0 0,-1 0,1 0,0 0,-1 0,1-1,-1 1,1-1,95-123,-96 124,-1 1,0-1,1 0,-1 1,0-1,1 0,-1 1,1-1,-1 0,1 1,0-1,-1 1,1-1,0 1,-1-1,1 1,0-1,-1 1,1 0,0 0,0-1,0 1,-1 0,1 0,0 0,0 0,0 0,-1 0,1 0,0 0,0 0,0 0,-1 0,1 0,0 1,0-1,14 28,-9-12,0 0,1-1,0 1,1-2,1 1,5 6,-11-17,0-1,0 1,1 0,-1-1,1 0,0 0,0 0,0 0,0 0,0-1,1 0,-1 0,1 0,-1 0,1-1,0 0,-1 0,1 0,0-1,0 1,0-1,0 0,0-1,4 0,-3 0,0-1,-1 0,1 0,0 0,-1-1,1 0,-1 0,0-1,0 1,0-1,0 0,0 0,-1-1,0 1,0-1,0 0,-1 0,0-1,0 1,0 0,0-1,-1 0,0 0,0 0,0-3,-1 4,1 0,-1 0,-1 0,1 0,-1 0,0 0,0 0,-1 0,1 0,-1 0,0 0,0 0,-1 0,0 0,1 0,-2 1,1-1,0 1,-1-1,0 1,0 0,0 0,-1 0,1 1,-1-1,0 1,0 0,0 0,0 0,-1 1,0-1,0 1,0 0,0 0,0 1,0 0,0 0,0 0,0 1,-1 0,1 0,0 0,0 0,-1 1,1 0,0 0,0 0,0 1,0 0,0 0,0 0,1 0,-1 1,1 0,-1 0,1 0,0 0,0 1,0-1,1 1,-1 0,1 0,0 1,0-1,1 1,-1-1,1 1,0 0,0 0,1 0,-1 0,1 0,1-1,1-1,-1 1,1-1,0 1,-1-1,2 1,-1-1,0 0,1 0,-1 0,1 0,0 0,0 0,0 0,1 0,-1-1,1 1,-1-1,3 2,26 20</inkml:trace>
  <inkml:trace contextRef="#ctx0" brushRef="#br1" timeOffset="-60203.896">18034 10148,'-7'2,"0"0,0 0,0 1,0-1,1 2,0-1,-1 1,1 0,0 0,1 0,-1 1,1 0,0 0,0 1,1-1,-1 1,1 0,0 0,1 1,0-1,0 1,0 0,1-1,0 1,0 0,0 0,1 1,0-1,1 0,0 0,0 0,0 1,1-1,0 0,1 4,-1-8,0 1,1-1,-1 0,0 1,1-1,0 0,0 0,0 0,0 0,0 0,1-1,-1 1,1-1,0 0,-1 1,1-1,0 0,1-1,-1 1,0 0,0-1,1 0,-1 0,0 0,1 0,0 0,-1-1,1 0,2 1,1-1,1-1,-1 0,0 0,1 0,-1-1,0 1,0-2,0 1,-1-1,1 0,0-1,-1 1,0-1,2-2,4-5,1 0,-2-2,0 1,0-1,-1-1,0 0,-2 0,1 0,-2-2,0 1,-1 0,2-8,3-16,-1-1,-2 0,-1-1,-1-22,-1 17,-2 0,-2-1,-3 1,-1 0,-2-1,5 45,1 0,-1 1,0-1,0 1,0-1,0 0,0 1,0-1,0 0,-1 1,1-1,0 1,-1-1,1 1,-1-1,0 1,1-1,-1 1,0-1,0 1,0 0,0-1,0 1,0 0,-1 0,1 0,0 0,-1 0,1 0,0 0,-1 1,1-1,-1 0,1 1,-1-1,0 1,1-1,-1 1,1 0,-1 0,0 0,1 0,-1 0,1 0,-1 0,0 1,1-1,-1 0,0 1,-5 5,1 1,0 0,1 0,0 0,0 1,0-1,1 1,1 0,-1 2,-7 12,1 1,1 1,1 0,1 0,1 1,1-1,1 1,2 0,0 1,2-1,1 0,0 0,2 0,1 0,1 0,2 0,-4-15,1 0,1-1,0 0,0 0,1 0,0 0,0-1,1 0,0 0,0-1,1 0,0 0,0 0,1-1,0-1,0 0,0 0,1 0,-1-1,1-1,0 0,0 0,1-1,-1 0,0 0,1-2,-1 1,1-1,-1-1,1 0,-1 0,0-1,1 0,6-3,-10 1,1-1,-2 0,1 0,-1-1,1 0,-2 0,1 0,-1-1,0 0,0 0,0 0,-1-1,-1 1,1-1,1-6,13-22,-18 36,1 0,-1 0,1 0,-1 0,1 0,-1 0,1 0,-1 0,1 1,-1-1,1 0,-1 0,1 0,-1 1,1-1,-1 0,0 1,1-1,-1 0,1 1,-1-1,0 0,1 1,-1-1,0 1,0-1,1 1,-1-1,0 1,0-1,0 1,1-1,-1 1,0-1,0 1,0-1,0 1,0-1,0 1,0-1,0 1,0-1,0 1,-1-1,1 1,0-1,0 1,0-1,-1 1,1-1,0 1,-1-1,1 0,0 1,-1-1,1 1,-1-1,1 1,0 26,-1-21,0 0,1 0,-1 0,1 0,0 0,1 0,0 0,-1 0,2 0,-1 0,1 0,0-1,0 1,1-1,-1 1,1-1,0 0,1 0,-1 0,1 0,0-1,0 1,1-1,1 1,4-2,0 0,0 0,0-1,1-1,-1 1,1-2,-1 1,1-2,0 1,-1-1,0-1,1 0,-1-1,0 0,0 0,0-1,0 0,-1-1,1 0,-1 0,-1-1,1 0,-1-1,0 0,0 0,1-3,-1 1,0-1,-1 1,0-1,0-1,-1 1,-1-1,0 0,3-9,0 62,-6-35,-1 0,1 0,0 0,0 0,1 0,0-1,0 1,0-1,1 0,0 0,1 0,-1 0,1-1,0 0,0 0,1 0,-1-1,1 1,0-1,0-1,1 1,-1-1,1 0,-1-1,1 1,0-1,0-1,0 1,0-1,1-1,-1 1,0-1,0 0,0-1,4 0,10-4,1 0,-1-2,0 0,-1-2,0 0,0-1,-1-1,-1-1,1 0,-2-1,0-1,-1-1,0-1,-1 0,-1-1,5-8,2-6,-2-2,-1 0,-2-1,-2-1,-1 0,-1-1,-2-1,-2 1,-1-2,-2 1,-1 0,-2-1,-2 0,-4-34,3 53,0 1,-2 0,1 0,-2 1,-1-1,-4-11,8 26,1 0,-1 1,0-1,0 1,0-1,0 1,-1 0,1-1,0 1,-1 0,0 0,1 0,-1 0,0 0,0 1,0-1,0 0,-1 1,1-1,0 1,-1 0,1 0,-1 0,1 0,-1 0,1 1,-1-1,0 1,1 0,-1-1,1 1,-1 0,0 1,1-1,-1 0,0 1,1 0,-1-1,1 1,-1 0,1 0,-1 0,1 1,0-1,0 1,-1-1,1 1,0 0,-9 8,0 1,0 0,2 0,-1 1,1 0,1 1,0 0,1 0,0 3,-9 15,2 0,2 1,1 1,1 0,1 0,2 1,2 0,1 0,2 0,1 1,1-1,2 0,2 1,1-1,8 28,0-32,1 0,1-1,1-1,2 0,1-2,1 0,1-1,1-1,1-1,1-1,2-1,0-1,10 5,46 31</inkml:trace>
  <inkml:trace contextRef="#ctx0" brushRef="#br1" timeOffset="-53996.379">18381 8918,'499'-15,"1517"-25,-1770 41,-18-2,157 1,82 22,-456-21,-8-1,0 0,-1 0,1 0,-1 0,1 0,0 0,-1 1,1-1,-1 1,1 0,-1-1,1 1,-1 0,1 1,-1-1,0 0,0 1,0-1,0 1,0 0,0 0,0 0,0 0,-1 0,1 0,-1 0,1 1,54 212,-32-66,-7 1,-6 1,-6 0,-8 0,-6 7,4-4,-6 1493,63-25,-52-1591,10 98,-5-114</inkml:trace>
  <inkml:trace contextRef="#ctx0" brushRef="#br1" timeOffset="-51857.307">15842 13009,'4'-3,"2"18,4 29,-2-1,-2 1,0 28,-5-58,8 219,-6-113,18 116,13-99,-31-132,-1 1,1-1,0 1,0-1,0 0,1 0,-1 0,1-1,0 1,1-1,-1 0,1 0,0-1,0 1,0-1,0 0,1 0,-1-1,1 0,0 0,5 1,7-1,0-2,0 0,0-1,0-1,-1-1,1-1,-1 0,0-1,12-5,5 0,26-6,1 2,0 3,1 2,36 2,751 5,805-60,-1360 58,769-34,-886 21,354-22,224 0,-455 39,-214-12,143 11,-206-8,-17 0</inkml:trace>
  <inkml:trace contextRef="#ctx0" brushRef="#br0" timeOffset="-32698.931">4987 2181,'2'0,"3"0,3 0,5 0,6 0,10-2,11-4,10-2,8 0,-5 1</inkml:trace>
  <inkml:trace contextRef="#ctx0" brushRef="#br0" timeOffset="-32448.484">6096 2114,'12'-2,"9"-1,10-3,5-1,6-1,5 0,-6 0</inkml:trace>
  <inkml:trace contextRef="#ctx0" brushRef="#br0" timeOffset="-32277.1">7179 1980,'18'0,"17"0,15-2,14-6,12-3,-7 0</inkml:trace>
  <inkml:trace contextRef="#ctx0" brushRef="#br0" timeOffset="-32093.691">8689 1860,'14'0,"11"0,8 0,8 0,6-3,3 0,6-2,4-2,5-3,-7 1</inkml:trace>
  <inkml:trace contextRef="#ctx0" brushRef="#br0" timeOffset="-31832.175">9893 1806,'18'0,"13"0,8 0,8 0,6 0,5 0,-7 0</inkml:trace>
  <inkml:trace contextRef="#ctx0" brushRef="#br0" timeOffset="-31831.175">10949 1806,'20'0,"17"0,12 0,12-2,7-1,-8 0</inkml:trace>
  <inkml:trace contextRef="#ctx0" brushRef="#br0" timeOffset="-31667.616">12205 1846,'18'0,"20"0,17 0,13 0,-6 0</inkml:trace>
  <inkml:trace contextRef="#ctx0" brushRef="#br0" timeOffset="-31494.579">13314 1940,'16'0,"17"0,14 0,-1 0</inkml:trace>
  <inkml:trace contextRef="#ctx0" brushRef="#br0" timeOffset="-31325.497">14692 2100,'23'0,"20"2,22 2,18 1,-5 0</inkml:trace>
  <inkml:trace contextRef="#ctx0" brushRef="#br0" timeOffset="-31138.445">16001 2248,'14'4,"11"2,8 2,8 0,8-2,7-1,6-3,1-2,-11-3</inkml:trace>
  <inkml:trace contextRef="#ctx0" brushRef="#br0" timeOffset="-30075.95">4919 2342,'5'0,"3"2,3 1,2 2,3 2,4 3,2 1,3 0,1-3,1-2,-5-3</inkml:trace>
  <inkml:trace contextRef="#ctx0" brushRef="#br0" timeOffset="-29874.939">5227 2475,'14'9,"11"3,8 0,5-3,-1-2,-7-3</inkml:trace>
  <inkml:trace contextRef="#ctx0" brushRef="#br0" timeOffset="-29627.56">5575 2621,'-12'7,"-7"5,-7 2,-4 1,3-2</inkml:trace>
  <inkml:trace contextRef="#ctx0" brushRef="#br0" timeOffset="-29347.949">5066 2956,'-13'11,"-5"7,-2 1,1-1,5-4,8-5,7-6,6-6,5-4,4-4,-1 0</inkml:trace>
  <inkml:trace contextRef="#ctx0" brushRef="#br0" timeOffset="-29182.383">5066 2956,'10'2,"2"4,4 0,6-1,6-3,10-5,10-4,5-2,-6-1</inkml:trace>
  <inkml:trace contextRef="#ctx0" brushRef="#br0" timeOffset="-28997.878">5842 2916,'16'0,"9"0,6-3,6-2,4-3,4-2,6-3,5 2,2 1,-8 1</inkml:trace>
  <inkml:trace contextRef="#ctx0" brushRef="#br0" timeOffset="-28832.411">6964 2849,'21'-2,"17"-4,15-2,9-2,5-2,6-1,1 1,-1 3,-1 4,-13 1</inkml:trace>
  <inkml:trace contextRef="#ctx0" brushRef="#br0" timeOffset="-28665.251">8181 2769,'18'-2,"18"-4,13 0,-1 1</inkml:trace>
  <inkml:trace contextRef="#ctx0" brushRef="#br0" timeOffset="-28664.251">8957 2715,'18'0,"15"0,14 0,9 0,-4 0</inkml:trace>
  <inkml:trace contextRef="#ctx0" brushRef="#br0" timeOffset="-28494.33">10133 2715,'19'0,"16"0,15-4,-2-2</inkml:trace>
  <inkml:trace contextRef="#ctx0" brushRef="#br0" timeOffset="-28305.696">11095 2702,'19'0,"16"0,17-2,15-6,-4-1</inkml:trace>
  <inkml:trace contextRef="#ctx0" brushRef="#br0" timeOffset="-28062.323">12473 2715,'22'0,"22"-2,19-3,-1-1</inkml:trace>
  <inkml:trace contextRef="#ctx0" brushRef="#br0" timeOffset="-28061.323">13462 2702,'20'0,"17"0,10-2,11-1,7-3,-7 1</inkml:trace>
  <inkml:trace contextRef="#ctx0" brushRef="#br0" timeOffset="-27868.811">14331 2715,'21'3,"15"0,11-1,9 1,6-2,2 0,-10 0</inkml:trace>
  <inkml:trace contextRef="#ctx0" brushRef="#br0" timeOffset="-27610.501">15160 2795,'16'3,"16"0,13 0,9-1,5 0,-8-1</inkml:trace>
  <inkml:trace contextRef="#ctx0" brushRef="#br0" timeOffset="-27425.999">15842 2836,'156'22,"-130"-21,1 1,-1 1,0 2,0 0,0 2,8 4,-26-7,-1-1,1 2,-1-1,0 1,-1 0,1 1,-1-1,0 1,0 0,-1 1,2 2,-3-5,1 1,0-1,1 1,-1-1,1-1,0 1,0-1,0 0,0-1,1 1,-1-1,1 0,4 0,13 3</inkml:trace>
  <inkml:trace contextRef="#ctx0" brushRef="#br0" timeOffset="-27241.168">16643 3224,'5'20,"3"12,6 4,1 2,7-3,5-3,5-6,-2-7</inkml:trace>
  <inkml:trace contextRef="#ctx0" brushRef="#br0" timeOffset="-27025.34">16978 4012,'-5'20,"-3"14,-1 11,1 8,5 2,7 1,5-2,6-4,2-3,-1-3,-4-9</inkml:trace>
  <inkml:trace contextRef="#ctx0" brushRef="#br0" timeOffset="-26763.012">17057 4774,'3'20,"0"17,2 8,1 3,-2 3,0 2,-2 0,-1 1,0 1,-1-1,0-2,0-4,1-4,5-4,4-4,1-8</inkml:trace>
  <inkml:trace contextRef="#ctx0" brushRef="#br0" timeOffset="-26762.012">17179 6031,'-3'14,"-2"13,-1 9,1 5,1 3,1 0,1 0,2-3,2-5,1-7</inkml:trace>
  <inkml:trace contextRef="#ctx0" brushRef="#br0" timeOffset="-26555.986">17205 6860,'0'13,"-2"12,-3 11,-1 5,1 4,1-3,3 0,5-4,6-3,5-4,1-6</inkml:trace>
  <inkml:trace contextRef="#ctx0" brushRef="#br0" timeOffset="-26309.514">17312 7542,'-7'20,"-2"14,0 8,2 3,2 4,5 0,5-4,6-3,2-3,0-10</inkml:trace>
  <inkml:trace contextRef="#ctx0" brushRef="#br0" timeOffset="-26308.514">17405 8237,'-4'14,"-2"13,-2 11,0 11,0 8,0 4,3 2,3-2,5-7,7-13,0-13</inkml:trace>
  <inkml:trace contextRef="#ctx0" brushRef="#br0" timeOffset="-25469.269">16336 2368,'2'0,"6"0,10 0,14 0,12 0,13 0,10 0,5 0,-10 0</inkml:trace>
  <inkml:trace contextRef="#ctx0" brushRef="#br0" timeOffset="-25257.789">16951 2555,'-2'16,"-1"9,0 4,5 1,7-3,8-1,9-2,7-2,-3-4</inkml:trace>
  <inkml:trace contextRef="#ctx0" brushRef="#br0" timeOffset="-25097.216">17165 3344,'0'16,"0"14,0 11,2 6,6 3,5 1,6-2,6-2,3-5,4-3,-3-8</inkml:trace>
  <inkml:trace contextRef="#ctx0" brushRef="#br0" timeOffset="-24783.536">17486 4267,'0'371,"26"-86,0-56,3 63,-42-7,19-226,-1-37</inkml:trace>
  <inkml:trace contextRef="#ctx0" brushRef="#br0" timeOffset="-24596.323">17619 6164,'0'19,"3"9,2 6,3 1,3-3,1-5,1-2,-2-6</inkml:trace>
  <inkml:trace contextRef="#ctx0" brushRef="#br0" timeOffset="-24442.328">17699 6699,'5'20,"3"15,3 6,2 5,-1 0,-1 0,-2-4,-2-2,-3-3,-4-3,-2-8</inkml:trace>
  <inkml:trace contextRef="#ctx0" brushRef="#br0" timeOffset="-24179.189">17753 7341,'0'16,"2"9,1 6,3 0,1-2,3 0,-1-1,1-3,-2-6</inkml:trace>
  <inkml:trace contextRef="#ctx0" brushRef="#br0" timeOffset="-23942.269">17873 7875,'0'19,"0"12,0 10,0 8,2 4,4 2,2 1,0-2,-1-4,-2-3,-2-6,-1-8</inkml:trace>
  <inkml:trace contextRef="#ctx0" brushRef="#br0" timeOffset="-23655.82">16884 7849,'11'23,"11"18,13 15,12 10,11 11,13 5,9 0,7-2,5-3,-2-4,-7-5,-9-8,-12-11,-17-14</inkml:trace>
  <inkml:trace contextRef="#ctx0" brushRef="#br0" timeOffset="-23391.192">18301 7581,'68'-69,"-53"62,-21 21,-143 148,104-106,3 2,2 2,2 2,4 2,2 0,3 3,3 0,3 1,3 2,2 5,-2 104,22-114</inkml:trace>
  <inkml:trace contextRef="#ctx0" brushRef="#br0" timeOffset="-22378.999">8649 870,'-2'21,"-1"15,2 11,2 7,2 3,2 1,-1-3,-1-8,-1-10,0-11</inkml:trace>
  <inkml:trace contextRef="#ctx0" brushRef="#br0" timeOffset="-22052.789">8556 724,'25'13,"0"1,-1 2,-1 0,0 1,-1 2,-2 0,1 1,-2 1,16 23,-19-25,-1 0,-1 0,-1 2,0-1,-2 2,0 0,-2 0,0 1,-1 0,-2 0,0 1,0 11,-6-30,1 0,-1 0,0 0,-1-1,1 1,-1 0,0 0,0 0,-1-1,0 1,1-1,-1 1,-1-1,1 0,-1 1,1-1,-1 0,0-1,-1 1,1-1,-1 1,1-1,-1 0,0 0,0-1,-1 1,1-1,0 0,-1 0,1 0,-1-1,0 1,0-1,0 0,-10 1,0-1,0-1,0 0,0-1,0 0,1-1,-1-1,0-1,1 0,0 0,0-1,0-1,0-1,-7-3</inkml:trace>
  <inkml:trace contextRef="#ctx0" brushRef="#br0" timeOffset="-21457.788">9037 1178,'14'1,"-1"0,1-2,0 0,-1 0,1-1,-1-1,0 0,0-1,0-1,0 0,0 0,8-6,-21 11,9-4,1 0,-1 0,0 0,0-1,0-1,-1 0,0 0,0 0,0-1,-1 0,0-1,2-3,-9 10,1 0,0 0,-1 0,1 0,-1 0,1 0,-1 0,0 0,0 0,1-1,-1 1,0 0,0 0,0 0,0-1,0 1,0 0,-1 0,1 0,0 0,-1-1,1 1,0 0,-1 0,1 0,-1 0,0 0,1 0,-1 0,0 0,0 0,0 0,1 1,-1-1,0 0,0 0,0 1,0-1,0 1,-1-1,1 1,0-1,0 1,-1-1,-54-6,49 7,-1 2,0-1,1 1,0 0,-1 0,1 1,0 0,0 0,0 0,1 1,-1 0,1 1,0 0,0 0,1 0,-1 0,1 1,0 0,1 0,0 0,-1 1,2-1,-1 1,1 0,0 0,1 0,-1 1,1-1,1 0,0 1,0 0,0 5,2-8,0 0,0 0,1-1,0 1,0 0,0 0,1-1,0 1,-1-1,2 0,-1 0,0 0,1 0,0-1,-1 1,1-1,1 0,-1 0,0 0,1-1,0 1,104 33,-51-28,-6-3</inkml:trace>
  <inkml:trace contextRef="#ctx0" brushRef="#br0" timeOffset="-20938.611">9745 911,'-13'1,"0"2,1 0,-1 1,1 0,-1 0,1 2,0-1,1 1,0 1,0 0,0 1,1 0,0 1,-4 4,12-11,1 0,-1 0,1 0,-1 1,1-1,0 0,0 1,0-1,0 1,1-1,-1 1,1 0,-1-1,1 1,0-1,0 1,0 0,0-1,1 1,-1 0,1-1,-1 1,1-1,0 1,0-1,0 0,1 1,-1-1,0 0,1 0,-1 1,1-1,0 0,0-1,0 1,0 0,0-1,1 1,17 15,2-1,0-1,1-1,21 9,-22-12,0 1,0 1,-2 1,0 0,15 15,-34-28,1 0,-1 0,1 0,-1 0,1 0,-1 0,0 1,0-1,0 0,0 1,0-1,0 1,0-1,0 1,0 0,-1-1,1 1,-1 0,1 0,-1-1,0 1,1 0,-1 0,0 0,0-1,0 1,-1 0,1 0,0-1,-1 1,1 0,-1 0,1-1,-1 1,0 0,0-1,0 1,0-1,0 1,0-1,0 0,0 1,-1-1,1 0,0 0,-2 1,2-1,-1 1,1-1,-1 1,0-1,0 0,0 1,0-1,1 0,-2 0,1 0,0-1,0 1,0-1,0 1,0-1,-1 1,1-1,0 0,0 0,0 0,-1 0,1-1,0 1,0-1,0 1,0-1,-1 0,1 0,0 0,0 0,1 0,-1 0,0 0,0-1,0 1,1-1,-1 1,1-1,-1 1,1-1,0 0,0 0,-1 0,1 0,0 0,1 0,-1 0,0 0,1 0,-1 0,1-1,0 1,-1-1,5-16,1 1,0-1,1 1,1 0,0 1,2 0,0 0,9-12,-3 3,33-57,-3-1,-5-3,-3-1,12-48,-41 88,-11 50,-8 28,1 1,2-1,1 2,-2 30,6-44,-6 31,2 0,2 1,2 0,3-1,1 1,3 0,2-1,11 44,-14-83,1 1,0 0,1-1,0 0,0 0,1 0,1-1,-1 0,2 0,4 4,-9-9,1-1,0 1,0-1,1 0,-1 0,0-1,1 1,0-1,0 0,0-1,0 1,0-1,0 0,0 0,0 0,0-1,0 1,1-2,-1 1,0 0,0-1,0 0,3-1,18-7</inkml:trace>
  <inkml:trace contextRef="#ctx0" brushRef="#br0" timeOffset="-20649.809">9812 750,'20'7,"28"2,26 0,20-2,-5-2</inkml:trace>
  <inkml:trace contextRef="#ctx0" brushRef="#br0" timeOffset="-19757.844">10627 990,'-29'27,"29"-26,-1-1,1 1,0-1,-1 1,1 0,0-1,-1 1,1 0,0-1,0 1,0 0,0-1,-1 1,1 0,0-1,0 1,0 0,1-1,-1 1,0 0,0-1,0 1,0 0,1-1,-1 1,0 0,0-1,1 1,-1-1,1 1,-1-1,0 1,1-1,-1 1,1-1,-1 1,1-1,0 1,-1-1,1 0,-1 1,1-1,0 0,-1 0,1 1,0-1,-1 0,1 0,0 0,-1 0,1 0,0 0,-1 0,2 0,1-1,0 0,0 0,0-1,0 1,0-1,-1 0,1 0,0 0,-1 0,1 0,-1 0,0-1,1 1,-1-1,-1 0,1 1,0-1,-1 0,1 0,-1 0,0 0,0 0,0-1,0 1,-1 0,1 0,-1-1,0 1,0 0,0-1,0 1,-1-1,2 3,-1 0,0 0,0 0,0 0,0 0,0-1,0 1,-1 0,1 0,0 0,0 0,-1 0,1 0,-1 0,1 0,-1 0,1 0,-1 0,0 0,1 0,-1 1,0-1,0 0,0 0,1 1,-1-1,0 0,0 1,0-1,0 1,0-1,0 1,0 0,-1-1,1 1,0 0,0 0,0 0,0 0,0 0,0 0,0 0,0 0,-1 0,1 0,0 1,0-1,0 0,0 1,0-1,0 1,0-1,0 1,0-1,0 1,1 0,-1 0,0-1,0 2,-8 6</inkml:trace>
  <inkml:trace contextRef="#ctx0" brushRef="#br0" timeOffset="-19462.067">10694 1271,'3'12,"0"1,0-6,-1-7,0-5,-3-5,-2-2,-2 1,0 4,0 6,1 8,4 4,7 5,8 3,11-3,1-3</inkml:trace>
  <inkml:trace contextRef="#ctx0" brushRef="#br0" timeOffset="-18758.324">11644 763,'-2'0,"-2"7,-1 11,-2 14,-3 13,1 11,1 6,3 2,2-2,1-6,4-8,1-12</inkml:trace>
  <inkml:trace contextRef="#ctx0" brushRef="#br0" timeOffset="-18524.803">11537 1271,'7'5,"6"1,11 0,8-1,7-4,2-2,-2-3,-7-1</inkml:trace>
  <inkml:trace contextRef="#ctx0" brushRef="#br0" timeOffset="-18276.829">11563 630,'0'-3,"2"0,6 1,8-1,10 2,10 0,8 0,-3 1</inkml:trace>
  <inkml:trace contextRef="#ctx0" brushRef="#br0" timeOffset="-18012.358">12125 790,'-2'3,"-1"2,2 1,2 3,2 4,2-2</inkml:trace>
  <inkml:trace contextRef="#ctx0" brushRef="#br0" timeOffset="-17829.069">12179 1178,'-5'12,"1"-2,6-4,4-8,2-3</inkml:trace>
  <inkml:trace contextRef="#ctx0" brushRef="#br0" timeOffset="-17362.889">12553 844,'11'-12,"1"1,1 1,0 0,0 1,1 0,0 1,1 0,0 1,0 1,1 1,-1 0,8-1,-10 2,-1 1,1 1,0 0,0 0,0 2,0-1,5 2,-15-1,0 0,0 1,1-1,-1 1,0-1,0 1,0 0,0 1,0-1,0 0,0 1,0-1,-1 1,1 0,-1 0,1 0,-1 0,0 1,1-1,-1 1,0-1,-1 1,1 0,0-1,-1 1,0 0,1 0,-1 0,0 0,-1 0,1 1,0-1,-2 11,-1 0,0-1,-1 1,0-1,-1 0,0 0,-1 0,-1-1,0 1,0-1,-1-1,-1 1,0-1,-1-1,-3 4,-56 69,-39 59,105-140,1 0,-1-1,1 1,0 0,0 0,0-1,0 1,0 0,0 0,0 0,1 0,-1 1,1-1,-1 0,1 0,0 0,0 0,0 0,0 1,0-1,0 0,1 0,-1 0,1 0,-1 0,1 0,0 0,0 0,0 0,0 0,0 0,1 0,-1-1,0 1,2 1,4 0,-1 0,1 0,0-1,0 0,0 0,0-1,0 1,0-2,1 1,-1-1,3 0,59-2,0-3,0-2,0-4,16-7,0 0</inkml:trace>
  <inkml:trace contextRef="#ctx0" brushRef="#br0" timeOffset="-11157.306">17900 2301,'-2'18,"-1"20,0 21,1 20,0 11,1 9,-2 1,0-4,-2-13,-1-15,2-24,1-20</inkml:trace>
  <inkml:trace contextRef="#ctx0" brushRef="#br0" timeOffset="-10856.079">17834 2514,'-3'-46,"-2"-1,-2 1,-2 0,-5-13,7 32,-24-96,30 122,1 0,0-1,1 1,-1-1,0 1,0-1,0 1,1-1,-1 1,1-1,-1 1,1 0,0-1,-1 1,1 0,0 0,0-1,0 1,0 0,0 0,0 0,0 0,1 0,-1 0,0 1,0-1,1 0,-1 1,0-1,1 0,-1 1,1 0,-1-1,1 1,0 0,61-5,-51 5,43-1,0 2,-1 3,47 9,-22 17,-76-29,-1 1,0-1,0 1,-1-1,1 1,0 0,-1 0,1 0,-1 0,1 0,-1 0,0 0,0 0,0 1,0-1,0 0,0 1,-1-1,1 0,-1 1,0-1,1 1,-1-1,-1 1,1-1,0 1,0-1,-1 0,1 1,-1-1,0 0,0 2,-6 8,-1 0,0 0,0-1,-1 0,0-1,-1 0,-1 0,1-1,-2 0,1-1,-13 7,16-9,-233 160,210-135,10-5</inkml:trace>
  <inkml:trace contextRef="#ctx0" brushRef="#br0" timeOffset="-10528.285">18154 3089,'16'-8,"0"0,0-2,-1 0,-1 0,1-2,-2 0,0 0,0-1,-1-1,-1 0,0 0,-1-1,0-1,-2 0,7-15,5-46,-20 75,0 1,1-1,-1 0,0 0,0 0,0 0,0 0,-1 0,1 0,0 0,-1 1,0-1,1 0,-1 0,0 0,0 1,0-1,0 0,0 1,0-1,0 1,-1-1,1 1,0 0,-1 0,1-1,-1 1,0 0,1 0,-1 0,0 1,1-1,-1 0,0 1,0-1,0 1,0-1,-1 1,-4 1,0 0,0 1,-1 0,1 0,1 0,-1 1,0 0,1 0,-1 1,1 0,0 0,0 0,0 1,1 0,0 0,0 0,0 1,0 0,1 0,-3 6,3-7,0 0,0 0,1 0,0 0,0 1,0-1,1 1,0 0,0-1,1 1,-1 0,1 0,0 0,1 1,-1-1,1 0,1 0,-1 0,1 0,0 0,0 0,1 0,0 0,0 0,0-1,1 1,-1-1,2 1,-1-1,0 0,1 0,0 0,0-1,0 0,1 1,0-1,4 3,14 3,0-1,0-1,1-1,0-2,0 0,0-1,1-1,-1-1,1-2,0 0,0-2,18-3,48-5</inkml:trace>
  <inkml:trace contextRef="#ctx0" brushRef="#br0" timeOffset="-9995.276">20079 2756,'-11'-7,"0"0,0 0,-1 1,0 1,0 0,0 1,0 0,-1 1,0 0,1 1,-1 1,-1 0,7 0,1 1,-1 0,1 0,-1 1,1 0,-1 0,1 1,0-1,0 1,0 1,0-1,0 1,0 0,0 0,1 1,0 0,-1 0,2 0,-1 1,0-1,1 1,0 0,0 0,-2 4,4-5,0-1,-1 1,2 0,-1 0,0 0,1 0,0 0,0 0,0 0,0 1,1-1,0 0,0 1,0-1,0 0,1 0,-1 1,1-1,0 0,0 0,1 0,-1 0,1 0,0 0,0 0,0-1,1 1,-1-1,1 1,0-1,0 0,0 0,2 1,6 2,-1 0,1-1,0-1,0 0,0-1,1 0,-1 0,1-1,0-1,0 0,0 0,-1-1,1-1,0 0,0-1,-1 0,1-1,-1 0,1 0,-1-2,0 1,-1-1,1-1,-1 0,1-1,-4 3,0-1,0 0,0 0,0 0,-1-1,0 0,0-1,-1 1,0-1,0 0,0 0,-1-1,0 1,-1-1,1 0,-1 0,-1 0,0-1,0 1,0 0,-1-6,-1 13,0-1,0 0,0 0,0 1,0-1,0 0,-1 0,1 1,0-1,-1 0,0 1,1-1,-1 1,0-1,0 1,0-1,0 1,0-1,0 1,0 0,-1 0,1-1,0 1,-1 0,1 0,-1 0,1 0,-1 1,1-1,-1 0,0 1,1-1,-1 1,0 0,1-1,-1 1,0 0,0 0,1 0,-1 0,0 0,0 0,1 1,-1-1,0 1,1-1,-1 1,0 0,1-1,-1 1,1 0,-1 0,0 1,-2 4,-1 1,2 0,-1 0,1 0,0 1,0-1,1 1,0-1,1 1,-1 0,2 0,-1 0,1 0,0 0,0 0,1-1,1 5,-1-4,1 0,0 0,0 0,1 0,0-1,0 1,1-1,0 0,0 0,1 0,-1 0,2-1,-1 1,1-1,0-1,5 5,27 16</inkml:trace>
  <inkml:trace contextRef="#ctx0" brushRef="#br0" timeOffset="-9549.848">20667 2649,'-12'0,"0"2,-1-1,1 2,0-1,1 2,-1 0,0 0,1 1,0 0,0 1,1 0,-1 1,1 0,1 1,-1 0,1 0,1 1,-1 0,2 0,-1 1,1 0,5-6,1 0,-1-1,1 1,0 0,0 0,0 0,1 0,-1 0,1 0,0 0,0 0,0 0,1 0,-1 0,1 0,0-1,0 1,0 0,1 0,-1-1,1 1,0-1,0 1,0-1,1 0,-1 1,1-1,0-1,0 1,0 0,0-1,0 1,1-1,7 5,0 0,1 0,-1-2,2 1,-1-2,0 0,1 0,0-1,8 1,8 0,0-1,0-2,0-1,0-1,1-1,-2-2,27-7,-39 8,1-2,-1 0,-1-1,1 0,-1-1,0-1,0-1,-1 0,0-1,-1 0,0-1,-1 0,0-1,3-5,17-48,-31 63,-1 0,1 0,-1 0,0 0,1-1,-1 1,0 0,0 0,-1 0,1 0,0 0,-1 0,1 0,-1 0,0 0,1 0,-1 0,0 0,0 0,-1 1,1-1,0 0,0 1,-1-1,1 1,-1-1,1 1,-1 0,0-1,0 1,1 0,-3 0,-2-1,0 1,0 1,0-1,-1 1,1 1,0-1,0 1,-1 0,1 0,0 1,0-1,0 1,0 1,1-1,-1 1,1 0,-1 0,1 1,0 0,0 0,1 0,-1 0,1 1,0-1,0 1,0 0,-1 3,0-2,1 1,-1 0,1 0,0 1,1-1,0 1,0 0,0-1,1 1,1 0,-1 1,1-1,0 0,1 0,0 1,0-1,1 0,0 0,1 0,0 0,0 0,0 0,1 0,0 0,1-1,0 0,0 1,0-2,1 1,0 0,0-1,1 0,0 0,0 0,0-1,4 2,4 1,0 0,0-2,1 0,-1 0,1-2,0 1,2-2,43 9</inkml:trace>
  <inkml:trace contextRef="#ctx0" brushRef="#br0" timeOffset="-8822.606">21603 2608,'-17'-2,"-1"1,1 0,0 1,-1 1,1 0,0 2,0 0,0 1,0 0,1 1,0 1,-4 3,18-9,0 1,0 0,0 0,1 0,-1 1,0-1,0 0,1 1,-1-1,1 1,-1-1,1 1,0 0,-1 0,1-1,0 1,0 0,0 0,1 0,-1 0,0 0,1 0,-1 1,1-1,0 0,0 0,0 0,0 0,0 1,0-1,0 0,1 0,-1 0,1 0,0 0,-1 0,1 0,0 0,0 0,0 0,1 0,-1-1,0 1,1 0,-1-1,1 1,-1-1,1 1,1-1,111 77,-96-69,-1 1,0 1,0 0,-1 1,-1 1,14 15,-27-26,1 0,-1 1,0-1,0 1,0 0,0 0,0 0,-1 0,1 0,-1 0,0 0,0 0,0 1,0-1,-1 0,1 1,-1-1,0 0,0 1,0-1,-1 0,1 1,-1-1,1 0,-1 1,0-1,0 0,-1 0,1 0,-1 0,0 0,1 0,-1 0,0-1,-1 2,-1 0,0 1,-1-1,1 0,-1-1,1 1,-1-1,0 0,0 0,-1 0,1-1,-1 0,1 0,-1 0,0-1,0 1,1-1,-1-1,-5 1,10-2,0 1,0-1,0 1,0-1,1 1,-1-1,0 1,0-1,0 0,1 0,-1 1,0-1,1 0,-1 0,1 0,-1 0,1 0,0 0,-1 0,1 0,0 0,-1 0,1 0,0 0,0 0,0 0,0 0,0 0,0 0,0 0,0 0,1 0,-1 0,0 0,1 0,-1 0,0 0,1 0,5-16,0 0,2 0,0 1,0 0,1 0,9-10,3-6,35-59,-3-2,-4-3,-5-1,-4-3,16-66,-50 142,3-5,-1-1,-1-1,-2 1,-1-1,-1-11,-9 31,-3 32,-2 46,3 0,2 0,4 50,1-88,-1 37,3-1,3 0,2 0,3-1,3 1,14 37,-24-94,0 0,1 0,0 0,0 0,1 0,0 0,1-1,0 0,0 0,0 0,1-1,-1 1,6 3,-10-10,1 1,-1 0,0 0,1-1,-1 1,0-1,1 1,-1-1,1 1,-1-1,1 0,-1 0,1 0,-1 0,1 0,-1 0,1 0,-1 0,1-1,-1 1,1-1,-1 1,1-1,-1 1,0-1,1 0,-1 0,0 0,0 1,0-1,1 0,-1-1,0 1,0 0,0 0,-1 0,1-1,0 1,25-56,-22 40,-1 0,0 0,-2 0,0 0,-1 0,-1-1,0 1,-1 0,-1 0,-1 0,0 1,-1-1,-1 1,-1 0,0 1,-1-1,-3-4,-9-11,0 1,-2 1,-1 1,-1 0,-2 2,0 1,-23-16,23 20,-1 1,-2 1,1 1,-2 2,0 1,-1 1,-1 2,0 1,0 1,-5 1,21 10,31 7,126 20,328 13,-447-40,163 10</inkml:trace>
  <inkml:trace contextRef="#ctx0" brushRef="#br0" timeOffset="-5282.599">18288 4346,'1'-9,"0"-1,0 0,1 1,0-1,1 1,0-1,0 1,1 0,0 0,1 1,0-1,0 1,1 0,0 0,1 1,-1 0,1 0,1 0,-1 1,1 0,0 0,0 1,5-1,-7 5,0 2,0-1,1 1,-1 0,0 0,0 0,0 1,0 0,0 0,-1 1,1 0,0 0,-1 0,0 1,0-1,0 1,0 0,-1 1,1-1,-1 1,0 0,-1 0,1 0,-1 0,0 1,0 0,23 37,-3 1,-1 1,-2 1,4 17,-21-54,-3-6,1 0,0 0,0 0,0 0,0-1,0 1,1 0,-1-1,1 1,0-1,-1 1,1-1,0 0,1 0,-1 0,0 0,1 0,-1 0,1-3,-1 0,0 1,0-1,-1 0,1-1,0 1,0 0,0 0,-1-1,1 1,0-1,-1 0,0 1,1-1,-1 0,0 0,0 0,0 0,0 0,0 0,0 0,0-1,2-4,78-185,-64 147,-8 25,-9 20,1 0,-1 0,0 0,1 0,-1 0,1 0,-1 0,0 0,1 0,-1 0,0 0,1 0,-1 0,1 0,-1 1,0-1,1 0,-1 0,0 0,1 0,-1 1,0-1,1 0,-1 0,0 1,0-1,1 0,-1 1,0-1,0 0,0 1,1-1,-1 0,0 1,0-1,0 0,0 1,0-1,0 0,0 1,1-1,-1 1,0-1,0 0,-1 1,1-1,0 1,0-1,0 0,0 1,0-1,0 0,0 1,-1-1,1 0,0 1,0-1,0 0,3 60,13 66,-14-119,0-1,1 1,-1-1,1 0,0 0,1-1,0 1,0 0,0-1,0 0,1 0,0-1,0 1,0-1,0 0,1 0,4 2,-5-3,1 0,-1-1,1 1,-1-1,1 0,0-1,-1 0,1 1,0-2,0 1,0-1,0 0,0 0,0-1,0 1,-1-1,1-1,0 1,0-1,-1 0,1 0,-1-1,0 1,1-1,-1 0,0-1,-1 1,1-1,-1 0,0 0,3-3,3-9,0-1,0 0,-2 0,0-1,-1 0,-1-1,-1 1,0-1,-2 0,0-1,-1 1,0-18,-3 57,-2-6,2 0,-1 0,2 0,0 1,1-1,0 0,1 0,1 0,0 0,1 0,1-1,0 0,4 9,-3-16,0-1,0 0,0 0,0-1,1 0,0 0,-1 0,1-1,1 0,-1-1,0 1,1-1,-1-1,1 1,0-1,0-1,-1 0,1 0,0 0,-1-1,1 0,0 0,-1-1,1 0,-1 0,0-1,1 0,-1 0,-1-1,1 0,5-3,-4-2,0-1,-1 1,1-1,-2 0,0-1,0 1,0-1,-2 0,1-1,-2 1,1-1,-1 0,-1 0,0 0,-1 0,0 0,-1 0,-1 0,-1-12,1 5,-6 27,5 1,0 0,1 0,0-1,0 1,0 0,2 0,-1 0,1 0,0 0,1 0,0-1,0 1,1-1,0 1,0-1,1 0,0 0,1 0,0-1,0 0,0 0,1 0,0 0,1-1,-1 0,1 0,1-1,14 7,0-2,2-1,-1-1,1-1,0-1,0 0,1-2,0-2,0 0,19-1,36 2</inkml:trace>
  <inkml:trace contextRef="#ctx0" brushRef="#br0" timeOffset="-4895.853">20868 4119,'-7'21,"-4"19,-1 20,2 16,8 10,7 6,9 5,6-2,2-5,-3-7,-5-8,-6-10,-10-14,-9-16,-9-15,-6-19,1-9</inkml:trace>
  <inkml:trace contextRef="#ctx0" brushRef="#br0" timeOffset="-4362.732">20734 4868,'-15'-69,"3"0,3-1,2-34,5 80,1 0,1-1,1 1,1-1,1 1,1 0,1 0,1 0,2 1,0 0,2-1,-9 19,1 1,0 0,1 0,-1 0,1 0,0 0,0 0,0 1,0 0,0-1,1 1,0 0,-1 1,1-1,0 0,1 1,-1 0,0 0,0 1,1-1,-1 1,1 0,0 0,-1 0,1 1,0-1,-1 1,1 0,0 1,-1-1,1 1,0 0,-1 0,1 0,-1 1,1 0,-1-1,0 2,0-1,0 0,2 2,2 4,0 0,0 1,-1 0,0 0,0 1,-1 0,-1 0,1 1,-2-1,1 1,-1 0,-1 0,0 1,-1-1,0 1,-1-1,0 10,-1-17,0 0,-1 1,1-1,-1 0,0 0,0 0,-1 1,1-1,-1 0,0-1,0 1,0 0,-1 0,1-1,-1 0,0 1,0-1,0 0,0 0,0-1,-1 1,1-1,-1 1,0-1,0 0,0-1,0 1,0-1,0 1,0-1,-1-1,1 1,0 0,0-1,-1 0,1 0,0 0,-1-1,1 1,0-1,-1 0,1-1,0 1,0-1,0 1,0-1,2 1,-1 0,1 0,0 0,-1 0,1-1,0 1,0-1,0 1,0-1,0 0,0 0,1 1,-1-2,1 1,-1 0,1 0,0 0,-1 0,1-1,0 1,1-1,-1 1,0-1,1 1,-1-1,1 1,0-1,0 1,0-1,0 0,0 1,1-1,-1 1,1-1,0 1,-1-1,2-1,6-4,-1 1,1-1,1 1,0 1,0-1,0 2,1-1,-1 1,1 1,0 0,1 0,-1 1,1 0,0 1,3-1,4-2,1 0,-1 1,1 1,0 1,0 1,0 0,1 1,-1 2,0 0,0 0,12 5,-27-5,-1-1,0 1,1 0,-1 0,0 1,0-1,-1 1,1-1,-1 1,1 0,-1 0,0 0,0 0,0 1,0-1,-1 0,1 1,-1-1,0 1,0 0,0-1,0 1,-1 0,0 0,0-1,0 1,0 0,0 2,0 0,0 0,0 0,1 0,0-1,0 1,1 0,-1-1,1 1,1-1,-1 1,1-1,0 0,0-2,1 0,-1 0,1-1,0 1,0-1,0 0,1 0,-1 0,0-1,1 1,-1-1,1 0,0-1,-1 1,1-1,-1 0,1 0,0 0,-1 0,1-1,0 0,-1 0,1 0,-1-1,0 1,1-1,-1 0,0 0,0-1,0 1,3-4,-1 0,0 0,-1 0,0-1,0 0,0 0,-1 0,0 0,-1-1,1 0,-2 0,1 0,-1 0,0 0,0 0,-1 0,0-1,-1 1,0 0,0-1,-1 1,0 0,0-1,-1 1,0 0,-1 0,0 0,0 0,0 1,-1-1,0 1,-1 0,1 0,-5-4,7 9,0 0,0-1,-1 1,1 0,0 0,-1 0,0 1,1-1,-1 1,0-1,0 1,0 0,0 0,0 0,0 0,0 1,0-1,0 1,-1 0,1 0,0 0,0 0,0 0,0 1,0 0,0-1,0 1,0 0,0 0,0 1,0-1,0 1,1-1,-1 1,0 0,1 0,0 0,-1 0,1 1,0-1,0 1,0-1,1 1,-1 0,0-1,0 3,-1 1,0 0,0 0,1 1,0-1,0 1,0 0,1-1,0 1,0 0,1 0,0 0,0 0,0-1,1 1,1 5,6 21</inkml:trace>
  <inkml:trace contextRef="#ctx0" brushRef="#br0" timeOffset="-3987.972">21656 4467,'20'-49,"-3"-1,-2-1,-2 0,-2-1,-3 0,-2-1,-1-34,-2-2,-5-1,-7-36,-1 80,6 46,1 58,15 539,-12-579,-1 2,0-1,1 0,1 1,0-1,2 0,0 0,1 0,1 0,1-1,1 0,0 0,1 0,1-1,8 12,-15-27,0 0,0 0,0 1,0-1,0 0,0-1,0 1,0 0,1-1,-1 1,1-1,-1 0,1 0,0 0,0 0,-1 0,1 0,0-1,0 1,0-1,-1 0,1 0,0 0,0 0,0-1,0 1,-1-1,1 0,0 1,0-1,2-2,18-20,-4-6</inkml:trace>
  <inkml:trace contextRef="#ctx0" brushRef="#br0" timeOffset="-3723.828">21723 4039,'-20'-4,"-17"-3,-7 2,-2 0,5 1,14 5,20 0,26 4,30 1,33-1,31-2,27 0,22-2,-16 0</inkml:trace>
  <inkml:trace contextRef="#ctx0" brushRef="#br0" timeOffset="1268.461">18969 5844,'-1'-1,"1"1,-1-1,0 0,0 0,0 0,1 1,-1-1,0 0,1 0,-1 0,1 0,-1 0,1-1,-1 1,1 0,0 0,0 0,-1 0,1 0,0 0,0-1,0 1,0 0,0 0,1 0,-1 0,0-1,0 1,1 0,-1 0,1 0,-1 0,1 0,59-135,-37 92,73-145,-95 187,-1 0,1 0,-1 1,1-1,0 0,0 0,-1 1,1-1,0 1,0-1,1 1,-1-1,0 1,0 0,1 0,-1-1,1 1,-1 0,1 0,0 0,-1 1,1-1,0 0,-1 1,1-1,0 1,0-1,0 1,0 0,-1 0,1 0,0 0,0 0,0 0,0 0,-1 1,1-1,0 1,0-1,-1 1,1 0,0-1,-1 1,1 0,0 0,-1 0,1 1,126 135,-38-29,-89-107,0 1,0-1,0 1,0-1,-1 1,1 0,-1-1,1 1,-1 0,1-1,-1 1,0 0,0-1,0 1,0 0,0 0,0-1,-1 1,1 0,-1-1,1 1,-1-1,1 1,-1 0,0-1,0 1,0-1,0 0,0 1,0-1,0 0,0 1,0-1,-1 0,1 0,0 0,-1 0,1 0,-1-1,1 1,-1 0,0-1,1 1,-1-1,0 1,1-1,-1 0,0 0,1 0,-1 0,0 0,0 0,1 0,-1 0,-3-1,0 1,1-1,-1 0,1 0,0-1,-1 1,1-1,0 0,0 0,0 0,0-1,0 1,0-1,1 0,-1 0,1 0,0-1,0 1,0-1,1 0,-1 0,1 0,0 0,0 0,0 0,0 0,1-1,0 1,0-1,0 1,0-1,1 1,0-1,0 0,0 1,0-1,1 1,-1-1,1 1,1-1,-1 1,1-3,5-3,1 1,0 0,0 0,0 0,1 1,1 0,-1 1,1 0,0 1,1 0,-1 0,1 1,1 1,-1 0,1 0,-1 1,1 0,0 1,0 1,4 0,-13 0,0 0,0 1,0 0,0-1,0 1,0 0,0 1,0-1,0 0,0 1,0 0,-1 0,1 0,0 0,0 0,0 0,-1 1,1-1,-1 1,1 0,-1 0,0 0,1 0,-1 0,0 0,0 1,-1-1,1 1,0-1,-1 1,0-1,1 1,12 58,-14-55,0 0,1-1,-1 1,1-1,0 1,1-1,-1 1,1-1,0 0,1 0,-1 0,1 0,0 0,0 0,0-1,1 0,0 1,-1-1,2 0,-1-1,0 1,1-1,-1 0,1 0,5 2,-5-3,0 0,0 0,0-1,0 1,1-1,-1-1,1 1,-1-1,1 0,-1 0,1 0,-1-1,0 1,1-2,-1 1,0 0,1-1,-1 0,0 0,0-1,-1 1,1-1,0 0,-1-1,0 1,0-1,0 1,0-1,3-5,-4 2,0-1,0 0,-1 0,0 0,-1 0,0 0,0 0,0-1,-1 1,-1 0,1 0,-1 0,-1-1,1 1,-2 0,1 0,-1 1,0-1,0 1,-1-1,0 1,0 0,-1 0,0 1,0-1,-1 1,0 0,-3-2,5 5,1 1,0 0,-1 1,1-1,-1 1,1-1,-1 1,0 0,1 0,-1 1,0-1,0 1,0 0,1 0,-1 0,0 0,0 1,0-1,1 1,-1 0,0 0,1 1,-1-1,1 1,-1 0,1 0,0 0,0 0,-1 0,2 1,-3 1,-4 5,1-1,0 1,1 1,0 0,0-1,1 2,1-1,-1 1,-1 8,5-16,0 0,0 0,0 0,1 1,0-1,0 0,0 1,0-1,0 1,1-1,-1 1,1 0,0-1,0 1,0-1,1 1,-1 0,1-1,0 1,0-1,0 0,0 1,1-1,-1 0,1 0,0 1,0-2,0 1,0 0,1 0,-1-1,1 1,2 1,25 5,3-7</inkml:trace>
  <inkml:trace contextRef="#ctx0" brushRef="#br0" timeOffset="1585.73">19731 5068,'-90'-2,"87"2,0 1,0-1,1 1,-1-1,0 1,0 0,1 0,-1 0,1 1,-1-1,1 0,-1 1,1 0,0 0,0-1,0 1,0 0,0 1,0-1,0 0,1 1,-1-1,1 0,0 1,-1 0,1-1,1 1,-1 0,0 2,1 0,1-1,0 1,0 0,0 0,1-1,-1 1,1-1,0 1,1-1,-1 0,1 0,0 0,0 0,0 0,0 0,1-1,-1 0,1 0,3 3,-4-4,52 48,-26-25,-1 1,-1 1,-2 1,21 30,71 182,-113-234,1 1,0-1,0 0,1 0,-1 0,1-1,0 0,1 0,-1 0,1-1,0 0,0-1,0 1,0-1,1 0,0-1,-1 0,1 0,0-1,0 0,0 0,0-1,6 0,49-2,0-3,0-2,0-3,32-11,-37 9,68-15,-11 3</inkml:trace>
  <inkml:trace contextRef="#ctx0" brushRef="#br0" timeOffset="-3477.53">23287 4186,'-2'20,"-1"17,0 7,1 5,1-1,-1-2,4-8,3-10,1-12,-1-9</inkml:trace>
  <inkml:trace contextRef="#ctx0" brushRef="#br0" timeOffset="-2744.52">23047 3892,'129'29,"-72"-18,-1 3,0 2,-1 2,-1 3,15 10,-59-27,0 2,0-1,-1 1,1 1,-1 0,-1 0,0 1,0 0,0 0,-1 1,0 0,-1 0,0 1,0-1,-1 1,0 1,-1-1,0 1,-1 1,1 10,-1 1,-1 0,-2 0,0-1,-3 21,3-41,0 1,-1-2,1-1,-1 1,1 0,0 0,-1 0,1 0,0 1,0-1,0 0,0 0,0 0,0 0,0 0,0 0,0 0,0 0,0 0,1 0,-1 0,1 0,-1 0,0 0,1 0,0 0,-1-1,1 1,-1 0,1 0,0 0,0-1,-1 1,1 0,0-1,0 1,0-1,0 1,0-1,0 1,0-1,0 0,0 1,0-1,7-4,0 0,-1-1,0 1,0-2,-1 1,1-1,-1 0,0 0,-1 0,1-1,-1 0,-1 0,1-1,-1 0,-2 6,46-89,-38 87,-8 25,-2-19,14 128,-13-124,1 0,0-1,1 1,-1 0,1-1,0 1,0-1,1 0,0 0,0 0,0-1,0 0,1 1,-1-1,1-1,0 1,0-1,1 0,-1 0,3 1,-3-2,1-1,-1 1,1-1,-1 0,1 0,0-1,-1 0,1 0,0 0,0 0,-1-1,1 0,-1-1,1 1,-1-1,1 0,-1 0,0 0,0-1,0 0,0 0,-1 0,1-1,-1 0,0 1,0-1,0-1,0 1,-1-1,1 1,-1-1,1-4,11-19,-1-1,-1-1,-1-1,-2 0,-2 0,0-1,-2-2,-5 27,23-110,-6 0,-6-1,-2-45,-10 153,-9-63,9 72,-1 1,0-1,1 1,-1-1,0 1,0-1,0 1,1 0,-1 0,0-1,0 1,0 0,0 0,1 0,-1 0,0 0,0 0,0 0,0 0,0 1,1-1,-1 0,0 0,0 1,0-1,1 0,-1 1,0-1,0 1,1-1,-1 1,0-1,1 1,-1 0,1-1,-1 1,1 0,-1-1,1 1,-1 0,1 0,0-1,-1 1,1 0,0 0,-1 0,1-1,0 1,0 0,-13 26,0 0,2 0,1 1,2 0,0 1,2 0,1 0,1 5,-1 0,2 0,1 1,2-1,2 0,0 1,3-1,1 0,1 1,-1-14,0-1,1 1,1-2,1 1,1-1,0 0,2-1,0 0,1-1,0 0,2-2,0 1,7 4,-18-15,1-1,-1 0,1 0,-1-1,1 1,0-1,1 0,-1-1,0 1,1-1,0 0,-1 0,1-1,0 0,0 0,0 0,0 0,0-1,0 0,0-1,0 1,0-1,-1 0,1-1,0 1,0-1,-1 0,1-1,-1 1,2-2,3-5,0-1,-1 0,0 0,0-1,-1 0,-1 0,0-1,0 0,-1-1,-1 1,0-1,-1 0,0 0,-1-1,-1 1,0-1,0 1,-1-13,-1 22,1 1,-1-1,0 1,0-1,0 1,0-1,-1 1,0-1,1 1,-1-1,0 1,-1-1,1 1,-1 0,1 0,-1 0,0 0,0 0,0 0,-2-1,3 4,0 0,0 0,0 0,0 0,0 0,0 1,0-1,-1 0,1 1,0-1,0 1,0-1,0 1,0-1,1 1,-1 0,0-1,0 1,0 0,0 0,1-1,-1 1,0 0,1 0,-1 0,1 0,-1 0,1 0,-1 0,1 0,0 1,-5 8,1 0,0 0,1 0,0 1,0-1,1 1,1 0,0-1,0 1,1 0,0 0,1 0,1 0,-1-1,2 1,-1-1,2 1,-1-1,1 0,1 0,0 0,0-1,1 0,0 0,1 0,0-1,5 6,-6-9,0 0,1 0,-1 0,1-1,0 0,0-1,0 1,1-2,-1 1,1-1,0 0,6 1,11-1</inkml:trace>
  <inkml:trace contextRef="#ctx0" brushRef="#br0" timeOffset="-2553.027">24049 3825,'-13'-5,"-1"-1,12 0,20 2,27-2,28 1,28 1,23 1,16 2,4 4,-22 3</inkml:trace>
  <inkml:trace contextRef="#ctx0" brushRef="#br0" timeOffset="-2050.116">24932 4454,'24'-56,"-2"0,-3-1,-2-1,-3-1,-3 0,0-15,-12 24,1 49,-1 0,1 0,0 0,0 0,0 0,-1 0,1 0,0 0,-1 0,1 0,-1 1,0-1,1 0,-1 0,1 0,-1 0,0 1,0-1,1 0,-1 1,0-1,0 1,0-1,0 1,0-1,0 1,0-1,0 1,0 0,0 0,0-1,0 1,0 0,0 0,0 0,0 0,0 0,0 0,0 1,0-1,0 0,0 0,0 1,-2 0,0 0,0 0,0 0,0 0,0 1,1-1,-1 1,0 0,1-1,-1 1,1 0,0 1,0-1,0 0,0 1,0-1,0 1,1 0,-1-1,1 1,-1 2,3-3,0 0,0 0,1 0,-1-1,1 1,0-1,-1 1,1-1,0 0,0 0,0 1,0-1,0-1,0 1,0 0,0 0,0-1,1 1,-1-1,0 0,0 0,1 1,-1-2,2 1,-3 0,294-1,-291 2,0-1,0 1,-1 0,1 0,-1 0,1 0,-1 1,1-1,-1 1,0 0,1 0,-1 0,0 1,-1-1,1 1,0-1,-1 1,1 0,-1 0,0 0,0 0,0 1,0-1,-1 0,1 1,-1-1,0 1,0 0,0-1,-1 1,1 0,-1 0,0 0,-20 178,20-180,0 1,0-1,0 1,1-1,-1 1,1-1,-1 1,1-1,0 0,0 1,0-1,0 0,1 0,-1 0,1 0,-1 0,1 0,0 0,-1 0,1-1,0 1,0-1,0 1,0-1,1 0,-1 0,0 0,1 0,-1 0,0 0,1-1,-1 1,1-1,0 0,5 1,-1 0,1-1,-1 0,1-1,-1 0,1 0,-1 0,0-1,1 0,5-3,19-10</inkml:trace>
  <inkml:trace contextRef="#ctx0" brushRef="#br0" timeOffset="-1782.304">25654 4012,'-5'20,"0"1,1-1,1 1,1 0,1 0,1 0,1 0,1 0,0-1,2 4,-2-15,0 0,0 0,1-1,0 1,1-1,0 0,0 0,1 0,0 0,0-1,1 1,0-1,0-1,0 1,1-1,0 0,0-1,1 0,0 0,0 0,0-1,0 0,1-1,0 0,-4-1,-1 0,1-1,0 0,0 0,0 0,1-1,-1 1,0-1,0-1,0 1,0-1,0 1,0-2,0 1,0 0,0-1,-1 0,1 0,0 0,-1-1,0 0,1 1,-1-2,0 1,-1 0,1-1,0 0,-1 1,0-1,0-1,0 1,-1 0,2-4,6-15,-2 0,0 0,-2 0,-1-1,0 0,-2-1,-1 1,-1-4,6-40,-2 33,-1 9</inkml:trace>
  <inkml:trace contextRef="#ctx0" brushRef="#br0" timeOffset="-1488.878">26082 4373,'19'-3,"1"0,-1-1,0-1,0-1,-1-1,0 0,0-2,0 0,-1-1,0 0,-1-1,-1-1,1-1,-2 0,0-1,-1-1,0 0,-1 0,0-1,-2-1,0 0,-1 0,2-6,0-31,-11 53,0-1,0 1,0 0,0-1,0 1,0 0,-1 0,1-1,0 1,-1 0,1-1,-1 1,1 0,-1 0,0 0,0 0,1-1,-1 1,0 0,0 0,0 1,0-1,0 0,0 0,0 0,0 1,0-1,-1 0,1 1,0-1,0 1,-1-1,1 1,0 0,-1 0,1 0,-1-1,-5 3,1-1,0 1,0 1,1-1,-1 1,0 0,1 0,-1 0,1 1,0 0,0 0,1 0,-1 1,1-1,0 1,0 0,1 0,-1 1,1-1,0 1,0-1,1 2,-3 1,0 0,1 0,0 1,1 0,0 0,0 0,1 0,0 0,0 1,1-1,1 0,-1 1,2-1,-1 1,1-1,1 1,-1-1,2 0,-1 0,1 0,1 0,-1 0,1-1,1 0,1 3,5 0,0-1,1 0,0-1,0 0,1-1,0-1,0 0,1 0,0-1,0-1,12 3,38 11</inkml:trace>
  <inkml:trace contextRef="#ctx0" brushRef="#br0" timeOffset="-846.464">26790 3986,'-4'16,"1"1,0-1,2 1,0 0,0 0,2 0,0 0,1-1,1 1,0-1,1 1,1-1,1 0,0 0,7 12,-9-21,1 0,-1-1,1 1,0-1,1 0,-1 0,1-1,0 1,1-1,-1-1,1 1,0-1,0 0,0-1,1 0,-1 0,1 0,0-1,-1-1,1 1,0-1,0 0,0-1,1 0,-1 0,0-1,0 0,0 0,0-1,-1 0,1 0,0-1,-1 0,0 0,1-1,-1 0,5-4,-2-1,0-1,-1 0,-1-1,1 1,-2-2,1 1,-2-1,1-1,-2 1,0-1,0 0,-1 0,-1 0,0-1,-1 1,0-1,0-11,-5 55,2 1,0-1,3 1,0-1,2 0,5 15,-8-41,1 0,0 0,0 0,0 0,0-1,1 1,0-1,-1 1,1-1,0 0,1 0,-1 0,1 0,-1-1,1 1,0-1,0 0,0 0,0 0,0-1,0 0,0 1,1-1,-1-1,0 1,1-1,-1 1,1-1,-1-1,0 1,1-1,-1 1,1-1,-1 0,0-1,0 1,0-1,0 0,0 0,1 0,11-10,-1 0,0 0,-1-2,0 0,-1 0,-1-2,0 1,-1-1,-1-1,0 0,-1 0,-1-1,-1 0,0-1,0-5,0-1,-7 28,-2 3,-3 14,1 0,0 0,2 1,0-1,2 1,0 0,1 0,-1-15,1 0,0 0,0 0,1 0,-1 0,1 0,0-1,1 1,0-1,-1 0,2 1,-1-1,1-1,-1 1,1 0,1-1,-1 0,0 0,1 0,0 0,0-1,0 0,1 0,-1 0,0-1,3 1,-3-1,-1-1,0 0,1 0,-1 0,1-1,-1 1,0-1,1 0,-1 0,1-1,-1 1,1-1,-1 0,0 0,1-1,-1 1,0-1,0 0,1-1,18-12</inkml:trace>
  <inkml:trace contextRef="#ctx0" brushRef="#br0" timeOffset="-596.072">27592 3838,'-9'2,"4"6,12 3,16 5,4-1</inkml:trace>
  <inkml:trace contextRef="#ctx0" brushRef="#br0" timeOffset="-8480.84">23622 2074,'-2'25,"-1"22,0 21,1 15,-2 11,0 6,-2 0,0-7,2-9,0-12,2-14,1-22,0-16</inkml:trace>
  <inkml:trace contextRef="#ctx0" brushRef="#br0" timeOffset="-8233.309">23261 2448,'7'0,"16"2,19 3,22 4,19 1,13 2,-11-1</inkml:trace>
  <inkml:trace contextRef="#ctx0" brushRef="#br0" timeOffset="-7893.63">23942 2943,'-10'-167,"10"116,-3 0,-3 0,-8-37,13 85,1 0,11 21,0-11,1 1,0-2,0 1,0-2,1 0,0 0,0-1,1-1,-1 0,1-1,-1 0,9-1,0 2,10 1,-21-4,-1 1,0 0,0 1,0 0,0 0,-1 1,1 1,-1-1,1 1,4 4,-11-5,-1 1,0-1,0 1,0-1,0 1,-1 0,1 0,-1 0,0 0,0 0,-1 0,1 0,-1 0,0 0,0 0,0 0,0 0,-1 0,1 0,-1 0,0 0,-1 0,1 0,-1 0,0 0,-3 17,5-17,-2 0,0 1,0 0,1 0,-1 1,1-1,1 0,-1 0,1 1,0-1,0 0,0 0,1 1,0-1,0 0,0 0,1 0,-1 0,1 0,1 0,-1 0,0-1,1 1,0-1,0 0,1 0,-1 0,1 0,1 1,11 2,1-1,0-1,0 0,0-1,0-1,0-1,1 0,0-1,-1-1,1-1,-1 0,3-1,43-3</inkml:trace>
  <inkml:trace contextRef="#ctx0" brushRef="#br0" timeOffset="-7534.985">24892 2795,'0'-6,"-1"0,-1 0,1 0,-1 0,0 0,0 1,0-1,-1 1,0-1,0 1,-1 0,1 0,-1 0,0 1,0-1,-1 1,1 0,-1 0,0 0,0 1,0 0,-1 0,1 0,-1 1,0-1,1 1,-1 1,0-1,0 1,0 0,0 0,-1 1,1 0,-3 0,1 1,0 0,-1 0,1 1,0 0,0 0,0 1,0 0,1 0,-1 1,1 0,0 0,0 1,0 0,1 0,0 0,0 1,0 0,0 1,1-1,0 1,1 0,0 0,-2 3,5-8,0 1,0-1,1 0,-1 1,1-1,-1 1,1-1,0 0,0 1,0-1,0 1,0-1,1 1,-1-1,1 1,0-1,-1 0,1 1,0-1,0 0,1 0,-1 1,0-1,1 0,-1 0,1-1,0 1,-1 0,1 0,0-1,0 1,0-1,0 0,2 1,4 2,-1 0,1-1,0 0,0-1,0 0,0 0,0 0,0-1,9 0,-3-1,1 0,-1-1,1 0,-1-1,1-1,-1 0,0-1,0-1,-1 0,1-1,-1 0,0-1,-1 0,0-1,0-1,0 0,-1 0,-1-1,1-1,-2 1,1-2,6-10,-15 21,0 0,0-1,0 1,0-1,0 1,0-1,0 1,0-1,-1 1,1-1,-1 0,1 1,-1-1,1 0,-1 1,0-1,0 0,0 0,0 0,0 1,0-1,-1 0,1 1,0-1,-1 0,0 1,1-1,-1 0,0 1,0-1,0 1,0-1,0 1,0 0,0-1,0 1,-1 0,1 0,0 0,-1 0,1 0,-1 0,1 0,-1 0,1 1,-2-1,-1 2,-1 1,0 0,1 1,0-1,-1 1,1 0,0 0,0 0,1 0,-1 1,1-1,-1 1,1 0,0 0,1 0,-1 1,1-1,0 1,0-1,0 1,0 0,0 4,0-3,0 1,0 0,1 0,0 0,0 0,0 0,1 0,0 0,1 0,0 0,0-1,0 1,1 0,0 0,0 0,0-1,1 0,0 1,1-1,-1 0,1 0,0-1,1 1,-1-1,1 0,0 0,0 0,1-1,0 0,-1 0,1 0,3 0,46 20,0-7</inkml:trace>
  <inkml:trace contextRef="#ctx0" brushRef="#br0" timeOffset="-6598.015">25573 2514,'-7'-3,"0"-1,0 1,0 0,-1 1,1 0,-1 0,1 0,-1 1,0 0,0 1,0 0,1 0,-1 0,0 1,0 1,1-1,-1 1,0 0,1 1,0 0,0 0,0 0,0 1,-2 1,8-3,-1 0,0 0,1 1,-1-1,1 0,-1 1,1-1,0 1,0-1,0 1,1-1,-1 1,1 0,-1-1,1 1,0 0,0-1,0 1,0 0,0 0,1-1,-1 1,1 0,0-1,0 1,0-1,0 1,0-1,0 1,1-1,-1 0,1 0,59 69,21-3,47 48,-126-114,-1-1,0 1,0 0,0 0,0 0,0 1,0-1,0 0,-1 1,1-1,-1 1,0-1,0 1,0 0,0 0,0-1,0 1,-1 0,0 0,1 0,-1 0,0 0,0 0,0 0,-1-1,1 1,-1 0,0 0,0 0,0-1,0 1,0 0,0-1,-1 1,1-1,-1 1,0-1,0 1,-7 1,0 1,0-1,-1-1,1 0,-1 0,0-1,1 0,-1-1,0 0,-1 0,1-1,0 0,-9-2,-49-23,66 24,1-1,-1 1,1 0,-1 0,1 0,0-1,0 1,-1-1,1 1,0-1,0 0,0 1,1-1,-1 0,0 1,1-1,-1 0,1 0,-1 0,1 0,0 1,0-1,0 0,0 0,0 0,0 0,0 0,1 0,-1 1,1-1,0 0,-1 0,1 1,0-1,0 0,0 1,0-1,7-6,0 0,0 0,1 1,0 0,0 1,1 0,0 0,0 1,0 0,1 1,0 0,-1 1,1 0,6 0,59-15,-57 15,0 0,0-2,-1 0,1-1,-1 0,-1-2,1 0,-1-1,-1-1,0 0,12-10,6-36,-33 54,0 1,-1-1,1 0,0 0,-1 0,1 0,-1 0,0 0,0 0,0 0,0 0,0 0,0 0,0 0,-1 0,1 0,-1 0,1 0,-1 0,0 0,0 0,0 1,0-1,0 0,0 1,0-1,-1 1,1-1,-1 1,0-1,0 1,1 0,-1 0,0 0,0 1,0-1,0 0,0 1,0 0,0-1,0 1,0 0,0 0,0 0,0 1,0-1,0 0,0 1,0-1,0 1,0 0,0-1,0 1,0 0,0 0,1 0,-1 1,0-1,1 0,-1 1,0 0,-38 50,37-45,0-1,1 1,-1 0,1 0,0 0,1 0,0 0,0 0,0 1,1-1,0 0,1 1,-1-1,2 0,-1 0,1 0,0 0,0 0,1 0,-1 0,2-1,-1 1,1-1,0 0,0 0,1 0,-1-1,1 0,2 2,3 1,1 1,-1-2,1 1,1-2,-1 1,1-2,1 1,-1-2,0 1,1-2,0 0,0 0,0-1,0-1,1 0,-1-1,0-1,0 0,0 0,0-1,0-1,0 0,0-1,-1 0,1-1,-1-1,-1 0,1 0,-1-1,0 0,0-1,-1-1,0 0,-1 0,0 0,3-5,-5 3,0-1,-1 1,-1-1,0-1,0 1,-1-1,-1 1,0-1,0 0,-1-7,-2 20,1-1,-1 1,0-1,1 0,-1 1,0-1,0 0,1 1,-1-1,0 0,0 0,0 1,0-1,0 0,0 1,0-1,0 0,0 0,0 1,-1-1,1 0,0 1,0-1,-1 0,1 1,0-1,-1 1,1-1,0 0,-1 1,1-1,-1 1,1-1,-1 1,1 0,-1-1,0 1,1-1,-1 1,0 0,1-1,-1 1,0 0,1 0,-1 0,0 0,1-1,-1 1,0 0,1 0,-1 0,0 0,0 1,-3 4,0 0,0 1,1 0,-1 0,1 0,1 0,-1 0,1 1,0-1,1 1,-1 0,1-1,1 1,-1 0,1 1,-1-2,1 1,0-1,0 1,1-1,-1 1,2-1,-1 0,1 1,-1-1,2 0,-1 0,1 0,0 0,0-1,0 1,1-1,0 0,0 0,0 0,1 0,0-1,0 0,0 0,0 0,0 0,1-1,0 0,0 0,0-1,0 1,0-1,6 1,-2-2,0 1,0-1,1-1,-1 0,0-1,0 0,1 0,-1-1,0 0,-1-1,1 0,0-1,-1 0,0 0,1-1,-2 0,1-1,-1 0,0 0,0-1,0 0,1-2,1-1,-1-1,0-1,-1 0,0 0,-1 0,0-1,-1 0,0 0,-1-1,0 1,-2-1,1 0,-2-1,0 1,0-8,-8-10,5 31,1 1,0 0,-1-1,1 1,0 0,-1-1,1 1,-1 0,1-1,-1 1,1 0,-1 0,1 0,-1-1,1 1,-1 0,1 0,-1 0,1 0,-1 0,1 0,-1 0,1 0,-1 0,1 0,-1 0,1 0,-1 1,1-1,-1 0,1 0,-1 0,1 1,-1-1,1 0,-1 1,1-1,0 0,-1 1,1-1,0 0,-1 1,1-1,0 1,-1-1,1 1,0-1,0 1,0-1,-1 1,1-1,0 1,0-1,0 1,0-1,0 1,-3 6,-1 1,2 0,-1 0,1 0,0 0,1 0,0 1,0-1,1 0,0 1,1-1,-1 0,2 1,-1-1,1 0,0 0,1 0,0 0,0-1,1 1,0-1,0 1,0-2,1 1,0 0,1-1,-1 0,1 0,1 0,1 1,18 11,1 0,1-1,1-2,0-1,0-1,2-2,-1 0,1-3,1 0,12 0,51 10,-14-6</inkml:trace>
  <inkml:trace contextRef="#ctx0" brushRef="#br0" timeOffset="2385.281">21603 5617,'13'-22,"-1"0,-1-1,-2 0,0-1,-1 0,-1 0,-1-1,-2 0,0 0,-2 0,0 0,-3-17,1 35,-2-1,1 1,-1 0,0 1,-1-1,0 0,0 1,0-1,-1 1,0 0,0 0,0 0,-1 0,3 4,0 0,0 1,0-1,0 0,0 1,0-1,0 1,0 0,-1-1,1 1,-1 0,1 1,-1-1,1 0,-1 1,1-1,-1 1,1 0,-1 0,0 0,1 0,-1 0,0 1,1-1,-1 1,1 0,-1 0,1-1,0 2,-1-1,1 0,0 0,0 1,-1-1,1 1,-1 1,2-3,0 0,0 1,1-1,-1 1,0 0,0-1,0 1,0 0,0-1,1 1,-1 0,0 0,0 0,1-1,-1 1,1 0,-1 0,1 0,-1 0,1 0,0 0,0 0,-1 0,1 1,0-1,0 0,0 0,0 0,0 0,0 0,0 0,0 0,1 0,-1 0,0 0,1 0,-1 0,1 0,-1 0,1 0,-1 0,1 0,-1 0,1 0,0-1,0 1,0 0,-1 0,1-1,0 1,0-1,0 1,0-1,0 1,59 21,215 6,-270-27,0 0,-1 0,1 1,0-1,0 1,-1 0,1 0,-1 1,0-1,0 1,0 0,0 0,0 0,-1 1,1-1,-1 1,0 0,0 0,0 0,-1 0,1 0,-1 1,0-1,0 1,-1 0,1-1,-1 1,0 0,0 4,-1 8,-1-1,0 1,-1-1,-1 1,-1-1,0 0,-2 1,2-3,0 0,0 0,1 0,1 1,0-1,1 1,1 0,0-1,2 4,-2-15,1 0,0 1,-1-1,2 0,-1 0,0 0,0 0,1 0,0 0,0-1,0 1,0 0,0-1,0 1,0-1,1 0,-1 0,1 0,0 0,0 0,0-1,0 1,0-1,0 0,0 0,0 0,0 0,0 0,1-1,-1 1,1-1,4 0,-1 0,1 0,0-1,-1 0,1 0,-1-1,1 0,-1 0,0-1,0 1,0-2,0 1,1-2,4-4,-1-2,1 0,-2 0,0-1,0-1,-1 1,0-1,-1-1,-1 0,0 0,-1 0,0-1,-1 0,-1 0,-1 0,0-1,-1 1,0-1,-1 1,-1-1,-1 0,-1-7,-5-13,7 35,-1 1,1-1,0 1,0-1,-1 1,1-1,0 1,-1-1,1 1,-1-1,1 1,-1-1,1 1,0 0,-1-1,1 1,-1 0,1 0,-1-1,0 1,1 0,-1 0,1 0,-1 0,1-1,-1 1,0 0,1 0,-1 0,1 0,-1 0,0 1,1-1,-1 0,1 0,-1 0,1 0,-1 1,1-1,-1 0,1 0,-1 1,1-1,-1 1,1-1,-1 0,1 1,-1-1,1 1,0-1,-1 1,1-1,0 1,0-1,-1 1,1-1,0 1,-7 10,0 0,1 1,0 0,1 0,0 0,1 1,1-1,0 1,0 0,1 0,1 0,0 8,1-13,0 0,0 0,1 0,0 0,0 0,1-1,0 1,0 0,1-1,0 1,0-1,1 0,0 0,0 0,1 0,0-1,0 0,0 0,1 0,0-1,0 0,1 0,-1 0,1-1,0 0,0 0,0-1,5 2,27 7,0-2,1-2,0-1,0-2,1-2,-1-2,1-1,7-3,41 0</inkml:trace>
  <inkml:trace contextRef="#ctx0" brushRef="#br0" timeOffset="3214.749">22900 5496,'-8'-4,"0"1,0-1,0 1,-1 1,1-1,-1 2,0-1,0 1,0 0,0 1,0 0,0 0,1 1,-1 0,0 1,0 0,1 0,-1 1,1 0,0 1,-1 0,2 0,-1 0,0 1,0 1,1-1,0 0,0 0,0 0,0 1,1 0,0 0,1 1,-1 0,1 0,0 0,1 1,0-1,0 1,1 0,0 0,0 1,1-1,0 1,0 1,2-8,0 1,0 0,0-1,1 1,0 0,-1-1,1 1,0-1,0 1,0-1,0 0,1 1,-1-1,1 0,-1 0,1 0,0 0,0 0,0 0,0-1,0 1,0 0,0-1,1 0,-1 0,1 1,-1-1,1-1,-1 1,1 0,-1-1,3 1,86-3,-80 0,-1-1,0 0,1 0,-1-1,0-1,-1 1,1-2,-1 1,0-1,0-1,-1 1,0-1,0-1,-1 0,1 0,-2 0,1-1,-1 0,-1 0,0-1,4-9,-6 2,-12 34,8-13,0 0,0 0,0 1,0-1,1 1,-1-1,1 0,0 1,1-1,-1 1,1-1,0 1,0-1,0 0,0 0,1 0,0 1,0-1,0-1,0 1,0 0,1 0,0-1,0 0,0 1,0-1,0 0,1-1,-1 1,1-1,0 1,0-1,0 0,0 0,0-1,0 1,2 0,6-3,-1-1,0 1,0-2,0 1,-1-2,1 1,-1-2,1 1,-1-1,-1-1,1 0,-1 0,0-1,0 0,-1 0,0-1,0 0,-1-1,0 1,5-9,5-7,0-2,-2 0,-1 0,-1-2,-2 1,0-2,-2 1,-1-1,-1-1,-2 1,-1-1,-1 0,-2 0,-1-15,-10-54,9 94,0 0,0 0,-1 1,1-1,-1 1,0-1,0 1,-1 0,1 0,-1 0,0 0,0 0,-1 1,1 0,-1-1,1 1,-1 0,0 1,-1-1,2 1,0 1,0 0,0 1,0-1,-1 0,1 1,0 0,0 0,-1 0,1 0,0 0,0 1,-1 0,1-1,0 1,0 0,0 0,0 1,0-1,0 1,0-1,1 1,-1 0,0 0,1 0,0 1,-1-1,-54 73,50-59,0 0,1 1,0-1,1 1,1 0,1 0,1 0,0 1,1-1,1 1,0-1,2 1,0-1,0 0,2 0,0 0,1 0,1 0,1-1,0 0,1-1,0 1,1-2,1 1,1-1,0-1,12 12,-9-12,0 0,1-1,1 0,0-1,1-1,0-1,0-1,1 0,0-1,1-1,7 2,-21-7,-1 0,1 0,0 0,0-1,0 0,0 0,0 0,0 0,-1-1,1 0,0 0,0 0,-1-1,1 1,-1-1,1 0,-1-1,1 1,-1-1,0 0,0 1,-1-2,1 1,-1 0,1-1,-1 0,0 0,0 0,-1 0,1 0,-1 0,0-1,0 1,-1-1,1 0,30-146,-31 229,-2-62,2 0,-1 0,2 0,0 0,1 0,0 0,2 0,0-1,0 0,1 0,1 0,3 3,-9-16,1 0,-1 0,1 0,0 0,0 0,0 0,0 0,0-1,0 1,1-1,-1 1,0-1,1 0,-1 0,1 0,-1 0,1-1,0 1,-1-1,20 0</inkml:trace>
  <inkml:trace contextRef="#ctx0" brushRef="#br0" timeOffset="3470.697">23662 5055,'-16'-2,"-9"-1,-4 2,4 6,10 7,15 6,17 4,16 1,3-4</inkml:trace>
  <inkml:trace contextRef="#ctx0" brushRef="#br0" timeOffset="4743.932">23916 5336,'8'-1,"0"1,0 1,0 0,0 0,0 0,-1 1,1 0,0 0,-1 1,1 0,-1 0,0 1,0 0,0 0,-1 1,0 0,1 0,-2 0,1 1,-1 0,1 0,-2 0,1 1,-1 0,0 0,0 0,-1 0,1 3,6 26,-1 1,-3 0,0 0,-3 1,-1-1,-2 1,-1 0,-2-1,-2 3,2-4,1-1,-2 9,2 0,1 0,3 0,3 14,-3-47,0 0,0 0,1 0,0-1,0 0,1 1,1-2,0 1,0 0,1-1,0 0,1 0,0-1,0 1,1-2,0 1,0-1,1 0,6 3,-12-7,-1-1,1 0,0 0,0 0,1 0,-1-1,0 1,0-1,1 0,-1 0,1 0,-1 0,1-1,-1 1,1-1,-1 0,1 0,0 0,-1-1,1 1,-1-1,1 0,-1 0,1 0,-1 0,0-1,0 1,1-1,-1 0,0 0,0 0,-1 0,1-1,0 1,0-1,0-7,0 0,0-1,-1 1,-1-1,1 1,-2-1,1 0,-2 1,1-1,-1 0,-1 1,0-1,-1 1,0 0,0 0,-1 0,-1-2,-8-26,-1 0,-2 0,-2 1,-1 2,-2-1,-1 2,-2 1,-1 1,-2 1,-1 2,-1 0,-1 2,-34-23,59 47,4 3,0 0,0 0,1 0,-1 0,0 0,0 0,0 0,1-1,-1 1,0 0,0 0,1-1,-1 1,0 0,0-1,1 1,-1-1,0 1,1-1,-1 1,1-1,-1 0,1 1,-1-1,1 1,-1-1,1 0,-1 0,1 1,0-1,0 0,-1 0,1 1,0-1,0 0,0 0,0 0,0 1,0-1,0 0,0 0,0 0,0 1,0-1,0 0,1 0,-1 0,0 1,1-1,-1 0,0 1,1-1,-1 0,1 1,-1-1,1 0,-1 1,1-1,0 1,-1-1,198-43,16-13,-213 57,0 0,1 0,-1 0,0 0,1 0,-1-1,0 1,1 0,-1-1,0 1,1-1,-1 1,0-1,0 0,0 1,1-1,-1 0,0 0,0 0,0 0,0 0,0 0,-1 0,1 0,0 0,0 0,-1-1,1 1,-1 0,1 0,-1-1,1 1,-1 0,0-1,0 1,0-1,0 1,0 0,0-1,0 1,0 0,0-1,0 1,-1 0,1-1,-1 1,-2-3,0 1,0 0,0 0,0 0,-1 0,0 1,1-1,-1 1,0 0,0 0,0 0,0 1,-1-1,1 1,0 0,-1 0,1 1,-1-1,1 1,-1 0,1 0,0 0,-1 1,1 0,-1 0,1 0,0 0,0 1,-2 0,2 0,0-1,0 1,0 1,0-1,1 0,-1 1,0 0,1 0,0 0,0 0,0 1,0-1,1 1,-1 0,1 0,0-1,0 2,0-1,0 0,1 0,0 0,0 1,0-1,0 1,1-1,0 1,-1-1,2 1,-1-1,0 0,1 1,0-1,0 1,1-1,0 2,7 7,0 0,1-1,1 0,0-1,1 0,0 0,0-1,1-1,0 0,1-1,0-1,0 0,1-1,0 0,0-1,0-1,1 0,9 0,-13 0,0 0,0-1,1-1,-1 0,1-1,0 0,-1-1,1-1,-1 0,1 0,0-1,-1-1,0 0,0-1,0 0,0-1,5-3,-12 2,1-1,-1 0,-1 0,1 0,-1-1,-1 1,1-1,-1 0,-1 0,1 0,-1-1,-1 1,1-1,-2 1,1-1,-1-8,0 17,3-37,0 1,-3-1,-1 0,-2 0,-1 0,-2-2,6 36,-1 0,1 0,-1 1,1-1,-1 0,0 1,0-1,0 0,0 1,-1 0,1-1,-1 1,1 0,-1-1,0 1,0 0,0 0,0 1,0-1,-1 0,1 1,0-1,-1 1,1 0,-1 0,3 1,-1 0,1 0,-1 0,1 0,0 0,-1 0,1 0,-1 0,1 0,-1 1,1-1,0 0,-1 0,1 1,0-1,-1 0,1 1,0-1,-1 0,1 1,0-1,0 0,-1 1,1-1,0 0,0 1,0-1,-1 1,1-1,0 1,0-1,0 0,0 1,0-1,0 1,0-1,0 1,0-1,0 1,0-1,0 1,0-1,1 0,-1 1,0-1,0 1,0-1,1 0,-1 1,0-1,0 0,1 1,-1-1,0 0,1 1,-1-1,0 0,1 1,-1-1,1 0,-1 0,0 0,1 0,-1 1,1-1,-1 0,1 0,-1 0,0 0,1 0,111 20,-101-20,0 1,0 0,-1 1,1 0,-1 1,1 0,-1 1,0 0,0 0,0 1,-1 1,0-1,0 1,0 1,-1 0,1 0,-2 1,1-1,-1 2,0-1,-1 1,0 0,3 8,0 18,-1 0,-2 1,-1-1,-2 2,-1-1,-3 0,0 0,-6 30,-17 96,13-105,3 1,2 1,3 19,2-71,1 1,0-1,1 0,-1 1,2-1,-1 0,1 1,0-1,0 0,1 0,0 0,0-1,0 1,1-1,0 1,1-1,-1-1,1 1,0 0,1-1,-1 0,1-1,0 1,0-1,6 3,3-1,1-1,0-1,0 0,0-1,1-1,-1-1,1 0,-1-1,1 0,-1-2,0 0,1-1,-1 0,0-1,13-6,-23 8,0 1,-1-1,1 0,-1 0,1-1,-1 0,0 0,0 0,0-1,-1 1,1-1,-1 0,0-1,0 1,0-1,0 1,-1-1,0 0,0-1,0 1,-1 0,0-1,0 1,0-1,-1 0,0 0,0 1,0-1,0 0,-1 0,0 0,-1 0,0-2,-12-34,-5 3</inkml:trace>
  <inkml:trace contextRef="#ctx0" brushRef="#br0" timeOffset="5011.972">24772 5496,'23'3,"20"2,18 1,16-1,15-1,11-2,8 0,3-1,-18-1</inkml:trace>
  <inkml:trace contextRef="#ctx0" brushRef="#br0" timeOffset="6026.628">26590 5456,'-6'-5,"-1"1,1 0,-1 0,0 0,0 1,0 0,0 0,-1 1,1 0,-1 0,1 1,-1 0,0 0,1 1,-1 0,0 0,0 1,1 0,-1 0,1 1,-1 0,1 0,-1 1,1 0,-7 4,7-4,0 1,1 0,-1 0,1 0,0 1,0 0,0 1,0-1,1 1,0 0,0 0,1 1,0-1,0 1,0 0,1 0,0 0,-2 7,6-11,0 0,-1 0,1 0,1 1,-1-2,0 1,1 0,-1 0,1 0,0-1,0 1,0-1,0 1,1-1,-1 0,0 0,1 0,0 0,-1 0,1-1,0 1,0-1,0 0,0 1,0-2,0 1,0 0,1 0,-1-1,0 0,0 0,0 0,1 0,-1 0,0-1,0 1,2-1,8 0,0-1,0 0,0 0,-1-1,1-1,-1 0,0-1,0 0,-1-1,1 0,-1 0,-1-2,1 1,-1-1,0-1,-1 0,0 0,-1-1,0 0,4-6,-10 14,-1-1,1 1,-1-1,1 1,-1-1,0 0,0 1,-1-1,1 0,0 0,-1 0,0 1,1-1,-1 0,0 0,-1 0,1 0,0 1,-1-1,1 0,-2-2,1 5,1-1,-1 1,0-1,0 1,0-1,1 1,-1-1,0 1,0 0,0 0,0-1,0 1,0 0,0 0,0 0,0 0,1 0,-1 0,0 0,0 1,0-1,0 0,0 0,0 1,0-1,1 1,-1-1,0 0,0 1,0 0,1-1,-1 1,0-1,1 1,-1 0,0-1,1 1,-1 0,1 0,-1 0,1-1,0 1,-1 0,1 0,0 0,0 0,-1 0,1 0,0 0,-4 7,-1 0,2 0,-1 1,1-1,1 1,-1 0,1-1,1 1,0 0,0 0,1 0,0 1,0-1,1 0,0 0,1 0,0-1,1 1,-1 0,2-1,-1 1,1-1,0 0,1 0,1 1,-2-5,1 0,0 0,0-1,0 1,1-1,-1 0,1-1,-1 1,1-1,0 0,0 0,0-1,0 0,1 0,-1 0,0-1,0 0,0 0,1-1,-1 1,3-2,3 0,0-1,1-1,-1 0,0 0,-1-1,1-1,-1 0,0 0,-1-1,2-2,12-13,-1-2,-2 0,0-1,-2-2,0 0,-2-1,-2 0,0-2,-2 1,-1-2,-1 0,-2 0,5-31,-8 41,-1-1,0 1,-2-1,-1 0,0 0,-2 0,0 0,-2-4,2 23,-1 0,1-1,-1 1,0 0,0 0,0 0,0 0,0 0,-1 0,1 0,-1 0,0 1,0-1,0 1,0-1,0 1,0 0,-1-1,1 1,-1 1,0-1,1 0,-1 1,0-1,0 1,0 0,0 0,0 0,-1 0,1 0,0 1,0-1,0 1,-1 0,1 0,0 1,0-1,-2 1,-6 3,-1 0,1 1,0 1,1-1,-1 2,1 0,0 0,1 1,0 0,0 0,1 1,0 0,0 1,1 0,0 0,1 0,0 1,1 0,0 0,-1 6,1-5,0 1,1 0,0 0,1 0,1 0,0 1,1-1,0 0,1 1,1-1,0 1,0-1,2 1,0-1,0 0,1 0,0-1,2 1,-1-1,1 0,1 0,4 5,4 1,0-1,1-1,1 0,0-1,2-1,-1-1,2 0,-1-1,2-1,-1-2,2 0,-1 0,1-2,0-1,1-1,-1-1,1 0,11-2,-23-1,0 0,0-1,1-1,-1 0,0 0,0-1,0-1,0 0,0 0,-1-1,1-1,-1 0,0 0,-1-1,1 0,-1 0,0-1,0 0,-1-1,0 0,-1 0,7-10,3-14,-2 0,-1-1,-1-1,-2 0,-2-1,-1 0,-1 0,-2-1,-1-23,-2 47,26-273,-28 254,-6 26,-2 20,-12 36,3 1,2 0,2 0,2 2,-1 34,10-65,0 1,2-1,1 0,1 1,1-1,1 0,0 0,8 19,-9-33,0 1,1-1,0 0,1 0,0-1,0 1,1-1,0 0,0-1,1 1,-1-1,2-1,-1 1,1-1,0 0,1-1,-1 0,1 0,0-1,0 0,0-1,1 0,-4-1,1-1,-1 0,1 0,0-1,0 0,-1 0,1-1,0 1,-1-2,1 1,-1-1,1 0,-1 0,0 0,0-1,0 0,0 0,0-1,-1 0,1 0,-1 0,0 0,0-1,-1 0,2-1,3-5,0-1,0 0,-2-1,1 1,-1-1,-1-1,0 1,-1-1,-1 0,3-14,-5 6,-2 22,0 0,0-1,-1 1,1 0,0-1,-1 1,1 0,0 0,0-1,-1 1,1 0,-1 0,1 0,0 0,-1 0,1-1,0 1,-1 0,1 0,-1 0,1 0,0 0,-1 0,1 0,0 0,-1 0,1 0,-1 0,1 1,0-1,-1 0,1 0,0 0,-1 0,1 1,0-1,-1 0,1 0,0 1,-1-1,1 0,0 0,0 1,-1-1,1 0,0 1,0-1,0 0,0 1,-1-1,1 0,0 1,0-1,0 1,0-1,0 0,0 1,0-1,0 1,0-1,0 0,0 1,0-1,0 0,0 1,-5 12,0 1,0 0,2 0,-1 0,2 1,0-1,1 1,0-1,1 1,1-1,0 1,1-1,0 1,2-1,3 13,-3-17,0 0,1 0,0-1,1 1,0-1,0 0,1-1,0 0,0 0,1 0,0-1,0 0,1 0,0-1,0 0,1-1,-1 0,4 1,-10-5,1 1,-1-1,1 0,-1 0,1 0,-1 0,1-1,-1 0,1 1,0-1,-1 0,1-1,-1 1,1-1,0 0,-1 0,16-9</inkml:trace>
  <inkml:trace contextRef="#ctx0" brushRef="#br0" timeOffset="6284.964">27378 4988,'27'-4,"32"0,31 3,25 5,18 5,7 5,-9 3,-27-1</inkml:trace>
  <inkml:trace contextRef="#ctx0" brushRef="#br0" timeOffset="9251.769">19665 7047,'-17'-3,"0"1,0 1,-1 1,1 0,0 1,0 1,0 1,0 0,1 2,-1-1,1 2,0 0,1 1,-1 1,1 0,1 1,-1 1,2 0,-12 10,21-16,0 0,1 0,-1 1,1-1,0 1,0-1,1 1,-1 0,1 0,0 0,0 0,1 0,0 1,0-1,0 0,0 1,1-1,0 1,0-1,0 1,1-1,0 0,0 1,0-1,1 0,0 0,0 1,0-2,0 1,1 0,0 0,0-1,0 1,0-1,1 0,0 0,0 0,0-1,0 1,5 2,-2-3,0 1,0-1,0 0,1-1,0 0,-1 0,1 0,0-1,0 0,0-1,0 0,-1 0,1 0,0-1,0-1,0 1,-1-1,1 0,-1-1,1 0,-1 0,0-1,0 0,0 0,-1 0,1-1,-1 0,0 0,-1-1,1 1,-1-1,4-7,2-3,-1 0,-1-1,0 0,-1 0,-1-1,-1 0,-1 0,0-1,-1 0,-1 0,-1 0,1 192,-2-167,-1-1,1 1,0 0,0-1,1 1,0-1,0 1,0-1,0 0,1 0,0 0,0 0,1 0,-1-1,1 1,0-1,0 0,0 0,1-1,-1 1,1-1,0 0,0 0,0-1,0 1,0-1,1 0,-1 0,1-1,0 0,3-1,1 0,0-1,-1 0,1 0,-1-1,1-1,-1 0,0 0,0 0,0-1,-1-1,1 1,-1-2,0 1,0-1,0 0,12-11,-1 0,-1-2,0 0,-1-1,5-9,2-11,-2-1,-2-1,-1-1,-3 0,-1-2,-2 1,-3-2,-1 0,-2 0,-2 0,-3 0,-1-1,-4-30,-12-39,16 115,-1 0,0-1,0 1,0-1,0 1,0 0,0-1,-1 1,1-1,0 1,-1 0,1-1,-1 1,1 0,-1 0,0-1,1 1,-1 0,0 0,0 0,0 0,0 0,0 0,0 0,0 0,0 0,-1 0,1 1,0-1,0 0,-1 1,1-1,0 1,-1 0,1-1,0 1,-1 0,1 0,-1 0,1 0,0 0,-1 0,1 0,-1 0,1 1,0-1,-1 0,1 1,0-1,-1 1,1 0,0-1,0 1,0 0,-1 0,1 0,0 0,-6 10,-1 1,2 0,0 0,0 0,1 1,0 0,2 0,-1 1,1-1,0 13,2-20,-10 47,4 0,1 0,3 0,2 1,2-1,3 0,2 0,3 0,2 4,-8-45,0 1,1 0,0-1,1 0,1 0,0 0,0-1,1 0,0 0,1-1,0 0,1 0,0 0,1-2,0 1,0-1,1 0,0-1,0-1,0 1,1-2,0 0,6 2,-5-4,-1-1,1 0,0-1,0-1,-1 0,1 0,0-1,0-1,-1 0,1-1,-1 0,1-1,-1 0,0-1,-1-1,1 0,-1 0,0-1,2-2,1-2,0 0,-1 0,-1-2,1 1,-2-2,0 1,-1-2,0 1,-1-1,0-1,-2 0,0 0,4-15,-2 0,-2-1,-1 0,-1 0,-2 0,-1-1,-2 1,-1-4,-4 97,5-404,0 335,0 4,1 1,-1-1,0 0,0 0,-1 0,1 0,-1 0,0 1,0-1,0 0,-1 1,1-1,-1 1,0-1,0 1,0 0,-1-1,2 4,-1 0,1 0,0 0,-1 0,1 0,0 1,-1-1,1 1,0-1,-1 1,1-1,0 1,0 0,0-1,-1 1,1 0,0 0,0 0,0 0,0 0,0 0,1 0,-1 0,0 1,0-1,1 0,-1 0,1 1,-1-1,1 0,0 1,-1-1,1 0,0 1,0 0,-7 23,1-1,2 1,0 0,2 0,1 1,1 1,-1-14,-1 40,2-1,2 0,3 0,1 0,4 0,1-1,2-1,3 0,2-1,2-1,3 2,-15-36,1 0,0 0,1-1,0-1,1 0,1 0,0-1,0-1,1 1,-8-8,0 1,0-1,1 0,-1 0,0-1,1 1,0-1,-1-1,1 1,0-1,0 0,0 0,0 0,0-1,0 0,0 0,0-1,0 0,0 0,0 0,0-1,-1 0,1 0,0 0,3-3,3-4,0-1,-1-1,0 0,-1-1,0 0,-1 0,0-1,-1-1,0 1,-2-1,1 0,-1-1,-1 1,-1-1,0 0,-1-1,-1 1,0 0,0-15,-3-19,-5 49,2 8,0-1,1 1,0 0,1 0,-1 0,2 0,-1 0,1 1,0-1,1 2,-1-3,-1 2,0 0,1 0,1 1,-1-1,2 0,-1 1,1-1,1 0,-1 0,1 0,1 0,0 0,0 0,1 0,0-1,0 0,1 0,0 0,1-1,0 1,0-1,0 0,1-1,0 0,0 0,1 0,-1-1,1 0,0-1,7 3,-8-4,-1 0,1-1,-1 0,1-1,0 1,-1-1,1-1,0 1,0-1,0 0,0-1,-1 0,1 0,0 0,0-1,-1 0,1 0,-1 0,0-1,0 0,4-3,8-13</inkml:trace>
  <inkml:trace contextRef="#ctx0" brushRef="#br0" timeOffset="9500.235">20521 6753,'-14'-3,"-7"0,3 1,13 1,26 5,32 1,37-3,34-3,29-5,19-3,9 0,0 2,-31 1</inkml:trace>
  <inkml:trace contextRef="#ctx0" brushRef="#br0" timeOffset="10136.118">22553 6900,'0'16,"0"16,0 17,0 16,4 15,4 14,1 9,1 6,-1-2,-3-6,-1-11,-5-14,-4-17,-2-19</inkml:trace>
  <inkml:trace contextRef="#ctx0" brushRef="#br0" timeOffset="10398.229">22472 7354,'0'-38,"11"-203,-11 237,0-1,0 1,0 0,1 0,0 0,0 0,0-1,0 1,0 0,1 1,0-1,0 0,0 0,0 1,0-1,1 1,0 0,-1 0,1 0,1 0,-1 0,0 1,1-1,-1 1,1 0,-1 0,1 0,0 0,0 1,1-1,3 3,-1 1,0-1,0 1,0 0,0 1,0 0,0 0,0 0,-1 1,0 0,0 0,0 1,0 0,-1 0,0 0,0 1,0-1,0 1,-1 0,0 0,0 1,-1 0,0-1,-1-2,-1 0,1 0,-1 0,0 0,0 0,0 0,0 0,-1 0,0 0,0 0,0 1,0-1,-1 0,1 0,-1 0,0 0,-1 0,1 0,0 0,-1-1,0 1,0 0,0-1,-1 1,1-1,-1 0,0 0,1 0,-1 0,-1 0,-6 6,-1-1,1-1,-1 0,-1 0,1-1,-1 0,0-1,-1-1,0 0,-35 9,5-5</inkml:trace>
  <inkml:trace contextRef="#ctx0" brushRef="#br0" timeOffset="11066.429">22806 7261,'10'-22,"-1"-1,-1 0,-1-1,-1 1,-2-1,0 0,-1-1,-2 1,0 0,-2-1,0 1,-2 0,-1 0,0 0,-2 0,-1 1,-1 0,-5-9,-12-5,97 76,-65-36,353 82,-356-84,0 0,0 0,0 1,0-1,0 1,0 0,-1 0,1 1,-1-1,0 1,1-1,-1 1,0 0,-1 0,1 0,0 1,-1-1,0 1,0-1,0 1,0 0,-1 0,1 0,-1 0,0 0,0 0,0 0,-1 0,1 1,-1-1,0 0,-1 2,-20 73,17-67,0-1,1 1,0-1,0 1,1 0,1 0,0 0,1 5,0-13,1 0,-1-1,1 1,0-1,0 0,1 1,-1-1,1 0,0 1,0-1,0 0,0 0,0-1,0 1,1 0,-1-1,1 1,0-1,0 0,0 0,0 0,0 0,0-1,1 1,-1-1,1 0,-1 0,1 0,-1 0,1-1,2 1,4 0,0 0,0-1,0 0,0-1,0 0,-1 0,1-1,0 0,-1-1,1 0,1-2,86-56,-96 61,1 0,-1 0,1 0,-1 1,1-1,-1 1,0-1,1 1,-1-1,0 1,1 0,-1-1,0 1,0 0,0 0,0 0,0 0,0 0,0 0,0 0,0 1,0-1,0 0,-1 0,1 1,0-1,-1 0,0 1,1-1,-1 1,0-1,1 0,-1 2,3 4,-2-3,0 0,0 0,1-1,-1 1,1 0,0-1,0 1,1-1,-1 0,1 1,-1-1,1 0,0-1,0 1,0 0,1-1,-1 0,1 0,-1 0,1 0,0 0,-1-1,1 0,0 0,0 0,0 0,0 0,0-1,0 0,0 1,0-2,0 1,1 0,-1-1,0 0,-1 0,1 0,0 0,0-1,0 1,-1-1,4-2,0-3,0 0,0 0,-1 0,0-1,-1 0,0 0,0-1,-1 1,0-1,0 0,-1 0,0 0,-1 0,0-1,0 1,-1-1,0 0,-1 1,0-1,0 1,-3-10,2 16,0 0,0-1,0 1,-1 0,1 0,-1 0,0 0,0 0,0 0,0 1,0-1,-1 1,1-1,-1 1,0 0,0 0,0 0,0 1,0-1,0 1,0-1,0 1,-1 0,1 0,0 0,-1 1,1-1,-1 1,1 0,-1 0,1 0,0 0,-2 1,-3 0,-1 0,1 0,0 1,0 0,0 1,0-1,0 2,0-1,1 1,-1 0,1 1,0 0,-1 1,5-4,0 0,1 0,-1 0,1 0,-1 0,1 1,0-1,0 1,0-1,0 1,0 0,1 0,-1 0,1 0,0 0,0 0,0 1,0-1,1 0,-1 0,1 1,0-1,0 0,0 1,0-1,0 0,1 1,-1-1,1 0,0 0,0 0,1 0,-1 0,2 3,16 13</inkml:trace>
  <inkml:trace contextRef="#ctx0" brushRef="#br0" timeOffset="11485.161">24277 7087,'-8'-7,"1"1,-1 0,0 0,0 0,-1 1,0 1,0-1,0 2,0-1,-1 1,1 0,-1 1,0 0,0 1,0 0,0 0,0 1,-1 1,6 2,0 0,1 1,-1-1,1 1,-1 0,1 1,1-1,-1 1,0 0,1 0,0 0,0 0,1 0,0 0,-1 1,2 0,-1-1,1 1,0 0,0 0,0-1,1 1,0 0,0 0,0 0,1 0,0 0,0-1,1 1,1 5,-1-3,1-1,0 0,0 0,1 0,0 0,0 0,1-1,0 0,0 0,0 0,0 0,1-1,0 0,0 0,1-1,0 1,-1-2,1 1,0-1,1 0,-1 0,1-1,-1 0,1 0,10 2,-1-1,1-1,0-1,0-1,0 0,0-1,0-1,0 0,-1-2,2 0,4-2,0-1,-1 0,0-2,0 0,-1-2,0 0,-1-2,0 0,-1-1,-1-1,0 0,8-11,8-40,-33 64,-1 0,0 0,1-1,-1 1,0 0,0 0,0 0,-1 0,1 0,0 0,-1 0,1 0,-1 0,0 0,0 0,0 0,0 0,0 0,0 0,0 1,0-1,-1 0,1 1,-1-1,1 1,-1 0,0-1,1 1,-1 0,0 0,0 0,0 0,-1 0,-1 0,0 0,0 0,0 0,0 1,0-1,0 1,0 0,0 0,1 1,-1-1,0 1,0 0,0 0,0 0,0 1,1-1,-1 1,1 0,-1 0,1 0,-1 0,1 0,0 1,0 0,1-1,-1 1,0 0,1 1,-2 2,1-2,0 0,0 0,0 0,1 1,-1-1,1 1,1 0,-1 0,0-1,1 1,0 0,1 0,-1 0,1 1,0-1,0 0,0 0,1 0,-1 0,1 0,1 0,-1 0,2 2,4 3,1-1,1 0,-1-1,2 0,-1 0,1-1,0-1,0 1,1-1,0-1,0 0,0-1,1 0,0-1,-1 0,1 0,0-1,11 0,46 8</inkml:trace>
  <inkml:trace contextRef="#ctx0" brushRef="#br0" timeOffset="12105.023">25213 6993,'-4'-1,"0"-1,1 1,-1 0,0 0,0 0,0 0,0 1,0 0,1 0,-1 0,0 0,0 1,0-1,0 1,0 0,1 0,-1 0,0 1,1-1,-1 1,1 0,-1 0,1 0,0 0,0 1,0-1,0 1,0 0,1 0,-1 0,1 0,0 0,0 1,0-1,0 1,1-1,-1 1,1 0,0-1,0 1,0 0,0 4,3 2,0 0,1 0,0 0,1 0,0 0,0-1,1 1,0-1,1 0,0-1,0 0,1 0,0 0,0 0,1-1,0-1,0 1,1-1,0-1,5 3,8 10,-4-5,36 40,-54-51,0-1,0 0,0 1,0-1,-1 1,1-1,0 0,-1 0,1 1,-1-1,1 0,-1 0,0 1,1-1,-1 0,0 0,0 0,0 0,0 0,0 0,0 0,0-1,0 1,0 0,-1 0,1-1,0 1,0-1,-1 1,1-1,0 0,-1 1,1-1,0 0,-1 0,1 0,0 0,-1 0,1 0,-1 0,1-1,0 1,-1 0,1-1,0 1,-1-1,0 2,-1-1,0 0,0 1,0-1,0 0,0-1,0 1,0 0,1-1,-1 0,0 1,0-1,0 0,1-1,-1 1,1 0,-1-1,1 0,-1 1,1-1,0 0,0 0,0 0,0 0,0-1,0 1,1 0,-1-1,1 1,-1-1,1 0,0 0,0 1,1-1,-1 0,0-3,4-2,0 1,1-1,0 0,0 1,0 0,1 0,1 0,-1 0,1 1,0 0,0 0,1 1,-1-1,1 1,1 1,-1-1,4 0,6-6,0 1,1 0,0 2,1 0,-1 1,1 1,1 0,-1 2,17-2,-34 6,0 0,0 0,0 0,0 0,0 0,-1 1,1-1,0 0,0 1,0 0,-1-1,1 1,0 0,-1 0,1 0,-1 0,1 0,-1 1,1-1,-1 0,0 1,0-1,1 0,-1 1,0 0,0-1,-1 1,1 0,0-1,0 1,-1 0,1 0,-1 0,0-1,1 1,-1 0,0 0,0 0,0 0,0 0,-1 0,1-1,-1 1,1 0,-1 0,1 0,-2 1,2 0,-1 0,1 0,-1-1,1 1,0 0,0 0,1 0,-1 0,0 0,1 0,0 0,0 0,0 0,0-1,0 1,0 0,1-1,-1 1,1-1,0 1,0-1,0 0,1 1,4-1,0 0,0 0,0-1,0 0,0 0,1-1,-1 0,0 0,0 0,1-1,-1-1,0 1,0-1,0 0,0 0,-1-1,1 0,-1-1,1 1,-1-1,0 0,0-1,-1 1,1-1,-1 0,3-5,-4 7,-1-1,0 0,-1 0,1-1,-1 1,0 0,0-1,0 0,0 1,-1-1,0 0,0 0,0 0,0 0,-1 1,0-1,0 0,0 0,-1 0,0 0,0 0,0 0,0 0,-1 1,0-1,0 1,0-1,0 1,-1 0,0-1,0 1,0 1,0-1,-1 0,1 1,-1 0,0 0,0 0,0 0,0 0,-3 0,4 2,0 0,-1 0,1 0,0 1,-1-1,1 1,-1 0,1 0,-1 0,1 1,0-1,-1 1,1 0,-1 0,1 0,0 0,0 0,0 1,0-1,0 1,0 0,0 0,0 0,1 1,-1-1,1 0,0 1,-2 2,-48 86,50-88,0 1,0 0,0 0,1 0,-1 0,1 0,0 0,0 0,0 0,1 0,0 0,-1 0,1 1,1-1,-1 0,1 0,-1 0,1 0,1 0,-1 0,0 0,1 0,0 0,0 0,0-1,0 1,1-1,-1 1,1-1,0 0,0 0,0 0,0-1,1 1,-1-1,1 1,1 0,22 2</inkml:trace>
  <inkml:trace contextRef="#ctx0" brushRef="#br0" timeOffset="12854.59">25774 6632,'-6'0,"0"0,0 0,0 0,0 1,0-1,0 2,1-1,-1 1,0-1,0 2,1-1,-1 0,1 1,0 0,0 1,0-1,0 1,1 0,-1 0,1 0,0 1,0-1,0 1,1 0,0 0,0 0,0 1,1-1,-1 1,1 0,1-1,-1 1,1 0,0 0,0 0,1 0,-1 0,1 0,1 0,-1 0,1 0,1 4,6 9,1 0,1 0,1-1,0 0,1-1,1-1,1 1,0-2,13 11,8 12,-4-3,-2 1,-2 1,-2 1,10 21,-34-57,37 55,-37-56,1 0,-1 1,0-1,1 0,-1 0,1 1,-1-1,1 0,0-1,-1 1,1 0,0 0,-1-1,1 1,0-1,0 1,0-1,0 0,0 0,-1 0,1 0,0 0,0 0,0 0,0-1,0 1,-1-1,1 1,0-1,0 0,-1 0,1 0,1 0,4-7,0-1,-1 0,0 0,0 0,-1 0,-1-1,1 0,-1 0,-1 0,0-1,0 1,-1-1,-1 1,1-1,-2 0,0 0,0 1,-2-12,2 14,2-21,-1 6,0-1,-2 1,0-1,-2 1,-2-9,44 62,-24-22,0 0,0-1,1-1,-1 0,1-1,14 2,33 12,-61-19,0 1,0 0,1 0,-1 0,0 1,0-1,0 0,0 1,0 0,-1-1,1 1,0 0,-1 0,1 0,-1 0,0 0,0 0,1 0,-2 0,1 1,0-1,0 0,-1 1,1-1,-1 1,1-1,-1 0,0 1,0-1,0 1,-1-1,1 1,-1-1,1 0,-1 1,0-1,1 0,-2 13,0-11,0 1,1-1,0 1,0 0,1-1,-1 1,1 0,0-1,0 1,1 0,-1-1,1 1,0-1,0 1,1-1,-1 1,1-1,0 0,0 0,1 0,-1 0,1 0,0 0,0 0,0-1,0 0,2 2,4-2,0-1,0 0,0-1,0 0,0 0,1-1,-1 0,0-1,0 0,0 0,0-1,0 0,0 0,0-1,-1 0,1-1,-1 0,0 0,0-1,-1 0,1 0,-1-1,1-1,10-7,0 0,-1-2,0 0,-1-1,-1-1,-1 0,-1-1,6-11,-33 87,10-43,1-1,1 1,0-1,1 1,1 0,0-1,2 14,-2-23,1 0,0 0,0 0,0 0,0 0,1 0,0-1,-1 1,1-1,0 1,1-1,-1 0,1 0,-1 0,1 0,0 0,0-1,0 1,1-1,-1 0,0 0,1 0,0 0,-1 0,1-1,0 0,0 0,0 0,0 0,68-9,-39-6</inkml:trace>
  <inkml:trace contextRef="#ctx0" brushRef="#br0" timeOffset="13102.356">26897 6538,'-18'-9,"-11"-2,0-3,5-5,6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9:19:07.136"/>
    </inkml:context>
    <inkml:brush xml:id="br0">
      <inkml:brushProperty name="width" value="0.1" units="cm"/>
      <inkml:brushProperty name="height" value="0.1" units="cm"/>
      <inkml:brushProperty name="color" value="#3333FF"/>
      <inkml:brushProperty name="ignorePressure" value="1"/>
    </inkml:brush>
  </inkml:definitions>
  <inkml:trace contextRef="#ctx0" brushRef="#br0">567 353,'-12'-66,"7"29,-2 1,-1-1,-2 1,-10-24,19 56,-1-1,0 1,0-1,0 1,0 0,-1 0,1 0,-1 0,0 0,0 1,-1-1,1 1,-1 0,1 0,-1 0,0 1,0-1,0 1,-1 0,1 0,-1 0,1 1,-1-1,1 1,-1 0,0 1,1-1,-1 1,0 0,-1 0,-8 1,0 0,1 1,-1 1,1 0,0 1,0 1,0-1,0 2,1 0,0 1,0 0,-5 4,0 5,1 0,1 0,1 1,0 1,1 1,1 0,1 0,0 1,-2 8,-5 16,1 0,2 1,-5 30,15-45,1-1,1 1,2 0,1 0,2 17,0 20,-2-58,-1 3,1 0,0 0,1 0,0 0,1 0,0 0,1 0,0 0,1-1,0 0,4 7,-2-6,0 0,1 0,0-1,1 1,0-2,1 1,0-1,0 0,1-1,1 0,0-1,0 0,0-1,1 0,0-1,18 6,-16-6,0 0,0-1,0-1,1 0,-1-1,1-1,13 1,-23-2,1-1,-1 0,0 0,1 0,-1 0,0-1,1 0,-1 0,0-1,0 1,0-1,0 0,0 0,0-1,-1 1,1-1,-1 0,0-1,1 1,-1-1,0 0,19-26,-2-1,-1-1,-1 0,-2-2,13-33,-24 44,0-1,-2 1,-1-1,0 0,-2 0,-1 0,-1 0,-1-3,0-28,0-148,-42 77,24 80,17 37,0 1,0-1,-1 1,-1 0,1 0,-1 0,0 1,-1-1,0 1,0 1,-1-1,1 1,-1 0,-1 0,1 1,-1 0,0 1,0 0,0 0,-1 0,0 1,1 0,-10-1,10 5,1 1,-1 0,1 1,0-1,0 1,0 1,0-1,0 1,1 0,0 1,0 0,0 0,0 0,1 1,0-1,-1 2,-9 7,-30 29,0-1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17.11.2025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17.11.2025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3311.png"/><Relationship Id="rId18" Type="http://schemas.openxmlformats.org/officeDocument/2006/relationships/customXml" Target="../ink/ink9.xml"/><Relationship Id="rId3" Type="http://schemas.openxmlformats.org/officeDocument/2006/relationships/image" Target="../media/image2810.png"/><Relationship Id="rId21" Type="http://schemas.openxmlformats.org/officeDocument/2006/relationships/image" Target="../media/image37.png"/><Relationship Id="rId7" Type="http://schemas.openxmlformats.org/officeDocument/2006/relationships/image" Target="../media/image3011.png"/><Relationship Id="rId12" Type="http://schemas.openxmlformats.org/officeDocument/2006/relationships/customXml" Target="../ink/ink6.xml"/><Relationship Id="rId17" Type="http://schemas.openxmlformats.org/officeDocument/2006/relationships/image" Target="../media/image3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3211.png"/><Relationship Id="rId5" Type="http://schemas.openxmlformats.org/officeDocument/2006/relationships/image" Target="../media/image2910.png"/><Relationship Id="rId15" Type="http://schemas.openxmlformats.org/officeDocument/2006/relationships/image" Target="../media/image3411.png"/><Relationship Id="rId10" Type="http://schemas.openxmlformats.org/officeDocument/2006/relationships/customXml" Target="../ink/ink5.xml"/><Relationship Id="rId19" Type="http://schemas.openxmlformats.org/officeDocument/2006/relationships/image" Target="../media/image36.png"/><Relationship Id="rId4" Type="http://schemas.openxmlformats.org/officeDocument/2006/relationships/customXml" Target="../ink/ink2.xml"/><Relationship Id="rId9" Type="http://schemas.openxmlformats.org/officeDocument/2006/relationships/image" Target="../media/image3111.png"/><Relationship Id="rId1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1.png"/><Relationship Id="rId21" Type="http://schemas.openxmlformats.org/officeDocument/2006/relationships/image" Target="../media/image47.png"/><Relationship Id="rId42" Type="http://schemas.openxmlformats.org/officeDocument/2006/relationships/customXml" Target="../ink/ink31.xml"/><Relationship Id="rId63" Type="http://schemas.openxmlformats.org/officeDocument/2006/relationships/image" Target="../media/image137.png"/><Relationship Id="rId84" Type="http://schemas.openxmlformats.org/officeDocument/2006/relationships/customXml" Target="../ink/ink52.xml"/><Relationship Id="rId16" Type="http://schemas.openxmlformats.org/officeDocument/2006/relationships/customXml" Target="../ink/ink18.xml"/><Relationship Id="rId107" Type="http://schemas.openxmlformats.org/officeDocument/2006/relationships/image" Target="../media/image256.png"/><Relationship Id="rId11" Type="http://schemas.openxmlformats.org/officeDocument/2006/relationships/image" Target="../media/image42.png"/><Relationship Id="rId32" Type="http://schemas.openxmlformats.org/officeDocument/2006/relationships/customXml" Target="../ink/ink26.xml"/><Relationship Id="rId37" Type="http://schemas.openxmlformats.org/officeDocument/2006/relationships/image" Target="../media/image55.png"/><Relationship Id="rId53" Type="http://schemas.openxmlformats.org/officeDocument/2006/relationships/image" Target="../media/image122.png"/><Relationship Id="rId58" Type="http://schemas.openxmlformats.org/officeDocument/2006/relationships/customXml" Target="../ink/ink39.xml"/><Relationship Id="rId74" Type="http://schemas.openxmlformats.org/officeDocument/2006/relationships/customXml" Target="../ink/ink47.xml"/><Relationship Id="rId79" Type="http://schemas.openxmlformats.org/officeDocument/2006/relationships/image" Target="../media/image201.png"/><Relationship Id="rId102" Type="http://schemas.openxmlformats.org/officeDocument/2006/relationships/customXml" Target="../ink/ink61.xml"/><Relationship Id="rId123" Type="http://schemas.openxmlformats.org/officeDocument/2006/relationships/image" Target="../media/image264.png"/><Relationship Id="rId128" Type="http://schemas.openxmlformats.org/officeDocument/2006/relationships/customXml" Target="../ink/ink74.xml"/><Relationship Id="rId5" Type="http://schemas.openxmlformats.org/officeDocument/2006/relationships/image" Target="../media/image39.png"/><Relationship Id="rId90" Type="http://schemas.openxmlformats.org/officeDocument/2006/relationships/customXml" Target="../ink/ink55.xml"/><Relationship Id="rId95" Type="http://schemas.openxmlformats.org/officeDocument/2006/relationships/image" Target="../media/image249.png"/><Relationship Id="rId22" Type="http://schemas.openxmlformats.org/officeDocument/2006/relationships/customXml" Target="../ink/ink21.xml"/><Relationship Id="rId27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customXml" Target="../ink/ink34.xml"/><Relationship Id="rId64" Type="http://schemas.openxmlformats.org/officeDocument/2006/relationships/customXml" Target="../ink/ink42.xml"/><Relationship Id="rId69" Type="http://schemas.openxmlformats.org/officeDocument/2006/relationships/image" Target="../media/image196.png"/><Relationship Id="rId113" Type="http://schemas.openxmlformats.org/officeDocument/2006/relationships/image" Target="../media/image259.png"/><Relationship Id="rId118" Type="http://schemas.openxmlformats.org/officeDocument/2006/relationships/customXml" Target="../ink/ink69.xml"/><Relationship Id="rId134" Type="http://schemas.openxmlformats.org/officeDocument/2006/relationships/customXml" Target="../ink/ink77.xml"/><Relationship Id="rId80" Type="http://schemas.openxmlformats.org/officeDocument/2006/relationships/customXml" Target="../ink/ink50.xml"/><Relationship Id="rId85" Type="http://schemas.openxmlformats.org/officeDocument/2006/relationships/image" Target="../media/image244.png"/><Relationship Id="rId12" Type="http://schemas.openxmlformats.org/officeDocument/2006/relationships/customXml" Target="../ink/ink16.xml"/><Relationship Id="rId17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customXml" Target="../ink/ink29.xml"/><Relationship Id="rId59" Type="http://schemas.openxmlformats.org/officeDocument/2006/relationships/image" Target="../media/image135.png"/><Relationship Id="rId103" Type="http://schemas.openxmlformats.org/officeDocument/2006/relationships/image" Target="../media/image253.png"/><Relationship Id="rId108" Type="http://schemas.openxmlformats.org/officeDocument/2006/relationships/customXml" Target="../ink/ink64.xml"/><Relationship Id="rId124" Type="http://schemas.openxmlformats.org/officeDocument/2006/relationships/customXml" Target="../ink/ink72.xml"/><Relationship Id="rId129" Type="http://schemas.openxmlformats.org/officeDocument/2006/relationships/image" Target="../media/image267.png"/><Relationship Id="rId54" Type="http://schemas.openxmlformats.org/officeDocument/2006/relationships/customXml" Target="../ink/ink37.xml"/><Relationship Id="rId70" Type="http://schemas.openxmlformats.org/officeDocument/2006/relationships/customXml" Target="../ink/ink45.xml"/><Relationship Id="rId75" Type="http://schemas.openxmlformats.org/officeDocument/2006/relationships/image" Target="../media/image199.png"/><Relationship Id="rId91" Type="http://schemas.openxmlformats.org/officeDocument/2006/relationships/image" Target="../media/image247.png"/><Relationship Id="rId96" Type="http://schemas.openxmlformats.org/officeDocument/2006/relationships/customXml" Target="../ink/ink5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23" Type="http://schemas.openxmlformats.org/officeDocument/2006/relationships/image" Target="../media/image48.png"/><Relationship Id="rId28" Type="http://schemas.openxmlformats.org/officeDocument/2006/relationships/customXml" Target="../ink/ink24.xml"/><Relationship Id="rId49" Type="http://schemas.openxmlformats.org/officeDocument/2006/relationships/image" Target="../media/image62.png"/><Relationship Id="rId114" Type="http://schemas.openxmlformats.org/officeDocument/2006/relationships/customXml" Target="../ink/ink67.xml"/><Relationship Id="rId119" Type="http://schemas.openxmlformats.org/officeDocument/2006/relationships/image" Target="../media/image262.png"/><Relationship Id="rId44" Type="http://schemas.openxmlformats.org/officeDocument/2006/relationships/customXml" Target="../ink/ink32.xml"/><Relationship Id="rId60" Type="http://schemas.openxmlformats.org/officeDocument/2006/relationships/customXml" Target="../ink/ink40.xml"/><Relationship Id="rId65" Type="http://schemas.openxmlformats.org/officeDocument/2006/relationships/image" Target="../media/image194.png"/><Relationship Id="rId81" Type="http://schemas.openxmlformats.org/officeDocument/2006/relationships/image" Target="../media/image202.png"/><Relationship Id="rId86" Type="http://schemas.openxmlformats.org/officeDocument/2006/relationships/customXml" Target="../ink/ink53.xml"/><Relationship Id="rId130" Type="http://schemas.openxmlformats.org/officeDocument/2006/relationships/customXml" Target="../ink/ink75.xml"/><Relationship Id="rId135" Type="http://schemas.openxmlformats.org/officeDocument/2006/relationships/image" Target="../media/image306.png"/><Relationship Id="rId13" Type="http://schemas.openxmlformats.org/officeDocument/2006/relationships/image" Target="../media/image43.png"/><Relationship Id="rId18" Type="http://schemas.openxmlformats.org/officeDocument/2006/relationships/customXml" Target="../ink/ink19.xml"/><Relationship Id="rId39" Type="http://schemas.openxmlformats.org/officeDocument/2006/relationships/image" Target="../media/image56.png"/><Relationship Id="rId109" Type="http://schemas.openxmlformats.org/officeDocument/2006/relationships/image" Target="../media/image257.png"/><Relationship Id="rId34" Type="http://schemas.openxmlformats.org/officeDocument/2006/relationships/customXml" Target="../ink/ink27.xml"/><Relationship Id="rId50" Type="http://schemas.openxmlformats.org/officeDocument/2006/relationships/customXml" Target="../ink/ink35.xml"/><Relationship Id="rId55" Type="http://schemas.openxmlformats.org/officeDocument/2006/relationships/image" Target="../media/image133.png"/><Relationship Id="rId76" Type="http://schemas.openxmlformats.org/officeDocument/2006/relationships/customXml" Target="../ink/ink48.xml"/><Relationship Id="rId97" Type="http://schemas.openxmlformats.org/officeDocument/2006/relationships/image" Target="../media/image250.png"/><Relationship Id="rId104" Type="http://schemas.openxmlformats.org/officeDocument/2006/relationships/customXml" Target="../ink/ink62.xml"/><Relationship Id="rId120" Type="http://schemas.openxmlformats.org/officeDocument/2006/relationships/customXml" Target="../ink/ink70.xml"/><Relationship Id="rId125" Type="http://schemas.openxmlformats.org/officeDocument/2006/relationships/image" Target="../media/image265.png"/><Relationship Id="rId7" Type="http://schemas.openxmlformats.org/officeDocument/2006/relationships/image" Target="../media/image40.png"/><Relationship Id="rId71" Type="http://schemas.openxmlformats.org/officeDocument/2006/relationships/image" Target="../media/image197.png"/><Relationship Id="rId92" Type="http://schemas.openxmlformats.org/officeDocument/2006/relationships/customXml" Target="../ink/ink56.xml"/><Relationship Id="rId2" Type="http://schemas.openxmlformats.org/officeDocument/2006/relationships/customXml" Target="../ink/ink11.xml"/><Relationship Id="rId29" Type="http://schemas.openxmlformats.org/officeDocument/2006/relationships/image" Target="../media/image51.png"/><Relationship Id="rId24" Type="http://schemas.openxmlformats.org/officeDocument/2006/relationships/customXml" Target="../ink/ink22.xml"/><Relationship Id="rId40" Type="http://schemas.openxmlformats.org/officeDocument/2006/relationships/customXml" Target="../ink/ink30.xml"/><Relationship Id="rId45" Type="http://schemas.openxmlformats.org/officeDocument/2006/relationships/image" Target="../media/image60.png"/><Relationship Id="rId66" Type="http://schemas.openxmlformats.org/officeDocument/2006/relationships/customXml" Target="../ink/ink43.xml"/><Relationship Id="rId87" Type="http://schemas.openxmlformats.org/officeDocument/2006/relationships/image" Target="../media/image245.png"/><Relationship Id="rId110" Type="http://schemas.openxmlformats.org/officeDocument/2006/relationships/customXml" Target="../ink/ink65.xml"/><Relationship Id="rId115" Type="http://schemas.openxmlformats.org/officeDocument/2006/relationships/image" Target="../media/image260.png"/><Relationship Id="rId131" Type="http://schemas.openxmlformats.org/officeDocument/2006/relationships/image" Target="../media/image268.png"/><Relationship Id="rId61" Type="http://schemas.openxmlformats.org/officeDocument/2006/relationships/image" Target="../media/image136.png"/><Relationship Id="rId82" Type="http://schemas.openxmlformats.org/officeDocument/2006/relationships/customXml" Target="../ink/ink51.xml"/><Relationship Id="rId19" Type="http://schemas.openxmlformats.org/officeDocument/2006/relationships/image" Target="../media/image46.png"/><Relationship Id="rId14" Type="http://schemas.openxmlformats.org/officeDocument/2006/relationships/customXml" Target="../ink/ink17.xml"/><Relationship Id="rId30" Type="http://schemas.openxmlformats.org/officeDocument/2006/relationships/customXml" Target="../ink/ink25.xml"/><Relationship Id="rId35" Type="http://schemas.openxmlformats.org/officeDocument/2006/relationships/image" Target="../media/image54.png"/><Relationship Id="rId56" Type="http://schemas.openxmlformats.org/officeDocument/2006/relationships/customXml" Target="../ink/ink38.xml"/><Relationship Id="rId77" Type="http://schemas.openxmlformats.org/officeDocument/2006/relationships/image" Target="../media/image200.png"/><Relationship Id="rId100" Type="http://schemas.openxmlformats.org/officeDocument/2006/relationships/customXml" Target="../ink/ink60.xml"/><Relationship Id="rId105" Type="http://schemas.openxmlformats.org/officeDocument/2006/relationships/image" Target="../media/image255.png"/><Relationship Id="rId126" Type="http://schemas.openxmlformats.org/officeDocument/2006/relationships/customXml" Target="../ink/ink73.xml"/><Relationship Id="rId8" Type="http://schemas.openxmlformats.org/officeDocument/2006/relationships/customXml" Target="../ink/ink14.xml"/><Relationship Id="rId51" Type="http://schemas.openxmlformats.org/officeDocument/2006/relationships/image" Target="../media/image63.png"/><Relationship Id="rId72" Type="http://schemas.openxmlformats.org/officeDocument/2006/relationships/customXml" Target="../ink/ink46.xml"/><Relationship Id="rId93" Type="http://schemas.openxmlformats.org/officeDocument/2006/relationships/image" Target="../media/image248.png"/><Relationship Id="rId98" Type="http://schemas.openxmlformats.org/officeDocument/2006/relationships/customXml" Target="../ink/ink59.xml"/><Relationship Id="rId121" Type="http://schemas.openxmlformats.org/officeDocument/2006/relationships/image" Target="../media/image263.png"/><Relationship Id="rId3" Type="http://schemas.openxmlformats.org/officeDocument/2006/relationships/image" Target="../media/image38.png"/><Relationship Id="rId25" Type="http://schemas.openxmlformats.org/officeDocument/2006/relationships/image" Target="../media/image49.png"/><Relationship Id="rId46" Type="http://schemas.openxmlformats.org/officeDocument/2006/relationships/customXml" Target="../ink/ink33.xml"/><Relationship Id="rId67" Type="http://schemas.openxmlformats.org/officeDocument/2006/relationships/image" Target="../media/image195.png"/><Relationship Id="rId116" Type="http://schemas.openxmlformats.org/officeDocument/2006/relationships/customXml" Target="../ink/ink68.xml"/><Relationship Id="rId20" Type="http://schemas.openxmlformats.org/officeDocument/2006/relationships/customXml" Target="../ink/ink20.xml"/><Relationship Id="rId41" Type="http://schemas.openxmlformats.org/officeDocument/2006/relationships/image" Target="../media/image57.png"/><Relationship Id="rId62" Type="http://schemas.openxmlformats.org/officeDocument/2006/relationships/customXml" Target="../ink/ink41.xml"/><Relationship Id="rId83" Type="http://schemas.openxmlformats.org/officeDocument/2006/relationships/image" Target="../media/image243.png"/><Relationship Id="rId88" Type="http://schemas.openxmlformats.org/officeDocument/2006/relationships/customXml" Target="../ink/ink54.xml"/><Relationship Id="rId111" Type="http://schemas.openxmlformats.org/officeDocument/2006/relationships/image" Target="../media/image258.png"/><Relationship Id="rId132" Type="http://schemas.openxmlformats.org/officeDocument/2006/relationships/customXml" Target="../ink/ink76.xml"/><Relationship Id="rId15" Type="http://schemas.openxmlformats.org/officeDocument/2006/relationships/image" Target="../media/image44.png"/><Relationship Id="rId36" Type="http://schemas.openxmlformats.org/officeDocument/2006/relationships/customXml" Target="../ink/ink28.xml"/><Relationship Id="rId57" Type="http://schemas.openxmlformats.org/officeDocument/2006/relationships/image" Target="../media/image134.png"/><Relationship Id="rId106" Type="http://schemas.openxmlformats.org/officeDocument/2006/relationships/customXml" Target="../ink/ink63.xml"/><Relationship Id="rId127" Type="http://schemas.openxmlformats.org/officeDocument/2006/relationships/image" Target="../media/image266.png"/><Relationship Id="rId10" Type="http://schemas.openxmlformats.org/officeDocument/2006/relationships/customXml" Target="../ink/ink15.xml"/><Relationship Id="rId31" Type="http://schemas.openxmlformats.org/officeDocument/2006/relationships/image" Target="../media/image52.png"/><Relationship Id="rId52" Type="http://schemas.openxmlformats.org/officeDocument/2006/relationships/customXml" Target="../ink/ink36.xml"/><Relationship Id="rId73" Type="http://schemas.openxmlformats.org/officeDocument/2006/relationships/image" Target="../media/image198.png"/><Relationship Id="rId78" Type="http://schemas.openxmlformats.org/officeDocument/2006/relationships/customXml" Target="../ink/ink49.xml"/><Relationship Id="rId94" Type="http://schemas.openxmlformats.org/officeDocument/2006/relationships/customXml" Target="../ink/ink57.xml"/><Relationship Id="rId99" Type="http://schemas.openxmlformats.org/officeDocument/2006/relationships/image" Target="../media/image251.png"/><Relationship Id="rId101" Type="http://schemas.openxmlformats.org/officeDocument/2006/relationships/image" Target="../media/image252.png"/><Relationship Id="rId122" Type="http://schemas.openxmlformats.org/officeDocument/2006/relationships/customXml" Target="../ink/ink71.xml"/><Relationship Id="rId4" Type="http://schemas.openxmlformats.org/officeDocument/2006/relationships/customXml" Target="../ink/ink12.xml"/><Relationship Id="rId9" Type="http://schemas.openxmlformats.org/officeDocument/2006/relationships/image" Target="../media/image41.png"/><Relationship Id="rId26" Type="http://schemas.openxmlformats.org/officeDocument/2006/relationships/customXml" Target="../ink/ink23.xml"/><Relationship Id="rId47" Type="http://schemas.openxmlformats.org/officeDocument/2006/relationships/image" Target="../media/image61.png"/><Relationship Id="rId68" Type="http://schemas.openxmlformats.org/officeDocument/2006/relationships/customXml" Target="../ink/ink44.xml"/><Relationship Id="rId89" Type="http://schemas.openxmlformats.org/officeDocument/2006/relationships/image" Target="../media/image246.png"/><Relationship Id="rId112" Type="http://schemas.openxmlformats.org/officeDocument/2006/relationships/customXml" Target="../ink/ink66.xml"/><Relationship Id="rId133" Type="http://schemas.openxmlformats.org/officeDocument/2006/relationships/image" Target="../media/image2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0.xml"/><Relationship Id="rId13" Type="http://schemas.openxmlformats.org/officeDocument/2006/relationships/image" Target="../media/image397.png"/><Relationship Id="rId3" Type="http://schemas.openxmlformats.org/officeDocument/2006/relationships/customXml" Target="../ink/ink78.xml"/><Relationship Id="rId7" Type="http://schemas.openxmlformats.org/officeDocument/2006/relationships/image" Target="../media/image394.png"/><Relationship Id="rId12" Type="http://schemas.openxmlformats.org/officeDocument/2006/relationships/customXml" Target="../ink/ink82.xml"/><Relationship Id="rId17" Type="http://schemas.openxmlformats.org/officeDocument/2006/relationships/image" Target="../media/image399.png"/><Relationship Id="rId2" Type="http://schemas.openxmlformats.org/officeDocument/2006/relationships/image" Target="../media/image3.png"/><Relationship Id="rId16" Type="http://schemas.openxmlformats.org/officeDocument/2006/relationships/customXml" Target="../ink/ink8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9.xml"/><Relationship Id="rId11" Type="http://schemas.openxmlformats.org/officeDocument/2006/relationships/image" Target="../media/image396.png"/><Relationship Id="rId5" Type="http://schemas.openxmlformats.org/officeDocument/2006/relationships/image" Target="../media/image4.png"/><Relationship Id="rId15" Type="http://schemas.openxmlformats.org/officeDocument/2006/relationships/image" Target="../media/image398.png"/><Relationship Id="rId10" Type="http://schemas.openxmlformats.org/officeDocument/2006/relationships/customXml" Target="../ink/ink81.xml"/><Relationship Id="rId4" Type="http://schemas.openxmlformats.org/officeDocument/2006/relationships/image" Target="../media/image318.png"/><Relationship Id="rId9" Type="http://schemas.openxmlformats.org/officeDocument/2006/relationships/image" Target="../media/image395.png"/><Relationship Id="rId14" Type="http://schemas.openxmlformats.org/officeDocument/2006/relationships/customXml" Target="../ink/ink8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8.xml"/><Relationship Id="rId13" Type="http://schemas.openxmlformats.org/officeDocument/2006/relationships/image" Target="../media/image2650.png"/><Relationship Id="rId18" Type="http://schemas.openxmlformats.org/officeDocument/2006/relationships/customXml" Target="../ink/ink93.xml"/><Relationship Id="rId3" Type="http://schemas.openxmlformats.org/officeDocument/2006/relationships/image" Target="../media/image2600.png"/><Relationship Id="rId21" Type="http://schemas.openxmlformats.org/officeDocument/2006/relationships/image" Target="../media/image2690.png"/><Relationship Id="rId7" Type="http://schemas.openxmlformats.org/officeDocument/2006/relationships/image" Target="../media/image2620.png"/><Relationship Id="rId12" Type="http://schemas.openxmlformats.org/officeDocument/2006/relationships/customXml" Target="../ink/ink90.xml"/><Relationship Id="rId17" Type="http://schemas.openxmlformats.org/officeDocument/2006/relationships/image" Target="../media/image2670.png"/><Relationship Id="rId25" Type="http://schemas.openxmlformats.org/officeDocument/2006/relationships/image" Target="../media/image2710.png"/><Relationship Id="rId2" Type="http://schemas.openxmlformats.org/officeDocument/2006/relationships/customXml" Target="../ink/ink85.xml"/><Relationship Id="rId16" Type="http://schemas.openxmlformats.org/officeDocument/2006/relationships/customXml" Target="../ink/ink92.xml"/><Relationship Id="rId20" Type="http://schemas.openxmlformats.org/officeDocument/2006/relationships/customXml" Target="../ink/ink9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7.xml"/><Relationship Id="rId11" Type="http://schemas.openxmlformats.org/officeDocument/2006/relationships/image" Target="../media/image2640.png"/><Relationship Id="rId24" Type="http://schemas.openxmlformats.org/officeDocument/2006/relationships/customXml" Target="../ink/ink96.xml"/><Relationship Id="rId5" Type="http://schemas.openxmlformats.org/officeDocument/2006/relationships/image" Target="../media/image2610.png"/><Relationship Id="rId15" Type="http://schemas.openxmlformats.org/officeDocument/2006/relationships/image" Target="../media/image2660.png"/><Relationship Id="rId23" Type="http://schemas.openxmlformats.org/officeDocument/2006/relationships/image" Target="../media/image2700.png"/><Relationship Id="rId10" Type="http://schemas.openxmlformats.org/officeDocument/2006/relationships/customXml" Target="../ink/ink89.xml"/><Relationship Id="rId19" Type="http://schemas.openxmlformats.org/officeDocument/2006/relationships/image" Target="../media/image2680.png"/><Relationship Id="rId4" Type="http://schemas.openxmlformats.org/officeDocument/2006/relationships/customXml" Target="../ink/ink86.xml"/><Relationship Id="rId9" Type="http://schemas.openxmlformats.org/officeDocument/2006/relationships/image" Target="../media/image2630.png"/><Relationship Id="rId14" Type="http://schemas.openxmlformats.org/officeDocument/2006/relationships/customXml" Target="../ink/ink91.xml"/><Relationship Id="rId22" Type="http://schemas.openxmlformats.org/officeDocument/2006/relationships/customXml" Target="../ink/ink9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0.xml"/><Relationship Id="rId13" Type="http://schemas.openxmlformats.org/officeDocument/2006/relationships/image" Target="../media/image2880.png"/><Relationship Id="rId3" Type="http://schemas.openxmlformats.org/officeDocument/2006/relationships/image" Target="../media/image2830.png"/><Relationship Id="rId7" Type="http://schemas.openxmlformats.org/officeDocument/2006/relationships/image" Target="../media/image2850.png"/><Relationship Id="rId12" Type="http://schemas.openxmlformats.org/officeDocument/2006/relationships/customXml" Target="../ink/ink102.xml"/><Relationship Id="rId17" Type="http://schemas.openxmlformats.org/officeDocument/2006/relationships/image" Target="../media/image2900.png"/><Relationship Id="rId2" Type="http://schemas.openxmlformats.org/officeDocument/2006/relationships/customXml" Target="../ink/ink97.xml"/><Relationship Id="rId16" Type="http://schemas.openxmlformats.org/officeDocument/2006/relationships/customXml" Target="../ink/ink10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9.xml"/><Relationship Id="rId11" Type="http://schemas.openxmlformats.org/officeDocument/2006/relationships/image" Target="../media/image2870.png"/><Relationship Id="rId5" Type="http://schemas.openxmlformats.org/officeDocument/2006/relationships/image" Target="../media/image2840.png"/><Relationship Id="rId15" Type="http://schemas.openxmlformats.org/officeDocument/2006/relationships/image" Target="../media/image2890.png"/><Relationship Id="rId10" Type="http://schemas.openxmlformats.org/officeDocument/2006/relationships/customXml" Target="../ink/ink101.xml"/><Relationship Id="rId4" Type="http://schemas.openxmlformats.org/officeDocument/2006/relationships/customXml" Target="../ink/ink98.xml"/><Relationship Id="rId9" Type="http://schemas.openxmlformats.org/officeDocument/2006/relationships/image" Target="../media/image2860.png"/><Relationship Id="rId14" Type="http://schemas.openxmlformats.org/officeDocument/2006/relationships/customXml" Target="../ink/ink10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6.xml"/><Relationship Id="rId21" Type="http://schemas.openxmlformats.org/officeDocument/2006/relationships/image" Target="../media/image3030.png"/><Relationship Id="rId42" Type="http://schemas.openxmlformats.org/officeDocument/2006/relationships/customXml" Target="../ink/ink124.xml"/><Relationship Id="rId47" Type="http://schemas.openxmlformats.org/officeDocument/2006/relationships/image" Target="../media/image941.png"/><Relationship Id="rId63" Type="http://schemas.openxmlformats.org/officeDocument/2006/relationships/image" Target="../media/image3230.png"/><Relationship Id="rId68" Type="http://schemas.openxmlformats.org/officeDocument/2006/relationships/customXml" Target="../ink/ink137.xml"/><Relationship Id="rId84" Type="http://schemas.openxmlformats.org/officeDocument/2006/relationships/customXml" Target="../ink/ink145.xml"/><Relationship Id="rId16" Type="http://schemas.openxmlformats.org/officeDocument/2006/relationships/customXml" Target="../ink/ink111.xml"/><Relationship Id="rId11" Type="http://schemas.openxmlformats.org/officeDocument/2006/relationships/image" Target="../media/image2980.png"/><Relationship Id="rId32" Type="http://schemas.openxmlformats.org/officeDocument/2006/relationships/customXml" Target="../ink/ink119.xml"/><Relationship Id="rId37" Type="http://schemas.openxmlformats.org/officeDocument/2006/relationships/image" Target="../media/image3110.png"/><Relationship Id="rId53" Type="http://schemas.openxmlformats.org/officeDocument/2006/relationships/image" Target="../media/image3180.png"/><Relationship Id="rId58" Type="http://schemas.openxmlformats.org/officeDocument/2006/relationships/customXml" Target="../ink/ink132.xml"/><Relationship Id="rId74" Type="http://schemas.openxmlformats.org/officeDocument/2006/relationships/customXml" Target="../ink/ink140.xml"/><Relationship Id="rId79" Type="http://schemas.openxmlformats.org/officeDocument/2006/relationships/image" Target="../media/image3310.png"/><Relationship Id="rId5" Type="http://schemas.openxmlformats.org/officeDocument/2006/relationships/image" Target="../media/image2950.png"/><Relationship Id="rId19" Type="http://schemas.openxmlformats.org/officeDocument/2006/relationships/image" Target="../media/image3020.png"/><Relationship Id="rId14" Type="http://schemas.openxmlformats.org/officeDocument/2006/relationships/customXml" Target="../ink/ink110.xml"/><Relationship Id="rId22" Type="http://schemas.openxmlformats.org/officeDocument/2006/relationships/customXml" Target="../ink/ink114.xml"/><Relationship Id="rId27" Type="http://schemas.openxmlformats.org/officeDocument/2006/relationships/image" Target="../media/image3060.png"/><Relationship Id="rId30" Type="http://schemas.openxmlformats.org/officeDocument/2006/relationships/customXml" Target="../ink/ink118.xml"/><Relationship Id="rId35" Type="http://schemas.openxmlformats.org/officeDocument/2006/relationships/image" Target="../media/image3100.png"/><Relationship Id="rId43" Type="http://schemas.openxmlformats.org/officeDocument/2006/relationships/image" Target="../media/image3140.png"/><Relationship Id="rId48" Type="http://schemas.openxmlformats.org/officeDocument/2006/relationships/customXml" Target="../ink/ink127.xml"/><Relationship Id="rId56" Type="http://schemas.openxmlformats.org/officeDocument/2006/relationships/customXml" Target="../ink/ink131.xml"/><Relationship Id="rId64" Type="http://schemas.openxmlformats.org/officeDocument/2006/relationships/customXml" Target="../ink/ink135.xml"/><Relationship Id="rId69" Type="http://schemas.openxmlformats.org/officeDocument/2006/relationships/image" Target="../media/image3260.png"/><Relationship Id="rId77" Type="http://schemas.openxmlformats.org/officeDocument/2006/relationships/image" Target="../media/image3300.png"/><Relationship Id="rId8" Type="http://schemas.openxmlformats.org/officeDocument/2006/relationships/customXml" Target="../ink/ink107.xml"/><Relationship Id="rId51" Type="http://schemas.openxmlformats.org/officeDocument/2006/relationships/image" Target="../media/image3170.png"/><Relationship Id="rId72" Type="http://schemas.openxmlformats.org/officeDocument/2006/relationships/customXml" Target="../ink/ink139.xml"/><Relationship Id="rId80" Type="http://schemas.openxmlformats.org/officeDocument/2006/relationships/customXml" Target="../ink/ink143.xml"/><Relationship Id="rId85" Type="http://schemas.openxmlformats.org/officeDocument/2006/relationships/image" Target="../media/image3340.png"/><Relationship Id="rId3" Type="http://schemas.openxmlformats.org/officeDocument/2006/relationships/image" Target="../media/image13.png"/><Relationship Id="rId12" Type="http://schemas.openxmlformats.org/officeDocument/2006/relationships/customXml" Target="../ink/ink109.xml"/><Relationship Id="rId17" Type="http://schemas.openxmlformats.org/officeDocument/2006/relationships/image" Target="../media/image3010.png"/><Relationship Id="rId25" Type="http://schemas.openxmlformats.org/officeDocument/2006/relationships/image" Target="../media/image3050.png"/><Relationship Id="rId33" Type="http://schemas.openxmlformats.org/officeDocument/2006/relationships/image" Target="../media/image3090.png"/><Relationship Id="rId38" Type="http://schemas.openxmlformats.org/officeDocument/2006/relationships/customXml" Target="../ink/ink122.xml"/><Relationship Id="rId46" Type="http://schemas.openxmlformats.org/officeDocument/2006/relationships/customXml" Target="../ink/ink126.xml"/><Relationship Id="rId59" Type="http://schemas.openxmlformats.org/officeDocument/2006/relationships/image" Target="../media/image3210.png"/><Relationship Id="rId67" Type="http://schemas.openxmlformats.org/officeDocument/2006/relationships/image" Target="../media/image3250.png"/><Relationship Id="rId20" Type="http://schemas.openxmlformats.org/officeDocument/2006/relationships/customXml" Target="../ink/ink113.xml"/><Relationship Id="rId41" Type="http://schemas.openxmlformats.org/officeDocument/2006/relationships/image" Target="../media/image3130.png"/><Relationship Id="rId54" Type="http://schemas.openxmlformats.org/officeDocument/2006/relationships/customXml" Target="../ink/ink130.xml"/><Relationship Id="rId62" Type="http://schemas.openxmlformats.org/officeDocument/2006/relationships/customXml" Target="../ink/ink134.xml"/><Relationship Id="rId70" Type="http://schemas.openxmlformats.org/officeDocument/2006/relationships/customXml" Target="../ink/ink138.xml"/><Relationship Id="rId75" Type="http://schemas.openxmlformats.org/officeDocument/2006/relationships/image" Target="../media/image3290.png"/><Relationship Id="rId83" Type="http://schemas.openxmlformats.org/officeDocument/2006/relationships/image" Target="../media/image33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.xml"/><Relationship Id="rId15" Type="http://schemas.openxmlformats.org/officeDocument/2006/relationships/image" Target="../media/image3000.png"/><Relationship Id="rId23" Type="http://schemas.openxmlformats.org/officeDocument/2006/relationships/image" Target="../media/image3040.png"/><Relationship Id="rId28" Type="http://schemas.openxmlformats.org/officeDocument/2006/relationships/customXml" Target="../ink/ink117.xml"/><Relationship Id="rId36" Type="http://schemas.openxmlformats.org/officeDocument/2006/relationships/customXml" Target="../ink/ink121.xml"/><Relationship Id="rId49" Type="http://schemas.openxmlformats.org/officeDocument/2006/relationships/image" Target="../media/image3160.png"/><Relationship Id="rId57" Type="http://schemas.openxmlformats.org/officeDocument/2006/relationships/image" Target="../media/image3200.png"/><Relationship Id="rId10" Type="http://schemas.openxmlformats.org/officeDocument/2006/relationships/customXml" Target="../ink/ink108.xml"/><Relationship Id="rId31" Type="http://schemas.openxmlformats.org/officeDocument/2006/relationships/image" Target="../media/image3080.png"/><Relationship Id="rId44" Type="http://schemas.openxmlformats.org/officeDocument/2006/relationships/customXml" Target="../ink/ink125.xml"/><Relationship Id="rId52" Type="http://schemas.openxmlformats.org/officeDocument/2006/relationships/customXml" Target="../ink/ink129.xml"/><Relationship Id="rId60" Type="http://schemas.openxmlformats.org/officeDocument/2006/relationships/customXml" Target="../ink/ink133.xml"/><Relationship Id="rId65" Type="http://schemas.openxmlformats.org/officeDocument/2006/relationships/image" Target="../media/image3240.png"/><Relationship Id="rId73" Type="http://schemas.openxmlformats.org/officeDocument/2006/relationships/image" Target="../media/image3280.png"/><Relationship Id="rId78" Type="http://schemas.openxmlformats.org/officeDocument/2006/relationships/customXml" Target="../ink/ink142.xml"/><Relationship Id="rId81" Type="http://schemas.openxmlformats.org/officeDocument/2006/relationships/image" Target="../media/image3320.png"/><Relationship Id="rId4" Type="http://schemas.openxmlformats.org/officeDocument/2006/relationships/customXml" Target="../ink/ink105.xml"/><Relationship Id="rId9" Type="http://schemas.openxmlformats.org/officeDocument/2006/relationships/image" Target="../media/image2970.png"/><Relationship Id="rId13" Type="http://schemas.openxmlformats.org/officeDocument/2006/relationships/image" Target="../media/image2990.png"/><Relationship Id="rId18" Type="http://schemas.openxmlformats.org/officeDocument/2006/relationships/customXml" Target="../ink/ink112.xml"/><Relationship Id="rId39" Type="http://schemas.openxmlformats.org/officeDocument/2006/relationships/image" Target="../media/image3120.png"/><Relationship Id="rId34" Type="http://schemas.openxmlformats.org/officeDocument/2006/relationships/customXml" Target="../ink/ink120.xml"/><Relationship Id="rId50" Type="http://schemas.openxmlformats.org/officeDocument/2006/relationships/customXml" Target="../ink/ink128.xml"/><Relationship Id="rId55" Type="http://schemas.openxmlformats.org/officeDocument/2006/relationships/image" Target="../media/image3190.png"/><Relationship Id="rId76" Type="http://schemas.openxmlformats.org/officeDocument/2006/relationships/customXml" Target="../ink/ink141.xml"/><Relationship Id="rId7" Type="http://schemas.openxmlformats.org/officeDocument/2006/relationships/image" Target="../media/image2960.png"/><Relationship Id="rId71" Type="http://schemas.openxmlformats.org/officeDocument/2006/relationships/image" Target="../media/image3270.png"/><Relationship Id="rId2" Type="http://schemas.openxmlformats.org/officeDocument/2006/relationships/image" Target="../media/image12.png"/><Relationship Id="rId29" Type="http://schemas.openxmlformats.org/officeDocument/2006/relationships/image" Target="../media/image3070.png"/><Relationship Id="rId24" Type="http://schemas.openxmlformats.org/officeDocument/2006/relationships/customXml" Target="../ink/ink115.xml"/><Relationship Id="rId40" Type="http://schemas.openxmlformats.org/officeDocument/2006/relationships/customXml" Target="../ink/ink123.xml"/><Relationship Id="rId45" Type="http://schemas.openxmlformats.org/officeDocument/2006/relationships/image" Target="../media/image3150.png"/><Relationship Id="rId66" Type="http://schemas.openxmlformats.org/officeDocument/2006/relationships/customXml" Target="../ink/ink136.xml"/><Relationship Id="rId61" Type="http://schemas.openxmlformats.org/officeDocument/2006/relationships/image" Target="../media/image3220.png"/><Relationship Id="rId82" Type="http://schemas.openxmlformats.org/officeDocument/2006/relationships/customXml" Target="../ink/ink14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7.xml"/><Relationship Id="rId13" Type="http://schemas.openxmlformats.org/officeDocument/2006/relationships/image" Target="../media/image3610.png"/><Relationship Id="rId18" Type="http://schemas.openxmlformats.org/officeDocument/2006/relationships/customXml" Target="../ink/ink152.xml"/><Relationship Id="rId3" Type="http://schemas.openxmlformats.org/officeDocument/2006/relationships/image" Target="../media/image13.png"/><Relationship Id="rId21" Type="http://schemas.openxmlformats.org/officeDocument/2006/relationships/image" Target="../media/image3650.png"/><Relationship Id="rId7" Type="http://schemas.openxmlformats.org/officeDocument/2006/relationships/image" Target="../media/image3580.png"/><Relationship Id="rId12" Type="http://schemas.openxmlformats.org/officeDocument/2006/relationships/customXml" Target="../ink/ink149.xml"/><Relationship Id="rId17" Type="http://schemas.openxmlformats.org/officeDocument/2006/relationships/image" Target="../media/image3630.png"/><Relationship Id="rId25" Type="http://schemas.openxmlformats.org/officeDocument/2006/relationships/image" Target="../media/image3670.png"/><Relationship Id="rId2" Type="http://schemas.openxmlformats.org/officeDocument/2006/relationships/image" Target="../media/image12.png"/><Relationship Id="rId16" Type="http://schemas.openxmlformats.org/officeDocument/2006/relationships/customXml" Target="../ink/ink151.xml"/><Relationship Id="rId20" Type="http://schemas.openxmlformats.org/officeDocument/2006/relationships/customXml" Target="../ink/ink15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6.xml"/><Relationship Id="rId11" Type="http://schemas.openxmlformats.org/officeDocument/2006/relationships/image" Target="../media/image3600.png"/><Relationship Id="rId24" Type="http://schemas.openxmlformats.org/officeDocument/2006/relationships/customXml" Target="../ink/ink155.xml"/><Relationship Id="rId5" Type="http://schemas.openxmlformats.org/officeDocument/2006/relationships/image" Target="../media/image15.png"/><Relationship Id="rId15" Type="http://schemas.openxmlformats.org/officeDocument/2006/relationships/image" Target="../media/image3620.png"/><Relationship Id="rId23" Type="http://schemas.openxmlformats.org/officeDocument/2006/relationships/image" Target="../media/image3660.png"/><Relationship Id="rId10" Type="http://schemas.openxmlformats.org/officeDocument/2006/relationships/customXml" Target="../ink/ink148.xml"/><Relationship Id="rId19" Type="http://schemas.openxmlformats.org/officeDocument/2006/relationships/image" Target="../media/image3640.png"/><Relationship Id="rId4" Type="http://schemas.openxmlformats.org/officeDocument/2006/relationships/image" Target="../media/image14.png"/><Relationship Id="rId9" Type="http://schemas.openxmlformats.org/officeDocument/2006/relationships/image" Target="../media/image3590.png"/><Relationship Id="rId14" Type="http://schemas.openxmlformats.org/officeDocument/2006/relationships/customXml" Target="../ink/ink150.xml"/><Relationship Id="rId22" Type="http://schemas.openxmlformats.org/officeDocument/2006/relationships/customXml" Target="../ink/ink154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90.png"/><Relationship Id="rId18" Type="http://schemas.openxmlformats.org/officeDocument/2006/relationships/customXml" Target="../ink/ink164.xml"/><Relationship Id="rId26" Type="http://schemas.openxmlformats.org/officeDocument/2006/relationships/customXml" Target="../ink/ink168.xml"/><Relationship Id="rId39" Type="http://schemas.openxmlformats.org/officeDocument/2006/relationships/image" Target="../media/image3520.png"/><Relationship Id="rId21" Type="http://schemas.openxmlformats.org/officeDocument/2006/relationships/image" Target="../media/image3430.png"/><Relationship Id="rId34" Type="http://schemas.openxmlformats.org/officeDocument/2006/relationships/customXml" Target="../ink/ink172.xml"/><Relationship Id="rId42" Type="http://schemas.openxmlformats.org/officeDocument/2006/relationships/customXml" Target="../ink/ink176.xml"/><Relationship Id="rId7" Type="http://schemas.openxmlformats.org/officeDocument/2006/relationships/image" Target="../media/image3360.png"/><Relationship Id="rId2" Type="http://schemas.openxmlformats.org/officeDocument/2006/relationships/customXml" Target="../ink/ink156.xml"/><Relationship Id="rId16" Type="http://schemas.openxmlformats.org/officeDocument/2006/relationships/customXml" Target="../ink/ink163.xml"/><Relationship Id="rId29" Type="http://schemas.openxmlformats.org/officeDocument/2006/relationships/image" Target="../media/image347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8.xml"/><Relationship Id="rId11" Type="http://schemas.openxmlformats.org/officeDocument/2006/relationships/image" Target="../media/image3380.png"/><Relationship Id="rId24" Type="http://schemas.openxmlformats.org/officeDocument/2006/relationships/customXml" Target="../ink/ink167.xml"/><Relationship Id="rId32" Type="http://schemas.openxmlformats.org/officeDocument/2006/relationships/customXml" Target="../ink/ink171.xml"/><Relationship Id="rId37" Type="http://schemas.openxmlformats.org/officeDocument/2006/relationships/image" Target="../media/image3510.png"/><Relationship Id="rId40" Type="http://schemas.openxmlformats.org/officeDocument/2006/relationships/customXml" Target="../ink/ink175.xml"/><Relationship Id="rId45" Type="http://schemas.openxmlformats.org/officeDocument/2006/relationships/image" Target="../media/image3550.png"/><Relationship Id="rId5" Type="http://schemas.openxmlformats.org/officeDocument/2006/relationships/image" Target="../media/image3350.png"/><Relationship Id="rId15" Type="http://schemas.openxmlformats.org/officeDocument/2006/relationships/image" Target="../media/image3400.png"/><Relationship Id="rId23" Type="http://schemas.openxmlformats.org/officeDocument/2006/relationships/image" Target="../media/image3440.png"/><Relationship Id="rId28" Type="http://schemas.openxmlformats.org/officeDocument/2006/relationships/customXml" Target="../ink/ink169.xml"/><Relationship Id="rId36" Type="http://schemas.openxmlformats.org/officeDocument/2006/relationships/customXml" Target="../ink/ink173.xml"/><Relationship Id="rId10" Type="http://schemas.openxmlformats.org/officeDocument/2006/relationships/customXml" Target="../ink/ink160.xml"/><Relationship Id="rId19" Type="http://schemas.openxmlformats.org/officeDocument/2006/relationships/image" Target="../media/image3420.png"/><Relationship Id="rId31" Type="http://schemas.openxmlformats.org/officeDocument/2006/relationships/image" Target="../media/image3480.png"/><Relationship Id="rId44" Type="http://schemas.openxmlformats.org/officeDocument/2006/relationships/customXml" Target="../ink/ink177.xml"/><Relationship Id="rId4" Type="http://schemas.openxmlformats.org/officeDocument/2006/relationships/customXml" Target="../ink/ink157.xml"/><Relationship Id="rId9" Type="http://schemas.openxmlformats.org/officeDocument/2006/relationships/image" Target="../media/image3370.png"/><Relationship Id="rId14" Type="http://schemas.openxmlformats.org/officeDocument/2006/relationships/customXml" Target="../ink/ink162.xml"/><Relationship Id="rId22" Type="http://schemas.openxmlformats.org/officeDocument/2006/relationships/customXml" Target="../ink/ink166.xml"/><Relationship Id="rId27" Type="http://schemas.openxmlformats.org/officeDocument/2006/relationships/image" Target="../media/image3460.png"/><Relationship Id="rId30" Type="http://schemas.openxmlformats.org/officeDocument/2006/relationships/customXml" Target="../ink/ink170.xml"/><Relationship Id="rId35" Type="http://schemas.openxmlformats.org/officeDocument/2006/relationships/image" Target="../media/image3500.png"/><Relationship Id="rId43" Type="http://schemas.openxmlformats.org/officeDocument/2006/relationships/image" Target="../media/image3540.png"/><Relationship Id="rId8" Type="http://schemas.openxmlformats.org/officeDocument/2006/relationships/customXml" Target="../ink/ink159.xml"/><Relationship Id="rId3" Type="http://schemas.openxmlformats.org/officeDocument/2006/relationships/image" Target="../media/image2770.png"/><Relationship Id="rId12" Type="http://schemas.openxmlformats.org/officeDocument/2006/relationships/customXml" Target="../ink/ink161.xml"/><Relationship Id="rId17" Type="http://schemas.openxmlformats.org/officeDocument/2006/relationships/image" Target="../media/image3410.png"/><Relationship Id="rId25" Type="http://schemas.openxmlformats.org/officeDocument/2006/relationships/image" Target="../media/image3450.png"/><Relationship Id="rId33" Type="http://schemas.openxmlformats.org/officeDocument/2006/relationships/image" Target="../media/image3490.png"/><Relationship Id="rId38" Type="http://schemas.openxmlformats.org/officeDocument/2006/relationships/customXml" Target="../ink/ink174.xml"/><Relationship Id="rId20" Type="http://schemas.openxmlformats.org/officeDocument/2006/relationships/customXml" Target="../ink/ink165.xml"/><Relationship Id="rId41" Type="http://schemas.openxmlformats.org/officeDocument/2006/relationships/image" Target="../media/image35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7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84.xml"/><Relationship Id="rId18" Type="http://schemas.openxmlformats.org/officeDocument/2006/relationships/image" Target="../media/image2210.png"/><Relationship Id="rId26" Type="http://schemas.openxmlformats.org/officeDocument/2006/relationships/image" Target="../media/image26100.png"/><Relationship Id="rId39" Type="http://schemas.openxmlformats.org/officeDocument/2006/relationships/customXml" Target="../ink/ink197.xml"/><Relationship Id="rId21" Type="http://schemas.openxmlformats.org/officeDocument/2006/relationships/customXml" Target="../ink/ink188.xml"/><Relationship Id="rId34" Type="http://schemas.openxmlformats.org/officeDocument/2006/relationships/image" Target="../media/image30100.png"/><Relationship Id="rId7" Type="http://schemas.openxmlformats.org/officeDocument/2006/relationships/customXml" Target="../ink/ink181.xml"/><Relationship Id="rId12" Type="http://schemas.openxmlformats.org/officeDocument/2006/relationships/image" Target="../media/image1910.png"/><Relationship Id="rId17" Type="http://schemas.openxmlformats.org/officeDocument/2006/relationships/customXml" Target="../ink/ink186.xml"/><Relationship Id="rId25" Type="http://schemas.openxmlformats.org/officeDocument/2006/relationships/customXml" Target="../ink/ink190.xml"/><Relationship Id="rId33" Type="http://schemas.openxmlformats.org/officeDocument/2006/relationships/customXml" Target="../ink/ink194.xml"/><Relationship Id="rId38" Type="http://schemas.openxmlformats.org/officeDocument/2006/relationships/image" Target="../media/image32100.png"/><Relationship Id="rId2" Type="http://schemas.openxmlformats.org/officeDocument/2006/relationships/image" Target="../media/image75.png"/><Relationship Id="rId16" Type="http://schemas.openxmlformats.org/officeDocument/2006/relationships/image" Target="../media/image2110.png"/><Relationship Id="rId20" Type="http://schemas.openxmlformats.org/officeDocument/2006/relationships/image" Target="../media/image2310.png"/><Relationship Id="rId29" Type="http://schemas.openxmlformats.org/officeDocument/2006/relationships/customXml" Target="../ink/ink19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0.png"/><Relationship Id="rId11" Type="http://schemas.openxmlformats.org/officeDocument/2006/relationships/customXml" Target="../ink/ink183.xml"/><Relationship Id="rId24" Type="http://schemas.openxmlformats.org/officeDocument/2006/relationships/image" Target="../media/image2510.png"/><Relationship Id="rId32" Type="http://schemas.openxmlformats.org/officeDocument/2006/relationships/image" Target="../media/image29100.png"/><Relationship Id="rId37" Type="http://schemas.openxmlformats.org/officeDocument/2006/relationships/customXml" Target="../ink/ink196.xml"/><Relationship Id="rId40" Type="http://schemas.openxmlformats.org/officeDocument/2006/relationships/image" Target="../media/image33100.png"/><Relationship Id="rId5" Type="http://schemas.openxmlformats.org/officeDocument/2006/relationships/customXml" Target="../ink/ink180.xml"/><Relationship Id="rId15" Type="http://schemas.openxmlformats.org/officeDocument/2006/relationships/customXml" Target="../ink/ink185.xml"/><Relationship Id="rId23" Type="http://schemas.openxmlformats.org/officeDocument/2006/relationships/customXml" Target="../ink/ink189.xml"/><Relationship Id="rId28" Type="http://schemas.openxmlformats.org/officeDocument/2006/relationships/image" Target="../media/image27100.png"/><Relationship Id="rId36" Type="http://schemas.openxmlformats.org/officeDocument/2006/relationships/image" Target="../media/image31100.png"/><Relationship Id="rId10" Type="http://schemas.openxmlformats.org/officeDocument/2006/relationships/image" Target="../media/image1810.png"/><Relationship Id="rId19" Type="http://schemas.openxmlformats.org/officeDocument/2006/relationships/customXml" Target="../ink/ink187.xml"/><Relationship Id="rId31" Type="http://schemas.openxmlformats.org/officeDocument/2006/relationships/customXml" Target="../ink/ink193.xml"/><Relationship Id="rId4" Type="http://schemas.openxmlformats.org/officeDocument/2006/relationships/image" Target="../media/image1510.png"/><Relationship Id="rId9" Type="http://schemas.openxmlformats.org/officeDocument/2006/relationships/customXml" Target="../ink/ink182.xml"/><Relationship Id="rId14" Type="http://schemas.openxmlformats.org/officeDocument/2006/relationships/image" Target="../media/image2010.png"/><Relationship Id="rId22" Type="http://schemas.openxmlformats.org/officeDocument/2006/relationships/image" Target="../media/image2410.png"/><Relationship Id="rId27" Type="http://schemas.openxmlformats.org/officeDocument/2006/relationships/customXml" Target="../ink/ink191.xml"/><Relationship Id="rId30" Type="http://schemas.openxmlformats.org/officeDocument/2006/relationships/image" Target="../media/image28100.png"/><Relationship Id="rId35" Type="http://schemas.openxmlformats.org/officeDocument/2006/relationships/customXml" Target="../ink/ink195.xml"/><Relationship Id="rId8" Type="http://schemas.openxmlformats.org/officeDocument/2006/relationships/image" Target="../media/image1710.png"/><Relationship Id="rId3" Type="http://schemas.openxmlformats.org/officeDocument/2006/relationships/customXml" Target="../ink/ink179.xml"/></Relationships>
</file>

<file path=ppt/slides/_rels/slide4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0.xml"/><Relationship Id="rId21" Type="http://schemas.openxmlformats.org/officeDocument/2006/relationships/image" Target="../media/image430.png"/><Relationship Id="rId42" Type="http://schemas.openxmlformats.org/officeDocument/2006/relationships/customXml" Target="../ink/ink218.xml"/><Relationship Id="rId47" Type="http://schemas.openxmlformats.org/officeDocument/2006/relationships/image" Target="../media/image560.png"/><Relationship Id="rId63" Type="http://schemas.openxmlformats.org/officeDocument/2006/relationships/image" Target="../media/image640.png"/><Relationship Id="rId68" Type="http://schemas.openxmlformats.org/officeDocument/2006/relationships/customXml" Target="../ink/ink231.xml"/><Relationship Id="rId16" Type="http://schemas.openxmlformats.org/officeDocument/2006/relationships/customXml" Target="../ink/ink205.xml"/><Relationship Id="rId11" Type="http://schemas.openxmlformats.org/officeDocument/2006/relationships/image" Target="../media/image382.png"/><Relationship Id="rId32" Type="http://schemas.openxmlformats.org/officeDocument/2006/relationships/customXml" Target="../ink/ink213.xml"/><Relationship Id="rId37" Type="http://schemas.openxmlformats.org/officeDocument/2006/relationships/image" Target="../media/image510.png"/><Relationship Id="rId53" Type="http://schemas.openxmlformats.org/officeDocument/2006/relationships/image" Target="../media/image590.png"/><Relationship Id="rId58" Type="http://schemas.openxmlformats.org/officeDocument/2006/relationships/customXml" Target="../ink/ink226.xml"/><Relationship Id="rId74" Type="http://schemas.openxmlformats.org/officeDocument/2006/relationships/customXml" Target="../ink/ink234.xml"/><Relationship Id="rId79" Type="http://schemas.openxmlformats.org/officeDocument/2006/relationships/image" Target="../media/image720.png"/><Relationship Id="rId5" Type="http://schemas.openxmlformats.org/officeDocument/2006/relationships/image" Target="../media/image35100.png"/><Relationship Id="rId61" Type="http://schemas.openxmlformats.org/officeDocument/2006/relationships/image" Target="../media/image630.png"/><Relationship Id="rId82" Type="http://schemas.openxmlformats.org/officeDocument/2006/relationships/customXml" Target="../ink/ink238.xml"/><Relationship Id="rId19" Type="http://schemas.openxmlformats.org/officeDocument/2006/relationships/image" Target="../media/image420.png"/><Relationship Id="rId14" Type="http://schemas.openxmlformats.org/officeDocument/2006/relationships/customXml" Target="../ink/ink204.xml"/><Relationship Id="rId22" Type="http://schemas.openxmlformats.org/officeDocument/2006/relationships/customXml" Target="../ink/ink208.xml"/><Relationship Id="rId27" Type="http://schemas.openxmlformats.org/officeDocument/2006/relationships/image" Target="../media/image460.png"/><Relationship Id="rId30" Type="http://schemas.openxmlformats.org/officeDocument/2006/relationships/customXml" Target="../ink/ink212.xml"/><Relationship Id="rId35" Type="http://schemas.openxmlformats.org/officeDocument/2006/relationships/image" Target="../media/image500.png"/><Relationship Id="rId43" Type="http://schemas.openxmlformats.org/officeDocument/2006/relationships/image" Target="../media/image540.png"/><Relationship Id="rId48" Type="http://schemas.openxmlformats.org/officeDocument/2006/relationships/customXml" Target="../ink/ink221.xml"/><Relationship Id="rId56" Type="http://schemas.openxmlformats.org/officeDocument/2006/relationships/customXml" Target="../ink/ink225.xml"/><Relationship Id="rId64" Type="http://schemas.openxmlformats.org/officeDocument/2006/relationships/customXml" Target="../ink/ink229.xml"/><Relationship Id="rId69" Type="http://schemas.openxmlformats.org/officeDocument/2006/relationships/image" Target="../media/image670.png"/><Relationship Id="rId77" Type="http://schemas.openxmlformats.org/officeDocument/2006/relationships/image" Target="../media/image710.png"/><Relationship Id="rId8" Type="http://schemas.openxmlformats.org/officeDocument/2006/relationships/customXml" Target="../ink/ink201.xml"/><Relationship Id="rId51" Type="http://schemas.openxmlformats.org/officeDocument/2006/relationships/image" Target="../media/image580.png"/><Relationship Id="rId72" Type="http://schemas.openxmlformats.org/officeDocument/2006/relationships/customXml" Target="../ink/ink233.xml"/><Relationship Id="rId80" Type="http://schemas.openxmlformats.org/officeDocument/2006/relationships/customXml" Target="../ink/ink237.xml"/><Relationship Id="rId3" Type="http://schemas.openxmlformats.org/officeDocument/2006/relationships/image" Target="../media/image34100.png"/><Relationship Id="rId12" Type="http://schemas.openxmlformats.org/officeDocument/2006/relationships/customXml" Target="../ink/ink203.xml"/><Relationship Id="rId17" Type="http://schemas.openxmlformats.org/officeDocument/2006/relationships/image" Target="../media/image410.png"/><Relationship Id="rId25" Type="http://schemas.openxmlformats.org/officeDocument/2006/relationships/image" Target="../media/image450.png"/><Relationship Id="rId33" Type="http://schemas.openxmlformats.org/officeDocument/2006/relationships/image" Target="../media/image490.png"/><Relationship Id="rId38" Type="http://schemas.openxmlformats.org/officeDocument/2006/relationships/customXml" Target="../ink/ink216.xml"/><Relationship Id="rId46" Type="http://schemas.openxmlformats.org/officeDocument/2006/relationships/customXml" Target="../ink/ink220.xml"/><Relationship Id="rId59" Type="http://schemas.openxmlformats.org/officeDocument/2006/relationships/image" Target="../media/image620.png"/><Relationship Id="rId67" Type="http://schemas.openxmlformats.org/officeDocument/2006/relationships/image" Target="../media/image660.png"/><Relationship Id="rId20" Type="http://schemas.openxmlformats.org/officeDocument/2006/relationships/customXml" Target="../ink/ink207.xml"/><Relationship Id="rId41" Type="http://schemas.openxmlformats.org/officeDocument/2006/relationships/image" Target="../media/image530.png"/><Relationship Id="rId54" Type="http://schemas.openxmlformats.org/officeDocument/2006/relationships/customXml" Target="../ink/ink224.xml"/><Relationship Id="rId62" Type="http://schemas.openxmlformats.org/officeDocument/2006/relationships/customXml" Target="../ink/ink228.xml"/><Relationship Id="rId70" Type="http://schemas.openxmlformats.org/officeDocument/2006/relationships/customXml" Target="../ink/ink232.xml"/><Relationship Id="rId75" Type="http://schemas.openxmlformats.org/officeDocument/2006/relationships/image" Target="../media/image700.png"/><Relationship Id="rId83" Type="http://schemas.openxmlformats.org/officeDocument/2006/relationships/image" Target="../media/image74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0.xml"/><Relationship Id="rId15" Type="http://schemas.openxmlformats.org/officeDocument/2006/relationships/image" Target="../media/image400.png"/><Relationship Id="rId23" Type="http://schemas.openxmlformats.org/officeDocument/2006/relationships/image" Target="../media/image440.png"/><Relationship Id="rId28" Type="http://schemas.openxmlformats.org/officeDocument/2006/relationships/customXml" Target="../ink/ink211.xml"/><Relationship Id="rId36" Type="http://schemas.openxmlformats.org/officeDocument/2006/relationships/customXml" Target="../ink/ink215.xml"/><Relationship Id="rId49" Type="http://schemas.openxmlformats.org/officeDocument/2006/relationships/image" Target="../media/image570.png"/><Relationship Id="rId57" Type="http://schemas.openxmlformats.org/officeDocument/2006/relationships/image" Target="../media/image610.png"/><Relationship Id="rId10" Type="http://schemas.openxmlformats.org/officeDocument/2006/relationships/customXml" Target="../ink/ink202.xml"/><Relationship Id="rId31" Type="http://schemas.openxmlformats.org/officeDocument/2006/relationships/image" Target="../media/image480.png"/><Relationship Id="rId44" Type="http://schemas.openxmlformats.org/officeDocument/2006/relationships/customXml" Target="../ink/ink219.xml"/><Relationship Id="rId52" Type="http://schemas.openxmlformats.org/officeDocument/2006/relationships/customXml" Target="../ink/ink223.xml"/><Relationship Id="rId60" Type="http://schemas.openxmlformats.org/officeDocument/2006/relationships/customXml" Target="../ink/ink227.xml"/><Relationship Id="rId65" Type="http://schemas.openxmlformats.org/officeDocument/2006/relationships/image" Target="../media/image650.png"/><Relationship Id="rId73" Type="http://schemas.openxmlformats.org/officeDocument/2006/relationships/image" Target="../media/image690.png"/><Relationship Id="rId78" Type="http://schemas.openxmlformats.org/officeDocument/2006/relationships/customXml" Target="../ink/ink236.xml"/><Relationship Id="rId81" Type="http://schemas.openxmlformats.org/officeDocument/2006/relationships/image" Target="../media/image730.png"/><Relationship Id="rId4" Type="http://schemas.openxmlformats.org/officeDocument/2006/relationships/customXml" Target="../ink/ink199.xml"/><Relationship Id="rId9" Type="http://schemas.openxmlformats.org/officeDocument/2006/relationships/image" Target="../media/image3710.png"/><Relationship Id="rId13" Type="http://schemas.openxmlformats.org/officeDocument/2006/relationships/image" Target="../media/image390.png"/><Relationship Id="rId18" Type="http://schemas.openxmlformats.org/officeDocument/2006/relationships/customXml" Target="../ink/ink206.xml"/><Relationship Id="rId39" Type="http://schemas.openxmlformats.org/officeDocument/2006/relationships/image" Target="../media/image520.png"/><Relationship Id="rId34" Type="http://schemas.openxmlformats.org/officeDocument/2006/relationships/customXml" Target="../ink/ink214.xml"/><Relationship Id="rId50" Type="http://schemas.openxmlformats.org/officeDocument/2006/relationships/customXml" Target="../ink/ink222.xml"/><Relationship Id="rId55" Type="http://schemas.openxmlformats.org/officeDocument/2006/relationships/image" Target="../media/image600.png"/><Relationship Id="rId76" Type="http://schemas.openxmlformats.org/officeDocument/2006/relationships/customXml" Target="../ink/ink235.xml"/><Relationship Id="rId7" Type="http://schemas.openxmlformats.org/officeDocument/2006/relationships/image" Target="../media/image36100.png"/><Relationship Id="rId71" Type="http://schemas.openxmlformats.org/officeDocument/2006/relationships/image" Target="../media/image680.png"/><Relationship Id="rId2" Type="http://schemas.openxmlformats.org/officeDocument/2006/relationships/customXml" Target="../ink/ink198.xml"/><Relationship Id="rId29" Type="http://schemas.openxmlformats.org/officeDocument/2006/relationships/image" Target="../media/image470.png"/><Relationship Id="rId24" Type="http://schemas.openxmlformats.org/officeDocument/2006/relationships/customXml" Target="../ink/ink209.xml"/><Relationship Id="rId40" Type="http://schemas.openxmlformats.org/officeDocument/2006/relationships/customXml" Target="../ink/ink217.xml"/><Relationship Id="rId45" Type="http://schemas.openxmlformats.org/officeDocument/2006/relationships/image" Target="../media/image550.png"/><Relationship Id="rId66" Type="http://schemas.openxmlformats.org/officeDocument/2006/relationships/customXml" Target="../ink/ink2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9.xm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7" Type="http://schemas.openxmlformats.org/officeDocument/2006/relationships/image" Target="../media/image76.png"/><Relationship Id="rId2" Type="http://schemas.openxmlformats.org/officeDocument/2006/relationships/customXml" Target="../ink/ink2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2.xml"/><Relationship Id="rId5" Type="http://schemas.openxmlformats.org/officeDocument/2006/relationships/image" Target="../media/image770.png"/><Relationship Id="rId4" Type="http://schemas.openxmlformats.org/officeDocument/2006/relationships/customXml" Target="../ink/ink2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7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 de studii: 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7         10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Noiembrie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ro-RO" sz="3200" b="1" dirty="0">
                <a:solidFill>
                  <a:srgbClr val="0000FF"/>
                </a:solidFill>
              </a:rPr>
              <a:t>202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Noțiuni introductive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Clasificarea registrelor;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Instrucțiuni de </a:t>
            </a:r>
            <a:r>
              <a:rPr lang="ro-RO" sz="2400" b="1" dirty="0" err="1"/>
              <a:t>shift</a:t>
            </a:r>
            <a:r>
              <a:rPr lang="ro-RO" sz="2400" b="1" dirty="0"/>
              <a:t>-are  specifice PLC: BSL, BSR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Aplicație – Lumină dinamică pe panoul PLC;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FIFO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LIFO</a:t>
            </a:r>
          </a:p>
          <a:p>
            <a:pPr marL="457200" indent="-457200">
              <a:buFontTx/>
              <a:buChar char="-"/>
            </a:pPr>
            <a:r>
              <a:rPr lang="ro-RO" sz="2400" b="1" dirty="0" err="1">
                <a:solidFill>
                  <a:srgbClr val="0000FF"/>
                </a:solidFill>
              </a:rPr>
              <a:t>Secvențiatoare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 err="1"/>
              <a:t>Secvențiatoare</a:t>
            </a:r>
            <a:r>
              <a:rPr lang="ro-RO" sz="2400" b="1" dirty="0"/>
              <a:t> mecanice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Aplicații de tip </a:t>
            </a:r>
            <a:r>
              <a:rPr lang="ro-RO" sz="2400" b="1" i="1" dirty="0"/>
              <a:t>Time </a:t>
            </a:r>
            <a:r>
              <a:rPr lang="ro-RO" sz="2400" b="1" i="1" dirty="0" err="1"/>
              <a:t>Driven</a:t>
            </a:r>
            <a:r>
              <a:rPr lang="ro-RO" sz="2400" b="1" i="1" dirty="0"/>
              <a:t> </a:t>
            </a:r>
            <a:r>
              <a:rPr lang="ro-RO" sz="2400" b="1" dirty="0"/>
              <a:t>– Semaforul electric </a:t>
            </a:r>
            <a:r>
              <a:rPr lang="ro-RO" sz="2400" b="1" dirty="0">
                <a:solidFill>
                  <a:srgbClr val="FF0000"/>
                </a:solidFill>
              </a:rPr>
              <a:t>(vezi seminar)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5080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Noțiuni generale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2F3309B2-E750-4195-A9FA-A14BB438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108680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4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887C374D-3038-4371-9BC2-744B581BBD5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Noțiuni generale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1DDD820-13E4-46C0-BC7C-1CBDD922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15347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4FE93317-DF18-4963-8804-66DA08D0FCC1}"/>
                  </a:ext>
                </a:extLst>
              </p14:cNvPr>
              <p14:cNvContentPartPr/>
              <p14:nvPr/>
            </p14:nvContentPartPr>
            <p14:xfrm>
              <a:off x="975415" y="594391"/>
              <a:ext cx="11071529" cy="4785354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4FE93317-DF18-4963-8804-66DA08D0FC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7414" y="576391"/>
                <a:ext cx="11107170" cy="4820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19A9568C-7941-4728-A2E4-61F06B9BE290}"/>
                  </a:ext>
                </a:extLst>
              </p14:cNvPr>
              <p14:cNvContentPartPr/>
              <p14:nvPr/>
            </p14:nvContentPartPr>
            <p14:xfrm>
              <a:off x="3209043" y="5637209"/>
              <a:ext cx="439101" cy="568375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19A9568C-7941-4728-A2E4-61F06B9BE2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91047" y="5619211"/>
                <a:ext cx="474733" cy="604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09390451-5A7E-4ED7-B2F1-BD566A4443CE}"/>
                  </a:ext>
                </a:extLst>
              </p14:cNvPr>
              <p14:cNvContentPartPr/>
              <p14:nvPr/>
            </p14:nvContentPartPr>
            <p14:xfrm>
              <a:off x="3952245" y="5646697"/>
              <a:ext cx="350019" cy="283848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09390451-5A7E-4ED7-B2F1-BD566A4443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4240" y="5628686"/>
                <a:ext cx="385669" cy="319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B259795E-C47C-4F06-93FF-CD87038ACE73}"/>
                  </a:ext>
                </a:extLst>
              </p14:cNvPr>
              <p14:cNvContentPartPr/>
              <p14:nvPr/>
            </p14:nvContentPartPr>
            <p14:xfrm>
              <a:off x="7031147" y="5548153"/>
              <a:ext cx="2560957" cy="339192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B259795E-C47C-4F06-93FF-CD87038ACE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13148" y="5530168"/>
                <a:ext cx="2596596" cy="374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B5B8BB07-6842-4188-B454-376CCC7D99FB}"/>
                  </a:ext>
                </a:extLst>
              </p14:cNvPr>
              <p14:cNvContentPartPr/>
              <p14:nvPr/>
            </p14:nvContentPartPr>
            <p14:xfrm>
              <a:off x="3361869" y="6371171"/>
              <a:ext cx="514156" cy="352094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B5B8BB07-6842-4188-B454-376CCC7D99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43866" y="6353170"/>
                <a:ext cx="549801" cy="387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D88E8DA5-1B73-4C70-A258-EEC0A1AA46D1}"/>
                  </a:ext>
                </a:extLst>
              </p14:cNvPr>
              <p14:cNvContentPartPr/>
              <p14:nvPr/>
            </p14:nvContentPartPr>
            <p14:xfrm>
              <a:off x="4166427" y="6260775"/>
              <a:ext cx="349317" cy="28249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D88E8DA5-1B73-4C70-A258-EEC0A1AA46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48421" y="6242782"/>
                <a:ext cx="384969" cy="318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03C10005-7001-42E4-8A80-308A8B52914E}"/>
                  </a:ext>
                </a:extLst>
              </p14:cNvPr>
              <p14:cNvContentPartPr/>
              <p14:nvPr/>
            </p14:nvContentPartPr>
            <p14:xfrm>
              <a:off x="7103951" y="6178583"/>
              <a:ext cx="795433" cy="244802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03C10005-7001-42E4-8A80-308A8B52914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85947" y="6160583"/>
                <a:ext cx="831082" cy="280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6672C050-077E-462F-9B62-9C9E075FF417}"/>
                  </a:ext>
                </a:extLst>
              </p14:cNvPr>
              <p14:cNvContentPartPr/>
              <p14:nvPr/>
            </p14:nvContentPartPr>
            <p14:xfrm>
              <a:off x="4849135" y="5589669"/>
              <a:ext cx="1592970" cy="1075635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6672C050-077E-462F-9B62-9C9E075FF41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31131" y="5571670"/>
                <a:ext cx="1628617" cy="11112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80A707EF-45C5-45FF-98EE-6E7646C0B8CC}"/>
                  </a:ext>
                </a:extLst>
              </p14:cNvPr>
              <p14:cNvContentPartPr/>
              <p14:nvPr/>
            </p14:nvContentPartPr>
            <p14:xfrm>
              <a:off x="8853693" y="6152855"/>
              <a:ext cx="882412" cy="253969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80A707EF-45C5-45FF-98EE-6E7646C0B8C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35685" y="6134869"/>
                <a:ext cx="918069" cy="289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8224CBCC-87B0-4E9A-B7A4-161268E4FA16}"/>
                  </a:ext>
                </a:extLst>
              </p14:cNvPr>
              <p14:cNvContentPartPr/>
              <p14:nvPr/>
            </p14:nvContentPartPr>
            <p14:xfrm>
              <a:off x="8155383" y="6220761"/>
              <a:ext cx="477681" cy="156184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8224CBCC-87B0-4E9A-B7A4-161268E4FA1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37384" y="6202726"/>
                <a:ext cx="513318" cy="191894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Dreptunghi 12">
            <a:extLst>
              <a:ext uri="{FF2B5EF4-FFF2-40B4-BE49-F238E27FC236}">
                <a16:creationId xmlns:a16="http://schemas.microsoft.com/office/drawing/2014/main" id="{D7FB8354-C608-4ADB-BE80-890E0BA8F44C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Noțiuni generale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925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4B65409A-CF35-493F-8E6E-EE3C9F37CC01}"/>
                  </a:ext>
                </a:extLst>
              </p14:cNvPr>
              <p14:cNvContentPartPr/>
              <p14:nvPr/>
            </p14:nvContentPartPr>
            <p14:xfrm>
              <a:off x="854450" y="1677595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4B65409A-CF35-493F-8E6E-EE3C9F37CC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6450" y="165959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AC3E89C5-F6B4-4E8E-960C-BF68D7F8E975}"/>
                  </a:ext>
                </a:extLst>
              </p14:cNvPr>
              <p14:cNvContentPartPr/>
              <p14:nvPr/>
            </p14:nvContentPartPr>
            <p14:xfrm>
              <a:off x="870290" y="1063435"/>
              <a:ext cx="224280" cy="4417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AC3E89C5-F6B4-4E8E-960C-BF68D7F8E9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319" y="1045450"/>
                <a:ext cx="259863" cy="4773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92BD737C-6070-444D-A68C-68FAE3BFA586}"/>
                  </a:ext>
                </a:extLst>
              </p14:cNvPr>
              <p14:cNvContentPartPr/>
              <p14:nvPr/>
            </p14:nvContentPartPr>
            <p14:xfrm>
              <a:off x="1488050" y="1133635"/>
              <a:ext cx="395640" cy="3081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92BD737C-6070-444D-A68C-68FAE3BFA5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70050" y="1115656"/>
                <a:ext cx="431280" cy="3437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14CE4C4-2419-487A-BE0F-1F19696CC1C0}"/>
                  </a:ext>
                </a:extLst>
              </p14:cNvPr>
              <p14:cNvContentPartPr/>
              <p14:nvPr/>
            </p14:nvContentPartPr>
            <p14:xfrm>
              <a:off x="2255210" y="979555"/>
              <a:ext cx="2454840" cy="7588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14CE4C4-2419-487A-BE0F-1F19696CC1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37210" y="961555"/>
                <a:ext cx="2490480" cy="79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DD87DFA-1368-4913-80B2-10EBF74014C9}"/>
                  </a:ext>
                </a:extLst>
              </p14:cNvPr>
              <p14:cNvContentPartPr/>
              <p14:nvPr/>
            </p14:nvContentPartPr>
            <p14:xfrm>
              <a:off x="6448130" y="1996555"/>
              <a:ext cx="223920" cy="2268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DD87DFA-1368-4913-80B2-10EBF74014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30130" y="1978555"/>
                <a:ext cx="2595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0D105CE8-5525-4021-A52E-80B3A9B82021}"/>
                  </a:ext>
                </a:extLst>
              </p14:cNvPr>
              <p14:cNvContentPartPr/>
              <p14:nvPr/>
            </p14:nvContentPartPr>
            <p14:xfrm>
              <a:off x="5778530" y="1970995"/>
              <a:ext cx="519480" cy="4082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0D105CE8-5525-4021-A52E-80B3A9B8202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60530" y="1952979"/>
                <a:ext cx="555120" cy="443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852768DC-0429-4E03-9499-4219D097D6B2}"/>
                  </a:ext>
                </a:extLst>
              </p14:cNvPr>
              <p14:cNvContentPartPr/>
              <p14:nvPr/>
            </p14:nvContentPartPr>
            <p14:xfrm>
              <a:off x="4690250" y="2110315"/>
              <a:ext cx="462960" cy="3974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852768DC-0429-4E03-9499-4219D097D6B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72236" y="2092315"/>
                <a:ext cx="498628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0B692AF-266D-4A84-9467-CF125A4C42C7}"/>
                  </a:ext>
                </a:extLst>
              </p14:cNvPr>
              <p14:cNvContentPartPr/>
              <p14:nvPr/>
            </p14:nvContentPartPr>
            <p14:xfrm>
              <a:off x="6620210" y="1748515"/>
              <a:ext cx="159840" cy="1796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0B692AF-266D-4A84-9467-CF125A4C42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02169" y="1730551"/>
                <a:ext cx="195560" cy="215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2DEB510-E35E-4211-A582-7C332179E25F}"/>
                  </a:ext>
                </a:extLst>
              </p14:cNvPr>
              <p14:cNvContentPartPr/>
              <p14:nvPr/>
            </p14:nvContentPartPr>
            <p14:xfrm>
              <a:off x="6870410" y="2106715"/>
              <a:ext cx="20160" cy="39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2DEB510-E35E-4211-A582-7C332179E25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52083" y="2090215"/>
                <a:ext cx="56448" cy="36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7D76BF31-B99B-4682-A102-7763986408FB}"/>
                  </a:ext>
                </a:extLst>
              </p14:cNvPr>
              <p14:cNvContentPartPr/>
              <p14:nvPr/>
            </p14:nvContentPartPr>
            <p14:xfrm>
              <a:off x="6865730" y="2067115"/>
              <a:ext cx="233280" cy="244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7D76BF31-B99B-4682-A102-7763986408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47730" y="2049115"/>
                <a:ext cx="2689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54CFD48-0521-4A73-AD0F-0855C4A2BE0C}"/>
                  </a:ext>
                </a:extLst>
              </p14:cNvPr>
              <p14:cNvContentPartPr/>
              <p14:nvPr/>
            </p14:nvContentPartPr>
            <p14:xfrm>
              <a:off x="6956810" y="1970995"/>
              <a:ext cx="34560" cy="2408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54CFD48-0521-4A73-AD0F-0855C4A2BE0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38810" y="1952995"/>
                <a:ext cx="702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1F31509E-02D5-4FA7-BD0D-E86DB3B57352}"/>
                  </a:ext>
                </a:extLst>
              </p14:cNvPr>
              <p14:cNvContentPartPr/>
              <p14:nvPr/>
            </p14:nvContentPartPr>
            <p14:xfrm>
              <a:off x="11181770" y="1747795"/>
              <a:ext cx="160560" cy="1263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1F31509E-02D5-4FA7-BD0D-E86DB3B5735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163770" y="1729846"/>
                <a:ext cx="196200" cy="161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E51FDC7D-6667-4B28-AD9A-6C38A9EDE124}"/>
                  </a:ext>
                </a:extLst>
              </p14:cNvPr>
              <p14:cNvContentPartPr/>
              <p14:nvPr/>
            </p14:nvContentPartPr>
            <p14:xfrm>
              <a:off x="9757970" y="1941835"/>
              <a:ext cx="240480" cy="23760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E51FDC7D-6667-4B28-AD9A-6C38A9EDE12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739970" y="1923835"/>
                <a:ext cx="2761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98941E77-691A-4225-A28D-B0AD6A0FC633}"/>
                  </a:ext>
                </a:extLst>
              </p14:cNvPr>
              <p14:cNvContentPartPr/>
              <p14:nvPr/>
            </p14:nvContentPartPr>
            <p14:xfrm>
              <a:off x="10996730" y="1937155"/>
              <a:ext cx="202320" cy="23472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98941E77-691A-4225-A28D-B0AD6A0FC63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978762" y="1919155"/>
                <a:ext cx="237897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9D9A53C4-3D05-4786-8E67-D1F708204DBB}"/>
                  </a:ext>
                </a:extLst>
              </p14:cNvPr>
              <p14:cNvContentPartPr/>
              <p14:nvPr/>
            </p14:nvContentPartPr>
            <p14:xfrm>
              <a:off x="10245410" y="1908355"/>
              <a:ext cx="533160" cy="27900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9D9A53C4-3D05-4786-8E67-D1F708204DB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27410" y="1890355"/>
                <a:ext cx="5688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4F42FC55-9BFB-4531-AA1E-A7F87BE6A6DD}"/>
                  </a:ext>
                </a:extLst>
              </p14:cNvPr>
              <p14:cNvContentPartPr/>
              <p14:nvPr/>
            </p14:nvContentPartPr>
            <p14:xfrm>
              <a:off x="9368090" y="1707835"/>
              <a:ext cx="233640" cy="50976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4F42FC55-9BFB-4531-AA1E-A7F87BE6A6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50090" y="1689835"/>
                <a:ext cx="269280" cy="54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A492178A-686C-4A51-98E0-0BEC8E332444}"/>
                  </a:ext>
                </a:extLst>
              </p14:cNvPr>
              <p14:cNvContentPartPr/>
              <p14:nvPr/>
            </p14:nvContentPartPr>
            <p14:xfrm>
              <a:off x="8821970" y="1932475"/>
              <a:ext cx="455400" cy="36432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A492178A-686C-4A51-98E0-0BEC8E33244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03984" y="1914493"/>
                <a:ext cx="491012" cy="399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10FCED27-F9D7-4C95-A1ED-E61C7DC2A002}"/>
                  </a:ext>
                </a:extLst>
              </p14:cNvPr>
              <p14:cNvContentPartPr/>
              <p14:nvPr/>
            </p14:nvContentPartPr>
            <p14:xfrm>
              <a:off x="7325450" y="1736275"/>
              <a:ext cx="1324440" cy="57852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10FCED27-F9D7-4C95-A1ED-E61C7DC2A00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07455" y="1718275"/>
                <a:ext cx="136007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AF4F215C-D866-4733-8979-55E73B2BD636}"/>
                  </a:ext>
                </a:extLst>
              </p14:cNvPr>
              <p14:cNvContentPartPr/>
              <p14:nvPr/>
            </p14:nvContentPartPr>
            <p14:xfrm>
              <a:off x="1871450" y="2926075"/>
              <a:ext cx="561960" cy="24624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AF4F215C-D866-4733-8979-55E73B2BD63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53450" y="2908101"/>
                <a:ext cx="597600" cy="281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A0F6BCE2-5F64-4135-AC88-0FE9BE60F9F3}"/>
                  </a:ext>
                </a:extLst>
              </p14:cNvPr>
              <p14:cNvContentPartPr/>
              <p14:nvPr/>
            </p14:nvContentPartPr>
            <p14:xfrm>
              <a:off x="1600730" y="1947595"/>
              <a:ext cx="1343520" cy="7225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A0F6BCE2-5F64-4135-AC88-0FE9BE60F9F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582735" y="1929595"/>
                <a:ext cx="137915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5FF555A3-19BC-43FF-B013-42DEAA2C2036}"/>
                  </a:ext>
                </a:extLst>
              </p14:cNvPr>
              <p14:cNvContentPartPr/>
              <p14:nvPr/>
            </p14:nvContentPartPr>
            <p14:xfrm>
              <a:off x="3871970" y="2680555"/>
              <a:ext cx="605880" cy="28332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5FF555A3-19BC-43FF-B013-42DEAA2C203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853959" y="2662555"/>
                <a:ext cx="641541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F416E43B-AEA2-486A-8E63-B537ED54768E}"/>
                  </a:ext>
                </a:extLst>
              </p14:cNvPr>
              <p14:cNvContentPartPr/>
              <p14:nvPr/>
            </p14:nvContentPartPr>
            <p14:xfrm>
              <a:off x="3109850" y="1880635"/>
              <a:ext cx="1136520" cy="7304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F416E43B-AEA2-486A-8E63-B537ED54768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91850" y="1862635"/>
                <a:ext cx="1172160" cy="76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7F90FA33-6788-4F52-BB37-CA912AA45BC5}"/>
                  </a:ext>
                </a:extLst>
              </p14:cNvPr>
              <p14:cNvContentPartPr/>
              <p14:nvPr/>
            </p14:nvContentPartPr>
            <p14:xfrm>
              <a:off x="1524050" y="3886195"/>
              <a:ext cx="612360" cy="53208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7F90FA33-6788-4F52-BB37-CA912AA45BC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06050" y="3868195"/>
                <a:ext cx="64800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EA0DF667-96D3-432D-9572-3A8244F9DE4C}"/>
                  </a:ext>
                </a:extLst>
              </p14:cNvPr>
              <p14:cNvContentPartPr/>
              <p14:nvPr/>
            </p14:nvContentPartPr>
            <p14:xfrm>
              <a:off x="2630330" y="3837235"/>
              <a:ext cx="392040" cy="2984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EA0DF667-96D3-432D-9572-3A8244F9DE4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12330" y="3819235"/>
                <a:ext cx="42768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6575C8E4-3112-4D9D-BAAB-7BDDD24EAADE}"/>
                  </a:ext>
                </a:extLst>
              </p14:cNvPr>
              <p14:cNvContentPartPr/>
              <p14:nvPr/>
            </p14:nvContentPartPr>
            <p14:xfrm>
              <a:off x="738890" y="3828595"/>
              <a:ext cx="334440" cy="46584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6575C8E4-3112-4D9D-BAAB-7BDDD24EAAD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0890" y="3810609"/>
                <a:ext cx="370080" cy="501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44ED3C6E-385B-4B97-A59C-69F7FD6B4FD1}"/>
                  </a:ext>
                </a:extLst>
              </p14:cNvPr>
              <p14:cNvContentPartPr/>
              <p14:nvPr/>
            </p14:nvContentPartPr>
            <p14:xfrm>
              <a:off x="5489090" y="3799795"/>
              <a:ext cx="489600" cy="35532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44ED3C6E-385B-4B97-A59C-69F7FD6B4FD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71077" y="3781795"/>
                <a:ext cx="525266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94105CD8-F158-424D-86C5-0AA3A20D099C}"/>
                  </a:ext>
                </a:extLst>
              </p14:cNvPr>
              <p14:cNvContentPartPr/>
              <p14:nvPr/>
            </p14:nvContentPartPr>
            <p14:xfrm>
              <a:off x="6737570" y="3805555"/>
              <a:ext cx="287280" cy="24948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94105CD8-F158-424D-86C5-0AA3A20D099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19570" y="3787529"/>
                <a:ext cx="322920" cy="2851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D4B9C643-3D74-4C8C-9D8D-38F3578620BD}"/>
                  </a:ext>
                </a:extLst>
              </p14:cNvPr>
              <p14:cNvContentPartPr/>
              <p14:nvPr/>
            </p14:nvContentPartPr>
            <p14:xfrm>
              <a:off x="7502570" y="3759835"/>
              <a:ext cx="355320" cy="29988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D4B9C643-3D74-4C8C-9D8D-38F3578620B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84588" y="3741813"/>
                <a:ext cx="390924" cy="335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00624509-A7ED-4480-A2C2-EA6CBE222BC5}"/>
                  </a:ext>
                </a:extLst>
              </p14:cNvPr>
              <p14:cNvContentPartPr/>
              <p14:nvPr/>
            </p14:nvContentPartPr>
            <p14:xfrm>
              <a:off x="9819170" y="3714835"/>
              <a:ext cx="785520" cy="3085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00624509-A7ED-4480-A2C2-EA6CBE222BC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801178" y="3696856"/>
                <a:ext cx="821144" cy="344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1FDBE28E-8A4E-4A6A-BF75-E088F0EC04B0}"/>
                  </a:ext>
                </a:extLst>
              </p14:cNvPr>
              <p14:cNvContentPartPr/>
              <p14:nvPr/>
            </p14:nvContentPartPr>
            <p14:xfrm>
              <a:off x="9175850" y="3794755"/>
              <a:ext cx="513720" cy="22896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1FDBE28E-8A4E-4A6A-BF75-E088F0EC04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157850" y="3776755"/>
                <a:ext cx="54936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9FEF2B8A-D3D4-4A15-8D60-116AB02ED6A7}"/>
                  </a:ext>
                </a:extLst>
              </p14:cNvPr>
              <p14:cNvContentPartPr/>
              <p14:nvPr/>
            </p14:nvContentPartPr>
            <p14:xfrm>
              <a:off x="8339570" y="3770635"/>
              <a:ext cx="577440" cy="2998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9FEF2B8A-D3D4-4A15-8D60-116AB02ED6A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321581" y="3752635"/>
                <a:ext cx="613058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FAF9AB51-53BA-43E3-A6C1-884A0BE987A5}"/>
                  </a:ext>
                </a:extLst>
              </p14:cNvPr>
              <p14:cNvContentPartPr/>
              <p14:nvPr/>
            </p14:nvContentPartPr>
            <p14:xfrm>
              <a:off x="1549610" y="4665955"/>
              <a:ext cx="614880" cy="51768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FAF9AB51-53BA-43E3-A6C1-884A0BE987A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31610" y="4647968"/>
                <a:ext cx="650520" cy="553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93CC2994-8F58-43F5-ADBB-1C7666C5E9BA}"/>
                  </a:ext>
                </a:extLst>
              </p14:cNvPr>
              <p14:cNvContentPartPr/>
              <p14:nvPr/>
            </p14:nvContentPartPr>
            <p14:xfrm>
              <a:off x="2346650" y="4880515"/>
              <a:ext cx="12960" cy="216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93CC2994-8F58-43F5-ADBB-1C7666C5E9B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328650" y="4862515"/>
                <a:ext cx="48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D792C0CF-9DF6-453F-BEAD-4972407665A4}"/>
                  </a:ext>
                </a:extLst>
              </p14:cNvPr>
              <p14:cNvContentPartPr/>
              <p14:nvPr/>
            </p14:nvContentPartPr>
            <p14:xfrm>
              <a:off x="2778290" y="4521595"/>
              <a:ext cx="456840" cy="3351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D792C0CF-9DF6-453F-BEAD-4972407665A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760290" y="4503614"/>
                <a:ext cx="492480" cy="3707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144D26A2-0771-4FB3-B1E8-0555DB7D4F13}"/>
                  </a:ext>
                </a:extLst>
              </p14:cNvPr>
              <p14:cNvContentPartPr/>
              <p14:nvPr/>
            </p14:nvContentPartPr>
            <p14:xfrm>
              <a:off x="801530" y="4675315"/>
              <a:ext cx="323640" cy="57240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144D26A2-0771-4FB3-B1E8-0555DB7D4F1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3530" y="4657315"/>
                <a:ext cx="359280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213C62A7-2555-420F-A365-C27676D252B2}"/>
                  </a:ext>
                </a:extLst>
              </p14:cNvPr>
              <p14:cNvContentPartPr/>
              <p14:nvPr/>
            </p14:nvContentPartPr>
            <p14:xfrm>
              <a:off x="3487130" y="3691795"/>
              <a:ext cx="1794240" cy="149652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213C62A7-2555-420F-A365-C27676D252B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469126" y="3673799"/>
                <a:ext cx="1829887" cy="1532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298F4D0B-4D4A-481E-9791-A6AFAD136C55}"/>
                  </a:ext>
                </a:extLst>
              </p14:cNvPr>
              <p14:cNvContentPartPr/>
              <p14:nvPr/>
            </p14:nvContentPartPr>
            <p14:xfrm>
              <a:off x="6518690" y="4512955"/>
              <a:ext cx="424080" cy="31464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298F4D0B-4D4A-481E-9791-A6AFAD136C5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500705" y="4494955"/>
                <a:ext cx="45969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644EB456-34C7-4A68-A3D8-28FA4E8416BA}"/>
                  </a:ext>
                </a:extLst>
              </p14:cNvPr>
              <p14:cNvContentPartPr/>
              <p14:nvPr/>
            </p14:nvContentPartPr>
            <p14:xfrm>
              <a:off x="7593290" y="4456075"/>
              <a:ext cx="418320" cy="33840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644EB456-34C7-4A68-A3D8-28FA4E8416B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575290" y="4438075"/>
                <a:ext cx="4539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1A3B7DB5-A91D-4907-B1BC-94DEE5CCC253}"/>
                  </a:ext>
                </a:extLst>
              </p14:cNvPr>
              <p14:cNvContentPartPr/>
              <p14:nvPr/>
            </p14:nvContentPartPr>
            <p14:xfrm>
              <a:off x="9127250" y="4427275"/>
              <a:ext cx="204120" cy="29628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1A3B7DB5-A91D-4907-B1BC-94DEE5CCC25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109250" y="4409275"/>
                <a:ext cx="23976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B296ED21-AE04-4E31-A9E9-34E9AC55A2E6}"/>
                  </a:ext>
                </a:extLst>
              </p14:cNvPr>
              <p14:cNvContentPartPr/>
              <p14:nvPr/>
            </p14:nvContentPartPr>
            <p14:xfrm>
              <a:off x="11293370" y="4665955"/>
              <a:ext cx="360" cy="36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B296ED21-AE04-4E31-A9E9-34E9AC55A2E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275370" y="464795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0B3A3E1A-74B5-4389-9B64-C40FD99390E1}"/>
                  </a:ext>
                </a:extLst>
              </p14:cNvPr>
              <p14:cNvContentPartPr/>
              <p14:nvPr/>
            </p14:nvContentPartPr>
            <p14:xfrm>
              <a:off x="10309850" y="4358875"/>
              <a:ext cx="810000" cy="33732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0B3A3E1A-74B5-4389-9B64-C40FD99390E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91850" y="4340875"/>
                <a:ext cx="84564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22231720-8A86-4095-9347-263FB33C5FBD}"/>
                  </a:ext>
                </a:extLst>
              </p14:cNvPr>
              <p14:cNvContentPartPr/>
              <p14:nvPr/>
            </p14:nvContentPartPr>
            <p14:xfrm>
              <a:off x="9608570" y="4483075"/>
              <a:ext cx="546120" cy="22428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22231720-8A86-4095-9347-263FB33C5FB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590570" y="4465075"/>
                <a:ext cx="5817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C93C1710-B1B6-434E-8535-4970931A9734}"/>
                  </a:ext>
                </a:extLst>
              </p14:cNvPr>
              <p14:cNvContentPartPr/>
              <p14:nvPr/>
            </p14:nvContentPartPr>
            <p14:xfrm>
              <a:off x="8415530" y="4472275"/>
              <a:ext cx="514080" cy="26388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C93C1710-B1B6-434E-8535-4970931A973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397530" y="4454275"/>
                <a:ext cx="54972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9CA415F0-BBF7-4829-B623-3E05B15D3D06}"/>
                  </a:ext>
                </a:extLst>
              </p14:cNvPr>
              <p14:cNvContentPartPr/>
              <p14:nvPr/>
            </p14:nvContentPartPr>
            <p14:xfrm>
              <a:off x="5667290" y="4637155"/>
              <a:ext cx="451800" cy="25812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9CA415F0-BBF7-4829-B623-3E05B15D3D0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649290" y="4619155"/>
                <a:ext cx="4874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138A5006-D878-4CB5-B37D-D1268A11EFFB}"/>
                  </a:ext>
                </a:extLst>
              </p14:cNvPr>
              <p14:cNvContentPartPr/>
              <p14:nvPr/>
            </p14:nvContentPartPr>
            <p14:xfrm>
              <a:off x="1990610" y="3245395"/>
              <a:ext cx="2334960" cy="12204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138A5006-D878-4CB5-B37D-D1268A11EFF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72610" y="3209288"/>
                <a:ext cx="2370600" cy="1938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C072112A-A8B6-4300-9D0D-7D06E11A345A}"/>
                  </a:ext>
                </a:extLst>
              </p14:cNvPr>
              <p14:cNvContentPartPr/>
              <p14:nvPr/>
            </p14:nvContentPartPr>
            <p14:xfrm>
              <a:off x="3357530" y="3116155"/>
              <a:ext cx="610200" cy="55728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C072112A-A8B6-4300-9D0D-7D06E11A345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339530" y="3080132"/>
                <a:ext cx="645840" cy="6289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D6EE6EDD-3D62-420F-BC50-BCA108E967D9}"/>
                  </a:ext>
                </a:extLst>
              </p14:cNvPr>
              <p14:cNvContentPartPr/>
              <p14:nvPr/>
            </p14:nvContentPartPr>
            <p14:xfrm>
              <a:off x="4701410" y="3015715"/>
              <a:ext cx="752760" cy="39204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D6EE6EDD-3D62-420F-BC50-BCA108E967D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683410" y="2979715"/>
                <a:ext cx="78840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FE31AC69-098C-43B7-B88F-0ADB7A430D77}"/>
                  </a:ext>
                </a:extLst>
              </p14:cNvPr>
              <p14:cNvContentPartPr/>
              <p14:nvPr/>
            </p14:nvContentPartPr>
            <p14:xfrm>
              <a:off x="5433650" y="2834275"/>
              <a:ext cx="729000" cy="78552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FE31AC69-098C-43B7-B88F-0ADB7A430D7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15650" y="2798275"/>
                <a:ext cx="764640" cy="8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AB824DB4-3C94-4CED-9105-269D5B260799}"/>
                  </a:ext>
                </a:extLst>
              </p14:cNvPr>
              <p14:cNvContentPartPr/>
              <p14:nvPr/>
            </p14:nvContentPartPr>
            <p14:xfrm>
              <a:off x="6178490" y="3127675"/>
              <a:ext cx="344160" cy="16992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AB824DB4-3C94-4CED-9105-269D5B26079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160490" y="3091675"/>
                <a:ext cx="3798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9DF694C7-5D1C-45B5-836C-76FCACD2C548}"/>
                  </a:ext>
                </a:extLst>
              </p14:cNvPr>
              <p14:cNvContentPartPr/>
              <p14:nvPr/>
            </p14:nvContentPartPr>
            <p14:xfrm>
              <a:off x="7833050" y="2870635"/>
              <a:ext cx="20160" cy="29232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9DF694C7-5D1C-45B5-836C-76FCACD2C54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815050" y="2834635"/>
                <a:ext cx="5580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14446369-1BA0-4BBD-913F-A09FB89001F4}"/>
                  </a:ext>
                </a:extLst>
              </p14:cNvPr>
              <p14:cNvContentPartPr/>
              <p14:nvPr/>
            </p14:nvContentPartPr>
            <p14:xfrm>
              <a:off x="7756010" y="2860195"/>
              <a:ext cx="429840" cy="43128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14446369-1BA0-4BBD-913F-A09FB89001F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738025" y="2824195"/>
                <a:ext cx="46545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F6811AC7-ABEC-4D91-96AC-0AA57965D9FD}"/>
                  </a:ext>
                </a:extLst>
              </p14:cNvPr>
              <p14:cNvContentPartPr/>
              <p14:nvPr/>
            </p14:nvContentPartPr>
            <p14:xfrm>
              <a:off x="8342450" y="2836435"/>
              <a:ext cx="335520" cy="39780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F6811AC7-ABEC-4D91-96AC-0AA57965D9F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324450" y="2800435"/>
                <a:ext cx="37116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AE67CE9D-591D-4FB6-9A38-96C3E7645F62}"/>
                  </a:ext>
                </a:extLst>
              </p14:cNvPr>
              <p14:cNvContentPartPr/>
              <p14:nvPr/>
            </p14:nvContentPartPr>
            <p14:xfrm>
              <a:off x="7836290" y="3034435"/>
              <a:ext cx="170280" cy="6912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AE67CE9D-591D-4FB6-9A38-96C3E7645F6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818290" y="2998622"/>
                <a:ext cx="205920" cy="140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148F342C-F448-4DA2-B3E2-52FFA9CB050F}"/>
                  </a:ext>
                </a:extLst>
              </p14:cNvPr>
              <p14:cNvContentPartPr/>
              <p14:nvPr/>
            </p14:nvContentPartPr>
            <p14:xfrm>
              <a:off x="8872370" y="2832115"/>
              <a:ext cx="436680" cy="43416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148F342C-F448-4DA2-B3E2-52FFA9CB05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854370" y="2796115"/>
                <a:ext cx="47232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2FE5ADDC-CEBB-4D56-AD85-26B102A85ECD}"/>
                  </a:ext>
                </a:extLst>
              </p14:cNvPr>
              <p14:cNvContentPartPr/>
              <p14:nvPr/>
            </p14:nvContentPartPr>
            <p14:xfrm>
              <a:off x="1371770" y="1585795"/>
              <a:ext cx="2861640" cy="28476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2FE5ADDC-CEBB-4D56-AD85-26B102A85EC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353768" y="1549795"/>
                <a:ext cx="2897284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F3B8FA90-8BF1-4414-BCB7-03D995620A56}"/>
                  </a:ext>
                </a:extLst>
              </p14:cNvPr>
              <p14:cNvContentPartPr/>
              <p14:nvPr/>
            </p14:nvContentPartPr>
            <p14:xfrm>
              <a:off x="1403450" y="1860115"/>
              <a:ext cx="488160" cy="15552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F3B8FA90-8BF1-4414-BCB7-03D995620A5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385463" y="1824115"/>
                <a:ext cx="523774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F2C1B359-30AD-4B29-AD43-4D30E452000F}"/>
                  </a:ext>
                </a:extLst>
              </p14:cNvPr>
              <p14:cNvContentPartPr/>
              <p14:nvPr/>
            </p14:nvContentPartPr>
            <p14:xfrm>
              <a:off x="4911290" y="1275475"/>
              <a:ext cx="392400" cy="42156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F2C1B359-30AD-4B29-AD43-4D30E452000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893290" y="1239475"/>
                <a:ext cx="42804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22F858CB-437B-45AC-96F5-E36F08087496}"/>
                  </a:ext>
                </a:extLst>
              </p14:cNvPr>
              <p14:cNvContentPartPr/>
              <p14:nvPr/>
            </p14:nvContentPartPr>
            <p14:xfrm>
              <a:off x="5011010" y="1319035"/>
              <a:ext cx="366480" cy="6120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22F858CB-437B-45AC-96F5-E36F0808749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993028" y="1282822"/>
                <a:ext cx="402085" cy="133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9BF4EE0D-D8D5-46F3-871E-27B628B8691A}"/>
                  </a:ext>
                </a:extLst>
              </p14:cNvPr>
              <p14:cNvContentPartPr/>
              <p14:nvPr/>
            </p14:nvContentPartPr>
            <p14:xfrm>
              <a:off x="5361290" y="1521355"/>
              <a:ext cx="154440" cy="14400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9BF4EE0D-D8D5-46F3-871E-27B628B8691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343290" y="1485355"/>
                <a:ext cx="1900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6ACA6A7A-74B2-45E0-999D-D9EC8B962ABA}"/>
                  </a:ext>
                </a:extLst>
              </p14:cNvPr>
              <p14:cNvContentPartPr/>
              <p14:nvPr/>
            </p14:nvContentPartPr>
            <p14:xfrm>
              <a:off x="5417090" y="1412635"/>
              <a:ext cx="360" cy="36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6ACA6A7A-74B2-45E0-999D-D9EC8B962AB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99090" y="137663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200A895D-C93D-4D4B-8562-AB11F99CCD75}"/>
                  </a:ext>
                </a:extLst>
              </p14:cNvPr>
              <p14:cNvContentPartPr/>
              <p14:nvPr/>
            </p14:nvContentPartPr>
            <p14:xfrm>
              <a:off x="5417090" y="1252075"/>
              <a:ext cx="92880" cy="16740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200A895D-C93D-4D4B-8562-AB11F99CCD7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399020" y="1216075"/>
                <a:ext cx="128659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B97071A6-DE5A-4723-A1CE-7B5F7DFE3B4A}"/>
                  </a:ext>
                </a:extLst>
              </p14:cNvPr>
              <p14:cNvContentPartPr/>
              <p14:nvPr/>
            </p14:nvContentPartPr>
            <p14:xfrm>
              <a:off x="5547050" y="1532875"/>
              <a:ext cx="120240" cy="10476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B97071A6-DE5A-4723-A1CE-7B5F7DFE3B4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529050" y="1496875"/>
                <a:ext cx="1558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E9358909-3892-40D8-ABC8-35B2139FDEA9}"/>
                  </a:ext>
                </a:extLst>
              </p14:cNvPr>
              <p14:cNvContentPartPr/>
              <p14:nvPr/>
            </p14:nvContentPartPr>
            <p14:xfrm>
              <a:off x="5686730" y="1394995"/>
              <a:ext cx="1049400" cy="51264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E9358909-3892-40D8-ABC8-35B2139FDEA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668730" y="1358995"/>
                <a:ext cx="1085040" cy="5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50" name="Cerneală 249">
                <a:extLst>
                  <a:ext uri="{FF2B5EF4-FFF2-40B4-BE49-F238E27FC236}">
                    <a16:creationId xmlns:a16="http://schemas.microsoft.com/office/drawing/2014/main" id="{0D29AE80-AB81-4E6F-A992-464B793A08B3}"/>
                  </a:ext>
                </a:extLst>
              </p14:cNvPr>
              <p14:cNvContentPartPr/>
              <p14:nvPr/>
            </p14:nvContentPartPr>
            <p14:xfrm>
              <a:off x="7524890" y="1200955"/>
              <a:ext cx="21600" cy="277920"/>
            </p14:xfrm>
          </p:contentPart>
        </mc:Choice>
        <mc:Fallback xmlns="">
          <p:pic>
            <p:nvPicPr>
              <p:cNvPr id="250" name="Cerneală 249">
                <a:extLst>
                  <a:ext uri="{FF2B5EF4-FFF2-40B4-BE49-F238E27FC236}">
                    <a16:creationId xmlns:a16="http://schemas.microsoft.com/office/drawing/2014/main" id="{0D29AE80-AB81-4E6F-A992-464B793A08B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506890" y="1165002"/>
                <a:ext cx="57240" cy="349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7A52B3D7-1917-437A-9F7E-BBFE2653AEA2}"/>
                  </a:ext>
                </a:extLst>
              </p14:cNvPr>
              <p14:cNvContentPartPr/>
              <p14:nvPr/>
            </p14:nvContentPartPr>
            <p14:xfrm>
              <a:off x="7433450" y="1167115"/>
              <a:ext cx="292320" cy="37224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7A52B3D7-1917-437A-9F7E-BBFE2653AEA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415450" y="1131080"/>
                <a:ext cx="327960" cy="443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52" name="Cerneală 251">
                <a:extLst>
                  <a:ext uri="{FF2B5EF4-FFF2-40B4-BE49-F238E27FC236}">
                    <a16:creationId xmlns:a16="http://schemas.microsoft.com/office/drawing/2014/main" id="{6C4F293E-1A2A-419B-9F0F-7107DBAA4AB9}"/>
                  </a:ext>
                </a:extLst>
              </p14:cNvPr>
              <p14:cNvContentPartPr/>
              <p14:nvPr/>
            </p14:nvContentPartPr>
            <p14:xfrm>
              <a:off x="7816850" y="1133635"/>
              <a:ext cx="210960" cy="348480"/>
            </p14:xfrm>
          </p:contentPart>
        </mc:Choice>
        <mc:Fallback xmlns="">
          <p:pic>
            <p:nvPicPr>
              <p:cNvPr id="252" name="Cerneală 251">
                <a:extLst>
                  <a:ext uri="{FF2B5EF4-FFF2-40B4-BE49-F238E27FC236}">
                    <a16:creationId xmlns:a16="http://schemas.microsoft.com/office/drawing/2014/main" id="{6C4F293E-1A2A-419B-9F0F-7107DBAA4AB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98881" y="1097635"/>
                <a:ext cx="246539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8CA59BC7-6C95-4701-A925-00CA2D13E56B}"/>
                  </a:ext>
                </a:extLst>
              </p14:cNvPr>
              <p14:cNvContentPartPr/>
              <p14:nvPr/>
            </p14:nvContentPartPr>
            <p14:xfrm>
              <a:off x="8155250" y="1133635"/>
              <a:ext cx="297000" cy="35496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8CA59BC7-6C95-4701-A925-00CA2D13E56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137250" y="1097635"/>
                <a:ext cx="332640" cy="42660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Dreptunghi 68">
            <a:extLst>
              <a:ext uri="{FF2B5EF4-FFF2-40B4-BE49-F238E27FC236}">
                <a16:creationId xmlns:a16="http://schemas.microsoft.com/office/drawing/2014/main" id="{CA43F07D-4559-4FBD-99A5-BDC147ED9E41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Noțiuni generale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524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6C1A9EF2-DB03-4615-83F5-B515562BA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143025"/>
            <a:ext cx="11410950" cy="3028950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2FB1E9A0-DABB-4B17-9AF4-267128B6B83A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Registre de deplasare  – Clasificare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192FE19-AFA0-40FB-83BF-D8FF301634E7}"/>
                  </a:ext>
                </a:extLst>
              </p14:cNvPr>
              <p14:cNvContentPartPr/>
              <p14:nvPr/>
            </p14:nvContentPartPr>
            <p14:xfrm>
              <a:off x="8487265" y="2821225"/>
              <a:ext cx="1648440" cy="7632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192FE19-AFA0-40FB-83BF-D8FF301634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69261" y="2803225"/>
                <a:ext cx="1684088" cy="79884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ine 4">
            <a:extLst>
              <a:ext uri="{FF2B5EF4-FFF2-40B4-BE49-F238E27FC236}">
                <a16:creationId xmlns:a16="http://schemas.microsoft.com/office/drawing/2014/main" id="{4A1292FA-5CCB-4907-A828-684AF4553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43" y="4160512"/>
            <a:ext cx="11096625" cy="1533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E4EE1FC-622A-4A19-84CB-96A0850F4829}"/>
                  </a:ext>
                </a:extLst>
              </p14:cNvPr>
              <p14:cNvContentPartPr/>
              <p14:nvPr/>
            </p14:nvContentPartPr>
            <p14:xfrm>
              <a:off x="7361761" y="778352"/>
              <a:ext cx="172440" cy="54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E4EE1FC-622A-4A19-84CB-96A0850F48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3798" y="760352"/>
                <a:ext cx="208006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4F039CFE-3CB8-488B-9ADD-D62BA176296F}"/>
                  </a:ext>
                </a:extLst>
              </p14:cNvPr>
              <p14:cNvContentPartPr/>
              <p14:nvPr/>
            </p14:nvContentPartPr>
            <p14:xfrm>
              <a:off x="7366441" y="863672"/>
              <a:ext cx="173160" cy="93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4F039CFE-3CB8-488B-9ADD-D62BA17629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48403" y="845672"/>
                <a:ext cx="208874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1213083-8AF6-469F-B95B-5CA4E0C29806}"/>
                  </a:ext>
                </a:extLst>
              </p14:cNvPr>
              <p14:cNvContentPartPr/>
              <p14:nvPr/>
            </p14:nvContentPartPr>
            <p14:xfrm>
              <a:off x="6004561" y="502952"/>
              <a:ext cx="1025640" cy="6634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1213083-8AF6-469F-B95B-5CA4E0C2980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6561" y="484952"/>
                <a:ext cx="1061280" cy="6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57E2CA2-827F-4EA0-A2D9-298E063C9660}"/>
                  </a:ext>
                </a:extLst>
              </p14:cNvPr>
              <p14:cNvContentPartPr/>
              <p14:nvPr/>
            </p14:nvContentPartPr>
            <p14:xfrm>
              <a:off x="9826681" y="604832"/>
              <a:ext cx="808560" cy="3589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57E2CA2-827F-4EA0-A2D9-298E063C96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08681" y="586832"/>
                <a:ext cx="84420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BFEF32CB-08C6-4F06-B403-EA7DF388CDCD}"/>
                  </a:ext>
                </a:extLst>
              </p14:cNvPr>
              <p14:cNvContentPartPr/>
              <p14:nvPr/>
            </p14:nvContentPartPr>
            <p14:xfrm>
              <a:off x="9046201" y="711032"/>
              <a:ext cx="600120" cy="2340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BFEF32CB-08C6-4F06-B403-EA7DF388CDC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28212" y="693032"/>
                <a:ext cx="635739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313DC17-80F0-4411-8156-F1D715C60EF7}"/>
                  </a:ext>
                </a:extLst>
              </p14:cNvPr>
              <p14:cNvContentPartPr/>
              <p14:nvPr/>
            </p14:nvContentPartPr>
            <p14:xfrm>
              <a:off x="8032801" y="626432"/>
              <a:ext cx="830880" cy="315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313DC17-80F0-4411-8156-F1D715C60E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14801" y="608411"/>
                <a:ext cx="866520" cy="3510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832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B23CC1B2-016B-4A1A-A814-7E2256B17292}"/>
                  </a:ext>
                </a:extLst>
              </p14:cNvPr>
              <p14:cNvContentPartPr/>
              <p14:nvPr/>
            </p14:nvContentPartPr>
            <p14:xfrm>
              <a:off x="557905" y="141745"/>
              <a:ext cx="11068920" cy="435132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B23CC1B2-016B-4A1A-A814-7E2256B172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9904" y="124104"/>
                <a:ext cx="11104561" cy="4386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F6EEB3AF-6214-4073-9C8D-D609E7A9F3DD}"/>
                  </a:ext>
                </a:extLst>
              </p14:cNvPr>
              <p14:cNvContentPartPr/>
              <p14:nvPr/>
            </p14:nvContentPartPr>
            <p14:xfrm>
              <a:off x="1380865" y="5120185"/>
              <a:ext cx="429120" cy="21132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F6EEB3AF-6214-4073-9C8D-D609E7A9F3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2865" y="5102545"/>
                <a:ext cx="4647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9809F337-5794-4C28-96C0-86BA8DEB9BEE}"/>
                  </a:ext>
                </a:extLst>
              </p14:cNvPr>
              <p14:cNvContentPartPr/>
              <p14:nvPr/>
            </p14:nvContentPartPr>
            <p14:xfrm>
              <a:off x="6210625" y="4967185"/>
              <a:ext cx="323280" cy="32904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9809F337-5794-4C28-96C0-86BA8DEB9B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92625" y="4949545"/>
                <a:ext cx="3589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2525723E-7DA1-46EC-943E-7F260AD34074}"/>
                  </a:ext>
                </a:extLst>
              </p14:cNvPr>
              <p14:cNvContentPartPr/>
              <p14:nvPr/>
            </p14:nvContentPartPr>
            <p14:xfrm>
              <a:off x="7029265" y="4852345"/>
              <a:ext cx="834840" cy="45072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2525723E-7DA1-46EC-943E-7F260AD340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11265" y="4834705"/>
                <a:ext cx="87048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ABE92C22-0FA5-40E7-AAFA-2CFA33C2EAC9}"/>
                  </a:ext>
                </a:extLst>
              </p14:cNvPr>
              <p14:cNvContentPartPr/>
              <p14:nvPr/>
            </p14:nvContentPartPr>
            <p14:xfrm>
              <a:off x="4273105" y="5004265"/>
              <a:ext cx="1447560" cy="38484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ABE92C22-0FA5-40E7-AAFA-2CFA33C2EA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5465" y="4986265"/>
                <a:ext cx="148320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27F89BDF-380E-4AE8-94C3-AE0F5F796209}"/>
                  </a:ext>
                </a:extLst>
              </p14:cNvPr>
              <p14:cNvContentPartPr/>
              <p14:nvPr/>
            </p14:nvContentPartPr>
            <p14:xfrm>
              <a:off x="2310025" y="4961785"/>
              <a:ext cx="1443240" cy="41976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27F89BDF-380E-4AE8-94C3-AE0F5F79620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92025" y="4943770"/>
                <a:ext cx="1478880" cy="455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7F88AE5E-E2A0-4431-B854-F7E8B56E6AF1}"/>
                  </a:ext>
                </a:extLst>
              </p14:cNvPr>
              <p14:cNvContentPartPr/>
              <p14:nvPr/>
            </p14:nvContentPartPr>
            <p14:xfrm>
              <a:off x="1409305" y="5780065"/>
              <a:ext cx="423720" cy="21384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7F88AE5E-E2A0-4431-B854-F7E8B56E6A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91665" y="5762065"/>
                <a:ext cx="4593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CDCDBDD0-1C93-414F-8969-5D2323B88FE6}"/>
                  </a:ext>
                </a:extLst>
              </p14:cNvPr>
              <p14:cNvContentPartPr/>
              <p14:nvPr/>
            </p14:nvContentPartPr>
            <p14:xfrm>
              <a:off x="4284985" y="5756665"/>
              <a:ext cx="385200" cy="32976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CDCDBDD0-1C93-414F-8969-5D2323B88F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67345" y="5739025"/>
                <a:ext cx="42084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CB2FBCC2-262D-4525-866E-8EC2B9501108}"/>
                  </a:ext>
                </a:extLst>
              </p14:cNvPr>
              <p14:cNvContentPartPr/>
              <p14:nvPr/>
            </p14:nvContentPartPr>
            <p14:xfrm>
              <a:off x="2310025" y="5636785"/>
              <a:ext cx="1565280" cy="42192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CB2FBCC2-262D-4525-866E-8EC2B950110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92029" y="5618785"/>
                <a:ext cx="1600912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B9A4DF18-4FF4-4BAD-B8C4-26C3B33D20F4}"/>
                  </a:ext>
                </a:extLst>
              </p14:cNvPr>
              <p14:cNvContentPartPr/>
              <p14:nvPr/>
            </p14:nvContentPartPr>
            <p14:xfrm>
              <a:off x="4939825" y="5582425"/>
              <a:ext cx="6403680" cy="105300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B9A4DF18-4FF4-4BAD-B8C4-26C3B33D20F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21825" y="5564431"/>
                <a:ext cx="6439320" cy="1088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1" name="Cerneală 290">
                <a:extLst>
                  <a:ext uri="{FF2B5EF4-FFF2-40B4-BE49-F238E27FC236}">
                    <a16:creationId xmlns:a16="http://schemas.microsoft.com/office/drawing/2014/main" id="{9A613E37-1D62-4762-8537-CEE28C96A941}"/>
                  </a:ext>
                </a:extLst>
              </p14:cNvPr>
              <p14:cNvContentPartPr/>
              <p14:nvPr/>
            </p14:nvContentPartPr>
            <p14:xfrm>
              <a:off x="3224065" y="6232225"/>
              <a:ext cx="1437480" cy="331200"/>
            </p14:xfrm>
          </p:contentPart>
        </mc:Choice>
        <mc:Fallback xmlns="">
          <p:pic>
            <p:nvPicPr>
              <p:cNvPr id="291" name="Cerneală 290">
                <a:extLst>
                  <a:ext uri="{FF2B5EF4-FFF2-40B4-BE49-F238E27FC236}">
                    <a16:creationId xmlns:a16="http://schemas.microsoft.com/office/drawing/2014/main" id="{9A613E37-1D62-4762-8537-CEE28C96A94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06425" y="6214225"/>
                <a:ext cx="14731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2" name="Cerneală 291">
                <a:extLst>
                  <a:ext uri="{FF2B5EF4-FFF2-40B4-BE49-F238E27FC236}">
                    <a16:creationId xmlns:a16="http://schemas.microsoft.com/office/drawing/2014/main" id="{CD6F3472-F31F-4C09-9940-13E3EE228D50}"/>
                  </a:ext>
                </a:extLst>
              </p14:cNvPr>
              <p14:cNvContentPartPr/>
              <p14:nvPr/>
            </p14:nvContentPartPr>
            <p14:xfrm>
              <a:off x="2463745" y="6303505"/>
              <a:ext cx="411120" cy="224280"/>
            </p14:xfrm>
          </p:contentPart>
        </mc:Choice>
        <mc:Fallback xmlns="">
          <p:pic>
            <p:nvPicPr>
              <p:cNvPr id="292" name="Cerneală 291">
                <a:extLst>
                  <a:ext uri="{FF2B5EF4-FFF2-40B4-BE49-F238E27FC236}">
                    <a16:creationId xmlns:a16="http://schemas.microsoft.com/office/drawing/2014/main" id="{CD6F3472-F31F-4C09-9940-13E3EE228D5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46105" y="6285505"/>
                <a:ext cx="446760" cy="2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148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66B770FA-A454-42DE-8A62-C97EE7BD4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960147"/>
            <a:ext cx="8124825" cy="5276850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80D7235C-43DA-4568-AF48-4A4808DDBA22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ro-RO" sz="1600" b="1" dirty="0">
                <a:solidFill>
                  <a:srgbClr val="0000FF"/>
                </a:solidFill>
              </a:rPr>
              <a:t>Registre – Clasificarea registrelor de deplasare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9072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Noțiuni introductive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rgbClr val="FF0000"/>
                </a:solidFill>
              </a:rPr>
              <a:t>Clasificarea registrelor de deplasare ;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Instrucțiuni de </a:t>
            </a:r>
            <a:r>
              <a:rPr lang="ro-RO" sz="2400" b="1" dirty="0" err="1"/>
              <a:t>shift</a:t>
            </a:r>
            <a:r>
              <a:rPr lang="ro-RO" sz="2400" b="1" dirty="0"/>
              <a:t>-are  specifice PLC: BSL, BSR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Aplicație – Lumină dinamică pe panoul PLC;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FIFO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LIFO</a:t>
            </a:r>
          </a:p>
          <a:p>
            <a:pPr marL="457200" indent="-457200">
              <a:buFontTx/>
              <a:buChar char="-"/>
            </a:pPr>
            <a:r>
              <a:rPr lang="ro-RO" sz="2400" b="1" dirty="0" err="1">
                <a:solidFill>
                  <a:srgbClr val="0000FF"/>
                </a:solidFill>
              </a:rPr>
              <a:t>Secvențiatoare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 err="1"/>
              <a:t>Secvențiatoare</a:t>
            </a:r>
            <a:r>
              <a:rPr lang="ro-RO" sz="2400" b="1" dirty="0"/>
              <a:t> mecanice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Aplicații de tip </a:t>
            </a:r>
            <a:r>
              <a:rPr lang="ro-RO" sz="2400" b="1" i="1" dirty="0"/>
              <a:t>Time </a:t>
            </a:r>
            <a:r>
              <a:rPr lang="ro-RO" sz="2400" b="1" i="1" dirty="0" err="1"/>
              <a:t>Driven</a:t>
            </a:r>
            <a:r>
              <a:rPr lang="ro-RO" sz="2400" b="1" i="1" dirty="0"/>
              <a:t> </a:t>
            </a:r>
            <a:r>
              <a:rPr lang="ro-RO" sz="2400" b="1" dirty="0"/>
              <a:t>– Semaforul electric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521376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609660" y="228635"/>
            <a:ext cx="63562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1600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Registre de deplasare - implementare software în cazul PLC</a:t>
            </a:r>
            <a:endParaRPr lang="ro-RO" sz="1600" dirty="0"/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AAB0F3BF-05E5-4470-ADB5-1E7B155C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868708"/>
            <a:ext cx="11765218" cy="536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75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A29D5E30-0903-4DFE-8D2E-9AC8E178D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960147"/>
            <a:ext cx="8992900" cy="3657560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CD82BF8A-5740-41EC-87F1-53FB2E7E89B5}"/>
              </a:ext>
            </a:extLst>
          </p:cNvPr>
          <p:cNvSpPr/>
          <p:nvPr/>
        </p:nvSpPr>
        <p:spPr>
          <a:xfrm>
            <a:off x="609660" y="228635"/>
            <a:ext cx="7104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Registre de deplasare - implementare software în cazul PLC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09317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F4440E1F-9CB0-409B-9BAD-FDCAA698E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143025"/>
            <a:ext cx="6991350" cy="3467100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C2B8BBEB-23ED-4C4E-ADD4-94C88D80D969}"/>
              </a:ext>
            </a:extLst>
          </p:cNvPr>
          <p:cNvSpPr/>
          <p:nvPr/>
        </p:nvSpPr>
        <p:spPr>
          <a:xfrm>
            <a:off x="609660" y="228635"/>
            <a:ext cx="7104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Registre de deplasare - implementare software în cazul PLC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3808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D09B62BB-C15E-40D8-AA63-8BFCD10E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1143025"/>
            <a:ext cx="7762875" cy="4010025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3CEEAAC4-CCD5-4C39-A7C8-DB9B4DE117B3}"/>
              </a:ext>
            </a:extLst>
          </p:cNvPr>
          <p:cNvSpPr/>
          <p:nvPr/>
        </p:nvSpPr>
        <p:spPr>
          <a:xfrm>
            <a:off x="609660" y="228635"/>
            <a:ext cx="7104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Registre de deplasare - implementare software în cazul PLC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1557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Noțiuni introductive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Clasificarea registrelor de deplasare ;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rgbClr val="FF0000"/>
                </a:solidFill>
              </a:rPr>
              <a:t>Instrucțiuni de </a:t>
            </a:r>
            <a:r>
              <a:rPr lang="ro-RO" sz="2400" b="1" dirty="0" err="1">
                <a:solidFill>
                  <a:srgbClr val="FF0000"/>
                </a:solidFill>
              </a:rPr>
              <a:t>shift</a:t>
            </a:r>
            <a:r>
              <a:rPr lang="ro-RO" sz="2400" b="1" dirty="0">
                <a:solidFill>
                  <a:srgbClr val="FF0000"/>
                </a:solidFill>
              </a:rPr>
              <a:t>-are  specifice PLC: BSL, BSR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Aplicație – Lumină dinamică pe panoul PLC;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FIFO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LIFO</a:t>
            </a:r>
          </a:p>
          <a:p>
            <a:pPr marL="457200" indent="-457200">
              <a:buFontTx/>
              <a:buChar char="-"/>
            </a:pPr>
            <a:r>
              <a:rPr lang="ro-RO" sz="2400" b="1" dirty="0" err="1">
                <a:solidFill>
                  <a:srgbClr val="0000FF"/>
                </a:solidFill>
              </a:rPr>
              <a:t>Secvențiatoare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 err="1"/>
              <a:t>Secvențiatoare</a:t>
            </a:r>
            <a:r>
              <a:rPr lang="ro-RO" sz="2400" b="1" dirty="0"/>
              <a:t> mecanice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Aplicații de tip </a:t>
            </a:r>
            <a:r>
              <a:rPr lang="ro-RO" sz="2400" b="1" i="1" dirty="0"/>
              <a:t>Time </a:t>
            </a:r>
            <a:r>
              <a:rPr lang="ro-RO" sz="2400" b="1" i="1" dirty="0" err="1"/>
              <a:t>Driven</a:t>
            </a:r>
            <a:r>
              <a:rPr lang="ro-RO" sz="2400" b="1" i="1" dirty="0"/>
              <a:t> </a:t>
            </a:r>
            <a:r>
              <a:rPr lang="ro-RO" sz="2400" b="1" dirty="0"/>
              <a:t>– Semaforul electric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1418125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46753F6-FE3E-4591-841E-F6204D5533A3}"/>
                  </a:ext>
                </a:extLst>
              </p14:cNvPr>
              <p14:cNvContentPartPr/>
              <p14:nvPr/>
            </p14:nvContentPartPr>
            <p14:xfrm>
              <a:off x="5524825" y="495265"/>
              <a:ext cx="417960" cy="53848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46753F6-FE3E-4591-841E-F6204D5533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6825" y="459625"/>
                <a:ext cx="453600" cy="54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2CD6EB5E-89C2-4FAF-A09F-E87EE4DC7884}"/>
                  </a:ext>
                </a:extLst>
              </p14:cNvPr>
              <p14:cNvContentPartPr/>
              <p14:nvPr/>
            </p14:nvContentPartPr>
            <p14:xfrm>
              <a:off x="1087105" y="5206945"/>
              <a:ext cx="160200" cy="903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2CD6EB5E-89C2-4FAF-A09F-E87EE4DC78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9505" y="5188873"/>
                <a:ext cx="195760" cy="126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028BF78B-98A8-4DFA-AFF2-88665EB92F24}"/>
                  </a:ext>
                </a:extLst>
              </p14:cNvPr>
              <p14:cNvContentPartPr/>
              <p14:nvPr/>
            </p14:nvContentPartPr>
            <p14:xfrm>
              <a:off x="471865" y="5088145"/>
              <a:ext cx="380520" cy="2631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028BF78B-98A8-4DFA-AFF2-88665EB92F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3865" y="5070145"/>
                <a:ext cx="4161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B93EDFA2-B663-479E-B3C9-A3526C109F3F}"/>
                  </a:ext>
                </a:extLst>
              </p14:cNvPr>
              <p14:cNvContentPartPr/>
              <p14:nvPr/>
            </p14:nvContentPartPr>
            <p14:xfrm>
              <a:off x="1515505" y="4856305"/>
              <a:ext cx="3792600" cy="8852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B93EDFA2-B663-479E-B3C9-A3526C109F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7865" y="4838312"/>
                <a:ext cx="3828240" cy="920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3001AB71-91BF-48BD-AA24-F97A931B53D7}"/>
                  </a:ext>
                </a:extLst>
              </p14:cNvPr>
              <p14:cNvContentPartPr/>
              <p14:nvPr/>
            </p14:nvContentPartPr>
            <p14:xfrm>
              <a:off x="5967625" y="943465"/>
              <a:ext cx="295560" cy="38880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3001AB71-91BF-48BD-AA24-F97A931B53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49647" y="925825"/>
                <a:ext cx="331157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A2634023-2230-4321-81F5-216FCFBD0BFC}"/>
                  </a:ext>
                </a:extLst>
              </p14:cNvPr>
              <p14:cNvContentPartPr/>
              <p14:nvPr/>
            </p14:nvContentPartPr>
            <p14:xfrm>
              <a:off x="6188665" y="1642585"/>
              <a:ext cx="4301280" cy="237744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A2634023-2230-4321-81F5-216FCFBD0BF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70665" y="1624942"/>
                <a:ext cx="4336920" cy="2413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26AAC951-3F8E-421E-A193-DDD78F0F40F1}"/>
                  </a:ext>
                </a:extLst>
              </p14:cNvPr>
              <p14:cNvContentPartPr/>
              <p14:nvPr/>
            </p14:nvContentPartPr>
            <p14:xfrm>
              <a:off x="446665" y="939505"/>
              <a:ext cx="5203800" cy="354420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26AAC951-3F8E-421E-A193-DDD78F0F40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9024" y="921505"/>
                <a:ext cx="5239442" cy="357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3" name="Cerneală 352">
                <a:extLst>
                  <a:ext uri="{FF2B5EF4-FFF2-40B4-BE49-F238E27FC236}">
                    <a16:creationId xmlns:a16="http://schemas.microsoft.com/office/drawing/2014/main" id="{3310C972-E5B8-487A-9D94-E6585417AE99}"/>
                  </a:ext>
                </a:extLst>
              </p14:cNvPr>
              <p14:cNvContentPartPr/>
              <p14:nvPr/>
            </p14:nvContentPartPr>
            <p14:xfrm>
              <a:off x="6534985" y="512185"/>
              <a:ext cx="5694120" cy="6113520"/>
            </p14:xfrm>
          </p:contentPart>
        </mc:Choice>
        <mc:Fallback xmlns="">
          <p:pic>
            <p:nvPicPr>
              <p:cNvPr id="353" name="Cerneală 352">
                <a:extLst>
                  <a:ext uri="{FF2B5EF4-FFF2-40B4-BE49-F238E27FC236}">
                    <a16:creationId xmlns:a16="http://schemas.microsoft.com/office/drawing/2014/main" id="{3310C972-E5B8-487A-9D94-E6585417AE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16986" y="494185"/>
                <a:ext cx="5729758" cy="61491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Dreptunghi 10">
            <a:extLst>
              <a:ext uri="{FF2B5EF4-FFF2-40B4-BE49-F238E27FC236}">
                <a16:creationId xmlns:a16="http://schemas.microsoft.com/office/drawing/2014/main" id="{546D5E3F-511C-49F4-8F9B-9CCD00C39D8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implementarea registrelor de deplasare în PLC  (cazul automatelor Allen Bradley)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7142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implementarea registrelor de deplasare în PLC  (cazul automatelor Allen Bradley)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52A567F-5300-4B56-AEE7-D797DD61C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11125145" cy="589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28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implementarea registrelor de deplasare în PLC  (cazul automatelor Allen Bradley)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6058DC0-B0B2-4EDD-857E-12C0A3573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1"/>
            <a:ext cx="11751423" cy="59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86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0FF45F7D-0396-4643-9CA3-2C4DD59A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228635"/>
            <a:ext cx="5800725" cy="361950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0051313F-4C28-47CE-8FF8-809664A57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868708"/>
            <a:ext cx="4934234" cy="26517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61291327-F53E-47A9-A816-E9C270840B02}"/>
                  </a:ext>
                </a:extLst>
              </p14:cNvPr>
              <p14:cNvContentPartPr/>
              <p14:nvPr/>
            </p14:nvContentPartPr>
            <p14:xfrm>
              <a:off x="1592545" y="3774865"/>
              <a:ext cx="47880" cy="684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61291327-F53E-47A9-A816-E9C270840B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74545" y="3756865"/>
                <a:ext cx="835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8403E85-A9E0-4709-952E-6385FD8E57E8}"/>
                  </a:ext>
                </a:extLst>
              </p14:cNvPr>
              <p14:cNvContentPartPr/>
              <p14:nvPr/>
            </p14:nvContentPartPr>
            <p14:xfrm>
              <a:off x="1615585" y="3928585"/>
              <a:ext cx="61560" cy="565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8403E85-A9E0-4709-952E-6385FD8E57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7945" y="3910585"/>
                <a:ext cx="972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53925D71-95C2-413F-B4BA-AC1150E6760D}"/>
                  </a:ext>
                </a:extLst>
              </p14:cNvPr>
              <p14:cNvContentPartPr/>
              <p14:nvPr/>
            </p14:nvContentPartPr>
            <p14:xfrm>
              <a:off x="712705" y="3695665"/>
              <a:ext cx="567000" cy="284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53925D71-95C2-413F-B4BA-AC1150E676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5054" y="3678003"/>
                <a:ext cx="602663" cy="320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F07FFA4-36B8-4209-B37D-B39C689F6D91}"/>
                  </a:ext>
                </a:extLst>
              </p14:cNvPr>
              <p14:cNvContentPartPr/>
              <p14:nvPr/>
            </p14:nvContentPartPr>
            <p14:xfrm>
              <a:off x="7416625" y="4087705"/>
              <a:ext cx="967680" cy="4248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F07FFA4-36B8-4209-B37D-B39C689F6D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98632" y="4069720"/>
                <a:ext cx="1003307" cy="460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FF89621-1A40-4464-A58D-75EF94627F84}"/>
                  </a:ext>
                </a:extLst>
              </p14:cNvPr>
              <p14:cNvContentPartPr/>
              <p14:nvPr/>
            </p14:nvContentPartPr>
            <p14:xfrm>
              <a:off x="6169225" y="4072225"/>
              <a:ext cx="692280" cy="3427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FF89621-1A40-4464-A58D-75EF94627F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1585" y="4054585"/>
                <a:ext cx="7279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9A9A5B0F-4818-46B1-BC0B-9A0D133FFCE4}"/>
                  </a:ext>
                </a:extLst>
              </p14:cNvPr>
              <p14:cNvContentPartPr/>
              <p14:nvPr/>
            </p14:nvContentPartPr>
            <p14:xfrm>
              <a:off x="10713145" y="4072945"/>
              <a:ext cx="500400" cy="896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9A9A5B0F-4818-46B1-BC0B-9A0D133FFC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695145" y="4054945"/>
                <a:ext cx="5360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8674846C-C5CF-4EA5-9900-2AC2BE0D5DF2}"/>
                  </a:ext>
                </a:extLst>
              </p14:cNvPr>
              <p14:cNvContentPartPr/>
              <p14:nvPr/>
            </p14:nvContentPartPr>
            <p14:xfrm>
              <a:off x="8753665" y="3856945"/>
              <a:ext cx="1693080" cy="5932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8674846C-C5CF-4EA5-9900-2AC2BE0D5D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36025" y="3838945"/>
                <a:ext cx="172872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19885CF0-5D51-49E5-A409-C4B5ABDFAC27}"/>
                  </a:ext>
                </a:extLst>
              </p14:cNvPr>
              <p14:cNvContentPartPr/>
              <p14:nvPr/>
            </p14:nvContentPartPr>
            <p14:xfrm>
              <a:off x="683185" y="4069705"/>
              <a:ext cx="5255280" cy="8773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19885CF0-5D51-49E5-A409-C4B5ABDFAC2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5186" y="4051705"/>
                <a:ext cx="5290918" cy="9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76FDAE7E-27EC-4E02-9248-9FDCB7A00570}"/>
                  </a:ext>
                </a:extLst>
              </p14:cNvPr>
              <p14:cNvContentPartPr/>
              <p14:nvPr/>
            </p14:nvContentPartPr>
            <p14:xfrm>
              <a:off x="7772305" y="427945"/>
              <a:ext cx="4115160" cy="245124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76FDAE7E-27EC-4E02-9248-9FDCB7A005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54305" y="410305"/>
                <a:ext cx="4150800" cy="248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90F109B2-7118-44A8-89A8-0F955B45BCD7}"/>
                  </a:ext>
                </a:extLst>
              </p14:cNvPr>
              <p14:cNvContentPartPr/>
              <p14:nvPr/>
            </p14:nvContentPartPr>
            <p14:xfrm>
              <a:off x="654385" y="5323945"/>
              <a:ext cx="306720" cy="230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90F109B2-7118-44A8-89A8-0F955B45BC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6385" y="5305945"/>
                <a:ext cx="3423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1BAD8E61-ED8B-4CA2-A357-10D08E641D9E}"/>
                  </a:ext>
                </a:extLst>
              </p14:cNvPr>
              <p14:cNvContentPartPr/>
              <p14:nvPr/>
            </p14:nvContentPartPr>
            <p14:xfrm>
              <a:off x="3488305" y="5129545"/>
              <a:ext cx="951840" cy="2512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1BAD8E61-ED8B-4CA2-A357-10D08E641D9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70665" y="5111905"/>
                <a:ext cx="98748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965E19C4-1F65-445A-9B97-68AF6FD12380}"/>
                  </a:ext>
                </a:extLst>
              </p14:cNvPr>
              <p14:cNvContentPartPr/>
              <p14:nvPr/>
            </p14:nvContentPartPr>
            <p14:xfrm>
              <a:off x="1334425" y="5057905"/>
              <a:ext cx="1667880" cy="38808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965E19C4-1F65-445A-9B97-68AF6FD1238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16429" y="5039905"/>
                <a:ext cx="1703512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AAA3C2E3-CE92-4E44-8AE9-14AA04B5B28D}"/>
                  </a:ext>
                </a:extLst>
              </p14:cNvPr>
              <p14:cNvContentPartPr/>
              <p14:nvPr/>
            </p14:nvContentPartPr>
            <p14:xfrm>
              <a:off x="750145" y="5866465"/>
              <a:ext cx="266040" cy="3852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AAA3C2E3-CE92-4E44-8AE9-14AA04B5B28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2505" y="5848825"/>
                <a:ext cx="3016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DAB4AEC2-95B2-4F0A-81A5-737FD5531169}"/>
                  </a:ext>
                </a:extLst>
              </p14:cNvPr>
              <p14:cNvContentPartPr/>
              <p14:nvPr/>
            </p14:nvContentPartPr>
            <p14:xfrm>
              <a:off x="10938865" y="5418985"/>
              <a:ext cx="720720" cy="32220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DAB4AEC2-95B2-4F0A-81A5-737FD55311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921216" y="5400985"/>
                <a:ext cx="756378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E1BF47F5-7865-4B02-B010-D8857FBC3412}"/>
                  </a:ext>
                </a:extLst>
              </p14:cNvPr>
              <p14:cNvContentPartPr/>
              <p14:nvPr/>
            </p14:nvContentPartPr>
            <p14:xfrm>
              <a:off x="9653665" y="5458225"/>
              <a:ext cx="1040400" cy="3798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E1BF47F5-7865-4B02-B010-D8857FBC341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36025" y="5440568"/>
                <a:ext cx="1076040" cy="415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32A12F76-6170-45FA-AE11-457B9110A10D}"/>
                  </a:ext>
                </a:extLst>
              </p14:cNvPr>
              <p14:cNvContentPartPr/>
              <p14:nvPr/>
            </p14:nvContentPartPr>
            <p14:xfrm>
              <a:off x="6843145" y="5582065"/>
              <a:ext cx="2095560" cy="34956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32A12F76-6170-45FA-AE11-457B9110A10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25145" y="5564425"/>
                <a:ext cx="213120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449346B1-C33A-436C-B8AF-24DB5BB5A672}"/>
                  </a:ext>
                </a:extLst>
              </p14:cNvPr>
              <p14:cNvContentPartPr/>
              <p14:nvPr/>
            </p14:nvContentPartPr>
            <p14:xfrm>
              <a:off x="4977625" y="5538505"/>
              <a:ext cx="1554480" cy="4154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449346B1-C33A-436C-B8AF-24DB5BB5A6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59985" y="5520505"/>
                <a:ext cx="159012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1BD2EC91-55EA-4E52-8BAF-EB546A64D735}"/>
                  </a:ext>
                </a:extLst>
              </p14:cNvPr>
              <p14:cNvContentPartPr/>
              <p14:nvPr/>
            </p14:nvContentPartPr>
            <p14:xfrm>
              <a:off x="4329265" y="5822185"/>
              <a:ext cx="357120" cy="17028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1BD2EC91-55EA-4E52-8BAF-EB546A64D73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11265" y="5804545"/>
                <a:ext cx="39276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30F8A3B1-1868-47AD-9CE7-1E567E2D6836}"/>
                  </a:ext>
                </a:extLst>
              </p14:cNvPr>
              <p14:cNvContentPartPr/>
              <p14:nvPr/>
            </p14:nvContentPartPr>
            <p14:xfrm>
              <a:off x="1389865" y="5565865"/>
              <a:ext cx="2653920" cy="88128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30F8A3B1-1868-47AD-9CE7-1E567E2D683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72223" y="5547872"/>
                <a:ext cx="2689565" cy="916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E93EEC3B-A440-4D6E-95C2-0A594403D8C0}"/>
                  </a:ext>
                </a:extLst>
              </p14:cNvPr>
              <p14:cNvContentPartPr/>
              <p14:nvPr/>
            </p14:nvContentPartPr>
            <p14:xfrm>
              <a:off x="4329265" y="6285145"/>
              <a:ext cx="21600" cy="3096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E93EEC3B-A440-4D6E-95C2-0A594403D8C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11265" y="6267505"/>
                <a:ext cx="572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5233ED95-C5F6-4149-9B7D-05DEEEE3951A}"/>
                  </a:ext>
                </a:extLst>
              </p14:cNvPr>
              <p14:cNvContentPartPr/>
              <p14:nvPr/>
            </p14:nvContentPartPr>
            <p14:xfrm>
              <a:off x="4346185" y="6403225"/>
              <a:ext cx="28440" cy="482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5233ED95-C5F6-4149-9B7D-05DEEEE3951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328545" y="6385225"/>
                <a:ext cx="640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8C0A7EF0-41AE-4FB0-8D93-9555E97B2F72}"/>
                  </a:ext>
                </a:extLst>
              </p14:cNvPr>
              <p14:cNvContentPartPr/>
              <p14:nvPr/>
            </p14:nvContentPartPr>
            <p14:xfrm>
              <a:off x="5760625" y="6434185"/>
              <a:ext cx="360" cy="3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8C0A7EF0-41AE-4FB0-8D93-9555E97B2F7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42625" y="64165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8AA2696B-5220-4E16-B298-3D870F347F9D}"/>
                  </a:ext>
                </a:extLst>
              </p14:cNvPr>
              <p14:cNvContentPartPr/>
              <p14:nvPr/>
            </p14:nvContentPartPr>
            <p14:xfrm>
              <a:off x="4682425" y="6135025"/>
              <a:ext cx="935640" cy="4557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8AA2696B-5220-4E16-B298-3D870F347F9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664785" y="6117025"/>
                <a:ext cx="97128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C84C7843-B236-40FE-8DBC-C2F4B5D46F98}"/>
                  </a:ext>
                </a:extLst>
              </p14:cNvPr>
              <p14:cNvContentPartPr/>
              <p14:nvPr/>
            </p14:nvContentPartPr>
            <p14:xfrm>
              <a:off x="2092945" y="3788185"/>
              <a:ext cx="238680" cy="1404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C84C7843-B236-40FE-8DBC-C2F4B5D46F9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75305" y="3770545"/>
                <a:ext cx="2743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6328059C-20AA-4A0F-9710-77B3B70EB587}"/>
                  </a:ext>
                </a:extLst>
              </p14:cNvPr>
              <p14:cNvContentPartPr/>
              <p14:nvPr/>
            </p14:nvContentPartPr>
            <p14:xfrm>
              <a:off x="2564545" y="3518545"/>
              <a:ext cx="1090080" cy="33444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6328059C-20AA-4A0F-9710-77B3B70EB58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546905" y="3500545"/>
                <a:ext cx="112572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963AD811-E60C-482B-9043-42512F56A59D}"/>
                  </a:ext>
                </a:extLst>
              </p14:cNvPr>
              <p14:cNvContentPartPr/>
              <p14:nvPr/>
            </p14:nvContentPartPr>
            <p14:xfrm>
              <a:off x="5014345" y="3450505"/>
              <a:ext cx="430200" cy="26604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963AD811-E60C-482B-9043-42512F56A59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96705" y="3432529"/>
                <a:ext cx="465840" cy="3016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66380A45-C70F-4533-AF1C-6AE7CDDD18C9}"/>
                  </a:ext>
                </a:extLst>
              </p14:cNvPr>
              <p14:cNvContentPartPr/>
              <p14:nvPr/>
            </p14:nvContentPartPr>
            <p14:xfrm>
              <a:off x="3979705" y="3463105"/>
              <a:ext cx="633240" cy="32904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66380A45-C70F-4533-AF1C-6AE7CDDD18C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61705" y="3445465"/>
                <a:ext cx="6688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640D81FC-1A12-4DAE-8D7C-457B3CE1B7EB}"/>
                  </a:ext>
                </a:extLst>
              </p14:cNvPr>
              <p14:cNvContentPartPr/>
              <p14:nvPr/>
            </p14:nvContentPartPr>
            <p14:xfrm>
              <a:off x="1130305" y="1467265"/>
              <a:ext cx="704520" cy="24948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640D81FC-1A12-4DAE-8D7C-457B3CE1B7E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12665" y="1449625"/>
                <a:ext cx="74016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82EEC4F8-81A4-4307-B9A0-47F3C08F015B}"/>
                  </a:ext>
                </a:extLst>
              </p14:cNvPr>
              <p14:cNvContentPartPr/>
              <p14:nvPr/>
            </p14:nvContentPartPr>
            <p14:xfrm>
              <a:off x="5725345" y="3673345"/>
              <a:ext cx="66240" cy="17856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82EEC4F8-81A4-4307-B9A0-47F3C08F015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707705" y="3655345"/>
                <a:ext cx="1018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A18D51CE-0CC7-4215-85A4-C6AB973EAF57}"/>
                  </a:ext>
                </a:extLst>
              </p14:cNvPr>
              <p14:cNvContentPartPr/>
              <p14:nvPr/>
            </p14:nvContentPartPr>
            <p14:xfrm>
              <a:off x="6172105" y="3447985"/>
              <a:ext cx="346320" cy="26172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A18D51CE-0CC7-4215-85A4-C6AB973EAF5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54465" y="3429985"/>
                <a:ext cx="38196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CB314EFC-7ED2-4947-A8A7-D41907655D19}"/>
                  </a:ext>
                </a:extLst>
              </p14:cNvPr>
              <p14:cNvContentPartPr/>
              <p14:nvPr/>
            </p14:nvContentPartPr>
            <p14:xfrm>
              <a:off x="7561345" y="3428905"/>
              <a:ext cx="1291680" cy="30996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CB314EFC-7ED2-4947-A8A7-D41907655D1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43705" y="3411265"/>
                <a:ext cx="13273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F9D35F58-091B-450F-A681-40D1AD73BA65}"/>
                  </a:ext>
                </a:extLst>
              </p14:cNvPr>
              <p14:cNvContentPartPr/>
              <p14:nvPr/>
            </p14:nvContentPartPr>
            <p14:xfrm>
              <a:off x="6838465" y="3433945"/>
              <a:ext cx="396000" cy="30348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F9D35F58-091B-450F-A681-40D1AD73BA6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820481" y="3416305"/>
                <a:ext cx="431608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BD72B4C2-0281-4139-8ED2-B000B0988649}"/>
                  </a:ext>
                </a:extLst>
              </p14:cNvPr>
              <p14:cNvContentPartPr/>
              <p14:nvPr/>
            </p14:nvContentPartPr>
            <p14:xfrm>
              <a:off x="10678945" y="3713305"/>
              <a:ext cx="4320" cy="1188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BD72B4C2-0281-4139-8ED2-B000B098864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60945" y="3695305"/>
                <a:ext cx="399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1F44FFF5-AF3B-4F58-A39F-4BD15A38B664}"/>
                  </a:ext>
                </a:extLst>
              </p14:cNvPr>
              <p14:cNvContentPartPr/>
              <p14:nvPr/>
            </p14:nvContentPartPr>
            <p14:xfrm>
              <a:off x="9782185" y="3349345"/>
              <a:ext cx="594000" cy="34704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1F44FFF5-AF3B-4F58-A39F-4BD15A38B66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764545" y="3331705"/>
                <a:ext cx="6296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0400772C-F3C6-4804-84E9-2002B82C6FBC}"/>
                  </a:ext>
                </a:extLst>
              </p14:cNvPr>
              <p14:cNvContentPartPr/>
              <p14:nvPr/>
            </p14:nvContentPartPr>
            <p14:xfrm>
              <a:off x="9514345" y="3410905"/>
              <a:ext cx="120960" cy="21348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0400772C-F3C6-4804-84E9-2002B82C6FB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496705" y="3392905"/>
                <a:ext cx="1566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1B5C598F-DAEE-4321-A8D5-2C0698B067B0}"/>
                  </a:ext>
                </a:extLst>
              </p14:cNvPr>
              <p14:cNvContentPartPr/>
              <p14:nvPr/>
            </p14:nvContentPartPr>
            <p14:xfrm>
              <a:off x="6357145" y="5013625"/>
              <a:ext cx="318240" cy="2376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1B5C598F-DAEE-4321-A8D5-2C0698B067B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39145" y="4995985"/>
                <a:ext cx="353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DB84832F-6AB0-4215-8FA8-A24A9CAB8762}"/>
                  </a:ext>
                </a:extLst>
              </p14:cNvPr>
              <p14:cNvContentPartPr/>
              <p14:nvPr/>
            </p14:nvContentPartPr>
            <p14:xfrm>
              <a:off x="8792185" y="4927585"/>
              <a:ext cx="126720" cy="540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DB84832F-6AB0-4215-8FA8-A24A9CAB876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774545" y="4909945"/>
                <a:ext cx="1623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57E6A2EB-5631-4D4B-8711-5BD62EF40F8B}"/>
                  </a:ext>
                </a:extLst>
              </p14:cNvPr>
              <p14:cNvContentPartPr/>
              <p14:nvPr/>
            </p14:nvContentPartPr>
            <p14:xfrm>
              <a:off x="8806945" y="5019025"/>
              <a:ext cx="149040" cy="1476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57E6A2EB-5631-4D4B-8711-5BD62EF40F8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788945" y="5001385"/>
                <a:ext cx="1846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C682E56A-CCDB-4F3F-BBAD-8D24EED86837}"/>
                  </a:ext>
                </a:extLst>
              </p14:cNvPr>
              <p14:cNvContentPartPr/>
              <p14:nvPr/>
            </p14:nvContentPartPr>
            <p14:xfrm>
              <a:off x="9201505" y="4868545"/>
              <a:ext cx="433800" cy="14868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C682E56A-CCDB-4F3F-BBAD-8D24EED8683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183865" y="4850545"/>
                <a:ext cx="4694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A4909CA2-338C-4060-AA10-C08C203B79F9}"/>
                  </a:ext>
                </a:extLst>
              </p14:cNvPr>
              <p14:cNvContentPartPr/>
              <p14:nvPr/>
            </p14:nvContentPartPr>
            <p14:xfrm>
              <a:off x="9975505" y="4619785"/>
              <a:ext cx="525960" cy="34128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A4909CA2-338C-4060-AA10-C08C203B79F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957865" y="4601785"/>
                <a:ext cx="56160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DC85C96C-B1FD-4955-8564-700D216EC1DC}"/>
                  </a:ext>
                </a:extLst>
              </p14:cNvPr>
              <p14:cNvContentPartPr/>
              <p14:nvPr/>
            </p14:nvContentPartPr>
            <p14:xfrm>
              <a:off x="7001905" y="4755145"/>
              <a:ext cx="1466640" cy="53460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DC85C96C-B1FD-4955-8564-700D216EC1D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84261" y="4737145"/>
                <a:ext cx="1502289" cy="5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3965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0FF45F7D-0396-4643-9CA3-2C4DD59A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228635"/>
            <a:ext cx="5800725" cy="361950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0051313F-4C28-47CE-8FF8-809664A57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53" y="137196"/>
            <a:ext cx="3288332" cy="1767199"/>
          </a:xfrm>
          <a:prstGeom prst="rect">
            <a:avLst/>
          </a:prstGeom>
        </p:spPr>
      </p:pic>
      <p:pic>
        <p:nvPicPr>
          <p:cNvPr id="13" name="Imagine 12">
            <a:extLst>
              <a:ext uri="{FF2B5EF4-FFF2-40B4-BE49-F238E27FC236}">
                <a16:creationId xmlns:a16="http://schemas.microsoft.com/office/drawing/2014/main" id="{915C616B-F616-4EF4-ACDF-00D00715A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65" y="2057415"/>
            <a:ext cx="5760657" cy="3908164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26E59A05-E055-4842-9016-3FF150CFE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561" y="2057415"/>
            <a:ext cx="5852096" cy="3952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A87B6AAF-DD3B-4A0F-B8B0-D3C445F71257}"/>
                  </a:ext>
                </a:extLst>
              </p14:cNvPr>
              <p14:cNvContentPartPr/>
              <p14:nvPr/>
            </p14:nvContentPartPr>
            <p14:xfrm>
              <a:off x="811705" y="1650865"/>
              <a:ext cx="6043320" cy="29826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A87B6AAF-DD3B-4A0F-B8B0-D3C445F712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3705" y="1632865"/>
                <a:ext cx="6078960" cy="30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0B7444EC-6EF6-4B63-A114-5E7762A63F7C}"/>
                  </a:ext>
                </a:extLst>
              </p14:cNvPr>
              <p14:cNvContentPartPr/>
              <p14:nvPr/>
            </p14:nvContentPartPr>
            <p14:xfrm>
              <a:off x="3373105" y="6361825"/>
              <a:ext cx="287280" cy="1764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0B7444EC-6EF6-4B63-A114-5E7762A63F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55465" y="6344185"/>
                <a:ext cx="3229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32FF2988-C414-40F8-A6DF-F424EB239E0C}"/>
                  </a:ext>
                </a:extLst>
              </p14:cNvPr>
              <p14:cNvContentPartPr/>
              <p14:nvPr/>
            </p14:nvContentPartPr>
            <p14:xfrm>
              <a:off x="3378145" y="6462985"/>
              <a:ext cx="264240" cy="50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32FF2988-C414-40F8-A6DF-F424EB239E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60145" y="6445345"/>
                <a:ext cx="2998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17124EFC-7FD5-4599-926D-B38D939D310A}"/>
                  </a:ext>
                </a:extLst>
              </p14:cNvPr>
              <p14:cNvContentPartPr/>
              <p14:nvPr/>
            </p14:nvContentPartPr>
            <p14:xfrm>
              <a:off x="3383185" y="6559465"/>
              <a:ext cx="252720" cy="169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17124EFC-7FD5-4599-926D-B38D939D31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65185" y="6541825"/>
                <a:ext cx="2883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E4BC1E36-A7CE-4CF1-A119-149DBE51C7B1}"/>
                  </a:ext>
                </a:extLst>
              </p14:cNvPr>
              <p14:cNvContentPartPr/>
              <p14:nvPr/>
            </p14:nvContentPartPr>
            <p14:xfrm>
              <a:off x="1390945" y="6145465"/>
              <a:ext cx="1490400" cy="4305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E4BC1E36-A7CE-4CF1-A119-149DBE51C7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72945" y="6127825"/>
                <a:ext cx="152604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A854CCE8-C60A-4617-9A43-81A25EDE4D99}"/>
                  </a:ext>
                </a:extLst>
              </p14:cNvPr>
              <p14:cNvContentPartPr/>
              <p14:nvPr/>
            </p14:nvContentPartPr>
            <p14:xfrm>
              <a:off x="5069425" y="6389545"/>
              <a:ext cx="548640" cy="2199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A854CCE8-C60A-4617-9A43-81A25EDE4D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51425" y="6371545"/>
                <a:ext cx="5842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7FE8281-3C16-48E4-9E3B-10D389DF21CA}"/>
                  </a:ext>
                </a:extLst>
              </p14:cNvPr>
              <p14:cNvContentPartPr/>
              <p14:nvPr/>
            </p14:nvContentPartPr>
            <p14:xfrm>
              <a:off x="4032985" y="6266065"/>
              <a:ext cx="594720" cy="4291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7FE8281-3C16-48E4-9E3B-10D389DF21C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14996" y="6248080"/>
                <a:ext cx="630338" cy="4647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D8891F9F-54CE-4DCB-BDF2-0A94AA28B361}"/>
                  </a:ext>
                </a:extLst>
              </p14:cNvPr>
              <p14:cNvContentPartPr/>
              <p14:nvPr/>
            </p14:nvContentPartPr>
            <p14:xfrm>
              <a:off x="6018745" y="6240865"/>
              <a:ext cx="1438920" cy="4305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D8891F9F-54CE-4DCB-BDF2-0A94AA28B3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01105" y="6222865"/>
                <a:ext cx="147456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C52CA37-9F7C-430C-968C-AA85841B763B}"/>
                  </a:ext>
                </a:extLst>
              </p14:cNvPr>
              <p14:cNvContentPartPr/>
              <p14:nvPr/>
            </p14:nvContentPartPr>
            <p14:xfrm>
              <a:off x="10497505" y="4552825"/>
              <a:ext cx="438840" cy="4096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C52CA37-9F7C-430C-968C-AA85841B76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79505" y="4534825"/>
                <a:ext cx="47448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D1A1ACCB-96A9-4186-839C-E3F58CDC3147}"/>
                  </a:ext>
                </a:extLst>
              </p14:cNvPr>
              <p14:cNvContentPartPr/>
              <p14:nvPr/>
            </p14:nvContentPartPr>
            <p14:xfrm>
              <a:off x="8113585" y="5259505"/>
              <a:ext cx="2273760" cy="12052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D1A1ACCB-96A9-4186-839C-E3F58CDC314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95585" y="5223865"/>
                <a:ext cx="2309400" cy="127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8655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862EA25F-E1EF-428F-A673-8A6CE2D50794}"/>
                  </a:ext>
                </a:extLst>
              </p14:cNvPr>
              <p14:cNvContentPartPr/>
              <p14:nvPr/>
            </p14:nvContentPartPr>
            <p14:xfrm>
              <a:off x="1404985" y="1366465"/>
              <a:ext cx="9720" cy="9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862EA25F-E1EF-428F-A673-8A6CE2D507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7345" y="1348465"/>
                <a:ext cx="45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AD370C35-338E-4A8E-99FB-C3F4AF1EC6FF}"/>
                  </a:ext>
                </a:extLst>
              </p14:cNvPr>
              <p14:cNvContentPartPr/>
              <p14:nvPr/>
            </p14:nvContentPartPr>
            <p14:xfrm>
              <a:off x="11342425" y="702985"/>
              <a:ext cx="456840" cy="4917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AD370C35-338E-4A8E-99FB-C3F4AF1EC6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24425" y="685345"/>
                <a:ext cx="49248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902F9820-2F28-4F07-8EB1-C6C6F32EDF0A}"/>
                  </a:ext>
                </a:extLst>
              </p14:cNvPr>
              <p14:cNvContentPartPr/>
              <p14:nvPr/>
            </p14:nvContentPartPr>
            <p14:xfrm>
              <a:off x="6941785" y="1638985"/>
              <a:ext cx="312840" cy="2678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902F9820-2F28-4F07-8EB1-C6C6F32EDF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24145" y="1620985"/>
                <a:ext cx="3484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407C8CFC-FF7E-47E0-9644-63C7050C79FE}"/>
                  </a:ext>
                </a:extLst>
              </p14:cNvPr>
              <p14:cNvContentPartPr/>
              <p14:nvPr/>
            </p14:nvContentPartPr>
            <p14:xfrm>
              <a:off x="1073065" y="283585"/>
              <a:ext cx="9770400" cy="92088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407C8CFC-FF7E-47E0-9644-63C7050C79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5065" y="265945"/>
                <a:ext cx="9806040" cy="9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94FF5FD1-AC5C-4C76-9137-9EE756397067}"/>
                  </a:ext>
                </a:extLst>
              </p14:cNvPr>
              <p14:cNvContentPartPr/>
              <p14:nvPr/>
            </p14:nvContentPartPr>
            <p14:xfrm>
              <a:off x="4079425" y="273865"/>
              <a:ext cx="6927480" cy="11174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94FF5FD1-AC5C-4C76-9137-9EE7563970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61785" y="237865"/>
                <a:ext cx="6963120" cy="11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99094F79-CD42-4B24-B96C-F828BECA740D}"/>
                  </a:ext>
                </a:extLst>
              </p14:cNvPr>
              <p14:cNvContentPartPr/>
              <p14:nvPr/>
            </p14:nvContentPartPr>
            <p14:xfrm>
              <a:off x="5263465" y="3517465"/>
              <a:ext cx="3493080" cy="2127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99094F79-CD42-4B24-B96C-F828BECA740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45465" y="3481825"/>
                <a:ext cx="35287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3EAF9283-3F3D-447B-BE06-5F5A7213ECC4}"/>
                  </a:ext>
                </a:extLst>
              </p14:cNvPr>
              <p14:cNvContentPartPr/>
              <p14:nvPr/>
            </p14:nvContentPartPr>
            <p14:xfrm>
              <a:off x="1197985" y="4528345"/>
              <a:ext cx="360" cy="3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3EAF9283-3F3D-447B-BE06-5F5A7213EC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80345" y="44927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04DC1F3E-C055-4239-968E-070E8D1FDFCD}"/>
                  </a:ext>
                </a:extLst>
              </p14:cNvPr>
              <p14:cNvContentPartPr/>
              <p14:nvPr/>
            </p14:nvContentPartPr>
            <p14:xfrm>
              <a:off x="1034185" y="495265"/>
              <a:ext cx="3177720" cy="9615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04DC1F3E-C055-4239-968E-070E8D1FDF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6185" y="459265"/>
                <a:ext cx="3213360" cy="10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66D5F510-2D8D-471C-88F4-A22471865F75}"/>
                  </a:ext>
                </a:extLst>
              </p14:cNvPr>
              <p14:cNvContentPartPr/>
              <p14:nvPr/>
            </p14:nvContentPartPr>
            <p14:xfrm>
              <a:off x="2052625" y="1645465"/>
              <a:ext cx="134280" cy="36684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66D5F510-2D8D-471C-88F4-A22471865F7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34625" y="1609465"/>
                <a:ext cx="16992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13F55D1B-894A-4977-BAA5-83960346B93B}"/>
                  </a:ext>
                </a:extLst>
              </p14:cNvPr>
              <p14:cNvContentPartPr/>
              <p14:nvPr/>
            </p14:nvContentPartPr>
            <p14:xfrm>
              <a:off x="2299945" y="1674265"/>
              <a:ext cx="188640" cy="27180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13F55D1B-894A-4977-BAA5-83960346B93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82305" y="1638625"/>
                <a:ext cx="22428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2528FC88-A9F0-4616-91D8-0046E56A88C4}"/>
                  </a:ext>
                </a:extLst>
              </p14:cNvPr>
              <p14:cNvContentPartPr/>
              <p14:nvPr/>
            </p14:nvContentPartPr>
            <p14:xfrm>
              <a:off x="2434945" y="1676425"/>
              <a:ext cx="11880" cy="1296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2528FC88-A9F0-4616-91D8-0046E56A88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17305" y="1640425"/>
                <a:ext cx="475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CC09244B-226F-4B8F-83B2-A18B1C46F8BA}"/>
                  </a:ext>
                </a:extLst>
              </p14:cNvPr>
              <p14:cNvContentPartPr/>
              <p14:nvPr/>
            </p14:nvContentPartPr>
            <p14:xfrm>
              <a:off x="2574265" y="1539985"/>
              <a:ext cx="290520" cy="3794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CC09244B-226F-4B8F-83B2-A18B1C46F8B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56625" y="1503985"/>
                <a:ext cx="32616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F3EC1A45-FF20-48C1-904E-532BAF036F3A}"/>
                  </a:ext>
                </a:extLst>
              </p14:cNvPr>
              <p14:cNvContentPartPr/>
              <p14:nvPr/>
            </p14:nvContentPartPr>
            <p14:xfrm>
              <a:off x="2808265" y="1694065"/>
              <a:ext cx="60120" cy="972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F3EC1A45-FF20-48C1-904E-532BAF036F3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90625" y="1658425"/>
                <a:ext cx="957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9E1343A2-BF5A-4C37-A0B7-5E6CB5F05FAE}"/>
                  </a:ext>
                </a:extLst>
              </p14:cNvPr>
              <p14:cNvContentPartPr/>
              <p14:nvPr/>
            </p14:nvContentPartPr>
            <p14:xfrm>
              <a:off x="2608105" y="1583185"/>
              <a:ext cx="211680" cy="8244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9E1343A2-BF5A-4C37-A0B7-5E6CB5F05F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90465" y="1547185"/>
                <a:ext cx="2473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A63EE739-7B0C-4297-A591-06DBECF511EE}"/>
                  </a:ext>
                </a:extLst>
              </p14:cNvPr>
              <p14:cNvContentPartPr/>
              <p14:nvPr/>
            </p14:nvContentPartPr>
            <p14:xfrm>
              <a:off x="7445425" y="3926785"/>
              <a:ext cx="23760" cy="4086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A63EE739-7B0C-4297-A591-06DBECF511E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27785" y="3890785"/>
                <a:ext cx="5940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6F6ADFE3-6D17-4CF9-AE69-921ED0AE10D8}"/>
                  </a:ext>
                </a:extLst>
              </p14:cNvPr>
              <p14:cNvContentPartPr/>
              <p14:nvPr/>
            </p14:nvContentPartPr>
            <p14:xfrm>
              <a:off x="7550905" y="3989065"/>
              <a:ext cx="1285560" cy="2458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6F6ADFE3-6D17-4CF9-AE69-921ED0AE10D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33265" y="3953065"/>
                <a:ext cx="132120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9C398E4A-2E56-4AD3-83D2-B8762C224F41}"/>
                  </a:ext>
                </a:extLst>
              </p14:cNvPr>
              <p14:cNvContentPartPr/>
              <p14:nvPr/>
            </p14:nvContentPartPr>
            <p14:xfrm>
              <a:off x="7117105" y="427585"/>
              <a:ext cx="39240" cy="23796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9C398E4A-2E56-4AD3-83D2-B8762C224F4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99465" y="391585"/>
                <a:ext cx="7488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76681786-5CB4-462A-AB7A-19415F564A2F}"/>
                  </a:ext>
                </a:extLst>
              </p14:cNvPr>
              <p14:cNvContentPartPr/>
              <p14:nvPr/>
            </p14:nvContentPartPr>
            <p14:xfrm>
              <a:off x="7222225" y="446305"/>
              <a:ext cx="136800" cy="22968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76681786-5CB4-462A-AB7A-19415F564A2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04225" y="410665"/>
                <a:ext cx="1724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0" name="Cerneală 269">
                <a:extLst>
                  <a:ext uri="{FF2B5EF4-FFF2-40B4-BE49-F238E27FC236}">
                    <a16:creationId xmlns:a16="http://schemas.microsoft.com/office/drawing/2014/main" id="{3DE544C0-4D95-42C1-BFE2-AE804B1E15E1}"/>
                  </a:ext>
                </a:extLst>
              </p14:cNvPr>
              <p14:cNvContentPartPr/>
              <p14:nvPr/>
            </p14:nvContentPartPr>
            <p14:xfrm>
              <a:off x="7005865" y="3137665"/>
              <a:ext cx="27000" cy="213120"/>
            </p14:xfrm>
          </p:contentPart>
        </mc:Choice>
        <mc:Fallback xmlns="">
          <p:pic>
            <p:nvPicPr>
              <p:cNvPr id="270" name="Cerneală 269">
                <a:extLst>
                  <a:ext uri="{FF2B5EF4-FFF2-40B4-BE49-F238E27FC236}">
                    <a16:creationId xmlns:a16="http://schemas.microsoft.com/office/drawing/2014/main" id="{3DE544C0-4D95-42C1-BFE2-AE804B1E15E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988225" y="3102025"/>
                <a:ext cx="626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1" name="Cerneală 270">
                <a:extLst>
                  <a:ext uri="{FF2B5EF4-FFF2-40B4-BE49-F238E27FC236}">
                    <a16:creationId xmlns:a16="http://schemas.microsoft.com/office/drawing/2014/main" id="{3EBBACA7-C473-4F04-ACAB-8555D467F4C0}"/>
                  </a:ext>
                </a:extLst>
              </p14:cNvPr>
              <p14:cNvContentPartPr/>
              <p14:nvPr/>
            </p14:nvContentPartPr>
            <p14:xfrm>
              <a:off x="7123585" y="3132985"/>
              <a:ext cx="119520" cy="216000"/>
            </p14:xfrm>
          </p:contentPart>
        </mc:Choice>
        <mc:Fallback xmlns="">
          <p:pic>
            <p:nvPicPr>
              <p:cNvPr id="271" name="Cerneală 270">
                <a:extLst>
                  <a:ext uri="{FF2B5EF4-FFF2-40B4-BE49-F238E27FC236}">
                    <a16:creationId xmlns:a16="http://schemas.microsoft.com/office/drawing/2014/main" id="{3EBBACA7-C473-4F04-ACAB-8555D467F4C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05945" y="3096985"/>
                <a:ext cx="1551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48F57649-D18D-43A4-B69F-9B46E63BA71F}"/>
                  </a:ext>
                </a:extLst>
              </p14:cNvPr>
              <p14:cNvContentPartPr/>
              <p14:nvPr/>
            </p14:nvContentPartPr>
            <p14:xfrm>
              <a:off x="504985" y="2121745"/>
              <a:ext cx="8608680" cy="433692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48F57649-D18D-43A4-B69F-9B46E63BA71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7345" y="2104105"/>
                <a:ext cx="8644320" cy="43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9" name="Cerneală 308">
                <a:extLst>
                  <a:ext uri="{FF2B5EF4-FFF2-40B4-BE49-F238E27FC236}">
                    <a16:creationId xmlns:a16="http://schemas.microsoft.com/office/drawing/2014/main" id="{0C5FD76F-C393-4029-BE8F-08B213A4A7A8}"/>
                  </a:ext>
                </a:extLst>
              </p14:cNvPr>
              <p14:cNvContentPartPr/>
              <p14:nvPr/>
            </p14:nvContentPartPr>
            <p14:xfrm>
              <a:off x="10183585" y="2583265"/>
              <a:ext cx="1407240" cy="2846880"/>
            </p14:xfrm>
          </p:contentPart>
        </mc:Choice>
        <mc:Fallback xmlns="">
          <p:pic>
            <p:nvPicPr>
              <p:cNvPr id="309" name="Cerneală 308">
                <a:extLst>
                  <a:ext uri="{FF2B5EF4-FFF2-40B4-BE49-F238E27FC236}">
                    <a16:creationId xmlns:a16="http://schemas.microsoft.com/office/drawing/2014/main" id="{0C5FD76F-C393-4029-BE8F-08B213A4A7A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165590" y="2565265"/>
                <a:ext cx="1442871" cy="288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6400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D62FB60-CE0C-40E9-8ED2-03BAD687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37196"/>
            <a:ext cx="5781675" cy="40005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5F0E1782-D11C-4284-8206-7C4005EDD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1051586"/>
            <a:ext cx="5887265" cy="283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86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D62FB60-CE0C-40E9-8ED2-03BAD687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37196"/>
            <a:ext cx="5781675" cy="4000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462E24FE-4E17-4E3E-8D18-1781C5FA6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926" y="137196"/>
            <a:ext cx="2869778" cy="138174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F787A7FC-1181-472F-9413-2DF2AA2DA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65" y="1783098"/>
            <a:ext cx="5743403" cy="3902569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0F40209E-4B7B-4602-9D79-67FAB12D7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83098"/>
            <a:ext cx="5760657" cy="39249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D1AD92F7-8D09-428B-8CF9-29077C70BB8E}"/>
                  </a:ext>
                </a:extLst>
              </p14:cNvPr>
              <p14:cNvContentPartPr/>
              <p14:nvPr/>
            </p14:nvContentPartPr>
            <p14:xfrm>
              <a:off x="8468185" y="4408465"/>
              <a:ext cx="427320" cy="3909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D1AD92F7-8D09-428B-8CF9-29077C70BB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50185" y="4372825"/>
                <a:ext cx="462960" cy="4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0361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Noțiuni introductive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Clasificarea registrelor de deplasare ;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Instrucțiuni de </a:t>
            </a:r>
            <a:r>
              <a:rPr lang="ro-RO" sz="2400" b="1" dirty="0" err="1"/>
              <a:t>shift</a:t>
            </a:r>
            <a:r>
              <a:rPr lang="ro-RO" sz="2400" b="1" dirty="0"/>
              <a:t>-are  specifice PLC: BSL, BSR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rgbClr val="FF0000"/>
                </a:solidFill>
              </a:rPr>
              <a:t>Aplicație – Lumină dinamică pe panoul PLC</a:t>
            </a:r>
            <a:r>
              <a:rPr lang="ro-RO" sz="2400" b="1" dirty="0"/>
              <a:t>;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FIFO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LIFO</a:t>
            </a:r>
          </a:p>
          <a:p>
            <a:pPr marL="457200" indent="-457200">
              <a:buFontTx/>
              <a:buChar char="-"/>
            </a:pPr>
            <a:r>
              <a:rPr lang="ro-RO" sz="2400" b="1" dirty="0" err="1">
                <a:solidFill>
                  <a:srgbClr val="0000FF"/>
                </a:solidFill>
              </a:rPr>
              <a:t>Secvențiatoare</a:t>
            </a:r>
            <a:r>
              <a:rPr lang="ro-RO" sz="2400" b="1" dirty="0">
                <a:solidFill>
                  <a:srgbClr val="0000FF"/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 err="1"/>
              <a:t>Secvențiatoare</a:t>
            </a:r>
            <a:r>
              <a:rPr lang="ro-RO" sz="2400" b="1" dirty="0"/>
              <a:t> mecanice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Aplicații de tip </a:t>
            </a:r>
            <a:r>
              <a:rPr lang="ro-RO" sz="2400" b="1" i="1" dirty="0"/>
              <a:t>Time </a:t>
            </a:r>
            <a:r>
              <a:rPr lang="ro-RO" sz="2400" b="1" i="1" dirty="0" err="1"/>
              <a:t>Driven</a:t>
            </a:r>
            <a:r>
              <a:rPr lang="ro-RO" sz="2400" b="1" i="1" dirty="0"/>
              <a:t> </a:t>
            </a:r>
            <a:r>
              <a:rPr lang="ro-RO" sz="2400" b="1" dirty="0"/>
              <a:t>– Semaforul electric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2050902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79335702-E13B-4419-A845-9857C099F649}"/>
              </a:ext>
            </a:extLst>
          </p:cNvPr>
          <p:cNvSpPr/>
          <p:nvPr/>
        </p:nvSpPr>
        <p:spPr>
          <a:xfrm>
            <a:off x="61026" y="228635"/>
            <a:ext cx="9509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sz="1600" b="1" dirty="0" err="1">
                <a:solidFill>
                  <a:srgbClr val="0000FF"/>
                </a:solidFill>
              </a:rPr>
              <a:t>Registre</a:t>
            </a:r>
            <a:r>
              <a:rPr lang="en-US" sz="1600" b="1" dirty="0">
                <a:solidFill>
                  <a:srgbClr val="0000FF"/>
                </a:solidFill>
              </a:rPr>
              <a:t> de </a:t>
            </a:r>
            <a:r>
              <a:rPr lang="en-US" sz="1600" b="1" dirty="0" err="1">
                <a:solidFill>
                  <a:srgbClr val="0000FF"/>
                </a:solidFill>
              </a:rPr>
              <a:t>deplasare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ro-RO" sz="1600" b="1" dirty="0">
                <a:solidFill>
                  <a:srgbClr val="0000FF"/>
                </a:solidFill>
              </a:rPr>
              <a:t> </a:t>
            </a:r>
          </a:p>
          <a:p>
            <a:pPr lvl="2">
              <a:defRPr/>
            </a:pPr>
            <a:r>
              <a:rPr lang="en-US" sz="16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1F6ED07-9FFD-449C-8B44-B9B0DDC4C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2" y="868708"/>
            <a:ext cx="4681917" cy="5626891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21924D42-4A09-43AC-8135-DA643541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99" y="228635"/>
            <a:ext cx="3914775" cy="36195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81142349-3082-4753-81BC-DDF49B650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04" y="868708"/>
            <a:ext cx="5387476" cy="4663389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CAEF0194-A44C-48A9-BEE0-1FA46A881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6584" y="960147"/>
            <a:ext cx="822951" cy="570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61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Noțiuni introductive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Clasificarea registrelor de deplasare ;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Instrucțiuni de </a:t>
            </a:r>
            <a:r>
              <a:rPr lang="ro-RO" sz="2400" b="1" dirty="0" err="1">
                <a:solidFill>
                  <a:schemeClr val="bg1">
                    <a:lumMod val="65000"/>
                  </a:schemeClr>
                </a:solidFill>
              </a:rPr>
              <a:t>shift</a:t>
            </a: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-are  specifice PLC: BSL, BSR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Aplicație – Lumină dinamică pe panoul PLC; </a:t>
            </a:r>
          </a:p>
          <a:p>
            <a:pPr marL="457200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Stive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FIFO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LIFO</a:t>
            </a:r>
          </a:p>
          <a:p>
            <a:pPr marL="457200" indent="-457200">
              <a:buFontTx/>
              <a:buChar char="-"/>
            </a:pPr>
            <a:r>
              <a:rPr lang="ro-RO" sz="2400" b="1" dirty="0" err="1">
                <a:solidFill>
                  <a:schemeClr val="bg1">
                    <a:lumMod val="65000"/>
                  </a:schemeClr>
                </a:solidFill>
              </a:rPr>
              <a:t>Secvențiatoare</a:t>
            </a: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 err="1">
                <a:solidFill>
                  <a:schemeClr val="bg1">
                    <a:lumMod val="65000"/>
                  </a:schemeClr>
                </a:solidFill>
              </a:rPr>
              <a:t>Secvențiatoare</a:t>
            </a: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 mecanice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Aplicații de tip </a:t>
            </a:r>
            <a:r>
              <a:rPr lang="ro-RO" sz="2400" b="1" i="1" dirty="0">
                <a:solidFill>
                  <a:schemeClr val="bg1">
                    <a:lumMod val="65000"/>
                  </a:schemeClr>
                </a:solidFill>
              </a:rPr>
              <a:t>Time </a:t>
            </a:r>
            <a:r>
              <a:rPr lang="ro-RO" sz="2400" b="1" i="1" dirty="0" err="1">
                <a:solidFill>
                  <a:schemeClr val="bg1">
                    <a:lumMod val="65000"/>
                  </a:schemeClr>
                </a:solidFill>
              </a:rPr>
              <a:t>Driven</a:t>
            </a:r>
            <a:r>
              <a:rPr lang="ro-RO" sz="2400" b="1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o-RO" sz="2400" b="1" dirty="0">
                <a:solidFill>
                  <a:schemeClr val="bg1">
                    <a:lumMod val="65000"/>
                  </a:schemeClr>
                </a:solidFill>
              </a:rPr>
              <a:t>– Semaforul electric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330488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– Noțiuni introductive             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B7F510C-8837-4849-8090-CDD2E031C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3063244"/>
            <a:ext cx="10601325" cy="14763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E1DC0D83-D75E-476B-A773-6E267C325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78" y="2338408"/>
            <a:ext cx="10410825" cy="41910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60C45AA7-796F-4F3C-B6A3-742BB6248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178" y="1698335"/>
            <a:ext cx="106203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88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eptunghi 2">
            <a:extLst>
              <a:ext uri="{FF2B5EF4-FFF2-40B4-BE49-F238E27FC236}">
                <a16:creationId xmlns:a16="http://schemas.microsoft.com/office/drawing/2014/main" id="{15C7AF23-C2B6-498C-87DF-F692B57C15F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– FIFO                                             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9D8D9A97-2F8E-472E-881F-7A3D2EA8B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685830"/>
            <a:ext cx="11887200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61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CEAE95CF-4337-4FFA-A2B0-43053FA7E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11673779" cy="4368603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BD24EEB3-5A4B-47B0-94E5-64F469070489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                                     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151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ine 6">
            <a:extLst>
              <a:ext uri="{FF2B5EF4-FFF2-40B4-BE49-F238E27FC236}">
                <a16:creationId xmlns:a16="http://schemas.microsoft.com/office/drawing/2014/main" id="{C4C406FA-9426-466C-BF42-205E20889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653488"/>
            <a:ext cx="10943218" cy="6005319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3EC0C0BA-763B-48A7-A2FB-AB4904A7AF26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912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4B651351-B2C4-43DF-868D-15A0D4E3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94" y="1417342"/>
            <a:ext cx="4459608" cy="2359913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7F658F5B-B43C-494B-887F-B97D65738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61" y="1417342"/>
            <a:ext cx="4572000" cy="2324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3873E90E-A8E8-412B-BC49-59B435FB4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94" y="4069073"/>
            <a:ext cx="9963150" cy="1419225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009557DC-4C2A-4B9C-B1F7-0C39C3BE247D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6910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ine 5">
            <a:extLst>
              <a:ext uri="{FF2B5EF4-FFF2-40B4-BE49-F238E27FC236}">
                <a16:creationId xmlns:a16="http://schemas.microsoft.com/office/drawing/2014/main" id="{BDC2921A-74D2-467C-9F89-7774DA4A7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3154683"/>
            <a:ext cx="11765218" cy="3461441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4612FDAB-A1FD-4566-B113-C947F5519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24" y="685830"/>
            <a:ext cx="4572000" cy="232410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4C363691-9283-4251-9031-5A5483D5A61A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6600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C5A50DC3-12B3-47B3-8682-B05FD8C1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685830"/>
            <a:ext cx="11308023" cy="5510154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10C15CBB-0329-4296-B85D-CB5F8E0C42F9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5507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42C50221-A4DA-4FF8-BA92-47EC46224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3246122"/>
            <a:ext cx="10084025" cy="3603721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DB3B8CD8-800F-4C29-950E-053C67ED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594391"/>
            <a:ext cx="7782856" cy="2566888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79875FA6-68D1-4D61-9BC0-B912BB0FC8BB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4341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AF5CB0FB-AD91-4FDD-8EB5-CF29C8BE3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868708"/>
            <a:ext cx="11972925" cy="3390900"/>
          </a:xfrm>
          <a:prstGeom prst="rect">
            <a:avLst/>
          </a:prstGeom>
        </p:spPr>
      </p:pic>
      <p:sp>
        <p:nvSpPr>
          <p:cNvPr id="4" name="Dreptunghi 3">
            <a:extLst>
              <a:ext uri="{FF2B5EF4-FFF2-40B4-BE49-F238E27FC236}">
                <a16:creationId xmlns:a16="http://schemas.microsoft.com/office/drawing/2014/main" id="{6FAF0B56-3FA1-483D-916B-CE134CF83095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FIFO, implementate în PLC (cazul automatelor Allen Bradley ) – instrucțiunea FFL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4419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D15F7B7A-45D2-4BBE-BF0E-F9A552F5F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55" y="685830"/>
            <a:ext cx="9460183" cy="426755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16B52E2C-2E09-4932-8329-658CD3356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55" y="5166341"/>
            <a:ext cx="10485072" cy="1430548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B14E91EE-8AB3-44CB-9D32-A6AA6683CA8D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Stive de tip LIFO, implementate în PLC (cazul automatelor Allen Bradley ) – instrucțiunea LFL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0591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1432611" y="777269"/>
            <a:ext cx="1040732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Registre</a:t>
            </a:r>
          </a:p>
          <a:p>
            <a:pPr marL="1371600" lvl="2" indent="-457200">
              <a:buFontTx/>
              <a:buChar char="-"/>
            </a:pP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Noțiuni introductive</a:t>
            </a:r>
          </a:p>
          <a:p>
            <a:pPr marL="1371600" lvl="2" indent="-457200">
              <a:buFontTx/>
              <a:buChar char="-"/>
            </a:pP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Clasificarea registrelor;</a:t>
            </a:r>
          </a:p>
          <a:p>
            <a:pPr marL="1371600" lvl="2" indent="-457200">
              <a:buFontTx/>
              <a:buChar char="-"/>
            </a:pP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Instrucțiuni de </a:t>
            </a:r>
            <a:r>
              <a:rPr lang="ro-RO" b="1" dirty="0" err="1">
                <a:solidFill>
                  <a:schemeClr val="bg1">
                    <a:lumMod val="65000"/>
                  </a:schemeClr>
                </a:solidFill>
              </a:rPr>
              <a:t>shift</a:t>
            </a: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-are  specifice PLC </a:t>
            </a:r>
          </a:p>
          <a:p>
            <a:pPr marL="1371600" lvl="2" indent="-457200">
              <a:buFontTx/>
              <a:buChar char="-"/>
            </a:pP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Aplicație – Lumină dinamică pe panoul PLC; </a:t>
            </a:r>
          </a:p>
          <a:p>
            <a:pPr marL="457200" indent="-457200">
              <a:buFontTx/>
              <a:buChar char="-"/>
            </a:pP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Stive</a:t>
            </a:r>
          </a:p>
          <a:p>
            <a:pPr marL="1371600" lvl="2" indent="-457200">
              <a:buFontTx/>
              <a:buChar char="-"/>
            </a:pP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FIFO</a:t>
            </a:r>
          </a:p>
          <a:p>
            <a:pPr marL="1371600" lvl="2" indent="-457200">
              <a:buFontTx/>
              <a:buChar char="-"/>
            </a:pPr>
            <a:r>
              <a:rPr lang="ro-RO" b="1" dirty="0">
                <a:solidFill>
                  <a:schemeClr val="bg1">
                    <a:lumMod val="65000"/>
                  </a:schemeClr>
                </a:solidFill>
              </a:rPr>
              <a:t>LIFO</a:t>
            </a:r>
          </a:p>
          <a:p>
            <a:pPr marL="457200" indent="-457200">
              <a:buFontTx/>
              <a:buChar char="-"/>
            </a:pPr>
            <a:r>
              <a:rPr lang="ro-RO" sz="3200" b="1" dirty="0" err="1">
                <a:solidFill>
                  <a:srgbClr val="0000FF"/>
                </a:solidFill>
              </a:rPr>
              <a:t>Secvențiatoare</a:t>
            </a:r>
            <a:r>
              <a:rPr lang="ro-RO" sz="3200" b="1" dirty="0">
                <a:solidFill>
                  <a:srgbClr val="0000FF"/>
                </a:solidFill>
              </a:rPr>
              <a:t> </a:t>
            </a:r>
          </a:p>
          <a:p>
            <a:pPr marL="1371600" lvl="2" indent="-457200">
              <a:buFontTx/>
              <a:buChar char="-"/>
            </a:pPr>
            <a:r>
              <a:rPr lang="ro-RO" sz="3200" b="1" dirty="0" err="1"/>
              <a:t>Secvențiatoare</a:t>
            </a:r>
            <a:r>
              <a:rPr lang="ro-RO" sz="3200" b="1" dirty="0"/>
              <a:t> mecanice</a:t>
            </a:r>
          </a:p>
          <a:p>
            <a:pPr marL="1371600" lvl="2" indent="-457200">
              <a:buFontTx/>
              <a:buChar char="-"/>
            </a:pPr>
            <a:r>
              <a:rPr lang="ro-RO" sz="3200" b="1" dirty="0" err="1"/>
              <a:t>Secvențiatoare</a:t>
            </a:r>
            <a:r>
              <a:rPr lang="ro-RO" sz="3200" b="1" dirty="0"/>
              <a:t> implementate software</a:t>
            </a:r>
          </a:p>
          <a:p>
            <a:pPr marL="1371600" lvl="2" indent="-457200">
              <a:buFontTx/>
              <a:buChar char="-"/>
            </a:pPr>
            <a:r>
              <a:rPr lang="ro-RO" sz="3200" b="1" dirty="0"/>
              <a:t>Aplicații de tip </a:t>
            </a:r>
            <a:r>
              <a:rPr lang="ro-RO" sz="3200" b="1" i="1" dirty="0"/>
              <a:t>Time </a:t>
            </a:r>
            <a:r>
              <a:rPr lang="ro-RO" sz="3200" b="1" i="1" dirty="0" err="1"/>
              <a:t>Driven</a:t>
            </a:r>
            <a:r>
              <a:rPr lang="ro-RO" sz="3200" b="1" i="1" dirty="0"/>
              <a:t> </a:t>
            </a:r>
            <a:r>
              <a:rPr lang="ro-RO" sz="3200" b="1" dirty="0"/>
              <a:t>– Semaforul electric </a:t>
            </a:r>
            <a:r>
              <a:rPr lang="ro-RO" sz="3200" b="1" dirty="0">
                <a:solidFill>
                  <a:srgbClr val="FF0000"/>
                </a:solidFill>
              </a:rPr>
              <a:t>(vezi seminar)</a:t>
            </a:r>
          </a:p>
          <a:p>
            <a:pPr marL="1371600" lvl="2" indent="-457200">
              <a:buFontTx/>
              <a:buChar char="-"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1131707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609660" y="228635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Secvențiatoare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mecanice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DBFBCCD-F3B4-4D66-BE07-04444A667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60" y="960147"/>
            <a:ext cx="6194577" cy="4114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746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609660" y="228635"/>
            <a:ext cx="5117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Secvențiatoare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– implementate software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DCA36A2-ED74-498D-925A-EF5F71E00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960147"/>
            <a:ext cx="11460488" cy="382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77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609660" y="228635"/>
            <a:ext cx="5117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Secvențiatoare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– implementate software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F0F2DE8-4417-46C6-9078-24E86AAF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80" y="320074"/>
            <a:ext cx="3695700" cy="244792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0660FDCF-B37E-419B-8B56-328DBBC30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3063244"/>
            <a:ext cx="11216584" cy="347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37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609660" y="228635"/>
            <a:ext cx="5117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Secvențiatoare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– implementate software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F0F2DE8-4417-46C6-9078-24E86AAF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19" y="137196"/>
            <a:ext cx="3695700" cy="24479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80A3842D-FB07-4778-BEDC-CA272DA9A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2971805"/>
            <a:ext cx="114871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66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B651D058-B906-4E59-9C2D-6043F233EB8B}"/>
              </a:ext>
            </a:extLst>
          </p:cNvPr>
          <p:cNvSpPr/>
          <p:nvPr/>
        </p:nvSpPr>
        <p:spPr>
          <a:xfrm>
            <a:off x="609660" y="228635"/>
            <a:ext cx="5117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Secvențiatoare</a:t>
            </a:r>
            <a:r>
              <a:rPr lang="ro-RO" b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– implementate software   </a:t>
            </a:r>
            <a:endParaRPr lang="ro-RO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F0F2DE8-4417-46C6-9078-24E86AAF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19" y="137196"/>
            <a:ext cx="3695700" cy="2447925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BF30A198-A948-4516-8938-DD34FA58E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2971805"/>
            <a:ext cx="11582400" cy="245745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3D2D03C4-D972-429C-9E5E-3CD3538EB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04" y="5806414"/>
            <a:ext cx="112585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993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8D802D94-3A42-4DB8-998D-E2A41F24C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7873379" cy="31542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86577325-E232-4E81-9BB5-8BA37B92EA88}"/>
                  </a:ext>
                </a:extLst>
              </p14:cNvPr>
              <p14:cNvContentPartPr/>
              <p14:nvPr/>
            </p14:nvContentPartPr>
            <p14:xfrm>
              <a:off x="962109" y="2352865"/>
              <a:ext cx="853560" cy="5929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86577325-E232-4E81-9BB5-8BA37B92EA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4469" y="2335214"/>
                <a:ext cx="889200" cy="628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7E479743-CF91-4489-8544-1C7346F135DE}"/>
                  </a:ext>
                </a:extLst>
              </p14:cNvPr>
              <p14:cNvContentPartPr/>
              <p14:nvPr/>
            </p14:nvContentPartPr>
            <p14:xfrm>
              <a:off x="692109" y="138505"/>
              <a:ext cx="3225600" cy="19893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7E479743-CF91-4489-8544-1C7346F135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4467" y="120505"/>
                <a:ext cx="3261244" cy="20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043C5114-61FA-44FB-AB00-4D62AB6461F6}"/>
                  </a:ext>
                </a:extLst>
              </p14:cNvPr>
              <p14:cNvContentPartPr/>
              <p14:nvPr/>
            </p14:nvContentPartPr>
            <p14:xfrm>
              <a:off x="141669" y="3240265"/>
              <a:ext cx="3900960" cy="33436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043C5114-61FA-44FB-AB00-4D62AB646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027" y="3222625"/>
                <a:ext cx="3936603" cy="33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C8827678-8E7E-406E-B12B-1110F61382E8}"/>
                  </a:ext>
                </a:extLst>
              </p14:cNvPr>
              <p14:cNvContentPartPr/>
              <p14:nvPr/>
            </p14:nvContentPartPr>
            <p14:xfrm>
              <a:off x="5057829" y="4051705"/>
              <a:ext cx="300240" cy="2480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C8827678-8E7E-406E-B12B-1110F61382E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40189" y="4034065"/>
                <a:ext cx="3358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269FFF12-769E-4F29-8427-C66D38F046AC}"/>
                  </a:ext>
                </a:extLst>
              </p14:cNvPr>
              <p14:cNvContentPartPr/>
              <p14:nvPr/>
            </p14:nvContentPartPr>
            <p14:xfrm>
              <a:off x="4191669" y="3910585"/>
              <a:ext cx="569160" cy="35424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269FFF12-769E-4F29-8427-C66D38F046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73669" y="3892945"/>
                <a:ext cx="60480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DFD49D7B-8282-410F-AEDA-EACA6134DCE7}"/>
                  </a:ext>
                </a:extLst>
              </p14:cNvPr>
              <p14:cNvContentPartPr/>
              <p14:nvPr/>
            </p14:nvContentPartPr>
            <p14:xfrm>
              <a:off x="5534109" y="4080865"/>
              <a:ext cx="721080" cy="1224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DFD49D7B-8282-410F-AEDA-EACA6134DCE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16118" y="4063225"/>
                <a:ext cx="756702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F8C9EA56-E114-4A5E-B017-E9DC292B7DD1}"/>
                  </a:ext>
                </a:extLst>
              </p14:cNvPr>
              <p14:cNvContentPartPr/>
              <p14:nvPr/>
            </p14:nvContentPartPr>
            <p14:xfrm>
              <a:off x="5249709" y="157585"/>
              <a:ext cx="2661480" cy="148860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F8C9EA56-E114-4A5E-B017-E9DC292B7DD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31709" y="139585"/>
                <a:ext cx="2697120" cy="15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F8BF0B89-7737-417D-8019-956A97B72C20}"/>
                  </a:ext>
                </a:extLst>
              </p14:cNvPr>
              <p14:cNvContentPartPr/>
              <p14:nvPr/>
            </p14:nvContentPartPr>
            <p14:xfrm>
              <a:off x="6171309" y="4610425"/>
              <a:ext cx="142920" cy="38556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F8BF0B89-7737-417D-8019-956A97B72C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53309" y="4592425"/>
                <a:ext cx="17856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838FDF13-BF6F-45E3-9020-8BEE89422C82}"/>
                  </a:ext>
                </a:extLst>
              </p14:cNvPr>
              <p14:cNvContentPartPr/>
              <p14:nvPr/>
            </p14:nvContentPartPr>
            <p14:xfrm>
              <a:off x="6544269" y="3917425"/>
              <a:ext cx="1282680" cy="275076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838FDF13-BF6F-45E3-9020-8BEE89422C8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526269" y="3899425"/>
                <a:ext cx="1318320" cy="27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AA3B7A10-E62F-46B0-A69F-EA83A232BD0D}"/>
                  </a:ext>
                </a:extLst>
              </p14:cNvPr>
              <p14:cNvContentPartPr/>
              <p14:nvPr/>
            </p14:nvContentPartPr>
            <p14:xfrm>
              <a:off x="5837589" y="4692145"/>
              <a:ext cx="234000" cy="11304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AA3B7A10-E62F-46B0-A69F-EA83A232BD0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819589" y="4674202"/>
                <a:ext cx="269640" cy="148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102FAB47-211B-4EED-9688-B27609D15425}"/>
                  </a:ext>
                </a:extLst>
              </p14:cNvPr>
              <p14:cNvContentPartPr/>
              <p14:nvPr/>
            </p14:nvContentPartPr>
            <p14:xfrm>
              <a:off x="4278789" y="4528345"/>
              <a:ext cx="1371600" cy="5770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102FAB47-211B-4EED-9688-B27609D1542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60789" y="4510705"/>
                <a:ext cx="1407240" cy="6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4D278EC4-D724-4993-8901-735D3CECBC3C}"/>
                  </a:ext>
                </a:extLst>
              </p14:cNvPr>
              <p14:cNvContentPartPr/>
              <p14:nvPr/>
            </p14:nvContentPartPr>
            <p14:xfrm>
              <a:off x="8199909" y="353785"/>
              <a:ext cx="3668760" cy="606852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4D278EC4-D724-4993-8901-735D3CECBC3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181911" y="335785"/>
                <a:ext cx="3704397" cy="61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88351997-67A8-4102-A5B4-6164F9EA16D6}"/>
                  </a:ext>
                </a:extLst>
              </p14:cNvPr>
              <p14:cNvContentPartPr/>
              <p14:nvPr/>
            </p14:nvContentPartPr>
            <p14:xfrm>
              <a:off x="9374589" y="851665"/>
              <a:ext cx="1927440" cy="256176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88351997-67A8-4102-A5B4-6164F9EA16D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356949" y="816025"/>
                <a:ext cx="1963080" cy="263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6AF11EB6-7BB9-4143-A282-B9067A5189E6}"/>
                  </a:ext>
                </a:extLst>
              </p14:cNvPr>
              <p14:cNvContentPartPr/>
              <p14:nvPr/>
            </p14:nvContentPartPr>
            <p14:xfrm>
              <a:off x="10529469" y="232105"/>
              <a:ext cx="225000" cy="30960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6AF11EB6-7BB9-4143-A282-B9067A5189E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511469" y="196465"/>
                <a:ext cx="26064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F1F59095-37BC-45EB-9835-79A5DFEBF896}"/>
                  </a:ext>
                </a:extLst>
              </p14:cNvPr>
              <p14:cNvContentPartPr/>
              <p14:nvPr/>
            </p14:nvContentPartPr>
            <p14:xfrm>
              <a:off x="10789749" y="341185"/>
              <a:ext cx="141480" cy="16632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F1F59095-37BC-45EB-9835-79A5DFEBF89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772109" y="305185"/>
                <a:ext cx="1771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1E0C6B21-1D00-4687-AF16-403DA86B5432}"/>
                  </a:ext>
                </a:extLst>
              </p14:cNvPr>
              <p14:cNvContentPartPr/>
              <p14:nvPr/>
            </p14:nvContentPartPr>
            <p14:xfrm>
              <a:off x="11003589" y="297985"/>
              <a:ext cx="430920" cy="16812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1E0C6B21-1D00-4687-AF16-403DA86B543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985949" y="262345"/>
                <a:ext cx="4665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31F9FD9D-138C-47F8-B36A-F711AAA1B95A}"/>
                  </a:ext>
                </a:extLst>
              </p14:cNvPr>
              <p14:cNvContentPartPr/>
              <p14:nvPr/>
            </p14:nvContentPartPr>
            <p14:xfrm>
              <a:off x="11078829" y="596425"/>
              <a:ext cx="173160" cy="23760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31F9FD9D-138C-47F8-B36A-F711AAA1B95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061189" y="560785"/>
                <a:ext cx="2088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43" name="Cerneală 242">
                <a:extLst>
                  <a:ext uri="{FF2B5EF4-FFF2-40B4-BE49-F238E27FC236}">
                    <a16:creationId xmlns:a16="http://schemas.microsoft.com/office/drawing/2014/main" id="{EACCD147-7B9D-44D9-BAC8-6B3D85FF23AB}"/>
                  </a:ext>
                </a:extLst>
              </p14:cNvPr>
              <p14:cNvContentPartPr/>
              <p14:nvPr/>
            </p14:nvContentPartPr>
            <p14:xfrm>
              <a:off x="11339829" y="547825"/>
              <a:ext cx="194760" cy="304920"/>
            </p14:xfrm>
          </p:contentPart>
        </mc:Choice>
        <mc:Fallback xmlns="">
          <p:pic>
            <p:nvPicPr>
              <p:cNvPr id="243" name="Cerneală 242">
                <a:extLst>
                  <a:ext uri="{FF2B5EF4-FFF2-40B4-BE49-F238E27FC236}">
                    <a16:creationId xmlns:a16="http://schemas.microsoft.com/office/drawing/2014/main" id="{EACCD147-7B9D-44D9-BAC8-6B3D85FF23A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321829" y="512185"/>
                <a:ext cx="2304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891530F4-EDF0-4FF5-90AB-3CB288E43560}"/>
                  </a:ext>
                </a:extLst>
              </p14:cNvPr>
              <p14:cNvContentPartPr/>
              <p14:nvPr/>
            </p14:nvContentPartPr>
            <p14:xfrm>
              <a:off x="11632869" y="546745"/>
              <a:ext cx="141120" cy="23940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891530F4-EDF0-4FF5-90AB-3CB288E4356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614869" y="510745"/>
                <a:ext cx="176760" cy="3110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Dreptunghi 21">
            <a:extLst>
              <a:ext uri="{FF2B5EF4-FFF2-40B4-BE49-F238E27FC236}">
                <a16:creationId xmlns:a16="http://schemas.microsoft.com/office/drawing/2014/main" id="{F0EBB292-BB27-45A4-9F3F-192EC1DA32CE}"/>
              </a:ext>
            </a:extLst>
          </p:cNvPr>
          <p:cNvSpPr/>
          <p:nvPr/>
        </p:nvSpPr>
        <p:spPr>
          <a:xfrm>
            <a:off x="243904" y="45757"/>
            <a:ext cx="7202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 err="1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Secvențiatoare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 – </a:t>
            </a:r>
            <a:r>
              <a:rPr lang="ro-RO" b="1" i="1" dirty="0">
                <a:solidFill>
                  <a:srgbClr val="FF0000"/>
                </a:solidFill>
                <a:latin typeface="Tahoma" panose="020B0604030504040204" pitchFamily="34" charset="0"/>
                <a:ea typeface="Calibri" panose="020F0502020204030204" pitchFamily="34" charset="0"/>
              </a:rPr>
              <a:t>utilizare în generarea de comenzi periodice</a:t>
            </a:r>
            <a:endParaRPr lang="ro-RO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771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06D41CB3-EF41-421E-9D1B-9DD1CB793B23}"/>
                  </a:ext>
                </a:extLst>
              </p14:cNvPr>
              <p14:cNvContentPartPr/>
              <p14:nvPr/>
            </p14:nvContentPartPr>
            <p14:xfrm>
              <a:off x="1262709" y="530545"/>
              <a:ext cx="163080" cy="1962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06D41CB3-EF41-421E-9D1B-9DD1CB793B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5069" y="512545"/>
                <a:ext cx="1987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F0516582-B16D-4B0C-9166-317CEA0EC782}"/>
                  </a:ext>
                </a:extLst>
              </p14:cNvPr>
              <p14:cNvContentPartPr/>
              <p14:nvPr/>
            </p14:nvContentPartPr>
            <p14:xfrm>
              <a:off x="837189" y="829705"/>
              <a:ext cx="676440" cy="241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F0516582-B16D-4B0C-9166-317CEA0EC7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9189" y="811705"/>
                <a:ext cx="7120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F62EA689-E350-44A6-8872-DCB972F467E3}"/>
                  </a:ext>
                </a:extLst>
              </p14:cNvPr>
              <p14:cNvContentPartPr/>
              <p14:nvPr/>
            </p14:nvContentPartPr>
            <p14:xfrm>
              <a:off x="1660509" y="563305"/>
              <a:ext cx="43200" cy="352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F62EA689-E350-44A6-8872-DCB972F467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2509" y="545305"/>
                <a:ext cx="788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AA8A1ED9-E6AE-4D04-851F-953CBF5350BB}"/>
                  </a:ext>
                </a:extLst>
              </p14:cNvPr>
              <p14:cNvContentPartPr/>
              <p14:nvPr/>
            </p14:nvContentPartPr>
            <p14:xfrm>
              <a:off x="1699029" y="722785"/>
              <a:ext cx="61200" cy="507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AA8A1ED9-E6AE-4D04-851F-953CBF5350B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81389" y="705145"/>
                <a:ext cx="968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E71CDF38-1081-4C47-A223-857A6156A9B1}"/>
                  </a:ext>
                </a:extLst>
              </p14:cNvPr>
              <p14:cNvContentPartPr/>
              <p14:nvPr/>
            </p14:nvContentPartPr>
            <p14:xfrm>
              <a:off x="800109" y="398785"/>
              <a:ext cx="340200" cy="3200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E71CDF38-1081-4C47-A223-857A6156A9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2469" y="381125"/>
                <a:ext cx="375840" cy="3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31092F91-7908-48F8-817C-33EA38356467}"/>
                  </a:ext>
                </a:extLst>
              </p14:cNvPr>
              <p14:cNvContentPartPr/>
              <p14:nvPr/>
            </p14:nvContentPartPr>
            <p14:xfrm>
              <a:off x="2295189" y="596425"/>
              <a:ext cx="221040" cy="320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31092F91-7908-48F8-817C-33EA3835646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77549" y="578785"/>
                <a:ext cx="2566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BA39F7E-EA7C-4B39-BEB5-B19BE63693E0}"/>
                  </a:ext>
                </a:extLst>
              </p14:cNvPr>
              <p14:cNvContentPartPr/>
              <p14:nvPr/>
            </p14:nvContentPartPr>
            <p14:xfrm>
              <a:off x="2776509" y="490945"/>
              <a:ext cx="965880" cy="1472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BA39F7E-EA7C-4B39-BEB5-B19BE63693E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58869" y="472989"/>
                <a:ext cx="1001520" cy="182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C481C56-0224-4BCA-AABA-6326E62E9BBA}"/>
                  </a:ext>
                </a:extLst>
              </p14:cNvPr>
              <p14:cNvContentPartPr/>
              <p14:nvPr/>
            </p14:nvContentPartPr>
            <p14:xfrm>
              <a:off x="5511789" y="375025"/>
              <a:ext cx="6840" cy="187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C481C56-0224-4BCA-AABA-6326E62E9BB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94149" y="357025"/>
                <a:ext cx="424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2B949FFA-DBA7-4CF7-A5B6-369F00D424B4}"/>
                  </a:ext>
                </a:extLst>
              </p14:cNvPr>
              <p14:cNvContentPartPr/>
              <p14:nvPr/>
            </p14:nvContentPartPr>
            <p14:xfrm>
              <a:off x="6130269" y="448465"/>
              <a:ext cx="444240" cy="2901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2B949FFA-DBA7-4CF7-A5B6-369F00D424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12269" y="430465"/>
                <a:ext cx="47988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4BDC8D36-781E-481C-96A1-E77CDA10C3B8}"/>
                  </a:ext>
                </a:extLst>
              </p14:cNvPr>
              <p14:cNvContentPartPr/>
              <p14:nvPr/>
            </p14:nvContentPartPr>
            <p14:xfrm>
              <a:off x="4947309" y="479785"/>
              <a:ext cx="581400" cy="342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4BDC8D36-781E-481C-96A1-E77CDA10C3B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29309" y="462164"/>
                <a:ext cx="617040" cy="377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1829278C-4B14-4163-BF19-6C0F53522989}"/>
                  </a:ext>
                </a:extLst>
              </p14:cNvPr>
              <p14:cNvContentPartPr/>
              <p14:nvPr/>
            </p14:nvContentPartPr>
            <p14:xfrm>
              <a:off x="4432869" y="463945"/>
              <a:ext cx="196200" cy="1699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1829278C-4B14-4163-BF19-6C0F5352298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14869" y="445945"/>
                <a:ext cx="2318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35C41233-1ACD-4700-B522-517162D8AE3B}"/>
                  </a:ext>
                </a:extLst>
              </p14:cNvPr>
              <p14:cNvContentPartPr/>
              <p14:nvPr/>
            </p14:nvContentPartPr>
            <p14:xfrm>
              <a:off x="6965829" y="496705"/>
              <a:ext cx="120600" cy="1274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35C41233-1ACD-4700-B522-517162D8AE3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48189" y="478705"/>
                <a:ext cx="1562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4B45DED1-3175-4B8B-BB07-7E767F3E9471}"/>
                  </a:ext>
                </a:extLst>
              </p14:cNvPr>
              <p14:cNvContentPartPr/>
              <p14:nvPr/>
            </p14:nvContentPartPr>
            <p14:xfrm>
              <a:off x="2357829" y="1244065"/>
              <a:ext cx="258480" cy="147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4B45DED1-3175-4B8B-BB07-7E767F3E947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39829" y="1226425"/>
                <a:ext cx="2941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897FE9D2-EB83-46AA-A417-A00C00CD50C1}"/>
                  </a:ext>
                </a:extLst>
              </p14:cNvPr>
              <p14:cNvContentPartPr/>
              <p14:nvPr/>
            </p14:nvContentPartPr>
            <p14:xfrm>
              <a:off x="2930229" y="889465"/>
              <a:ext cx="3929040" cy="9648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897FE9D2-EB83-46AA-A417-A00C00CD50C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12587" y="871465"/>
                <a:ext cx="3964683" cy="10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19BF4930-2C0A-41DA-9068-8F1FA7C26B28}"/>
                  </a:ext>
                </a:extLst>
              </p14:cNvPr>
              <p14:cNvContentPartPr/>
              <p14:nvPr/>
            </p14:nvContentPartPr>
            <p14:xfrm>
              <a:off x="7207749" y="252985"/>
              <a:ext cx="4472640" cy="159516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19BF4930-2C0A-41DA-9068-8F1FA7C26B2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190109" y="234985"/>
                <a:ext cx="4508280" cy="16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2A4CA421-C55B-4DEF-9071-30CC26682626}"/>
                  </a:ext>
                </a:extLst>
              </p14:cNvPr>
              <p14:cNvContentPartPr/>
              <p14:nvPr/>
            </p14:nvContentPartPr>
            <p14:xfrm>
              <a:off x="5571189" y="2155225"/>
              <a:ext cx="680760" cy="2916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2A4CA421-C55B-4DEF-9071-30CC2668262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53189" y="2137225"/>
                <a:ext cx="71640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AC4D406A-F97A-4BC4-A0B1-B32B66817AFC}"/>
                  </a:ext>
                </a:extLst>
              </p14:cNvPr>
              <p14:cNvContentPartPr/>
              <p14:nvPr/>
            </p14:nvContentPartPr>
            <p14:xfrm>
              <a:off x="6285069" y="2830225"/>
              <a:ext cx="147240" cy="22212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AC4D406A-F97A-4BC4-A0B1-B32B66817AF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67069" y="2812585"/>
                <a:ext cx="1828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409FA812-7BCD-4304-89DB-E128E0FA6AD2}"/>
                  </a:ext>
                </a:extLst>
              </p14:cNvPr>
              <p14:cNvContentPartPr/>
              <p14:nvPr/>
            </p14:nvContentPartPr>
            <p14:xfrm>
              <a:off x="6333309" y="3324145"/>
              <a:ext cx="215280" cy="15732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409FA812-7BCD-4304-89DB-E128E0FA6AD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15309" y="3306145"/>
                <a:ext cx="2509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7404BF16-4A35-474C-BA59-9AC26A4E8335}"/>
                  </a:ext>
                </a:extLst>
              </p14:cNvPr>
              <p14:cNvContentPartPr/>
              <p14:nvPr/>
            </p14:nvContentPartPr>
            <p14:xfrm>
              <a:off x="5977269" y="3734185"/>
              <a:ext cx="360" cy="230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7404BF16-4A35-474C-BA59-9AC26A4E833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59269" y="3716545"/>
                <a:ext cx="360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3151709C-0CAE-49E3-8A27-7139DF2CF655}"/>
                  </a:ext>
                </a:extLst>
              </p14:cNvPr>
              <p14:cNvContentPartPr/>
              <p14:nvPr/>
            </p14:nvContentPartPr>
            <p14:xfrm>
              <a:off x="5975109" y="3969985"/>
              <a:ext cx="2520" cy="118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3151709C-0CAE-49E3-8A27-7139DF2CF65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57469" y="3952345"/>
                <a:ext cx="381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2D6FD639-0136-459D-8F1F-4842A5CF74C2}"/>
                  </a:ext>
                </a:extLst>
              </p14:cNvPr>
              <p14:cNvContentPartPr/>
              <p14:nvPr/>
            </p14:nvContentPartPr>
            <p14:xfrm>
              <a:off x="5941629" y="4172305"/>
              <a:ext cx="30960" cy="2448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2D6FD639-0136-459D-8F1F-4842A5CF74C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23629" y="4154305"/>
                <a:ext cx="666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2C607286-C084-480A-8F7C-DB8DA6B36516}"/>
                  </a:ext>
                </a:extLst>
              </p14:cNvPr>
              <p14:cNvContentPartPr/>
              <p14:nvPr/>
            </p14:nvContentPartPr>
            <p14:xfrm>
              <a:off x="6448509" y="4795465"/>
              <a:ext cx="288720" cy="1688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2C607286-C084-480A-8F7C-DB8DA6B3651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430869" y="4777465"/>
                <a:ext cx="32436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7BF68E21-8089-406A-82B9-C91A55D25CE0}"/>
                  </a:ext>
                </a:extLst>
              </p14:cNvPr>
              <p14:cNvContentPartPr/>
              <p14:nvPr/>
            </p14:nvContentPartPr>
            <p14:xfrm>
              <a:off x="5789349" y="4659025"/>
              <a:ext cx="471600" cy="3571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7BF68E21-8089-406A-82B9-C91A55D25CE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71709" y="4641367"/>
                <a:ext cx="507240" cy="392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8A0022FB-4046-444F-863F-ADCEEB8A6B01}"/>
                  </a:ext>
                </a:extLst>
              </p14:cNvPr>
              <p14:cNvContentPartPr/>
              <p14:nvPr/>
            </p14:nvContentPartPr>
            <p14:xfrm>
              <a:off x="5777469" y="3189145"/>
              <a:ext cx="418680" cy="3614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8A0022FB-4046-444F-863F-ADCEEB8A6B0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759484" y="3171145"/>
                <a:ext cx="454289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269A72B5-9671-42EC-9E99-DFB8C163F207}"/>
                  </a:ext>
                </a:extLst>
              </p14:cNvPr>
              <p14:cNvContentPartPr/>
              <p14:nvPr/>
            </p14:nvContentPartPr>
            <p14:xfrm>
              <a:off x="5701869" y="2707105"/>
              <a:ext cx="443160" cy="34668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269A72B5-9671-42EC-9E99-DFB8C163F20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83869" y="2689447"/>
                <a:ext cx="478800" cy="382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E8A66B3B-7751-409C-ACAE-ED60F9B37228}"/>
                  </a:ext>
                </a:extLst>
              </p14:cNvPr>
              <p14:cNvContentPartPr/>
              <p14:nvPr/>
            </p14:nvContentPartPr>
            <p14:xfrm>
              <a:off x="5923989" y="1886305"/>
              <a:ext cx="547200" cy="34945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E8A66B3B-7751-409C-ACAE-ED60F9B3722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888349" y="1814305"/>
                <a:ext cx="618840" cy="36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1BA4A2D9-6325-4F90-93DA-0D14B7B35FF4}"/>
                  </a:ext>
                </a:extLst>
              </p14:cNvPr>
              <p14:cNvContentPartPr/>
              <p14:nvPr/>
            </p14:nvContentPartPr>
            <p14:xfrm>
              <a:off x="5861349" y="3749305"/>
              <a:ext cx="451080" cy="3560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1BA4A2D9-6325-4F90-93DA-0D14B7B35FF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25709" y="3677665"/>
                <a:ext cx="522720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B1E2DFEA-3657-4D85-8B03-330B9B1B9A35}"/>
                  </a:ext>
                </a:extLst>
              </p14:cNvPr>
              <p14:cNvContentPartPr/>
              <p14:nvPr/>
            </p14:nvContentPartPr>
            <p14:xfrm>
              <a:off x="6213069" y="2777305"/>
              <a:ext cx="1057320" cy="26470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B1E2DFEA-3657-4D85-8B03-330B9B1B9A3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177429" y="2705305"/>
                <a:ext cx="1128960" cy="27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E86A69C9-38DC-485E-962A-9A393B8C25F2}"/>
                  </a:ext>
                </a:extLst>
              </p14:cNvPr>
              <p14:cNvContentPartPr/>
              <p14:nvPr/>
            </p14:nvContentPartPr>
            <p14:xfrm>
              <a:off x="7127469" y="3649585"/>
              <a:ext cx="328680" cy="30816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E86A69C9-38DC-485E-962A-9A393B8C25F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091829" y="3577585"/>
                <a:ext cx="40032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FAC7D10F-166B-4D68-BE0E-47CEB2112CF4}"/>
                  </a:ext>
                </a:extLst>
              </p14:cNvPr>
              <p14:cNvContentPartPr/>
              <p14:nvPr/>
            </p14:nvContentPartPr>
            <p14:xfrm>
              <a:off x="6116589" y="3263305"/>
              <a:ext cx="273600" cy="2296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FAC7D10F-166B-4D68-BE0E-47CEB2112CF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80589" y="3191665"/>
                <a:ext cx="34524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4103CFDF-21D5-4B23-863B-4F7E2E91FEFE}"/>
                  </a:ext>
                </a:extLst>
              </p14:cNvPr>
              <p14:cNvContentPartPr/>
              <p14:nvPr/>
            </p14:nvContentPartPr>
            <p14:xfrm>
              <a:off x="6362109" y="4840105"/>
              <a:ext cx="19080" cy="612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4103CFDF-21D5-4B23-863B-4F7E2E91FEF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26109" y="4768465"/>
                <a:ext cx="907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610B76C6-746E-40E9-BD1A-E728E062A47E}"/>
                  </a:ext>
                </a:extLst>
              </p14:cNvPr>
              <p14:cNvContentPartPr/>
              <p14:nvPr/>
            </p14:nvContentPartPr>
            <p14:xfrm>
              <a:off x="6420069" y="2718985"/>
              <a:ext cx="1619280" cy="282168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610B76C6-746E-40E9-BD1A-E728E062A47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84069" y="2647345"/>
                <a:ext cx="1690920" cy="29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31A699BB-16CC-47EC-9E06-4EDF9E328FFE}"/>
                  </a:ext>
                </a:extLst>
              </p14:cNvPr>
              <p14:cNvContentPartPr/>
              <p14:nvPr/>
            </p14:nvContentPartPr>
            <p14:xfrm>
              <a:off x="7706709" y="3741025"/>
              <a:ext cx="278280" cy="30744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31A699BB-16CC-47EC-9E06-4EDF9E328FF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71069" y="3669385"/>
                <a:ext cx="34992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0CD59246-1553-4818-9E46-B818ABF1FA77}"/>
                  </a:ext>
                </a:extLst>
              </p14:cNvPr>
              <p14:cNvContentPartPr/>
              <p14:nvPr/>
            </p14:nvContentPartPr>
            <p14:xfrm>
              <a:off x="5818149" y="1953625"/>
              <a:ext cx="111240" cy="1458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0CD59246-1553-4818-9E46-B818ABF1FA7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782509" y="1881625"/>
                <a:ext cx="18288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FDE746E6-F076-4427-B3EB-BF9BD598B5C9}"/>
                  </a:ext>
                </a:extLst>
              </p14:cNvPr>
              <p14:cNvContentPartPr/>
              <p14:nvPr/>
            </p14:nvContentPartPr>
            <p14:xfrm>
              <a:off x="5998509" y="1904305"/>
              <a:ext cx="94680" cy="19620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FDE746E6-F076-4427-B3EB-BF9BD598B5C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962869" y="1832665"/>
                <a:ext cx="16632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4148DD0B-EB00-45B2-A351-DEEBAB760F6F}"/>
                  </a:ext>
                </a:extLst>
              </p14:cNvPr>
              <p14:cNvContentPartPr/>
              <p14:nvPr/>
            </p14:nvContentPartPr>
            <p14:xfrm>
              <a:off x="5904909" y="1635745"/>
              <a:ext cx="16560" cy="2451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4148DD0B-EB00-45B2-A351-DEEBAB760F6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68909" y="1564105"/>
                <a:ext cx="8820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15A1C1B9-FD35-4167-BC56-2731B1CC5F32}"/>
                  </a:ext>
                </a:extLst>
              </p14:cNvPr>
              <p14:cNvContentPartPr/>
              <p14:nvPr/>
            </p14:nvContentPartPr>
            <p14:xfrm>
              <a:off x="2820069" y="5746225"/>
              <a:ext cx="292680" cy="4356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15A1C1B9-FD35-4167-BC56-2731B1CC5F3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02069" y="5728225"/>
                <a:ext cx="3283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6EAA0726-19A9-440D-A255-163BF19B5E66}"/>
                  </a:ext>
                </a:extLst>
              </p14:cNvPr>
              <p14:cNvContentPartPr/>
              <p14:nvPr/>
            </p14:nvContentPartPr>
            <p14:xfrm>
              <a:off x="9316989" y="5747665"/>
              <a:ext cx="64440" cy="1836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6EAA0726-19A9-440D-A255-163BF19B5E6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99349" y="5730025"/>
                <a:ext cx="1000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78B9FBB0-9196-459F-94ED-01B4F2468021}"/>
                  </a:ext>
                </a:extLst>
              </p14:cNvPr>
              <p14:cNvContentPartPr/>
              <p14:nvPr/>
            </p14:nvContentPartPr>
            <p14:xfrm>
              <a:off x="11021589" y="5593225"/>
              <a:ext cx="470880" cy="16992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78B9FBB0-9196-459F-94ED-01B4F246802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003589" y="5575225"/>
                <a:ext cx="5065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4FB86124-D0CE-4F57-9C5A-7F5411402445}"/>
                  </a:ext>
                </a:extLst>
              </p14:cNvPr>
              <p14:cNvContentPartPr/>
              <p14:nvPr/>
            </p14:nvContentPartPr>
            <p14:xfrm>
              <a:off x="9791469" y="5397745"/>
              <a:ext cx="911880" cy="4010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4FB86124-D0CE-4F57-9C5A-7F541140244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773469" y="5379745"/>
                <a:ext cx="94752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48EA7A45-F7EC-4395-BD2D-8C5970EE32B0}"/>
                  </a:ext>
                </a:extLst>
              </p14:cNvPr>
              <p14:cNvContentPartPr/>
              <p14:nvPr/>
            </p14:nvContentPartPr>
            <p14:xfrm>
              <a:off x="3541869" y="5378665"/>
              <a:ext cx="5589720" cy="105768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48EA7A45-F7EC-4395-BD2D-8C5970EE32B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24229" y="5361025"/>
                <a:ext cx="5625360" cy="109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39446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ine 42">
            <a:extLst>
              <a:ext uri="{FF2B5EF4-FFF2-40B4-BE49-F238E27FC236}">
                <a16:creationId xmlns:a16="http://schemas.microsoft.com/office/drawing/2014/main" id="{024DD44D-B7EA-4EF6-B504-A248A0F7F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7873379" cy="31542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3" name="Cerneală 292">
                <a:extLst>
                  <a:ext uri="{FF2B5EF4-FFF2-40B4-BE49-F238E27FC236}">
                    <a16:creationId xmlns:a16="http://schemas.microsoft.com/office/drawing/2014/main" id="{800CDC8F-550D-4594-A46B-0BCE9E58BD9F}"/>
                  </a:ext>
                </a:extLst>
              </p14:cNvPr>
              <p14:cNvContentPartPr/>
              <p14:nvPr/>
            </p14:nvContentPartPr>
            <p14:xfrm>
              <a:off x="775989" y="931225"/>
              <a:ext cx="11250720" cy="5560560"/>
            </p14:xfrm>
          </p:contentPart>
        </mc:Choice>
        <mc:Fallback xmlns="">
          <p:pic>
            <p:nvPicPr>
              <p:cNvPr id="293" name="Cerneală 292">
                <a:extLst>
                  <a:ext uri="{FF2B5EF4-FFF2-40B4-BE49-F238E27FC236}">
                    <a16:creationId xmlns:a16="http://schemas.microsoft.com/office/drawing/2014/main" id="{800CDC8F-550D-4594-A46B-0BCE9E58BD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349" y="913584"/>
                <a:ext cx="11286360" cy="559620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1443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9E989DC6-2501-4F7B-83B7-36BA9E7279D6}"/>
                  </a:ext>
                </a:extLst>
              </p14:cNvPr>
              <p14:cNvContentPartPr/>
              <p14:nvPr/>
            </p14:nvContentPartPr>
            <p14:xfrm>
              <a:off x="803349" y="5809585"/>
              <a:ext cx="360" cy="39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9E989DC6-2501-4F7B-83B7-36BA9E7279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5349" y="5791945"/>
                <a:ext cx="360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53C222C0-1430-4A1F-B78B-3EACB8F227E0}"/>
                  </a:ext>
                </a:extLst>
              </p14:cNvPr>
              <p14:cNvContentPartPr/>
              <p14:nvPr/>
            </p14:nvContentPartPr>
            <p14:xfrm>
              <a:off x="1366749" y="230305"/>
              <a:ext cx="10545480" cy="505980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53C222C0-1430-4A1F-B78B-3EACB8F227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8750" y="212305"/>
                <a:ext cx="10581119" cy="50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C1C8E68-B72A-48D5-B6D4-FDA555A8A27E}"/>
                  </a:ext>
                </a:extLst>
              </p14:cNvPr>
              <p14:cNvContentPartPr/>
              <p14:nvPr/>
            </p14:nvContentPartPr>
            <p14:xfrm>
              <a:off x="5354507" y="344425"/>
              <a:ext cx="215280" cy="387720"/>
            </p14:xfrm>
          </p:contentPart>
        </mc:Choice>
        <mc:Fallback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C1C8E68-B72A-48D5-B6D4-FDA555A8A2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36867" y="326785"/>
                <a:ext cx="250920" cy="42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4390441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5246</TotalTime>
  <Words>592</Words>
  <Application>Microsoft Office PowerPoint</Application>
  <PresentationFormat>Ecran lat</PresentationFormat>
  <Paragraphs>127</Paragraphs>
  <Slides>46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Tahoma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318</cp:revision>
  <dcterms:created xsi:type="dcterms:W3CDTF">2020-09-24T15:20:51Z</dcterms:created>
  <dcterms:modified xsi:type="dcterms:W3CDTF">2025-11-17T09:19:47Z</dcterms:modified>
</cp:coreProperties>
</file>